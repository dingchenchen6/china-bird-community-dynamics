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Top winners &amp; losers (forest plot)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74320" y="1005840"/>
            <a:ext cx="10972800" cy="6400800"/>
            <a:chOff x="274320" y="1005840"/>
            <a:chExt cx="10972800" cy="6400800"/>
          </a:xfrm>
        </p:grpSpPr>
        <p:sp>
          <p:nvSpPr>
            <p:cNvPr id="4" name="rc3"/>
            <p:cNvSpPr/>
            <p:nvPr/>
          </p:nvSpPr>
          <p:spPr>
            <a:xfrm>
              <a:off x="274320" y="1005840"/>
              <a:ext cx="109728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1247120" y="1005840"/>
              <a:ext cx="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92620" y="6703709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92620" y="6529036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492620" y="6354363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492620" y="6179690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492620" y="6005017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492620" y="5830344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492620" y="5655672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492620" y="5480999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492620" y="5306326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492620" y="5131653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492620" y="4956980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492620" y="4782308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492620" y="4607635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492620" y="4432962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492620" y="4258289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492620" y="4083616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492620" y="3908944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492620" y="3734271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492620" y="3559598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492620" y="3384925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492620" y="3210252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492620" y="3035580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492620" y="2860907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492620" y="2686234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492620" y="2511561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492620" y="2336888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1492620" y="2162216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1492620" y="1987543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492620" y="1812870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1492620" y="1638197"/>
              <a:ext cx="9627973" cy="0"/>
            </a:xfrm>
            <a:custGeom>
              <a:avLst/>
              <a:pathLst>
                <a:path w="9627973" h="0">
                  <a:moveTo>
                    <a:pt x="0" y="0"/>
                  </a:moveTo>
                  <a:lnTo>
                    <a:pt x="9627973" y="0"/>
                  </a:lnTo>
                  <a:lnTo>
                    <a:pt x="96279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1930255" y="1533393"/>
              <a:ext cx="0" cy="5275118"/>
            </a:xfrm>
            <a:custGeom>
              <a:avLst/>
              <a:pathLst>
                <a:path w="0" h="5275118">
                  <a:moveTo>
                    <a:pt x="0" y="5275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5380279" y="1533393"/>
              <a:ext cx="0" cy="5275118"/>
            </a:xfrm>
            <a:custGeom>
              <a:avLst/>
              <a:pathLst>
                <a:path w="0" h="5275118">
                  <a:moveTo>
                    <a:pt x="0" y="5275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8830302" y="1533393"/>
              <a:ext cx="0" cy="5275118"/>
            </a:xfrm>
            <a:custGeom>
              <a:avLst/>
              <a:pathLst>
                <a:path w="0" h="5275118">
                  <a:moveTo>
                    <a:pt x="0" y="5275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1930255" y="1533393"/>
              <a:ext cx="0" cy="5275118"/>
            </a:xfrm>
            <a:custGeom>
              <a:avLst/>
              <a:pathLst>
                <a:path w="0" h="5275118">
                  <a:moveTo>
                    <a:pt x="0" y="5275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934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10067858" y="163819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3983244" y="1638197"/>
              <a:ext cx="6084614" cy="0"/>
            </a:xfrm>
            <a:custGeom>
              <a:avLst/>
              <a:pathLst>
                <a:path w="6084614" h="0">
                  <a:moveTo>
                    <a:pt x="6084614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3983244" y="163819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10162877" y="181287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3655542" y="1812870"/>
              <a:ext cx="6507334" cy="0"/>
            </a:xfrm>
            <a:custGeom>
              <a:avLst/>
              <a:pathLst>
                <a:path w="6507334" h="0">
                  <a:moveTo>
                    <a:pt x="6507334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3655542" y="181287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9416794" y="198754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3872581" y="1987543"/>
              <a:ext cx="5544212" cy="0"/>
            </a:xfrm>
            <a:custGeom>
              <a:avLst/>
              <a:pathLst>
                <a:path w="5544212" h="0">
                  <a:moveTo>
                    <a:pt x="5544212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3872581" y="198754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9420818" y="216221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3861175" y="2162216"/>
              <a:ext cx="5559643" cy="0"/>
            </a:xfrm>
            <a:custGeom>
              <a:avLst/>
              <a:pathLst>
                <a:path w="5559643" h="0">
                  <a:moveTo>
                    <a:pt x="555964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3861175" y="216221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10136573" y="233688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3173267" y="2336888"/>
              <a:ext cx="6963306" cy="0"/>
            </a:xfrm>
            <a:custGeom>
              <a:avLst/>
              <a:pathLst>
                <a:path w="6963306" h="0">
                  <a:moveTo>
                    <a:pt x="696330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3173267" y="233688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9293371" y="25115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3485712" y="2511561"/>
              <a:ext cx="5807658" cy="0"/>
            </a:xfrm>
            <a:custGeom>
              <a:avLst/>
              <a:pathLst>
                <a:path w="5807658" h="0">
                  <a:moveTo>
                    <a:pt x="5807658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3485712" y="251156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9533245" y="268623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3502277" y="2686234"/>
              <a:ext cx="6030968" cy="0"/>
            </a:xfrm>
            <a:custGeom>
              <a:avLst/>
              <a:pathLst>
                <a:path w="6030968" h="0">
                  <a:moveTo>
                    <a:pt x="6030968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3502277" y="268623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9710187" y="286090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3586254" y="2860907"/>
              <a:ext cx="6123933" cy="0"/>
            </a:xfrm>
            <a:custGeom>
              <a:avLst/>
              <a:pathLst>
                <a:path w="6123933" h="0">
                  <a:moveTo>
                    <a:pt x="612393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3586254" y="286090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9467676" y="303558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3369537" y="3035580"/>
              <a:ext cx="6098139" cy="0"/>
            </a:xfrm>
            <a:custGeom>
              <a:avLst/>
              <a:pathLst>
                <a:path w="6098139" h="0">
                  <a:moveTo>
                    <a:pt x="6098139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3369537" y="303558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9746065" y="321025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3177222" y="3210252"/>
              <a:ext cx="6568842" cy="0"/>
            </a:xfrm>
            <a:custGeom>
              <a:avLst/>
              <a:pathLst>
                <a:path w="6568842" h="0">
                  <a:moveTo>
                    <a:pt x="6568842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3177222" y="321025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8785064" y="338492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3897871" y="3384925"/>
              <a:ext cx="4887192" cy="0"/>
            </a:xfrm>
            <a:custGeom>
              <a:avLst/>
              <a:pathLst>
                <a:path w="4887192" h="0">
                  <a:moveTo>
                    <a:pt x="4887192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3897871" y="338492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8988518" y="35595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3583732" y="3559598"/>
              <a:ext cx="5404786" cy="0"/>
            </a:xfrm>
            <a:custGeom>
              <a:avLst/>
              <a:pathLst>
                <a:path w="5404786" h="0">
                  <a:moveTo>
                    <a:pt x="540478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3583732" y="35595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9218969" y="373427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3448424" y="3734271"/>
              <a:ext cx="5770544" cy="0"/>
            </a:xfrm>
            <a:custGeom>
              <a:avLst/>
              <a:pathLst>
                <a:path w="5770544" h="0">
                  <a:moveTo>
                    <a:pt x="5770544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3448424" y="373427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8900614" y="390894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79"/>
            <p:cNvSpPr/>
            <p:nvPr/>
          </p:nvSpPr>
          <p:spPr>
            <a:xfrm>
              <a:off x="3636977" y="3908944"/>
              <a:ext cx="5263636" cy="0"/>
            </a:xfrm>
            <a:custGeom>
              <a:avLst/>
              <a:pathLst>
                <a:path w="5263636" h="0">
                  <a:moveTo>
                    <a:pt x="526363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3636977" y="390894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8554356" y="408361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2"/>
            <p:cNvSpPr/>
            <p:nvPr/>
          </p:nvSpPr>
          <p:spPr>
            <a:xfrm>
              <a:off x="3766470" y="4083616"/>
              <a:ext cx="4787885" cy="0"/>
            </a:xfrm>
            <a:custGeom>
              <a:avLst/>
              <a:pathLst>
                <a:path w="4787885" h="0">
                  <a:moveTo>
                    <a:pt x="4787885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3766470" y="408361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9326861" y="425828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3348694" y="4258289"/>
              <a:ext cx="5978166" cy="0"/>
            </a:xfrm>
            <a:custGeom>
              <a:avLst/>
              <a:pathLst>
                <a:path w="5978166" h="0">
                  <a:moveTo>
                    <a:pt x="597816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3348694" y="425828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9134998" y="443296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3321537" y="4432962"/>
              <a:ext cx="5813460" cy="0"/>
            </a:xfrm>
            <a:custGeom>
              <a:avLst/>
              <a:pathLst>
                <a:path w="5813460" h="0">
                  <a:moveTo>
                    <a:pt x="581346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3321537" y="443296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10682959" y="460763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2754706" y="4607635"/>
              <a:ext cx="7928253" cy="0"/>
            </a:xfrm>
            <a:custGeom>
              <a:avLst/>
              <a:pathLst>
                <a:path w="7928253" h="0">
                  <a:moveTo>
                    <a:pt x="792825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2754706" y="460763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9341813" y="478230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3055994" y="4782308"/>
              <a:ext cx="6285819" cy="0"/>
            </a:xfrm>
            <a:custGeom>
              <a:avLst/>
              <a:pathLst>
                <a:path w="6285819" h="0">
                  <a:moveTo>
                    <a:pt x="6285819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3055994" y="478230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8963675" y="495698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3369414" y="4956980"/>
              <a:ext cx="5594261" cy="0"/>
            </a:xfrm>
            <a:custGeom>
              <a:avLst/>
              <a:pathLst>
                <a:path w="5594261" h="0">
                  <a:moveTo>
                    <a:pt x="5594261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3369414" y="495698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8312794" y="513165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3446971" y="5131653"/>
              <a:ext cx="4865823" cy="0"/>
            </a:xfrm>
            <a:custGeom>
              <a:avLst/>
              <a:pathLst>
                <a:path w="4865823" h="0">
                  <a:moveTo>
                    <a:pt x="4865823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3446971" y="513165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8515264" y="530632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3546450" y="5306326"/>
              <a:ext cx="4968814" cy="0"/>
            </a:xfrm>
            <a:custGeom>
              <a:avLst/>
              <a:pathLst>
                <a:path w="4968814" h="0">
                  <a:moveTo>
                    <a:pt x="4968814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3546450" y="530632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9148495" y="548099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2903800" y="5480999"/>
              <a:ext cx="6244694" cy="0"/>
            </a:xfrm>
            <a:custGeom>
              <a:avLst/>
              <a:pathLst>
                <a:path w="6244694" h="0">
                  <a:moveTo>
                    <a:pt x="6244694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2903800" y="548099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9446992" y="565567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2508010" y="5655672"/>
              <a:ext cx="6938982" cy="0"/>
            </a:xfrm>
            <a:custGeom>
              <a:avLst/>
              <a:pathLst>
                <a:path w="6938982" h="0">
                  <a:moveTo>
                    <a:pt x="6938982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2508010" y="565567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9070421" y="583034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2924454" y="5830344"/>
              <a:ext cx="6145966" cy="0"/>
            </a:xfrm>
            <a:custGeom>
              <a:avLst/>
              <a:pathLst>
                <a:path w="6145966" h="0">
                  <a:moveTo>
                    <a:pt x="614596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2924454" y="583034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8462083" y="600501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3437956" y="6005017"/>
              <a:ext cx="5024126" cy="0"/>
            </a:xfrm>
            <a:custGeom>
              <a:avLst/>
              <a:pathLst>
                <a:path w="5024126" h="0">
                  <a:moveTo>
                    <a:pt x="5024126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3437956" y="600501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8186639" y="617969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3455811" y="6179690"/>
              <a:ext cx="4730827" cy="0"/>
            </a:xfrm>
            <a:custGeom>
              <a:avLst/>
              <a:pathLst>
                <a:path w="4730827" h="0">
                  <a:moveTo>
                    <a:pt x="4730827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3455811" y="617969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0"/>
            <p:cNvSpPr/>
            <p:nvPr/>
          </p:nvSpPr>
          <p:spPr>
            <a:xfrm>
              <a:off x="9773308" y="635436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2644852" y="6354363"/>
              <a:ext cx="7128455" cy="0"/>
            </a:xfrm>
            <a:custGeom>
              <a:avLst/>
              <a:pathLst>
                <a:path w="7128455" h="0">
                  <a:moveTo>
                    <a:pt x="7128455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2"/>
            <p:cNvSpPr/>
            <p:nvPr/>
          </p:nvSpPr>
          <p:spPr>
            <a:xfrm>
              <a:off x="2644852" y="635436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8630138" y="652903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4"/>
            <p:cNvSpPr/>
            <p:nvPr/>
          </p:nvSpPr>
          <p:spPr>
            <a:xfrm>
              <a:off x="3040943" y="6529036"/>
              <a:ext cx="5589195" cy="0"/>
            </a:xfrm>
            <a:custGeom>
              <a:avLst/>
              <a:pathLst>
                <a:path w="5589195" h="0">
                  <a:moveTo>
                    <a:pt x="5589195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5"/>
            <p:cNvSpPr/>
            <p:nvPr/>
          </p:nvSpPr>
          <p:spPr>
            <a:xfrm>
              <a:off x="3040943" y="652903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6"/>
            <p:cNvSpPr/>
            <p:nvPr/>
          </p:nvSpPr>
          <p:spPr>
            <a:xfrm>
              <a:off x="8713002" y="670370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7"/>
            <p:cNvSpPr/>
            <p:nvPr/>
          </p:nvSpPr>
          <p:spPr>
            <a:xfrm>
              <a:off x="3047934" y="6703709"/>
              <a:ext cx="5665067" cy="0"/>
            </a:xfrm>
            <a:custGeom>
              <a:avLst/>
              <a:pathLst>
                <a:path w="5665067" h="0">
                  <a:moveTo>
                    <a:pt x="5665067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8"/>
            <p:cNvSpPr/>
            <p:nvPr/>
          </p:nvSpPr>
          <p:spPr>
            <a:xfrm>
              <a:off x="3047934" y="670370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8B2E1E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7334790" y="1604090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7014792" y="1778763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6922594" y="1953436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6823291" y="2128109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6728914" y="2302782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6707144" y="2477454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6706544" y="2652127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6666983" y="2826800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6624229" y="3001473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6541154" y="3176146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6519614" y="3350818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6469428" y="3525491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6452783" y="3700164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6418329" y="3874837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6369823" y="4049510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6359486" y="4224182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6338414" y="4398855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6255780" y="4573528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6241729" y="4748201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6228735" y="4922874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6141065" y="5097546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6081836" y="5272219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6081098" y="5446892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6049862" y="5621565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3"/>
            <p:cNvSpPr/>
            <p:nvPr/>
          </p:nvSpPr>
          <p:spPr>
            <a:xfrm>
              <a:off x="6041927" y="5796238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4"/>
            <p:cNvSpPr/>
            <p:nvPr/>
          </p:nvSpPr>
          <p:spPr>
            <a:xfrm>
              <a:off x="6034576" y="5970910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5"/>
            <p:cNvSpPr/>
            <p:nvPr/>
          </p:nvSpPr>
          <p:spPr>
            <a:xfrm>
              <a:off x="5968571" y="6145583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6"/>
            <p:cNvSpPr/>
            <p:nvPr/>
          </p:nvSpPr>
          <p:spPr>
            <a:xfrm>
              <a:off x="5948823" y="6320256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7"/>
            <p:cNvSpPr/>
            <p:nvPr/>
          </p:nvSpPr>
          <p:spPr>
            <a:xfrm>
              <a:off x="5917498" y="6494929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8"/>
            <p:cNvSpPr/>
            <p:nvPr/>
          </p:nvSpPr>
          <p:spPr>
            <a:xfrm>
              <a:off x="5904630" y="6669602"/>
              <a:ext cx="68213" cy="68213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859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tx159"/>
            <p:cNvSpPr/>
            <p:nvPr/>
          </p:nvSpPr>
          <p:spPr>
            <a:xfrm>
              <a:off x="564980" y="6669556"/>
              <a:ext cx="867857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Cuculus micropterus</a:t>
              </a:r>
            </a:p>
          </p:txBody>
        </p:sp>
        <p:sp>
          <p:nvSpPr>
            <p:cNvPr id="161" name="tx160"/>
            <p:cNvSpPr/>
            <p:nvPr/>
          </p:nvSpPr>
          <p:spPr>
            <a:xfrm>
              <a:off x="787270" y="6494883"/>
              <a:ext cx="645566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Aix galericulata</a:t>
              </a:r>
            </a:p>
          </p:txBody>
        </p:sp>
        <p:sp>
          <p:nvSpPr>
            <p:cNvPr id="162" name="tx161"/>
            <p:cNvSpPr/>
            <p:nvPr/>
          </p:nvSpPr>
          <p:spPr>
            <a:xfrm>
              <a:off x="702506" y="6320210"/>
              <a:ext cx="730331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Garrulax canorus</a:t>
              </a:r>
            </a:p>
          </p:txBody>
        </p:sp>
        <p:sp>
          <p:nvSpPr>
            <p:cNvPr id="163" name="tx162"/>
            <p:cNvSpPr/>
            <p:nvPr/>
          </p:nvSpPr>
          <p:spPr>
            <a:xfrm>
              <a:off x="638955" y="6145537"/>
              <a:ext cx="793882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Pterorhinus sannio</a:t>
              </a:r>
            </a:p>
          </p:txBody>
        </p:sp>
        <p:sp>
          <p:nvSpPr>
            <p:cNvPr id="164" name="tx163"/>
            <p:cNvSpPr/>
            <p:nvPr/>
          </p:nvSpPr>
          <p:spPr>
            <a:xfrm>
              <a:off x="691990" y="5970864"/>
              <a:ext cx="740846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Falco tinnunculus</a:t>
              </a:r>
            </a:p>
          </p:txBody>
        </p:sp>
        <p:sp>
          <p:nvSpPr>
            <p:cNvPr id="165" name="tx164"/>
            <p:cNvSpPr/>
            <p:nvPr/>
          </p:nvSpPr>
          <p:spPr>
            <a:xfrm>
              <a:off x="633743" y="5796192"/>
              <a:ext cx="799094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Saxicola stejnegeri</a:t>
              </a:r>
            </a:p>
          </p:txBody>
        </p:sp>
        <p:sp>
          <p:nvSpPr>
            <p:cNvPr id="166" name="tx165"/>
            <p:cNvSpPr/>
            <p:nvPr/>
          </p:nvSpPr>
          <p:spPr>
            <a:xfrm>
              <a:off x="570100" y="5621519"/>
              <a:ext cx="862736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Lonchura punctulata</a:t>
              </a:r>
            </a:p>
          </p:txBody>
        </p:sp>
        <p:sp>
          <p:nvSpPr>
            <p:cNvPr id="167" name="tx166"/>
            <p:cNvSpPr/>
            <p:nvPr/>
          </p:nvSpPr>
          <p:spPr>
            <a:xfrm>
              <a:off x="485427" y="5446846"/>
              <a:ext cx="947409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Pycnonotus aurigaster</a:t>
              </a:r>
            </a:p>
          </p:txBody>
        </p:sp>
        <p:sp>
          <p:nvSpPr>
            <p:cNvPr id="168" name="tx167"/>
            <p:cNvSpPr/>
            <p:nvPr/>
          </p:nvSpPr>
          <p:spPr>
            <a:xfrm>
              <a:off x="400845" y="5272173"/>
              <a:ext cx="1031991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Aegithalos glaucogularis</a:t>
              </a:r>
            </a:p>
          </p:txBody>
        </p:sp>
        <p:sp>
          <p:nvSpPr>
            <p:cNvPr id="169" name="tx168"/>
            <p:cNvSpPr/>
            <p:nvPr/>
          </p:nvSpPr>
          <p:spPr>
            <a:xfrm>
              <a:off x="517431" y="5097500"/>
              <a:ext cx="915405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Tachybaptus ruficollis</a:t>
              </a:r>
            </a:p>
          </p:txBody>
        </p:sp>
        <p:sp>
          <p:nvSpPr>
            <p:cNvPr id="170" name="tx169"/>
            <p:cNvSpPr/>
            <p:nvPr/>
          </p:nvSpPr>
          <p:spPr>
            <a:xfrm>
              <a:off x="755358" y="4922828"/>
              <a:ext cx="677478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Alauda arvensis</a:t>
              </a:r>
            </a:p>
          </p:txBody>
        </p:sp>
        <p:sp>
          <p:nvSpPr>
            <p:cNvPr id="171" name="tx170"/>
            <p:cNvSpPr/>
            <p:nvPr/>
          </p:nvSpPr>
          <p:spPr>
            <a:xfrm>
              <a:off x="532976" y="4748155"/>
              <a:ext cx="899861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Lanius sphenocercus</a:t>
              </a:r>
            </a:p>
          </p:txBody>
        </p:sp>
        <p:sp>
          <p:nvSpPr>
            <p:cNvPr id="172" name="tx171"/>
            <p:cNvSpPr/>
            <p:nvPr/>
          </p:nvSpPr>
          <p:spPr>
            <a:xfrm>
              <a:off x="453789" y="4573482"/>
              <a:ext cx="979048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Urocissa erythroryncha</a:t>
              </a:r>
            </a:p>
          </p:txBody>
        </p:sp>
        <p:sp>
          <p:nvSpPr>
            <p:cNvPr id="173" name="tx172"/>
            <p:cNvSpPr/>
            <p:nvPr/>
          </p:nvSpPr>
          <p:spPr>
            <a:xfrm>
              <a:off x="602013" y="4398809"/>
              <a:ext cx="830823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Pericrocotus solaris</a:t>
              </a:r>
            </a:p>
          </p:txBody>
        </p:sp>
        <p:sp>
          <p:nvSpPr>
            <p:cNvPr id="174" name="tx173"/>
            <p:cNvSpPr/>
            <p:nvPr/>
          </p:nvSpPr>
          <p:spPr>
            <a:xfrm>
              <a:off x="691807" y="4224136"/>
              <a:ext cx="741029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Passer montanus</a:t>
              </a:r>
            </a:p>
          </p:txBody>
        </p:sp>
        <p:sp>
          <p:nvSpPr>
            <p:cNvPr id="175" name="tx174"/>
            <p:cNvSpPr/>
            <p:nvPr/>
          </p:nvSpPr>
          <p:spPr>
            <a:xfrm>
              <a:off x="623227" y="4049464"/>
              <a:ext cx="809609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Gallinula chloropus</a:t>
              </a:r>
            </a:p>
          </p:txBody>
        </p:sp>
        <p:sp>
          <p:nvSpPr>
            <p:cNvPr id="176" name="tx175"/>
            <p:cNvSpPr/>
            <p:nvPr/>
          </p:nvSpPr>
          <p:spPr>
            <a:xfrm>
              <a:off x="734327" y="3874791"/>
              <a:ext cx="698510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Falco amurensis</a:t>
              </a:r>
            </a:p>
          </p:txBody>
        </p:sp>
        <p:sp>
          <p:nvSpPr>
            <p:cNvPr id="177" name="tx176"/>
            <p:cNvSpPr/>
            <p:nvPr/>
          </p:nvSpPr>
          <p:spPr>
            <a:xfrm>
              <a:off x="570100" y="3700118"/>
              <a:ext cx="862736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Spodiopsar sericeus</a:t>
              </a:r>
            </a:p>
          </p:txBody>
        </p:sp>
        <p:sp>
          <p:nvSpPr>
            <p:cNvPr id="178" name="tx177"/>
            <p:cNvSpPr/>
            <p:nvPr/>
          </p:nvSpPr>
          <p:spPr>
            <a:xfrm>
              <a:off x="649653" y="3525445"/>
              <a:ext cx="783183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Chlidonias hybrida</a:t>
              </a:r>
            </a:p>
          </p:txBody>
        </p:sp>
        <p:sp>
          <p:nvSpPr>
            <p:cNvPr id="179" name="tx178"/>
            <p:cNvSpPr/>
            <p:nvPr/>
          </p:nvSpPr>
          <p:spPr>
            <a:xfrm>
              <a:off x="406149" y="3350772"/>
              <a:ext cx="1026688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Himantopus himantopus</a:t>
              </a:r>
            </a:p>
          </p:txBody>
        </p:sp>
        <p:sp>
          <p:nvSpPr>
            <p:cNvPr id="180" name="tx179"/>
            <p:cNvSpPr/>
            <p:nvPr/>
          </p:nvSpPr>
          <p:spPr>
            <a:xfrm>
              <a:off x="723628" y="3176100"/>
              <a:ext cx="709208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Cuculus canorus</a:t>
              </a:r>
            </a:p>
          </p:txBody>
        </p:sp>
        <p:sp>
          <p:nvSpPr>
            <p:cNvPr id="181" name="tx180"/>
            <p:cNvSpPr/>
            <p:nvPr/>
          </p:nvSpPr>
          <p:spPr>
            <a:xfrm>
              <a:off x="681292" y="3001427"/>
              <a:ext cx="751545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Vanellus cinereus</a:t>
              </a:r>
            </a:p>
          </p:txBody>
        </p:sp>
        <p:sp>
          <p:nvSpPr>
            <p:cNvPr id="182" name="tx181"/>
            <p:cNvSpPr/>
            <p:nvPr/>
          </p:nvSpPr>
          <p:spPr>
            <a:xfrm>
              <a:off x="469608" y="2826754"/>
              <a:ext cx="963228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Hemixos castanonotus</a:t>
              </a:r>
            </a:p>
          </p:txBody>
        </p:sp>
        <p:sp>
          <p:nvSpPr>
            <p:cNvPr id="183" name="tx182"/>
            <p:cNvSpPr/>
            <p:nvPr/>
          </p:nvSpPr>
          <p:spPr>
            <a:xfrm>
              <a:off x="739722" y="2652081"/>
              <a:ext cx="693115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Ixos mcclellandii</a:t>
              </a:r>
            </a:p>
          </p:txBody>
        </p:sp>
        <p:sp>
          <p:nvSpPr>
            <p:cNvPr id="184" name="tx183"/>
            <p:cNvSpPr/>
            <p:nvPr/>
          </p:nvSpPr>
          <p:spPr>
            <a:xfrm>
              <a:off x="538919" y="2477408"/>
              <a:ext cx="893917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Fringilla montifringilla</a:t>
              </a:r>
            </a:p>
          </p:txBody>
        </p:sp>
        <p:sp>
          <p:nvSpPr>
            <p:cNvPr id="185" name="tx184"/>
            <p:cNvSpPr/>
            <p:nvPr/>
          </p:nvSpPr>
          <p:spPr>
            <a:xfrm>
              <a:off x="543674" y="2302736"/>
              <a:ext cx="889162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Aethopyga christinae</a:t>
              </a:r>
            </a:p>
          </p:txBody>
        </p:sp>
        <p:sp>
          <p:nvSpPr>
            <p:cNvPr id="186" name="tx185"/>
            <p:cNvSpPr/>
            <p:nvPr/>
          </p:nvSpPr>
          <p:spPr>
            <a:xfrm>
              <a:off x="988438" y="2128063"/>
              <a:ext cx="444398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Fulica atra</a:t>
              </a:r>
            </a:p>
          </p:txBody>
        </p:sp>
        <p:sp>
          <p:nvSpPr>
            <p:cNvPr id="187" name="tx186"/>
            <p:cNvSpPr/>
            <p:nvPr/>
          </p:nvSpPr>
          <p:spPr>
            <a:xfrm>
              <a:off x="596710" y="1953390"/>
              <a:ext cx="836127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Spilopelia chinensis</a:t>
              </a:r>
            </a:p>
          </p:txBody>
        </p:sp>
        <p:sp>
          <p:nvSpPr>
            <p:cNvPr id="188" name="tx187"/>
            <p:cNvSpPr/>
            <p:nvPr/>
          </p:nvSpPr>
          <p:spPr>
            <a:xfrm>
              <a:off x="464213" y="1778717"/>
              <a:ext cx="968623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Spodiopsar cineraceus</a:t>
              </a:r>
            </a:p>
          </p:txBody>
        </p:sp>
        <p:sp>
          <p:nvSpPr>
            <p:cNvPr id="189" name="tx188"/>
            <p:cNvSpPr/>
            <p:nvPr/>
          </p:nvSpPr>
          <p:spPr>
            <a:xfrm>
              <a:off x="967133" y="1604044"/>
              <a:ext cx="465703" cy="683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Pica serica</a:t>
              </a:r>
            </a:p>
          </p:txBody>
        </p:sp>
        <p:sp>
          <p:nvSpPr>
            <p:cNvPr id="190" name="tx189"/>
            <p:cNvSpPr/>
            <p:nvPr/>
          </p:nvSpPr>
          <p:spPr>
            <a:xfrm>
              <a:off x="1850840" y="6868296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191" name="tx190"/>
            <p:cNvSpPr/>
            <p:nvPr/>
          </p:nvSpPr>
          <p:spPr>
            <a:xfrm>
              <a:off x="5300863" y="6868296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0.5</a:t>
              </a:r>
            </a:p>
          </p:txBody>
        </p:sp>
        <p:sp>
          <p:nvSpPr>
            <p:cNvPr id="192" name="tx191"/>
            <p:cNvSpPr/>
            <p:nvPr/>
          </p:nvSpPr>
          <p:spPr>
            <a:xfrm>
              <a:off x="8750886" y="6868296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193" name="tx192"/>
            <p:cNvSpPr/>
            <p:nvPr/>
          </p:nvSpPr>
          <p:spPr>
            <a:xfrm>
              <a:off x="5357323" y="7008859"/>
              <a:ext cx="1898568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Year-trend coefficient (logit-scale)</a:t>
              </a:r>
            </a:p>
          </p:txBody>
        </p:sp>
        <p:sp>
          <p:nvSpPr>
            <p:cNvPr id="194" name="tx193"/>
            <p:cNvSpPr/>
            <p:nvPr/>
          </p:nvSpPr>
          <p:spPr>
            <a:xfrm>
              <a:off x="400845" y="1321759"/>
              <a:ext cx="4337364" cy="956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Per-species occupancy time slope (year_scaled) | run=v2_full_200sp_ar1</a:t>
              </a:r>
            </a:p>
          </p:txBody>
        </p:sp>
        <p:sp>
          <p:nvSpPr>
            <p:cNvPr id="195" name="tx194"/>
            <p:cNvSpPr/>
            <p:nvPr/>
          </p:nvSpPr>
          <p:spPr>
            <a:xfrm>
              <a:off x="400845" y="1124616"/>
              <a:ext cx="2504175" cy="114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Top 30 winners and top 30 losers</a:t>
              </a:r>
            </a:p>
          </p:txBody>
        </p:sp>
        <p:sp>
          <p:nvSpPr>
            <p:cNvPr id="196" name="tx195"/>
            <p:cNvSpPr/>
            <p:nvPr/>
          </p:nvSpPr>
          <p:spPr>
            <a:xfrm>
              <a:off x="6215112" y="7216036"/>
              <a:ext cx="4905481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737373">
                      <a:alpha val="100000"/>
                    </a:srgbClr>
                  </a:solidFill>
                  <a:latin typeface="Helvetica"/>
                  <a:cs typeface="Helvetica"/>
                </a:rPr>
                <a:t>Posterior mean +/- 95% CRI. Winners (red) = significant increase; Losers (blue) = significant decrease.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Raincloud by trait group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74320" y="1005840"/>
            <a:ext cx="10972800" cy="6400800"/>
            <a:chOff x="274320" y="1005840"/>
            <a:chExt cx="10972800" cy="6400800"/>
          </a:xfrm>
        </p:grpSpPr>
        <p:sp>
          <p:nvSpPr>
            <p:cNvPr id="4" name="rc3"/>
            <p:cNvSpPr/>
            <p:nvPr/>
          </p:nvSpPr>
          <p:spPr>
            <a:xfrm>
              <a:off x="274320" y="1005840"/>
              <a:ext cx="109728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1247120" y="1005840"/>
              <a:ext cx="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400845" y="1545372"/>
              <a:ext cx="10719748" cy="19200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400845" y="3465388"/>
              <a:ext cx="10719748" cy="19200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400845" y="5385403"/>
              <a:ext cx="10719748" cy="19200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532266" y="2985888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532266" y="2860718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532266" y="2735547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532266" y="2610377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532266" y="2485207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532266" y="2360037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532266" y="2234867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532266" y="2109696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532266" y="1984526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962347" y="1840581"/>
              <a:ext cx="0" cy="1220409"/>
            </a:xfrm>
            <a:custGeom>
              <a:avLst/>
              <a:pathLst>
                <a:path w="0" h="1220409">
                  <a:moveTo>
                    <a:pt x="0" y="12204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4281388" y="1840581"/>
              <a:ext cx="0" cy="1220409"/>
            </a:xfrm>
            <a:custGeom>
              <a:avLst/>
              <a:pathLst>
                <a:path w="0" h="1220409">
                  <a:moveTo>
                    <a:pt x="0" y="12204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6600428" y="1840581"/>
              <a:ext cx="0" cy="1220409"/>
            </a:xfrm>
            <a:custGeom>
              <a:avLst/>
              <a:pathLst>
                <a:path w="0" h="1220409">
                  <a:moveTo>
                    <a:pt x="0" y="12204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8919469" y="1840581"/>
              <a:ext cx="0" cy="1220409"/>
            </a:xfrm>
            <a:custGeom>
              <a:avLst/>
              <a:pathLst>
                <a:path w="0" h="1220409">
                  <a:moveTo>
                    <a:pt x="0" y="12204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962347" y="1840581"/>
              <a:ext cx="0" cy="1220409"/>
            </a:xfrm>
            <a:custGeom>
              <a:avLst/>
              <a:pathLst>
                <a:path w="0" h="1220409">
                  <a:moveTo>
                    <a:pt x="0" y="12204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5963357" y="1854975"/>
              <a:ext cx="0" cy="112653"/>
            </a:xfrm>
            <a:custGeom>
              <a:avLst/>
              <a:pathLst>
                <a:path w="0" h="112653">
                  <a:moveTo>
                    <a:pt x="0" y="0"/>
                  </a:moveTo>
                  <a:lnTo>
                    <a:pt x="0" y="112653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24" name="pg23"/>
            <p:cNvSpPr/>
            <p:nvPr/>
          </p:nvSpPr>
          <p:spPr>
            <a:xfrm>
              <a:off x="6633660" y="1854975"/>
              <a:ext cx="3345850" cy="112653"/>
            </a:xfrm>
            <a:custGeom>
              <a:avLst/>
              <a:pathLst>
                <a:path w="3345850" h="112653">
                  <a:moveTo>
                    <a:pt x="0" y="0"/>
                  </a:moveTo>
                  <a:lnTo>
                    <a:pt x="6691" y="0"/>
                  </a:lnTo>
                  <a:lnTo>
                    <a:pt x="13383" y="0"/>
                  </a:lnTo>
                  <a:lnTo>
                    <a:pt x="20075" y="0"/>
                  </a:lnTo>
                  <a:lnTo>
                    <a:pt x="26766" y="0"/>
                  </a:lnTo>
                  <a:lnTo>
                    <a:pt x="33458" y="0"/>
                  </a:lnTo>
                  <a:lnTo>
                    <a:pt x="40150" y="0"/>
                  </a:lnTo>
                  <a:lnTo>
                    <a:pt x="46841" y="0"/>
                  </a:lnTo>
                  <a:lnTo>
                    <a:pt x="53533" y="0"/>
                  </a:lnTo>
                  <a:lnTo>
                    <a:pt x="60225" y="0"/>
                  </a:lnTo>
                  <a:lnTo>
                    <a:pt x="66917" y="0"/>
                  </a:lnTo>
                  <a:lnTo>
                    <a:pt x="73608" y="0"/>
                  </a:lnTo>
                  <a:lnTo>
                    <a:pt x="80300" y="0"/>
                  </a:lnTo>
                  <a:lnTo>
                    <a:pt x="86992" y="0"/>
                  </a:lnTo>
                  <a:lnTo>
                    <a:pt x="93683" y="0"/>
                  </a:lnTo>
                  <a:lnTo>
                    <a:pt x="100375" y="0"/>
                  </a:lnTo>
                  <a:lnTo>
                    <a:pt x="107067" y="0"/>
                  </a:lnTo>
                  <a:lnTo>
                    <a:pt x="113758" y="0"/>
                  </a:lnTo>
                  <a:lnTo>
                    <a:pt x="120450" y="0"/>
                  </a:lnTo>
                  <a:lnTo>
                    <a:pt x="127142" y="0"/>
                  </a:lnTo>
                  <a:lnTo>
                    <a:pt x="133834" y="0"/>
                  </a:lnTo>
                  <a:lnTo>
                    <a:pt x="140525" y="0"/>
                  </a:lnTo>
                  <a:lnTo>
                    <a:pt x="147217" y="0"/>
                  </a:lnTo>
                  <a:lnTo>
                    <a:pt x="153909" y="0"/>
                  </a:lnTo>
                  <a:lnTo>
                    <a:pt x="160600" y="0"/>
                  </a:lnTo>
                  <a:lnTo>
                    <a:pt x="167292" y="0"/>
                  </a:lnTo>
                  <a:lnTo>
                    <a:pt x="173984" y="0"/>
                  </a:lnTo>
                  <a:lnTo>
                    <a:pt x="180675" y="0"/>
                  </a:lnTo>
                  <a:lnTo>
                    <a:pt x="187367" y="0"/>
                  </a:lnTo>
                  <a:lnTo>
                    <a:pt x="194059" y="0"/>
                  </a:lnTo>
                  <a:lnTo>
                    <a:pt x="200751" y="0"/>
                  </a:lnTo>
                  <a:lnTo>
                    <a:pt x="207442" y="0"/>
                  </a:lnTo>
                  <a:lnTo>
                    <a:pt x="214134" y="0"/>
                  </a:lnTo>
                  <a:lnTo>
                    <a:pt x="220826" y="0"/>
                  </a:lnTo>
                  <a:lnTo>
                    <a:pt x="227517" y="0"/>
                  </a:lnTo>
                  <a:lnTo>
                    <a:pt x="234209" y="0"/>
                  </a:lnTo>
                  <a:lnTo>
                    <a:pt x="240901" y="0"/>
                  </a:lnTo>
                  <a:lnTo>
                    <a:pt x="247592" y="0"/>
                  </a:lnTo>
                  <a:lnTo>
                    <a:pt x="254284" y="0"/>
                  </a:lnTo>
                  <a:lnTo>
                    <a:pt x="260976" y="0"/>
                  </a:lnTo>
                  <a:lnTo>
                    <a:pt x="267668" y="0"/>
                  </a:lnTo>
                  <a:lnTo>
                    <a:pt x="274359" y="0"/>
                  </a:lnTo>
                  <a:lnTo>
                    <a:pt x="281051" y="0"/>
                  </a:lnTo>
                  <a:lnTo>
                    <a:pt x="287743" y="0"/>
                  </a:lnTo>
                  <a:lnTo>
                    <a:pt x="294434" y="0"/>
                  </a:lnTo>
                  <a:lnTo>
                    <a:pt x="301126" y="0"/>
                  </a:lnTo>
                  <a:lnTo>
                    <a:pt x="307818" y="0"/>
                  </a:lnTo>
                  <a:lnTo>
                    <a:pt x="314509" y="0"/>
                  </a:lnTo>
                  <a:lnTo>
                    <a:pt x="321201" y="0"/>
                  </a:lnTo>
                  <a:lnTo>
                    <a:pt x="327893" y="0"/>
                  </a:lnTo>
                  <a:lnTo>
                    <a:pt x="334585" y="0"/>
                  </a:lnTo>
                  <a:lnTo>
                    <a:pt x="341276" y="0"/>
                  </a:lnTo>
                  <a:lnTo>
                    <a:pt x="347968" y="0"/>
                  </a:lnTo>
                  <a:lnTo>
                    <a:pt x="354660" y="0"/>
                  </a:lnTo>
                  <a:lnTo>
                    <a:pt x="361351" y="0"/>
                  </a:lnTo>
                  <a:lnTo>
                    <a:pt x="368043" y="0"/>
                  </a:lnTo>
                  <a:lnTo>
                    <a:pt x="374735" y="0"/>
                  </a:lnTo>
                  <a:lnTo>
                    <a:pt x="381426" y="0"/>
                  </a:lnTo>
                  <a:lnTo>
                    <a:pt x="388118" y="0"/>
                  </a:lnTo>
                  <a:lnTo>
                    <a:pt x="394810" y="0"/>
                  </a:lnTo>
                  <a:lnTo>
                    <a:pt x="401502" y="0"/>
                  </a:lnTo>
                  <a:lnTo>
                    <a:pt x="408193" y="0"/>
                  </a:lnTo>
                  <a:lnTo>
                    <a:pt x="414885" y="0"/>
                  </a:lnTo>
                  <a:lnTo>
                    <a:pt x="421577" y="0"/>
                  </a:lnTo>
                  <a:lnTo>
                    <a:pt x="428268" y="0"/>
                  </a:lnTo>
                  <a:lnTo>
                    <a:pt x="434960" y="0"/>
                  </a:lnTo>
                  <a:lnTo>
                    <a:pt x="441652" y="0"/>
                  </a:lnTo>
                  <a:lnTo>
                    <a:pt x="448343" y="0"/>
                  </a:lnTo>
                  <a:lnTo>
                    <a:pt x="455035" y="0"/>
                  </a:lnTo>
                  <a:lnTo>
                    <a:pt x="461727" y="0"/>
                  </a:lnTo>
                  <a:lnTo>
                    <a:pt x="468419" y="0"/>
                  </a:lnTo>
                  <a:lnTo>
                    <a:pt x="475110" y="0"/>
                  </a:lnTo>
                  <a:lnTo>
                    <a:pt x="481802" y="0"/>
                  </a:lnTo>
                  <a:lnTo>
                    <a:pt x="488494" y="0"/>
                  </a:lnTo>
                  <a:lnTo>
                    <a:pt x="495185" y="0"/>
                  </a:lnTo>
                  <a:lnTo>
                    <a:pt x="501877" y="0"/>
                  </a:lnTo>
                  <a:lnTo>
                    <a:pt x="508569" y="0"/>
                  </a:lnTo>
                  <a:lnTo>
                    <a:pt x="515260" y="0"/>
                  </a:lnTo>
                  <a:lnTo>
                    <a:pt x="521952" y="0"/>
                  </a:lnTo>
                  <a:lnTo>
                    <a:pt x="528644" y="0"/>
                  </a:lnTo>
                  <a:lnTo>
                    <a:pt x="535336" y="0"/>
                  </a:lnTo>
                  <a:lnTo>
                    <a:pt x="542027" y="0"/>
                  </a:lnTo>
                  <a:lnTo>
                    <a:pt x="548719" y="0"/>
                  </a:lnTo>
                  <a:lnTo>
                    <a:pt x="555411" y="0"/>
                  </a:lnTo>
                  <a:lnTo>
                    <a:pt x="562102" y="0"/>
                  </a:lnTo>
                  <a:lnTo>
                    <a:pt x="568794" y="0"/>
                  </a:lnTo>
                  <a:lnTo>
                    <a:pt x="575486" y="0"/>
                  </a:lnTo>
                  <a:lnTo>
                    <a:pt x="582177" y="0"/>
                  </a:lnTo>
                  <a:lnTo>
                    <a:pt x="588869" y="0"/>
                  </a:lnTo>
                  <a:lnTo>
                    <a:pt x="595561" y="0"/>
                  </a:lnTo>
                  <a:lnTo>
                    <a:pt x="602253" y="0"/>
                  </a:lnTo>
                  <a:lnTo>
                    <a:pt x="608944" y="0"/>
                  </a:lnTo>
                  <a:lnTo>
                    <a:pt x="615636" y="0"/>
                  </a:lnTo>
                  <a:lnTo>
                    <a:pt x="622328" y="0"/>
                  </a:lnTo>
                  <a:lnTo>
                    <a:pt x="629019" y="0"/>
                  </a:lnTo>
                  <a:lnTo>
                    <a:pt x="635711" y="0"/>
                  </a:lnTo>
                  <a:lnTo>
                    <a:pt x="642403" y="0"/>
                  </a:lnTo>
                  <a:lnTo>
                    <a:pt x="649094" y="0"/>
                  </a:lnTo>
                  <a:lnTo>
                    <a:pt x="655786" y="0"/>
                  </a:lnTo>
                  <a:lnTo>
                    <a:pt x="662478" y="0"/>
                  </a:lnTo>
                  <a:lnTo>
                    <a:pt x="669170" y="0"/>
                  </a:lnTo>
                  <a:lnTo>
                    <a:pt x="675861" y="0"/>
                  </a:lnTo>
                  <a:lnTo>
                    <a:pt x="682553" y="0"/>
                  </a:lnTo>
                  <a:lnTo>
                    <a:pt x="689245" y="0"/>
                  </a:lnTo>
                  <a:lnTo>
                    <a:pt x="695936" y="0"/>
                  </a:lnTo>
                  <a:lnTo>
                    <a:pt x="702628" y="0"/>
                  </a:lnTo>
                  <a:lnTo>
                    <a:pt x="709320" y="0"/>
                  </a:lnTo>
                  <a:lnTo>
                    <a:pt x="716011" y="0"/>
                  </a:lnTo>
                  <a:lnTo>
                    <a:pt x="722703" y="0"/>
                  </a:lnTo>
                  <a:lnTo>
                    <a:pt x="729395" y="0"/>
                  </a:lnTo>
                  <a:lnTo>
                    <a:pt x="736087" y="0"/>
                  </a:lnTo>
                  <a:lnTo>
                    <a:pt x="742778" y="0"/>
                  </a:lnTo>
                  <a:lnTo>
                    <a:pt x="749470" y="0"/>
                  </a:lnTo>
                  <a:lnTo>
                    <a:pt x="756162" y="0"/>
                  </a:lnTo>
                  <a:lnTo>
                    <a:pt x="762853" y="0"/>
                  </a:lnTo>
                  <a:lnTo>
                    <a:pt x="769545" y="0"/>
                  </a:lnTo>
                  <a:lnTo>
                    <a:pt x="776237" y="0"/>
                  </a:lnTo>
                  <a:lnTo>
                    <a:pt x="782928" y="0"/>
                  </a:lnTo>
                  <a:lnTo>
                    <a:pt x="789620" y="0"/>
                  </a:lnTo>
                  <a:lnTo>
                    <a:pt x="796312" y="0"/>
                  </a:lnTo>
                  <a:lnTo>
                    <a:pt x="803004" y="0"/>
                  </a:lnTo>
                  <a:lnTo>
                    <a:pt x="809695" y="0"/>
                  </a:lnTo>
                  <a:lnTo>
                    <a:pt x="816387" y="0"/>
                  </a:lnTo>
                  <a:lnTo>
                    <a:pt x="823079" y="0"/>
                  </a:lnTo>
                  <a:lnTo>
                    <a:pt x="829770" y="0"/>
                  </a:lnTo>
                  <a:lnTo>
                    <a:pt x="836462" y="0"/>
                  </a:lnTo>
                  <a:lnTo>
                    <a:pt x="843154" y="0"/>
                  </a:lnTo>
                  <a:lnTo>
                    <a:pt x="849845" y="0"/>
                  </a:lnTo>
                  <a:lnTo>
                    <a:pt x="856537" y="0"/>
                  </a:lnTo>
                  <a:lnTo>
                    <a:pt x="863229" y="0"/>
                  </a:lnTo>
                  <a:lnTo>
                    <a:pt x="869921" y="0"/>
                  </a:lnTo>
                  <a:lnTo>
                    <a:pt x="876612" y="0"/>
                  </a:lnTo>
                  <a:lnTo>
                    <a:pt x="883304" y="0"/>
                  </a:lnTo>
                  <a:lnTo>
                    <a:pt x="889996" y="0"/>
                  </a:lnTo>
                  <a:lnTo>
                    <a:pt x="896687" y="0"/>
                  </a:lnTo>
                  <a:lnTo>
                    <a:pt x="903379" y="0"/>
                  </a:lnTo>
                  <a:lnTo>
                    <a:pt x="910071" y="0"/>
                  </a:lnTo>
                  <a:lnTo>
                    <a:pt x="916762" y="0"/>
                  </a:lnTo>
                  <a:lnTo>
                    <a:pt x="923454" y="0"/>
                  </a:lnTo>
                  <a:lnTo>
                    <a:pt x="930146" y="0"/>
                  </a:lnTo>
                  <a:lnTo>
                    <a:pt x="936838" y="0"/>
                  </a:lnTo>
                  <a:lnTo>
                    <a:pt x="943529" y="0"/>
                  </a:lnTo>
                  <a:lnTo>
                    <a:pt x="950221" y="0"/>
                  </a:lnTo>
                  <a:lnTo>
                    <a:pt x="956913" y="0"/>
                  </a:lnTo>
                  <a:lnTo>
                    <a:pt x="963604" y="0"/>
                  </a:lnTo>
                  <a:lnTo>
                    <a:pt x="970296" y="0"/>
                  </a:lnTo>
                  <a:lnTo>
                    <a:pt x="976988" y="0"/>
                  </a:lnTo>
                  <a:lnTo>
                    <a:pt x="983679" y="0"/>
                  </a:lnTo>
                  <a:lnTo>
                    <a:pt x="990371" y="0"/>
                  </a:lnTo>
                  <a:lnTo>
                    <a:pt x="997063" y="0"/>
                  </a:lnTo>
                  <a:lnTo>
                    <a:pt x="1003755" y="0"/>
                  </a:lnTo>
                  <a:lnTo>
                    <a:pt x="1010446" y="0"/>
                  </a:lnTo>
                  <a:lnTo>
                    <a:pt x="1017138" y="0"/>
                  </a:lnTo>
                  <a:lnTo>
                    <a:pt x="1023830" y="0"/>
                  </a:lnTo>
                  <a:lnTo>
                    <a:pt x="1030521" y="0"/>
                  </a:lnTo>
                  <a:lnTo>
                    <a:pt x="1037213" y="0"/>
                  </a:lnTo>
                  <a:lnTo>
                    <a:pt x="1043905" y="0"/>
                  </a:lnTo>
                  <a:lnTo>
                    <a:pt x="1050596" y="0"/>
                  </a:lnTo>
                  <a:lnTo>
                    <a:pt x="1057288" y="0"/>
                  </a:lnTo>
                  <a:lnTo>
                    <a:pt x="1063980" y="0"/>
                  </a:lnTo>
                  <a:lnTo>
                    <a:pt x="1070672" y="0"/>
                  </a:lnTo>
                  <a:lnTo>
                    <a:pt x="1077363" y="0"/>
                  </a:lnTo>
                  <a:lnTo>
                    <a:pt x="1084055" y="0"/>
                  </a:lnTo>
                  <a:lnTo>
                    <a:pt x="1090747" y="0"/>
                  </a:lnTo>
                  <a:lnTo>
                    <a:pt x="1097438" y="0"/>
                  </a:lnTo>
                  <a:lnTo>
                    <a:pt x="1104130" y="0"/>
                  </a:lnTo>
                  <a:lnTo>
                    <a:pt x="1110822" y="0"/>
                  </a:lnTo>
                  <a:lnTo>
                    <a:pt x="1117513" y="0"/>
                  </a:lnTo>
                  <a:lnTo>
                    <a:pt x="1124205" y="0"/>
                  </a:lnTo>
                  <a:lnTo>
                    <a:pt x="1130897" y="0"/>
                  </a:lnTo>
                  <a:lnTo>
                    <a:pt x="1137589" y="0"/>
                  </a:lnTo>
                  <a:lnTo>
                    <a:pt x="1144280" y="0"/>
                  </a:lnTo>
                  <a:lnTo>
                    <a:pt x="1150972" y="0"/>
                  </a:lnTo>
                  <a:lnTo>
                    <a:pt x="1157664" y="0"/>
                  </a:lnTo>
                  <a:lnTo>
                    <a:pt x="1164355" y="0"/>
                  </a:lnTo>
                  <a:lnTo>
                    <a:pt x="1171047" y="0"/>
                  </a:lnTo>
                  <a:lnTo>
                    <a:pt x="1177739" y="0"/>
                  </a:lnTo>
                  <a:lnTo>
                    <a:pt x="1184430" y="0"/>
                  </a:lnTo>
                  <a:lnTo>
                    <a:pt x="1191122" y="0"/>
                  </a:lnTo>
                  <a:lnTo>
                    <a:pt x="1197814" y="0"/>
                  </a:lnTo>
                  <a:lnTo>
                    <a:pt x="1204506" y="0"/>
                  </a:lnTo>
                  <a:lnTo>
                    <a:pt x="1211197" y="0"/>
                  </a:lnTo>
                  <a:lnTo>
                    <a:pt x="1217889" y="0"/>
                  </a:lnTo>
                  <a:lnTo>
                    <a:pt x="1224581" y="0"/>
                  </a:lnTo>
                  <a:lnTo>
                    <a:pt x="1231272" y="0"/>
                  </a:lnTo>
                  <a:lnTo>
                    <a:pt x="1237964" y="0"/>
                  </a:lnTo>
                  <a:lnTo>
                    <a:pt x="1244656" y="0"/>
                  </a:lnTo>
                  <a:lnTo>
                    <a:pt x="1251347" y="0"/>
                  </a:lnTo>
                  <a:lnTo>
                    <a:pt x="1258039" y="0"/>
                  </a:lnTo>
                  <a:lnTo>
                    <a:pt x="1264731" y="0"/>
                  </a:lnTo>
                  <a:lnTo>
                    <a:pt x="1271423" y="0"/>
                  </a:lnTo>
                  <a:lnTo>
                    <a:pt x="1278114" y="0"/>
                  </a:lnTo>
                  <a:lnTo>
                    <a:pt x="1284806" y="0"/>
                  </a:lnTo>
                  <a:lnTo>
                    <a:pt x="1291498" y="0"/>
                  </a:lnTo>
                  <a:lnTo>
                    <a:pt x="1298189" y="0"/>
                  </a:lnTo>
                  <a:lnTo>
                    <a:pt x="1304881" y="0"/>
                  </a:lnTo>
                  <a:lnTo>
                    <a:pt x="1311573" y="0"/>
                  </a:lnTo>
                  <a:lnTo>
                    <a:pt x="1318264" y="0"/>
                  </a:lnTo>
                  <a:lnTo>
                    <a:pt x="1324956" y="0"/>
                  </a:lnTo>
                  <a:lnTo>
                    <a:pt x="1331648" y="0"/>
                  </a:lnTo>
                  <a:lnTo>
                    <a:pt x="1338340" y="0"/>
                  </a:lnTo>
                  <a:lnTo>
                    <a:pt x="1345031" y="0"/>
                  </a:lnTo>
                  <a:lnTo>
                    <a:pt x="1351723" y="0"/>
                  </a:lnTo>
                  <a:lnTo>
                    <a:pt x="1358415" y="0"/>
                  </a:lnTo>
                  <a:lnTo>
                    <a:pt x="1365106" y="0"/>
                  </a:lnTo>
                  <a:lnTo>
                    <a:pt x="1371798" y="0"/>
                  </a:lnTo>
                  <a:lnTo>
                    <a:pt x="1378490" y="0"/>
                  </a:lnTo>
                  <a:lnTo>
                    <a:pt x="1385181" y="0"/>
                  </a:lnTo>
                  <a:lnTo>
                    <a:pt x="1391873" y="0"/>
                  </a:lnTo>
                  <a:lnTo>
                    <a:pt x="1398565" y="0"/>
                  </a:lnTo>
                  <a:lnTo>
                    <a:pt x="1405257" y="0"/>
                  </a:lnTo>
                  <a:lnTo>
                    <a:pt x="1411948" y="0"/>
                  </a:lnTo>
                  <a:lnTo>
                    <a:pt x="1418640" y="0"/>
                  </a:lnTo>
                  <a:lnTo>
                    <a:pt x="1425332" y="0"/>
                  </a:lnTo>
                  <a:lnTo>
                    <a:pt x="1432023" y="0"/>
                  </a:lnTo>
                  <a:lnTo>
                    <a:pt x="1438715" y="0"/>
                  </a:lnTo>
                  <a:lnTo>
                    <a:pt x="1445407" y="0"/>
                  </a:lnTo>
                  <a:lnTo>
                    <a:pt x="1452098" y="0"/>
                  </a:lnTo>
                  <a:lnTo>
                    <a:pt x="1458790" y="0"/>
                  </a:lnTo>
                  <a:lnTo>
                    <a:pt x="1465482" y="0"/>
                  </a:lnTo>
                  <a:lnTo>
                    <a:pt x="1472174" y="0"/>
                  </a:lnTo>
                  <a:lnTo>
                    <a:pt x="1478865" y="0"/>
                  </a:lnTo>
                  <a:lnTo>
                    <a:pt x="1485557" y="0"/>
                  </a:lnTo>
                  <a:lnTo>
                    <a:pt x="1492249" y="0"/>
                  </a:lnTo>
                  <a:lnTo>
                    <a:pt x="1498940" y="0"/>
                  </a:lnTo>
                  <a:lnTo>
                    <a:pt x="1505632" y="0"/>
                  </a:lnTo>
                  <a:lnTo>
                    <a:pt x="1512324" y="0"/>
                  </a:lnTo>
                  <a:lnTo>
                    <a:pt x="1519015" y="0"/>
                  </a:lnTo>
                  <a:lnTo>
                    <a:pt x="1525707" y="0"/>
                  </a:lnTo>
                  <a:lnTo>
                    <a:pt x="1532399" y="0"/>
                  </a:lnTo>
                  <a:lnTo>
                    <a:pt x="1539091" y="0"/>
                  </a:lnTo>
                  <a:lnTo>
                    <a:pt x="1545782" y="0"/>
                  </a:lnTo>
                  <a:lnTo>
                    <a:pt x="1552474" y="0"/>
                  </a:lnTo>
                  <a:lnTo>
                    <a:pt x="1559166" y="0"/>
                  </a:lnTo>
                  <a:lnTo>
                    <a:pt x="1565857" y="0"/>
                  </a:lnTo>
                  <a:lnTo>
                    <a:pt x="1572549" y="0"/>
                  </a:lnTo>
                  <a:lnTo>
                    <a:pt x="1579241" y="0"/>
                  </a:lnTo>
                  <a:lnTo>
                    <a:pt x="1585932" y="0"/>
                  </a:lnTo>
                  <a:lnTo>
                    <a:pt x="1592624" y="0"/>
                  </a:lnTo>
                  <a:lnTo>
                    <a:pt x="1599316" y="0"/>
                  </a:lnTo>
                  <a:lnTo>
                    <a:pt x="1606008" y="0"/>
                  </a:lnTo>
                  <a:lnTo>
                    <a:pt x="1612699" y="0"/>
                  </a:lnTo>
                  <a:lnTo>
                    <a:pt x="1619391" y="0"/>
                  </a:lnTo>
                  <a:lnTo>
                    <a:pt x="1626083" y="0"/>
                  </a:lnTo>
                  <a:lnTo>
                    <a:pt x="1632774" y="0"/>
                  </a:lnTo>
                  <a:lnTo>
                    <a:pt x="1639466" y="0"/>
                  </a:lnTo>
                  <a:lnTo>
                    <a:pt x="1646158" y="0"/>
                  </a:lnTo>
                  <a:lnTo>
                    <a:pt x="1652849" y="0"/>
                  </a:lnTo>
                  <a:lnTo>
                    <a:pt x="1659541" y="0"/>
                  </a:lnTo>
                  <a:lnTo>
                    <a:pt x="1666233" y="0"/>
                  </a:lnTo>
                  <a:lnTo>
                    <a:pt x="1672925" y="0"/>
                  </a:lnTo>
                  <a:lnTo>
                    <a:pt x="1679616" y="0"/>
                  </a:lnTo>
                  <a:lnTo>
                    <a:pt x="1686308" y="0"/>
                  </a:lnTo>
                  <a:lnTo>
                    <a:pt x="1693000" y="0"/>
                  </a:lnTo>
                  <a:lnTo>
                    <a:pt x="1699691" y="0"/>
                  </a:lnTo>
                  <a:lnTo>
                    <a:pt x="1706383" y="0"/>
                  </a:lnTo>
                  <a:lnTo>
                    <a:pt x="1713075" y="0"/>
                  </a:lnTo>
                  <a:lnTo>
                    <a:pt x="1719766" y="0"/>
                  </a:lnTo>
                  <a:lnTo>
                    <a:pt x="1726458" y="0"/>
                  </a:lnTo>
                  <a:lnTo>
                    <a:pt x="1733150" y="0"/>
                  </a:lnTo>
                  <a:lnTo>
                    <a:pt x="1739842" y="0"/>
                  </a:lnTo>
                  <a:lnTo>
                    <a:pt x="1746533" y="0"/>
                  </a:lnTo>
                  <a:lnTo>
                    <a:pt x="1753225" y="0"/>
                  </a:lnTo>
                  <a:lnTo>
                    <a:pt x="1759917" y="0"/>
                  </a:lnTo>
                  <a:lnTo>
                    <a:pt x="1766608" y="0"/>
                  </a:lnTo>
                  <a:lnTo>
                    <a:pt x="1773300" y="0"/>
                  </a:lnTo>
                  <a:lnTo>
                    <a:pt x="1779992" y="0"/>
                  </a:lnTo>
                  <a:lnTo>
                    <a:pt x="1786683" y="0"/>
                  </a:lnTo>
                  <a:lnTo>
                    <a:pt x="1793375" y="0"/>
                  </a:lnTo>
                  <a:lnTo>
                    <a:pt x="1800067" y="0"/>
                  </a:lnTo>
                  <a:lnTo>
                    <a:pt x="1806759" y="0"/>
                  </a:lnTo>
                  <a:lnTo>
                    <a:pt x="1813450" y="0"/>
                  </a:lnTo>
                  <a:lnTo>
                    <a:pt x="1820142" y="0"/>
                  </a:lnTo>
                  <a:lnTo>
                    <a:pt x="1826834" y="0"/>
                  </a:lnTo>
                  <a:lnTo>
                    <a:pt x="1833525" y="0"/>
                  </a:lnTo>
                  <a:lnTo>
                    <a:pt x="1840217" y="0"/>
                  </a:lnTo>
                  <a:lnTo>
                    <a:pt x="1846909" y="0"/>
                  </a:lnTo>
                  <a:lnTo>
                    <a:pt x="1853600" y="0"/>
                  </a:lnTo>
                  <a:lnTo>
                    <a:pt x="1860292" y="0"/>
                  </a:lnTo>
                  <a:lnTo>
                    <a:pt x="1866984" y="0"/>
                  </a:lnTo>
                  <a:lnTo>
                    <a:pt x="1873676" y="0"/>
                  </a:lnTo>
                  <a:lnTo>
                    <a:pt x="1880367" y="0"/>
                  </a:lnTo>
                  <a:lnTo>
                    <a:pt x="1887059" y="0"/>
                  </a:lnTo>
                  <a:lnTo>
                    <a:pt x="1893751" y="0"/>
                  </a:lnTo>
                  <a:lnTo>
                    <a:pt x="1900442" y="0"/>
                  </a:lnTo>
                  <a:lnTo>
                    <a:pt x="1907134" y="0"/>
                  </a:lnTo>
                  <a:lnTo>
                    <a:pt x="1913826" y="0"/>
                  </a:lnTo>
                  <a:lnTo>
                    <a:pt x="1920517" y="0"/>
                  </a:lnTo>
                  <a:lnTo>
                    <a:pt x="1927209" y="0"/>
                  </a:lnTo>
                  <a:lnTo>
                    <a:pt x="1933901" y="0"/>
                  </a:lnTo>
                  <a:lnTo>
                    <a:pt x="1940593" y="0"/>
                  </a:lnTo>
                  <a:lnTo>
                    <a:pt x="1947284" y="0"/>
                  </a:lnTo>
                  <a:lnTo>
                    <a:pt x="1953976" y="0"/>
                  </a:lnTo>
                  <a:lnTo>
                    <a:pt x="1960668" y="0"/>
                  </a:lnTo>
                  <a:lnTo>
                    <a:pt x="1967359" y="0"/>
                  </a:lnTo>
                  <a:lnTo>
                    <a:pt x="1974051" y="0"/>
                  </a:lnTo>
                  <a:lnTo>
                    <a:pt x="1980743" y="0"/>
                  </a:lnTo>
                  <a:lnTo>
                    <a:pt x="1987434" y="0"/>
                  </a:lnTo>
                  <a:lnTo>
                    <a:pt x="1994126" y="0"/>
                  </a:lnTo>
                  <a:lnTo>
                    <a:pt x="2000818" y="0"/>
                  </a:lnTo>
                  <a:lnTo>
                    <a:pt x="2007510" y="0"/>
                  </a:lnTo>
                  <a:lnTo>
                    <a:pt x="2014201" y="0"/>
                  </a:lnTo>
                  <a:lnTo>
                    <a:pt x="2020893" y="0"/>
                  </a:lnTo>
                  <a:lnTo>
                    <a:pt x="2027585" y="0"/>
                  </a:lnTo>
                  <a:lnTo>
                    <a:pt x="2034276" y="0"/>
                  </a:lnTo>
                  <a:lnTo>
                    <a:pt x="2040968" y="0"/>
                  </a:lnTo>
                  <a:lnTo>
                    <a:pt x="2047660" y="0"/>
                  </a:lnTo>
                  <a:lnTo>
                    <a:pt x="2054351" y="0"/>
                  </a:lnTo>
                  <a:lnTo>
                    <a:pt x="2061043" y="0"/>
                  </a:lnTo>
                  <a:lnTo>
                    <a:pt x="2067735" y="0"/>
                  </a:lnTo>
                  <a:lnTo>
                    <a:pt x="2074427" y="0"/>
                  </a:lnTo>
                  <a:lnTo>
                    <a:pt x="2081118" y="0"/>
                  </a:lnTo>
                  <a:lnTo>
                    <a:pt x="2087810" y="0"/>
                  </a:lnTo>
                  <a:lnTo>
                    <a:pt x="2094502" y="0"/>
                  </a:lnTo>
                  <a:lnTo>
                    <a:pt x="2101193" y="0"/>
                  </a:lnTo>
                  <a:lnTo>
                    <a:pt x="2107885" y="0"/>
                  </a:lnTo>
                  <a:lnTo>
                    <a:pt x="2114577" y="0"/>
                  </a:lnTo>
                  <a:lnTo>
                    <a:pt x="2121268" y="0"/>
                  </a:lnTo>
                  <a:lnTo>
                    <a:pt x="2127960" y="0"/>
                  </a:lnTo>
                  <a:lnTo>
                    <a:pt x="2134652" y="0"/>
                  </a:lnTo>
                  <a:lnTo>
                    <a:pt x="2141344" y="0"/>
                  </a:lnTo>
                  <a:lnTo>
                    <a:pt x="2148035" y="0"/>
                  </a:lnTo>
                  <a:lnTo>
                    <a:pt x="2154727" y="0"/>
                  </a:lnTo>
                  <a:lnTo>
                    <a:pt x="2161419" y="0"/>
                  </a:lnTo>
                  <a:lnTo>
                    <a:pt x="2168110" y="0"/>
                  </a:lnTo>
                  <a:lnTo>
                    <a:pt x="2174802" y="0"/>
                  </a:lnTo>
                  <a:lnTo>
                    <a:pt x="2181494" y="0"/>
                  </a:lnTo>
                  <a:lnTo>
                    <a:pt x="2188185" y="0"/>
                  </a:lnTo>
                  <a:lnTo>
                    <a:pt x="2194877" y="0"/>
                  </a:lnTo>
                  <a:lnTo>
                    <a:pt x="2201569" y="0"/>
                  </a:lnTo>
                  <a:lnTo>
                    <a:pt x="2208261" y="0"/>
                  </a:lnTo>
                  <a:lnTo>
                    <a:pt x="2214952" y="0"/>
                  </a:lnTo>
                  <a:lnTo>
                    <a:pt x="2221644" y="0"/>
                  </a:lnTo>
                  <a:lnTo>
                    <a:pt x="2228336" y="0"/>
                  </a:lnTo>
                  <a:lnTo>
                    <a:pt x="2235027" y="0"/>
                  </a:lnTo>
                  <a:lnTo>
                    <a:pt x="2241719" y="0"/>
                  </a:lnTo>
                  <a:lnTo>
                    <a:pt x="2248411" y="0"/>
                  </a:lnTo>
                  <a:lnTo>
                    <a:pt x="2255102" y="0"/>
                  </a:lnTo>
                  <a:lnTo>
                    <a:pt x="2261794" y="0"/>
                  </a:lnTo>
                  <a:lnTo>
                    <a:pt x="2268486" y="0"/>
                  </a:lnTo>
                  <a:lnTo>
                    <a:pt x="2275178" y="0"/>
                  </a:lnTo>
                  <a:lnTo>
                    <a:pt x="2281869" y="0"/>
                  </a:lnTo>
                  <a:lnTo>
                    <a:pt x="2288561" y="0"/>
                  </a:lnTo>
                  <a:lnTo>
                    <a:pt x="2295253" y="0"/>
                  </a:lnTo>
                  <a:lnTo>
                    <a:pt x="2301944" y="0"/>
                  </a:lnTo>
                  <a:lnTo>
                    <a:pt x="2308636" y="0"/>
                  </a:lnTo>
                  <a:lnTo>
                    <a:pt x="2315328" y="0"/>
                  </a:lnTo>
                  <a:lnTo>
                    <a:pt x="2322019" y="0"/>
                  </a:lnTo>
                  <a:lnTo>
                    <a:pt x="2328711" y="0"/>
                  </a:lnTo>
                  <a:lnTo>
                    <a:pt x="2335403" y="0"/>
                  </a:lnTo>
                  <a:lnTo>
                    <a:pt x="2342095" y="0"/>
                  </a:lnTo>
                  <a:lnTo>
                    <a:pt x="2348786" y="0"/>
                  </a:lnTo>
                  <a:lnTo>
                    <a:pt x="2355478" y="0"/>
                  </a:lnTo>
                  <a:lnTo>
                    <a:pt x="2362170" y="0"/>
                  </a:lnTo>
                  <a:lnTo>
                    <a:pt x="2368861" y="0"/>
                  </a:lnTo>
                  <a:lnTo>
                    <a:pt x="2375553" y="0"/>
                  </a:lnTo>
                  <a:lnTo>
                    <a:pt x="2382245" y="0"/>
                  </a:lnTo>
                  <a:lnTo>
                    <a:pt x="2388936" y="0"/>
                  </a:lnTo>
                  <a:lnTo>
                    <a:pt x="2395628" y="0"/>
                  </a:lnTo>
                  <a:lnTo>
                    <a:pt x="2402320" y="0"/>
                  </a:lnTo>
                  <a:lnTo>
                    <a:pt x="2409012" y="0"/>
                  </a:lnTo>
                  <a:lnTo>
                    <a:pt x="2415703" y="0"/>
                  </a:lnTo>
                  <a:lnTo>
                    <a:pt x="2422395" y="0"/>
                  </a:lnTo>
                  <a:lnTo>
                    <a:pt x="2429087" y="0"/>
                  </a:lnTo>
                  <a:lnTo>
                    <a:pt x="2435778" y="0"/>
                  </a:lnTo>
                  <a:lnTo>
                    <a:pt x="2442470" y="0"/>
                  </a:lnTo>
                  <a:lnTo>
                    <a:pt x="2449162" y="0"/>
                  </a:lnTo>
                  <a:lnTo>
                    <a:pt x="2455853" y="0"/>
                  </a:lnTo>
                  <a:lnTo>
                    <a:pt x="2462545" y="0"/>
                  </a:lnTo>
                  <a:lnTo>
                    <a:pt x="2469237" y="0"/>
                  </a:lnTo>
                  <a:lnTo>
                    <a:pt x="2475929" y="0"/>
                  </a:lnTo>
                  <a:lnTo>
                    <a:pt x="2482620" y="0"/>
                  </a:lnTo>
                  <a:lnTo>
                    <a:pt x="2489312" y="0"/>
                  </a:lnTo>
                  <a:lnTo>
                    <a:pt x="2496004" y="0"/>
                  </a:lnTo>
                  <a:lnTo>
                    <a:pt x="2502695" y="0"/>
                  </a:lnTo>
                  <a:lnTo>
                    <a:pt x="2509387" y="0"/>
                  </a:lnTo>
                  <a:lnTo>
                    <a:pt x="2516079" y="0"/>
                  </a:lnTo>
                  <a:lnTo>
                    <a:pt x="2522770" y="0"/>
                  </a:lnTo>
                  <a:lnTo>
                    <a:pt x="2529462" y="0"/>
                  </a:lnTo>
                  <a:lnTo>
                    <a:pt x="2536154" y="0"/>
                  </a:lnTo>
                  <a:lnTo>
                    <a:pt x="2542846" y="0"/>
                  </a:lnTo>
                  <a:lnTo>
                    <a:pt x="2549537" y="0"/>
                  </a:lnTo>
                  <a:lnTo>
                    <a:pt x="2556229" y="0"/>
                  </a:lnTo>
                  <a:lnTo>
                    <a:pt x="2562921" y="0"/>
                  </a:lnTo>
                  <a:lnTo>
                    <a:pt x="2569612" y="0"/>
                  </a:lnTo>
                  <a:lnTo>
                    <a:pt x="2576304" y="0"/>
                  </a:lnTo>
                  <a:lnTo>
                    <a:pt x="2582996" y="0"/>
                  </a:lnTo>
                  <a:lnTo>
                    <a:pt x="2589687" y="0"/>
                  </a:lnTo>
                  <a:lnTo>
                    <a:pt x="2596379" y="0"/>
                  </a:lnTo>
                  <a:lnTo>
                    <a:pt x="2603071" y="0"/>
                  </a:lnTo>
                  <a:lnTo>
                    <a:pt x="2609763" y="0"/>
                  </a:lnTo>
                  <a:lnTo>
                    <a:pt x="2616454" y="0"/>
                  </a:lnTo>
                  <a:lnTo>
                    <a:pt x="2623146" y="0"/>
                  </a:lnTo>
                  <a:lnTo>
                    <a:pt x="2629838" y="0"/>
                  </a:lnTo>
                  <a:lnTo>
                    <a:pt x="2636529" y="0"/>
                  </a:lnTo>
                  <a:lnTo>
                    <a:pt x="2643221" y="0"/>
                  </a:lnTo>
                  <a:lnTo>
                    <a:pt x="2649913" y="0"/>
                  </a:lnTo>
                  <a:lnTo>
                    <a:pt x="2656604" y="0"/>
                  </a:lnTo>
                  <a:lnTo>
                    <a:pt x="2663296" y="0"/>
                  </a:lnTo>
                  <a:lnTo>
                    <a:pt x="2669988" y="0"/>
                  </a:lnTo>
                  <a:lnTo>
                    <a:pt x="2676680" y="0"/>
                  </a:lnTo>
                  <a:lnTo>
                    <a:pt x="2683371" y="0"/>
                  </a:lnTo>
                  <a:lnTo>
                    <a:pt x="2690063" y="0"/>
                  </a:lnTo>
                  <a:lnTo>
                    <a:pt x="2696755" y="0"/>
                  </a:lnTo>
                  <a:lnTo>
                    <a:pt x="2703446" y="0"/>
                  </a:lnTo>
                  <a:lnTo>
                    <a:pt x="2710138" y="0"/>
                  </a:lnTo>
                  <a:lnTo>
                    <a:pt x="2716830" y="0"/>
                  </a:lnTo>
                  <a:lnTo>
                    <a:pt x="2723521" y="0"/>
                  </a:lnTo>
                  <a:lnTo>
                    <a:pt x="2730213" y="0"/>
                  </a:lnTo>
                  <a:lnTo>
                    <a:pt x="2736905" y="0"/>
                  </a:lnTo>
                  <a:lnTo>
                    <a:pt x="2743597" y="0"/>
                  </a:lnTo>
                  <a:lnTo>
                    <a:pt x="2750288" y="0"/>
                  </a:lnTo>
                  <a:lnTo>
                    <a:pt x="2756980" y="0"/>
                  </a:lnTo>
                  <a:lnTo>
                    <a:pt x="2763672" y="0"/>
                  </a:lnTo>
                  <a:lnTo>
                    <a:pt x="2770363" y="0"/>
                  </a:lnTo>
                  <a:lnTo>
                    <a:pt x="2777055" y="0"/>
                  </a:lnTo>
                  <a:lnTo>
                    <a:pt x="2783747" y="0"/>
                  </a:lnTo>
                  <a:lnTo>
                    <a:pt x="2790438" y="0"/>
                  </a:lnTo>
                  <a:lnTo>
                    <a:pt x="2797130" y="0"/>
                  </a:lnTo>
                  <a:lnTo>
                    <a:pt x="2803822" y="0"/>
                  </a:lnTo>
                  <a:lnTo>
                    <a:pt x="2810514" y="0"/>
                  </a:lnTo>
                  <a:lnTo>
                    <a:pt x="2817205" y="0"/>
                  </a:lnTo>
                  <a:lnTo>
                    <a:pt x="2823897" y="0"/>
                  </a:lnTo>
                  <a:lnTo>
                    <a:pt x="2830589" y="0"/>
                  </a:lnTo>
                  <a:lnTo>
                    <a:pt x="2837280" y="0"/>
                  </a:lnTo>
                  <a:lnTo>
                    <a:pt x="2843972" y="0"/>
                  </a:lnTo>
                  <a:lnTo>
                    <a:pt x="2850664" y="0"/>
                  </a:lnTo>
                  <a:lnTo>
                    <a:pt x="2857355" y="0"/>
                  </a:lnTo>
                  <a:lnTo>
                    <a:pt x="2864047" y="0"/>
                  </a:lnTo>
                  <a:lnTo>
                    <a:pt x="2870739" y="0"/>
                  </a:lnTo>
                  <a:lnTo>
                    <a:pt x="2877431" y="0"/>
                  </a:lnTo>
                  <a:lnTo>
                    <a:pt x="2884122" y="0"/>
                  </a:lnTo>
                  <a:lnTo>
                    <a:pt x="2890814" y="0"/>
                  </a:lnTo>
                  <a:lnTo>
                    <a:pt x="2897506" y="0"/>
                  </a:lnTo>
                  <a:lnTo>
                    <a:pt x="2904197" y="0"/>
                  </a:lnTo>
                  <a:lnTo>
                    <a:pt x="2910889" y="0"/>
                  </a:lnTo>
                  <a:lnTo>
                    <a:pt x="2917581" y="0"/>
                  </a:lnTo>
                  <a:lnTo>
                    <a:pt x="2924272" y="0"/>
                  </a:lnTo>
                  <a:lnTo>
                    <a:pt x="2930964" y="0"/>
                  </a:lnTo>
                  <a:lnTo>
                    <a:pt x="2937656" y="0"/>
                  </a:lnTo>
                  <a:lnTo>
                    <a:pt x="2944348" y="0"/>
                  </a:lnTo>
                  <a:lnTo>
                    <a:pt x="2951039" y="0"/>
                  </a:lnTo>
                  <a:lnTo>
                    <a:pt x="2957731" y="0"/>
                  </a:lnTo>
                  <a:lnTo>
                    <a:pt x="2964423" y="0"/>
                  </a:lnTo>
                  <a:lnTo>
                    <a:pt x="2971114" y="0"/>
                  </a:lnTo>
                  <a:lnTo>
                    <a:pt x="2977806" y="0"/>
                  </a:lnTo>
                  <a:lnTo>
                    <a:pt x="2984498" y="0"/>
                  </a:lnTo>
                  <a:lnTo>
                    <a:pt x="2991189" y="0"/>
                  </a:lnTo>
                  <a:lnTo>
                    <a:pt x="2997881" y="0"/>
                  </a:lnTo>
                  <a:lnTo>
                    <a:pt x="3004573" y="0"/>
                  </a:lnTo>
                  <a:lnTo>
                    <a:pt x="3011265" y="0"/>
                  </a:lnTo>
                  <a:lnTo>
                    <a:pt x="3017956" y="0"/>
                  </a:lnTo>
                  <a:lnTo>
                    <a:pt x="3024648" y="0"/>
                  </a:lnTo>
                  <a:lnTo>
                    <a:pt x="3031340" y="0"/>
                  </a:lnTo>
                  <a:lnTo>
                    <a:pt x="3038031" y="0"/>
                  </a:lnTo>
                  <a:lnTo>
                    <a:pt x="3044723" y="0"/>
                  </a:lnTo>
                  <a:lnTo>
                    <a:pt x="3051415" y="0"/>
                  </a:lnTo>
                  <a:lnTo>
                    <a:pt x="3058106" y="0"/>
                  </a:lnTo>
                  <a:lnTo>
                    <a:pt x="3064798" y="0"/>
                  </a:lnTo>
                  <a:lnTo>
                    <a:pt x="3071490" y="0"/>
                  </a:lnTo>
                  <a:lnTo>
                    <a:pt x="3078182" y="0"/>
                  </a:lnTo>
                  <a:lnTo>
                    <a:pt x="3084873" y="0"/>
                  </a:lnTo>
                  <a:lnTo>
                    <a:pt x="3091565" y="0"/>
                  </a:lnTo>
                  <a:lnTo>
                    <a:pt x="3098257" y="0"/>
                  </a:lnTo>
                  <a:lnTo>
                    <a:pt x="3104948" y="0"/>
                  </a:lnTo>
                  <a:lnTo>
                    <a:pt x="3111640" y="0"/>
                  </a:lnTo>
                  <a:lnTo>
                    <a:pt x="3118332" y="0"/>
                  </a:lnTo>
                  <a:lnTo>
                    <a:pt x="3125023" y="0"/>
                  </a:lnTo>
                  <a:lnTo>
                    <a:pt x="3131715" y="0"/>
                  </a:lnTo>
                  <a:lnTo>
                    <a:pt x="3138407" y="0"/>
                  </a:lnTo>
                  <a:lnTo>
                    <a:pt x="3145099" y="0"/>
                  </a:lnTo>
                  <a:lnTo>
                    <a:pt x="3151790" y="0"/>
                  </a:lnTo>
                  <a:lnTo>
                    <a:pt x="3158482" y="0"/>
                  </a:lnTo>
                  <a:lnTo>
                    <a:pt x="3165174" y="0"/>
                  </a:lnTo>
                  <a:lnTo>
                    <a:pt x="3171865" y="0"/>
                  </a:lnTo>
                  <a:lnTo>
                    <a:pt x="3178557" y="0"/>
                  </a:lnTo>
                  <a:lnTo>
                    <a:pt x="3185249" y="0"/>
                  </a:lnTo>
                  <a:lnTo>
                    <a:pt x="3191940" y="0"/>
                  </a:lnTo>
                  <a:lnTo>
                    <a:pt x="3198632" y="0"/>
                  </a:lnTo>
                  <a:lnTo>
                    <a:pt x="3205324" y="0"/>
                  </a:lnTo>
                  <a:lnTo>
                    <a:pt x="3212016" y="0"/>
                  </a:lnTo>
                  <a:lnTo>
                    <a:pt x="3218707" y="0"/>
                  </a:lnTo>
                  <a:lnTo>
                    <a:pt x="3225399" y="0"/>
                  </a:lnTo>
                  <a:lnTo>
                    <a:pt x="3232091" y="0"/>
                  </a:lnTo>
                  <a:lnTo>
                    <a:pt x="3238782" y="0"/>
                  </a:lnTo>
                  <a:lnTo>
                    <a:pt x="3245474" y="0"/>
                  </a:lnTo>
                  <a:lnTo>
                    <a:pt x="3252166" y="0"/>
                  </a:lnTo>
                  <a:lnTo>
                    <a:pt x="3258857" y="0"/>
                  </a:lnTo>
                  <a:lnTo>
                    <a:pt x="3265549" y="0"/>
                  </a:lnTo>
                  <a:lnTo>
                    <a:pt x="3272241" y="0"/>
                  </a:lnTo>
                  <a:lnTo>
                    <a:pt x="3278933" y="0"/>
                  </a:lnTo>
                  <a:lnTo>
                    <a:pt x="3285624" y="0"/>
                  </a:lnTo>
                  <a:lnTo>
                    <a:pt x="3292316" y="0"/>
                  </a:lnTo>
                  <a:lnTo>
                    <a:pt x="3299008" y="0"/>
                  </a:lnTo>
                  <a:lnTo>
                    <a:pt x="3305699" y="0"/>
                  </a:lnTo>
                  <a:lnTo>
                    <a:pt x="3312391" y="0"/>
                  </a:lnTo>
                  <a:lnTo>
                    <a:pt x="3319083" y="0"/>
                  </a:lnTo>
                  <a:lnTo>
                    <a:pt x="3325774" y="0"/>
                  </a:lnTo>
                  <a:lnTo>
                    <a:pt x="3332466" y="0"/>
                  </a:lnTo>
                  <a:lnTo>
                    <a:pt x="3339158" y="0"/>
                  </a:lnTo>
                  <a:lnTo>
                    <a:pt x="3345850" y="0"/>
                  </a:lnTo>
                  <a:lnTo>
                    <a:pt x="3345850" y="112653"/>
                  </a:lnTo>
                  <a:lnTo>
                    <a:pt x="3339158" y="112653"/>
                  </a:lnTo>
                  <a:lnTo>
                    <a:pt x="3332466" y="112653"/>
                  </a:lnTo>
                  <a:lnTo>
                    <a:pt x="3325774" y="112653"/>
                  </a:lnTo>
                  <a:lnTo>
                    <a:pt x="3319083" y="112653"/>
                  </a:lnTo>
                  <a:lnTo>
                    <a:pt x="3312391" y="112653"/>
                  </a:lnTo>
                  <a:lnTo>
                    <a:pt x="3305699" y="112653"/>
                  </a:lnTo>
                  <a:lnTo>
                    <a:pt x="3299008" y="112653"/>
                  </a:lnTo>
                  <a:lnTo>
                    <a:pt x="3292316" y="112653"/>
                  </a:lnTo>
                  <a:lnTo>
                    <a:pt x="3285624" y="112653"/>
                  </a:lnTo>
                  <a:lnTo>
                    <a:pt x="3278933" y="112653"/>
                  </a:lnTo>
                  <a:lnTo>
                    <a:pt x="3272241" y="112653"/>
                  </a:lnTo>
                  <a:lnTo>
                    <a:pt x="3265549" y="112653"/>
                  </a:lnTo>
                  <a:lnTo>
                    <a:pt x="3258857" y="112653"/>
                  </a:lnTo>
                  <a:lnTo>
                    <a:pt x="3252166" y="112653"/>
                  </a:lnTo>
                  <a:lnTo>
                    <a:pt x="3245474" y="112653"/>
                  </a:lnTo>
                  <a:lnTo>
                    <a:pt x="3238782" y="112653"/>
                  </a:lnTo>
                  <a:lnTo>
                    <a:pt x="3232091" y="112653"/>
                  </a:lnTo>
                  <a:lnTo>
                    <a:pt x="3225399" y="112653"/>
                  </a:lnTo>
                  <a:lnTo>
                    <a:pt x="3218707" y="112653"/>
                  </a:lnTo>
                  <a:lnTo>
                    <a:pt x="3212016" y="112653"/>
                  </a:lnTo>
                  <a:lnTo>
                    <a:pt x="3205324" y="112653"/>
                  </a:lnTo>
                  <a:lnTo>
                    <a:pt x="3198632" y="112653"/>
                  </a:lnTo>
                  <a:lnTo>
                    <a:pt x="3191940" y="112653"/>
                  </a:lnTo>
                  <a:lnTo>
                    <a:pt x="3185249" y="112653"/>
                  </a:lnTo>
                  <a:lnTo>
                    <a:pt x="3178557" y="112653"/>
                  </a:lnTo>
                  <a:lnTo>
                    <a:pt x="3171865" y="112653"/>
                  </a:lnTo>
                  <a:lnTo>
                    <a:pt x="3165174" y="112653"/>
                  </a:lnTo>
                  <a:lnTo>
                    <a:pt x="3158482" y="112653"/>
                  </a:lnTo>
                  <a:lnTo>
                    <a:pt x="3151790" y="112653"/>
                  </a:lnTo>
                  <a:lnTo>
                    <a:pt x="3145099" y="112653"/>
                  </a:lnTo>
                  <a:lnTo>
                    <a:pt x="3138407" y="112653"/>
                  </a:lnTo>
                  <a:lnTo>
                    <a:pt x="3131715" y="112653"/>
                  </a:lnTo>
                  <a:lnTo>
                    <a:pt x="3125023" y="112653"/>
                  </a:lnTo>
                  <a:lnTo>
                    <a:pt x="3118332" y="112653"/>
                  </a:lnTo>
                  <a:lnTo>
                    <a:pt x="3111640" y="112653"/>
                  </a:lnTo>
                  <a:lnTo>
                    <a:pt x="3104948" y="112653"/>
                  </a:lnTo>
                  <a:lnTo>
                    <a:pt x="3098257" y="112653"/>
                  </a:lnTo>
                  <a:lnTo>
                    <a:pt x="3091565" y="112653"/>
                  </a:lnTo>
                  <a:lnTo>
                    <a:pt x="3084873" y="112653"/>
                  </a:lnTo>
                  <a:lnTo>
                    <a:pt x="3078182" y="112653"/>
                  </a:lnTo>
                  <a:lnTo>
                    <a:pt x="3071490" y="112653"/>
                  </a:lnTo>
                  <a:lnTo>
                    <a:pt x="3064798" y="112653"/>
                  </a:lnTo>
                  <a:lnTo>
                    <a:pt x="3058106" y="112653"/>
                  </a:lnTo>
                  <a:lnTo>
                    <a:pt x="3051415" y="112653"/>
                  </a:lnTo>
                  <a:lnTo>
                    <a:pt x="3044723" y="112653"/>
                  </a:lnTo>
                  <a:lnTo>
                    <a:pt x="3038031" y="112653"/>
                  </a:lnTo>
                  <a:lnTo>
                    <a:pt x="3031340" y="112653"/>
                  </a:lnTo>
                  <a:lnTo>
                    <a:pt x="3024648" y="112653"/>
                  </a:lnTo>
                  <a:lnTo>
                    <a:pt x="3017956" y="112653"/>
                  </a:lnTo>
                  <a:lnTo>
                    <a:pt x="3011265" y="112653"/>
                  </a:lnTo>
                  <a:lnTo>
                    <a:pt x="3004573" y="112653"/>
                  </a:lnTo>
                  <a:lnTo>
                    <a:pt x="2997881" y="112653"/>
                  </a:lnTo>
                  <a:lnTo>
                    <a:pt x="2991189" y="112653"/>
                  </a:lnTo>
                  <a:lnTo>
                    <a:pt x="2984498" y="112653"/>
                  </a:lnTo>
                  <a:lnTo>
                    <a:pt x="2977806" y="112653"/>
                  </a:lnTo>
                  <a:lnTo>
                    <a:pt x="2971114" y="112653"/>
                  </a:lnTo>
                  <a:lnTo>
                    <a:pt x="2964423" y="112653"/>
                  </a:lnTo>
                  <a:lnTo>
                    <a:pt x="2957731" y="112653"/>
                  </a:lnTo>
                  <a:lnTo>
                    <a:pt x="2951039" y="112653"/>
                  </a:lnTo>
                  <a:lnTo>
                    <a:pt x="2944348" y="112653"/>
                  </a:lnTo>
                  <a:lnTo>
                    <a:pt x="2937656" y="112653"/>
                  </a:lnTo>
                  <a:lnTo>
                    <a:pt x="2930964" y="112653"/>
                  </a:lnTo>
                  <a:lnTo>
                    <a:pt x="2924272" y="112653"/>
                  </a:lnTo>
                  <a:lnTo>
                    <a:pt x="2917581" y="112653"/>
                  </a:lnTo>
                  <a:lnTo>
                    <a:pt x="2910889" y="112653"/>
                  </a:lnTo>
                  <a:lnTo>
                    <a:pt x="2904197" y="112653"/>
                  </a:lnTo>
                  <a:lnTo>
                    <a:pt x="2897506" y="112653"/>
                  </a:lnTo>
                  <a:lnTo>
                    <a:pt x="2890814" y="112653"/>
                  </a:lnTo>
                  <a:lnTo>
                    <a:pt x="2884122" y="112653"/>
                  </a:lnTo>
                  <a:lnTo>
                    <a:pt x="2877431" y="112653"/>
                  </a:lnTo>
                  <a:lnTo>
                    <a:pt x="2870739" y="112653"/>
                  </a:lnTo>
                  <a:lnTo>
                    <a:pt x="2864047" y="112653"/>
                  </a:lnTo>
                  <a:lnTo>
                    <a:pt x="2857355" y="112653"/>
                  </a:lnTo>
                  <a:lnTo>
                    <a:pt x="2850664" y="112653"/>
                  </a:lnTo>
                  <a:lnTo>
                    <a:pt x="2843972" y="112653"/>
                  </a:lnTo>
                  <a:lnTo>
                    <a:pt x="2837280" y="112653"/>
                  </a:lnTo>
                  <a:lnTo>
                    <a:pt x="2830589" y="112653"/>
                  </a:lnTo>
                  <a:lnTo>
                    <a:pt x="2823897" y="112653"/>
                  </a:lnTo>
                  <a:lnTo>
                    <a:pt x="2817205" y="112653"/>
                  </a:lnTo>
                  <a:lnTo>
                    <a:pt x="2810514" y="112653"/>
                  </a:lnTo>
                  <a:lnTo>
                    <a:pt x="2803822" y="112653"/>
                  </a:lnTo>
                  <a:lnTo>
                    <a:pt x="2797130" y="112653"/>
                  </a:lnTo>
                  <a:lnTo>
                    <a:pt x="2790438" y="112653"/>
                  </a:lnTo>
                  <a:lnTo>
                    <a:pt x="2783747" y="112653"/>
                  </a:lnTo>
                  <a:lnTo>
                    <a:pt x="2777055" y="112653"/>
                  </a:lnTo>
                  <a:lnTo>
                    <a:pt x="2770363" y="112653"/>
                  </a:lnTo>
                  <a:lnTo>
                    <a:pt x="2763672" y="112653"/>
                  </a:lnTo>
                  <a:lnTo>
                    <a:pt x="2756980" y="112653"/>
                  </a:lnTo>
                  <a:lnTo>
                    <a:pt x="2750288" y="112653"/>
                  </a:lnTo>
                  <a:lnTo>
                    <a:pt x="2743597" y="112653"/>
                  </a:lnTo>
                  <a:lnTo>
                    <a:pt x="2736905" y="112653"/>
                  </a:lnTo>
                  <a:lnTo>
                    <a:pt x="2730213" y="112653"/>
                  </a:lnTo>
                  <a:lnTo>
                    <a:pt x="2723521" y="112653"/>
                  </a:lnTo>
                  <a:lnTo>
                    <a:pt x="2716830" y="112653"/>
                  </a:lnTo>
                  <a:lnTo>
                    <a:pt x="2710138" y="112653"/>
                  </a:lnTo>
                  <a:lnTo>
                    <a:pt x="2703446" y="112653"/>
                  </a:lnTo>
                  <a:lnTo>
                    <a:pt x="2696755" y="112653"/>
                  </a:lnTo>
                  <a:lnTo>
                    <a:pt x="2690063" y="112653"/>
                  </a:lnTo>
                  <a:lnTo>
                    <a:pt x="2683371" y="112653"/>
                  </a:lnTo>
                  <a:lnTo>
                    <a:pt x="2676680" y="112653"/>
                  </a:lnTo>
                  <a:lnTo>
                    <a:pt x="2669988" y="112653"/>
                  </a:lnTo>
                  <a:lnTo>
                    <a:pt x="2663296" y="112653"/>
                  </a:lnTo>
                  <a:lnTo>
                    <a:pt x="2656604" y="112653"/>
                  </a:lnTo>
                  <a:lnTo>
                    <a:pt x="2649913" y="112653"/>
                  </a:lnTo>
                  <a:lnTo>
                    <a:pt x="2643221" y="112653"/>
                  </a:lnTo>
                  <a:lnTo>
                    <a:pt x="2636529" y="112653"/>
                  </a:lnTo>
                  <a:lnTo>
                    <a:pt x="2629838" y="112653"/>
                  </a:lnTo>
                  <a:lnTo>
                    <a:pt x="2623146" y="112653"/>
                  </a:lnTo>
                  <a:lnTo>
                    <a:pt x="2616454" y="112653"/>
                  </a:lnTo>
                  <a:lnTo>
                    <a:pt x="2609763" y="112653"/>
                  </a:lnTo>
                  <a:lnTo>
                    <a:pt x="2603071" y="112653"/>
                  </a:lnTo>
                  <a:lnTo>
                    <a:pt x="2596379" y="112653"/>
                  </a:lnTo>
                  <a:lnTo>
                    <a:pt x="2589687" y="112653"/>
                  </a:lnTo>
                  <a:lnTo>
                    <a:pt x="2582996" y="112653"/>
                  </a:lnTo>
                  <a:lnTo>
                    <a:pt x="2576304" y="112653"/>
                  </a:lnTo>
                  <a:lnTo>
                    <a:pt x="2569612" y="112653"/>
                  </a:lnTo>
                  <a:lnTo>
                    <a:pt x="2562921" y="112653"/>
                  </a:lnTo>
                  <a:lnTo>
                    <a:pt x="2556229" y="112653"/>
                  </a:lnTo>
                  <a:lnTo>
                    <a:pt x="2549537" y="112653"/>
                  </a:lnTo>
                  <a:lnTo>
                    <a:pt x="2542846" y="112653"/>
                  </a:lnTo>
                  <a:lnTo>
                    <a:pt x="2536154" y="112653"/>
                  </a:lnTo>
                  <a:lnTo>
                    <a:pt x="2529462" y="112653"/>
                  </a:lnTo>
                  <a:lnTo>
                    <a:pt x="2522770" y="112653"/>
                  </a:lnTo>
                  <a:lnTo>
                    <a:pt x="2516079" y="112653"/>
                  </a:lnTo>
                  <a:lnTo>
                    <a:pt x="2509387" y="112653"/>
                  </a:lnTo>
                  <a:lnTo>
                    <a:pt x="2502695" y="112653"/>
                  </a:lnTo>
                  <a:lnTo>
                    <a:pt x="2496004" y="112653"/>
                  </a:lnTo>
                  <a:lnTo>
                    <a:pt x="2489312" y="112653"/>
                  </a:lnTo>
                  <a:lnTo>
                    <a:pt x="2482620" y="112653"/>
                  </a:lnTo>
                  <a:lnTo>
                    <a:pt x="2475929" y="112653"/>
                  </a:lnTo>
                  <a:lnTo>
                    <a:pt x="2469237" y="112653"/>
                  </a:lnTo>
                  <a:lnTo>
                    <a:pt x="2462545" y="112653"/>
                  </a:lnTo>
                  <a:lnTo>
                    <a:pt x="2455853" y="112653"/>
                  </a:lnTo>
                  <a:lnTo>
                    <a:pt x="2449162" y="112653"/>
                  </a:lnTo>
                  <a:lnTo>
                    <a:pt x="2442470" y="112653"/>
                  </a:lnTo>
                  <a:lnTo>
                    <a:pt x="2435778" y="112653"/>
                  </a:lnTo>
                  <a:lnTo>
                    <a:pt x="2429087" y="112653"/>
                  </a:lnTo>
                  <a:lnTo>
                    <a:pt x="2422395" y="112653"/>
                  </a:lnTo>
                  <a:lnTo>
                    <a:pt x="2415703" y="112653"/>
                  </a:lnTo>
                  <a:lnTo>
                    <a:pt x="2409012" y="112653"/>
                  </a:lnTo>
                  <a:lnTo>
                    <a:pt x="2402320" y="112653"/>
                  </a:lnTo>
                  <a:lnTo>
                    <a:pt x="2395628" y="112653"/>
                  </a:lnTo>
                  <a:lnTo>
                    <a:pt x="2388936" y="112653"/>
                  </a:lnTo>
                  <a:lnTo>
                    <a:pt x="2382245" y="112653"/>
                  </a:lnTo>
                  <a:lnTo>
                    <a:pt x="2375553" y="112653"/>
                  </a:lnTo>
                  <a:lnTo>
                    <a:pt x="2368861" y="112653"/>
                  </a:lnTo>
                  <a:lnTo>
                    <a:pt x="2362170" y="112653"/>
                  </a:lnTo>
                  <a:lnTo>
                    <a:pt x="2355478" y="112653"/>
                  </a:lnTo>
                  <a:lnTo>
                    <a:pt x="2348786" y="112653"/>
                  </a:lnTo>
                  <a:lnTo>
                    <a:pt x="2342095" y="112653"/>
                  </a:lnTo>
                  <a:lnTo>
                    <a:pt x="2335403" y="112653"/>
                  </a:lnTo>
                  <a:lnTo>
                    <a:pt x="2328711" y="112653"/>
                  </a:lnTo>
                  <a:lnTo>
                    <a:pt x="2322019" y="112653"/>
                  </a:lnTo>
                  <a:lnTo>
                    <a:pt x="2315328" y="112653"/>
                  </a:lnTo>
                  <a:lnTo>
                    <a:pt x="2308636" y="112653"/>
                  </a:lnTo>
                  <a:lnTo>
                    <a:pt x="2301944" y="112653"/>
                  </a:lnTo>
                  <a:lnTo>
                    <a:pt x="2295253" y="112653"/>
                  </a:lnTo>
                  <a:lnTo>
                    <a:pt x="2288561" y="112653"/>
                  </a:lnTo>
                  <a:lnTo>
                    <a:pt x="2281869" y="112653"/>
                  </a:lnTo>
                  <a:lnTo>
                    <a:pt x="2275178" y="112653"/>
                  </a:lnTo>
                  <a:lnTo>
                    <a:pt x="2268486" y="112653"/>
                  </a:lnTo>
                  <a:lnTo>
                    <a:pt x="2261794" y="112653"/>
                  </a:lnTo>
                  <a:lnTo>
                    <a:pt x="2255102" y="112653"/>
                  </a:lnTo>
                  <a:lnTo>
                    <a:pt x="2248411" y="112653"/>
                  </a:lnTo>
                  <a:lnTo>
                    <a:pt x="2241719" y="112653"/>
                  </a:lnTo>
                  <a:lnTo>
                    <a:pt x="2235027" y="112653"/>
                  </a:lnTo>
                  <a:lnTo>
                    <a:pt x="2228336" y="112653"/>
                  </a:lnTo>
                  <a:lnTo>
                    <a:pt x="2221644" y="112653"/>
                  </a:lnTo>
                  <a:lnTo>
                    <a:pt x="2214952" y="112653"/>
                  </a:lnTo>
                  <a:lnTo>
                    <a:pt x="2208261" y="112653"/>
                  </a:lnTo>
                  <a:lnTo>
                    <a:pt x="2201569" y="112653"/>
                  </a:lnTo>
                  <a:lnTo>
                    <a:pt x="2194877" y="112653"/>
                  </a:lnTo>
                  <a:lnTo>
                    <a:pt x="2188185" y="112653"/>
                  </a:lnTo>
                  <a:lnTo>
                    <a:pt x="2181494" y="112653"/>
                  </a:lnTo>
                  <a:lnTo>
                    <a:pt x="2174802" y="112653"/>
                  </a:lnTo>
                  <a:lnTo>
                    <a:pt x="2168110" y="112653"/>
                  </a:lnTo>
                  <a:lnTo>
                    <a:pt x="2161419" y="112653"/>
                  </a:lnTo>
                  <a:lnTo>
                    <a:pt x="2154727" y="112653"/>
                  </a:lnTo>
                  <a:lnTo>
                    <a:pt x="2148035" y="112653"/>
                  </a:lnTo>
                  <a:lnTo>
                    <a:pt x="2141344" y="112653"/>
                  </a:lnTo>
                  <a:lnTo>
                    <a:pt x="2134652" y="112653"/>
                  </a:lnTo>
                  <a:lnTo>
                    <a:pt x="2127960" y="112653"/>
                  </a:lnTo>
                  <a:lnTo>
                    <a:pt x="2121268" y="112653"/>
                  </a:lnTo>
                  <a:lnTo>
                    <a:pt x="2114577" y="112653"/>
                  </a:lnTo>
                  <a:lnTo>
                    <a:pt x="2107885" y="112653"/>
                  </a:lnTo>
                  <a:lnTo>
                    <a:pt x="2101193" y="112653"/>
                  </a:lnTo>
                  <a:lnTo>
                    <a:pt x="2094502" y="112653"/>
                  </a:lnTo>
                  <a:lnTo>
                    <a:pt x="2087810" y="112653"/>
                  </a:lnTo>
                  <a:lnTo>
                    <a:pt x="2081118" y="112653"/>
                  </a:lnTo>
                  <a:lnTo>
                    <a:pt x="2074427" y="112653"/>
                  </a:lnTo>
                  <a:lnTo>
                    <a:pt x="2067735" y="112653"/>
                  </a:lnTo>
                  <a:lnTo>
                    <a:pt x="2061043" y="112653"/>
                  </a:lnTo>
                  <a:lnTo>
                    <a:pt x="2054351" y="112653"/>
                  </a:lnTo>
                  <a:lnTo>
                    <a:pt x="2047660" y="112653"/>
                  </a:lnTo>
                  <a:lnTo>
                    <a:pt x="2040968" y="112653"/>
                  </a:lnTo>
                  <a:lnTo>
                    <a:pt x="2034276" y="112653"/>
                  </a:lnTo>
                  <a:lnTo>
                    <a:pt x="2027585" y="112653"/>
                  </a:lnTo>
                  <a:lnTo>
                    <a:pt x="2020893" y="112653"/>
                  </a:lnTo>
                  <a:lnTo>
                    <a:pt x="2014201" y="112653"/>
                  </a:lnTo>
                  <a:lnTo>
                    <a:pt x="2007510" y="112653"/>
                  </a:lnTo>
                  <a:lnTo>
                    <a:pt x="2000818" y="112653"/>
                  </a:lnTo>
                  <a:lnTo>
                    <a:pt x="1994126" y="112653"/>
                  </a:lnTo>
                  <a:lnTo>
                    <a:pt x="1987434" y="112653"/>
                  </a:lnTo>
                  <a:lnTo>
                    <a:pt x="1980743" y="112653"/>
                  </a:lnTo>
                  <a:lnTo>
                    <a:pt x="1974051" y="112653"/>
                  </a:lnTo>
                  <a:lnTo>
                    <a:pt x="1967359" y="112653"/>
                  </a:lnTo>
                  <a:lnTo>
                    <a:pt x="1960668" y="112653"/>
                  </a:lnTo>
                  <a:lnTo>
                    <a:pt x="1953976" y="112653"/>
                  </a:lnTo>
                  <a:lnTo>
                    <a:pt x="1947284" y="112653"/>
                  </a:lnTo>
                  <a:lnTo>
                    <a:pt x="1940593" y="112653"/>
                  </a:lnTo>
                  <a:lnTo>
                    <a:pt x="1933901" y="112653"/>
                  </a:lnTo>
                  <a:lnTo>
                    <a:pt x="1927209" y="112653"/>
                  </a:lnTo>
                  <a:lnTo>
                    <a:pt x="1920517" y="112653"/>
                  </a:lnTo>
                  <a:lnTo>
                    <a:pt x="1913826" y="112653"/>
                  </a:lnTo>
                  <a:lnTo>
                    <a:pt x="1907134" y="112653"/>
                  </a:lnTo>
                  <a:lnTo>
                    <a:pt x="1900442" y="112653"/>
                  </a:lnTo>
                  <a:lnTo>
                    <a:pt x="1893751" y="112653"/>
                  </a:lnTo>
                  <a:lnTo>
                    <a:pt x="1887059" y="112653"/>
                  </a:lnTo>
                  <a:lnTo>
                    <a:pt x="1880367" y="112653"/>
                  </a:lnTo>
                  <a:lnTo>
                    <a:pt x="1873676" y="112653"/>
                  </a:lnTo>
                  <a:lnTo>
                    <a:pt x="1866984" y="112653"/>
                  </a:lnTo>
                  <a:lnTo>
                    <a:pt x="1860292" y="112653"/>
                  </a:lnTo>
                  <a:lnTo>
                    <a:pt x="1853600" y="112653"/>
                  </a:lnTo>
                  <a:lnTo>
                    <a:pt x="1846909" y="112653"/>
                  </a:lnTo>
                  <a:lnTo>
                    <a:pt x="1840217" y="112653"/>
                  </a:lnTo>
                  <a:lnTo>
                    <a:pt x="1833525" y="112653"/>
                  </a:lnTo>
                  <a:lnTo>
                    <a:pt x="1826834" y="112653"/>
                  </a:lnTo>
                  <a:lnTo>
                    <a:pt x="1820142" y="112653"/>
                  </a:lnTo>
                  <a:lnTo>
                    <a:pt x="1813450" y="112653"/>
                  </a:lnTo>
                  <a:lnTo>
                    <a:pt x="1806759" y="112653"/>
                  </a:lnTo>
                  <a:lnTo>
                    <a:pt x="1800067" y="112653"/>
                  </a:lnTo>
                  <a:lnTo>
                    <a:pt x="1793375" y="112653"/>
                  </a:lnTo>
                  <a:lnTo>
                    <a:pt x="1786683" y="112653"/>
                  </a:lnTo>
                  <a:lnTo>
                    <a:pt x="1779992" y="112653"/>
                  </a:lnTo>
                  <a:lnTo>
                    <a:pt x="1773300" y="112653"/>
                  </a:lnTo>
                  <a:lnTo>
                    <a:pt x="1766608" y="112653"/>
                  </a:lnTo>
                  <a:lnTo>
                    <a:pt x="1759917" y="112653"/>
                  </a:lnTo>
                  <a:lnTo>
                    <a:pt x="1753225" y="112653"/>
                  </a:lnTo>
                  <a:lnTo>
                    <a:pt x="1746533" y="112653"/>
                  </a:lnTo>
                  <a:lnTo>
                    <a:pt x="1739842" y="112653"/>
                  </a:lnTo>
                  <a:lnTo>
                    <a:pt x="1733150" y="112653"/>
                  </a:lnTo>
                  <a:lnTo>
                    <a:pt x="1726458" y="112653"/>
                  </a:lnTo>
                  <a:lnTo>
                    <a:pt x="1719766" y="112653"/>
                  </a:lnTo>
                  <a:lnTo>
                    <a:pt x="1713075" y="112653"/>
                  </a:lnTo>
                  <a:lnTo>
                    <a:pt x="1706383" y="112653"/>
                  </a:lnTo>
                  <a:lnTo>
                    <a:pt x="1699691" y="112653"/>
                  </a:lnTo>
                  <a:lnTo>
                    <a:pt x="1693000" y="112653"/>
                  </a:lnTo>
                  <a:lnTo>
                    <a:pt x="1686308" y="112653"/>
                  </a:lnTo>
                  <a:lnTo>
                    <a:pt x="1679616" y="112653"/>
                  </a:lnTo>
                  <a:lnTo>
                    <a:pt x="1672925" y="112653"/>
                  </a:lnTo>
                  <a:lnTo>
                    <a:pt x="1666233" y="112653"/>
                  </a:lnTo>
                  <a:lnTo>
                    <a:pt x="1659541" y="112653"/>
                  </a:lnTo>
                  <a:lnTo>
                    <a:pt x="1652849" y="112653"/>
                  </a:lnTo>
                  <a:lnTo>
                    <a:pt x="1646158" y="112653"/>
                  </a:lnTo>
                  <a:lnTo>
                    <a:pt x="1639466" y="112653"/>
                  </a:lnTo>
                  <a:lnTo>
                    <a:pt x="1632774" y="112653"/>
                  </a:lnTo>
                  <a:lnTo>
                    <a:pt x="1626083" y="112653"/>
                  </a:lnTo>
                  <a:lnTo>
                    <a:pt x="1619391" y="112653"/>
                  </a:lnTo>
                  <a:lnTo>
                    <a:pt x="1612699" y="112653"/>
                  </a:lnTo>
                  <a:lnTo>
                    <a:pt x="1606008" y="112653"/>
                  </a:lnTo>
                  <a:lnTo>
                    <a:pt x="1599316" y="112653"/>
                  </a:lnTo>
                  <a:lnTo>
                    <a:pt x="1592624" y="112653"/>
                  </a:lnTo>
                  <a:lnTo>
                    <a:pt x="1585932" y="112653"/>
                  </a:lnTo>
                  <a:lnTo>
                    <a:pt x="1579241" y="112653"/>
                  </a:lnTo>
                  <a:lnTo>
                    <a:pt x="1572549" y="112653"/>
                  </a:lnTo>
                  <a:lnTo>
                    <a:pt x="1565857" y="112653"/>
                  </a:lnTo>
                  <a:lnTo>
                    <a:pt x="1559166" y="112653"/>
                  </a:lnTo>
                  <a:lnTo>
                    <a:pt x="1552474" y="112653"/>
                  </a:lnTo>
                  <a:lnTo>
                    <a:pt x="1545782" y="112653"/>
                  </a:lnTo>
                  <a:lnTo>
                    <a:pt x="1539091" y="112653"/>
                  </a:lnTo>
                  <a:lnTo>
                    <a:pt x="1532399" y="112653"/>
                  </a:lnTo>
                  <a:lnTo>
                    <a:pt x="1525707" y="112653"/>
                  </a:lnTo>
                  <a:lnTo>
                    <a:pt x="1519015" y="112653"/>
                  </a:lnTo>
                  <a:lnTo>
                    <a:pt x="1512324" y="112653"/>
                  </a:lnTo>
                  <a:lnTo>
                    <a:pt x="1505632" y="112653"/>
                  </a:lnTo>
                  <a:lnTo>
                    <a:pt x="1498940" y="112653"/>
                  </a:lnTo>
                  <a:lnTo>
                    <a:pt x="1492249" y="112653"/>
                  </a:lnTo>
                  <a:lnTo>
                    <a:pt x="1485557" y="112653"/>
                  </a:lnTo>
                  <a:lnTo>
                    <a:pt x="1478865" y="112653"/>
                  </a:lnTo>
                  <a:lnTo>
                    <a:pt x="1472174" y="112653"/>
                  </a:lnTo>
                  <a:lnTo>
                    <a:pt x="1465482" y="112653"/>
                  </a:lnTo>
                  <a:lnTo>
                    <a:pt x="1458790" y="112653"/>
                  </a:lnTo>
                  <a:lnTo>
                    <a:pt x="1452098" y="112653"/>
                  </a:lnTo>
                  <a:lnTo>
                    <a:pt x="1445407" y="112653"/>
                  </a:lnTo>
                  <a:lnTo>
                    <a:pt x="1438715" y="112653"/>
                  </a:lnTo>
                  <a:lnTo>
                    <a:pt x="1432023" y="112653"/>
                  </a:lnTo>
                  <a:lnTo>
                    <a:pt x="1425332" y="112653"/>
                  </a:lnTo>
                  <a:lnTo>
                    <a:pt x="1418640" y="112653"/>
                  </a:lnTo>
                  <a:lnTo>
                    <a:pt x="1411948" y="112653"/>
                  </a:lnTo>
                  <a:lnTo>
                    <a:pt x="1405257" y="112653"/>
                  </a:lnTo>
                  <a:lnTo>
                    <a:pt x="1398565" y="112653"/>
                  </a:lnTo>
                  <a:lnTo>
                    <a:pt x="1391873" y="112653"/>
                  </a:lnTo>
                  <a:lnTo>
                    <a:pt x="1385181" y="112653"/>
                  </a:lnTo>
                  <a:lnTo>
                    <a:pt x="1378490" y="112653"/>
                  </a:lnTo>
                  <a:lnTo>
                    <a:pt x="1371798" y="112653"/>
                  </a:lnTo>
                  <a:lnTo>
                    <a:pt x="1365106" y="112653"/>
                  </a:lnTo>
                  <a:lnTo>
                    <a:pt x="1358415" y="112653"/>
                  </a:lnTo>
                  <a:lnTo>
                    <a:pt x="1351723" y="112653"/>
                  </a:lnTo>
                  <a:lnTo>
                    <a:pt x="1345031" y="112653"/>
                  </a:lnTo>
                  <a:lnTo>
                    <a:pt x="1338340" y="112653"/>
                  </a:lnTo>
                  <a:lnTo>
                    <a:pt x="1331648" y="112653"/>
                  </a:lnTo>
                  <a:lnTo>
                    <a:pt x="1324956" y="112653"/>
                  </a:lnTo>
                  <a:lnTo>
                    <a:pt x="1318264" y="112653"/>
                  </a:lnTo>
                  <a:lnTo>
                    <a:pt x="1311573" y="112653"/>
                  </a:lnTo>
                  <a:lnTo>
                    <a:pt x="1304881" y="112653"/>
                  </a:lnTo>
                  <a:lnTo>
                    <a:pt x="1298189" y="112653"/>
                  </a:lnTo>
                  <a:lnTo>
                    <a:pt x="1291498" y="112653"/>
                  </a:lnTo>
                  <a:lnTo>
                    <a:pt x="1284806" y="112653"/>
                  </a:lnTo>
                  <a:lnTo>
                    <a:pt x="1278114" y="112653"/>
                  </a:lnTo>
                  <a:lnTo>
                    <a:pt x="1271423" y="112653"/>
                  </a:lnTo>
                  <a:lnTo>
                    <a:pt x="1264731" y="112653"/>
                  </a:lnTo>
                  <a:lnTo>
                    <a:pt x="1258039" y="112653"/>
                  </a:lnTo>
                  <a:lnTo>
                    <a:pt x="1251347" y="112653"/>
                  </a:lnTo>
                  <a:lnTo>
                    <a:pt x="1244656" y="112653"/>
                  </a:lnTo>
                  <a:lnTo>
                    <a:pt x="1237964" y="112653"/>
                  </a:lnTo>
                  <a:lnTo>
                    <a:pt x="1231272" y="112653"/>
                  </a:lnTo>
                  <a:lnTo>
                    <a:pt x="1224581" y="112653"/>
                  </a:lnTo>
                  <a:lnTo>
                    <a:pt x="1217889" y="112653"/>
                  </a:lnTo>
                  <a:lnTo>
                    <a:pt x="1211197" y="112653"/>
                  </a:lnTo>
                  <a:lnTo>
                    <a:pt x="1204506" y="112653"/>
                  </a:lnTo>
                  <a:lnTo>
                    <a:pt x="1197814" y="112653"/>
                  </a:lnTo>
                  <a:lnTo>
                    <a:pt x="1191122" y="112653"/>
                  </a:lnTo>
                  <a:lnTo>
                    <a:pt x="1184430" y="112653"/>
                  </a:lnTo>
                  <a:lnTo>
                    <a:pt x="1177739" y="112653"/>
                  </a:lnTo>
                  <a:lnTo>
                    <a:pt x="1171047" y="112653"/>
                  </a:lnTo>
                  <a:lnTo>
                    <a:pt x="1164355" y="112653"/>
                  </a:lnTo>
                  <a:lnTo>
                    <a:pt x="1157664" y="112653"/>
                  </a:lnTo>
                  <a:lnTo>
                    <a:pt x="1150972" y="112653"/>
                  </a:lnTo>
                  <a:lnTo>
                    <a:pt x="1144280" y="112653"/>
                  </a:lnTo>
                  <a:lnTo>
                    <a:pt x="1137589" y="112653"/>
                  </a:lnTo>
                  <a:lnTo>
                    <a:pt x="1130897" y="112653"/>
                  </a:lnTo>
                  <a:lnTo>
                    <a:pt x="1124205" y="112653"/>
                  </a:lnTo>
                  <a:lnTo>
                    <a:pt x="1117513" y="112653"/>
                  </a:lnTo>
                  <a:lnTo>
                    <a:pt x="1110822" y="112653"/>
                  </a:lnTo>
                  <a:lnTo>
                    <a:pt x="1104130" y="112653"/>
                  </a:lnTo>
                  <a:lnTo>
                    <a:pt x="1097438" y="112653"/>
                  </a:lnTo>
                  <a:lnTo>
                    <a:pt x="1090747" y="112653"/>
                  </a:lnTo>
                  <a:lnTo>
                    <a:pt x="1084055" y="112653"/>
                  </a:lnTo>
                  <a:lnTo>
                    <a:pt x="1077363" y="112653"/>
                  </a:lnTo>
                  <a:lnTo>
                    <a:pt x="1070672" y="112653"/>
                  </a:lnTo>
                  <a:lnTo>
                    <a:pt x="1063980" y="112653"/>
                  </a:lnTo>
                  <a:lnTo>
                    <a:pt x="1057288" y="112653"/>
                  </a:lnTo>
                  <a:lnTo>
                    <a:pt x="1050596" y="112653"/>
                  </a:lnTo>
                  <a:lnTo>
                    <a:pt x="1043905" y="112653"/>
                  </a:lnTo>
                  <a:lnTo>
                    <a:pt x="1037213" y="112653"/>
                  </a:lnTo>
                  <a:lnTo>
                    <a:pt x="1030521" y="112653"/>
                  </a:lnTo>
                  <a:lnTo>
                    <a:pt x="1023830" y="112653"/>
                  </a:lnTo>
                  <a:lnTo>
                    <a:pt x="1017138" y="112653"/>
                  </a:lnTo>
                  <a:lnTo>
                    <a:pt x="1010446" y="112653"/>
                  </a:lnTo>
                  <a:lnTo>
                    <a:pt x="1003755" y="112653"/>
                  </a:lnTo>
                  <a:lnTo>
                    <a:pt x="997063" y="112653"/>
                  </a:lnTo>
                  <a:lnTo>
                    <a:pt x="990371" y="112653"/>
                  </a:lnTo>
                  <a:lnTo>
                    <a:pt x="983679" y="112653"/>
                  </a:lnTo>
                  <a:lnTo>
                    <a:pt x="976988" y="112653"/>
                  </a:lnTo>
                  <a:lnTo>
                    <a:pt x="970296" y="112653"/>
                  </a:lnTo>
                  <a:lnTo>
                    <a:pt x="963604" y="112653"/>
                  </a:lnTo>
                  <a:lnTo>
                    <a:pt x="956913" y="112653"/>
                  </a:lnTo>
                  <a:lnTo>
                    <a:pt x="950221" y="112653"/>
                  </a:lnTo>
                  <a:lnTo>
                    <a:pt x="943529" y="112653"/>
                  </a:lnTo>
                  <a:lnTo>
                    <a:pt x="936838" y="112653"/>
                  </a:lnTo>
                  <a:lnTo>
                    <a:pt x="930146" y="112653"/>
                  </a:lnTo>
                  <a:lnTo>
                    <a:pt x="923454" y="112653"/>
                  </a:lnTo>
                  <a:lnTo>
                    <a:pt x="916762" y="112653"/>
                  </a:lnTo>
                  <a:lnTo>
                    <a:pt x="910071" y="112653"/>
                  </a:lnTo>
                  <a:lnTo>
                    <a:pt x="903379" y="112653"/>
                  </a:lnTo>
                  <a:lnTo>
                    <a:pt x="896687" y="112653"/>
                  </a:lnTo>
                  <a:lnTo>
                    <a:pt x="889996" y="112653"/>
                  </a:lnTo>
                  <a:lnTo>
                    <a:pt x="883304" y="112653"/>
                  </a:lnTo>
                  <a:lnTo>
                    <a:pt x="876612" y="112653"/>
                  </a:lnTo>
                  <a:lnTo>
                    <a:pt x="869921" y="112653"/>
                  </a:lnTo>
                  <a:lnTo>
                    <a:pt x="863229" y="112653"/>
                  </a:lnTo>
                  <a:lnTo>
                    <a:pt x="856537" y="112653"/>
                  </a:lnTo>
                  <a:lnTo>
                    <a:pt x="849845" y="112653"/>
                  </a:lnTo>
                  <a:lnTo>
                    <a:pt x="843154" y="112653"/>
                  </a:lnTo>
                  <a:lnTo>
                    <a:pt x="836462" y="112653"/>
                  </a:lnTo>
                  <a:lnTo>
                    <a:pt x="829770" y="112653"/>
                  </a:lnTo>
                  <a:lnTo>
                    <a:pt x="823079" y="112653"/>
                  </a:lnTo>
                  <a:lnTo>
                    <a:pt x="816387" y="112653"/>
                  </a:lnTo>
                  <a:lnTo>
                    <a:pt x="809695" y="112653"/>
                  </a:lnTo>
                  <a:lnTo>
                    <a:pt x="803004" y="112653"/>
                  </a:lnTo>
                  <a:lnTo>
                    <a:pt x="796312" y="112653"/>
                  </a:lnTo>
                  <a:lnTo>
                    <a:pt x="789620" y="112653"/>
                  </a:lnTo>
                  <a:lnTo>
                    <a:pt x="782928" y="112653"/>
                  </a:lnTo>
                  <a:lnTo>
                    <a:pt x="776237" y="112653"/>
                  </a:lnTo>
                  <a:lnTo>
                    <a:pt x="769545" y="112653"/>
                  </a:lnTo>
                  <a:lnTo>
                    <a:pt x="762853" y="112653"/>
                  </a:lnTo>
                  <a:lnTo>
                    <a:pt x="756162" y="112653"/>
                  </a:lnTo>
                  <a:lnTo>
                    <a:pt x="749470" y="112653"/>
                  </a:lnTo>
                  <a:lnTo>
                    <a:pt x="742778" y="112653"/>
                  </a:lnTo>
                  <a:lnTo>
                    <a:pt x="736087" y="112653"/>
                  </a:lnTo>
                  <a:lnTo>
                    <a:pt x="729395" y="112653"/>
                  </a:lnTo>
                  <a:lnTo>
                    <a:pt x="722703" y="112653"/>
                  </a:lnTo>
                  <a:lnTo>
                    <a:pt x="716011" y="112653"/>
                  </a:lnTo>
                  <a:lnTo>
                    <a:pt x="709320" y="112653"/>
                  </a:lnTo>
                  <a:lnTo>
                    <a:pt x="702628" y="112653"/>
                  </a:lnTo>
                  <a:lnTo>
                    <a:pt x="695936" y="112653"/>
                  </a:lnTo>
                  <a:lnTo>
                    <a:pt x="689245" y="112653"/>
                  </a:lnTo>
                  <a:lnTo>
                    <a:pt x="682553" y="112653"/>
                  </a:lnTo>
                  <a:lnTo>
                    <a:pt x="675861" y="112653"/>
                  </a:lnTo>
                  <a:lnTo>
                    <a:pt x="669170" y="112653"/>
                  </a:lnTo>
                  <a:lnTo>
                    <a:pt x="662478" y="112653"/>
                  </a:lnTo>
                  <a:lnTo>
                    <a:pt x="655786" y="112653"/>
                  </a:lnTo>
                  <a:lnTo>
                    <a:pt x="649094" y="112653"/>
                  </a:lnTo>
                  <a:lnTo>
                    <a:pt x="642403" y="112653"/>
                  </a:lnTo>
                  <a:lnTo>
                    <a:pt x="635711" y="112653"/>
                  </a:lnTo>
                  <a:lnTo>
                    <a:pt x="629019" y="112653"/>
                  </a:lnTo>
                  <a:lnTo>
                    <a:pt x="622328" y="112653"/>
                  </a:lnTo>
                  <a:lnTo>
                    <a:pt x="615636" y="112653"/>
                  </a:lnTo>
                  <a:lnTo>
                    <a:pt x="608944" y="112653"/>
                  </a:lnTo>
                  <a:lnTo>
                    <a:pt x="602253" y="112653"/>
                  </a:lnTo>
                  <a:lnTo>
                    <a:pt x="595561" y="112653"/>
                  </a:lnTo>
                  <a:lnTo>
                    <a:pt x="588869" y="112653"/>
                  </a:lnTo>
                  <a:lnTo>
                    <a:pt x="582177" y="112653"/>
                  </a:lnTo>
                  <a:lnTo>
                    <a:pt x="575486" y="112653"/>
                  </a:lnTo>
                  <a:lnTo>
                    <a:pt x="568794" y="112653"/>
                  </a:lnTo>
                  <a:lnTo>
                    <a:pt x="562102" y="112653"/>
                  </a:lnTo>
                  <a:lnTo>
                    <a:pt x="555411" y="112653"/>
                  </a:lnTo>
                  <a:lnTo>
                    <a:pt x="548719" y="112653"/>
                  </a:lnTo>
                  <a:lnTo>
                    <a:pt x="542027" y="112653"/>
                  </a:lnTo>
                  <a:lnTo>
                    <a:pt x="535336" y="112653"/>
                  </a:lnTo>
                  <a:lnTo>
                    <a:pt x="528644" y="112653"/>
                  </a:lnTo>
                  <a:lnTo>
                    <a:pt x="521952" y="112653"/>
                  </a:lnTo>
                  <a:lnTo>
                    <a:pt x="515260" y="112653"/>
                  </a:lnTo>
                  <a:lnTo>
                    <a:pt x="508569" y="112653"/>
                  </a:lnTo>
                  <a:lnTo>
                    <a:pt x="501877" y="112653"/>
                  </a:lnTo>
                  <a:lnTo>
                    <a:pt x="495185" y="112653"/>
                  </a:lnTo>
                  <a:lnTo>
                    <a:pt x="488494" y="112653"/>
                  </a:lnTo>
                  <a:lnTo>
                    <a:pt x="481802" y="112653"/>
                  </a:lnTo>
                  <a:lnTo>
                    <a:pt x="475110" y="112653"/>
                  </a:lnTo>
                  <a:lnTo>
                    <a:pt x="468419" y="112653"/>
                  </a:lnTo>
                  <a:lnTo>
                    <a:pt x="461727" y="112653"/>
                  </a:lnTo>
                  <a:lnTo>
                    <a:pt x="455035" y="112653"/>
                  </a:lnTo>
                  <a:lnTo>
                    <a:pt x="448343" y="112653"/>
                  </a:lnTo>
                  <a:lnTo>
                    <a:pt x="441652" y="112653"/>
                  </a:lnTo>
                  <a:lnTo>
                    <a:pt x="434960" y="112653"/>
                  </a:lnTo>
                  <a:lnTo>
                    <a:pt x="428268" y="112653"/>
                  </a:lnTo>
                  <a:lnTo>
                    <a:pt x="421577" y="112653"/>
                  </a:lnTo>
                  <a:lnTo>
                    <a:pt x="414885" y="112653"/>
                  </a:lnTo>
                  <a:lnTo>
                    <a:pt x="408193" y="112653"/>
                  </a:lnTo>
                  <a:lnTo>
                    <a:pt x="401502" y="112653"/>
                  </a:lnTo>
                  <a:lnTo>
                    <a:pt x="394810" y="112653"/>
                  </a:lnTo>
                  <a:lnTo>
                    <a:pt x="388118" y="112653"/>
                  </a:lnTo>
                  <a:lnTo>
                    <a:pt x="381426" y="112653"/>
                  </a:lnTo>
                  <a:lnTo>
                    <a:pt x="374735" y="112653"/>
                  </a:lnTo>
                  <a:lnTo>
                    <a:pt x="368043" y="112653"/>
                  </a:lnTo>
                  <a:lnTo>
                    <a:pt x="361351" y="112653"/>
                  </a:lnTo>
                  <a:lnTo>
                    <a:pt x="354660" y="112653"/>
                  </a:lnTo>
                  <a:lnTo>
                    <a:pt x="347968" y="112653"/>
                  </a:lnTo>
                  <a:lnTo>
                    <a:pt x="341276" y="112653"/>
                  </a:lnTo>
                  <a:lnTo>
                    <a:pt x="334585" y="112653"/>
                  </a:lnTo>
                  <a:lnTo>
                    <a:pt x="327893" y="112653"/>
                  </a:lnTo>
                  <a:lnTo>
                    <a:pt x="321201" y="112653"/>
                  </a:lnTo>
                  <a:lnTo>
                    <a:pt x="314509" y="112653"/>
                  </a:lnTo>
                  <a:lnTo>
                    <a:pt x="307818" y="112653"/>
                  </a:lnTo>
                  <a:lnTo>
                    <a:pt x="301126" y="112653"/>
                  </a:lnTo>
                  <a:lnTo>
                    <a:pt x="294434" y="112653"/>
                  </a:lnTo>
                  <a:lnTo>
                    <a:pt x="287743" y="112653"/>
                  </a:lnTo>
                  <a:lnTo>
                    <a:pt x="281051" y="112653"/>
                  </a:lnTo>
                  <a:lnTo>
                    <a:pt x="274359" y="112653"/>
                  </a:lnTo>
                  <a:lnTo>
                    <a:pt x="267668" y="112653"/>
                  </a:lnTo>
                  <a:lnTo>
                    <a:pt x="260976" y="112653"/>
                  </a:lnTo>
                  <a:lnTo>
                    <a:pt x="254284" y="112653"/>
                  </a:lnTo>
                  <a:lnTo>
                    <a:pt x="247592" y="112653"/>
                  </a:lnTo>
                  <a:lnTo>
                    <a:pt x="240901" y="112653"/>
                  </a:lnTo>
                  <a:lnTo>
                    <a:pt x="234209" y="112653"/>
                  </a:lnTo>
                  <a:lnTo>
                    <a:pt x="227517" y="112653"/>
                  </a:lnTo>
                  <a:lnTo>
                    <a:pt x="220826" y="112653"/>
                  </a:lnTo>
                  <a:lnTo>
                    <a:pt x="214134" y="112653"/>
                  </a:lnTo>
                  <a:lnTo>
                    <a:pt x="207442" y="112653"/>
                  </a:lnTo>
                  <a:lnTo>
                    <a:pt x="200751" y="112653"/>
                  </a:lnTo>
                  <a:lnTo>
                    <a:pt x="194059" y="112653"/>
                  </a:lnTo>
                  <a:lnTo>
                    <a:pt x="187367" y="112653"/>
                  </a:lnTo>
                  <a:lnTo>
                    <a:pt x="180675" y="112653"/>
                  </a:lnTo>
                  <a:lnTo>
                    <a:pt x="173984" y="112653"/>
                  </a:lnTo>
                  <a:lnTo>
                    <a:pt x="167292" y="112653"/>
                  </a:lnTo>
                  <a:lnTo>
                    <a:pt x="160600" y="112653"/>
                  </a:lnTo>
                  <a:lnTo>
                    <a:pt x="153909" y="112653"/>
                  </a:lnTo>
                  <a:lnTo>
                    <a:pt x="147217" y="112653"/>
                  </a:lnTo>
                  <a:lnTo>
                    <a:pt x="140525" y="112653"/>
                  </a:lnTo>
                  <a:lnTo>
                    <a:pt x="133834" y="112653"/>
                  </a:lnTo>
                  <a:lnTo>
                    <a:pt x="127142" y="112653"/>
                  </a:lnTo>
                  <a:lnTo>
                    <a:pt x="120450" y="112653"/>
                  </a:lnTo>
                  <a:lnTo>
                    <a:pt x="113758" y="112653"/>
                  </a:lnTo>
                  <a:lnTo>
                    <a:pt x="107067" y="112653"/>
                  </a:lnTo>
                  <a:lnTo>
                    <a:pt x="100375" y="112653"/>
                  </a:lnTo>
                  <a:lnTo>
                    <a:pt x="93683" y="112653"/>
                  </a:lnTo>
                  <a:lnTo>
                    <a:pt x="86992" y="112653"/>
                  </a:lnTo>
                  <a:lnTo>
                    <a:pt x="80300" y="112653"/>
                  </a:lnTo>
                  <a:lnTo>
                    <a:pt x="73608" y="112653"/>
                  </a:lnTo>
                  <a:lnTo>
                    <a:pt x="66917" y="112653"/>
                  </a:lnTo>
                  <a:lnTo>
                    <a:pt x="60225" y="112653"/>
                  </a:lnTo>
                  <a:lnTo>
                    <a:pt x="53533" y="112653"/>
                  </a:lnTo>
                  <a:lnTo>
                    <a:pt x="46841" y="112653"/>
                  </a:lnTo>
                  <a:lnTo>
                    <a:pt x="40150" y="112653"/>
                  </a:lnTo>
                  <a:lnTo>
                    <a:pt x="33458" y="112653"/>
                  </a:lnTo>
                  <a:lnTo>
                    <a:pt x="26766" y="112653"/>
                  </a:lnTo>
                  <a:lnTo>
                    <a:pt x="20075" y="112653"/>
                  </a:lnTo>
                  <a:lnTo>
                    <a:pt x="13383" y="112653"/>
                  </a:lnTo>
                  <a:lnTo>
                    <a:pt x="6691" y="112653"/>
                  </a:lnTo>
                  <a:lnTo>
                    <a:pt x="0" y="112653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4985234" y="1980145"/>
              <a:ext cx="1496018" cy="112653"/>
            </a:xfrm>
            <a:custGeom>
              <a:avLst/>
              <a:pathLst>
                <a:path w="1496018" h="112653">
                  <a:moveTo>
                    <a:pt x="0" y="0"/>
                  </a:moveTo>
                  <a:lnTo>
                    <a:pt x="2992" y="0"/>
                  </a:lnTo>
                  <a:lnTo>
                    <a:pt x="5984" y="0"/>
                  </a:lnTo>
                  <a:lnTo>
                    <a:pt x="8976" y="0"/>
                  </a:lnTo>
                  <a:lnTo>
                    <a:pt x="11968" y="0"/>
                  </a:lnTo>
                  <a:lnTo>
                    <a:pt x="14960" y="0"/>
                  </a:lnTo>
                  <a:lnTo>
                    <a:pt x="17952" y="0"/>
                  </a:lnTo>
                  <a:lnTo>
                    <a:pt x="20944" y="0"/>
                  </a:lnTo>
                  <a:lnTo>
                    <a:pt x="23936" y="0"/>
                  </a:lnTo>
                  <a:lnTo>
                    <a:pt x="26928" y="0"/>
                  </a:lnTo>
                  <a:lnTo>
                    <a:pt x="29920" y="0"/>
                  </a:lnTo>
                  <a:lnTo>
                    <a:pt x="32912" y="0"/>
                  </a:lnTo>
                  <a:lnTo>
                    <a:pt x="35904" y="0"/>
                  </a:lnTo>
                  <a:lnTo>
                    <a:pt x="38896" y="0"/>
                  </a:lnTo>
                  <a:lnTo>
                    <a:pt x="41888" y="0"/>
                  </a:lnTo>
                  <a:lnTo>
                    <a:pt x="44880" y="0"/>
                  </a:lnTo>
                  <a:lnTo>
                    <a:pt x="47872" y="0"/>
                  </a:lnTo>
                  <a:lnTo>
                    <a:pt x="50864" y="0"/>
                  </a:lnTo>
                  <a:lnTo>
                    <a:pt x="53856" y="0"/>
                  </a:lnTo>
                  <a:lnTo>
                    <a:pt x="56848" y="0"/>
                  </a:lnTo>
                  <a:lnTo>
                    <a:pt x="59840" y="0"/>
                  </a:lnTo>
                  <a:lnTo>
                    <a:pt x="62832" y="0"/>
                  </a:lnTo>
                  <a:lnTo>
                    <a:pt x="65824" y="0"/>
                  </a:lnTo>
                  <a:lnTo>
                    <a:pt x="68816" y="0"/>
                  </a:lnTo>
                  <a:lnTo>
                    <a:pt x="71808" y="0"/>
                  </a:lnTo>
                  <a:lnTo>
                    <a:pt x="74800" y="0"/>
                  </a:lnTo>
                  <a:lnTo>
                    <a:pt x="77792" y="0"/>
                  </a:lnTo>
                  <a:lnTo>
                    <a:pt x="80784" y="0"/>
                  </a:lnTo>
                  <a:lnTo>
                    <a:pt x="83777" y="0"/>
                  </a:lnTo>
                  <a:lnTo>
                    <a:pt x="86769" y="0"/>
                  </a:lnTo>
                  <a:lnTo>
                    <a:pt x="89761" y="0"/>
                  </a:lnTo>
                  <a:lnTo>
                    <a:pt x="92753" y="0"/>
                  </a:lnTo>
                  <a:lnTo>
                    <a:pt x="95745" y="0"/>
                  </a:lnTo>
                  <a:lnTo>
                    <a:pt x="98737" y="0"/>
                  </a:lnTo>
                  <a:lnTo>
                    <a:pt x="101729" y="0"/>
                  </a:lnTo>
                  <a:lnTo>
                    <a:pt x="104721" y="0"/>
                  </a:lnTo>
                  <a:lnTo>
                    <a:pt x="107713" y="0"/>
                  </a:lnTo>
                  <a:lnTo>
                    <a:pt x="110705" y="0"/>
                  </a:lnTo>
                  <a:lnTo>
                    <a:pt x="113697" y="0"/>
                  </a:lnTo>
                  <a:lnTo>
                    <a:pt x="116689" y="0"/>
                  </a:lnTo>
                  <a:lnTo>
                    <a:pt x="119681" y="0"/>
                  </a:lnTo>
                  <a:lnTo>
                    <a:pt x="122673" y="0"/>
                  </a:lnTo>
                  <a:lnTo>
                    <a:pt x="125665" y="0"/>
                  </a:lnTo>
                  <a:lnTo>
                    <a:pt x="128657" y="0"/>
                  </a:lnTo>
                  <a:lnTo>
                    <a:pt x="131649" y="0"/>
                  </a:lnTo>
                  <a:lnTo>
                    <a:pt x="134641" y="0"/>
                  </a:lnTo>
                  <a:lnTo>
                    <a:pt x="137633" y="0"/>
                  </a:lnTo>
                  <a:lnTo>
                    <a:pt x="140625" y="0"/>
                  </a:lnTo>
                  <a:lnTo>
                    <a:pt x="143617" y="0"/>
                  </a:lnTo>
                  <a:lnTo>
                    <a:pt x="146609" y="0"/>
                  </a:lnTo>
                  <a:lnTo>
                    <a:pt x="149601" y="0"/>
                  </a:lnTo>
                  <a:lnTo>
                    <a:pt x="152593" y="0"/>
                  </a:lnTo>
                  <a:lnTo>
                    <a:pt x="155585" y="0"/>
                  </a:lnTo>
                  <a:lnTo>
                    <a:pt x="158577" y="0"/>
                  </a:lnTo>
                  <a:lnTo>
                    <a:pt x="161569" y="0"/>
                  </a:lnTo>
                  <a:lnTo>
                    <a:pt x="164562" y="0"/>
                  </a:lnTo>
                  <a:lnTo>
                    <a:pt x="167554" y="0"/>
                  </a:lnTo>
                  <a:lnTo>
                    <a:pt x="170546" y="0"/>
                  </a:lnTo>
                  <a:lnTo>
                    <a:pt x="173538" y="0"/>
                  </a:lnTo>
                  <a:lnTo>
                    <a:pt x="176530" y="0"/>
                  </a:lnTo>
                  <a:lnTo>
                    <a:pt x="179522" y="0"/>
                  </a:lnTo>
                  <a:lnTo>
                    <a:pt x="182514" y="0"/>
                  </a:lnTo>
                  <a:lnTo>
                    <a:pt x="185506" y="0"/>
                  </a:lnTo>
                  <a:lnTo>
                    <a:pt x="188498" y="0"/>
                  </a:lnTo>
                  <a:lnTo>
                    <a:pt x="191490" y="0"/>
                  </a:lnTo>
                  <a:lnTo>
                    <a:pt x="194482" y="0"/>
                  </a:lnTo>
                  <a:lnTo>
                    <a:pt x="197474" y="0"/>
                  </a:lnTo>
                  <a:lnTo>
                    <a:pt x="200466" y="0"/>
                  </a:lnTo>
                  <a:lnTo>
                    <a:pt x="203458" y="0"/>
                  </a:lnTo>
                  <a:lnTo>
                    <a:pt x="206450" y="0"/>
                  </a:lnTo>
                  <a:lnTo>
                    <a:pt x="209442" y="0"/>
                  </a:lnTo>
                  <a:lnTo>
                    <a:pt x="212434" y="0"/>
                  </a:lnTo>
                  <a:lnTo>
                    <a:pt x="215426" y="0"/>
                  </a:lnTo>
                  <a:lnTo>
                    <a:pt x="218418" y="0"/>
                  </a:lnTo>
                  <a:lnTo>
                    <a:pt x="221410" y="0"/>
                  </a:lnTo>
                  <a:lnTo>
                    <a:pt x="224402" y="0"/>
                  </a:lnTo>
                  <a:lnTo>
                    <a:pt x="227394" y="0"/>
                  </a:lnTo>
                  <a:lnTo>
                    <a:pt x="230386" y="0"/>
                  </a:lnTo>
                  <a:lnTo>
                    <a:pt x="233378" y="0"/>
                  </a:lnTo>
                  <a:lnTo>
                    <a:pt x="236370" y="0"/>
                  </a:lnTo>
                  <a:lnTo>
                    <a:pt x="239362" y="0"/>
                  </a:lnTo>
                  <a:lnTo>
                    <a:pt x="242354" y="0"/>
                  </a:lnTo>
                  <a:lnTo>
                    <a:pt x="245346" y="0"/>
                  </a:lnTo>
                  <a:lnTo>
                    <a:pt x="248339" y="0"/>
                  </a:lnTo>
                  <a:lnTo>
                    <a:pt x="251331" y="0"/>
                  </a:lnTo>
                  <a:lnTo>
                    <a:pt x="254323" y="0"/>
                  </a:lnTo>
                  <a:lnTo>
                    <a:pt x="257315" y="0"/>
                  </a:lnTo>
                  <a:lnTo>
                    <a:pt x="260307" y="0"/>
                  </a:lnTo>
                  <a:lnTo>
                    <a:pt x="263299" y="0"/>
                  </a:lnTo>
                  <a:lnTo>
                    <a:pt x="266291" y="0"/>
                  </a:lnTo>
                  <a:lnTo>
                    <a:pt x="269283" y="0"/>
                  </a:lnTo>
                  <a:lnTo>
                    <a:pt x="272275" y="0"/>
                  </a:lnTo>
                  <a:lnTo>
                    <a:pt x="275267" y="0"/>
                  </a:lnTo>
                  <a:lnTo>
                    <a:pt x="278259" y="0"/>
                  </a:lnTo>
                  <a:lnTo>
                    <a:pt x="281251" y="0"/>
                  </a:lnTo>
                  <a:lnTo>
                    <a:pt x="284243" y="0"/>
                  </a:lnTo>
                  <a:lnTo>
                    <a:pt x="287235" y="0"/>
                  </a:lnTo>
                  <a:lnTo>
                    <a:pt x="290227" y="0"/>
                  </a:lnTo>
                  <a:lnTo>
                    <a:pt x="293219" y="0"/>
                  </a:lnTo>
                  <a:lnTo>
                    <a:pt x="296211" y="0"/>
                  </a:lnTo>
                  <a:lnTo>
                    <a:pt x="299203" y="0"/>
                  </a:lnTo>
                  <a:lnTo>
                    <a:pt x="302195" y="0"/>
                  </a:lnTo>
                  <a:lnTo>
                    <a:pt x="305187" y="0"/>
                  </a:lnTo>
                  <a:lnTo>
                    <a:pt x="308179" y="0"/>
                  </a:lnTo>
                  <a:lnTo>
                    <a:pt x="311171" y="0"/>
                  </a:lnTo>
                  <a:lnTo>
                    <a:pt x="314163" y="0"/>
                  </a:lnTo>
                  <a:lnTo>
                    <a:pt x="317155" y="0"/>
                  </a:lnTo>
                  <a:lnTo>
                    <a:pt x="320147" y="0"/>
                  </a:lnTo>
                  <a:lnTo>
                    <a:pt x="323139" y="0"/>
                  </a:lnTo>
                  <a:lnTo>
                    <a:pt x="326131" y="0"/>
                  </a:lnTo>
                  <a:lnTo>
                    <a:pt x="329124" y="0"/>
                  </a:lnTo>
                  <a:lnTo>
                    <a:pt x="332116" y="0"/>
                  </a:lnTo>
                  <a:lnTo>
                    <a:pt x="335108" y="0"/>
                  </a:lnTo>
                  <a:lnTo>
                    <a:pt x="338100" y="0"/>
                  </a:lnTo>
                  <a:lnTo>
                    <a:pt x="341092" y="0"/>
                  </a:lnTo>
                  <a:lnTo>
                    <a:pt x="344084" y="0"/>
                  </a:lnTo>
                  <a:lnTo>
                    <a:pt x="347076" y="0"/>
                  </a:lnTo>
                  <a:lnTo>
                    <a:pt x="350068" y="0"/>
                  </a:lnTo>
                  <a:lnTo>
                    <a:pt x="353060" y="0"/>
                  </a:lnTo>
                  <a:lnTo>
                    <a:pt x="356052" y="0"/>
                  </a:lnTo>
                  <a:lnTo>
                    <a:pt x="359044" y="0"/>
                  </a:lnTo>
                  <a:lnTo>
                    <a:pt x="362036" y="0"/>
                  </a:lnTo>
                  <a:lnTo>
                    <a:pt x="365028" y="0"/>
                  </a:lnTo>
                  <a:lnTo>
                    <a:pt x="368020" y="0"/>
                  </a:lnTo>
                  <a:lnTo>
                    <a:pt x="371012" y="0"/>
                  </a:lnTo>
                  <a:lnTo>
                    <a:pt x="374004" y="0"/>
                  </a:lnTo>
                  <a:lnTo>
                    <a:pt x="376996" y="0"/>
                  </a:lnTo>
                  <a:lnTo>
                    <a:pt x="379988" y="0"/>
                  </a:lnTo>
                  <a:lnTo>
                    <a:pt x="382980" y="0"/>
                  </a:lnTo>
                  <a:lnTo>
                    <a:pt x="385972" y="0"/>
                  </a:lnTo>
                  <a:lnTo>
                    <a:pt x="388964" y="0"/>
                  </a:lnTo>
                  <a:lnTo>
                    <a:pt x="391956" y="0"/>
                  </a:lnTo>
                  <a:lnTo>
                    <a:pt x="394948" y="0"/>
                  </a:lnTo>
                  <a:lnTo>
                    <a:pt x="397940" y="0"/>
                  </a:lnTo>
                  <a:lnTo>
                    <a:pt x="400932" y="0"/>
                  </a:lnTo>
                  <a:lnTo>
                    <a:pt x="403924" y="0"/>
                  </a:lnTo>
                  <a:lnTo>
                    <a:pt x="406916" y="0"/>
                  </a:lnTo>
                  <a:lnTo>
                    <a:pt x="409908" y="0"/>
                  </a:lnTo>
                  <a:lnTo>
                    <a:pt x="412901" y="0"/>
                  </a:lnTo>
                  <a:lnTo>
                    <a:pt x="415893" y="0"/>
                  </a:lnTo>
                  <a:lnTo>
                    <a:pt x="418885" y="0"/>
                  </a:lnTo>
                  <a:lnTo>
                    <a:pt x="421877" y="0"/>
                  </a:lnTo>
                  <a:lnTo>
                    <a:pt x="424869" y="0"/>
                  </a:lnTo>
                  <a:lnTo>
                    <a:pt x="427861" y="0"/>
                  </a:lnTo>
                  <a:lnTo>
                    <a:pt x="430853" y="0"/>
                  </a:lnTo>
                  <a:lnTo>
                    <a:pt x="433845" y="0"/>
                  </a:lnTo>
                  <a:lnTo>
                    <a:pt x="436837" y="0"/>
                  </a:lnTo>
                  <a:lnTo>
                    <a:pt x="439829" y="0"/>
                  </a:lnTo>
                  <a:lnTo>
                    <a:pt x="442821" y="0"/>
                  </a:lnTo>
                  <a:lnTo>
                    <a:pt x="445813" y="0"/>
                  </a:lnTo>
                  <a:lnTo>
                    <a:pt x="448805" y="0"/>
                  </a:lnTo>
                  <a:lnTo>
                    <a:pt x="451797" y="0"/>
                  </a:lnTo>
                  <a:lnTo>
                    <a:pt x="454789" y="0"/>
                  </a:lnTo>
                  <a:lnTo>
                    <a:pt x="457781" y="0"/>
                  </a:lnTo>
                  <a:lnTo>
                    <a:pt x="460773" y="0"/>
                  </a:lnTo>
                  <a:lnTo>
                    <a:pt x="463765" y="0"/>
                  </a:lnTo>
                  <a:lnTo>
                    <a:pt x="466757" y="0"/>
                  </a:lnTo>
                  <a:lnTo>
                    <a:pt x="469749" y="0"/>
                  </a:lnTo>
                  <a:lnTo>
                    <a:pt x="472741" y="0"/>
                  </a:lnTo>
                  <a:lnTo>
                    <a:pt x="475733" y="0"/>
                  </a:lnTo>
                  <a:lnTo>
                    <a:pt x="478725" y="0"/>
                  </a:lnTo>
                  <a:lnTo>
                    <a:pt x="481717" y="0"/>
                  </a:lnTo>
                  <a:lnTo>
                    <a:pt x="484709" y="0"/>
                  </a:lnTo>
                  <a:lnTo>
                    <a:pt x="487701" y="0"/>
                  </a:lnTo>
                  <a:lnTo>
                    <a:pt x="490693" y="0"/>
                  </a:lnTo>
                  <a:lnTo>
                    <a:pt x="493686" y="0"/>
                  </a:lnTo>
                  <a:lnTo>
                    <a:pt x="496678" y="0"/>
                  </a:lnTo>
                  <a:lnTo>
                    <a:pt x="499670" y="0"/>
                  </a:lnTo>
                  <a:lnTo>
                    <a:pt x="502662" y="0"/>
                  </a:lnTo>
                  <a:lnTo>
                    <a:pt x="505654" y="0"/>
                  </a:lnTo>
                  <a:lnTo>
                    <a:pt x="508646" y="0"/>
                  </a:lnTo>
                  <a:lnTo>
                    <a:pt x="511638" y="0"/>
                  </a:lnTo>
                  <a:lnTo>
                    <a:pt x="514630" y="0"/>
                  </a:lnTo>
                  <a:lnTo>
                    <a:pt x="517622" y="0"/>
                  </a:lnTo>
                  <a:lnTo>
                    <a:pt x="520614" y="0"/>
                  </a:lnTo>
                  <a:lnTo>
                    <a:pt x="523606" y="0"/>
                  </a:lnTo>
                  <a:lnTo>
                    <a:pt x="526598" y="0"/>
                  </a:lnTo>
                  <a:lnTo>
                    <a:pt x="529590" y="0"/>
                  </a:lnTo>
                  <a:lnTo>
                    <a:pt x="532582" y="0"/>
                  </a:lnTo>
                  <a:lnTo>
                    <a:pt x="535574" y="0"/>
                  </a:lnTo>
                  <a:lnTo>
                    <a:pt x="538566" y="0"/>
                  </a:lnTo>
                  <a:lnTo>
                    <a:pt x="541558" y="0"/>
                  </a:lnTo>
                  <a:lnTo>
                    <a:pt x="544550" y="0"/>
                  </a:lnTo>
                  <a:lnTo>
                    <a:pt x="547542" y="0"/>
                  </a:lnTo>
                  <a:lnTo>
                    <a:pt x="550534" y="0"/>
                  </a:lnTo>
                  <a:lnTo>
                    <a:pt x="553526" y="0"/>
                  </a:lnTo>
                  <a:lnTo>
                    <a:pt x="556518" y="0"/>
                  </a:lnTo>
                  <a:lnTo>
                    <a:pt x="559510" y="0"/>
                  </a:lnTo>
                  <a:lnTo>
                    <a:pt x="562502" y="0"/>
                  </a:lnTo>
                  <a:lnTo>
                    <a:pt x="565494" y="0"/>
                  </a:lnTo>
                  <a:lnTo>
                    <a:pt x="568486" y="0"/>
                  </a:lnTo>
                  <a:lnTo>
                    <a:pt x="571478" y="0"/>
                  </a:lnTo>
                  <a:lnTo>
                    <a:pt x="574471" y="0"/>
                  </a:lnTo>
                  <a:lnTo>
                    <a:pt x="577463" y="0"/>
                  </a:lnTo>
                  <a:lnTo>
                    <a:pt x="580455" y="0"/>
                  </a:lnTo>
                  <a:lnTo>
                    <a:pt x="583447" y="0"/>
                  </a:lnTo>
                  <a:lnTo>
                    <a:pt x="586439" y="0"/>
                  </a:lnTo>
                  <a:lnTo>
                    <a:pt x="589431" y="0"/>
                  </a:lnTo>
                  <a:lnTo>
                    <a:pt x="592423" y="0"/>
                  </a:lnTo>
                  <a:lnTo>
                    <a:pt x="595415" y="0"/>
                  </a:lnTo>
                  <a:lnTo>
                    <a:pt x="598407" y="0"/>
                  </a:lnTo>
                  <a:lnTo>
                    <a:pt x="601399" y="0"/>
                  </a:lnTo>
                  <a:lnTo>
                    <a:pt x="604391" y="0"/>
                  </a:lnTo>
                  <a:lnTo>
                    <a:pt x="607383" y="0"/>
                  </a:lnTo>
                  <a:lnTo>
                    <a:pt x="610375" y="0"/>
                  </a:lnTo>
                  <a:lnTo>
                    <a:pt x="613367" y="0"/>
                  </a:lnTo>
                  <a:lnTo>
                    <a:pt x="616359" y="0"/>
                  </a:lnTo>
                  <a:lnTo>
                    <a:pt x="619351" y="0"/>
                  </a:lnTo>
                  <a:lnTo>
                    <a:pt x="622343" y="0"/>
                  </a:lnTo>
                  <a:lnTo>
                    <a:pt x="625335" y="0"/>
                  </a:lnTo>
                  <a:lnTo>
                    <a:pt x="628327" y="0"/>
                  </a:lnTo>
                  <a:lnTo>
                    <a:pt x="631319" y="0"/>
                  </a:lnTo>
                  <a:lnTo>
                    <a:pt x="634311" y="0"/>
                  </a:lnTo>
                  <a:lnTo>
                    <a:pt x="637303" y="0"/>
                  </a:lnTo>
                  <a:lnTo>
                    <a:pt x="640295" y="0"/>
                  </a:lnTo>
                  <a:lnTo>
                    <a:pt x="643287" y="0"/>
                  </a:lnTo>
                  <a:lnTo>
                    <a:pt x="646279" y="0"/>
                  </a:lnTo>
                  <a:lnTo>
                    <a:pt x="649271" y="0"/>
                  </a:lnTo>
                  <a:lnTo>
                    <a:pt x="652263" y="0"/>
                  </a:lnTo>
                  <a:lnTo>
                    <a:pt x="655255" y="0"/>
                  </a:lnTo>
                  <a:lnTo>
                    <a:pt x="658248" y="0"/>
                  </a:lnTo>
                  <a:lnTo>
                    <a:pt x="661240" y="0"/>
                  </a:lnTo>
                  <a:lnTo>
                    <a:pt x="664232" y="0"/>
                  </a:lnTo>
                  <a:lnTo>
                    <a:pt x="667224" y="0"/>
                  </a:lnTo>
                  <a:lnTo>
                    <a:pt x="670216" y="0"/>
                  </a:lnTo>
                  <a:lnTo>
                    <a:pt x="673208" y="0"/>
                  </a:lnTo>
                  <a:lnTo>
                    <a:pt x="676200" y="0"/>
                  </a:lnTo>
                  <a:lnTo>
                    <a:pt x="679192" y="0"/>
                  </a:lnTo>
                  <a:lnTo>
                    <a:pt x="682184" y="0"/>
                  </a:lnTo>
                  <a:lnTo>
                    <a:pt x="685176" y="0"/>
                  </a:lnTo>
                  <a:lnTo>
                    <a:pt x="688168" y="0"/>
                  </a:lnTo>
                  <a:lnTo>
                    <a:pt x="691160" y="0"/>
                  </a:lnTo>
                  <a:lnTo>
                    <a:pt x="694152" y="0"/>
                  </a:lnTo>
                  <a:lnTo>
                    <a:pt x="697144" y="0"/>
                  </a:lnTo>
                  <a:lnTo>
                    <a:pt x="700136" y="0"/>
                  </a:lnTo>
                  <a:lnTo>
                    <a:pt x="703128" y="0"/>
                  </a:lnTo>
                  <a:lnTo>
                    <a:pt x="706120" y="0"/>
                  </a:lnTo>
                  <a:lnTo>
                    <a:pt x="709112" y="0"/>
                  </a:lnTo>
                  <a:lnTo>
                    <a:pt x="712104" y="0"/>
                  </a:lnTo>
                  <a:lnTo>
                    <a:pt x="715096" y="0"/>
                  </a:lnTo>
                  <a:lnTo>
                    <a:pt x="718088" y="0"/>
                  </a:lnTo>
                  <a:lnTo>
                    <a:pt x="721080" y="0"/>
                  </a:lnTo>
                  <a:lnTo>
                    <a:pt x="724072" y="0"/>
                  </a:lnTo>
                  <a:lnTo>
                    <a:pt x="727064" y="0"/>
                  </a:lnTo>
                  <a:lnTo>
                    <a:pt x="730056" y="0"/>
                  </a:lnTo>
                  <a:lnTo>
                    <a:pt x="733048" y="0"/>
                  </a:lnTo>
                  <a:lnTo>
                    <a:pt x="736040" y="0"/>
                  </a:lnTo>
                  <a:lnTo>
                    <a:pt x="739033" y="0"/>
                  </a:lnTo>
                  <a:lnTo>
                    <a:pt x="742025" y="0"/>
                  </a:lnTo>
                  <a:lnTo>
                    <a:pt x="745017" y="0"/>
                  </a:lnTo>
                  <a:lnTo>
                    <a:pt x="748009" y="0"/>
                  </a:lnTo>
                  <a:lnTo>
                    <a:pt x="751001" y="0"/>
                  </a:lnTo>
                  <a:lnTo>
                    <a:pt x="753993" y="0"/>
                  </a:lnTo>
                  <a:lnTo>
                    <a:pt x="756985" y="0"/>
                  </a:lnTo>
                  <a:lnTo>
                    <a:pt x="759977" y="0"/>
                  </a:lnTo>
                  <a:lnTo>
                    <a:pt x="762969" y="0"/>
                  </a:lnTo>
                  <a:lnTo>
                    <a:pt x="765961" y="0"/>
                  </a:lnTo>
                  <a:lnTo>
                    <a:pt x="768953" y="0"/>
                  </a:lnTo>
                  <a:lnTo>
                    <a:pt x="771945" y="0"/>
                  </a:lnTo>
                  <a:lnTo>
                    <a:pt x="774937" y="0"/>
                  </a:lnTo>
                  <a:lnTo>
                    <a:pt x="777929" y="0"/>
                  </a:lnTo>
                  <a:lnTo>
                    <a:pt x="780921" y="0"/>
                  </a:lnTo>
                  <a:lnTo>
                    <a:pt x="783913" y="0"/>
                  </a:lnTo>
                  <a:lnTo>
                    <a:pt x="786905" y="0"/>
                  </a:lnTo>
                  <a:lnTo>
                    <a:pt x="789897" y="0"/>
                  </a:lnTo>
                  <a:lnTo>
                    <a:pt x="792889" y="0"/>
                  </a:lnTo>
                  <a:lnTo>
                    <a:pt x="795881" y="0"/>
                  </a:lnTo>
                  <a:lnTo>
                    <a:pt x="798873" y="0"/>
                  </a:lnTo>
                  <a:lnTo>
                    <a:pt x="801865" y="0"/>
                  </a:lnTo>
                  <a:lnTo>
                    <a:pt x="804857" y="0"/>
                  </a:lnTo>
                  <a:lnTo>
                    <a:pt x="807849" y="0"/>
                  </a:lnTo>
                  <a:lnTo>
                    <a:pt x="810841" y="0"/>
                  </a:lnTo>
                  <a:lnTo>
                    <a:pt x="813833" y="0"/>
                  </a:lnTo>
                  <a:lnTo>
                    <a:pt x="816825" y="0"/>
                  </a:lnTo>
                  <a:lnTo>
                    <a:pt x="819817" y="0"/>
                  </a:lnTo>
                  <a:lnTo>
                    <a:pt x="822810" y="0"/>
                  </a:lnTo>
                  <a:lnTo>
                    <a:pt x="825802" y="0"/>
                  </a:lnTo>
                  <a:lnTo>
                    <a:pt x="828794" y="0"/>
                  </a:lnTo>
                  <a:lnTo>
                    <a:pt x="831786" y="0"/>
                  </a:lnTo>
                  <a:lnTo>
                    <a:pt x="834778" y="0"/>
                  </a:lnTo>
                  <a:lnTo>
                    <a:pt x="837770" y="0"/>
                  </a:lnTo>
                  <a:lnTo>
                    <a:pt x="840762" y="0"/>
                  </a:lnTo>
                  <a:lnTo>
                    <a:pt x="843754" y="0"/>
                  </a:lnTo>
                  <a:lnTo>
                    <a:pt x="846746" y="0"/>
                  </a:lnTo>
                  <a:lnTo>
                    <a:pt x="849738" y="0"/>
                  </a:lnTo>
                  <a:lnTo>
                    <a:pt x="852730" y="0"/>
                  </a:lnTo>
                  <a:lnTo>
                    <a:pt x="855722" y="0"/>
                  </a:lnTo>
                  <a:lnTo>
                    <a:pt x="858714" y="0"/>
                  </a:lnTo>
                  <a:lnTo>
                    <a:pt x="861706" y="0"/>
                  </a:lnTo>
                  <a:lnTo>
                    <a:pt x="864698" y="0"/>
                  </a:lnTo>
                  <a:lnTo>
                    <a:pt x="867690" y="0"/>
                  </a:lnTo>
                  <a:lnTo>
                    <a:pt x="870682" y="0"/>
                  </a:lnTo>
                  <a:lnTo>
                    <a:pt x="873674" y="0"/>
                  </a:lnTo>
                  <a:lnTo>
                    <a:pt x="876666" y="0"/>
                  </a:lnTo>
                  <a:lnTo>
                    <a:pt x="879658" y="0"/>
                  </a:lnTo>
                  <a:lnTo>
                    <a:pt x="882650" y="0"/>
                  </a:lnTo>
                  <a:lnTo>
                    <a:pt x="885642" y="0"/>
                  </a:lnTo>
                  <a:lnTo>
                    <a:pt x="888634" y="0"/>
                  </a:lnTo>
                  <a:lnTo>
                    <a:pt x="891626" y="0"/>
                  </a:lnTo>
                  <a:lnTo>
                    <a:pt x="894618" y="0"/>
                  </a:lnTo>
                  <a:lnTo>
                    <a:pt x="897610" y="0"/>
                  </a:lnTo>
                  <a:lnTo>
                    <a:pt x="900602" y="0"/>
                  </a:lnTo>
                  <a:lnTo>
                    <a:pt x="903595" y="0"/>
                  </a:lnTo>
                  <a:lnTo>
                    <a:pt x="906587" y="0"/>
                  </a:lnTo>
                  <a:lnTo>
                    <a:pt x="909579" y="0"/>
                  </a:lnTo>
                  <a:lnTo>
                    <a:pt x="912571" y="0"/>
                  </a:lnTo>
                  <a:lnTo>
                    <a:pt x="915563" y="0"/>
                  </a:lnTo>
                  <a:lnTo>
                    <a:pt x="918555" y="0"/>
                  </a:lnTo>
                  <a:lnTo>
                    <a:pt x="921547" y="0"/>
                  </a:lnTo>
                  <a:lnTo>
                    <a:pt x="924539" y="0"/>
                  </a:lnTo>
                  <a:lnTo>
                    <a:pt x="927531" y="0"/>
                  </a:lnTo>
                  <a:lnTo>
                    <a:pt x="930523" y="0"/>
                  </a:lnTo>
                  <a:lnTo>
                    <a:pt x="933515" y="0"/>
                  </a:lnTo>
                  <a:lnTo>
                    <a:pt x="936507" y="0"/>
                  </a:lnTo>
                  <a:lnTo>
                    <a:pt x="939499" y="0"/>
                  </a:lnTo>
                  <a:lnTo>
                    <a:pt x="942491" y="0"/>
                  </a:lnTo>
                  <a:lnTo>
                    <a:pt x="945483" y="0"/>
                  </a:lnTo>
                  <a:lnTo>
                    <a:pt x="948475" y="0"/>
                  </a:lnTo>
                  <a:lnTo>
                    <a:pt x="951467" y="0"/>
                  </a:lnTo>
                  <a:lnTo>
                    <a:pt x="954459" y="0"/>
                  </a:lnTo>
                  <a:lnTo>
                    <a:pt x="957451" y="0"/>
                  </a:lnTo>
                  <a:lnTo>
                    <a:pt x="960443" y="0"/>
                  </a:lnTo>
                  <a:lnTo>
                    <a:pt x="963435" y="0"/>
                  </a:lnTo>
                  <a:lnTo>
                    <a:pt x="966427" y="0"/>
                  </a:lnTo>
                  <a:lnTo>
                    <a:pt x="969419" y="0"/>
                  </a:lnTo>
                  <a:lnTo>
                    <a:pt x="972411" y="0"/>
                  </a:lnTo>
                  <a:lnTo>
                    <a:pt x="975403" y="0"/>
                  </a:lnTo>
                  <a:lnTo>
                    <a:pt x="978395" y="0"/>
                  </a:lnTo>
                  <a:lnTo>
                    <a:pt x="981387" y="0"/>
                  </a:lnTo>
                  <a:lnTo>
                    <a:pt x="984379" y="0"/>
                  </a:lnTo>
                  <a:lnTo>
                    <a:pt x="987372" y="0"/>
                  </a:lnTo>
                  <a:lnTo>
                    <a:pt x="990364" y="0"/>
                  </a:lnTo>
                  <a:lnTo>
                    <a:pt x="993356" y="0"/>
                  </a:lnTo>
                  <a:lnTo>
                    <a:pt x="996348" y="0"/>
                  </a:lnTo>
                  <a:lnTo>
                    <a:pt x="999340" y="0"/>
                  </a:lnTo>
                  <a:lnTo>
                    <a:pt x="1002332" y="0"/>
                  </a:lnTo>
                  <a:lnTo>
                    <a:pt x="1005324" y="0"/>
                  </a:lnTo>
                  <a:lnTo>
                    <a:pt x="1008316" y="0"/>
                  </a:lnTo>
                  <a:lnTo>
                    <a:pt x="1011308" y="0"/>
                  </a:lnTo>
                  <a:lnTo>
                    <a:pt x="1014300" y="0"/>
                  </a:lnTo>
                  <a:lnTo>
                    <a:pt x="1017292" y="0"/>
                  </a:lnTo>
                  <a:lnTo>
                    <a:pt x="1020284" y="0"/>
                  </a:lnTo>
                  <a:lnTo>
                    <a:pt x="1023276" y="0"/>
                  </a:lnTo>
                  <a:lnTo>
                    <a:pt x="1026268" y="0"/>
                  </a:lnTo>
                  <a:lnTo>
                    <a:pt x="1029260" y="0"/>
                  </a:lnTo>
                  <a:lnTo>
                    <a:pt x="1032252" y="0"/>
                  </a:lnTo>
                  <a:lnTo>
                    <a:pt x="1035244" y="0"/>
                  </a:lnTo>
                  <a:lnTo>
                    <a:pt x="1038236" y="0"/>
                  </a:lnTo>
                  <a:lnTo>
                    <a:pt x="1041228" y="0"/>
                  </a:lnTo>
                  <a:lnTo>
                    <a:pt x="1044220" y="0"/>
                  </a:lnTo>
                  <a:lnTo>
                    <a:pt x="1047212" y="0"/>
                  </a:lnTo>
                  <a:lnTo>
                    <a:pt x="1050204" y="0"/>
                  </a:lnTo>
                  <a:lnTo>
                    <a:pt x="1053196" y="0"/>
                  </a:lnTo>
                  <a:lnTo>
                    <a:pt x="1056188" y="0"/>
                  </a:lnTo>
                  <a:lnTo>
                    <a:pt x="1059180" y="0"/>
                  </a:lnTo>
                  <a:lnTo>
                    <a:pt x="1062172" y="0"/>
                  </a:lnTo>
                  <a:lnTo>
                    <a:pt x="1065164" y="0"/>
                  </a:lnTo>
                  <a:lnTo>
                    <a:pt x="1068157" y="0"/>
                  </a:lnTo>
                  <a:lnTo>
                    <a:pt x="1071149" y="0"/>
                  </a:lnTo>
                  <a:lnTo>
                    <a:pt x="1074141" y="0"/>
                  </a:lnTo>
                  <a:lnTo>
                    <a:pt x="1077133" y="0"/>
                  </a:lnTo>
                  <a:lnTo>
                    <a:pt x="1080125" y="0"/>
                  </a:lnTo>
                  <a:lnTo>
                    <a:pt x="1083117" y="0"/>
                  </a:lnTo>
                  <a:lnTo>
                    <a:pt x="1086109" y="0"/>
                  </a:lnTo>
                  <a:lnTo>
                    <a:pt x="1089101" y="0"/>
                  </a:lnTo>
                  <a:lnTo>
                    <a:pt x="1092093" y="0"/>
                  </a:lnTo>
                  <a:lnTo>
                    <a:pt x="1095085" y="0"/>
                  </a:lnTo>
                  <a:lnTo>
                    <a:pt x="1098077" y="0"/>
                  </a:lnTo>
                  <a:lnTo>
                    <a:pt x="1101069" y="0"/>
                  </a:lnTo>
                  <a:lnTo>
                    <a:pt x="1104061" y="0"/>
                  </a:lnTo>
                  <a:lnTo>
                    <a:pt x="1107053" y="0"/>
                  </a:lnTo>
                  <a:lnTo>
                    <a:pt x="1110045" y="0"/>
                  </a:lnTo>
                  <a:lnTo>
                    <a:pt x="1113037" y="0"/>
                  </a:lnTo>
                  <a:lnTo>
                    <a:pt x="1116029" y="0"/>
                  </a:lnTo>
                  <a:lnTo>
                    <a:pt x="1119021" y="0"/>
                  </a:lnTo>
                  <a:lnTo>
                    <a:pt x="1122013" y="0"/>
                  </a:lnTo>
                  <a:lnTo>
                    <a:pt x="1125005" y="0"/>
                  </a:lnTo>
                  <a:lnTo>
                    <a:pt x="1127997" y="0"/>
                  </a:lnTo>
                  <a:lnTo>
                    <a:pt x="1130989" y="0"/>
                  </a:lnTo>
                  <a:lnTo>
                    <a:pt x="1133981" y="0"/>
                  </a:lnTo>
                  <a:lnTo>
                    <a:pt x="1136973" y="0"/>
                  </a:lnTo>
                  <a:lnTo>
                    <a:pt x="1139965" y="0"/>
                  </a:lnTo>
                  <a:lnTo>
                    <a:pt x="1142957" y="0"/>
                  </a:lnTo>
                  <a:lnTo>
                    <a:pt x="1145949" y="0"/>
                  </a:lnTo>
                  <a:lnTo>
                    <a:pt x="1148942" y="0"/>
                  </a:lnTo>
                  <a:lnTo>
                    <a:pt x="1151934" y="0"/>
                  </a:lnTo>
                  <a:lnTo>
                    <a:pt x="1154926" y="0"/>
                  </a:lnTo>
                  <a:lnTo>
                    <a:pt x="1157918" y="0"/>
                  </a:lnTo>
                  <a:lnTo>
                    <a:pt x="1160910" y="0"/>
                  </a:lnTo>
                  <a:lnTo>
                    <a:pt x="1163902" y="0"/>
                  </a:lnTo>
                  <a:lnTo>
                    <a:pt x="1166894" y="0"/>
                  </a:lnTo>
                  <a:lnTo>
                    <a:pt x="1169886" y="0"/>
                  </a:lnTo>
                  <a:lnTo>
                    <a:pt x="1172878" y="0"/>
                  </a:lnTo>
                  <a:lnTo>
                    <a:pt x="1175870" y="0"/>
                  </a:lnTo>
                  <a:lnTo>
                    <a:pt x="1178862" y="0"/>
                  </a:lnTo>
                  <a:lnTo>
                    <a:pt x="1181854" y="0"/>
                  </a:lnTo>
                  <a:lnTo>
                    <a:pt x="1184846" y="0"/>
                  </a:lnTo>
                  <a:lnTo>
                    <a:pt x="1187838" y="0"/>
                  </a:lnTo>
                  <a:lnTo>
                    <a:pt x="1190830" y="0"/>
                  </a:lnTo>
                  <a:lnTo>
                    <a:pt x="1193822" y="0"/>
                  </a:lnTo>
                  <a:lnTo>
                    <a:pt x="1196814" y="0"/>
                  </a:lnTo>
                  <a:lnTo>
                    <a:pt x="1199806" y="0"/>
                  </a:lnTo>
                  <a:lnTo>
                    <a:pt x="1202798" y="0"/>
                  </a:lnTo>
                  <a:lnTo>
                    <a:pt x="1205790" y="0"/>
                  </a:lnTo>
                  <a:lnTo>
                    <a:pt x="1208782" y="0"/>
                  </a:lnTo>
                  <a:lnTo>
                    <a:pt x="1211774" y="0"/>
                  </a:lnTo>
                  <a:lnTo>
                    <a:pt x="1214766" y="0"/>
                  </a:lnTo>
                  <a:lnTo>
                    <a:pt x="1217758" y="0"/>
                  </a:lnTo>
                  <a:lnTo>
                    <a:pt x="1220750" y="0"/>
                  </a:lnTo>
                  <a:lnTo>
                    <a:pt x="1223742" y="0"/>
                  </a:lnTo>
                  <a:lnTo>
                    <a:pt x="1226734" y="0"/>
                  </a:lnTo>
                  <a:lnTo>
                    <a:pt x="1229726" y="0"/>
                  </a:lnTo>
                  <a:lnTo>
                    <a:pt x="1232719" y="0"/>
                  </a:lnTo>
                  <a:lnTo>
                    <a:pt x="1235711" y="0"/>
                  </a:lnTo>
                  <a:lnTo>
                    <a:pt x="1238703" y="0"/>
                  </a:lnTo>
                  <a:lnTo>
                    <a:pt x="1241695" y="0"/>
                  </a:lnTo>
                  <a:lnTo>
                    <a:pt x="1244687" y="0"/>
                  </a:lnTo>
                  <a:lnTo>
                    <a:pt x="1247679" y="0"/>
                  </a:lnTo>
                  <a:lnTo>
                    <a:pt x="1250671" y="0"/>
                  </a:lnTo>
                  <a:lnTo>
                    <a:pt x="1253663" y="0"/>
                  </a:lnTo>
                  <a:lnTo>
                    <a:pt x="1256655" y="0"/>
                  </a:lnTo>
                  <a:lnTo>
                    <a:pt x="1259647" y="0"/>
                  </a:lnTo>
                  <a:lnTo>
                    <a:pt x="1262639" y="0"/>
                  </a:lnTo>
                  <a:lnTo>
                    <a:pt x="1265631" y="0"/>
                  </a:lnTo>
                  <a:lnTo>
                    <a:pt x="1268623" y="0"/>
                  </a:lnTo>
                  <a:lnTo>
                    <a:pt x="1271615" y="0"/>
                  </a:lnTo>
                  <a:lnTo>
                    <a:pt x="1274607" y="0"/>
                  </a:lnTo>
                  <a:lnTo>
                    <a:pt x="1277599" y="0"/>
                  </a:lnTo>
                  <a:lnTo>
                    <a:pt x="1280591" y="0"/>
                  </a:lnTo>
                  <a:lnTo>
                    <a:pt x="1283583" y="0"/>
                  </a:lnTo>
                  <a:lnTo>
                    <a:pt x="1286575" y="0"/>
                  </a:lnTo>
                  <a:lnTo>
                    <a:pt x="1289567" y="0"/>
                  </a:lnTo>
                  <a:lnTo>
                    <a:pt x="1292559" y="0"/>
                  </a:lnTo>
                  <a:lnTo>
                    <a:pt x="1295551" y="0"/>
                  </a:lnTo>
                  <a:lnTo>
                    <a:pt x="1298543" y="0"/>
                  </a:lnTo>
                  <a:lnTo>
                    <a:pt x="1301535" y="0"/>
                  </a:lnTo>
                  <a:lnTo>
                    <a:pt x="1304527" y="0"/>
                  </a:lnTo>
                  <a:lnTo>
                    <a:pt x="1307519" y="0"/>
                  </a:lnTo>
                  <a:lnTo>
                    <a:pt x="1310511" y="0"/>
                  </a:lnTo>
                  <a:lnTo>
                    <a:pt x="1313504" y="0"/>
                  </a:lnTo>
                  <a:lnTo>
                    <a:pt x="1316496" y="0"/>
                  </a:lnTo>
                  <a:lnTo>
                    <a:pt x="1319488" y="0"/>
                  </a:lnTo>
                  <a:lnTo>
                    <a:pt x="1322480" y="0"/>
                  </a:lnTo>
                  <a:lnTo>
                    <a:pt x="1325472" y="0"/>
                  </a:lnTo>
                  <a:lnTo>
                    <a:pt x="1328464" y="0"/>
                  </a:lnTo>
                  <a:lnTo>
                    <a:pt x="1331456" y="0"/>
                  </a:lnTo>
                  <a:lnTo>
                    <a:pt x="1334448" y="0"/>
                  </a:lnTo>
                  <a:lnTo>
                    <a:pt x="1337440" y="0"/>
                  </a:lnTo>
                  <a:lnTo>
                    <a:pt x="1340432" y="0"/>
                  </a:lnTo>
                  <a:lnTo>
                    <a:pt x="1343424" y="0"/>
                  </a:lnTo>
                  <a:lnTo>
                    <a:pt x="1346416" y="0"/>
                  </a:lnTo>
                  <a:lnTo>
                    <a:pt x="1349408" y="0"/>
                  </a:lnTo>
                  <a:lnTo>
                    <a:pt x="1352400" y="0"/>
                  </a:lnTo>
                  <a:lnTo>
                    <a:pt x="1355392" y="0"/>
                  </a:lnTo>
                  <a:lnTo>
                    <a:pt x="1358384" y="0"/>
                  </a:lnTo>
                  <a:lnTo>
                    <a:pt x="1361376" y="0"/>
                  </a:lnTo>
                  <a:lnTo>
                    <a:pt x="1364368" y="0"/>
                  </a:lnTo>
                  <a:lnTo>
                    <a:pt x="1367360" y="0"/>
                  </a:lnTo>
                  <a:lnTo>
                    <a:pt x="1370352" y="0"/>
                  </a:lnTo>
                  <a:lnTo>
                    <a:pt x="1373344" y="0"/>
                  </a:lnTo>
                  <a:lnTo>
                    <a:pt x="1376336" y="0"/>
                  </a:lnTo>
                  <a:lnTo>
                    <a:pt x="1379328" y="0"/>
                  </a:lnTo>
                  <a:lnTo>
                    <a:pt x="1382320" y="0"/>
                  </a:lnTo>
                  <a:lnTo>
                    <a:pt x="1385312" y="0"/>
                  </a:lnTo>
                  <a:lnTo>
                    <a:pt x="1388304" y="0"/>
                  </a:lnTo>
                  <a:lnTo>
                    <a:pt x="1391296" y="0"/>
                  </a:lnTo>
                  <a:lnTo>
                    <a:pt x="1394288" y="0"/>
                  </a:lnTo>
                  <a:lnTo>
                    <a:pt x="1397281" y="0"/>
                  </a:lnTo>
                  <a:lnTo>
                    <a:pt x="1400273" y="0"/>
                  </a:lnTo>
                  <a:lnTo>
                    <a:pt x="1403265" y="0"/>
                  </a:lnTo>
                  <a:lnTo>
                    <a:pt x="1406257" y="0"/>
                  </a:lnTo>
                  <a:lnTo>
                    <a:pt x="1409249" y="0"/>
                  </a:lnTo>
                  <a:lnTo>
                    <a:pt x="1412241" y="0"/>
                  </a:lnTo>
                  <a:lnTo>
                    <a:pt x="1415233" y="0"/>
                  </a:lnTo>
                  <a:lnTo>
                    <a:pt x="1418225" y="0"/>
                  </a:lnTo>
                  <a:lnTo>
                    <a:pt x="1421217" y="0"/>
                  </a:lnTo>
                  <a:lnTo>
                    <a:pt x="1424209" y="0"/>
                  </a:lnTo>
                  <a:lnTo>
                    <a:pt x="1427201" y="0"/>
                  </a:lnTo>
                  <a:lnTo>
                    <a:pt x="1430193" y="0"/>
                  </a:lnTo>
                  <a:lnTo>
                    <a:pt x="1433185" y="0"/>
                  </a:lnTo>
                  <a:lnTo>
                    <a:pt x="1436177" y="0"/>
                  </a:lnTo>
                  <a:lnTo>
                    <a:pt x="1439169" y="0"/>
                  </a:lnTo>
                  <a:lnTo>
                    <a:pt x="1442161" y="0"/>
                  </a:lnTo>
                  <a:lnTo>
                    <a:pt x="1445153" y="0"/>
                  </a:lnTo>
                  <a:lnTo>
                    <a:pt x="1448145" y="0"/>
                  </a:lnTo>
                  <a:lnTo>
                    <a:pt x="1451137" y="0"/>
                  </a:lnTo>
                  <a:lnTo>
                    <a:pt x="1454129" y="0"/>
                  </a:lnTo>
                  <a:lnTo>
                    <a:pt x="1457121" y="0"/>
                  </a:lnTo>
                  <a:lnTo>
                    <a:pt x="1460113" y="0"/>
                  </a:lnTo>
                  <a:lnTo>
                    <a:pt x="1463105" y="0"/>
                  </a:lnTo>
                  <a:lnTo>
                    <a:pt x="1466097" y="0"/>
                  </a:lnTo>
                  <a:lnTo>
                    <a:pt x="1469089" y="0"/>
                  </a:lnTo>
                  <a:lnTo>
                    <a:pt x="1472081" y="0"/>
                  </a:lnTo>
                  <a:lnTo>
                    <a:pt x="1475073" y="0"/>
                  </a:lnTo>
                  <a:lnTo>
                    <a:pt x="1478066" y="0"/>
                  </a:lnTo>
                  <a:lnTo>
                    <a:pt x="1481058" y="0"/>
                  </a:lnTo>
                  <a:lnTo>
                    <a:pt x="1484050" y="0"/>
                  </a:lnTo>
                  <a:lnTo>
                    <a:pt x="1487042" y="0"/>
                  </a:lnTo>
                  <a:lnTo>
                    <a:pt x="1490034" y="0"/>
                  </a:lnTo>
                  <a:lnTo>
                    <a:pt x="1493026" y="0"/>
                  </a:lnTo>
                  <a:lnTo>
                    <a:pt x="1496018" y="0"/>
                  </a:lnTo>
                  <a:lnTo>
                    <a:pt x="1496018" y="112653"/>
                  </a:lnTo>
                  <a:lnTo>
                    <a:pt x="1493026" y="112653"/>
                  </a:lnTo>
                  <a:lnTo>
                    <a:pt x="1490034" y="112653"/>
                  </a:lnTo>
                  <a:lnTo>
                    <a:pt x="1487042" y="112653"/>
                  </a:lnTo>
                  <a:lnTo>
                    <a:pt x="1484050" y="112653"/>
                  </a:lnTo>
                  <a:lnTo>
                    <a:pt x="1481058" y="112653"/>
                  </a:lnTo>
                  <a:lnTo>
                    <a:pt x="1478066" y="112653"/>
                  </a:lnTo>
                  <a:lnTo>
                    <a:pt x="1475073" y="112653"/>
                  </a:lnTo>
                  <a:lnTo>
                    <a:pt x="1472081" y="112653"/>
                  </a:lnTo>
                  <a:lnTo>
                    <a:pt x="1469089" y="112653"/>
                  </a:lnTo>
                  <a:lnTo>
                    <a:pt x="1466097" y="112653"/>
                  </a:lnTo>
                  <a:lnTo>
                    <a:pt x="1463105" y="112653"/>
                  </a:lnTo>
                  <a:lnTo>
                    <a:pt x="1460113" y="112653"/>
                  </a:lnTo>
                  <a:lnTo>
                    <a:pt x="1457121" y="112653"/>
                  </a:lnTo>
                  <a:lnTo>
                    <a:pt x="1454129" y="112653"/>
                  </a:lnTo>
                  <a:lnTo>
                    <a:pt x="1451137" y="112653"/>
                  </a:lnTo>
                  <a:lnTo>
                    <a:pt x="1448145" y="112653"/>
                  </a:lnTo>
                  <a:lnTo>
                    <a:pt x="1445153" y="112653"/>
                  </a:lnTo>
                  <a:lnTo>
                    <a:pt x="1442161" y="112653"/>
                  </a:lnTo>
                  <a:lnTo>
                    <a:pt x="1439169" y="112653"/>
                  </a:lnTo>
                  <a:lnTo>
                    <a:pt x="1436177" y="112653"/>
                  </a:lnTo>
                  <a:lnTo>
                    <a:pt x="1433185" y="112653"/>
                  </a:lnTo>
                  <a:lnTo>
                    <a:pt x="1430193" y="112653"/>
                  </a:lnTo>
                  <a:lnTo>
                    <a:pt x="1427201" y="112653"/>
                  </a:lnTo>
                  <a:lnTo>
                    <a:pt x="1424209" y="112653"/>
                  </a:lnTo>
                  <a:lnTo>
                    <a:pt x="1421217" y="112653"/>
                  </a:lnTo>
                  <a:lnTo>
                    <a:pt x="1418225" y="112653"/>
                  </a:lnTo>
                  <a:lnTo>
                    <a:pt x="1415233" y="112653"/>
                  </a:lnTo>
                  <a:lnTo>
                    <a:pt x="1412241" y="112653"/>
                  </a:lnTo>
                  <a:lnTo>
                    <a:pt x="1409249" y="112653"/>
                  </a:lnTo>
                  <a:lnTo>
                    <a:pt x="1406257" y="112653"/>
                  </a:lnTo>
                  <a:lnTo>
                    <a:pt x="1403265" y="112653"/>
                  </a:lnTo>
                  <a:lnTo>
                    <a:pt x="1400273" y="112653"/>
                  </a:lnTo>
                  <a:lnTo>
                    <a:pt x="1397281" y="112653"/>
                  </a:lnTo>
                  <a:lnTo>
                    <a:pt x="1394288" y="112653"/>
                  </a:lnTo>
                  <a:lnTo>
                    <a:pt x="1391296" y="112653"/>
                  </a:lnTo>
                  <a:lnTo>
                    <a:pt x="1388304" y="112653"/>
                  </a:lnTo>
                  <a:lnTo>
                    <a:pt x="1385312" y="112653"/>
                  </a:lnTo>
                  <a:lnTo>
                    <a:pt x="1382320" y="112653"/>
                  </a:lnTo>
                  <a:lnTo>
                    <a:pt x="1379328" y="112653"/>
                  </a:lnTo>
                  <a:lnTo>
                    <a:pt x="1376336" y="112653"/>
                  </a:lnTo>
                  <a:lnTo>
                    <a:pt x="1373344" y="112653"/>
                  </a:lnTo>
                  <a:lnTo>
                    <a:pt x="1370352" y="112653"/>
                  </a:lnTo>
                  <a:lnTo>
                    <a:pt x="1367360" y="112653"/>
                  </a:lnTo>
                  <a:lnTo>
                    <a:pt x="1364368" y="112653"/>
                  </a:lnTo>
                  <a:lnTo>
                    <a:pt x="1361376" y="112653"/>
                  </a:lnTo>
                  <a:lnTo>
                    <a:pt x="1358384" y="112653"/>
                  </a:lnTo>
                  <a:lnTo>
                    <a:pt x="1355392" y="112653"/>
                  </a:lnTo>
                  <a:lnTo>
                    <a:pt x="1352400" y="112653"/>
                  </a:lnTo>
                  <a:lnTo>
                    <a:pt x="1349408" y="112653"/>
                  </a:lnTo>
                  <a:lnTo>
                    <a:pt x="1346416" y="112653"/>
                  </a:lnTo>
                  <a:lnTo>
                    <a:pt x="1343424" y="112653"/>
                  </a:lnTo>
                  <a:lnTo>
                    <a:pt x="1340432" y="112653"/>
                  </a:lnTo>
                  <a:lnTo>
                    <a:pt x="1337440" y="112653"/>
                  </a:lnTo>
                  <a:lnTo>
                    <a:pt x="1334448" y="112653"/>
                  </a:lnTo>
                  <a:lnTo>
                    <a:pt x="1331456" y="112653"/>
                  </a:lnTo>
                  <a:lnTo>
                    <a:pt x="1328464" y="112653"/>
                  </a:lnTo>
                  <a:lnTo>
                    <a:pt x="1325472" y="112653"/>
                  </a:lnTo>
                  <a:lnTo>
                    <a:pt x="1322480" y="112653"/>
                  </a:lnTo>
                  <a:lnTo>
                    <a:pt x="1319488" y="112653"/>
                  </a:lnTo>
                  <a:lnTo>
                    <a:pt x="1316496" y="112653"/>
                  </a:lnTo>
                  <a:lnTo>
                    <a:pt x="1313504" y="112653"/>
                  </a:lnTo>
                  <a:lnTo>
                    <a:pt x="1310511" y="112653"/>
                  </a:lnTo>
                  <a:lnTo>
                    <a:pt x="1307519" y="112653"/>
                  </a:lnTo>
                  <a:lnTo>
                    <a:pt x="1304527" y="112653"/>
                  </a:lnTo>
                  <a:lnTo>
                    <a:pt x="1301535" y="112653"/>
                  </a:lnTo>
                  <a:lnTo>
                    <a:pt x="1298543" y="112653"/>
                  </a:lnTo>
                  <a:lnTo>
                    <a:pt x="1295551" y="112653"/>
                  </a:lnTo>
                  <a:lnTo>
                    <a:pt x="1292559" y="112653"/>
                  </a:lnTo>
                  <a:lnTo>
                    <a:pt x="1289567" y="112653"/>
                  </a:lnTo>
                  <a:lnTo>
                    <a:pt x="1286575" y="112653"/>
                  </a:lnTo>
                  <a:lnTo>
                    <a:pt x="1283583" y="112653"/>
                  </a:lnTo>
                  <a:lnTo>
                    <a:pt x="1280591" y="112653"/>
                  </a:lnTo>
                  <a:lnTo>
                    <a:pt x="1277599" y="112653"/>
                  </a:lnTo>
                  <a:lnTo>
                    <a:pt x="1274607" y="112653"/>
                  </a:lnTo>
                  <a:lnTo>
                    <a:pt x="1271615" y="112653"/>
                  </a:lnTo>
                  <a:lnTo>
                    <a:pt x="1268623" y="112653"/>
                  </a:lnTo>
                  <a:lnTo>
                    <a:pt x="1265631" y="112653"/>
                  </a:lnTo>
                  <a:lnTo>
                    <a:pt x="1262639" y="112653"/>
                  </a:lnTo>
                  <a:lnTo>
                    <a:pt x="1259647" y="112653"/>
                  </a:lnTo>
                  <a:lnTo>
                    <a:pt x="1256655" y="112653"/>
                  </a:lnTo>
                  <a:lnTo>
                    <a:pt x="1253663" y="112653"/>
                  </a:lnTo>
                  <a:lnTo>
                    <a:pt x="1250671" y="112653"/>
                  </a:lnTo>
                  <a:lnTo>
                    <a:pt x="1247679" y="112653"/>
                  </a:lnTo>
                  <a:lnTo>
                    <a:pt x="1244687" y="112653"/>
                  </a:lnTo>
                  <a:lnTo>
                    <a:pt x="1241695" y="112653"/>
                  </a:lnTo>
                  <a:lnTo>
                    <a:pt x="1238703" y="112653"/>
                  </a:lnTo>
                  <a:lnTo>
                    <a:pt x="1235711" y="112653"/>
                  </a:lnTo>
                  <a:lnTo>
                    <a:pt x="1232719" y="112653"/>
                  </a:lnTo>
                  <a:lnTo>
                    <a:pt x="1229726" y="112653"/>
                  </a:lnTo>
                  <a:lnTo>
                    <a:pt x="1226734" y="112653"/>
                  </a:lnTo>
                  <a:lnTo>
                    <a:pt x="1223742" y="112653"/>
                  </a:lnTo>
                  <a:lnTo>
                    <a:pt x="1220750" y="112653"/>
                  </a:lnTo>
                  <a:lnTo>
                    <a:pt x="1217758" y="112653"/>
                  </a:lnTo>
                  <a:lnTo>
                    <a:pt x="1214766" y="112653"/>
                  </a:lnTo>
                  <a:lnTo>
                    <a:pt x="1211774" y="112653"/>
                  </a:lnTo>
                  <a:lnTo>
                    <a:pt x="1208782" y="112653"/>
                  </a:lnTo>
                  <a:lnTo>
                    <a:pt x="1205790" y="112653"/>
                  </a:lnTo>
                  <a:lnTo>
                    <a:pt x="1202798" y="112653"/>
                  </a:lnTo>
                  <a:lnTo>
                    <a:pt x="1199806" y="112653"/>
                  </a:lnTo>
                  <a:lnTo>
                    <a:pt x="1196814" y="112653"/>
                  </a:lnTo>
                  <a:lnTo>
                    <a:pt x="1193822" y="112653"/>
                  </a:lnTo>
                  <a:lnTo>
                    <a:pt x="1190830" y="112653"/>
                  </a:lnTo>
                  <a:lnTo>
                    <a:pt x="1187838" y="112653"/>
                  </a:lnTo>
                  <a:lnTo>
                    <a:pt x="1184846" y="112653"/>
                  </a:lnTo>
                  <a:lnTo>
                    <a:pt x="1181854" y="112653"/>
                  </a:lnTo>
                  <a:lnTo>
                    <a:pt x="1178862" y="112653"/>
                  </a:lnTo>
                  <a:lnTo>
                    <a:pt x="1175870" y="112653"/>
                  </a:lnTo>
                  <a:lnTo>
                    <a:pt x="1172878" y="112653"/>
                  </a:lnTo>
                  <a:lnTo>
                    <a:pt x="1169886" y="112653"/>
                  </a:lnTo>
                  <a:lnTo>
                    <a:pt x="1166894" y="112653"/>
                  </a:lnTo>
                  <a:lnTo>
                    <a:pt x="1163902" y="112653"/>
                  </a:lnTo>
                  <a:lnTo>
                    <a:pt x="1160910" y="112653"/>
                  </a:lnTo>
                  <a:lnTo>
                    <a:pt x="1157918" y="112653"/>
                  </a:lnTo>
                  <a:lnTo>
                    <a:pt x="1154926" y="112653"/>
                  </a:lnTo>
                  <a:lnTo>
                    <a:pt x="1151934" y="112653"/>
                  </a:lnTo>
                  <a:lnTo>
                    <a:pt x="1148942" y="112653"/>
                  </a:lnTo>
                  <a:lnTo>
                    <a:pt x="1145949" y="112653"/>
                  </a:lnTo>
                  <a:lnTo>
                    <a:pt x="1142957" y="112653"/>
                  </a:lnTo>
                  <a:lnTo>
                    <a:pt x="1139965" y="112653"/>
                  </a:lnTo>
                  <a:lnTo>
                    <a:pt x="1136973" y="112653"/>
                  </a:lnTo>
                  <a:lnTo>
                    <a:pt x="1133981" y="112653"/>
                  </a:lnTo>
                  <a:lnTo>
                    <a:pt x="1130989" y="112653"/>
                  </a:lnTo>
                  <a:lnTo>
                    <a:pt x="1127997" y="112653"/>
                  </a:lnTo>
                  <a:lnTo>
                    <a:pt x="1125005" y="112653"/>
                  </a:lnTo>
                  <a:lnTo>
                    <a:pt x="1122013" y="112653"/>
                  </a:lnTo>
                  <a:lnTo>
                    <a:pt x="1119021" y="112653"/>
                  </a:lnTo>
                  <a:lnTo>
                    <a:pt x="1116029" y="112653"/>
                  </a:lnTo>
                  <a:lnTo>
                    <a:pt x="1113037" y="112653"/>
                  </a:lnTo>
                  <a:lnTo>
                    <a:pt x="1110045" y="112653"/>
                  </a:lnTo>
                  <a:lnTo>
                    <a:pt x="1107053" y="112653"/>
                  </a:lnTo>
                  <a:lnTo>
                    <a:pt x="1104061" y="112653"/>
                  </a:lnTo>
                  <a:lnTo>
                    <a:pt x="1101069" y="112653"/>
                  </a:lnTo>
                  <a:lnTo>
                    <a:pt x="1098077" y="112653"/>
                  </a:lnTo>
                  <a:lnTo>
                    <a:pt x="1095085" y="112653"/>
                  </a:lnTo>
                  <a:lnTo>
                    <a:pt x="1092093" y="112653"/>
                  </a:lnTo>
                  <a:lnTo>
                    <a:pt x="1089101" y="112653"/>
                  </a:lnTo>
                  <a:lnTo>
                    <a:pt x="1086109" y="112653"/>
                  </a:lnTo>
                  <a:lnTo>
                    <a:pt x="1083117" y="112653"/>
                  </a:lnTo>
                  <a:lnTo>
                    <a:pt x="1080125" y="112653"/>
                  </a:lnTo>
                  <a:lnTo>
                    <a:pt x="1077133" y="112653"/>
                  </a:lnTo>
                  <a:lnTo>
                    <a:pt x="1074141" y="112653"/>
                  </a:lnTo>
                  <a:lnTo>
                    <a:pt x="1071149" y="112653"/>
                  </a:lnTo>
                  <a:lnTo>
                    <a:pt x="1068157" y="112653"/>
                  </a:lnTo>
                  <a:lnTo>
                    <a:pt x="1065164" y="112653"/>
                  </a:lnTo>
                  <a:lnTo>
                    <a:pt x="1062172" y="112653"/>
                  </a:lnTo>
                  <a:lnTo>
                    <a:pt x="1059180" y="112653"/>
                  </a:lnTo>
                  <a:lnTo>
                    <a:pt x="1056188" y="112653"/>
                  </a:lnTo>
                  <a:lnTo>
                    <a:pt x="1053196" y="112653"/>
                  </a:lnTo>
                  <a:lnTo>
                    <a:pt x="1050204" y="112653"/>
                  </a:lnTo>
                  <a:lnTo>
                    <a:pt x="1047212" y="112653"/>
                  </a:lnTo>
                  <a:lnTo>
                    <a:pt x="1044220" y="112653"/>
                  </a:lnTo>
                  <a:lnTo>
                    <a:pt x="1041228" y="112653"/>
                  </a:lnTo>
                  <a:lnTo>
                    <a:pt x="1038236" y="112653"/>
                  </a:lnTo>
                  <a:lnTo>
                    <a:pt x="1035244" y="112653"/>
                  </a:lnTo>
                  <a:lnTo>
                    <a:pt x="1032252" y="112653"/>
                  </a:lnTo>
                  <a:lnTo>
                    <a:pt x="1029260" y="112653"/>
                  </a:lnTo>
                  <a:lnTo>
                    <a:pt x="1026268" y="112653"/>
                  </a:lnTo>
                  <a:lnTo>
                    <a:pt x="1023276" y="112653"/>
                  </a:lnTo>
                  <a:lnTo>
                    <a:pt x="1020284" y="112653"/>
                  </a:lnTo>
                  <a:lnTo>
                    <a:pt x="1017292" y="112653"/>
                  </a:lnTo>
                  <a:lnTo>
                    <a:pt x="1014300" y="112653"/>
                  </a:lnTo>
                  <a:lnTo>
                    <a:pt x="1011308" y="112653"/>
                  </a:lnTo>
                  <a:lnTo>
                    <a:pt x="1008316" y="112653"/>
                  </a:lnTo>
                  <a:lnTo>
                    <a:pt x="1005324" y="112653"/>
                  </a:lnTo>
                  <a:lnTo>
                    <a:pt x="1002332" y="112653"/>
                  </a:lnTo>
                  <a:lnTo>
                    <a:pt x="999340" y="112653"/>
                  </a:lnTo>
                  <a:lnTo>
                    <a:pt x="996348" y="112653"/>
                  </a:lnTo>
                  <a:lnTo>
                    <a:pt x="993356" y="112653"/>
                  </a:lnTo>
                  <a:lnTo>
                    <a:pt x="990364" y="112653"/>
                  </a:lnTo>
                  <a:lnTo>
                    <a:pt x="987372" y="112653"/>
                  </a:lnTo>
                  <a:lnTo>
                    <a:pt x="984379" y="112653"/>
                  </a:lnTo>
                  <a:lnTo>
                    <a:pt x="981387" y="112653"/>
                  </a:lnTo>
                  <a:lnTo>
                    <a:pt x="978395" y="112653"/>
                  </a:lnTo>
                  <a:lnTo>
                    <a:pt x="975403" y="112653"/>
                  </a:lnTo>
                  <a:lnTo>
                    <a:pt x="972411" y="112653"/>
                  </a:lnTo>
                  <a:lnTo>
                    <a:pt x="969419" y="112653"/>
                  </a:lnTo>
                  <a:lnTo>
                    <a:pt x="966427" y="112653"/>
                  </a:lnTo>
                  <a:lnTo>
                    <a:pt x="963435" y="112653"/>
                  </a:lnTo>
                  <a:lnTo>
                    <a:pt x="960443" y="112653"/>
                  </a:lnTo>
                  <a:lnTo>
                    <a:pt x="957451" y="112653"/>
                  </a:lnTo>
                  <a:lnTo>
                    <a:pt x="954459" y="112653"/>
                  </a:lnTo>
                  <a:lnTo>
                    <a:pt x="951467" y="112653"/>
                  </a:lnTo>
                  <a:lnTo>
                    <a:pt x="948475" y="112653"/>
                  </a:lnTo>
                  <a:lnTo>
                    <a:pt x="945483" y="112653"/>
                  </a:lnTo>
                  <a:lnTo>
                    <a:pt x="942491" y="112653"/>
                  </a:lnTo>
                  <a:lnTo>
                    <a:pt x="939499" y="112653"/>
                  </a:lnTo>
                  <a:lnTo>
                    <a:pt x="936507" y="112653"/>
                  </a:lnTo>
                  <a:lnTo>
                    <a:pt x="933515" y="112653"/>
                  </a:lnTo>
                  <a:lnTo>
                    <a:pt x="930523" y="112653"/>
                  </a:lnTo>
                  <a:lnTo>
                    <a:pt x="927531" y="112653"/>
                  </a:lnTo>
                  <a:lnTo>
                    <a:pt x="924539" y="112653"/>
                  </a:lnTo>
                  <a:lnTo>
                    <a:pt x="921547" y="112653"/>
                  </a:lnTo>
                  <a:lnTo>
                    <a:pt x="918555" y="112653"/>
                  </a:lnTo>
                  <a:lnTo>
                    <a:pt x="915563" y="112653"/>
                  </a:lnTo>
                  <a:lnTo>
                    <a:pt x="912571" y="112653"/>
                  </a:lnTo>
                  <a:lnTo>
                    <a:pt x="909579" y="112653"/>
                  </a:lnTo>
                  <a:lnTo>
                    <a:pt x="906587" y="112653"/>
                  </a:lnTo>
                  <a:lnTo>
                    <a:pt x="903595" y="112653"/>
                  </a:lnTo>
                  <a:lnTo>
                    <a:pt x="900602" y="112653"/>
                  </a:lnTo>
                  <a:lnTo>
                    <a:pt x="897610" y="112653"/>
                  </a:lnTo>
                  <a:lnTo>
                    <a:pt x="894618" y="112653"/>
                  </a:lnTo>
                  <a:lnTo>
                    <a:pt x="891626" y="112653"/>
                  </a:lnTo>
                  <a:lnTo>
                    <a:pt x="888634" y="112653"/>
                  </a:lnTo>
                  <a:lnTo>
                    <a:pt x="885642" y="112653"/>
                  </a:lnTo>
                  <a:lnTo>
                    <a:pt x="882650" y="112653"/>
                  </a:lnTo>
                  <a:lnTo>
                    <a:pt x="879658" y="112653"/>
                  </a:lnTo>
                  <a:lnTo>
                    <a:pt x="876666" y="112653"/>
                  </a:lnTo>
                  <a:lnTo>
                    <a:pt x="873674" y="112653"/>
                  </a:lnTo>
                  <a:lnTo>
                    <a:pt x="870682" y="112653"/>
                  </a:lnTo>
                  <a:lnTo>
                    <a:pt x="867690" y="112653"/>
                  </a:lnTo>
                  <a:lnTo>
                    <a:pt x="864698" y="112653"/>
                  </a:lnTo>
                  <a:lnTo>
                    <a:pt x="861706" y="112653"/>
                  </a:lnTo>
                  <a:lnTo>
                    <a:pt x="858714" y="112653"/>
                  </a:lnTo>
                  <a:lnTo>
                    <a:pt x="855722" y="112653"/>
                  </a:lnTo>
                  <a:lnTo>
                    <a:pt x="852730" y="112653"/>
                  </a:lnTo>
                  <a:lnTo>
                    <a:pt x="849738" y="112653"/>
                  </a:lnTo>
                  <a:lnTo>
                    <a:pt x="846746" y="112653"/>
                  </a:lnTo>
                  <a:lnTo>
                    <a:pt x="843754" y="112653"/>
                  </a:lnTo>
                  <a:lnTo>
                    <a:pt x="840762" y="112653"/>
                  </a:lnTo>
                  <a:lnTo>
                    <a:pt x="837770" y="112653"/>
                  </a:lnTo>
                  <a:lnTo>
                    <a:pt x="834778" y="112653"/>
                  </a:lnTo>
                  <a:lnTo>
                    <a:pt x="831786" y="112653"/>
                  </a:lnTo>
                  <a:lnTo>
                    <a:pt x="828794" y="112653"/>
                  </a:lnTo>
                  <a:lnTo>
                    <a:pt x="825802" y="112653"/>
                  </a:lnTo>
                  <a:lnTo>
                    <a:pt x="822810" y="112653"/>
                  </a:lnTo>
                  <a:lnTo>
                    <a:pt x="819817" y="112653"/>
                  </a:lnTo>
                  <a:lnTo>
                    <a:pt x="816825" y="112653"/>
                  </a:lnTo>
                  <a:lnTo>
                    <a:pt x="813833" y="112653"/>
                  </a:lnTo>
                  <a:lnTo>
                    <a:pt x="810841" y="112653"/>
                  </a:lnTo>
                  <a:lnTo>
                    <a:pt x="807849" y="112653"/>
                  </a:lnTo>
                  <a:lnTo>
                    <a:pt x="804857" y="112653"/>
                  </a:lnTo>
                  <a:lnTo>
                    <a:pt x="801865" y="112653"/>
                  </a:lnTo>
                  <a:lnTo>
                    <a:pt x="798873" y="112653"/>
                  </a:lnTo>
                  <a:lnTo>
                    <a:pt x="795881" y="112653"/>
                  </a:lnTo>
                  <a:lnTo>
                    <a:pt x="792889" y="112653"/>
                  </a:lnTo>
                  <a:lnTo>
                    <a:pt x="789897" y="112653"/>
                  </a:lnTo>
                  <a:lnTo>
                    <a:pt x="786905" y="112653"/>
                  </a:lnTo>
                  <a:lnTo>
                    <a:pt x="783913" y="112653"/>
                  </a:lnTo>
                  <a:lnTo>
                    <a:pt x="780921" y="112653"/>
                  </a:lnTo>
                  <a:lnTo>
                    <a:pt x="777929" y="112653"/>
                  </a:lnTo>
                  <a:lnTo>
                    <a:pt x="774937" y="112653"/>
                  </a:lnTo>
                  <a:lnTo>
                    <a:pt x="771945" y="112653"/>
                  </a:lnTo>
                  <a:lnTo>
                    <a:pt x="768953" y="112653"/>
                  </a:lnTo>
                  <a:lnTo>
                    <a:pt x="765961" y="112653"/>
                  </a:lnTo>
                  <a:lnTo>
                    <a:pt x="762969" y="112653"/>
                  </a:lnTo>
                  <a:lnTo>
                    <a:pt x="759977" y="112653"/>
                  </a:lnTo>
                  <a:lnTo>
                    <a:pt x="756985" y="112653"/>
                  </a:lnTo>
                  <a:lnTo>
                    <a:pt x="753993" y="112653"/>
                  </a:lnTo>
                  <a:lnTo>
                    <a:pt x="751001" y="112653"/>
                  </a:lnTo>
                  <a:lnTo>
                    <a:pt x="748009" y="112653"/>
                  </a:lnTo>
                  <a:lnTo>
                    <a:pt x="745017" y="112653"/>
                  </a:lnTo>
                  <a:lnTo>
                    <a:pt x="742025" y="112653"/>
                  </a:lnTo>
                  <a:lnTo>
                    <a:pt x="739033" y="112653"/>
                  </a:lnTo>
                  <a:lnTo>
                    <a:pt x="736040" y="112653"/>
                  </a:lnTo>
                  <a:lnTo>
                    <a:pt x="733048" y="112653"/>
                  </a:lnTo>
                  <a:lnTo>
                    <a:pt x="730056" y="112653"/>
                  </a:lnTo>
                  <a:lnTo>
                    <a:pt x="727064" y="112653"/>
                  </a:lnTo>
                  <a:lnTo>
                    <a:pt x="724072" y="112653"/>
                  </a:lnTo>
                  <a:lnTo>
                    <a:pt x="721080" y="112653"/>
                  </a:lnTo>
                  <a:lnTo>
                    <a:pt x="718088" y="112653"/>
                  </a:lnTo>
                  <a:lnTo>
                    <a:pt x="715096" y="112653"/>
                  </a:lnTo>
                  <a:lnTo>
                    <a:pt x="712104" y="112653"/>
                  </a:lnTo>
                  <a:lnTo>
                    <a:pt x="709112" y="112653"/>
                  </a:lnTo>
                  <a:lnTo>
                    <a:pt x="706120" y="112653"/>
                  </a:lnTo>
                  <a:lnTo>
                    <a:pt x="703128" y="112653"/>
                  </a:lnTo>
                  <a:lnTo>
                    <a:pt x="700136" y="112653"/>
                  </a:lnTo>
                  <a:lnTo>
                    <a:pt x="697144" y="112653"/>
                  </a:lnTo>
                  <a:lnTo>
                    <a:pt x="694152" y="112653"/>
                  </a:lnTo>
                  <a:lnTo>
                    <a:pt x="691160" y="112653"/>
                  </a:lnTo>
                  <a:lnTo>
                    <a:pt x="688168" y="112653"/>
                  </a:lnTo>
                  <a:lnTo>
                    <a:pt x="685176" y="112653"/>
                  </a:lnTo>
                  <a:lnTo>
                    <a:pt x="682184" y="112653"/>
                  </a:lnTo>
                  <a:lnTo>
                    <a:pt x="679192" y="112653"/>
                  </a:lnTo>
                  <a:lnTo>
                    <a:pt x="676200" y="112653"/>
                  </a:lnTo>
                  <a:lnTo>
                    <a:pt x="673208" y="112653"/>
                  </a:lnTo>
                  <a:lnTo>
                    <a:pt x="670216" y="112653"/>
                  </a:lnTo>
                  <a:lnTo>
                    <a:pt x="667224" y="112653"/>
                  </a:lnTo>
                  <a:lnTo>
                    <a:pt x="664232" y="112653"/>
                  </a:lnTo>
                  <a:lnTo>
                    <a:pt x="661240" y="112653"/>
                  </a:lnTo>
                  <a:lnTo>
                    <a:pt x="658248" y="112653"/>
                  </a:lnTo>
                  <a:lnTo>
                    <a:pt x="655255" y="112653"/>
                  </a:lnTo>
                  <a:lnTo>
                    <a:pt x="652263" y="112653"/>
                  </a:lnTo>
                  <a:lnTo>
                    <a:pt x="649271" y="112653"/>
                  </a:lnTo>
                  <a:lnTo>
                    <a:pt x="646279" y="112653"/>
                  </a:lnTo>
                  <a:lnTo>
                    <a:pt x="643287" y="112653"/>
                  </a:lnTo>
                  <a:lnTo>
                    <a:pt x="640295" y="112653"/>
                  </a:lnTo>
                  <a:lnTo>
                    <a:pt x="637303" y="112653"/>
                  </a:lnTo>
                  <a:lnTo>
                    <a:pt x="634311" y="112653"/>
                  </a:lnTo>
                  <a:lnTo>
                    <a:pt x="631319" y="112653"/>
                  </a:lnTo>
                  <a:lnTo>
                    <a:pt x="628327" y="112653"/>
                  </a:lnTo>
                  <a:lnTo>
                    <a:pt x="625335" y="112653"/>
                  </a:lnTo>
                  <a:lnTo>
                    <a:pt x="622343" y="112653"/>
                  </a:lnTo>
                  <a:lnTo>
                    <a:pt x="619351" y="112653"/>
                  </a:lnTo>
                  <a:lnTo>
                    <a:pt x="616359" y="112653"/>
                  </a:lnTo>
                  <a:lnTo>
                    <a:pt x="613367" y="112653"/>
                  </a:lnTo>
                  <a:lnTo>
                    <a:pt x="610375" y="112653"/>
                  </a:lnTo>
                  <a:lnTo>
                    <a:pt x="607383" y="112653"/>
                  </a:lnTo>
                  <a:lnTo>
                    <a:pt x="604391" y="112653"/>
                  </a:lnTo>
                  <a:lnTo>
                    <a:pt x="601399" y="112653"/>
                  </a:lnTo>
                  <a:lnTo>
                    <a:pt x="598407" y="112653"/>
                  </a:lnTo>
                  <a:lnTo>
                    <a:pt x="595415" y="112653"/>
                  </a:lnTo>
                  <a:lnTo>
                    <a:pt x="592423" y="112653"/>
                  </a:lnTo>
                  <a:lnTo>
                    <a:pt x="589431" y="112653"/>
                  </a:lnTo>
                  <a:lnTo>
                    <a:pt x="586439" y="112653"/>
                  </a:lnTo>
                  <a:lnTo>
                    <a:pt x="583447" y="112653"/>
                  </a:lnTo>
                  <a:lnTo>
                    <a:pt x="580455" y="112653"/>
                  </a:lnTo>
                  <a:lnTo>
                    <a:pt x="577463" y="112653"/>
                  </a:lnTo>
                  <a:lnTo>
                    <a:pt x="574471" y="112653"/>
                  </a:lnTo>
                  <a:lnTo>
                    <a:pt x="571478" y="112653"/>
                  </a:lnTo>
                  <a:lnTo>
                    <a:pt x="568486" y="112653"/>
                  </a:lnTo>
                  <a:lnTo>
                    <a:pt x="565494" y="112653"/>
                  </a:lnTo>
                  <a:lnTo>
                    <a:pt x="562502" y="112653"/>
                  </a:lnTo>
                  <a:lnTo>
                    <a:pt x="559510" y="112653"/>
                  </a:lnTo>
                  <a:lnTo>
                    <a:pt x="556518" y="112653"/>
                  </a:lnTo>
                  <a:lnTo>
                    <a:pt x="553526" y="112653"/>
                  </a:lnTo>
                  <a:lnTo>
                    <a:pt x="550534" y="112653"/>
                  </a:lnTo>
                  <a:lnTo>
                    <a:pt x="547542" y="112653"/>
                  </a:lnTo>
                  <a:lnTo>
                    <a:pt x="544550" y="112653"/>
                  </a:lnTo>
                  <a:lnTo>
                    <a:pt x="541558" y="112653"/>
                  </a:lnTo>
                  <a:lnTo>
                    <a:pt x="538566" y="112653"/>
                  </a:lnTo>
                  <a:lnTo>
                    <a:pt x="535574" y="112653"/>
                  </a:lnTo>
                  <a:lnTo>
                    <a:pt x="532582" y="112653"/>
                  </a:lnTo>
                  <a:lnTo>
                    <a:pt x="529590" y="112653"/>
                  </a:lnTo>
                  <a:lnTo>
                    <a:pt x="526598" y="112653"/>
                  </a:lnTo>
                  <a:lnTo>
                    <a:pt x="523606" y="112653"/>
                  </a:lnTo>
                  <a:lnTo>
                    <a:pt x="520614" y="112653"/>
                  </a:lnTo>
                  <a:lnTo>
                    <a:pt x="517622" y="112653"/>
                  </a:lnTo>
                  <a:lnTo>
                    <a:pt x="514630" y="112653"/>
                  </a:lnTo>
                  <a:lnTo>
                    <a:pt x="511638" y="112653"/>
                  </a:lnTo>
                  <a:lnTo>
                    <a:pt x="508646" y="112653"/>
                  </a:lnTo>
                  <a:lnTo>
                    <a:pt x="505654" y="112653"/>
                  </a:lnTo>
                  <a:lnTo>
                    <a:pt x="502662" y="112653"/>
                  </a:lnTo>
                  <a:lnTo>
                    <a:pt x="499670" y="112653"/>
                  </a:lnTo>
                  <a:lnTo>
                    <a:pt x="496678" y="112653"/>
                  </a:lnTo>
                  <a:lnTo>
                    <a:pt x="493686" y="112653"/>
                  </a:lnTo>
                  <a:lnTo>
                    <a:pt x="490693" y="112653"/>
                  </a:lnTo>
                  <a:lnTo>
                    <a:pt x="487701" y="112653"/>
                  </a:lnTo>
                  <a:lnTo>
                    <a:pt x="484709" y="112653"/>
                  </a:lnTo>
                  <a:lnTo>
                    <a:pt x="481717" y="112653"/>
                  </a:lnTo>
                  <a:lnTo>
                    <a:pt x="478725" y="112653"/>
                  </a:lnTo>
                  <a:lnTo>
                    <a:pt x="475733" y="112653"/>
                  </a:lnTo>
                  <a:lnTo>
                    <a:pt x="472741" y="112653"/>
                  </a:lnTo>
                  <a:lnTo>
                    <a:pt x="469749" y="112653"/>
                  </a:lnTo>
                  <a:lnTo>
                    <a:pt x="466757" y="112653"/>
                  </a:lnTo>
                  <a:lnTo>
                    <a:pt x="463765" y="112653"/>
                  </a:lnTo>
                  <a:lnTo>
                    <a:pt x="460773" y="112653"/>
                  </a:lnTo>
                  <a:lnTo>
                    <a:pt x="457781" y="112653"/>
                  </a:lnTo>
                  <a:lnTo>
                    <a:pt x="454789" y="112653"/>
                  </a:lnTo>
                  <a:lnTo>
                    <a:pt x="451797" y="112653"/>
                  </a:lnTo>
                  <a:lnTo>
                    <a:pt x="448805" y="112653"/>
                  </a:lnTo>
                  <a:lnTo>
                    <a:pt x="445813" y="112653"/>
                  </a:lnTo>
                  <a:lnTo>
                    <a:pt x="442821" y="112653"/>
                  </a:lnTo>
                  <a:lnTo>
                    <a:pt x="439829" y="112653"/>
                  </a:lnTo>
                  <a:lnTo>
                    <a:pt x="436837" y="112653"/>
                  </a:lnTo>
                  <a:lnTo>
                    <a:pt x="433845" y="112653"/>
                  </a:lnTo>
                  <a:lnTo>
                    <a:pt x="430853" y="112653"/>
                  </a:lnTo>
                  <a:lnTo>
                    <a:pt x="427861" y="112653"/>
                  </a:lnTo>
                  <a:lnTo>
                    <a:pt x="424869" y="112653"/>
                  </a:lnTo>
                  <a:lnTo>
                    <a:pt x="421877" y="112653"/>
                  </a:lnTo>
                  <a:lnTo>
                    <a:pt x="418885" y="112653"/>
                  </a:lnTo>
                  <a:lnTo>
                    <a:pt x="415893" y="112653"/>
                  </a:lnTo>
                  <a:lnTo>
                    <a:pt x="412901" y="112653"/>
                  </a:lnTo>
                  <a:lnTo>
                    <a:pt x="409908" y="112653"/>
                  </a:lnTo>
                  <a:lnTo>
                    <a:pt x="406916" y="112653"/>
                  </a:lnTo>
                  <a:lnTo>
                    <a:pt x="403924" y="112653"/>
                  </a:lnTo>
                  <a:lnTo>
                    <a:pt x="400932" y="112653"/>
                  </a:lnTo>
                  <a:lnTo>
                    <a:pt x="397940" y="112653"/>
                  </a:lnTo>
                  <a:lnTo>
                    <a:pt x="394948" y="112653"/>
                  </a:lnTo>
                  <a:lnTo>
                    <a:pt x="391956" y="112653"/>
                  </a:lnTo>
                  <a:lnTo>
                    <a:pt x="388964" y="112653"/>
                  </a:lnTo>
                  <a:lnTo>
                    <a:pt x="385972" y="112653"/>
                  </a:lnTo>
                  <a:lnTo>
                    <a:pt x="382980" y="112653"/>
                  </a:lnTo>
                  <a:lnTo>
                    <a:pt x="379988" y="112653"/>
                  </a:lnTo>
                  <a:lnTo>
                    <a:pt x="376996" y="112653"/>
                  </a:lnTo>
                  <a:lnTo>
                    <a:pt x="374004" y="112653"/>
                  </a:lnTo>
                  <a:lnTo>
                    <a:pt x="371012" y="112653"/>
                  </a:lnTo>
                  <a:lnTo>
                    <a:pt x="368020" y="112653"/>
                  </a:lnTo>
                  <a:lnTo>
                    <a:pt x="365028" y="112653"/>
                  </a:lnTo>
                  <a:lnTo>
                    <a:pt x="362036" y="112653"/>
                  </a:lnTo>
                  <a:lnTo>
                    <a:pt x="359044" y="112653"/>
                  </a:lnTo>
                  <a:lnTo>
                    <a:pt x="356052" y="112653"/>
                  </a:lnTo>
                  <a:lnTo>
                    <a:pt x="353060" y="112653"/>
                  </a:lnTo>
                  <a:lnTo>
                    <a:pt x="350068" y="112653"/>
                  </a:lnTo>
                  <a:lnTo>
                    <a:pt x="347076" y="112653"/>
                  </a:lnTo>
                  <a:lnTo>
                    <a:pt x="344084" y="112653"/>
                  </a:lnTo>
                  <a:lnTo>
                    <a:pt x="341092" y="112653"/>
                  </a:lnTo>
                  <a:lnTo>
                    <a:pt x="338100" y="112653"/>
                  </a:lnTo>
                  <a:lnTo>
                    <a:pt x="335108" y="112653"/>
                  </a:lnTo>
                  <a:lnTo>
                    <a:pt x="332116" y="112653"/>
                  </a:lnTo>
                  <a:lnTo>
                    <a:pt x="329124" y="112653"/>
                  </a:lnTo>
                  <a:lnTo>
                    <a:pt x="326131" y="112653"/>
                  </a:lnTo>
                  <a:lnTo>
                    <a:pt x="323139" y="112653"/>
                  </a:lnTo>
                  <a:lnTo>
                    <a:pt x="320147" y="112653"/>
                  </a:lnTo>
                  <a:lnTo>
                    <a:pt x="317155" y="112653"/>
                  </a:lnTo>
                  <a:lnTo>
                    <a:pt x="314163" y="112653"/>
                  </a:lnTo>
                  <a:lnTo>
                    <a:pt x="311171" y="112653"/>
                  </a:lnTo>
                  <a:lnTo>
                    <a:pt x="308179" y="112653"/>
                  </a:lnTo>
                  <a:lnTo>
                    <a:pt x="305187" y="112653"/>
                  </a:lnTo>
                  <a:lnTo>
                    <a:pt x="302195" y="112653"/>
                  </a:lnTo>
                  <a:lnTo>
                    <a:pt x="299203" y="112653"/>
                  </a:lnTo>
                  <a:lnTo>
                    <a:pt x="296211" y="112653"/>
                  </a:lnTo>
                  <a:lnTo>
                    <a:pt x="293219" y="112653"/>
                  </a:lnTo>
                  <a:lnTo>
                    <a:pt x="290227" y="112653"/>
                  </a:lnTo>
                  <a:lnTo>
                    <a:pt x="287235" y="112653"/>
                  </a:lnTo>
                  <a:lnTo>
                    <a:pt x="284243" y="112653"/>
                  </a:lnTo>
                  <a:lnTo>
                    <a:pt x="281251" y="112653"/>
                  </a:lnTo>
                  <a:lnTo>
                    <a:pt x="278259" y="112653"/>
                  </a:lnTo>
                  <a:lnTo>
                    <a:pt x="275267" y="112653"/>
                  </a:lnTo>
                  <a:lnTo>
                    <a:pt x="272275" y="112653"/>
                  </a:lnTo>
                  <a:lnTo>
                    <a:pt x="269283" y="112653"/>
                  </a:lnTo>
                  <a:lnTo>
                    <a:pt x="266291" y="112653"/>
                  </a:lnTo>
                  <a:lnTo>
                    <a:pt x="263299" y="112653"/>
                  </a:lnTo>
                  <a:lnTo>
                    <a:pt x="260307" y="112653"/>
                  </a:lnTo>
                  <a:lnTo>
                    <a:pt x="257315" y="112653"/>
                  </a:lnTo>
                  <a:lnTo>
                    <a:pt x="254323" y="112653"/>
                  </a:lnTo>
                  <a:lnTo>
                    <a:pt x="251331" y="112653"/>
                  </a:lnTo>
                  <a:lnTo>
                    <a:pt x="248339" y="112653"/>
                  </a:lnTo>
                  <a:lnTo>
                    <a:pt x="245346" y="112653"/>
                  </a:lnTo>
                  <a:lnTo>
                    <a:pt x="242354" y="112653"/>
                  </a:lnTo>
                  <a:lnTo>
                    <a:pt x="239362" y="112653"/>
                  </a:lnTo>
                  <a:lnTo>
                    <a:pt x="236370" y="112653"/>
                  </a:lnTo>
                  <a:lnTo>
                    <a:pt x="233378" y="112653"/>
                  </a:lnTo>
                  <a:lnTo>
                    <a:pt x="230386" y="112653"/>
                  </a:lnTo>
                  <a:lnTo>
                    <a:pt x="227394" y="112653"/>
                  </a:lnTo>
                  <a:lnTo>
                    <a:pt x="224402" y="112653"/>
                  </a:lnTo>
                  <a:lnTo>
                    <a:pt x="221410" y="112653"/>
                  </a:lnTo>
                  <a:lnTo>
                    <a:pt x="218418" y="112653"/>
                  </a:lnTo>
                  <a:lnTo>
                    <a:pt x="215426" y="112653"/>
                  </a:lnTo>
                  <a:lnTo>
                    <a:pt x="212434" y="112653"/>
                  </a:lnTo>
                  <a:lnTo>
                    <a:pt x="209442" y="112653"/>
                  </a:lnTo>
                  <a:lnTo>
                    <a:pt x="206450" y="112653"/>
                  </a:lnTo>
                  <a:lnTo>
                    <a:pt x="203458" y="112653"/>
                  </a:lnTo>
                  <a:lnTo>
                    <a:pt x="200466" y="112653"/>
                  </a:lnTo>
                  <a:lnTo>
                    <a:pt x="197474" y="112653"/>
                  </a:lnTo>
                  <a:lnTo>
                    <a:pt x="194482" y="112653"/>
                  </a:lnTo>
                  <a:lnTo>
                    <a:pt x="191490" y="112653"/>
                  </a:lnTo>
                  <a:lnTo>
                    <a:pt x="188498" y="112653"/>
                  </a:lnTo>
                  <a:lnTo>
                    <a:pt x="185506" y="112653"/>
                  </a:lnTo>
                  <a:lnTo>
                    <a:pt x="182514" y="112653"/>
                  </a:lnTo>
                  <a:lnTo>
                    <a:pt x="179522" y="112653"/>
                  </a:lnTo>
                  <a:lnTo>
                    <a:pt x="176530" y="112653"/>
                  </a:lnTo>
                  <a:lnTo>
                    <a:pt x="173538" y="112653"/>
                  </a:lnTo>
                  <a:lnTo>
                    <a:pt x="170546" y="112653"/>
                  </a:lnTo>
                  <a:lnTo>
                    <a:pt x="167554" y="112653"/>
                  </a:lnTo>
                  <a:lnTo>
                    <a:pt x="164562" y="112653"/>
                  </a:lnTo>
                  <a:lnTo>
                    <a:pt x="161569" y="112653"/>
                  </a:lnTo>
                  <a:lnTo>
                    <a:pt x="158577" y="112653"/>
                  </a:lnTo>
                  <a:lnTo>
                    <a:pt x="155585" y="112653"/>
                  </a:lnTo>
                  <a:lnTo>
                    <a:pt x="152593" y="112653"/>
                  </a:lnTo>
                  <a:lnTo>
                    <a:pt x="149601" y="112653"/>
                  </a:lnTo>
                  <a:lnTo>
                    <a:pt x="146609" y="112653"/>
                  </a:lnTo>
                  <a:lnTo>
                    <a:pt x="143617" y="112653"/>
                  </a:lnTo>
                  <a:lnTo>
                    <a:pt x="140625" y="112653"/>
                  </a:lnTo>
                  <a:lnTo>
                    <a:pt x="137633" y="112653"/>
                  </a:lnTo>
                  <a:lnTo>
                    <a:pt x="134641" y="112653"/>
                  </a:lnTo>
                  <a:lnTo>
                    <a:pt x="131649" y="112653"/>
                  </a:lnTo>
                  <a:lnTo>
                    <a:pt x="128657" y="112653"/>
                  </a:lnTo>
                  <a:lnTo>
                    <a:pt x="125665" y="112653"/>
                  </a:lnTo>
                  <a:lnTo>
                    <a:pt x="122673" y="112653"/>
                  </a:lnTo>
                  <a:lnTo>
                    <a:pt x="119681" y="112653"/>
                  </a:lnTo>
                  <a:lnTo>
                    <a:pt x="116689" y="112653"/>
                  </a:lnTo>
                  <a:lnTo>
                    <a:pt x="113697" y="112653"/>
                  </a:lnTo>
                  <a:lnTo>
                    <a:pt x="110705" y="112653"/>
                  </a:lnTo>
                  <a:lnTo>
                    <a:pt x="107713" y="112653"/>
                  </a:lnTo>
                  <a:lnTo>
                    <a:pt x="104721" y="112653"/>
                  </a:lnTo>
                  <a:lnTo>
                    <a:pt x="101729" y="112653"/>
                  </a:lnTo>
                  <a:lnTo>
                    <a:pt x="98737" y="112653"/>
                  </a:lnTo>
                  <a:lnTo>
                    <a:pt x="95745" y="112653"/>
                  </a:lnTo>
                  <a:lnTo>
                    <a:pt x="92753" y="112653"/>
                  </a:lnTo>
                  <a:lnTo>
                    <a:pt x="89761" y="112653"/>
                  </a:lnTo>
                  <a:lnTo>
                    <a:pt x="86769" y="112653"/>
                  </a:lnTo>
                  <a:lnTo>
                    <a:pt x="83777" y="112653"/>
                  </a:lnTo>
                  <a:lnTo>
                    <a:pt x="80784" y="112653"/>
                  </a:lnTo>
                  <a:lnTo>
                    <a:pt x="77792" y="112653"/>
                  </a:lnTo>
                  <a:lnTo>
                    <a:pt x="74800" y="112653"/>
                  </a:lnTo>
                  <a:lnTo>
                    <a:pt x="71808" y="112653"/>
                  </a:lnTo>
                  <a:lnTo>
                    <a:pt x="68816" y="112653"/>
                  </a:lnTo>
                  <a:lnTo>
                    <a:pt x="65824" y="112653"/>
                  </a:lnTo>
                  <a:lnTo>
                    <a:pt x="62832" y="112653"/>
                  </a:lnTo>
                  <a:lnTo>
                    <a:pt x="59840" y="112653"/>
                  </a:lnTo>
                  <a:lnTo>
                    <a:pt x="56848" y="112653"/>
                  </a:lnTo>
                  <a:lnTo>
                    <a:pt x="53856" y="112653"/>
                  </a:lnTo>
                  <a:lnTo>
                    <a:pt x="50864" y="112653"/>
                  </a:lnTo>
                  <a:lnTo>
                    <a:pt x="47872" y="112653"/>
                  </a:lnTo>
                  <a:lnTo>
                    <a:pt x="44880" y="112653"/>
                  </a:lnTo>
                  <a:lnTo>
                    <a:pt x="41888" y="112653"/>
                  </a:lnTo>
                  <a:lnTo>
                    <a:pt x="38896" y="112653"/>
                  </a:lnTo>
                  <a:lnTo>
                    <a:pt x="35904" y="112653"/>
                  </a:lnTo>
                  <a:lnTo>
                    <a:pt x="32912" y="112653"/>
                  </a:lnTo>
                  <a:lnTo>
                    <a:pt x="29920" y="112653"/>
                  </a:lnTo>
                  <a:lnTo>
                    <a:pt x="26928" y="112653"/>
                  </a:lnTo>
                  <a:lnTo>
                    <a:pt x="23936" y="112653"/>
                  </a:lnTo>
                  <a:lnTo>
                    <a:pt x="20944" y="112653"/>
                  </a:lnTo>
                  <a:lnTo>
                    <a:pt x="17952" y="112653"/>
                  </a:lnTo>
                  <a:lnTo>
                    <a:pt x="14960" y="112653"/>
                  </a:lnTo>
                  <a:lnTo>
                    <a:pt x="11968" y="112653"/>
                  </a:lnTo>
                  <a:lnTo>
                    <a:pt x="8976" y="112653"/>
                  </a:lnTo>
                  <a:lnTo>
                    <a:pt x="5984" y="112653"/>
                  </a:lnTo>
                  <a:lnTo>
                    <a:pt x="2992" y="112653"/>
                  </a:lnTo>
                  <a:lnTo>
                    <a:pt x="0" y="112653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7541079" y="1980145"/>
              <a:ext cx="1375700" cy="112653"/>
            </a:xfrm>
            <a:custGeom>
              <a:avLst/>
              <a:pathLst>
                <a:path w="1375700" h="112653">
                  <a:moveTo>
                    <a:pt x="0" y="0"/>
                  </a:moveTo>
                  <a:lnTo>
                    <a:pt x="2751" y="0"/>
                  </a:lnTo>
                  <a:lnTo>
                    <a:pt x="5502" y="0"/>
                  </a:lnTo>
                  <a:lnTo>
                    <a:pt x="8254" y="0"/>
                  </a:lnTo>
                  <a:lnTo>
                    <a:pt x="11005" y="0"/>
                  </a:lnTo>
                  <a:lnTo>
                    <a:pt x="13757" y="0"/>
                  </a:lnTo>
                  <a:lnTo>
                    <a:pt x="16508" y="0"/>
                  </a:lnTo>
                  <a:lnTo>
                    <a:pt x="19259" y="0"/>
                  </a:lnTo>
                  <a:lnTo>
                    <a:pt x="22011" y="0"/>
                  </a:lnTo>
                  <a:lnTo>
                    <a:pt x="24762" y="0"/>
                  </a:lnTo>
                  <a:lnTo>
                    <a:pt x="27514" y="0"/>
                  </a:lnTo>
                  <a:lnTo>
                    <a:pt x="30265" y="0"/>
                  </a:lnTo>
                  <a:lnTo>
                    <a:pt x="33016" y="0"/>
                  </a:lnTo>
                  <a:lnTo>
                    <a:pt x="35768" y="0"/>
                  </a:lnTo>
                  <a:lnTo>
                    <a:pt x="38519" y="0"/>
                  </a:lnTo>
                  <a:lnTo>
                    <a:pt x="41271" y="0"/>
                  </a:lnTo>
                  <a:lnTo>
                    <a:pt x="44022" y="0"/>
                  </a:lnTo>
                  <a:lnTo>
                    <a:pt x="46773" y="0"/>
                  </a:lnTo>
                  <a:lnTo>
                    <a:pt x="49525" y="0"/>
                  </a:lnTo>
                  <a:lnTo>
                    <a:pt x="52276" y="0"/>
                  </a:lnTo>
                  <a:lnTo>
                    <a:pt x="55028" y="0"/>
                  </a:lnTo>
                  <a:lnTo>
                    <a:pt x="57779" y="0"/>
                  </a:lnTo>
                  <a:lnTo>
                    <a:pt x="60530" y="0"/>
                  </a:lnTo>
                  <a:lnTo>
                    <a:pt x="63282" y="0"/>
                  </a:lnTo>
                  <a:lnTo>
                    <a:pt x="66033" y="0"/>
                  </a:lnTo>
                  <a:lnTo>
                    <a:pt x="68785" y="0"/>
                  </a:lnTo>
                  <a:lnTo>
                    <a:pt x="71536" y="0"/>
                  </a:lnTo>
                  <a:lnTo>
                    <a:pt x="74287" y="0"/>
                  </a:lnTo>
                  <a:lnTo>
                    <a:pt x="77039" y="0"/>
                  </a:lnTo>
                  <a:lnTo>
                    <a:pt x="79790" y="0"/>
                  </a:lnTo>
                  <a:lnTo>
                    <a:pt x="82542" y="0"/>
                  </a:lnTo>
                  <a:lnTo>
                    <a:pt x="85293" y="0"/>
                  </a:lnTo>
                  <a:lnTo>
                    <a:pt x="88044" y="0"/>
                  </a:lnTo>
                  <a:lnTo>
                    <a:pt x="90796" y="0"/>
                  </a:lnTo>
                  <a:lnTo>
                    <a:pt x="93547" y="0"/>
                  </a:lnTo>
                  <a:lnTo>
                    <a:pt x="96299" y="0"/>
                  </a:lnTo>
                  <a:lnTo>
                    <a:pt x="99050" y="0"/>
                  </a:lnTo>
                  <a:lnTo>
                    <a:pt x="101801" y="0"/>
                  </a:lnTo>
                  <a:lnTo>
                    <a:pt x="104553" y="0"/>
                  </a:lnTo>
                  <a:lnTo>
                    <a:pt x="107304" y="0"/>
                  </a:lnTo>
                  <a:lnTo>
                    <a:pt x="110056" y="0"/>
                  </a:lnTo>
                  <a:lnTo>
                    <a:pt x="112807" y="0"/>
                  </a:lnTo>
                  <a:lnTo>
                    <a:pt x="115558" y="0"/>
                  </a:lnTo>
                  <a:lnTo>
                    <a:pt x="118310" y="0"/>
                  </a:lnTo>
                  <a:lnTo>
                    <a:pt x="121061" y="0"/>
                  </a:lnTo>
                  <a:lnTo>
                    <a:pt x="123813" y="0"/>
                  </a:lnTo>
                  <a:lnTo>
                    <a:pt x="126564" y="0"/>
                  </a:lnTo>
                  <a:lnTo>
                    <a:pt x="129315" y="0"/>
                  </a:lnTo>
                  <a:lnTo>
                    <a:pt x="132067" y="0"/>
                  </a:lnTo>
                  <a:lnTo>
                    <a:pt x="134818" y="0"/>
                  </a:lnTo>
                  <a:lnTo>
                    <a:pt x="137570" y="0"/>
                  </a:lnTo>
                  <a:lnTo>
                    <a:pt x="140321" y="0"/>
                  </a:lnTo>
                  <a:lnTo>
                    <a:pt x="143072" y="0"/>
                  </a:lnTo>
                  <a:lnTo>
                    <a:pt x="145824" y="0"/>
                  </a:lnTo>
                  <a:lnTo>
                    <a:pt x="148575" y="0"/>
                  </a:lnTo>
                  <a:lnTo>
                    <a:pt x="151327" y="0"/>
                  </a:lnTo>
                  <a:lnTo>
                    <a:pt x="154078" y="0"/>
                  </a:lnTo>
                  <a:lnTo>
                    <a:pt x="156829" y="0"/>
                  </a:lnTo>
                  <a:lnTo>
                    <a:pt x="159581" y="0"/>
                  </a:lnTo>
                  <a:lnTo>
                    <a:pt x="162332" y="0"/>
                  </a:lnTo>
                  <a:lnTo>
                    <a:pt x="165084" y="0"/>
                  </a:lnTo>
                  <a:lnTo>
                    <a:pt x="167835" y="0"/>
                  </a:lnTo>
                  <a:lnTo>
                    <a:pt x="170586" y="0"/>
                  </a:lnTo>
                  <a:lnTo>
                    <a:pt x="173338" y="0"/>
                  </a:lnTo>
                  <a:lnTo>
                    <a:pt x="176089" y="0"/>
                  </a:lnTo>
                  <a:lnTo>
                    <a:pt x="178841" y="0"/>
                  </a:lnTo>
                  <a:lnTo>
                    <a:pt x="181592" y="0"/>
                  </a:lnTo>
                  <a:lnTo>
                    <a:pt x="184343" y="0"/>
                  </a:lnTo>
                  <a:lnTo>
                    <a:pt x="187095" y="0"/>
                  </a:lnTo>
                  <a:lnTo>
                    <a:pt x="189846" y="0"/>
                  </a:lnTo>
                  <a:lnTo>
                    <a:pt x="192598" y="0"/>
                  </a:lnTo>
                  <a:lnTo>
                    <a:pt x="195349" y="0"/>
                  </a:lnTo>
                  <a:lnTo>
                    <a:pt x="198100" y="0"/>
                  </a:lnTo>
                  <a:lnTo>
                    <a:pt x="200852" y="0"/>
                  </a:lnTo>
                  <a:lnTo>
                    <a:pt x="203603" y="0"/>
                  </a:lnTo>
                  <a:lnTo>
                    <a:pt x="206355" y="0"/>
                  </a:lnTo>
                  <a:lnTo>
                    <a:pt x="209106" y="0"/>
                  </a:lnTo>
                  <a:lnTo>
                    <a:pt x="211857" y="0"/>
                  </a:lnTo>
                  <a:lnTo>
                    <a:pt x="214609" y="0"/>
                  </a:lnTo>
                  <a:lnTo>
                    <a:pt x="217360" y="0"/>
                  </a:lnTo>
                  <a:lnTo>
                    <a:pt x="220112" y="0"/>
                  </a:lnTo>
                  <a:lnTo>
                    <a:pt x="222863" y="0"/>
                  </a:lnTo>
                  <a:lnTo>
                    <a:pt x="225614" y="0"/>
                  </a:lnTo>
                  <a:lnTo>
                    <a:pt x="228366" y="0"/>
                  </a:lnTo>
                  <a:lnTo>
                    <a:pt x="231117" y="0"/>
                  </a:lnTo>
                  <a:lnTo>
                    <a:pt x="233869" y="0"/>
                  </a:lnTo>
                  <a:lnTo>
                    <a:pt x="236620" y="0"/>
                  </a:lnTo>
                  <a:lnTo>
                    <a:pt x="239371" y="0"/>
                  </a:lnTo>
                  <a:lnTo>
                    <a:pt x="242123" y="0"/>
                  </a:lnTo>
                  <a:lnTo>
                    <a:pt x="244874" y="0"/>
                  </a:lnTo>
                  <a:lnTo>
                    <a:pt x="247626" y="0"/>
                  </a:lnTo>
                  <a:lnTo>
                    <a:pt x="250377" y="0"/>
                  </a:lnTo>
                  <a:lnTo>
                    <a:pt x="253128" y="0"/>
                  </a:lnTo>
                  <a:lnTo>
                    <a:pt x="255880" y="0"/>
                  </a:lnTo>
                  <a:lnTo>
                    <a:pt x="258631" y="0"/>
                  </a:lnTo>
                  <a:lnTo>
                    <a:pt x="261383" y="0"/>
                  </a:lnTo>
                  <a:lnTo>
                    <a:pt x="264134" y="0"/>
                  </a:lnTo>
                  <a:lnTo>
                    <a:pt x="266885" y="0"/>
                  </a:lnTo>
                  <a:lnTo>
                    <a:pt x="269637" y="0"/>
                  </a:lnTo>
                  <a:lnTo>
                    <a:pt x="272388" y="0"/>
                  </a:lnTo>
                  <a:lnTo>
                    <a:pt x="275140" y="0"/>
                  </a:lnTo>
                  <a:lnTo>
                    <a:pt x="277891" y="0"/>
                  </a:lnTo>
                  <a:lnTo>
                    <a:pt x="280642" y="0"/>
                  </a:lnTo>
                  <a:lnTo>
                    <a:pt x="283394" y="0"/>
                  </a:lnTo>
                  <a:lnTo>
                    <a:pt x="286145" y="0"/>
                  </a:lnTo>
                  <a:lnTo>
                    <a:pt x="288897" y="0"/>
                  </a:lnTo>
                  <a:lnTo>
                    <a:pt x="291648" y="0"/>
                  </a:lnTo>
                  <a:lnTo>
                    <a:pt x="294399" y="0"/>
                  </a:lnTo>
                  <a:lnTo>
                    <a:pt x="297151" y="0"/>
                  </a:lnTo>
                  <a:lnTo>
                    <a:pt x="299902" y="0"/>
                  </a:lnTo>
                  <a:lnTo>
                    <a:pt x="302654" y="0"/>
                  </a:lnTo>
                  <a:lnTo>
                    <a:pt x="305405" y="0"/>
                  </a:lnTo>
                  <a:lnTo>
                    <a:pt x="308156" y="0"/>
                  </a:lnTo>
                  <a:lnTo>
                    <a:pt x="310908" y="0"/>
                  </a:lnTo>
                  <a:lnTo>
                    <a:pt x="313659" y="0"/>
                  </a:lnTo>
                  <a:lnTo>
                    <a:pt x="316411" y="0"/>
                  </a:lnTo>
                  <a:lnTo>
                    <a:pt x="319162" y="0"/>
                  </a:lnTo>
                  <a:lnTo>
                    <a:pt x="321913" y="0"/>
                  </a:lnTo>
                  <a:lnTo>
                    <a:pt x="324665" y="0"/>
                  </a:lnTo>
                  <a:lnTo>
                    <a:pt x="327416" y="0"/>
                  </a:lnTo>
                  <a:lnTo>
                    <a:pt x="330168" y="0"/>
                  </a:lnTo>
                  <a:lnTo>
                    <a:pt x="332919" y="0"/>
                  </a:lnTo>
                  <a:lnTo>
                    <a:pt x="335670" y="0"/>
                  </a:lnTo>
                  <a:lnTo>
                    <a:pt x="338422" y="0"/>
                  </a:lnTo>
                  <a:lnTo>
                    <a:pt x="341173" y="0"/>
                  </a:lnTo>
                  <a:lnTo>
                    <a:pt x="343925" y="0"/>
                  </a:lnTo>
                  <a:lnTo>
                    <a:pt x="346676" y="0"/>
                  </a:lnTo>
                  <a:lnTo>
                    <a:pt x="349427" y="0"/>
                  </a:lnTo>
                  <a:lnTo>
                    <a:pt x="352179" y="0"/>
                  </a:lnTo>
                  <a:lnTo>
                    <a:pt x="354930" y="0"/>
                  </a:lnTo>
                  <a:lnTo>
                    <a:pt x="357682" y="0"/>
                  </a:lnTo>
                  <a:lnTo>
                    <a:pt x="360433" y="0"/>
                  </a:lnTo>
                  <a:lnTo>
                    <a:pt x="363184" y="0"/>
                  </a:lnTo>
                  <a:lnTo>
                    <a:pt x="365936" y="0"/>
                  </a:lnTo>
                  <a:lnTo>
                    <a:pt x="368687" y="0"/>
                  </a:lnTo>
                  <a:lnTo>
                    <a:pt x="371439" y="0"/>
                  </a:lnTo>
                  <a:lnTo>
                    <a:pt x="374190" y="0"/>
                  </a:lnTo>
                  <a:lnTo>
                    <a:pt x="376941" y="0"/>
                  </a:lnTo>
                  <a:lnTo>
                    <a:pt x="379693" y="0"/>
                  </a:lnTo>
                  <a:lnTo>
                    <a:pt x="382444" y="0"/>
                  </a:lnTo>
                  <a:lnTo>
                    <a:pt x="385196" y="0"/>
                  </a:lnTo>
                  <a:lnTo>
                    <a:pt x="387947" y="0"/>
                  </a:lnTo>
                  <a:lnTo>
                    <a:pt x="390698" y="0"/>
                  </a:lnTo>
                  <a:lnTo>
                    <a:pt x="393450" y="0"/>
                  </a:lnTo>
                  <a:lnTo>
                    <a:pt x="396201" y="0"/>
                  </a:lnTo>
                  <a:lnTo>
                    <a:pt x="398953" y="0"/>
                  </a:lnTo>
                  <a:lnTo>
                    <a:pt x="401704" y="0"/>
                  </a:lnTo>
                  <a:lnTo>
                    <a:pt x="404455" y="0"/>
                  </a:lnTo>
                  <a:lnTo>
                    <a:pt x="407207" y="0"/>
                  </a:lnTo>
                  <a:lnTo>
                    <a:pt x="409958" y="0"/>
                  </a:lnTo>
                  <a:lnTo>
                    <a:pt x="412710" y="0"/>
                  </a:lnTo>
                  <a:lnTo>
                    <a:pt x="415461" y="0"/>
                  </a:lnTo>
                  <a:lnTo>
                    <a:pt x="418212" y="0"/>
                  </a:lnTo>
                  <a:lnTo>
                    <a:pt x="420964" y="0"/>
                  </a:lnTo>
                  <a:lnTo>
                    <a:pt x="423715" y="0"/>
                  </a:lnTo>
                  <a:lnTo>
                    <a:pt x="426467" y="0"/>
                  </a:lnTo>
                  <a:lnTo>
                    <a:pt x="429218" y="0"/>
                  </a:lnTo>
                  <a:lnTo>
                    <a:pt x="431969" y="0"/>
                  </a:lnTo>
                  <a:lnTo>
                    <a:pt x="434721" y="0"/>
                  </a:lnTo>
                  <a:lnTo>
                    <a:pt x="437472" y="0"/>
                  </a:lnTo>
                  <a:lnTo>
                    <a:pt x="440224" y="0"/>
                  </a:lnTo>
                  <a:lnTo>
                    <a:pt x="442975" y="0"/>
                  </a:lnTo>
                  <a:lnTo>
                    <a:pt x="445726" y="0"/>
                  </a:lnTo>
                  <a:lnTo>
                    <a:pt x="448478" y="0"/>
                  </a:lnTo>
                  <a:lnTo>
                    <a:pt x="451229" y="0"/>
                  </a:lnTo>
                  <a:lnTo>
                    <a:pt x="453981" y="0"/>
                  </a:lnTo>
                  <a:lnTo>
                    <a:pt x="456732" y="0"/>
                  </a:lnTo>
                  <a:lnTo>
                    <a:pt x="459483" y="0"/>
                  </a:lnTo>
                  <a:lnTo>
                    <a:pt x="462235" y="0"/>
                  </a:lnTo>
                  <a:lnTo>
                    <a:pt x="464986" y="0"/>
                  </a:lnTo>
                  <a:lnTo>
                    <a:pt x="467738" y="0"/>
                  </a:lnTo>
                  <a:lnTo>
                    <a:pt x="470489" y="0"/>
                  </a:lnTo>
                  <a:lnTo>
                    <a:pt x="473240" y="0"/>
                  </a:lnTo>
                  <a:lnTo>
                    <a:pt x="475992" y="0"/>
                  </a:lnTo>
                  <a:lnTo>
                    <a:pt x="478743" y="0"/>
                  </a:lnTo>
                  <a:lnTo>
                    <a:pt x="481495" y="0"/>
                  </a:lnTo>
                  <a:lnTo>
                    <a:pt x="484246" y="0"/>
                  </a:lnTo>
                  <a:lnTo>
                    <a:pt x="486997" y="0"/>
                  </a:lnTo>
                  <a:lnTo>
                    <a:pt x="489749" y="0"/>
                  </a:lnTo>
                  <a:lnTo>
                    <a:pt x="492500" y="0"/>
                  </a:lnTo>
                  <a:lnTo>
                    <a:pt x="495252" y="0"/>
                  </a:lnTo>
                  <a:lnTo>
                    <a:pt x="498003" y="0"/>
                  </a:lnTo>
                  <a:lnTo>
                    <a:pt x="500754" y="0"/>
                  </a:lnTo>
                  <a:lnTo>
                    <a:pt x="503506" y="0"/>
                  </a:lnTo>
                  <a:lnTo>
                    <a:pt x="506257" y="0"/>
                  </a:lnTo>
                  <a:lnTo>
                    <a:pt x="509009" y="0"/>
                  </a:lnTo>
                  <a:lnTo>
                    <a:pt x="511760" y="0"/>
                  </a:lnTo>
                  <a:lnTo>
                    <a:pt x="514511" y="0"/>
                  </a:lnTo>
                  <a:lnTo>
                    <a:pt x="517263" y="0"/>
                  </a:lnTo>
                  <a:lnTo>
                    <a:pt x="520014" y="0"/>
                  </a:lnTo>
                  <a:lnTo>
                    <a:pt x="522766" y="0"/>
                  </a:lnTo>
                  <a:lnTo>
                    <a:pt x="525517" y="0"/>
                  </a:lnTo>
                  <a:lnTo>
                    <a:pt x="528268" y="0"/>
                  </a:lnTo>
                  <a:lnTo>
                    <a:pt x="531020" y="0"/>
                  </a:lnTo>
                  <a:lnTo>
                    <a:pt x="533771" y="0"/>
                  </a:lnTo>
                  <a:lnTo>
                    <a:pt x="536523" y="0"/>
                  </a:lnTo>
                  <a:lnTo>
                    <a:pt x="539274" y="0"/>
                  </a:lnTo>
                  <a:lnTo>
                    <a:pt x="542025" y="0"/>
                  </a:lnTo>
                  <a:lnTo>
                    <a:pt x="544777" y="0"/>
                  </a:lnTo>
                  <a:lnTo>
                    <a:pt x="547528" y="0"/>
                  </a:lnTo>
                  <a:lnTo>
                    <a:pt x="550280" y="0"/>
                  </a:lnTo>
                  <a:lnTo>
                    <a:pt x="553031" y="0"/>
                  </a:lnTo>
                  <a:lnTo>
                    <a:pt x="555782" y="0"/>
                  </a:lnTo>
                  <a:lnTo>
                    <a:pt x="558534" y="0"/>
                  </a:lnTo>
                  <a:lnTo>
                    <a:pt x="561285" y="0"/>
                  </a:lnTo>
                  <a:lnTo>
                    <a:pt x="564037" y="0"/>
                  </a:lnTo>
                  <a:lnTo>
                    <a:pt x="566788" y="0"/>
                  </a:lnTo>
                  <a:lnTo>
                    <a:pt x="569539" y="0"/>
                  </a:lnTo>
                  <a:lnTo>
                    <a:pt x="572291" y="0"/>
                  </a:lnTo>
                  <a:lnTo>
                    <a:pt x="575042" y="0"/>
                  </a:lnTo>
                  <a:lnTo>
                    <a:pt x="577794" y="0"/>
                  </a:lnTo>
                  <a:lnTo>
                    <a:pt x="580545" y="0"/>
                  </a:lnTo>
                  <a:lnTo>
                    <a:pt x="583296" y="0"/>
                  </a:lnTo>
                  <a:lnTo>
                    <a:pt x="586048" y="0"/>
                  </a:lnTo>
                  <a:lnTo>
                    <a:pt x="588799" y="0"/>
                  </a:lnTo>
                  <a:lnTo>
                    <a:pt x="591551" y="0"/>
                  </a:lnTo>
                  <a:lnTo>
                    <a:pt x="594302" y="0"/>
                  </a:lnTo>
                  <a:lnTo>
                    <a:pt x="597054" y="0"/>
                  </a:lnTo>
                  <a:lnTo>
                    <a:pt x="599805" y="0"/>
                  </a:lnTo>
                  <a:lnTo>
                    <a:pt x="602556" y="0"/>
                  </a:lnTo>
                  <a:lnTo>
                    <a:pt x="605308" y="0"/>
                  </a:lnTo>
                  <a:lnTo>
                    <a:pt x="608059" y="0"/>
                  </a:lnTo>
                  <a:lnTo>
                    <a:pt x="610811" y="0"/>
                  </a:lnTo>
                  <a:lnTo>
                    <a:pt x="613562" y="0"/>
                  </a:lnTo>
                  <a:lnTo>
                    <a:pt x="616313" y="0"/>
                  </a:lnTo>
                  <a:lnTo>
                    <a:pt x="619065" y="0"/>
                  </a:lnTo>
                  <a:lnTo>
                    <a:pt x="621816" y="0"/>
                  </a:lnTo>
                  <a:lnTo>
                    <a:pt x="624568" y="0"/>
                  </a:lnTo>
                  <a:lnTo>
                    <a:pt x="627319" y="0"/>
                  </a:lnTo>
                  <a:lnTo>
                    <a:pt x="630070" y="0"/>
                  </a:lnTo>
                  <a:lnTo>
                    <a:pt x="632822" y="0"/>
                  </a:lnTo>
                  <a:lnTo>
                    <a:pt x="635573" y="0"/>
                  </a:lnTo>
                  <a:lnTo>
                    <a:pt x="638325" y="0"/>
                  </a:lnTo>
                  <a:lnTo>
                    <a:pt x="641076" y="0"/>
                  </a:lnTo>
                  <a:lnTo>
                    <a:pt x="643827" y="0"/>
                  </a:lnTo>
                  <a:lnTo>
                    <a:pt x="646579" y="0"/>
                  </a:lnTo>
                  <a:lnTo>
                    <a:pt x="649330" y="0"/>
                  </a:lnTo>
                  <a:lnTo>
                    <a:pt x="652082" y="0"/>
                  </a:lnTo>
                  <a:lnTo>
                    <a:pt x="654833" y="0"/>
                  </a:lnTo>
                  <a:lnTo>
                    <a:pt x="657584" y="0"/>
                  </a:lnTo>
                  <a:lnTo>
                    <a:pt x="660336" y="0"/>
                  </a:lnTo>
                  <a:lnTo>
                    <a:pt x="663087" y="0"/>
                  </a:lnTo>
                  <a:lnTo>
                    <a:pt x="665839" y="0"/>
                  </a:lnTo>
                  <a:lnTo>
                    <a:pt x="668590" y="0"/>
                  </a:lnTo>
                  <a:lnTo>
                    <a:pt x="671341" y="0"/>
                  </a:lnTo>
                  <a:lnTo>
                    <a:pt x="674093" y="0"/>
                  </a:lnTo>
                  <a:lnTo>
                    <a:pt x="676844" y="0"/>
                  </a:lnTo>
                  <a:lnTo>
                    <a:pt x="679596" y="0"/>
                  </a:lnTo>
                  <a:lnTo>
                    <a:pt x="682347" y="0"/>
                  </a:lnTo>
                  <a:lnTo>
                    <a:pt x="685098" y="0"/>
                  </a:lnTo>
                  <a:lnTo>
                    <a:pt x="687850" y="0"/>
                  </a:lnTo>
                  <a:lnTo>
                    <a:pt x="690601" y="0"/>
                  </a:lnTo>
                  <a:lnTo>
                    <a:pt x="693353" y="0"/>
                  </a:lnTo>
                  <a:lnTo>
                    <a:pt x="696104" y="0"/>
                  </a:lnTo>
                  <a:lnTo>
                    <a:pt x="698855" y="0"/>
                  </a:lnTo>
                  <a:lnTo>
                    <a:pt x="701607" y="0"/>
                  </a:lnTo>
                  <a:lnTo>
                    <a:pt x="704358" y="0"/>
                  </a:lnTo>
                  <a:lnTo>
                    <a:pt x="707110" y="0"/>
                  </a:lnTo>
                  <a:lnTo>
                    <a:pt x="709861" y="0"/>
                  </a:lnTo>
                  <a:lnTo>
                    <a:pt x="712612" y="0"/>
                  </a:lnTo>
                  <a:lnTo>
                    <a:pt x="715364" y="0"/>
                  </a:lnTo>
                  <a:lnTo>
                    <a:pt x="718115" y="0"/>
                  </a:lnTo>
                  <a:lnTo>
                    <a:pt x="720867" y="0"/>
                  </a:lnTo>
                  <a:lnTo>
                    <a:pt x="723618" y="0"/>
                  </a:lnTo>
                  <a:lnTo>
                    <a:pt x="726369" y="0"/>
                  </a:lnTo>
                  <a:lnTo>
                    <a:pt x="729121" y="0"/>
                  </a:lnTo>
                  <a:lnTo>
                    <a:pt x="731872" y="0"/>
                  </a:lnTo>
                  <a:lnTo>
                    <a:pt x="734624" y="0"/>
                  </a:lnTo>
                  <a:lnTo>
                    <a:pt x="737375" y="0"/>
                  </a:lnTo>
                  <a:lnTo>
                    <a:pt x="740126" y="0"/>
                  </a:lnTo>
                  <a:lnTo>
                    <a:pt x="742878" y="0"/>
                  </a:lnTo>
                  <a:lnTo>
                    <a:pt x="745629" y="0"/>
                  </a:lnTo>
                  <a:lnTo>
                    <a:pt x="748381" y="0"/>
                  </a:lnTo>
                  <a:lnTo>
                    <a:pt x="751132" y="0"/>
                  </a:lnTo>
                  <a:lnTo>
                    <a:pt x="753883" y="0"/>
                  </a:lnTo>
                  <a:lnTo>
                    <a:pt x="756635" y="0"/>
                  </a:lnTo>
                  <a:lnTo>
                    <a:pt x="759386" y="0"/>
                  </a:lnTo>
                  <a:lnTo>
                    <a:pt x="762138" y="0"/>
                  </a:lnTo>
                  <a:lnTo>
                    <a:pt x="764889" y="0"/>
                  </a:lnTo>
                  <a:lnTo>
                    <a:pt x="767640" y="0"/>
                  </a:lnTo>
                  <a:lnTo>
                    <a:pt x="770392" y="0"/>
                  </a:lnTo>
                  <a:lnTo>
                    <a:pt x="773143" y="0"/>
                  </a:lnTo>
                  <a:lnTo>
                    <a:pt x="775895" y="0"/>
                  </a:lnTo>
                  <a:lnTo>
                    <a:pt x="778646" y="0"/>
                  </a:lnTo>
                  <a:lnTo>
                    <a:pt x="781397" y="0"/>
                  </a:lnTo>
                  <a:lnTo>
                    <a:pt x="784149" y="0"/>
                  </a:lnTo>
                  <a:lnTo>
                    <a:pt x="786900" y="0"/>
                  </a:lnTo>
                  <a:lnTo>
                    <a:pt x="789652" y="0"/>
                  </a:lnTo>
                  <a:lnTo>
                    <a:pt x="792403" y="0"/>
                  </a:lnTo>
                  <a:lnTo>
                    <a:pt x="795154" y="0"/>
                  </a:lnTo>
                  <a:lnTo>
                    <a:pt x="797906" y="0"/>
                  </a:lnTo>
                  <a:lnTo>
                    <a:pt x="800657" y="0"/>
                  </a:lnTo>
                  <a:lnTo>
                    <a:pt x="803409" y="0"/>
                  </a:lnTo>
                  <a:lnTo>
                    <a:pt x="806160" y="0"/>
                  </a:lnTo>
                  <a:lnTo>
                    <a:pt x="808911" y="0"/>
                  </a:lnTo>
                  <a:lnTo>
                    <a:pt x="811663" y="0"/>
                  </a:lnTo>
                  <a:lnTo>
                    <a:pt x="814414" y="0"/>
                  </a:lnTo>
                  <a:lnTo>
                    <a:pt x="817166" y="0"/>
                  </a:lnTo>
                  <a:lnTo>
                    <a:pt x="819917" y="0"/>
                  </a:lnTo>
                  <a:lnTo>
                    <a:pt x="822668" y="0"/>
                  </a:lnTo>
                  <a:lnTo>
                    <a:pt x="825420" y="0"/>
                  </a:lnTo>
                  <a:lnTo>
                    <a:pt x="828171" y="0"/>
                  </a:lnTo>
                  <a:lnTo>
                    <a:pt x="830923" y="0"/>
                  </a:lnTo>
                  <a:lnTo>
                    <a:pt x="833674" y="0"/>
                  </a:lnTo>
                  <a:lnTo>
                    <a:pt x="836425" y="0"/>
                  </a:lnTo>
                  <a:lnTo>
                    <a:pt x="839177" y="0"/>
                  </a:lnTo>
                  <a:lnTo>
                    <a:pt x="841928" y="0"/>
                  </a:lnTo>
                  <a:lnTo>
                    <a:pt x="844680" y="0"/>
                  </a:lnTo>
                  <a:lnTo>
                    <a:pt x="847431" y="0"/>
                  </a:lnTo>
                  <a:lnTo>
                    <a:pt x="850182" y="0"/>
                  </a:lnTo>
                  <a:lnTo>
                    <a:pt x="852934" y="0"/>
                  </a:lnTo>
                  <a:lnTo>
                    <a:pt x="855685" y="0"/>
                  </a:lnTo>
                  <a:lnTo>
                    <a:pt x="858437" y="0"/>
                  </a:lnTo>
                  <a:lnTo>
                    <a:pt x="861188" y="0"/>
                  </a:lnTo>
                  <a:lnTo>
                    <a:pt x="863939" y="0"/>
                  </a:lnTo>
                  <a:lnTo>
                    <a:pt x="866691" y="0"/>
                  </a:lnTo>
                  <a:lnTo>
                    <a:pt x="869442" y="0"/>
                  </a:lnTo>
                  <a:lnTo>
                    <a:pt x="872194" y="0"/>
                  </a:lnTo>
                  <a:lnTo>
                    <a:pt x="874945" y="0"/>
                  </a:lnTo>
                  <a:lnTo>
                    <a:pt x="877696" y="0"/>
                  </a:lnTo>
                  <a:lnTo>
                    <a:pt x="880448" y="0"/>
                  </a:lnTo>
                  <a:lnTo>
                    <a:pt x="883199" y="0"/>
                  </a:lnTo>
                  <a:lnTo>
                    <a:pt x="885951" y="0"/>
                  </a:lnTo>
                  <a:lnTo>
                    <a:pt x="888702" y="0"/>
                  </a:lnTo>
                  <a:lnTo>
                    <a:pt x="891453" y="0"/>
                  </a:lnTo>
                  <a:lnTo>
                    <a:pt x="894205" y="0"/>
                  </a:lnTo>
                  <a:lnTo>
                    <a:pt x="896956" y="0"/>
                  </a:lnTo>
                  <a:lnTo>
                    <a:pt x="899708" y="0"/>
                  </a:lnTo>
                  <a:lnTo>
                    <a:pt x="902459" y="0"/>
                  </a:lnTo>
                  <a:lnTo>
                    <a:pt x="905210" y="0"/>
                  </a:lnTo>
                  <a:lnTo>
                    <a:pt x="907962" y="0"/>
                  </a:lnTo>
                  <a:lnTo>
                    <a:pt x="910713" y="0"/>
                  </a:lnTo>
                  <a:lnTo>
                    <a:pt x="913465" y="0"/>
                  </a:lnTo>
                  <a:lnTo>
                    <a:pt x="916216" y="0"/>
                  </a:lnTo>
                  <a:lnTo>
                    <a:pt x="918967" y="0"/>
                  </a:lnTo>
                  <a:lnTo>
                    <a:pt x="921719" y="0"/>
                  </a:lnTo>
                  <a:lnTo>
                    <a:pt x="924470" y="0"/>
                  </a:lnTo>
                  <a:lnTo>
                    <a:pt x="927222" y="0"/>
                  </a:lnTo>
                  <a:lnTo>
                    <a:pt x="929973" y="0"/>
                  </a:lnTo>
                  <a:lnTo>
                    <a:pt x="932724" y="0"/>
                  </a:lnTo>
                  <a:lnTo>
                    <a:pt x="935476" y="0"/>
                  </a:lnTo>
                  <a:lnTo>
                    <a:pt x="938227" y="0"/>
                  </a:lnTo>
                  <a:lnTo>
                    <a:pt x="940979" y="0"/>
                  </a:lnTo>
                  <a:lnTo>
                    <a:pt x="943730" y="0"/>
                  </a:lnTo>
                  <a:lnTo>
                    <a:pt x="946481" y="0"/>
                  </a:lnTo>
                  <a:lnTo>
                    <a:pt x="949233" y="0"/>
                  </a:lnTo>
                  <a:lnTo>
                    <a:pt x="951984" y="0"/>
                  </a:lnTo>
                  <a:lnTo>
                    <a:pt x="954736" y="0"/>
                  </a:lnTo>
                  <a:lnTo>
                    <a:pt x="957487" y="0"/>
                  </a:lnTo>
                  <a:lnTo>
                    <a:pt x="960238" y="0"/>
                  </a:lnTo>
                  <a:lnTo>
                    <a:pt x="962990" y="0"/>
                  </a:lnTo>
                  <a:lnTo>
                    <a:pt x="965741" y="0"/>
                  </a:lnTo>
                  <a:lnTo>
                    <a:pt x="968493" y="0"/>
                  </a:lnTo>
                  <a:lnTo>
                    <a:pt x="971244" y="0"/>
                  </a:lnTo>
                  <a:lnTo>
                    <a:pt x="973995" y="0"/>
                  </a:lnTo>
                  <a:lnTo>
                    <a:pt x="976747" y="0"/>
                  </a:lnTo>
                  <a:lnTo>
                    <a:pt x="979498" y="0"/>
                  </a:lnTo>
                  <a:lnTo>
                    <a:pt x="982250" y="0"/>
                  </a:lnTo>
                  <a:lnTo>
                    <a:pt x="985001" y="0"/>
                  </a:lnTo>
                  <a:lnTo>
                    <a:pt x="987752" y="0"/>
                  </a:lnTo>
                  <a:lnTo>
                    <a:pt x="990504" y="0"/>
                  </a:lnTo>
                  <a:lnTo>
                    <a:pt x="993255" y="0"/>
                  </a:lnTo>
                  <a:lnTo>
                    <a:pt x="996007" y="0"/>
                  </a:lnTo>
                  <a:lnTo>
                    <a:pt x="998758" y="0"/>
                  </a:lnTo>
                  <a:lnTo>
                    <a:pt x="1001509" y="0"/>
                  </a:lnTo>
                  <a:lnTo>
                    <a:pt x="1004261" y="0"/>
                  </a:lnTo>
                  <a:lnTo>
                    <a:pt x="1007012" y="0"/>
                  </a:lnTo>
                  <a:lnTo>
                    <a:pt x="1009764" y="0"/>
                  </a:lnTo>
                  <a:lnTo>
                    <a:pt x="1012515" y="0"/>
                  </a:lnTo>
                  <a:lnTo>
                    <a:pt x="1015266" y="0"/>
                  </a:lnTo>
                  <a:lnTo>
                    <a:pt x="1018018" y="0"/>
                  </a:lnTo>
                  <a:lnTo>
                    <a:pt x="1020769" y="0"/>
                  </a:lnTo>
                  <a:lnTo>
                    <a:pt x="1023521" y="0"/>
                  </a:lnTo>
                  <a:lnTo>
                    <a:pt x="1026272" y="0"/>
                  </a:lnTo>
                  <a:lnTo>
                    <a:pt x="1029023" y="0"/>
                  </a:lnTo>
                  <a:lnTo>
                    <a:pt x="1031775" y="0"/>
                  </a:lnTo>
                  <a:lnTo>
                    <a:pt x="1034526" y="0"/>
                  </a:lnTo>
                  <a:lnTo>
                    <a:pt x="1037278" y="0"/>
                  </a:lnTo>
                  <a:lnTo>
                    <a:pt x="1040029" y="0"/>
                  </a:lnTo>
                  <a:lnTo>
                    <a:pt x="1042780" y="0"/>
                  </a:lnTo>
                  <a:lnTo>
                    <a:pt x="1045532" y="0"/>
                  </a:lnTo>
                  <a:lnTo>
                    <a:pt x="1048283" y="0"/>
                  </a:lnTo>
                  <a:lnTo>
                    <a:pt x="1051035" y="0"/>
                  </a:lnTo>
                  <a:lnTo>
                    <a:pt x="1053786" y="0"/>
                  </a:lnTo>
                  <a:lnTo>
                    <a:pt x="1056537" y="0"/>
                  </a:lnTo>
                  <a:lnTo>
                    <a:pt x="1059289" y="0"/>
                  </a:lnTo>
                  <a:lnTo>
                    <a:pt x="1062040" y="0"/>
                  </a:lnTo>
                  <a:lnTo>
                    <a:pt x="1064792" y="0"/>
                  </a:lnTo>
                  <a:lnTo>
                    <a:pt x="1067543" y="0"/>
                  </a:lnTo>
                  <a:lnTo>
                    <a:pt x="1070294" y="0"/>
                  </a:lnTo>
                  <a:lnTo>
                    <a:pt x="1073046" y="0"/>
                  </a:lnTo>
                  <a:lnTo>
                    <a:pt x="1075797" y="0"/>
                  </a:lnTo>
                  <a:lnTo>
                    <a:pt x="1078549" y="0"/>
                  </a:lnTo>
                  <a:lnTo>
                    <a:pt x="1081300" y="0"/>
                  </a:lnTo>
                  <a:lnTo>
                    <a:pt x="1084051" y="0"/>
                  </a:lnTo>
                  <a:lnTo>
                    <a:pt x="1086803" y="0"/>
                  </a:lnTo>
                  <a:lnTo>
                    <a:pt x="1089554" y="0"/>
                  </a:lnTo>
                  <a:lnTo>
                    <a:pt x="1092306" y="0"/>
                  </a:lnTo>
                  <a:lnTo>
                    <a:pt x="1095057" y="0"/>
                  </a:lnTo>
                  <a:lnTo>
                    <a:pt x="1097808" y="0"/>
                  </a:lnTo>
                  <a:lnTo>
                    <a:pt x="1100560" y="0"/>
                  </a:lnTo>
                  <a:lnTo>
                    <a:pt x="1103311" y="0"/>
                  </a:lnTo>
                  <a:lnTo>
                    <a:pt x="1106063" y="0"/>
                  </a:lnTo>
                  <a:lnTo>
                    <a:pt x="1108814" y="0"/>
                  </a:lnTo>
                  <a:lnTo>
                    <a:pt x="1111565" y="0"/>
                  </a:lnTo>
                  <a:lnTo>
                    <a:pt x="1114317" y="0"/>
                  </a:lnTo>
                  <a:lnTo>
                    <a:pt x="1117068" y="0"/>
                  </a:lnTo>
                  <a:lnTo>
                    <a:pt x="1119820" y="0"/>
                  </a:lnTo>
                  <a:lnTo>
                    <a:pt x="1122571" y="0"/>
                  </a:lnTo>
                  <a:lnTo>
                    <a:pt x="1125322" y="0"/>
                  </a:lnTo>
                  <a:lnTo>
                    <a:pt x="1128074" y="0"/>
                  </a:lnTo>
                  <a:lnTo>
                    <a:pt x="1130825" y="0"/>
                  </a:lnTo>
                  <a:lnTo>
                    <a:pt x="1133577" y="0"/>
                  </a:lnTo>
                  <a:lnTo>
                    <a:pt x="1136328" y="0"/>
                  </a:lnTo>
                  <a:lnTo>
                    <a:pt x="1139079" y="0"/>
                  </a:lnTo>
                  <a:lnTo>
                    <a:pt x="1141831" y="0"/>
                  </a:lnTo>
                  <a:lnTo>
                    <a:pt x="1144582" y="0"/>
                  </a:lnTo>
                  <a:lnTo>
                    <a:pt x="1147334" y="0"/>
                  </a:lnTo>
                  <a:lnTo>
                    <a:pt x="1150085" y="0"/>
                  </a:lnTo>
                  <a:lnTo>
                    <a:pt x="1152836" y="0"/>
                  </a:lnTo>
                  <a:lnTo>
                    <a:pt x="1155588" y="0"/>
                  </a:lnTo>
                  <a:lnTo>
                    <a:pt x="1158339" y="0"/>
                  </a:lnTo>
                  <a:lnTo>
                    <a:pt x="1161091" y="0"/>
                  </a:lnTo>
                  <a:lnTo>
                    <a:pt x="1163842" y="0"/>
                  </a:lnTo>
                  <a:lnTo>
                    <a:pt x="1166593" y="0"/>
                  </a:lnTo>
                  <a:lnTo>
                    <a:pt x="1169345" y="0"/>
                  </a:lnTo>
                  <a:lnTo>
                    <a:pt x="1172096" y="0"/>
                  </a:lnTo>
                  <a:lnTo>
                    <a:pt x="1174848" y="0"/>
                  </a:lnTo>
                  <a:lnTo>
                    <a:pt x="1177599" y="0"/>
                  </a:lnTo>
                  <a:lnTo>
                    <a:pt x="1180350" y="0"/>
                  </a:lnTo>
                  <a:lnTo>
                    <a:pt x="1183102" y="0"/>
                  </a:lnTo>
                  <a:lnTo>
                    <a:pt x="1185853" y="0"/>
                  </a:lnTo>
                  <a:lnTo>
                    <a:pt x="1188605" y="0"/>
                  </a:lnTo>
                  <a:lnTo>
                    <a:pt x="1191356" y="0"/>
                  </a:lnTo>
                  <a:lnTo>
                    <a:pt x="1194108" y="0"/>
                  </a:lnTo>
                  <a:lnTo>
                    <a:pt x="1196859" y="0"/>
                  </a:lnTo>
                  <a:lnTo>
                    <a:pt x="1199610" y="0"/>
                  </a:lnTo>
                  <a:lnTo>
                    <a:pt x="1202362" y="0"/>
                  </a:lnTo>
                  <a:lnTo>
                    <a:pt x="1205113" y="0"/>
                  </a:lnTo>
                  <a:lnTo>
                    <a:pt x="1207865" y="0"/>
                  </a:lnTo>
                  <a:lnTo>
                    <a:pt x="1210616" y="0"/>
                  </a:lnTo>
                  <a:lnTo>
                    <a:pt x="1213367" y="0"/>
                  </a:lnTo>
                  <a:lnTo>
                    <a:pt x="1216119" y="0"/>
                  </a:lnTo>
                  <a:lnTo>
                    <a:pt x="1218870" y="0"/>
                  </a:lnTo>
                  <a:lnTo>
                    <a:pt x="1221622" y="0"/>
                  </a:lnTo>
                  <a:lnTo>
                    <a:pt x="1224373" y="0"/>
                  </a:lnTo>
                  <a:lnTo>
                    <a:pt x="1227124" y="0"/>
                  </a:lnTo>
                  <a:lnTo>
                    <a:pt x="1229876" y="0"/>
                  </a:lnTo>
                  <a:lnTo>
                    <a:pt x="1232627" y="0"/>
                  </a:lnTo>
                  <a:lnTo>
                    <a:pt x="1235379" y="0"/>
                  </a:lnTo>
                  <a:lnTo>
                    <a:pt x="1238130" y="0"/>
                  </a:lnTo>
                  <a:lnTo>
                    <a:pt x="1240881" y="0"/>
                  </a:lnTo>
                  <a:lnTo>
                    <a:pt x="1243633" y="0"/>
                  </a:lnTo>
                  <a:lnTo>
                    <a:pt x="1246384" y="0"/>
                  </a:lnTo>
                  <a:lnTo>
                    <a:pt x="1249136" y="0"/>
                  </a:lnTo>
                  <a:lnTo>
                    <a:pt x="1251887" y="0"/>
                  </a:lnTo>
                  <a:lnTo>
                    <a:pt x="1254638" y="0"/>
                  </a:lnTo>
                  <a:lnTo>
                    <a:pt x="1257390" y="0"/>
                  </a:lnTo>
                  <a:lnTo>
                    <a:pt x="1260141" y="0"/>
                  </a:lnTo>
                  <a:lnTo>
                    <a:pt x="1262893" y="0"/>
                  </a:lnTo>
                  <a:lnTo>
                    <a:pt x="1265644" y="0"/>
                  </a:lnTo>
                  <a:lnTo>
                    <a:pt x="1268395" y="0"/>
                  </a:lnTo>
                  <a:lnTo>
                    <a:pt x="1271147" y="0"/>
                  </a:lnTo>
                  <a:lnTo>
                    <a:pt x="1273898" y="0"/>
                  </a:lnTo>
                  <a:lnTo>
                    <a:pt x="1276650" y="0"/>
                  </a:lnTo>
                  <a:lnTo>
                    <a:pt x="1279401" y="0"/>
                  </a:lnTo>
                  <a:lnTo>
                    <a:pt x="1282152" y="0"/>
                  </a:lnTo>
                  <a:lnTo>
                    <a:pt x="1284904" y="0"/>
                  </a:lnTo>
                  <a:lnTo>
                    <a:pt x="1287655" y="0"/>
                  </a:lnTo>
                  <a:lnTo>
                    <a:pt x="1290407" y="0"/>
                  </a:lnTo>
                  <a:lnTo>
                    <a:pt x="1293158" y="0"/>
                  </a:lnTo>
                  <a:lnTo>
                    <a:pt x="1295909" y="0"/>
                  </a:lnTo>
                  <a:lnTo>
                    <a:pt x="1298661" y="0"/>
                  </a:lnTo>
                  <a:lnTo>
                    <a:pt x="1301412" y="0"/>
                  </a:lnTo>
                  <a:lnTo>
                    <a:pt x="1304164" y="0"/>
                  </a:lnTo>
                  <a:lnTo>
                    <a:pt x="1306915" y="0"/>
                  </a:lnTo>
                  <a:lnTo>
                    <a:pt x="1309666" y="0"/>
                  </a:lnTo>
                  <a:lnTo>
                    <a:pt x="1312418" y="0"/>
                  </a:lnTo>
                  <a:lnTo>
                    <a:pt x="1315169" y="0"/>
                  </a:lnTo>
                  <a:lnTo>
                    <a:pt x="1317921" y="0"/>
                  </a:lnTo>
                  <a:lnTo>
                    <a:pt x="1320672" y="0"/>
                  </a:lnTo>
                  <a:lnTo>
                    <a:pt x="1323423" y="0"/>
                  </a:lnTo>
                  <a:lnTo>
                    <a:pt x="1326175" y="0"/>
                  </a:lnTo>
                  <a:lnTo>
                    <a:pt x="1328926" y="0"/>
                  </a:lnTo>
                  <a:lnTo>
                    <a:pt x="1331678" y="0"/>
                  </a:lnTo>
                  <a:lnTo>
                    <a:pt x="1334429" y="0"/>
                  </a:lnTo>
                  <a:lnTo>
                    <a:pt x="1337180" y="0"/>
                  </a:lnTo>
                  <a:lnTo>
                    <a:pt x="1339932" y="0"/>
                  </a:lnTo>
                  <a:lnTo>
                    <a:pt x="1342683" y="0"/>
                  </a:lnTo>
                  <a:lnTo>
                    <a:pt x="1345435" y="0"/>
                  </a:lnTo>
                  <a:lnTo>
                    <a:pt x="1348186" y="0"/>
                  </a:lnTo>
                  <a:lnTo>
                    <a:pt x="1350937" y="0"/>
                  </a:lnTo>
                  <a:lnTo>
                    <a:pt x="1353689" y="0"/>
                  </a:lnTo>
                  <a:lnTo>
                    <a:pt x="1356440" y="0"/>
                  </a:lnTo>
                  <a:lnTo>
                    <a:pt x="1359192" y="0"/>
                  </a:lnTo>
                  <a:lnTo>
                    <a:pt x="1361943" y="0"/>
                  </a:lnTo>
                  <a:lnTo>
                    <a:pt x="1364694" y="0"/>
                  </a:lnTo>
                  <a:lnTo>
                    <a:pt x="1367446" y="0"/>
                  </a:lnTo>
                  <a:lnTo>
                    <a:pt x="1370197" y="0"/>
                  </a:lnTo>
                  <a:lnTo>
                    <a:pt x="1372949" y="0"/>
                  </a:lnTo>
                  <a:lnTo>
                    <a:pt x="1375700" y="0"/>
                  </a:lnTo>
                  <a:lnTo>
                    <a:pt x="1375700" y="112653"/>
                  </a:lnTo>
                  <a:lnTo>
                    <a:pt x="1372949" y="112653"/>
                  </a:lnTo>
                  <a:lnTo>
                    <a:pt x="1370197" y="112653"/>
                  </a:lnTo>
                  <a:lnTo>
                    <a:pt x="1367446" y="112653"/>
                  </a:lnTo>
                  <a:lnTo>
                    <a:pt x="1364694" y="112653"/>
                  </a:lnTo>
                  <a:lnTo>
                    <a:pt x="1361943" y="112653"/>
                  </a:lnTo>
                  <a:lnTo>
                    <a:pt x="1359192" y="112653"/>
                  </a:lnTo>
                  <a:lnTo>
                    <a:pt x="1356440" y="112653"/>
                  </a:lnTo>
                  <a:lnTo>
                    <a:pt x="1353689" y="112653"/>
                  </a:lnTo>
                  <a:lnTo>
                    <a:pt x="1350937" y="112653"/>
                  </a:lnTo>
                  <a:lnTo>
                    <a:pt x="1348186" y="112653"/>
                  </a:lnTo>
                  <a:lnTo>
                    <a:pt x="1345435" y="112653"/>
                  </a:lnTo>
                  <a:lnTo>
                    <a:pt x="1342683" y="112653"/>
                  </a:lnTo>
                  <a:lnTo>
                    <a:pt x="1339932" y="112653"/>
                  </a:lnTo>
                  <a:lnTo>
                    <a:pt x="1337180" y="112653"/>
                  </a:lnTo>
                  <a:lnTo>
                    <a:pt x="1334429" y="112653"/>
                  </a:lnTo>
                  <a:lnTo>
                    <a:pt x="1331678" y="112653"/>
                  </a:lnTo>
                  <a:lnTo>
                    <a:pt x="1328926" y="112653"/>
                  </a:lnTo>
                  <a:lnTo>
                    <a:pt x="1326175" y="112653"/>
                  </a:lnTo>
                  <a:lnTo>
                    <a:pt x="1323423" y="112653"/>
                  </a:lnTo>
                  <a:lnTo>
                    <a:pt x="1320672" y="112653"/>
                  </a:lnTo>
                  <a:lnTo>
                    <a:pt x="1317921" y="112653"/>
                  </a:lnTo>
                  <a:lnTo>
                    <a:pt x="1315169" y="112653"/>
                  </a:lnTo>
                  <a:lnTo>
                    <a:pt x="1312418" y="112653"/>
                  </a:lnTo>
                  <a:lnTo>
                    <a:pt x="1309666" y="112653"/>
                  </a:lnTo>
                  <a:lnTo>
                    <a:pt x="1306915" y="112653"/>
                  </a:lnTo>
                  <a:lnTo>
                    <a:pt x="1304164" y="112653"/>
                  </a:lnTo>
                  <a:lnTo>
                    <a:pt x="1301412" y="112653"/>
                  </a:lnTo>
                  <a:lnTo>
                    <a:pt x="1298661" y="112653"/>
                  </a:lnTo>
                  <a:lnTo>
                    <a:pt x="1295909" y="112653"/>
                  </a:lnTo>
                  <a:lnTo>
                    <a:pt x="1293158" y="112653"/>
                  </a:lnTo>
                  <a:lnTo>
                    <a:pt x="1290407" y="112653"/>
                  </a:lnTo>
                  <a:lnTo>
                    <a:pt x="1287655" y="112653"/>
                  </a:lnTo>
                  <a:lnTo>
                    <a:pt x="1284904" y="112653"/>
                  </a:lnTo>
                  <a:lnTo>
                    <a:pt x="1282152" y="112653"/>
                  </a:lnTo>
                  <a:lnTo>
                    <a:pt x="1279401" y="112653"/>
                  </a:lnTo>
                  <a:lnTo>
                    <a:pt x="1276650" y="112653"/>
                  </a:lnTo>
                  <a:lnTo>
                    <a:pt x="1273898" y="112653"/>
                  </a:lnTo>
                  <a:lnTo>
                    <a:pt x="1271147" y="112653"/>
                  </a:lnTo>
                  <a:lnTo>
                    <a:pt x="1268395" y="112653"/>
                  </a:lnTo>
                  <a:lnTo>
                    <a:pt x="1265644" y="112653"/>
                  </a:lnTo>
                  <a:lnTo>
                    <a:pt x="1262893" y="112653"/>
                  </a:lnTo>
                  <a:lnTo>
                    <a:pt x="1260141" y="112653"/>
                  </a:lnTo>
                  <a:lnTo>
                    <a:pt x="1257390" y="112653"/>
                  </a:lnTo>
                  <a:lnTo>
                    <a:pt x="1254638" y="112653"/>
                  </a:lnTo>
                  <a:lnTo>
                    <a:pt x="1251887" y="112653"/>
                  </a:lnTo>
                  <a:lnTo>
                    <a:pt x="1249136" y="112653"/>
                  </a:lnTo>
                  <a:lnTo>
                    <a:pt x="1246384" y="112653"/>
                  </a:lnTo>
                  <a:lnTo>
                    <a:pt x="1243633" y="112653"/>
                  </a:lnTo>
                  <a:lnTo>
                    <a:pt x="1240881" y="112653"/>
                  </a:lnTo>
                  <a:lnTo>
                    <a:pt x="1238130" y="112653"/>
                  </a:lnTo>
                  <a:lnTo>
                    <a:pt x="1235379" y="112653"/>
                  </a:lnTo>
                  <a:lnTo>
                    <a:pt x="1232627" y="112653"/>
                  </a:lnTo>
                  <a:lnTo>
                    <a:pt x="1229876" y="112653"/>
                  </a:lnTo>
                  <a:lnTo>
                    <a:pt x="1227124" y="112653"/>
                  </a:lnTo>
                  <a:lnTo>
                    <a:pt x="1224373" y="112653"/>
                  </a:lnTo>
                  <a:lnTo>
                    <a:pt x="1221622" y="112653"/>
                  </a:lnTo>
                  <a:lnTo>
                    <a:pt x="1218870" y="112653"/>
                  </a:lnTo>
                  <a:lnTo>
                    <a:pt x="1216119" y="112653"/>
                  </a:lnTo>
                  <a:lnTo>
                    <a:pt x="1213367" y="112653"/>
                  </a:lnTo>
                  <a:lnTo>
                    <a:pt x="1210616" y="112653"/>
                  </a:lnTo>
                  <a:lnTo>
                    <a:pt x="1207865" y="112653"/>
                  </a:lnTo>
                  <a:lnTo>
                    <a:pt x="1205113" y="112653"/>
                  </a:lnTo>
                  <a:lnTo>
                    <a:pt x="1202362" y="112653"/>
                  </a:lnTo>
                  <a:lnTo>
                    <a:pt x="1199610" y="112653"/>
                  </a:lnTo>
                  <a:lnTo>
                    <a:pt x="1196859" y="112653"/>
                  </a:lnTo>
                  <a:lnTo>
                    <a:pt x="1194108" y="112653"/>
                  </a:lnTo>
                  <a:lnTo>
                    <a:pt x="1191356" y="112653"/>
                  </a:lnTo>
                  <a:lnTo>
                    <a:pt x="1188605" y="112653"/>
                  </a:lnTo>
                  <a:lnTo>
                    <a:pt x="1185853" y="112653"/>
                  </a:lnTo>
                  <a:lnTo>
                    <a:pt x="1183102" y="112653"/>
                  </a:lnTo>
                  <a:lnTo>
                    <a:pt x="1180350" y="112653"/>
                  </a:lnTo>
                  <a:lnTo>
                    <a:pt x="1177599" y="112653"/>
                  </a:lnTo>
                  <a:lnTo>
                    <a:pt x="1174848" y="112653"/>
                  </a:lnTo>
                  <a:lnTo>
                    <a:pt x="1172096" y="112653"/>
                  </a:lnTo>
                  <a:lnTo>
                    <a:pt x="1169345" y="112653"/>
                  </a:lnTo>
                  <a:lnTo>
                    <a:pt x="1166593" y="112653"/>
                  </a:lnTo>
                  <a:lnTo>
                    <a:pt x="1163842" y="112653"/>
                  </a:lnTo>
                  <a:lnTo>
                    <a:pt x="1161091" y="112653"/>
                  </a:lnTo>
                  <a:lnTo>
                    <a:pt x="1158339" y="112653"/>
                  </a:lnTo>
                  <a:lnTo>
                    <a:pt x="1155588" y="112653"/>
                  </a:lnTo>
                  <a:lnTo>
                    <a:pt x="1152836" y="112653"/>
                  </a:lnTo>
                  <a:lnTo>
                    <a:pt x="1150085" y="112653"/>
                  </a:lnTo>
                  <a:lnTo>
                    <a:pt x="1147334" y="112653"/>
                  </a:lnTo>
                  <a:lnTo>
                    <a:pt x="1144582" y="112653"/>
                  </a:lnTo>
                  <a:lnTo>
                    <a:pt x="1141831" y="112653"/>
                  </a:lnTo>
                  <a:lnTo>
                    <a:pt x="1139079" y="112653"/>
                  </a:lnTo>
                  <a:lnTo>
                    <a:pt x="1136328" y="112653"/>
                  </a:lnTo>
                  <a:lnTo>
                    <a:pt x="1133577" y="112653"/>
                  </a:lnTo>
                  <a:lnTo>
                    <a:pt x="1130825" y="112653"/>
                  </a:lnTo>
                  <a:lnTo>
                    <a:pt x="1128074" y="112653"/>
                  </a:lnTo>
                  <a:lnTo>
                    <a:pt x="1125322" y="112653"/>
                  </a:lnTo>
                  <a:lnTo>
                    <a:pt x="1122571" y="112653"/>
                  </a:lnTo>
                  <a:lnTo>
                    <a:pt x="1119820" y="112653"/>
                  </a:lnTo>
                  <a:lnTo>
                    <a:pt x="1117068" y="112653"/>
                  </a:lnTo>
                  <a:lnTo>
                    <a:pt x="1114317" y="112653"/>
                  </a:lnTo>
                  <a:lnTo>
                    <a:pt x="1111565" y="112653"/>
                  </a:lnTo>
                  <a:lnTo>
                    <a:pt x="1108814" y="112653"/>
                  </a:lnTo>
                  <a:lnTo>
                    <a:pt x="1106063" y="112653"/>
                  </a:lnTo>
                  <a:lnTo>
                    <a:pt x="1103311" y="112653"/>
                  </a:lnTo>
                  <a:lnTo>
                    <a:pt x="1100560" y="112653"/>
                  </a:lnTo>
                  <a:lnTo>
                    <a:pt x="1097808" y="112653"/>
                  </a:lnTo>
                  <a:lnTo>
                    <a:pt x="1095057" y="112653"/>
                  </a:lnTo>
                  <a:lnTo>
                    <a:pt x="1092306" y="112653"/>
                  </a:lnTo>
                  <a:lnTo>
                    <a:pt x="1089554" y="112653"/>
                  </a:lnTo>
                  <a:lnTo>
                    <a:pt x="1086803" y="112653"/>
                  </a:lnTo>
                  <a:lnTo>
                    <a:pt x="1084051" y="112653"/>
                  </a:lnTo>
                  <a:lnTo>
                    <a:pt x="1081300" y="112653"/>
                  </a:lnTo>
                  <a:lnTo>
                    <a:pt x="1078549" y="112653"/>
                  </a:lnTo>
                  <a:lnTo>
                    <a:pt x="1075797" y="112653"/>
                  </a:lnTo>
                  <a:lnTo>
                    <a:pt x="1073046" y="112653"/>
                  </a:lnTo>
                  <a:lnTo>
                    <a:pt x="1070294" y="112653"/>
                  </a:lnTo>
                  <a:lnTo>
                    <a:pt x="1067543" y="112653"/>
                  </a:lnTo>
                  <a:lnTo>
                    <a:pt x="1064792" y="112653"/>
                  </a:lnTo>
                  <a:lnTo>
                    <a:pt x="1062040" y="112653"/>
                  </a:lnTo>
                  <a:lnTo>
                    <a:pt x="1059289" y="112653"/>
                  </a:lnTo>
                  <a:lnTo>
                    <a:pt x="1056537" y="112653"/>
                  </a:lnTo>
                  <a:lnTo>
                    <a:pt x="1053786" y="112653"/>
                  </a:lnTo>
                  <a:lnTo>
                    <a:pt x="1051035" y="112653"/>
                  </a:lnTo>
                  <a:lnTo>
                    <a:pt x="1048283" y="112653"/>
                  </a:lnTo>
                  <a:lnTo>
                    <a:pt x="1045532" y="112653"/>
                  </a:lnTo>
                  <a:lnTo>
                    <a:pt x="1042780" y="112653"/>
                  </a:lnTo>
                  <a:lnTo>
                    <a:pt x="1040029" y="112653"/>
                  </a:lnTo>
                  <a:lnTo>
                    <a:pt x="1037278" y="112653"/>
                  </a:lnTo>
                  <a:lnTo>
                    <a:pt x="1034526" y="112653"/>
                  </a:lnTo>
                  <a:lnTo>
                    <a:pt x="1031775" y="112653"/>
                  </a:lnTo>
                  <a:lnTo>
                    <a:pt x="1029023" y="112653"/>
                  </a:lnTo>
                  <a:lnTo>
                    <a:pt x="1026272" y="112653"/>
                  </a:lnTo>
                  <a:lnTo>
                    <a:pt x="1023521" y="112653"/>
                  </a:lnTo>
                  <a:lnTo>
                    <a:pt x="1020769" y="112653"/>
                  </a:lnTo>
                  <a:lnTo>
                    <a:pt x="1018018" y="112653"/>
                  </a:lnTo>
                  <a:lnTo>
                    <a:pt x="1015266" y="112653"/>
                  </a:lnTo>
                  <a:lnTo>
                    <a:pt x="1012515" y="112653"/>
                  </a:lnTo>
                  <a:lnTo>
                    <a:pt x="1009764" y="112653"/>
                  </a:lnTo>
                  <a:lnTo>
                    <a:pt x="1007012" y="112653"/>
                  </a:lnTo>
                  <a:lnTo>
                    <a:pt x="1004261" y="112653"/>
                  </a:lnTo>
                  <a:lnTo>
                    <a:pt x="1001509" y="112653"/>
                  </a:lnTo>
                  <a:lnTo>
                    <a:pt x="998758" y="112653"/>
                  </a:lnTo>
                  <a:lnTo>
                    <a:pt x="996007" y="112653"/>
                  </a:lnTo>
                  <a:lnTo>
                    <a:pt x="993255" y="112653"/>
                  </a:lnTo>
                  <a:lnTo>
                    <a:pt x="990504" y="112653"/>
                  </a:lnTo>
                  <a:lnTo>
                    <a:pt x="987752" y="112653"/>
                  </a:lnTo>
                  <a:lnTo>
                    <a:pt x="985001" y="112653"/>
                  </a:lnTo>
                  <a:lnTo>
                    <a:pt x="982250" y="112653"/>
                  </a:lnTo>
                  <a:lnTo>
                    <a:pt x="979498" y="112653"/>
                  </a:lnTo>
                  <a:lnTo>
                    <a:pt x="976747" y="112653"/>
                  </a:lnTo>
                  <a:lnTo>
                    <a:pt x="973995" y="112653"/>
                  </a:lnTo>
                  <a:lnTo>
                    <a:pt x="971244" y="112653"/>
                  </a:lnTo>
                  <a:lnTo>
                    <a:pt x="968493" y="112653"/>
                  </a:lnTo>
                  <a:lnTo>
                    <a:pt x="965741" y="112653"/>
                  </a:lnTo>
                  <a:lnTo>
                    <a:pt x="962990" y="112653"/>
                  </a:lnTo>
                  <a:lnTo>
                    <a:pt x="960238" y="112653"/>
                  </a:lnTo>
                  <a:lnTo>
                    <a:pt x="957487" y="112653"/>
                  </a:lnTo>
                  <a:lnTo>
                    <a:pt x="954736" y="112653"/>
                  </a:lnTo>
                  <a:lnTo>
                    <a:pt x="951984" y="112653"/>
                  </a:lnTo>
                  <a:lnTo>
                    <a:pt x="949233" y="112653"/>
                  </a:lnTo>
                  <a:lnTo>
                    <a:pt x="946481" y="112653"/>
                  </a:lnTo>
                  <a:lnTo>
                    <a:pt x="943730" y="112653"/>
                  </a:lnTo>
                  <a:lnTo>
                    <a:pt x="940979" y="112653"/>
                  </a:lnTo>
                  <a:lnTo>
                    <a:pt x="938227" y="112653"/>
                  </a:lnTo>
                  <a:lnTo>
                    <a:pt x="935476" y="112653"/>
                  </a:lnTo>
                  <a:lnTo>
                    <a:pt x="932724" y="112653"/>
                  </a:lnTo>
                  <a:lnTo>
                    <a:pt x="929973" y="112653"/>
                  </a:lnTo>
                  <a:lnTo>
                    <a:pt x="927222" y="112653"/>
                  </a:lnTo>
                  <a:lnTo>
                    <a:pt x="924470" y="112653"/>
                  </a:lnTo>
                  <a:lnTo>
                    <a:pt x="921719" y="112653"/>
                  </a:lnTo>
                  <a:lnTo>
                    <a:pt x="918967" y="112653"/>
                  </a:lnTo>
                  <a:lnTo>
                    <a:pt x="916216" y="112653"/>
                  </a:lnTo>
                  <a:lnTo>
                    <a:pt x="913465" y="112653"/>
                  </a:lnTo>
                  <a:lnTo>
                    <a:pt x="910713" y="112653"/>
                  </a:lnTo>
                  <a:lnTo>
                    <a:pt x="907962" y="112653"/>
                  </a:lnTo>
                  <a:lnTo>
                    <a:pt x="905210" y="112653"/>
                  </a:lnTo>
                  <a:lnTo>
                    <a:pt x="902459" y="112653"/>
                  </a:lnTo>
                  <a:lnTo>
                    <a:pt x="899708" y="112653"/>
                  </a:lnTo>
                  <a:lnTo>
                    <a:pt x="896956" y="112653"/>
                  </a:lnTo>
                  <a:lnTo>
                    <a:pt x="894205" y="112653"/>
                  </a:lnTo>
                  <a:lnTo>
                    <a:pt x="891453" y="112653"/>
                  </a:lnTo>
                  <a:lnTo>
                    <a:pt x="888702" y="112653"/>
                  </a:lnTo>
                  <a:lnTo>
                    <a:pt x="885951" y="112653"/>
                  </a:lnTo>
                  <a:lnTo>
                    <a:pt x="883199" y="112653"/>
                  </a:lnTo>
                  <a:lnTo>
                    <a:pt x="880448" y="112653"/>
                  </a:lnTo>
                  <a:lnTo>
                    <a:pt x="877696" y="112653"/>
                  </a:lnTo>
                  <a:lnTo>
                    <a:pt x="874945" y="112653"/>
                  </a:lnTo>
                  <a:lnTo>
                    <a:pt x="872194" y="112653"/>
                  </a:lnTo>
                  <a:lnTo>
                    <a:pt x="869442" y="112653"/>
                  </a:lnTo>
                  <a:lnTo>
                    <a:pt x="866691" y="112653"/>
                  </a:lnTo>
                  <a:lnTo>
                    <a:pt x="863939" y="112653"/>
                  </a:lnTo>
                  <a:lnTo>
                    <a:pt x="861188" y="112653"/>
                  </a:lnTo>
                  <a:lnTo>
                    <a:pt x="858437" y="112653"/>
                  </a:lnTo>
                  <a:lnTo>
                    <a:pt x="855685" y="112653"/>
                  </a:lnTo>
                  <a:lnTo>
                    <a:pt x="852934" y="112653"/>
                  </a:lnTo>
                  <a:lnTo>
                    <a:pt x="850182" y="112653"/>
                  </a:lnTo>
                  <a:lnTo>
                    <a:pt x="847431" y="112653"/>
                  </a:lnTo>
                  <a:lnTo>
                    <a:pt x="844680" y="112653"/>
                  </a:lnTo>
                  <a:lnTo>
                    <a:pt x="841928" y="112653"/>
                  </a:lnTo>
                  <a:lnTo>
                    <a:pt x="839177" y="112653"/>
                  </a:lnTo>
                  <a:lnTo>
                    <a:pt x="836425" y="112653"/>
                  </a:lnTo>
                  <a:lnTo>
                    <a:pt x="833674" y="112653"/>
                  </a:lnTo>
                  <a:lnTo>
                    <a:pt x="830923" y="112653"/>
                  </a:lnTo>
                  <a:lnTo>
                    <a:pt x="828171" y="112653"/>
                  </a:lnTo>
                  <a:lnTo>
                    <a:pt x="825420" y="112653"/>
                  </a:lnTo>
                  <a:lnTo>
                    <a:pt x="822668" y="112653"/>
                  </a:lnTo>
                  <a:lnTo>
                    <a:pt x="819917" y="112653"/>
                  </a:lnTo>
                  <a:lnTo>
                    <a:pt x="817166" y="112653"/>
                  </a:lnTo>
                  <a:lnTo>
                    <a:pt x="814414" y="112653"/>
                  </a:lnTo>
                  <a:lnTo>
                    <a:pt x="811663" y="112653"/>
                  </a:lnTo>
                  <a:lnTo>
                    <a:pt x="808911" y="112653"/>
                  </a:lnTo>
                  <a:lnTo>
                    <a:pt x="806160" y="112653"/>
                  </a:lnTo>
                  <a:lnTo>
                    <a:pt x="803409" y="112653"/>
                  </a:lnTo>
                  <a:lnTo>
                    <a:pt x="800657" y="112653"/>
                  </a:lnTo>
                  <a:lnTo>
                    <a:pt x="797906" y="112653"/>
                  </a:lnTo>
                  <a:lnTo>
                    <a:pt x="795154" y="112653"/>
                  </a:lnTo>
                  <a:lnTo>
                    <a:pt x="792403" y="112653"/>
                  </a:lnTo>
                  <a:lnTo>
                    <a:pt x="789652" y="112653"/>
                  </a:lnTo>
                  <a:lnTo>
                    <a:pt x="786900" y="112653"/>
                  </a:lnTo>
                  <a:lnTo>
                    <a:pt x="784149" y="112653"/>
                  </a:lnTo>
                  <a:lnTo>
                    <a:pt x="781397" y="112653"/>
                  </a:lnTo>
                  <a:lnTo>
                    <a:pt x="778646" y="112653"/>
                  </a:lnTo>
                  <a:lnTo>
                    <a:pt x="775895" y="112653"/>
                  </a:lnTo>
                  <a:lnTo>
                    <a:pt x="773143" y="112653"/>
                  </a:lnTo>
                  <a:lnTo>
                    <a:pt x="770392" y="112653"/>
                  </a:lnTo>
                  <a:lnTo>
                    <a:pt x="767640" y="112653"/>
                  </a:lnTo>
                  <a:lnTo>
                    <a:pt x="764889" y="112653"/>
                  </a:lnTo>
                  <a:lnTo>
                    <a:pt x="762138" y="112653"/>
                  </a:lnTo>
                  <a:lnTo>
                    <a:pt x="759386" y="112653"/>
                  </a:lnTo>
                  <a:lnTo>
                    <a:pt x="756635" y="112653"/>
                  </a:lnTo>
                  <a:lnTo>
                    <a:pt x="753883" y="112653"/>
                  </a:lnTo>
                  <a:lnTo>
                    <a:pt x="751132" y="112653"/>
                  </a:lnTo>
                  <a:lnTo>
                    <a:pt x="748381" y="112653"/>
                  </a:lnTo>
                  <a:lnTo>
                    <a:pt x="745629" y="112653"/>
                  </a:lnTo>
                  <a:lnTo>
                    <a:pt x="742878" y="112653"/>
                  </a:lnTo>
                  <a:lnTo>
                    <a:pt x="740126" y="112653"/>
                  </a:lnTo>
                  <a:lnTo>
                    <a:pt x="737375" y="112653"/>
                  </a:lnTo>
                  <a:lnTo>
                    <a:pt x="734624" y="112653"/>
                  </a:lnTo>
                  <a:lnTo>
                    <a:pt x="731872" y="112653"/>
                  </a:lnTo>
                  <a:lnTo>
                    <a:pt x="729121" y="112653"/>
                  </a:lnTo>
                  <a:lnTo>
                    <a:pt x="726369" y="112653"/>
                  </a:lnTo>
                  <a:lnTo>
                    <a:pt x="723618" y="112653"/>
                  </a:lnTo>
                  <a:lnTo>
                    <a:pt x="720867" y="112653"/>
                  </a:lnTo>
                  <a:lnTo>
                    <a:pt x="718115" y="112653"/>
                  </a:lnTo>
                  <a:lnTo>
                    <a:pt x="715364" y="112653"/>
                  </a:lnTo>
                  <a:lnTo>
                    <a:pt x="712612" y="112653"/>
                  </a:lnTo>
                  <a:lnTo>
                    <a:pt x="709861" y="112653"/>
                  </a:lnTo>
                  <a:lnTo>
                    <a:pt x="707110" y="112653"/>
                  </a:lnTo>
                  <a:lnTo>
                    <a:pt x="704358" y="112653"/>
                  </a:lnTo>
                  <a:lnTo>
                    <a:pt x="701607" y="112653"/>
                  </a:lnTo>
                  <a:lnTo>
                    <a:pt x="698855" y="112653"/>
                  </a:lnTo>
                  <a:lnTo>
                    <a:pt x="696104" y="112653"/>
                  </a:lnTo>
                  <a:lnTo>
                    <a:pt x="693353" y="112653"/>
                  </a:lnTo>
                  <a:lnTo>
                    <a:pt x="690601" y="112653"/>
                  </a:lnTo>
                  <a:lnTo>
                    <a:pt x="687850" y="112653"/>
                  </a:lnTo>
                  <a:lnTo>
                    <a:pt x="685098" y="112653"/>
                  </a:lnTo>
                  <a:lnTo>
                    <a:pt x="682347" y="112653"/>
                  </a:lnTo>
                  <a:lnTo>
                    <a:pt x="679596" y="112653"/>
                  </a:lnTo>
                  <a:lnTo>
                    <a:pt x="676844" y="112653"/>
                  </a:lnTo>
                  <a:lnTo>
                    <a:pt x="674093" y="112653"/>
                  </a:lnTo>
                  <a:lnTo>
                    <a:pt x="671341" y="112653"/>
                  </a:lnTo>
                  <a:lnTo>
                    <a:pt x="668590" y="112653"/>
                  </a:lnTo>
                  <a:lnTo>
                    <a:pt x="665839" y="112653"/>
                  </a:lnTo>
                  <a:lnTo>
                    <a:pt x="663087" y="112653"/>
                  </a:lnTo>
                  <a:lnTo>
                    <a:pt x="660336" y="112653"/>
                  </a:lnTo>
                  <a:lnTo>
                    <a:pt x="657584" y="112653"/>
                  </a:lnTo>
                  <a:lnTo>
                    <a:pt x="654833" y="112653"/>
                  </a:lnTo>
                  <a:lnTo>
                    <a:pt x="652082" y="112653"/>
                  </a:lnTo>
                  <a:lnTo>
                    <a:pt x="649330" y="112653"/>
                  </a:lnTo>
                  <a:lnTo>
                    <a:pt x="646579" y="112653"/>
                  </a:lnTo>
                  <a:lnTo>
                    <a:pt x="643827" y="112653"/>
                  </a:lnTo>
                  <a:lnTo>
                    <a:pt x="641076" y="112653"/>
                  </a:lnTo>
                  <a:lnTo>
                    <a:pt x="638325" y="112653"/>
                  </a:lnTo>
                  <a:lnTo>
                    <a:pt x="635573" y="112653"/>
                  </a:lnTo>
                  <a:lnTo>
                    <a:pt x="632822" y="112653"/>
                  </a:lnTo>
                  <a:lnTo>
                    <a:pt x="630070" y="112653"/>
                  </a:lnTo>
                  <a:lnTo>
                    <a:pt x="627319" y="112653"/>
                  </a:lnTo>
                  <a:lnTo>
                    <a:pt x="624568" y="112653"/>
                  </a:lnTo>
                  <a:lnTo>
                    <a:pt x="621816" y="112653"/>
                  </a:lnTo>
                  <a:lnTo>
                    <a:pt x="619065" y="112653"/>
                  </a:lnTo>
                  <a:lnTo>
                    <a:pt x="616313" y="112653"/>
                  </a:lnTo>
                  <a:lnTo>
                    <a:pt x="613562" y="112653"/>
                  </a:lnTo>
                  <a:lnTo>
                    <a:pt x="610811" y="112653"/>
                  </a:lnTo>
                  <a:lnTo>
                    <a:pt x="608059" y="112653"/>
                  </a:lnTo>
                  <a:lnTo>
                    <a:pt x="605308" y="112653"/>
                  </a:lnTo>
                  <a:lnTo>
                    <a:pt x="602556" y="112653"/>
                  </a:lnTo>
                  <a:lnTo>
                    <a:pt x="599805" y="112653"/>
                  </a:lnTo>
                  <a:lnTo>
                    <a:pt x="597054" y="112653"/>
                  </a:lnTo>
                  <a:lnTo>
                    <a:pt x="594302" y="112653"/>
                  </a:lnTo>
                  <a:lnTo>
                    <a:pt x="591551" y="112653"/>
                  </a:lnTo>
                  <a:lnTo>
                    <a:pt x="588799" y="112653"/>
                  </a:lnTo>
                  <a:lnTo>
                    <a:pt x="586048" y="112653"/>
                  </a:lnTo>
                  <a:lnTo>
                    <a:pt x="583296" y="112653"/>
                  </a:lnTo>
                  <a:lnTo>
                    <a:pt x="580545" y="112653"/>
                  </a:lnTo>
                  <a:lnTo>
                    <a:pt x="577794" y="112653"/>
                  </a:lnTo>
                  <a:lnTo>
                    <a:pt x="575042" y="112653"/>
                  </a:lnTo>
                  <a:lnTo>
                    <a:pt x="572291" y="112653"/>
                  </a:lnTo>
                  <a:lnTo>
                    <a:pt x="569539" y="112653"/>
                  </a:lnTo>
                  <a:lnTo>
                    <a:pt x="566788" y="112653"/>
                  </a:lnTo>
                  <a:lnTo>
                    <a:pt x="564037" y="112653"/>
                  </a:lnTo>
                  <a:lnTo>
                    <a:pt x="561285" y="112653"/>
                  </a:lnTo>
                  <a:lnTo>
                    <a:pt x="558534" y="112653"/>
                  </a:lnTo>
                  <a:lnTo>
                    <a:pt x="555782" y="112653"/>
                  </a:lnTo>
                  <a:lnTo>
                    <a:pt x="553031" y="112653"/>
                  </a:lnTo>
                  <a:lnTo>
                    <a:pt x="550280" y="112653"/>
                  </a:lnTo>
                  <a:lnTo>
                    <a:pt x="547528" y="112653"/>
                  </a:lnTo>
                  <a:lnTo>
                    <a:pt x="544777" y="112653"/>
                  </a:lnTo>
                  <a:lnTo>
                    <a:pt x="542025" y="112653"/>
                  </a:lnTo>
                  <a:lnTo>
                    <a:pt x="539274" y="112653"/>
                  </a:lnTo>
                  <a:lnTo>
                    <a:pt x="536523" y="112653"/>
                  </a:lnTo>
                  <a:lnTo>
                    <a:pt x="533771" y="112653"/>
                  </a:lnTo>
                  <a:lnTo>
                    <a:pt x="531020" y="112653"/>
                  </a:lnTo>
                  <a:lnTo>
                    <a:pt x="528268" y="112653"/>
                  </a:lnTo>
                  <a:lnTo>
                    <a:pt x="525517" y="112653"/>
                  </a:lnTo>
                  <a:lnTo>
                    <a:pt x="522766" y="112653"/>
                  </a:lnTo>
                  <a:lnTo>
                    <a:pt x="520014" y="112653"/>
                  </a:lnTo>
                  <a:lnTo>
                    <a:pt x="517263" y="112653"/>
                  </a:lnTo>
                  <a:lnTo>
                    <a:pt x="514511" y="112653"/>
                  </a:lnTo>
                  <a:lnTo>
                    <a:pt x="511760" y="112653"/>
                  </a:lnTo>
                  <a:lnTo>
                    <a:pt x="509009" y="112653"/>
                  </a:lnTo>
                  <a:lnTo>
                    <a:pt x="506257" y="112653"/>
                  </a:lnTo>
                  <a:lnTo>
                    <a:pt x="503506" y="112653"/>
                  </a:lnTo>
                  <a:lnTo>
                    <a:pt x="500754" y="112653"/>
                  </a:lnTo>
                  <a:lnTo>
                    <a:pt x="498003" y="112653"/>
                  </a:lnTo>
                  <a:lnTo>
                    <a:pt x="495252" y="112653"/>
                  </a:lnTo>
                  <a:lnTo>
                    <a:pt x="492500" y="112653"/>
                  </a:lnTo>
                  <a:lnTo>
                    <a:pt x="489749" y="112653"/>
                  </a:lnTo>
                  <a:lnTo>
                    <a:pt x="486997" y="112653"/>
                  </a:lnTo>
                  <a:lnTo>
                    <a:pt x="484246" y="112653"/>
                  </a:lnTo>
                  <a:lnTo>
                    <a:pt x="481495" y="112653"/>
                  </a:lnTo>
                  <a:lnTo>
                    <a:pt x="478743" y="112653"/>
                  </a:lnTo>
                  <a:lnTo>
                    <a:pt x="475992" y="112653"/>
                  </a:lnTo>
                  <a:lnTo>
                    <a:pt x="473240" y="112653"/>
                  </a:lnTo>
                  <a:lnTo>
                    <a:pt x="470489" y="112653"/>
                  </a:lnTo>
                  <a:lnTo>
                    <a:pt x="467738" y="112653"/>
                  </a:lnTo>
                  <a:lnTo>
                    <a:pt x="464986" y="112653"/>
                  </a:lnTo>
                  <a:lnTo>
                    <a:pt x="462235" y="112653"/>
                  </a:lnTo>
                  <a:lnTo>
                    <a:pt x="459483" y="112653"/>
                  </a:lnTo>
                  <a:lnTo>
                    <a:pt x="456732" y="112653"/>
                  </a:lnTo>
                  <a:lnTo>
                    <a:pt x="453981" y="112653"/>
                  </a:lnTo>
                  <a:lnTo>
                    <a:pt x="451229" y="112653"/>
                  </a:lnTo>
                  <a:lnTo>
                    <a:pt x="448478" y="112653"/>
                  </a:lnTo>
                  <a:lnTo>
                    <a:pt x="445726" y="112653"/>
                  </a:lnTo>
                  <a:lnTo>
                    <a:pt x="442975" y="112653"/>
                  </a:lnTo>
                  <a:lnTo>
                    <a:pt x="440224" y="112653"/>
                  </a:lnTo>
                  <a:lnTo>
                    <a:pt x="437472" y="112653"/>
                  </a:lnTo>
                  <a:lnTo>
                    <a:pt x="434721" y="112653"/>
                  </a:lnTo>
                  <a:lnTo>
                    <a:pt x="431969" y="112653"/>
                  </a:lnTo>
                  <a:lnTo>
                    <a:pt x="429218" y="112653"/>
                  </a:lnTo>
                  <a:lnTo>
                    <a:pt x="426467" y="112653"/>
                  </a:lnTo>
                  <a:lnTo>
                    <a:pt x="423715" y="112653"/>
                  </a:lnTo>
                  <a:lnTo>
                    <a:pt x="420964" y="112653"/>
                  </a:lnTo>
                  <a:lnTo>
                    <a:pt x="418212" y="112653"/>
                  </a:lnTo>
                  <a:lnTo>
                    <a:pt x="415461" y="112653"/>
                  </a:lnTo>
                  <a:lnTo>
                    <a:pt x="412710" y="112653"/>
                  </a:lnTo>
                  <a:lnTo>
                    <a:pt x="409958" y="112653"/>
                  </a:lnTo>
                  <a:lnTo>
                    <a:pt x="407207" y="112653"/>
                  </a:lnTo>
                  <a:lnTo>
                    <a:pt x="404455" y="112653"/>
                  </a:lnTo>
                  <a:lnTo>
                    <a:pt x="401704" y="112653"/>
                  </a:lnTo>
                  <a:lnTo>
                    <a:pt x="398953" y="112653"/>
                  </a:lnTo>
                  <a:lnTo>
                    <a:pt x="396201" y="112653"/>
                  </a:lnTo>
                  <a:lnTo>
                    <a:pt x="393450" y="112653"/>
                  </a:lnTo>
                  <a:lnTo>
                    <a:pt x="390698" y="112653"/>
                  </a:lnTo>
                  <a:lnTo>
                    <a:pt x="387947" y="112653"/>
                  </a:lnTo>
                  <a:lnTo>
                    <a:pt x="385196" y="112653"/>
                  </a:lnTo>
                  <a:lnTo>
                    <a:pt x="382444" y="112653"/>
                  </a:lnTo>
                  <a:lnTo>
                    <a:pt x="379693" y="112653"/>
                  </a:lnTo>
                  <a:lnTo>
                    <a:pt x="376941" y="112653"/>
                  </a:lnTo>
                  <a:lnTo>
                    <a:pt x="374190" y="112653"/>
                  </a:lnTo>
                  <a:lnTo>
                    <a:pt x="371439" y="112653"/>
                  </a:lnTo>
                  <a:lnTo>
                    <a:pt x="368687" y="112653"/>
                  </a:lnTo>
                  <a:lnTo>
                    <a:pt x="365936" y="112653"/>
                  </a:lnTo>
                  <a:lnTo>
                    <a:pt x="363184" y="112653"/>
                  </a:lnTo>
                  <a:lnTo>
                    <a:pt x="360433" y="112653"/>
                  </a:lnTo>
                  <a:lnTo>
                    <a:pt x="357682" y="112653"/>
                  </a:lnTo>
                  <a:lnTo>
                    <a:pt x="354930" y="112653"/>
                  </a:lnTo>
                  <a:lnTo>
                    <a:pt x="352179" y="112653"/>
                  </a:lnTo>
                  <a:lnTo>
                    <a:pt x="349427" y="112653"/>
                  </a:lnTo>
                  <a:lnTo>
                    <a:pt x="346676" y="112653"/>
                  </a:lnTo>
                  <a:lnTo>
                    <a:pt x="343925" y="112653"/>
                  </a:lnTo>
                  <a:lnTo>
                    <a:pt x="341173" y="112653"/>
                  </a:lnTo>
                  <a:lnTo>
                    <a:pt x="338422" y="112653"/>
                  </a:lnTo>
                  <a:lnTo>
                    <a:pt x="335670" y="112653"/>
                  </a:lnTo>
                  <a:lnTo>
                    <a:pt x="332919" y="112653"/>
                  </a:lnTo>
                  <a:lnTo>
                    <a:pt x="330168" y="112653"/>
                  </a:lnTo>
                  <a:lnTo>
                    <a:pt x="327416" y="112653"/>
                  </a:lnTo>
                  <a:lnTo>
                    <a:pt x="324665" y="112653"/>
                  </a:lnTo>
                  <a:lnTo>
                    <a:pt x="321913" y="112653"/>
                  </a:lnTo>
                  <a:lnTo>
                    <a:pt x="319162" y="112653"/>
                  </a:lnTo>
                  <a:lnTo>
                    <a:pt x="316411" y="112653"/>
                  </a:lnTo>
                  <a:lnTo>
                    <a:pt x="313659" y="112653"/>
                  </a:lnTo>
                  <a:lnTo>
                    <a:pt x="310908" y="112653"/>
                  </a:lnTo>
                  <a:lnTo>
                    <a:pt x="308156" y="112653"/>
                  </a:lnTo>
                  <a:lnTo>
                    <a:pt x="305405" y="112653"/>
                  </a:lnTo>
                  <a:lnTo>
                    <a:pt x="302654" y="112653"/>
                  </a:lnTo>
                  <a:lnTo>
                    <a:pt x="299902" y="112653"/>
                  </a:lnTo>
                  <a:lnTo>
                    <a:pt x="297151" y="112653"/>
                  </a:lnTo>
                  <a:lnTo>
                    <a:pt x="294399" y="112653"/>
                  </a:lnTo>
                  <a:lnTo>
                    <a:pt x="291648" y="112653"/>
                  </a:lnTo>
                  <a:lnTo>
                    <a:pt x="288897" y="112653"/>
                  </a:lnTo>
                  <a:lnTo>
                    <a:pt x="286145" y="112653"/>
                  </a:lnTo>
                  <a:lnTo>
                    <a:pt x="283394" y="112653"/>
                  </a:lnTo>
                  <a:lnTo>
                    <a:pt x="280642" y="112653"/>
                  </a:lnTo>
                  <a:lnTo>
                    <a:pt x="277891" y="112653"/>
                  </a:lnTo>
                  <a:lnTo>
                    <a:pt x="275140" y="112653"/>
                  </a:lnTo>
                  <a:lnTo>
                    <a:pt x="272388" y="112653"/>
                  </a:lnTo>
                  <a:lnTo>
                    <a:pt x="269637" y="112653"/>
                  </a:lnTo>
                  <a:lnTo>
                    <a:pt x="266885" y="112653"/>
                  </a:lnTo>
                  <a:lnTo>
                    <a:pt x="264134" y="112653"/>
                  </a:lnTo>
                  <a:lnTo>
                    <a:pt x="261383" y="112653"/>
                  </a:lnTo>
                  <a:lnTo>
                    <a:pt x="258631" y="112653"/>
                  </a:lnTo>
                  <a:lnTo>
                    <a:pt x="255880" y="112653"/>
                  </a:lnTo>
                  <a:lnTo>
                    <a:pt x="253128" y="112653"/>
                  </a:lnTo>
                  <a:lnTo>
                    <a:pt x="250377" y="112653"/>
                  </a:lnTo>
                  <a:lnTo>
                    <a:pt x="247626" y="112653"/>
                  </a:lnTo>
                  <a:lnTo>
                    <a:pt x="244874" y="112653"/>
                  </a:lnTo>
                  <a:lnTo>
                    <a:pt x="242123" y="112653"/>
                  </a:lnTo>
                  <a:lnTo>
                    <a:pt x="239371" y="112653"/>
                  </a:lnTo>
                  <a:lnTo>
                    <a:pt x="236620" y="112653"/>
                  </a:lnTo>
                  <a:lnTo>
                    <a:pt x="233869" y="112653"/>
                  </a:lnTo>
                  <a:lnTo>
                    <a:pt x="231117" y="112653"/>
                  </a:lnTo>
                  <a:lnTo>
                    <a:pt x="228366" y="112653"/>
                  </a:lnTo>
                  <a:lnTo>
                    <a:pt x="225614" y="112653"/>
                  </a:lnTo>
                  <a:lnTo>
                    <a:pt x="222863" y="112653"/>
                  </a:lnTo>
                  <a:lnTo>
                    <a:pt x="220112" y="112653"/>
                  </a:lnTo>
                  <a:lnTo>
                    <a:pt x="217360" y="112653"/>
                  </a:lnTo>
                  <a:lnTo>
                    <a:pt x="214609" y="112653"/>
                  </a:lnTo>
                  <a:lnTo>
                    <a:pt x="211857" y="112653"/>
                  </a:lnTo>
                  <a:lnTo>
                    <a:pt x="209106" y="112653"/>
                  </a:lnTo>
                  <a:lnTo>
                    <a:pt x="206355" y="112653"/>
                  </a:lnTo>
                  <a:lnTo>
                    <a:pt x="203603" y="112653"/>
                  </a:lnTo>
                  <a:lnTo>
                    <a:pt x="200852" y="112653"/>
                  </a:lnTo>
                  <a:lnTo>
                    <a:pt x="198100" y="112653"/>
                  </a:lnTo>
                  <a:lnTo>
                    <a:pt x="195349" y="112653"/>
                  </a:lnTo>
                  <a:lnTo>
                    <a:pt x="192598" y="112653"/>
                  </a:lnTo>
                  <a:lnTo>
                    <a:pt x="189846" y="112653"/>
                  </a:lnTo>
                  <a:lnTo>
                    <a:pt x="187095" y="112653"/>
                  </a:lnTo>
                  <a:lnTo>
                    <a:pt x="184343" y="112653"/>
                  </a:lnTo>
                  <a:lnTo>
                    <a:pt x="181592" y="112653"/>
                  </a:lnTo>
                  <a:lnTo>
                    <a:pt x="178841" y="112653"/>
                  </a:lnTo>
                  <a:lnTo>
                    <a:pt x="176089" y="112653"/>
                  </a:lnTo>
                  <a:lnTo>
                    <a:pt x="173338" y="112653"/>
                  </a:lnTo>
                  <a:lnTo>
                    <a:pt x="170586" y="112653"/>
                  </a:lnTo>
                  <a:lnTo>
                    <a:pt x="167835" y="112653"/>
                  </a:lnTo>
                  <a:lnTo>
                    <a:pt x="165084" y="112653"/>
                  </a:lnTo>
                  <a:lnTo>
                    <a:pt x="162332" y="112653"/>
                  </a:lnTo>
                  <a:lnTo>
                    <a:pt x="159581" y="112653"/>
                  </a:lnTo>
                  <a:lnTo>
                    <a:pt x="156829" y="112653"/>
                  </a:lnTo>
                  <a:lnTo>
                    <a:pt x="154078" y="112653"/>
                  </a:lnTo>
                  <a:lnTo>
                    <a:pt x="151327" y="112653"/>
                  </a:lnTo>
                  <a:lnTo>
                    <a:pt x="148575" y="112653"/>
                  </a:lnTo>
                  <a:lnTo>
                    <a:pt x="145824" y="112653"/>
                  </a:lnTo>
                  <a:lnTo>
                    <a:pt x="143072" y="112653"/>
                  </a:lnTo>
                  <a:lnTo>
                    <a:pt x="140321" y="112653"/>
                  </a:lnTo>
                  <a:lnTo>
                    <a:pt x="137570" y="112653"/>
                  </a:lnTo>
                  <a:lnTo>
                    <a:pt x="134818" y="112653"/>
                  </a:lnTo>
                  <a:lnTo>
                    <a:pt x="132067" y="112653"/>
                  </a:lnTo>
                  <a:lnTo>
                    <a:pt x="129315" y="112653"/>
                  </a:lnTo>
                  <a:lnTo>
                    <a:pt x="126564" y="112653"/>
                  </a:lnTo>
                  <a:lnTo>
                    <a:pt x="123813" y="112653"/>
                  </a:lnTo>
                  <a:lnTo>
                    <a:pt x="121061" y="112653"/>
                  </a:lnTo>
                  <a:lnTo>
                    <a:pt x="118310" y="112653"/>
                  </a:lnTo>
                  <a:lnTo>
                    <a:pt x="115558" y="112653"/>
                  </a:lnTo>
                  <a:lnTo>
                    <a:pt x="112807" y="112653"/>
                  </a:lnTo>
                  <a:lnTo>
                    <a:pt x="110056" y="112653"/>
                  </a:lnTo>
                  <a:lnTo>
                    <a:pt x="107304" y="112653"/>
                  </a:lnTo>
                  <a:lnTo>
                    <a:pt x="104553" y="112653"/>
                  </a:lnTo>
                  <a:lnTo>
                    <a:pt x="101801" y="112653"/>
                  </a:lnTo>
                  <a:lnTo>
                    <a:pt x="99050" y="112653"/>
                  </a:lnTo>
                  <a:lnTo>
                    <a:pt x="96299" y="112653"/>
                  </a:lnTo>
                  <a:lnTo>
                    <a:pt x="93547" y="112653"/>
                  </a:lnTo>
                  <a:lnTo>
                    <a:pt x="90796" y="112653"/>
                  </a:lnTo>
                  <a:lnTo>
                    <a:pt x="88044" y="112653"/>
                  </a:lnTo>
                  <a:lnTo>
                    <a:pt x="85293" y="112653"/>
                  </a:lnTo>
                  <a:lnTo>
                    <a:pt x="82542" y="112653"/>
                  </a:lnTo>
                  <a:lnTo>
                    <a:pt x="79790" y="112653"/>
                  </a:lnTo>
                  <a:lnTo>
                    <a:pt x="77039" y="112653"/>
                  </a:lnTo>
                  <a:lnTo>
                    <a:pt x="74287" y="112653"/>
                  </a:lnTo>
                  <a:lnTo>
                    <a:pt x="71536" y="112653"/>
                  </a:lnTo>
                  <a:lnTo>
                    <a:pt x="68785" y="112653"/>
                  </a:lnTo>
                  <a:lnTo>
                    <a:pt x="66033" y="112653"/>
                  </a:lnTo>
                  <a:lnTo>
                    <a:pt x="63282" y="112653"/>
                  </a:lnTo>
                  <a:lnTo>
                    <a:pt x="60530" y="112653"/>
                  </a:lnTo>
                  <a:lnTo>
                    <a:pt x="57779" y="112653"/>
                  </a:lnTo>
                  <a:lnTo>
                    <a:pt x="55028" y="112653"/>
                  </a:lnTo>
                  <a:lnTo>
                    <a:pt x="52276" y="112653"/>
                  </a:lnTo>
                  <a:lnTo>
                    <a:pt x="49525" y="112653"/>
                  </a:lnTo>
                  <a:lnTo>
                    <a:pt x="46773" y="112653"/>
                  </a:lnTo>
                  <a:lnTo>
                    <a:pt x="44022" y="112653"/>
                  </a:lnTo>
                  <a:lnTo>
                    <a:pt x="41271" y="112653"/>
                  </a:lnTo>
                  <a:lnTo>
                    <a:pt x="38519" y="112653"/>
                  </a:lnTo>
                  <a:lnTo>
                    <a:pt x="35768" y="112653"/>
                  </a:lnTo>
                  <a:lnTo>
                    <a:pt x="33016" y="112653"/>
                  </a:lnTo>
                  <a:lnTo>
                    <a:pt x="30265" y="112653"/>
                  </a:lnTo>
                  <a:lnTo>
                    <a:pt x="27514" y="112653"/>
                  </a:lnTo>
                  <a:lnTo>
                    <a:pt x="24762" y="112653"/>
                  </a:lnTo>
                  <a:lnTo>
                    <a:pt x="22011" y="112653"/>
                  </a:lnTo>
                  <a:lnTo>
                    <a:pt x="19259" y="112653"/>
                  </a:lnTo>
                  <a:lnTo>
                    <a:pt x="16508" y="112653"/>
                  </a:lnTo>
                  <a:lnTo>
                    <a:pt x="13757" y="112653"/>
                  </a:lnTo>
                  <a:lnTo>
                    <a:pt x="11005" y="112653"/>
                  </a:lnTo>
                  <a:lnTo>
                    <a:pt x="8254" y="112653"/>
                  </a:lnTo>
                  <a:lnTo>
                    <a:pt x="5502" y="112653"/>
                  </a:lnTo>
                  <a:lnTo>
                    <a:pt x="2751" y="112653"/>
                  </a:lnTo>
                  <a:lnTo>
                    <a:pt x="0" y="112653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6"/>
            <p:cNvSpPr/>
            <p:nvPr/>
          </p:nvSpPr>
          <p:spPr>
            <a:xfrm>
              <a:off x="5146965" y="2105316"/>
              <a:ext cx="0" cy="112653"/>
            </a:xfrm>
            <a:custGeom>
              <a:avLst/>
              <a:pathLst>
                <a:path w="0" h="112653">
                  <a:moveTo>
                    <a:pt x="0" y="0"/>
                  </a:moveTo>
                  <a:lnTo>
                    <a:pt x="0" y="112653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6439948" y="2105316"/>
              <a:ext cx="3802230" cy="112653"/>
            </a:xfrm>
            <a:custGeom>
              <a:avLst/>
              <a:pathLst>
                <a:path w="3802230" h="112653">
                  <a:moveTo>
                    <a:pt x="0" y="0"/>
                  </a:moveTo>
                  <a:lnTo>
                    <a:pt x="7604" y="0"/>
                  </a:lnTo>
                  <a:lnTo>
                    <a:pt x="15208" y="0"/>
                  </a:lnTo>
                  <a:lnTo>
                    <a:pt x="22813" y="0"/>
                  </a:lnTo>
                  <a:lnTo>
                    <a:pt x="30417" y="0"/>
                  </a:lnTo>
                  <a:lnTo>
                    <a:pt x="38022" y="0"/>
                  </a:lnTo>
                  <a:lnTo>
                    <a:pt x="45626" y="0"/>
                  </a:lnTo>
                  <a:lnTo>
                    <a:pt x="53231" y="0"/>
                  </a:lnTo>
                  <a:lnTo>
                    <a:pt x="60835" y="0"/>
                  </a:lnTo>
                  <a:lnTo>
                    <a:pt x="68440" y="0"/>
                  </a:lnTo>
                  <a:lnTo>
                    <a:pt x="76044" y="0"/>
                  </a:lnTo>
                  <a:lnTo>
                    <a:pt x="83649" y="0"/>
                  </a:lnTo>
                  <a:lnTo>
                    <a:pt x="91253" y="0"/>
                  </a:lnTo>
                  <a:lnTo>
                    <a:pt x="98857" y="0"/>
                  </a:lnTo>
                  <a:lnTo>
                    <a:pt x="106462" y="0"/>
                  </a:lnTo>
                  <a:lnTo>
                    <a:pt x="114066" y="0"/>
                  </a:lnTo>
                  <a:lnTo>
                    <a:pt x="121671" y="0"/>
                  </a:lnTo>
                  <a:lnTo>
                    <a:pt x="129275" y="0"/>
                  </a:lnTo>
                  <a:lnTo>
                    <a:pt x="136880" y="0"/>
                  </a:lnTo>
                  <a:lnTo>
                    <a:pt x="144484" y="0"/>
                  </a:lnTo>
                  <a:lnTo>
                    <a:pt x="152089" y="0"/>
                  </a:lnTo>
                  <a:lnTo>
                    <a:pt x="159693" y="0"/>
                  </a:lnTo>
                  <a:lnTo>
                    <a:pt x="167298" y="0"/>
                  </a:lnTo>
                  <a:lnTo>
                    <a:pt x="174902" y="0"/>
                  </a:lnTo>
                  <a:lnTo>
                    <a:pt x="182507" y="0"/>
                  </a:lnTo>
                  <a:lnTo>
                    <a:pt x="190111" y="0"/>
                  </a:lnTo>
                  <a:lnTo>
                    <a:pt x="197715" y="0"/>
                  </a:lnTo>
                  <a:lnTo>
                    <a:pt x="205320" y="0"/>
                  </a:lnTo>
                  <a:lnTo>
                    <a:pt x="212924" y="0"/>
                  </a:lnTo>
                  <a:lnTo>
                    <a:pt x="220529" y="0"/>
                  </a:lnTo>
                  <a:lnTo>
                    <a:pt x="228133" y="0"/>
                  </a:lnTo>
                  <a:lnTo>
                    <a:pt x="235738" y="0"/>
                  </a:lnTo>
                  <a:lnTo>
                    <a:pt x="243342" y="0"/>
                  </a:lnTo>
                  <a:lnTo>
                    <a:pt x="250947" y="0"/>
                  </a:lnTo>
                  <a:lnTo>
                    <a:pt x="258551" y="0"/>
                  </a:lnTo>
                  <a:lnTo>
                    <a:pt x="266156" y="0"/>
                  </a:lnTo>
                  <a:lnTo>
                    <a:pt x="273760" y="0"/>
                  </a:lnTo>
                  <a:lnTo>
                    <a:pt x="281365" y="0"/>
                  </a:lnTo>
                  <a:lnTo>
                    <a:pt x="288969" y="0"/>
                  </a:lnTo>
                  <a:lnTo>
                    <a:pt x="296573" y="0"/>
                  </a:lnTo>
                  <a:lnTo>
                    <a:pt x="304178" y="0"/>
                  </a:lnTo>
                  <a:lnTo>
                    <a:pt x="311782" y="0"/>
                  </a:lnTo>
                  <a:lnTo>
                    <a:pt x="319387" y="0"/>
                  </a:lnTo>
                  <a:lnTo>
                    <a:pt x="326991" y="0"/>
                  </a:lnTo>
                  <a:lnTo>
                    <a:pt x="334596" y="0"/>
                  </a:lnTo>
                  <a:lnTo>
                    <a:pt x="342200" y="0"/>
                  </a:lnTo>
                  <a:lnTo>
                    <a:pt x="349805" y="0"/>
                  </a:lnTo>
                  <a:lnTo>
                    <a:pt x="357409" y="0"/>
                  </a:lnTo>
                  <a:lnTo>
                    <a:pt x="365014" y="0"/>
                  </a:lnTo>
                  <a:lnTo>
                    <a:pt x="372618" y="0"/>
                  </a:lnTo>
                  <a:lnTo>
                    <a:pt x="380223" y="0"/>
                  </a:lnTo>
                  <a:lnTo>
                    <a:pt x="387827" y="0"/>
                  </a:lnTo>
                  <a:lnTo>
                    <a:pt x="395431" y="0"/>
                  </a:lnTo>
                  <a:lnTo>
                    <a:pt x="403036" y="0"/>
                  </a:lnTo>
                  <a:lnTo>
                    <a:pt x="410640" y="0"/>
                  </a:lnTo>
                  <a:lnTo>
                    <a:pt x="418245" y="0"/>
                  </a:lnTo>
                  <a:lnTo>
                    <a:pt x="425849" y="0"/>
                  </a:lnTo>
                  <a:lnTo>
                    <a:pt x="433454" y="0"/>
                  </a:lnTo>
                  <a:lnTo>
                    <a:pt x="441058" y="0"/>
                  </a:lnTo>
                  <a:lnTo>
                    <a:pt x="448663" y="0"/>
                  </a:lnTo>
                  <a:lnTo>
                    <a:pt x="456267" y="0"/>
                  </a:lnTo>
                  <a:lnTo>
                    <a:pt x="463872" y="0"/>
                  </a:lnTo>
                  <a:lnTo>
                    <a:pt x="471476" y="0"/>
                  </a:lnTo>
                  <a:lnTo>
                    <a:pt x="479080" y="0"/>
                  </a:lnTo>
                  <a:lnTo>
                    <a:pt x="486685" y="0"/>
                  </a:lnTo>
                  <a:lnTo>
                    <a:pt x="494289" y="0"/>
                  </a:lnTo>
                  <a:lnTo>
                    <a:pt x="501894" y="0"/>
                  </a:lnTo>
                  <a:lnTo>
                    <a:pt x="509498" y="0"/>
                  </a:lnTo>
                  <a:lnTo>
                    <a:pt x="517103" y="0"/>
                  </a:lnTo>
                  <a:lnTo>
                    <a:pt x="524707" y="0"/>
                  </a:lnTo>
                  <a:lnTo>
                    <a:pt x="532312" y="0"/>
                  </a:lnTo>
                  <a:lnTo>
                    <a:pt x="539916" y="0"/>
                  </a:lnTo>
                  <a:lnTo>
                    <a:pt x="547521" y="0"/>
                  </a:lnTo>
                  <a:lnTo>
                    <a:pt x="555125" y="0"/>
                  </a:lnTo>
                  <a:lnTo>
                    <a:pt x="562730" y="0"/>
                  </a:lnTo>
                  <a:lnTo>
                    <a:pt x="570334" y="0"/>
                  </a:lnTo>
                  <a:lnTo>
                    <a:pt x="577938" y="0"/>
                  </a:lnTo>
                  <a:lnTo>
                    <a:pt x="585543" y="0"/>
                  </a:lnTo>
                  <a:lnTo>
                    <a:pt x="593147" y="0"/>
                  </a:lnTo>
                  <a:lnTo>
                    <a:pt x="600752" y="0"/>
                  </a:lnTo>
                  <a:lnTo>
                    <a:pt x="608356" y="0"/>
                  </a:lnTo>
                  <a:lnTo>
                    <a:pt x="615961" y="0"/>
                  </a:lnTo>
                  <a:lnTo>
                    <a:pt x="623565" y="0"/>
                  </a:lnTo>
                  <a:lnTo>
                    <a:pt x="631170" y="0"/>
                  </a:lnTo>
                  <a:lnTo>
                    <a:pt x="638774" y="0"/>
                  </a:lnTo>
                  <a:lnTo>
                    <a:pt x="646379" y="0"/>
                  </a:lnTo>
                  <a:lnTo>
                    <a:pt x="653983" y="0"/>
                  </a:lnTo>
                  <a:lnTo>
                    <a:pt x="661588" y="0"/>
                  </a:lnTo>
                  <a:lnTo>
                    <a:pt x="669192" y="0"/>
                  </a:lnTo>
                  <a:lnTo>
                    <a:pt x="676796" y="0"/>
                  </a:lnTo>
                  <a:lnTo>
                    <a:pt x="684401" y="0"/>
                  </a:lnTo>
                  <a:lnTo>
                    <a:pt x="692005" y="0"/>
                  </a:lnTo>
                  <a:lnTo>
                    <a:pt x="699610" y="0"/>
                  </a:lnTo>
                  <a:lnTo>
                    <a:pt x="707214" y="0"/>
                  </a:lnTo>
                  <a:lnTo>
                    <a:pt x="714819" y="0"/>
                  </a:lnTo>
                  <a:lnTo>
                    <a:pt x="722423" y="0"/>
                  </a:lnTo>
                  <a:lnTo>
                    <a:pt x="730028" y="0"/>
                  </a:lnTo>
                  <a:lnTo>
                    <a:pt x="737632" y="0"/>
                  </a:lnTo>
                  <a:lnTo>
                    <a:pt x="745237" y="0"/>
                  </a:lnTo>
                  <a:lnTo>
                    <a:pt x="752841" y="0"/>
                  </a:lnTo>
                  <a:lnTo>
                    <a:pt x="760446" y="0"/>
                  </a:lnTo>
                  <a:lnTo>
                    <a:pt x="768050" y="0"/>
                  </a:lnTo>
                  <a:lnTo>
                    <a:pt x="775654" y="0"/>
                  </a:lnTo>
                  <a:lnTo>
                    <a:pt x="783259" y="0"/>
                  </a:lnTo>
                  <a:lnTo>
                    <a:pt x="790863" y="0"/>
                  </a:lnTo>
                  <a:lnTo>
                    <a:pt x="798468" y="0"/>
                  </a:lnTo>
                  <a:lnTo>
                    <a:pt x="806072" y="0"/>
                  </a:lnTo>
                  <a:lnTo>
                    <a:pt x="813677" y="0"/>
                  </a:lnTo>
                  <a:lnTo>
                    <a:pt x="821281" y="0"/>
                  </a:lnTo>
                  <a:lnTo>
                    <a:pt x="828886" y="0"/>
                  </a:lnTo>
                  <a:lnTo>
                    <a:pt x="836490" y="0"/>
                  </a:lnTo>
                  <a:lnTo>
                    <a:pt x="844095" y="0"/>
                  </a:lnTo>
                  <a:lnTo>
                    <a:pt x="851699" y="0"/>
                  </a:lnTo>
                  <a:lnTo>
                    <a:pt x="859303" y="0"/>
                  </a:lnTo>
                  <a:lnTo>
                    <a:pt x="866908" y="0"/>
                  </a:lnTo>
                  <a:lnTo>
                    <a:pt x="874512" y="0"/>
                  </a:lnTo>
                  <a:lnTo>
                    <a:pt x="882117" y="0"/>
                  </a:lnTo>
                  <a:lnTo>
                    <a:pt x="889721" y="0"/>
                  </a:lnTo>
                  <a:lnTo>
                    <a:pt x="897326" y="0"/>
                  </a:lnTo>
                  <a:lnTo>
                    <a:pt x="904930" y="0"/>
                  </a:lnTo>
                  <a:lnTo>
                    <a:pt x="912535" y="0"/>
                  </a:lnTo>
                  <a:lnTo>
                    <a:pt x="920139" y="0"/>
                  </a:lnTo>
                  <a:lnTo>
                    <a:pt x="927744" y="0"/>
                  </a:lnTo>
                  <a:lnTo>
                    <a:pt x="935348" y="0"/>
                  </a:lnTo>
                  <a:lnTo>
                    <a:pt x="942953" y="0"/>
                  </a:lnTo>
                  <a:lnTo>
                    <a:pt x="950557" y="0"/>
                  </a:lnTo>
                  <a:lnTo>
                    <a:pt x="958161" y="0"/>
                  </a:lnTo>
                  <a:lnTo>
                    <a:pt x="965766" y="0"/>
                  </a:lnTo>
                  <a:lnTo>
                    <a:pt x="973370" y="0"/>
                  </a:lnTo>
                  <a:lnTo>
                    <a:pt x="980975" y="0"/>
                  </a:lnTo>
                  <a:lnTo>
                    <a:pt x="988579" y="0"/>
                  </a:lnTo>
                  <a:lnTo>
                    <a:pt x="996184" y="0"/>
                  </a:lnTo>
                  <a:lnTo>
                    <a:pt x="1003788" y="0"/>
                  </a:lnTo>
                  <a:lnTo>
                    <a:pt x="1011393" y="0"/>
                  </a:lnTo>
                  <a:lnTo>
                    <a:pt x="1018997" y="0"/>
                  </a:lnTo>
                  <a:lnTo>
                    <a:pt x="1026602" y="0"/>
                  </a:lnTo>
                  <a:lnTo>
                    <a:pt x="1034206" y="0"/>
                  </a:lnTo>
                  <a:lnTo>
                    <a:pt x="1041811" y="0"/>
                  </a:lnTo>
                  <a:lnTo>
                    <a:pt x="1049415" y="0"/>
                  </a:lnTo>
                  <a:lnTo>
                    <a:pt x="1057019" y="0"/>
                  </a:lnTo>
                  <a:lnTo>
                    <a:pt x="1064624" y="0"/>
                  </a:lnTo>
                  <a:lnTo>
                    <a:pt x="1072228" y="0"/>
                  </a:lnTo>
                  <a:lnTo>
                    <a:pt x="1079833" y="0"/>
                  </a:lnTo>
                  <a:lnTo>
                    <a:pt x="1087437" y="0"/>
                  </a:lnTo>
                  <a:lnTo>
                    <a:pt x="1095042" y="0"/>
                  </a:lnTo>
                  <a:lnTo>
                    <a:pt x="1102646" y="0"/>
                  </a:lnTo>
                  <a:lnTo>
                    <a:pt x="1110251" y="0"/>
                  </a:lnTo>
                  <a:lnTo>
                    <a:pt x="1117855" y="0"/>
                  </a:lnTo>
                  <a:lnTo>
                    <a:pt x="1125460" y="0"/>
                  </a:lnTo>
                  <a:lnTo>
                    <a:pt x="1133064" y="0"/>
                  </a:lnTo>
                  <a:lnTo>
                    <a:pt x="1140669" y="0"/>
                  </a:lnTo>
                  <a:lnTo>
                    <a:pt x="1148273" y="0"/>
                  </a:lnTo>
                  <a:lnTo>
                    <a:pt x="1155877" y="0"/>
                  </a:lnTo>
                  <a:lnTo>
                    <a:pt x="1163482" y="0"/>
                  </a:lnTo>
                  <a:lnTo>
                    <a:pt x="1171086" y="0"/>
                  </a:lnTo>
                  <a:lnTo>
                    <a:pt x="1178691" y="0"/>
                  </a:lnTo>
                  <a:lnTo>
                    <a:pt x="1186295" y="0"/>
                  </a:lnTo>
                  <a:lnTo>
                    <a:pt x="1193900" y="0"/>
                  </a:lnTo>
                  <a:lnTo>
                    <a:pt x="1201504" y="0"/>
                  </a:lnTo>
                  <a:lnTo>
                    <a:pt x="1209109" y="0"/>
                  </a:lnTo>
                  <a:lnTo>
                    <a:pt x="1216713" y="0"/>
                  </a:lnTo>
                  <a:lnTo>
                    <a:pt x="1224318" y="0"/>
                  </a:lnTo>
                  <a:lnTo>
                    <a:pt x="1231922" y="0"/>
                  </a:lnTo>
                  <a:lnTo>
                    <a:pt x="1239527" y="0"/>
                  </a:lnTo>
                  <a:lnTo>
                    <a:pt x="1247131" y="0"/>
                  </a:lnTo>
                  <a:lnTo>
                    <a:pt x="1254735" y="0"/>
                  </a:lnTo>
                  <a:lnTo>
                    <a:pt x="1262340" y="0"/>
                  </a:lnTo>
                  <a:lnTo>
                    <a:pt x="1269944" y="0"/>
                  </a:lnTo>
                  <a:lnTo>
                    <a:pt x="1277549" y="0"/>
                  </a:lnTo>
                  <a:lnTo>
                    <a:pt x="1285153" y="0"/>
                  </a:lnTo>
                  <a:lnTo>
                    <a:pt x="1292758" y="0"/>
                  </a:lnTo>
                  <a:lnTo>
                    <a:pt x="1300362" y="0"/>
                  </a:lnTo>
                  <a:lnTo>
                    <a:pt x="1307967" y="0"/>
                  </a:lnTo>
                  <a:lnTo>
                    <a:pt x="1315571" y="0"/>
                  </a:lnTo>
                  <a:lnTo>
                    <a:pt x="1323176" y="0"/>
                  </a:lnTo>
                  <a:lnTo>
                    <a:pt x="1330780" y="0"/>
                  </a:lnTo>
                  <a:lnTo>
                    <a:pt x="1338384" y="0"/>
                  </a:lnTo>
                  <a:lnTo>
                    <a:pt x="1345989" y="0"/>
                  </a:lnTo>
                  <a:lnTo>
                    <a:pt x="1353593" y="0"/>
                  </a:lnTo>
                  <a:lnTo>
                    <a:pt x="1361198" y="0"/>
                  </a:lnTo>
                  <a:lnTo>
                    <a:pt x="1368802" y="0"/>
                  </a:lnTo>
                  <a:lnTo>
                    <a:pt x="1376407" y="0"/>
                  </a:lnTo>
                  <a:lnTo>
                    <a:pt x="1384011" y="0"/>
                  </a:lnTo>
                  <a:lnTo>
                    <a:pt x="1391616" y="0"/>
                  </a:lnTo>
                  <a:lnTo>
                    <a:pt x="1399220" y="0"/>
                  </a:lnTo>
                  <a:lnTo>
                    <a:pt x="1406825" y="0"/>
                  </a:lnTo>
                  <a:lnTo>
                    <a:pt x="1414429" y="0"/>
                  </a:lnTo>
                  <a:lnTo>
                    <a:pt x="1422034" y="0"/>
                  </a:lnTo>
                  <a:lnTo>
                    <a:pt x="1429638" y="0"/>
                  </a:lnTo>
                  <a:lnTo>
                    <a:pt x="1437242" y="0"/>
                  </a:lnTo>
                  <a:lnTo>
                    <a:pt x="1444847" y="0"/>
                  </a:lnTo>
                  <a:lnTo>
                    <a:pt x="1452451" y="0"/>
                  </a:lnTo>
                  <a:lnTo>
                    <a:pt x="1460056" y="0"/>
                  </a:lnTo>
                  <a:lnTo>
                    <a:pt x="1467660" y="0"/>
                  </a:lnTo>
                  <a:lnTo>
                    <a:pt x="1475265" y="0"/>
                  </a:lnTo>
                  <a:lnTo>
                    <a:pt x="1482869" y="0"/>
                  </a:lnTo>
                  <a:lnTo>
                    <a:pt x="1490474" y="0"/>
                  </a:lnTo>
                  <a:lnTo>
                    <a:pt x="1498078" y="0"/>
                  </a:lnTo>
                  <a:lnTo>
                    <a:pt x="1505683" y="0"/>
                  </a:lnTo>
                  <a:lnTo>
                    <a:pt x="1513287" y="0"/>
                  </a:lnTo>
                  <a:lnTo>
                    <a:pt x="1520892" y="0"/>
                  </a:lnTo>
                  <a:lnTo>
                    <a:pt x="1528496" y="0"/>
                  </a:lnTo>
                  <a:lnTo>
                    <a:pt x="1536100" y="0"/>
                  </a:lnTo>
                  <a:lnTo>
                    <a:pt x="1543705" y="0"/>
                  </a:lnTo>
                  <a:lnTo>
                    <a:pt x="1551309" y="0"/>
                  </a:lnTo>
                  <a:lnTo>
                    <a:pt x="1558914" y="0"/>
                  </a:lnTo>
                  <a:lnTo>
                    <a:pt x="1566518" y="0"/>
                  </a:lnTo>
                  <a:lnTo>
                    <a:pt x="1574123" y="0"/>
                  </a:lnTo>
                  <a:lnTo>
                    <a:pt x="1581727" y="0"/>
                  </a:lnTo>
                  <a:lnTo>
                    <a:pt x="1589332" y="0"/>
                  </a:lnTo>
                  <a:lnTo>
                    <a:pt x="1596936" y="0"/>
                  </a:lnTo>
                  <a:lnTo>
                    <a:pt x="1604541" y="0"/>
                  </a:lnTo>
                  <a:lnTo>
                    <a:pt x="1612145" y="0"/>
                  </a:lnTo>
                  <a:lnTo>
                    <a:pt x="1619750" y="0"/>
                  </a:lnTo>
                  <a:lnTo>
                    <a:pt x="1627354" y="0"/>
                  </a:lnTo>
                  <a:lnTo>
                    <a:pt x="1634958" y="0"/>
                  </a:lnTo>
                  <a:lnTo>
                    <a:pt x="1642563" y="0"/>
                  </a:lnTo>
                  <a:lnTo>
                    <a:pt x="1650167" y="0"/>
                  </a:lnTo>
                  <a:lnTo>
                    <a:pt x="1657772" y="0"/>
                  </a:lnTo>
                  <a:lnTo>
                    <a:pt x="1665376" y="0"/>
                  </a:lnTo>
                  <a:lnTo>
                    <a:pt x="1672981" y="0"/>
                  </a:lnTo>
                  <a:lnTo>
                    <a:pt x="1680585" y="0"/>
                  </a:lnTo>
                  <a:lnTo>
                    <a:pt x="1688190" y="0"/>
                  </a:lnTo>
                  <a:lnTo>
                    <a:pt x="1695794" y="0"/>
                  </a:lnTo>
                  <a:lnTo>
                    <a:pt x="1703399" y="0"/>
                  </a:lnTo>
                  <a:lnTo>
                    <a:pt x="1711003" y="0"/>
                  </a:lnTo>
                  <a:lnTo>
                    <a:pt x="1718607" y="0"/>
                  </a:lnTo>
                  <a:lnTo>
                    <a:pt x="1726212" y="0"/>
                  </a:lnTo>
                  <a:lnTo>
                    <a:pt x="1733816" y="0"/>
                  </a:lnTo>
                  <a:lnTo>
                    <a:pt x="1741421" y="0"/>
                  </a:lnTo>
                  <a:lnTo>
                    <a:pt x="1749025" y="0"/>
                  </a:lnTo>
                  <a:lnTo>
                    <a:pt x="1756630" y="0"/>
                  </a:lnTo>
                  <a:lnTo>
                    <a:pt x="1764234" y="0"/>
                  </a:lnTo>
                  <a:lnTo>
                    <a:pt x="1771839" y="0"/>
                  </a:lnTo>
                  <a:lnTo>
                    <a:pt x="1779443" y="0"/>
                  </a:lnTo>
                  <a:lnTo>
                    <a:pt x="1787048" y="0"/>
                  </a:lnTo>
                  <a:lnTo>
                    <a:pt x="1794652" y="0"/>
                  </a:lnTo>
                  <a:lnTo>
                    <a:pt x="1802257" y="0"/>
                  </a:lnTo>
                  <a:lnTo>
                    <a:pt x="1809861" y="0"/>
                  </a:lnTo>
                  <a:lnTo>
                    <a:pt x="1817465" y="0"/>
                  </a:lnTo>
                  <a:lnTo>
                    <a:pt x="1825070" y="0"/>
                  </a:lnTo>
                  <a:lnTo>
                    <a:pt x="1832674" y="0"/>
                  </a:lnTo>
                  <a:lnTo>
                    <a:pt x="1840279" y="0"/>
                  </a:lnTo>
                  <a:lnTo>
                    <a:pt x="1847883" y="0"/>
                  </a:lnTo>
                  <a:lnTo>
                    <a:pt x="1855488" y="0"/>
                  </a:lnTo>
                  <a:lnTo>
                    <a:pt x="1863092" y="0"/>
                  </a:lnTo>
                  <a:lnTo>
                    <a:pt x="1870697" y="0"/>
                  </a:lnTo>
                  <a:lnTo>
                    <a:pt x="1878301" y="0"/>
                  </a:lnTo>
                  <a:lnTo>
                    <a:pt x="1885906" y="0"/>
                  </a:lnTo>
                  <a:lnTo>
                    <a:pt x="1893510" y="0"/>
                  </a:lnTo>
                  <a:lnTo>
                    <a:pt x="1901115" y="0"/>
                  </a:lnTo>
                  <a:lnTo>
                    <a:pt x="1908719" y="0"/>
                  </a:lnTo>
                  <a:lnTo>
                    <a:pt x="1916323" y="0"/>
                  </a:lnTo>
                  <a:lnTo>
                    <a:pt x="1923928" y="0"/>
                  </a:lnTo>
                  <a:lnTo>
                    <a:pt x="1931532" y="0"/>
                  </a:lnTo>
                  <a:lnTo>
                    <a:pt x="1939137" y="0"/>
                  </a:lnTo>
                  <a:lnTo>
                    <a:pt x="1946741" y="0"/>
                  </a:lnTo>
                  <a:lnTo>
                    <a:pt x="1954346" y="0"/>
                  </a:lnTo>
                  <a:lnTo>
                    <a:pt x="1961950" y="0"/>
                  </a:lnTo>
                  <a:lnTo>
                    <a:pt x="1969555" y="0"/>
                  </a:lnTo>
                  <a:lnTo>
                    <a:pt x="1977159" y="0"/>
                  </a:lnTo>
                  <a:lnTo>
                    <a:pt x="1984764" y="0"/>
                  </a:lnTo>
                  <a:lnTo>
                    <a:pt x="1992368" y="0"/>
                  </a:lnTo>
                  <a:lnTo>
                    <a:pt x="1999973" y="0"/>
                  </a:lnTo>
                  <a:lnTo>
                    <a:pt x="2007577" y="0"/>
                  </a:lnTo>
                  <a:lnTo>
                    <a:pt x="2015181" y="0"/>
                  </a:lnTo>
                  <a:lnTo>
                    <a:pt x="2022786" y="0"/>
                  </a:lnTo>
                  <a:lnTo>
                    <a:pt x="2030390" y="0"/>
                  </a:lnTo>
                  <a:lnTo>
                    <a:pt x="2037995" y="0"/>
                  </a:lnTo>
                  <a:lnTo>
                    <a:pt x="2045599" y="0"/>
                  </a:lnTo>
                  <a:lnTo>
                    <a:pt x="2053204" y="0"/>
                  </a:lnTo>
                  <a:lnTo>
                    <a:pt x="2060808" y="0"/>
                  </a:lnTo>
                  <a:lnTo>
                    <a:pt x="2068413" y="0"/>
                  </a:lnTo>
                  <a:lnTo>
                    <a:pt x="2076017" y="0"/>
                  </a:lnTo>
                  <a:lnTo>
                    <a:pt x="2083622" y="0"/>
                  </a:lnTo>
                  <a:lnTo>
                    <a:pt x="2091226" y="0"/>
                  </a:lnTo>
                  <a:lnTo>
                    <a:pt x="2098831" y="0"/>
                  </a:lnTo>
                  <a:lnTo>
                    <a:pt x="2106435" y="0"/>
                  </a:lnTo>
                  <a:lnTo>
                    <a:pt x="2114039" y="0"/>
                  </a:lnTo>
                  <a:lnTo>
                    <a:pt x="2121644" y="0"/>
                  </a:lnTo>
                  <a:lnTo>
                    <a:pt x="2129248" y="0"/>
                  </a:lnTo>
                  <a:lnTo>
                    <a:pt x="2136853" y="0"/>
                  </a:lnTo>
                  <a:lnTo>
                    <a:pt x="2144457" y="0"/>
                  </a:lnTo>
                  <a:lnTo>
                    <a:pt x="2152062" y="0"/>
                  </a:lnTo>
                  <a:lnTo>
                    <a:pt x="2159666" y="0"/>
                  </a:lnTo>
                  <a:lnTo>
                    <a:pt x="2167271" y="0"/>
                  </a:lnTo>
                  <a:lnTo>
                    <a:pt x="2174875" y="0"/>
                  </a:lnTo>
                  <a:lnTo>
                    <a:pt x="2182480" y="0"/>
                  </a:lnTo>
                  <a:lnTo>
                    <a:pt x="2190084" y="0"/>
                  </a:lnTo>
                  <a:lnTo>
                    <a:pt x="2197688" y="0"/>
                  </a:lnTo>
                  <a:lnTo>
                    <a:pt x="2205293" y="0"/>
                  </a:lnTo>
                  <a:lnTo>
                    <a:pt x="2212897" y="0"/>
                  </a:lnTo>
                  <a:lnTo>
                    <a:pt x="2220502" y="0"/>
                  </a:lnTo>
                  <a:lnTo>
                    <a:pt x="2228106" y="0"/>
                  </a:lnTo>
                  <a:lnTo>
                    <a:pt x="2235711" y="0"/>
                  </a:lnTo>
                  <a:lnTo>
                    <a:pt x="2243315" y="0"/>
                  </a:lnTo>
                  <a:lnTo>
                    <a:pt x="2250920" y="0"/>
                  </a:lnTo>
                  <a:lnTo>
                    <a:pt x="2258524" y="0"/>
                  </a:lnTo>
                  <a:lnTo>
                    <a:pt x="2266129" y="0"/>
                  </a:lnTo>
                  <a:lnTo>
                    <a:pt x="2273733" y="0"/>
                  </a:lnTo>
                  <a:lnTo>
                    <a:pt x="2281338" y="0"/>
                  </a:lnTo>
                  <a:lnTo>
                    <a:pt x="2288942" y="0"/>
                  </a:lnTo>
                  <a:lnTo>
                    <a:pt x="2296546" y="0"/>
                  </a:lnTo>
                  <a:lnTo>
                    <a:pt x="2304151" y="0"/>
                  </a:lnTo>
                  <a:lnTo>
                    <a:pt x="2311755" y="0"/>
                  </a:lnTo>
                  <a:lnTo>
                    <a:pt x="2319360" y="0"/>
                  </a:lnTo>
                  <a:lnTo>
                    <a:pt x="2326964" y="0"/>
                  </a:lnTo>
                  <a:lnTo>
                    <a:pt x="2334569" y="0"/>
                  </a:lnTo>
                  <a:lnTo>
                    <a:pt x="2342173" y="0"/>
                  </a:lnTo>
                  <a:lnTo>
                    <a:pt x="2349778" y="0"/>
                  </a:lnTo>
                  <a:lnTo>
                    <a:pt x="2357382" y="0"/>
                  </a:lnTo>
                  <a:lnTo>
                    <a:pt x="2364987" y="0"/>
                  </a:lnTo>
                  <a:lnTo>
                    <a:pt x="2372591" y="0"/>
                  </a:lnTo>
                  <a:lnTo>
                    <a:pt x="2380196" y="0"/>
                  </a:lnTo>
                  <a:lnTo>
                    <a:pt x="2387800" y="0"/>
                  </a:lnTo>
                  <a:lnTo>
                    <a:pt x="2395404" y="0"/>
                  </a:lnTo>
                  <a:lnTo>
                    <a:pt x="2403009" y="0"/>
                  </a:lnTo>
                  <a:lnTo>
                    <a:pt x="2410613" y="0"/>
                  </a:lnTo>
                  <a:lnTo>
                    <a:pt x="2418218" y="0"/>
                  </a:lnTo>
                  <a:lnTo>
                    <a:pt x="2425822" y="0"/>
                  </a:lnTo>
                  <a:lnTo>
                    <a:pt x="2433427" y="0"/>
                  </a:lnTo>
                  <a:lnTo>
                    <a:pt x="2441031" y="0"/>
                  </a:lnTo>
                  <a:lnTo>
                    <a:pt x="2448636" y="0"/>
                  </a:lnTo>
                  <a:lnTo>
                    <a:pt x="2456240" y="0"/>
                  </a:lnTo>
                  <a:lnTo>
                    <a:pt x="2463845" y="0"/>
                  </a:lnTo>
                  <a:lnTo>
                    <a:pt x="2471449" y="0"/>
                  </a:lnTo>
                  <a:lnTo>
                    <a:pt x="2479054" y="0"/>
                  </a:lnTo>
                  <a:lnTo>
                    <a:pt x="2486658" y="0"/>
                  </a:lnTo>
                  <a:lnTo>
                    <a:pt x="2494262" y="0"/>
                  </a:lnTo>
                  <a:lnTo>
                    <a:pt x="2501867" y="0"/>
                  </a:lnTo>
                  <a:lnTo>
                    <a:pt x="2509471" y="0"/>
                  </a:lnTo>
                  <a:lnTo>
                    <a:pt x="2517076" y="0"/>
                  </a:lnTo>
                  <a:lnTo>
                    <a:pt x="2524680" y="0"/>
                  </a:lnTo>
                  <a:lnTo>
                    <a:pt x="2532285" y="0"/>
                  </a:lnTo>
                  <a:lnTo>
                    <a:pt x="2539889" y="0"/>
                  </a:lnTo>
                  <a:lnTo>
                    <a:pt x="2547494" y="0"/>
                  </a:lnTo>
                  <a:lnTo>
                    <a:pt x="2555098" y="0"/>
                  </a:lnTo>
                  <a:lnTo>
                    <a:pt x="2562703" y="0"/>
                  </a:lnTo>
                  <a:lnTo>
                    <a:pt x="2570307" y="0"/>
                  </a:lnTo>
                  <a:lnTo>
                    <a:pt x="2577911" y="0"/>
                  </a:lnTo>
                  <a:lnTo>
                    <a:pt x="2585516" y="0"/>
                  </a:lnTo>
                  <a:lnTo>
                    <a:pt x="2593120" y="0"/>
                  </a:lnTo>
                  <a:lnTo>
                    <a:pt x="2600725" y="0"/>
                  </a:lnTo>
                  <a:lnTo>
                    <a:pt x="2608329" y="0"/>
                  </a:lnTo>
                  <a:lnTo>
                    <a:pt x="2615934" y="0"/>
                  </a:lnTo>
                  <a:lnTo>
                    <a:pt x="2623538" y="0"/>
                  </a:lnTo>
                  <a:lnTo>
                    <a:pt x="2631143" y="0"/>
                  </a:lnTo>
                  <a:lnTo>
                    <a:pt x="2638747" y="0"/>
                  </a:lnTo>
                  <a:lnTo>
                    <a:pt x="2646352" y="0"/>
                  </a:lnTo>
                  <a:lnTo>
                    <a:pt x="2653956" y="0"/>
                  </a:lnTo>
                  <a:lnTo>
                    <a:pt x="2661561" y="0"/>
                  </a:lnTo>
                  <a:lnTo>
                    <a:pt x="2669165" y="0"/>
                  </a:lnTo>
                  <a:lnTo>
                    <a:pt x="2676769" y="0"/>
                  </a:lnTo>
                  <a:lnTo>
                    <a:pt x="2684374" y="0"/>
                  </a:lnTo>
                  <a:lnTo>
                    <a:pt x="2691978" y="0"/>
                  </a:lnTo>
                  <a:lnTo>
                    <a:pt x="2699583" y="0"/>
                  </a:lnTo>
                  <a:lnTo>
                    <a:pt x="2707187" y="0"/>
                  </a:lnTo>
                  <a:lnTo>
                    <a:pt x="2714792" y="0"/>
                  </a:lnTo>
                  <a:lnTo>
                    <a:pt x="2722396" y="0"/>
                  </a:lnTo>
                  <a:lnTo>
                    <a:pt x="2730001" y="0"/>
                  </a:lnTo>
                  <a:lnTo>
                    <a:pt x="2737605" y="0"/>
                  </a:lnTo>
                  <a:lnTo>
                    <a:pt x="2745210" y="0"/>
                  </a:lnTo>
                  <a:lnTo>
                    <a:pt x="2752814" y="0"/>
                  </a:lnTo>
                  <a:lnTo>
                    <a:pt x="2760419" y="0"/>
                  </a:lnTo>
                  <a:lnTo>
                    <a:pt x="2768023" y="0"/>
                  </a:lnTo>
                  <a:lnTo>
                    <a:pt x="2775627" y="0"/>
                  </a:lnTo>
                  <a:lnTo>
                    <a:pt x="2783232" y="0"/>
                  </a:lnTo>
                  <a:lnTo>
                    <a:pt x="2790836" y="0"/>
                  </a:lnTo>
                  <a:lnTo>
                    <a:pt x="2798441" y="0"/>
                  </a:lnTo>
                  <a:lnTo>
                    <a:pt x="2806045" y="0"/>
                  </a:lnTo>
                  <a:lnTo>
                    <a:pt x="2813650" y="0"/>
                  </a:lnTo>
                  <a:lnTo>
                    <a:pt x="2821254" y="0"/>
                  </a:lnTo>
                  <a:lnTo>
                    <a:pt x="2828859" y="0"/>
                  </a:lnTo>
                  <a:lnTo>
                    <a:pt x="2836463" y="0"/>
                  </a:lnTo>
                  <a:lnTo>
                    <a:pt x="2844068" y="0"/>
                  </a:lnTo>
                  <a:lnTo>
                    <a:pt x="2851672" y="0"/>
                  </a:lnTo>
                  <a:lnTo>
                    <a:pt x="2859277" y="0"/>
                  </a:lnTo>
                  <a:lnTo>
                    <a:pt x="2866881" y="0"/>
                  </a:lnTo>
                  <a:lnTo>
                    <a:pt x="2874485" y="0"/>
                  </a:lnTo>
                  <a:lnTo>
                    <a:pt x="2882090" y="0"/>
                  </a:lnTo>
                  <a:lnTo>
                    <a:pt x="2889694" y="0"/>
                  </a:lnTo>
                  <a:lnTo>
                    <a:pt x="2897299" y="0"/>
                  </a:lnTo>
                  <a:lnTo>
                    <a:pt x="2904903" y="0"/>
                  </a:lnTo>
                  <a:lnTo>
                    <a:pt x="2912508" y="0"/>
                  </a:lnTo>
                  <a:lnTo>
                    <a:pt x="2920112" y="0"/>
                  </a:lnTo>
                  <a:lnTo>
                    <a:pt x="2927717" y="0"/>
                  </a:lnTo>
                  <a:lnTo>
                    <a:pt x="2935321" y="0"/>
                  </a:lnTo>
                  <a:lnTo>
                    <a:pt x="2942926" y="0"/>
                  </a:lnTo>
                  <a:lnTo>
                    <a:pt x="2950530" y="0"/>
                  </a:lnTo>
                  <a:lnTo>
                    <a:pt x="2958135" y="0"/>
                  </a:lnTo>
                  <a:lnTo>
                    <a:pt x="2965739" y="0"/>
                  </a:lnTo>
                  <a:lnTo>
                    <a:pt x="2973343" y="0"/>
                  </a:lnTo>
                  <a:lnTo>
                    <a:pt x="2980948" y="0"/>
                  </a:lnTo>
                  <a:lnTo>
                    <a:pt x="2988552" y="0"/>
                  </a:lnTo>
                  <a:lnTo>
                    <a:pt x="2996157" y="0"/>
                  </a:lnTo>
                  <a:lnTo>
                    <a:pt x="3003761" y="0"/>
                  </a:lnTo>
                  <a:lnTo>
                    <a:pt x="3011366" y="0"/>
                  </a:lnTo>
                  <a:lnTo>
                    <a:pt x="3018970" y="0"/>
                  </a:lnTo>
                  <a:lnTo>
                    <a:pt x="3026575" y="0"/>
                  </a:lnTo>
                  <a:lnTo>
                    <a:pt x="3034179" y="0"/>
                  </a:lnTo>
                  <a:lnTo>
                    <a:pt x="3041784" y="0"/>
                  </a:lnTo>
                  <a:lnTo>
                    <a:pt x="3049388" y="0"/>
                  </a:lnTo>
                  <a:lnTo>
                    <a:pt x="3056992" y="0"/>
                  </a:lnTo>
                  <a:lnTo>
                    <a:pt x="3064597" y="0"/>
                  </a:lnTo>
                  <a:lnTo>
                    <a:pt x="3072201" y="0"/>
                  </a:lnTo>
                  <a:lnTo>
                    <a:pt x="3079806" y="0"/>
                  </a:lnTo>
                  <a:lnTo>
                    <a:pt x="3087410" y="0"/>
                  </a:lnTo>
                  <a:lnTo>
                    <a:pt x="3095015" y="0"/>
                  </a:lnTo>
                  <a:lnTo>
                    <a:pt x="3102619" y="0"/>
                  </a:lnTo>
                  <a:lnTo>
                    <a:pt x="3110224" y="0"/>
                  </a:lnTo>
                  <a:lnTo>
                    <a:pt x="3117828" y="0"/>
                  </a:lnTo>
                  <a:lnTo>
                    <a:pt x="3125433" y="0"/>
                  </a:lnTo>
                  <a:lnTo>
                    <a:pt x="3133037" y="0"/>
                  </a:lnTo>
                  <a:lnTo>
                    <a:pt x="3140642" y="0"/>
                  </a:lnTo>
                  <a:lnTo>
                    <a:pt x="3148246" y="0"/>
                  </a:lnTo>
                  <a:lnTo>
                    <a:pt x="3155850" y="0"/>
                  </a:lnTo>
                  <a:lnTo>
                    <a:pt x="3163455" y="0"/>
                  </a:lnTo>
                  <a:lnTo>
                    <a:pt x="3171059" y="0"/>
                  </a:lnTo>
                  <a:lnTo>
                    <a:pt x="3178664" y="0"/>
                  </a:lnTo>
                  <a:lnTo>
                    <a:pt x="3186268" y="0"/>
                  </a:lnTo>
                  <a:lnTo>
                    <a:pt x="3193873" y="0"/>
                  </a:lnTo>
                  <a:lnTo>
                    <a:pt x="3201477" y="0"/>
                  </a:lnTo>
                  <a:lnTo>
                    <a:pt x="3209082" y="0"/>
                  </a:lnTo>
                  <a:lnTo>
                    <a:pt x="3216686" y="0"/>
                  </a:lnTo>
                  <a:lnTo>
                    <a:pt x="3224291" y="0"/>
                  </a:lnTo>
                  <a:lnTo>
                    <a:pt x="3231895" y="0"/>
                  </a:lnTo>
                  <a:lnTo>
                    <a:pt x="3239500" y="0"/>
                  </a:lnTo>
                  <a:lnTo>
                    <a:pt x="3247104" y="0"/>
                  </a:lnTo>
                  <a:lnTo>
                    <a:pt x="3254708" y="0"/>
                  </a:lnTo>
                  <a:lnTo>
                    <a:pt x="3262313" y="0"/>
                  </a:lnTo>
                  <a:lnTo>
                    <a:pt x="3269917" y="0"/>
                  </a:lnTo>
                  <a:lnTo>
                    <a:pt x="3277522" y="0"/>
                  </a:lnTo>
                  <a:lnTo>
                    <a:pt x="3285126" y="0"/>
                  </a:lnTo>
                  <a:lnTo>
                    <a:pt x="3292731" y="0"/>
                  </a:lnTo>
                  <a:lnTo>
                    <a:pt x="3300335" y="0"/>
                  </a:lnTo>
                  <a:lnTo>
                    <a:pt x="3307940" y="0"/>
                  </a:lnTo>
                  <a:lnTo>
                    <a:pt x="3315544" y="0"/>
                  </a:lnTo>
                  <a:lnTo>
                    <a:pt x="3323149" y="0"/>
                  </a:lnTo>
                  <a:lnTo>
                    <a:pt x="3330753" y="0"/>
                  </a:lnTo>
                  <a:lnTo>
                    <a:pt x="3338358" y="0"/>
                  </a:lnTo>
                  <a:lnTo>
                    <a:pt x="3345962" y="0"/>
                  </a:lnTo>
                  <a:lnTo>
                    <a:pt x="3353566" y="0"/>
                  </a:lnTo>
                  <a:lnTo>
                    <a:pt x="3361171" y="0"/>
                  </a:lnTo>
                  <a:lnTo>
                    <a:pt x="3368775" y="0"/>
                  </a:lnTo>
                  <a:lnTo>
                    <a:pt x="3376380" y="0"/>
                  </a:lnTo>
                  <a:lnTo>
                    <a:pt x="3383984" y="0"/>
                  </a:lnTo>
                  <a:lnTo>
                    <a:pt x="3391589" y="0"/>
                  </a:lnTo>
                  <a:lnTo>
                    <a:pt x="3399193" y="0"/>
                  </a:lnTo>
                  <a:lnTo>
                    <a:pt x="3406798" y="0"/>
                  </a:lnTo>
                  <a:lnTo>
                    <a:pt x="3414402" y="0"/>
                  </a:lnTo>
                  <a:lnTo>
                    <a:pt x="3422007" y="0"/>
                  </a:lnTo>
                  <a:lnTo>
                    <a:pt x="3429611" y="0"/>
                  </a:lnTo>
                  <a:lnTo>
                    <a:pt x="3437215" y="0"/>
                  </a:lnTo>
                  <a:lnTo>
                    <a:pt x="3444820" y="0"/>
                  </a:lnTo>
                  <a:lnTo>
                    <a:pt x="3452424" y="0"/>
                  </a:lnTo>
                  <a:lnTo>
                    <a:pt x="3460029" y="0"/>
                  </a:lnTo>
                  <a:lnTo>
                    <a:pt x="3467633" y="0"/>
                  </a:lnTo>
                  <a:lnTo>
                    <a:pt x="3475238" y="0"/>
                  </a:lnTo>
                  <a:lnTo>
                    <a:pt x="3482842" y="0"/>
                  </a:lnTo>
                  <a:lnTo>
                    <a:pt x="3490447" y="0"/>
                  </a:lnTo>
                  <a:lnTo>
                    <a:pt x="3498051" y="0"/>
                  </a:lnTo>
                  <a:lnTo>
                    <a:pt x="3505656" y="0"/>
                  </a:lnTo>
                  <a:lnTo>
                    <a:pt x="3513260" y="0"/>
                  </a:lnTo>
                  <a:lnTo>
                    <a:pt x="3520865" y="0"/>
                  </a:lnTo>
                  <a:lnTo>
                    <a:pt x="3528469" y="0"/>
                  </a:lnTo>
                  <a:lnTo>
                    <a:pt x="3536073" y="0"/>
                  </a:lnTo>
                  <a:lnTo>
                    <a:pt x="3543678" y="0"/>
                  </a:lnTo>
                  <a:lnTo>
                    <a:pt x="3551282" y="0"/>
                  </a:lnTo>
                  <a:lnTo>
                    <a:pt x="3558887" y="0"/>
                  </a:lnTo>
                  <a:lnTo>
                    <a:pt x="3566491" y="0"/>
                  </a:lnTo>
                  <a:lnTo>
                    <a:pt x="3574096" y="0"/>
                  </a:lnTo>
                  <a:lnTo>
                    <a:pt x="3581700" y="0"/>
                  </a:lnTo>
                  <a:lnTo>
                    <a:pt x="3589305" y="0"/>
                  </a:lnTo>
                  <a:lnTo>
                    <a:pt x="3596909" y="0"/>
                  </a:lnTo>
                  <a:lnTo>
                    <a:pt x="3604514" y="0"/>
                  </a:lnTo>
                  <a:lnTo>
                    <a:pt x="3612118" y="0"/>
                  </a:lnTo>
                  <a:lnTo>
                    <a:pt x="3619723" y="0"/>
                  </a:lnTo>
                  <a:lnTo>
                    <a:pt x="3627327" y="0"/>
                  </a:lnTo>
                  <a:lnTo>
                    <a:pt x="3634931" y="0"/>
                  </a:lnTo>
                  <a:lnTo>
                    <a:pt x="3642536" y="0"/>
                  </a:lnTo>
                  <a:lnTo>
                    <a:pt x="3650140" y="0"/>
                  </a:lnTo>
                  <a:lnTo>
                    <a:pt x="3657745" y="0"/>
                  </a:lnTo>
                  <a:lnTo>
                    <a:pt x="3665349" y="0"/>
                  </a:lnTo>
                  <a:lnTo>
                    <a:pt x="3672954" y="0"/>
                  </a:lnTo>
                  <a:lnTo>
                    <a:pt x="3680558" y="0"/>
                  </a:lnTo>
                  <a:lnTo>
                    <a:pt x="3688163" y="0"/>
                  </a:lnTo>
                  <a:lnTo>
                    <a:pt x="3695767" y="0"/>
                  </a:lnTo>
                  <a:lnTo>
                    <a:pt x="3703372" y="0"/>
                  </a:lnTo>
                  <a:lnTo>
                    <a:pt x="3710976" y="0"/>
                  </a:lnTo>
                  <a:lnTo>
                    <a:pt x="3718581" y="0"/>
                  </a:lnTo>
                  <a:lnTo>
                    <a:pt x="3726185" y="0"/>
                  </a:lnTo>
                  <a:lnTo>
                    <a:pt x="3733789" y="0"/>
                  </a:lnTo>
                  <a:lnTo>
                    <a:pt x="3741394" y="0"/>
                  </a:lnTo>
                  <a:lnTo>
                    <a:pt x="3748998" y="0"/>
                  </a:lnTo>
                  <a:lnTo>
                    <a:pt x="3756603" y="0"/>
                  </a:lnTo>
                  <a:lnTo>
                    <a:pt x="3764207" y="0"/>
                  </a:lnTo>
                  <a:lnTo>
                    <a:pt x="3771812" y="0"/>
                  </a:lnTo>
                  <a:lnTo>
                    <a:pt x="3779416" y="0"/>
                  </a:lnTo>
                  <a:lnTo>
                    <a:pt x="3787021" y="0"/>
                  </a:lnTo>
                  <a:lnTo>
                    <a:pt x="3794625" y="0"/>
                  </a:lnTo>
                  <a:lnTo>
                    <a:pt x="3802230" y="0"/>
                  </a:lnTo>
                  <a:lnTo>
                    <a:pt x="3802230" y="112653"/>
                  </a:lnTo>
                  <a:lnTo>
                    <a:pt x="3794625" y="112653"/>
                  </a:lnTo>
                  <a:lnTo>
                    <a:pt x="3787021" y="112653"/>
                  </a:lnTo>
                  <a:lnTo>
                    <a:pt x="3779416" y="112653"/>
                  </a:lnTo>
                  <a:lnTo>
                    <a:pt x="3771812" y="112653"/>
                  </a:lnTo>
                  <a:lnTo>
                    <a:pt x="3764207" y="112653"/>
                  </a:lnTo>
                  <a:lnTo>
                    <a:pt x="3756603" y="112653"/>
                  </a:lnTo>
                  <a:lnTo>
                    <a:pt x="3748998" y="112653"/>
                  </a:lnTo>
                  <a:lnTo>
                    <a:pt x="3741394" y="112653"/>
                  </a:lnTo>
                  <a:lnTo>
                    <a:pt x="3733789" y="112653"/>
                  </a:lnTo>
                  <a:lnTo>
                    <a:pt x="3726185" y="112653"/>
                  </a:lnTo>
                  <a:lnTo>
                    <a:pt x="3718581" y="112653"/>
                  </a:lnTo>
                  <a:lnTo>
                    <a:pt x="3710976" y="112653"/>
                  </a:lnTo>
                  <a:lnTo>
                    <a:pt x="3703372" y="112653"/>
                  </a:lnTo>
                  <a:lnTo>
                    <a:pt x="3695767" y="112653"/>
                  </a:lnTo>
                  <a:lnTo>
                    <a:pt x="3688163" y="112653"/>
                  </a:lnTo>
                  <a:lnTo>
                    <a:pt x="3680558" y="112653"/>
                  </a:lnTo>
                  <a:lnTo>
                    <a:pt x="3672954" y="112653"/>
                  </a:lnTo>
                  <a:lnTo>
                    <a:pt x="3665349" y="112653"/>
                  </a:lnTo>
                  <a:lnTo>
                    <a:pt x="3657745" y="112653"/>
                  </a:lnTo>
                  <a:lnTo>
                    <a:pt x="3650140" y="112653"/>
                  </a:lnTo>
                  <a:lnTo>
                    <a:pt x="3642536" y="112653"/>
                  </a:lnTo>
                  <a:lnTo>
                    <a:pt x="3634931" y="112653"/>
                  </a:lnTo>
                  <a:lnTo>
                    <a:pt x="3627327" y="112653"/>
                  </a:lnTo>
                  <a:lnTo>
                    <a:pt x="3619723" y="112653"/>
                  </a:lnTo>
                  <a:lnTo>
                    <a:pt x="3612118" y="112653"/>
                  </a:lnTo>
                  <a:lnTo>
                    <a:pt x="3604514" y="112653"/>
                  </a:lnTo>
                  <a:lnTo>
                    <a:pt x="3596909" y="112653"/>
                  </a:lnTo>
                  <a:lnTo>
                    <a:pt x="3589305" y="112653"/>
                  </a:lnTo>
                  <a:lnTo>
                    <a:pt x="3581700" y="112653"/>
                  </a:lnTo>
                  <a:lnTo>
                    <a:pt x="3574096" y="112653"/>
                  </a:lnTo>
                  <a:lnTo>
                    <a:pt x="3566491" y="112653"/>
                  </a:lnTo>
                  <a:lnTo>
                    <a:pt x="3558887" y="112653"/>
                  </a:lnTo>
                  <a:lnTo>
                    <a:pt x="3551282" y="112653"/>
                  </a:lnTo>
                  <a:lnTo>
                    <a:pt x="3543678" y="112653"/>
                  </a:lnTo>
                  <a:lnTo>
                    <a:pt x="3536073" y="112653"/>
                  </a:lnTo>
                  <a:lnTo>
                    <a:pt x="3528469" y="112653"/>
                  </a:lnTo>
                  <a:lnTo>
                    <a:pt x="3520865" y="112653"/>
                  </a:lnTo>
                  <a:lnTo>
                    <a:pt x="3513260" y="112653"/>
                  </a:lnTo>
                  <a:lnTo>
                    <a:pt x="3505656" y="112653"/>
                  </a:lnTo>
                  <a:lnTo>
                    <a:pt x="3498051" y="112653"/>
                  </a:lnTo>
                  <a:lnTo>
                    <a:pt x="3490447" y="112653"/>
                  </a:lnTo>
                  <a:lnTo>
                    <a:pt x="3482842" y="112653"/>
                  </a:lnTo>
                  <a:lnTo>
                    <a:pt x="3475238" y="112653"/>
                  </a:lnTo>
                  <a:lnTo>
                    <a:pt x="3467633" y="112653"/>
                  </a:lnTo>
                  <a:lnTo>
                    <a:pt x="3460029" y="112653"/>
                  </a:lnTo>
                  <a:lnTo>
                    <a:pt x="3452424" y="112653"/>
                  </a:lnTo>
                  <a:lnTo>
                    <a:pt x="3444820" y="112653"/>
                  </a:lnTo>
                  <a:lnTo>
                    <a:pt x="3437215" y="112653"/>
                  </a:lnTo>
                  <a:lnTo>
                    <a:pt x="3429611" y="112653"/>
                  </a:lnTo>
                  <a:lnTo>
                    <a:pt x="3422007" y="112653"/>
                  </a:lnTo>
                  <a:lnTo>
                    <a:pt x="3414402" y="112653"/>
                  </a:lnTo>
                  <a:lnTo>
                    <a:pt x="3406798" y="112653"/>
                  </a:lnTo>
                  <a:lnTo>
                    <a:pt x="3399193" y="112653"/>
                  </a:lnTo>
                  <a:lnTo>
                    <a:pt x="3391589" y="112653"/>
                  </a:lnTo>
                  <a:lnTo>
                    <a:pt x="3383984" y="112653"/>
                  </a:lnTo>
                  <a:lnTo>
                    <a:pt x="3376380" y="112653"/>
                  </a:lnTo>
                  <a:lnTo>
                    <a:pt x="3368775" y="112653"/>
                  </a:lnTo>
                  <a:lnTo>
                    <a:pt x="3361171" y="112653"/>
                  </a:lnTo>
                  <a:lnTo>
                    <a:pt x="3353566" y="112653"/>
                  </a:lnTo>
                  <a:lnTo>
                    <a:pt x="3345962" y="112653"/>
                  </a:lnTo>
                  <a:lnTo>
                    <a:pt x="3338358" y="112653"/>
                  </a:lnTo>
                  <a:lnTo>
                    <a:pt x="3330753" y="112653"/>
                  </a:lnTo>
                  <a:lnTo>
                    <a:pt x="3323149" y="112653"/>
                  </a:lnTo>
                  <a:lnTo>
                    <a:pt x="3315544" y="112653"/>
                  </a:lnTo>
                  <a:lnTo>
                    <a:pt x="3307940" y="112653"/>
                  </a:lnTo>
                  <a:lnTo>
                    <a:pt x="3300335" y="112653"/>
                  </a:lnTo>
                  <a:lnTo>
                    <a:pt x="3292731" y="112653"/>
                  </a:lnTo>
                  <a:lnTo>
                    <a:pt x="3285126" y="112653"/>
                  </a:lnTo>
                  <a:lnTo>
                    <a:pt x="3277522" y="112653"/>
                  </a:lnTo>
                  <a:lnTo>
                    <a:pt x="3269917" y="112653"/>
                  </a:lnTo>
                  <a:lnTo>
                    <a:pt x="3262313" y="112653"/>
                  </a:lnTo>
                  <a:lnTo>
                    <a:pt x="3254708" y="112653"/>
                  </a:lnTo>
                  <a:lnTo>
                    <a:pt x="3247104" y="112653"/>
                  </a:lnTo>
                  <a:lnTo>
                    <a:pt x="3239500" y="112653"/>
                  </a:lnTo>
                  <a:lnTo>
                    <a:pt x="3231895" y="112653"/>
                  </a:lnTo>
                  <a:lnTo>
                    <a:pt x="3224291" y="112653"/>
                  </a:lnTo>
                  <a:lnTo>
                    <a:pt x="3216686" y="112653"/>
                  </a:lnTo>
                  <a:lnTo>
                    <a:pt x="3209082" y="112653"/>
                  </a:lnTo>
                  <a:lnTo>
                    <a:pt x="3201477" y="112653"/>
                  </a:lnTo>
                  <a:lnTo>
                    <a:pt x="3193873" y="112653"/>
                  </a:lnTo>
                  <a:lnTo>
                    <a:pt x="3186268" y="112653"/>
                  </a:lnTo>
                  <a:lnTo>
                    <a:pt x="3178664" y="112653"/>
                  </a:lnTo>
                  <a:lnTo>
                    <a:pt x="3171059" y="112653"/>
                  </a:lnTo>
                  <a:lnTo>
                    <a:pt x="3163455" y="112653"/>
                  </a:lnTo>
                  <a:lnTo>
                    <a:pt x="3155850" y="112653"/>
                  </a:lnTo>
                  <a:lnTo>
                    <a:pt x="3148246" y="112653"/>
                  </a:lnTo>
                  <a:lnTo>
                    <a:pt x="3140642" y="112653"/>
                  </a:lnTo>
                  <a:lnTo>
                    <a:pt x="3133037" y="112653"/>
                  </a:lnTo>
                  <a:lnTo>
                    <a:pt x="3125433" y="112653"/>
                  </a:lnTo>
                  <a:lnTo>
                    <a:pt x="3117828" y="112653"/>
                  </a:lnTo>
                  <a:lnTo>
                    <a:pt x="3110224" y="112653"/>
                  </a:lnTo>
                  <a:lnTo>
                    <a:pt x="3102619" y="112653"/>
                  </a:lnTo>
                  <a:lnTo>
                    <a:pt x="3095015" y="112653"/>
                  </a:lnTo>
                  <a:lnTo>
                    <a:pt x="3087410" y="112653"/>
                  </a:lnTo>
                  <a:lnTo>
                    <a:pt x="3079806" y="112653"/>
                  </a:lnTo>
                  <a:lnTo>
                    <a:pt x="3072201" y="112653"/>
                  </a:lnTo>
                  <a:lnTo>
                    <a:pt x="3064597" y="112653"/>
                  </a:lnTo>
                  <a:lnTo>
                    <a:pt x="3056992" y="112653"/>
                  </a:lnTo>
                  <a:lnTo>
                    <a:pt x="3049388" y="112653"/>
                  </a:lnTo>
                  <a:lnTo>
                    <a:pt x="3041784" y="112653"/>
                  </a:lnTo>
                  <a:lnTo>
                    <a:pt x="3034179" y="112653"/>
                  </a:lnTo>
                  <a:lnTo>
                    <a:pt x="3026575" y="112653"/>
                  </a:lnTo>
                  <a:lnTo>
                    <a:pt x="3018970" y="112653"/>
                  </a:lnTo>
                  <a:lnTo>
                    <a:pt x="3011366" y="112653"/>
                  </a:lnTo>
                  <a:lnTo>
                    <a:pt x="3003761" y="112653"/>
                  </a:lnTo>
                  <a:lnTo>
                    <a:pt x="2996157" y="112653"/>
                  </a:lnTo>
                  <a:lnTo>
                    <a:pt x="2988552" y="112653"/>
                  </a:lnTo>
                  <a:lnTo>
                    <a:pt x="2980948" y="112653"/>
                  </a:lnTo>
                  <a:lnTo>
                    <a:pt x="2973343" y="112653"/>
                  </a:lnTo>
                  <a:lnTo>
                    <a:pt x="2965739" y="112653"/>
                  </a:lnTo>
                  <a:lnTo>
                    <a:pt x="2958135" y="112653"/>
                  </a:lnTo>
                  <a:lnTo>
                    <a:pt x="2950530" y="112653"/>
                  </a:lnTo>
                  <a:lnTo>
                    <a:pt x="2942926" y="112653"/>
                  </a:lnTo>
                  <a:lnTo>
                    <a:pt x="2935321" y="112653"/>
                  </a:lnTo>
                  <a:lnTo>
                    <a:pt x="2927717" y="112653"/>
                  </a:lnTo>
                  <a:lnTo>
                    <a:pt x="2920112" y="112653"/>
                  </a:lnTo>
                  <a:lnTo>
                    <a:pt x="2912508" y="112653"/>
                  </a:lnTo>
                  <a:lnTo>
                    <a:pt x="2904903" y="112653"/>
                  </a:lnTo>
                  <a:lnTo>
                    <a:pt x="2897299" y="112653"/>
                  </a:lnTo>
                  <a:lnTo>
                    <a:pt x="2889694" y="112653"/>
                  </a:lnTo>
                  <a:lnTo>
                    <a:pt x="2882090" y="112653"/>
                  </a:lnTo>
                  <a:lnTo>
                    <a:pt x="2874485" y="112653"/>
                  </a:lnTo>
                  <a:lnTo>
                    <a:pt x="2866881" y="112653"/>
                  </a:lnTo>
                  <a:lnTo>
                    <a:pt x="2859277" y="112653"/>
                  </a:lnTo>
                  <a:lnTo>
                    <a:pt x="2851672" y="112653"/>
                  </a:lnTo>
                  <a:lnTo>
                    <a:pt x="2844068" y="112653"/>
                  </a:lnTo>
                  <a:lnTo>
                    <a:pt x="2836463" y="112653"/>
                  </a:lnTo>
                  <a:lnTo>
                    <a:pt x="2828859" y="112653"/>
                  </a:lnTo>
                  <a:lnTo>
                    <a:pt x="2821254" y="112653"/>
                  </a:lnTo>
                  <a:lnTo>
                    <a:pt x="2813650" y="112653"/>
                  </a:lnTo>
                  <a:lnTo>
                    <a:pt x="2806045" y="112653"/>
                  </a:lnTo>
                  <a:lnTo>
                    <a:pt x="2798441" y="112653"/>
                  </a:lnTo>
                  <a:lnTo>
                    <a:pt x="2790836" y="112653"/>
                  </a:lnTo>
                  <a:lnTo>
                    <a:pt x="2783232" y="112653"/>
                  </a:lnTo>
                  <a:lnTo>
                    <a:pt x="2775627" y="112653"/>
                  </a:lnTo>
                  <a:lnTo>
                    <a:pt x="2768023" y="112653"/>
                  </a:lnTo>
                  <a:lnTo>
                    <a:pt x="2760419" y="112653"/>
                  </a:lnTo>
                  <a:lnTo>
                    <a:pt x="2752814" y="112653"/>
                  </a:lnTo>
                  <a:lnTo>
                    <a:pt x="2745210" y="112653"/>
                  </a:lnTo>
                  <a:lnTo>
                    <a:pt x="2737605" y="112653"/>
                  </a:lnTo>
                  <a:lnTo>
                    <a:pt x="2730001" y="112653"/>
                  </a:lnTo>
                  <a:lnTo>
                    <a:pt x="2722396" y="112653"/>
                  </a:lnTo>
                  <a:lnTo>
                    <a:pt x="2714792" y="112653"/>
                  </a:lnTo>
                  <a:lnTo>
                    <a:pt x="2707187" y="112653"/>
                  </a:lnTo>
                  <a:lnTo>
                    <a:pt x="2699583" y="112653"/>
                  </a:lnTo>
                  <a:lnTo>
                    <a:pt x="2691978" y="112653"/>
                  </a:lnTo>
                  <a:lnTo>
                    <a:pt x="2684374" y="112653"/>
                  </a:lnTo>
                  <a:lnTo>
                    <a:pt x="2676769" y="112653"/>
                  </a:lnTo>
                  <a:lnTo>
                    <a:pt x="2669165" y="112653"/>
                  </a:lnTo>
                  <a:lnTo>
                    <a:pt x="2661561" y="112653"/>
                  </a:lnTo>
                  <a:lnTo>
                    <a:pt x="2653956" y="112653"/>
                  </a:lnTo>
                  <a:lnTo>
                    <a:pt x="2646352" y="112653"/>
                  </a:lnTo>
                  <a:lnTo>
                    <a:pt x="2638747" y="112653"/>
                  </a:lnTo>
                  <a:lnTo>
                    <a:pt x="2631143" y="112653"/>
                  </a:lnTo>
                  <a:lnTo>
                    <a:pt x="2623538" y="112653"/>
                  </a:lnTo>
                  <a:lnTo>
                    <a:pt x="2615934" y="112653"/>
                  </a:lnTo>
                  <a:lnTo>
                    <a:pt x="2608329" y="112653"/>
                  </a:lnTo>
                  <a:lnTo>
                    <a:pt x="2600725" y="112653"/>
                  </a:lnTo>
                  <a:lnTo>
                    <a:pt x="2593120" y="112653"/>
                  </a:lnTo>
                  <a:lnTo>
                    <a:pt x="2585516" y="112653"/>
                  </a:lnTo>
                  <a:lnTo>
                    <a:pt x="2577911" y="112653"/>
                  </a:lnTo>
                  <a:lnTo>
                    <a:pt x="2570307" y="112653"/>
                  </a:lnTo>
                  <a:lnTo>
                    <a:pt x="2562703" y="112653"/>
                  </a:lnTo>
                  <a:lnTo>
                    <a:pt x="2555098" y="112653"/>
                  </a:lnTo>
                  <a:lnTo>
                    <a:pt x="2547494" y="112653"/>
                  </a:lnTo>
                  <a:lnTo>
                    <a:pt x="2539889" y="112653"/>
                  </a:lnTo>
                  <a:lnTo>
                    <a:pt x="2532285" y="112653"/>
                  </a:lnTo>
                  <a:lnTo>
                    <a:pt x="2524680" y="112653"/>
                  </a:lnTo>
                  <a:lnTo>
                    <a:pt x="2517076" y="112653"/>
                  </a:lnTo>
                  <a:lnTo>
                    <a:pt x="2509471" y="112653"/>
                  </a:lnTo>
                  <a:lnTo>
                    <a:pt x="2501867" y="112653"/>
                  </a:lnTo>
                  <a:lnTo>
                    <a:pt x="2494262" y="112653"/>
                  </a:lnTo>
                  <a:lnTo>
                    <a:pt x="2486658" y="112653"/>
                  </a:lnTo>
                  <a:lnTo>
                    <a:pt x="2479054" y="112653"/>
                  </a:lnTo>
                  <a:lnTo>
                    <a:pt x="2471449" y="112653"/>
                  </a:lnTo>
                  <a:lnTo>
                    <a:pt x="2463845" y="112653"/>
                  </a:lnTo>
                  <a:lnTo>
                    <a:pt x="2456240" y="112653"/>
                  </a:lnTo>
                  <a:lnTo>
                    <a:pt x="2448636" y="112653"/>
                  </a:lnTo>
                  <a:lnTo>
                    <a:pt x="2441031" y="112653"/>
                  </a:lnTo>
                  <a:lnTo>
                    <a:pt x="2433427" y="112653"/>
                  </a:lnTo>
                  <a:lnTo>
                    <a:pt x="2425822" y="112653"/>
                  </a:lnTo>
                  <a:lnTo>
                    <a:pt x="2418218" y="112653"/>
                  </a:lnTo>
                  <a:lnTo>
                    <a:pt x="2410613" y="112653"/>
                  </a:lnTo>
                  <a:lnTo>
                    <a:pt x="2403009" y="112653"/>
                  </a:lnTo>
                  <a:lnTo>
                    <a:pt x="2395404" y="112653"/>
                  </a:lnTo>
                  <a:lnTo>
                    <a:pt x="2387800" y="112653"/>
                  </a:lnTo>
                  <a:lnTo>
                    <a:pt x="2380196" y="112653"/>
                  </a:lnTo>
                  <a:lnTo>
                    <a:pt x="2372591" y="112653"/>
                  </a:lnTo>
                  <a:lnTo>
                    <a:pt x="2364987" y="112653"/>
                  </a:lnTo>
                  <a:lnTo>
                    <a:pt x="2357382" y="112653"/>
                  </a:lnTo>
                  <a:lnTo>
                    <a:pt x="2349778" y="112653"/>
                  </a:lnTo>
                  <a:lnTo>
                    <a:pt x="2342173" y="112653"/>
                  </a:lnTo>
                  <a:lnTo>
                    <a:pt x="2334569" y="112653"/>
                  </a:lnTo>
                  <a:lnTo>
                    <a:pt x="2326964" y="112653"/>
                  </a:lnTo>
                  <a:lnTo>
                    <a:pt x="2319360" y="112653"/>
                  </a:lnTo>
                  <a:lnTo>
                    <a:pt x="2311755" y="112653"/>
                  </a:lnTo>
                  <a:lnTo>
                    <a:pt x="2304151" y="112653"/>
                  </a:lnTo>
                  <a:lnTo>
                    <a:pt x="2296546" y="112653"/>
                  </a:lnTo>
                  <a:lnTo>
                    <a:pt x="2288942" y="112653"/>
                  </a:lnTo>
                  <a:lnTo>
                    <a:pt x="2281338" y="112653"/>
                  </a:lnTo>
                  <a:lnTo>
                    <a:pt x="2273733" y="112653"/>
                  </a:lnTo>
                  <a:lnTo>
                    <a:pt x="2266129" y="112653"/>
                  </a:lnTo>
                  <a:lnTo>
                    <a:pt x="2258524" y="112653"/>
                  </a:lnTo>
                  <a:lnTo>
                    <a:pt x="2250920" y="112653"/>
                  </a:lnTo>
                  <a:lnTo>
                    <a:pt x="2243315" y="112653"/>
                  </a:lnTo>
                  <a:lnTo>
                    <a:pt x="2235711" y="112653"/>
                  </a:lnTo>
                  <a:lnTo>
                    <a:pt x="2228106" y="112653"/>
                  </a:lnTo>
                  <a:lnTo>
                    <a:pt x="2220502" y="112653"/>
                  </a:lnTo>
                  <a:lnTo>
                    <a:pt x="2212897" y="112653"/>
                  </a:lnTo>
                  <a:lnTo>
                    <a:pt x="2205293" y="112653"/>
                  </a:lnTo>
                  <a:lnTo>
                    <a:pt x="2197688" y="112653"/>
                  </a:lnTo>
                  <a:lnTo>
                    <a:pt x="2190084" y="112653"/>
                  </a:lnTo>
                  <a:lnTo>
                    <a:pt x="2182480" y="112653"/>
                  </a:lnTo>
                  <a:lnTo>
                    <a:pt x="2174875" y="112653"/>
                  </a:lnTo>
                  <a:lnTo>
                    <a:pt x="2167271" y="112653"/>
                  </a:lnTo>
                  <a:lnTo>
                    <a:pt x="2159666" y="112653"/>
                  </a:lnTo>
                  <a:lnTo>
                    <a:pt x="2152062" y="112653"/>
                  </a:lnTo>
                  <a:lnTo>
                    <a:pt x="2144457" y="112653"/>
                  </a:lnTo>
                  <a:lnTo>
                    <a:pt x="2136853" y="112653"/>
                  </a:lnTo>
                  <a:lnTo>
                    <a:pt x="2129248" y="112653"/>
                  </a:lnTo>
                  <a:lnTo>
                    <a:pt x="2121644" y="112653"/>
                  </a:lnTo>
                  <a:lnTo>
                    <a:pt x="2114039" y="112653"/>
                  </a:lnTo>
                  <a:lnTo>
                    <a:pt x="2106435" y="112653"/>
                  </a:lnTo>
                  <a:lnTo>
                    <a:pt x="2098831" y="112653"/>
                  </a:lnTo>
                  <a:lnTo>
                    <a:pt x="2091226" y="112653"/>
                  </a:lnTo>
                  <a:lnTo>
                    <a:pt x="2083622" y="112653"/>
                  </a:lnTo>
                  <a:lnTo>
                    <a:pt x="2076017" y="112653"/>
                  </a:lnTo>
                  <a:lnTo>
                    <a:pt x="2068413" y="112653"/>
                  </a:lnTo>
                  <a:lnTo>
                    <a:pt x="2060808" y="112653"/>
                  </a:lnTo>
                  <a:lnTo>
                    <a:pt x="2053204" y="112653"/>
                  </a:lnTo>
                  <a:lnTo>
                    <a:pt x="2045599" y="112653"/>
                  </a:lnTo>
                  <a:lnTo>
                    <a:pt x="2037995" y="112653"/>
                  </a:lnTo>
                  <a:lnTo>
                    <a:pt x="2030390" y="112653"/>
                  </a:lnTo>
                  <a:lnTo>
                    <a:pt x="2022786" y="112653"/>
                  </a:lnTo>
                  <a:lnTo>
                    <a:pt x="2015181" y="112653"/>
                  </a:lnTo>
                  <a:lnTo>
                    <a:pt x="2007577" y="112653"/>
                  </a:lnTo>
                  <a:lnTo>
                    <a:pt x="1999973" y="112653"/>
                  </a:lnTo>
                  <a:lnTo>
                    <a:pt x="1992368" y="112653"/>
                  </a:lnTo>
                  <a:lnTo>
                    <a:pt x="1984764" y="112653"/>
                  </a:lnTo>
                  <a:lnTo>
                    <a:pt x="1977159" y="112653"/>
                  </a:lnTo>
                  <a:lnTo>
                    <a:pt x="1969555" y="112653"/>
                  </a:lnTo>
                  <a:lnTo>
                    <a:pt x="1961950" y="112653"/>
                  </a:lnTo>
                  <a:lnTo>
                    <a:pt x="1954346" y="112653"/>
                  </a:lnTo>
                  <a:lnTo>
                    <a:pt x="1946741" y="112653"/>
                  </a:lnTo>
                  <a:lnTo>
                    <a:pt x="1939137" y="112653"/>
                  </a:lnTo>
                  <a:lnTo>
                    <a:pt x="1931532" y="112653"/>
                  </a:lnTo>
                  <a:lnTo>
                    <a:pt x="1923928" y="112653"/>
                  </a:lnTo>
                  <a:lnTo>
                    <a:pt x="1916323" y="112653"/>
                  </a:lnTo>
                  <a:lnTo>
                    <a:pt x="1908719" y="112653"/>
                  </a:lnTo>
                  <a:lnTo>
                    <a:pt x="1901115" y="112653"/>
                  </a:lnTo>
                  <a:lnTo>
                    <a:pt x="1893510" y="112653"/>
                  </a:lnTo>
                  <a:lnTo>
                    <a:pt x="1885906" y="112653"/>
                  </a:lnTo>
                  <a:lnTo>
                    <a:pt x="1878301" y="112653"/>
                  </a:lnTo>
                  <a:lnTo>
                    <a:pt x="1870697" y="112653"/>
                  </a:lnTo>
                  <a:lnTo>
                    <a:pt x="1863092" y="112653"/>
                  </a:lnTo>
                  <a:lnTo>
                    <a:pt x="1855488" y="112653"/>
                  </a:lnTo>
                  <a:lnTo>
                    <a:pt x="1847883" y="112653"/>
                  </a:lnTo>
                  <a:lnTo>
                    <a:pt x="1840279" y="112653"/>
                  </a:lnTo>
                  <a:lnTo>
                    <a:pt x="1832674" y="112653"/>
                  </a:lnTo>
                  <a:lnTo>
                    <a:pt x="1825070" y="112653"/>
                  </a:lnTo>
                  <a:lnTo>
                    <a:pt x="1817465" y="112653"/>
                  </a:lnTo>
                  <a:lnTo>
                    <a:pt x="1809861" y="112653"/>
                  </a:lnTo>
                  <a:lnTo>
                    <a:pt x="1802257" y="112653"/>
                  </a:lnTo>
                  <a:lnTo>
                    <a:pt x="1794652" y="112653"/>
                  </a:lnTo>
                  <a:lnTo>
                    <a:pt x="1787048" y="112653"/>
                  </a:lnTo>
                  <a:lnTo>
                    <a:pt x="1779443" y="112653"/>
                  </a:lnTo>
                  <a:lnTo>
                    <a:pt x="1771839" y="112653"/>
                  </a:lnTo>
                  <a:lnTo>
                    <a:pt x="1764234" y="112653"/>
                  </a:lnTo>
                  <a:lnTo>
                    <a:pt x="1756630" y="112653"/>
                  </a:lnTo>
                  <a:lnTo>
                    <a:pt x="1749025" y="112653"/>
                  </a:lnTo>
                  <a:lnTo>
                    <a:pt x="1741421" y="112653"/>
                  </a:lnTo>
                  <a:lnTo>
                    <a:pt x="1733816" y="112653"/>
                  </a:lnTo>
                  <a:lnTo>
                    <a:pt x="1726212" y="112653"/>
                  </a:lnTo>
                  <a:lnTo>
                    <a:pt x="1718607" y="112653"/>
                  </a:lnTo>
                  <a:lnTo>
                    <a:pt x="1711003" y="112653"/>
                  </a:lnTo>
                  <a:lnTo>
                    <a:pt x="1703399" y="112653"/>
                  </a:lnTo>
                  <a:lnTo>
                    <a:pt x="1695794" y="112653"/>
                  </a:lnTo>
                  <a:lnTo>
                    <a:pt x="1688190" y="112653"/>
                  </a:lnTo>
                  <a:lnTo>
                    <a:pt x="1680585" y="112653"/>
                  </a:lnTo>
                  <a:lnTo>
                    <a:pt x="1672981" y="112653"/>
                  </a:lnTo>
                  <a:lnTo>
                    <a:pt x="1665376" y="112653"/>
                  </a:lnTo>
                  <a:lnTo>
                    <a:pt x="1657772" y="112653"/>
                  </a:lnTo>
                  <a:lnTo>
                    <a:pt x="1650167" y="112653"/>
                  </a:lnTo>
                  <a:lnTo>
                    <a:pt x="1642563" y="112653"/>
                  </a:lnTo>
                  <a:lnTo>
                    <a:pt x="1634958" y="112653"/>
                  </a:lnTo>
                  <a:lnTo>
                    <a:pt x="1627354" y="112653"/>
                  </a:lnTo>
                  <a:lnTo>
                    <a:pt x="1619750" y="112653"/>
                  </a:lnTo>
                  <a:lnTo>
                    <a:pt x="1612145" y="112653"/>
                  </a:lnTo>
                  <a:lnTo>
                    <a:pt x="1604541" y="112653"/>
                  </a:lnTo>
                  <a:lnTo>
                    <a:pt x="1596936" y="112653"/>
                  </a:lnTo>
                  <a:lnTo>
                    <a:pt x="1589332" y="112653"/>
                  </a:lnTo>
                  <a:lnTo>
                    <a:pt x="1581727" y="112653"/>
                  </a:lnTo>
                  <a:lnTo>
                    <a:pt x="1574123" y="112653"/>
                  </a:lnTo>
                  <a:lnTo>
                    <a:pt x="1566518" y="112653"/>
                  </a:lnTo>
                  <a:lnTo>
                    <a:pt x="1558914" y="112653"/>
                  </a:lnTo>
                  <a:lnTo>
                    <a:pt x="1551309" y="112653"/>
                  </a:lnTo>
                  <a:lnTo>
                    <a:pt x="1543705" y="112653"/>
                  </a:lnTo>
                  <a:lnTo>
                    <a:pt x="1536100" y="112653"/>
                  </a:lnTo>
                  <a:lnTo>
                    <a:pt x="1528496" y="112653"/>
                  </a:lnTo>
                  <a:lnTo>
                    <a:pt x="1520892" y="112653"/>
                  </a:lnTo>
                  <a:lnTo>
                    <a:pt x="1513287" y="112653"/>
                  </a:lnTo>
                  <a:lnTo>
                    <a:pt x="1505683" y="112653"/>
                  </a:lnTo>
                  <a:lnTo>
                    <a:pt x="1498078" y="112653"/>
                  </a:lnTo>
                  <a:lnTo>
                    <a:pt x="1490474" y="112653"/>
                  </a:lnTo>
                  <a:lnTo>
                    <a:pt x="1482869" y="112653"/>
                  </a:lnTo>
                  <a:lnTo>
                    <a:pt x="1475265" y="112653"/>
                  </a:lnTo>
                  <a:lnTo>
                    <a:pt x="1467660" y="112653"/>
                  </a:lnTo>
                  <a:lnTo>
                    <a:pt x="1460056" y="112653"/>
                  </a:lnTo>
                  <a:lnTo>
                    <a:pt x="1452451" y="112653"/>
                  </a:lnTo>
                  <a:lnTo>
                    <a:pt x="1444847" y="112653"/>
                  </a:lnTo>
                  <a:lnTo>
                    <a:pt x="1437242" y="112653"/>
                  </a:lnTo>
                  <a:lnTo>
                    <a:pt x="1429638" y="112653"/>
                  </a:lnTo>
                  <a:lnTo>
                    <a:pt x="1422034" y="112653"/>
                  </a:lnTo>
                  <a:lnTo>
                    <a:pt x="1414429" y="112653"/>
                  </a:lnTo>
                  <a:lnTo>
                    <a:pt x="1406825" y="112653"/>
                  </a:lnTo>
                  <a:lnTo>
                    <a:pt x="1399220" y="112653"/>
                  </a:lnTo>
                  <a:lnTo>
                    <a:pt x="1391616" y="112653"/>
                  </a:lnTo>
                  <a:lnTo>
                    <a:pt x="1384011" y="112653"/>
                  </a:lnTo>
                  <a:lnTo>
                    <a:pt x="1376407" y="112653"/>
                  </a:lnTo>
                  <a:lnTo>
                    <a:pt x="1368802" y="112653"/>
                  </a:lnTo>
                  <a:lnTo>
                    <a:pt x="1361198" y="112653"/>
                  </a:lnTo>
                  <a:lnTo>
                    <a:pt x="1353593" y="112653"/>
                  </a:lnTo>
                  <a:lnTo>
                    <a:pt x="1345989" y="112653"/>
                  </a:lnTo>
                  <a:lnTo>
                    <a:pt x="1338384" y="112653"/>
                  </a:lnTo>
                  <a:lnTo>
                    <a:pt x="1330780" y="112653"/>
                  </a:lnTo>
                  <a:lnTo>
                    <a:pt x="1323176" y="112653"/>
                  </a:lnTo>
                  <a:lnTo>
                    <a:pt x="1315571" y="112653"/>
                  </a:lnTo>
                  <a:lnTo>
                    <a:pt x="1307967" y="112653"/>
                  </a:lnTo>
                  <a:lnTo>
                    <a:pt x="1300362" y="112653"/>
                  </a:lnTo>
                  <a:lnTo>
                    <a:pt x="1292758" y="112653"/>
                  </a:lnTo>
                  <a:lnTo>
                    <a:pt x="1285153" y="112653"/>
                  </a:lnTo>
                  <a:lnTo>
                    <a:pt x="1277549" y="112653"/>
                  </a:lnTo>
                  <a:lnTo>
                    <a:pt x="1269944" y="112653"/>
                  </a:lnTo>
                  <a:lnTo>
                    <a:pt x="1262340" y="112653"/>
                  </a:lnTo>
                  <a:lnTo>
                    <a:pt x="1254735" y="112653"/>
                  </a:lnTo>
                  <a:lnTo>
                    <a:pt x="1247131" y="112653"/>
                  </a:lnTo>
                  <a:lnTo>
                    <a:pt x="1239527" y="112653"/>
                  </a:lnTo>
                  <a:lnTo>
                    <a:pt x="1231922" y="112653"/>
                  </a:lnTo>
                  <a:lnTo>
                    <a:pt x="1224318" y="112653"/>
                  </a:lnTo>
                  <a:lnTo>
                    <a:pt x="1216713" y="112653"/>
                  </a:lnTo>
                  <a:lnTo>
                    <a:pt x="1209109" y="112653"/>
                  </a:lnTo>
                  <a:lnTo>
                    <a:pt x="1201504" y="112653"/>
                  </a:lnTo>
                  <a:lnTo>
                    <a:pt x="1193900" y="112653"/>
                  </a:lnTo>
                  <a:lnTo>
                    <a:pt x="1186295" y="112653"/>
                  </a:lnTo>
                  <a:lnTo>
                    <a:pt x="1178691" y="112653"/>
                  </a:lnTo>
                  <a:lnTo>
                    <a:pt x="1171086" y="112653"/>
                  </a:lnTo>
                  <a:lnTo>
                    <a:pt x="1163482" y="112653"/>
                  </a:lnTo>
                  <a:lnTo>
                    <a:pt x="1155877" y="112653"/>
                  </a:lnTo>
                  <a:lnTo>
                    <a:pt x="1148273" y="112653"/>
                  </a:lnTo>
                  <a:lnTo>
                    <a:pt x="1140669" y="112653"/>
                  </a:lnTo>
                  <a:lnTo>
                    <a:pt x="1133064" y="112653"/>
                  </a:lnTo>
                  <a:lnTo>
                    <a:pt x="1125460" y="112653"/>
                  </a:lnTo>
                  <a:lnTo>
                    <a:pt x="1117855" y="112653"/>
                  </a:lnTo>
                  <a:lnTo>
                    <a:pt x="1110251" y="112653"/>
                  </a:lnTo>
                  <a:lnTo>
                    <a:pt x="1102646" y="112653"/>
                  </a:lnTo>
                  <a:lnTo>
                    <a:pt x="1095042" y="112653"/>
                  </a:lnTo>
                  <a:lnTo>
                    <a:pt x="1087437" y="112653"/>
                  </a:lnTo>
                  <a:lnTo>
                    <a:pt x="1079833" y="112653"/>
                  </a:lnTo>
                  <a:lnTo>
                    <a:pt x="1072228" y="112653"/>
                  </a:lnTo>
                  <a:lnTo>
                    <a:pt x="1064624" y="112653"/>
                  </a:lnTo>
                  <a:lnTo>
                    <a:pt x="1057019" y="112653"/>
                  </a:lnTo>
                  <a:lnTo>
                    <a:pt x="1049415" y="112653"/>
                  </a:lnTo>
                  <a:lnTo>
                    <a:pt x="1041811" y="112653"/>
                  </a:lnTo>
                  <a:lnTo>
                    <a:pt x="1034206" y="112653"/>
                  </a:lnTo>
                  <a:lnTo>
                    <a:pt x="1026602" y="112653"/>
                  </a:lnTo>
                  <a:lnTo>
                    <a:pt x="1018997" y="112653"/>
                  </a:lnTo>
                  <a:lnTo>
                    <a:pt x="1011393" y="112653"/>
                  </a:lnTo>
                  <a:lnTo>
                    <a:pt x="1003788" y="112653"/>
                  </a:lnTo>
                  <a:lnTo>
                    <a:pt x="996184" y="112653"/>
                  </a:lnTo>
                  <a:lnTo>
                    <a:pt x="988579" y="112653"/>
                  </a:lnTo>
                  <a:lnTo>
                    <a:pt x="980975" y="112653"/>
                  </a:lnTo>
                  <a:lnTo>
                    <a:pt x="973370" y="112653"/>
                  </a:lnTo>
                  <a:lnTo>
                    <a:pt x="965766" y="112653"/>
                  </a:lnTo>
                  <a:lnTo>
                    <a:pt x="958161" y="112653"/>
                  </a:lnTo>
                  <a:lnTo>
                    <a:pt x="950557" y="112653"/>
                  </a:lnTo>
                  <a:lnTo>
                    <a:pt x="942953" y="112653"/>
                  </a:lnTo>
                  <a:lnTo>
                    <a:pt x="935348" y="112653"/>
                  </a:lnTo>
                  <a:lnTo>
                    <a:pt x="927744" y="112653"/>
                  </a:lnTo>
                  <a:lnTo>
                    <a:pt x="920139" y="112653"/>
                  </a:lnTo>
                  <a:lnTo>
                    <a:pt x="912535" y="112653"/>
                  </a:lnTo>
                  <a:lnTo>
                    <a:pt x="904930" y="112653"/>
                  </a:lnTo>
                  <a:lnTo>
                    <a:pt x="897326" y="112653"/>
                  </a:lnTo>
                  <a:lnTo>
                    <a:pt x="889721" y="112653"/>
                  </a:lnTo>
                  <a:lnTo>
                    <a:pt x="882117" y="112653"/>
                  </a:lnTo>
                  <a:lnTo>
                    <a:pt x="874512" y="112653"/>
                  </a:lnTo>
                  <a:lnTo>
                    <a:pt x="866908" y="112653"/>
                  </a:lnTo>
                  <a:lnTo>
                    <a:pt x="859303" y="112653"/>
                  </a:lnTo>
                  <a:lnTo>
                    <a:pt x="851699" y="112653"/>
                  </a:lnTo>
                  <a:lnTo>
                    <a:pt x="844095" y="112653"/>
                  </a:lnTo>
                  <a:lnTo>
                    <a:pt x="836490" y="112653"/>
                  </a:lnTo>
                  <a:lnTo>
                    <a:pt x="828886" y="112653"/>
                  </a:lnTo>
                  <a:lnTo>
                    <a:pt x="821281" y="112653"/>
                  </a:lnTo>
                  <a:lnTo>
                    <a:pt x="813677" y="112653"/>
                  </a:lnTo>
                  <a:lnTo>
                    <a:pt x="806072" y="112653"/>
                  </a:lnTo>
                  <a:lnTo>
                    <a:pt x="798468" y="112653"/>
                  </a:lnTo>
                  <a:lnTo>
                    <a:pt x="790863" y="112653"/>
                  </a:lnTo>
                  <a:lnTo>
                    <a:pt x="783259" y="112653"/>
                  </a:lnTo>
                  <a:lnTo>
                    <a:pt x="775654" y="112653"/>
                  </a:lnTo>
                  <a:lnTo>
                    <a:pt x="768050" y="112653"/>
                  </a:lnTo>
                  <a:lnTo>
                    <a:pt x="760446" y="112653"/>
                  </a:lnTo>
                  <a:lnTo>
                    <a:pt x="752841" y="112653"/>
                  </a:lnTo>
                  <a:lnTo>
                    <a:pt x="745237" y="112653"/>
                  </a:lnTo>
                  <a:lnTo>
                    <a:pt x="737632" y="112653"/>
                  </a:lnTo>
                  <a:lnTo>
                    <a:pt x="730028" y="112653"/>
                  </a:lnTo>
                  <a:lnTo>
                    <a:pt x="722423" y="112653"/>
                  </a:lnTo>
                  <a:lnTo>
                    <a:pt x="714819" y="112653"/>
                  </a:lnTo>
                  <a:lnTo>
                    <a:pt x="707214" y="112653"/>
                  </a:lnTo>
                  <a:lnTo>
                    <a:pt x="699610" y="112653"/>
                  </a:lnTo>
                  <a:lnTo>
                    <a:pt x="692005" y="112653"/>
                  </a:lnTo>
                  <a:lnTo>
                    <a:pt x="684401" y="112653"/>
                  </a:lnTo>
                  <a:lnTo>
                    <a:pt x="676796" y="112653"/>
                  </a:lnTo>
                  <a:lnTo>
                    <a:pt x="669192" y="112653"/>
                  </a:lnTo>
                  <a:lnTo>
                    <a:pt x="661588" y="112653"/>
                  </a:lnTo>
                  <a:lnTo>
                    <a:pt x="653983" y="112653"/>
                  </a:lnTo>
                  <a:lnTo>
                    <a:pt x="646379" y="112653"/>
                  </a:lnTo>
                  <a:lnTo>
                    <a:pt x="638774" y="112653"/>
                  </a:lnTo>
                  <a:lnTo>
                    <a:pt x="631170" y="112653"/>
                  </a:lnTo>
                  <a:lnTo>
                    <a:pt x="623565" y="112653"/>
                  </a:lnTo>
                  <a:lnTo>
                    <a:pt x="615961" y="112653"/>
                  </a:lnTo>
                  <a:lnTo>
                    <a:pt x="608356" y="112653"/>
                  </a:lnTo>
                  <a:lnTo>
                    <a:pt x="600752" y="112653"/>
                  </a:lnTo>
                  <a:lnTo>
                    <a:pt x="593147" y="112653"/>
                  </a:lnTo>
                  <a:lnTo>
                    <a:pt x="585543" y="112653"/>
                  </a:lnTo>
                  <a:lnTo>
                    <a:pt x="577938" y="112653"/>
                  </a:lnTo>
                  <a:lnTo>
                    <a:pt x="570334" y="112653"/>
                  </a:lnTo>
                  <a:lnTo>
                    <a:pt x="562730" y="112653"/>
                  </a:lnTo>
                  <a:lnTo>
                    <a:pt x="555125" y="112653"/>
                  </a:lnTo>
                  <a:lnTo>
                    <a:pt x="547521" y="112653"/>
                  </a:lnTo>
                  <a:lnTo>
                    <a:pt x="539916" y="112653"/>
                  </a:lnTo>
                  <a:lnTo>
                    <a:pt x="532312" y="112653"/>
                  </a:lnTo>
                  <a:lnTo>
                    <a:pt x="524707" y="112653"/>
                  </a:lnTo>
                  <a:lnTo>
                    <a:pt x="517103" y="112653"/>
                  </a:lnTo>
                  <a:lnTo>
                    <a:pt x="509498" y="112653"/>
                  </a:lnTo>
                  <a:lnTo>
                    <a:pt x="501894" y="112653"/>
                  </a:lnTo>
                  <a:lnTo>
                    <a:pt x="494289" y="112653"/>
                  </a:lnTo>
                  <a:lnTo>
                    <a:pt x="486685" y="112653"/>
                  </a:lnTo>
                  <a:lnTo>
                    <a:pt x="479080" y="112653"/>
                  </a:lnTo>
                  <a:lnTo>
                    <a:pt x="471476" y="112653"/>
                  </a:lnTo>
                  <a:lnTo>
                    <a:pt x="463872" y="112653"/>
                  </a:lnTo>
                  <a:lnTo>
                    <a:pt x="456267" y="112653"/>
                  </a:lnTo>
                  <a:lnTo>
                    <a:pt x="448663" y="112653"/>
                  </a:lnTo>
                  <a:lnTo>
                    <a:pt x="441058" y="112653"/>
                  </a:lnTo>
                  <a:lnTo>
                    <a:pt x="433454" y="112653"/>
                  </a:lnTo>
                  <a:lnTo>
                    <a:pt x="425849" y="112653"/>
                  </a:lnTo>
                  <a:lnTo>
                    <a:pt x="418245" y="112653"/>
                  </a:lnTo>
                  <a:lnTo>
                    <a:pt x="410640" y="112653"/>
                  </a:lnTo>
                  <a:lnTo>
                    <a:pt x="403036" y="112653"/>
                  </a:lnTo>
                  <a:lnTo>
                    <a:pt x="395431" y="112653"/>
                  </a:lnTo>
                  <a:lnTo>
                    <a:pt x="387827" y="112653"/>
                  </a:lnTo>
                  <a:lnTo>
                    <a:pt x="380223" y="112653"/>
                  </a:lnTo>
                  <a:lnTo>
                    <a:pt x="372618" y="112653"/>
                  </a:lnTo>
                  <a:lnTo>
                    <a:pt x="365014" y="112653"/>
                  </a:lnTo>
                  <a:lnTo>
                    <a:pt x="357409" y="112653"/>
                  </a:lnTo>
                  <a:lnTo>
                    <a:pt x="349805" y="112653"/>
                  </a:lnTo>
                  <a:lnTo>
                    <a:pt x="342200" y="112653"/>
                  </a:lnTo>
                  <a:lnTo>
                    <a:pt x="334596" y="112653"/>
                  </a:lnTo>
                  <a:lnTo>
                    <a:pt x="326991" y="112653"/>
                  </a:lnTo>
                  <a:lnTo>
                    <a:pt x="319387" y="112653"/>
                  </a:lnTo>
                  <a:lnTo>
                    <a:pt x="311782" y="112653"/>
                  </a:lnTo>
                  <a:lnTo>
                    <a:pt x="304178" y="112653"/>
                  </a:lnTo>
                  <a:lnTo>
                    <a:pt x="296573" y="112653"/>
                  </a:lnTo>
                  <a:lnTo>
                    <a:pt x="288969" y="112653"/>
                  </a:lnTo>
                  <a:lnTo>
                    <a:pt x="281365" y="112653"/>
                  </a:lnTo>
                  <a:lnTo>
                    <a:pt x="273760" y="112653"/>
                  </a:lnTo>
                  <a:lnTo>
                    <a:pt x="266156" y="112653"/>
                  </a:lnTo>
                  <a:lnTo>
                    <a:pt x="258551" y="112653"/>
                  </a:lnTo>
                  <a:lnTo>
                    <a:pt x="250947" y="112653"/>
                  </a:lnTo>
                  <a:lnTo>
                    <a:pt x="243342" y="112653"/>
                  </a:lnTo>
                  <a:lnTo>
                    <a:pt x="235738" y="112653"/>
                  </a:lnTo>
                  <a:lnTo>
                    <a:pt x="228133" y="112653"/>
                  </a:lnTo>
                  <a:lnTo>
                    <a:pt x="220529" y="112653"/>
                  </a:lnTo>
                  <a:lnTo>
                    <a:pt x="212924" y="112653"/>
                  </a:lnTo>
                  <a:lnTo>
                    <a:pt x="205320" y="112653"/>
                  </a:lnTo>
                  <a:lnTo>
                    <a:pt x="197715" y="112653"/>
                  </a:lnTo>
                  <a:lnTo>
                    <a:pt x="190111" y="112653"/>
                  </a:lnTo>
                  <a:lnTo>
                    <a:pt x="182507" y="112653"/>
                  </a:lnTo>
                  <a:lnTo>
                    <a:pt x="174902" y="112653"/>
                  </a:lnTo>
                  <a:lnTo>
                    <a:pt x="167298" y="112653"/>
                  </a:lnTo>
                  <a:lnTo>
                    <a:pt x="159693" y="112653"/>
                  </a:lnTo>
                  <a:lnTo>
                    <a:pt x="152089" y="112653"/>
                  </a:lnTo>
                  <a:lnTo>
                    <a:pt x="144484" y="112653"/>
                  </a:lnTo>
                  <a:lnTo>
                    <a:pt x="136880" y="112653"/>
                  </a:lnTo>
                  <a:lnTo>
                    <a:pt x="129275" y="112653"/>
                  </a:lnTo>
                  <a:lnTo>
                    <a:pt x="121671" y="112653"/>
                  </a:lnTo>
                  <a:lnTo>
                    <a:pt x="114066" y="112653"/>
                  </a:lnTo>
                  <a:lnTo>
                    <a:pt x="106462" y="112653"/>
                  </a:lnTo>
                  <a:lnTo>
                    <a:pt x="98857" y="112653"/>
                  </a:lnTo>
                  <a:lnTo>
                    <a:pt x="91253" y="112653"/>
                  </a:lnTo>
                  <a:lnTo>
                    <a:pt x="83649" y="112653"/>
                  </a:lnTo>
                  <a:lnTo>
                    <a:pt x="76044" y="112653"/>
                  </a:lnTo>
                  <a:lnTo>
                    <a:pt x="68440" y="112653"/>
                  </a:lnTo>
                  <a:lnTo>
                    <a:pt x="60835" y="112653"/>
                  </a:lnTo>
                  <a:lnTo>
                    <a:pt x="53231" y="112653"/>
                  </a:lnTo>
                  <a:lnTo>
                    <a:pt x="45626" y="112653"/>
                  </a:lnTo>
                  <a:lnTo>
                    <a:pt x="38022" y="112653"/>
                  </a:lnTo>
                  <a:lnTo>
                    <a:pt x="30417" y="112653"/>
                  </a:lnTo>
                  <a:lnTo>
                    <a:pt x="22813" y="112653"/>
                  </a:lnTo>
                  <a:lnTo>
                    <a:pt x="15208" y="112653"/>
                  </a:lnTo>
                  <a:lnTo>
                    <a:pt x="7604" y="112653"/>
                  </a:lnTo>
                  <a:lnTo>
                    <a:pt x="0" y="112653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8"/>
            <p:cNvSpPr/>
            <p:nvPr/>
          </p:nvSpPr>
          <p:spPr>
            <a:xfrm>
              <a:off x="7234493" y="2230486"/>
              <a:ext cx="0" cy="112653"/>
            </a:xfrm>
            <a:custGeom>
              <a:avLst/>
              <a:pathLst>
                <a:path w="0" h="112653">
                  <a:moveTo>
                    <a:pt x="0" y="0"/>
                  </a:moveTo>
                  <a:lnTo>
                    <a:pt x="0" y="112653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0" name="pg29"/>
            <p:cNvSpPr/>
            <p:nvPr/>
          </p:nvSpPr>
          <p:spPr>
            <a:xfrm>
              <a:off x="3859191" y="2355656"/>
              <a:ext cx="2729666" cy="112653"/>
            </a:xfrm>
            <a:custGeom>
              <a:avLst/>
              <a:pathLst>
                <a:path w="2729666" h="112653">
                  <a:moveTo>
                    <a:pt x="0" y="0"/>
                  </a:moveTo>
                  <a:lnTo>
                    <a:pt x="5459" y="0"/>
                  </a:lnTo>
                  <a:lnTo>
                    <a:pt x="10918" y="0"/>
                  </a:lnTo>
                  <a:lnTo>
                    <a:pt x="16377" y="0"/>
                  </a:lnTo>
                  <a:lnTo>
                    <a:pt x="21837" y="0"/>
                  </a:lnTo>
                  <a:lnTo>
                    <a:pt x="27296" y="0"/>
                  </a:lnTo>
                  <a:lnTo>
                    <a:pt x="32755" y="0"/>
                  </a:lnTo>
                  <a:lnTo>
                    <a:pt x="38215" y="0"/>
                  </a:lnTo>
                  <a:lnTo>
                    <a:pt x="43674" y="0"/>
                  </a:lnTo>
                  <a:lnTo>
                    <a:pt x="49133" y="0"/>
                  </a:lnTo>
                  <a:lnTo>
                    <a:pt x="54593" y="0"/>
                  </a:lnTo>
                  <a:lnTo>
                    <a:pt x="60052" y="0"/>
                  </a:lnTo>
                  <a:lnTo>
                    <a:pt x="65511" y="0"/>
                  </a:lnTo>
                  <a:lnTo>
                    <a:pt x="70971" y="0"/>
                  </a:lnTo>
                  <a:lnTo>
                    <a:pt x="76430" y="0"/>
                  </a:lnTo>
                  <a:lnTo>
                    <a:pt x="81889" y="0"/>
                  </a:lnTo>
                  <a:lnTo>
                    <a:pt x="87349" y="0"/>
                  </a:lnTo>
                  <a:lnTo>
                    <a:pt x="92808" y="0"/>
                  </a:lnTo>
                  <a:lnTo>
                    <a:pt x="98267" y="0"/>
                  </a:lnTo>
                  <a:lnTo>
                    <a:pt x="103727" y="0"/>
                  </a:lnTo>
                  <a:lnTo>
                    <a:pt x="109186" y="0"/>
                  </a:lnTo>
                  <a:lnTo>
                    <a:pt x="114645" y="0"/>
                  </a:lnTo>
                  <a:lnTo>
                    <a:pt x="120105" y="0"/>
                  </a:lnTo>
                  <a:lnTo>
                    <a:pt x="125564" y="0"/>
                  </a:lnTo>
                  <a:lnTo>
                    <a:pt x="131023" y="0"/>
                  </a:lnTo>
                  <a:lnTo>
                    <a:pt x="136483" y="0"/>
                  </a:lnTo>
                  <a:lnTo>
                    <a:pt x="141942" y="0"/>
                  </a:lnTo>
                  <a:lnTo>
                    <a:pt x="147401" y="0"/>
                  </a:lnTo>
                  <a:lnTo>
                    <a:pt x="152861" y="0"/>
                  </a:lnTo>
                  <a:lnTo>
                    <a:pt x="158320" y="0"/>
                  </a:lnTo>
                  <a:lnTo>
                    <a:pt x="163779" y="0"/>
                  </a:lnTo>
                  <a:lnTo>
                    <a:pt x="169239" y="0"/>
                  </a:lnTo>
                  <a:lnTo>
                    <a:pt x="174698" y="0"/>
                  </a:lnTo>
                  <a:lnTo>
                    <a:pt x="180157" y="0"/>
                  </a:lnTo>
                  <a:lnTo>
                    <a:pt x="185617" y="0"/>
                  </a:lnTo>
                  <a:lnTo>
                    <a:pt x="191076" y="0"/>
                  </a:lnTo>
                  <a:lnTo>
                    <a:pt x="196535" y="0"/>
                  </a:lnTo>
                  <a:lnTo>
                    <a:pt x="201995" y="0"/>
                  </a:lnTo>
                  <a:lnTo>
                    <a:pt x="207454" y="0"/>
                  </a:lnTo>
                  <a:lnTo>
                    <a:pt x="212913" y="0"/>
                  </a:lnTo>
                  <a:lnTo>
                    <a:pt x="218373" y="0"/>
                  </a:lnTo>
                  <a:lnTo>
                    <a:pt x="223832" y="0"/>
                  </a:lnTo>
                  <a:lnTo>
                    <a:pt x="229291" y="0"/>
                  </a:lnTo>
                  <a:lnTo>
                    <a:pt x="234751" y="0"/>
                  </a:lnTo>
                  <a:lnTo>
                    <a:pt x="240210" y="0"/>
                  </a:lnTo>
                  <a:lnTo>
                    <a:pt x="245669" y="0"/>
                  </a:lnTo>
                  <a:lnTo>
                    <a:pt x="251129" y="0"/>
                  </a:lnTo>
                  <a:lnTo>
                    <a:pt x="256588" y="0"/>
                  </a:lnTo>
                  <a:lnTo>
                    <a:pt x="262047" y="0"/>
                  </a:lnTo>
                  <a:lnTo>
                    <a:pt x="267507" y="0"/>
                  </a:lnTo>
                  <a:lnTo>
                    <a:pt x="272966" y="0"/>
                  </a:lnTo>
                  <a:lnTo>
                    <a:pt x="278425" y="0"/>
                  </a:lnTo>
                  <a:lnTo>
                    <a:pt x="283885" y="0"/>
                  </a:lnTo>
                  <a:lnTo>
                    <a:pt x="289344" y="0"/>
                  </a:lnTo>
                  <a:lnTo>
                    <a:pt x="294803" y="0"/>
                  </a:lnTo>
                  <a:lnTo>
                    <a:pt x="300263" y="0"/>
                  </a:lnTo>
                  <a:lnTo>
                    <a:pt x="305722" y="0"/>
                  </a:lnTo>
                  <a:lnTo>
                    <a:pt x="311181" y="0"/>
                  </a:lnTo>
                  <a:lnTo>
                    <a:pt x="316641" y="0"/>
                  </a:lnTo>
                  <a:lnTo>
                    <a:pt x="322100" y="0"/>
                  </a:lnTo>
                  <a:lnTo>
                    <a:pt x="327559" y="0"/>
                  </a:lnTo>
                  <a:lnTo>
                    <a:pt x="333019" y="0"/>
                  </a:lnTo>
                  <a:lnTo>
                    <a:pt x="338478" y="0"/>
                  </a:lnTo>
                  <a:lnTo>
                    <a:pt x="343937" y="0"/>
                  </a:lnTo>
                  <a:lnTo>
                    <a:pt x="349397" y="0"/>
                  </a:lnTo>
                  <a:lnTo>
                    <a:pt x="354856" y="0"/>
                  </a:lnTo>
                  <a:lnTo>
                    <a:pt x="360315" y="0"/>
                  </a:lnTo>
                  <a:lnTo>
                    <a:pt x="365775" y="0"/>
                  </a:lnTo>
                  <a:lnTo>
                    <a:pt x="371234" y="0"/>
                  </a:lnTo>
                  <a:lnTo>
                    <a:pt x="376693" y="0"/>
                  </a:lnTo>
                  <a:lnTo>
                    <a:pt x="382153" y="0"/>
                  </a:lnTo>
                  <a:lnTo>
                    <a:pt x="387612" y="0"/>
                  </a:lnTo>
                  <a:lnTo>
                    <a:pt x="393071" y="0"/>
                  </a:lnTo>
                  <a:lnTo>
                    <a:pt x="398531" y="0"/>
                  </a:lnTo>
                  <a:lnTo>
                    <a:pt x="403990" y="0"/>
                  </a:lnTo>
                  <a:lnTo>
                    <a:pt x="409449" y="0"/>
                  </a:lnTo>
                  <a:lnTo>
                    <a:pt x="414909" y="0"/>
                  </a:lnTo>
                  <a:lnTo>
                    <a:pt x="420368" y="0"/>
                  </a:lnTo>
                  <a:lnTo>
                    <a:pt x="425827" y="0"/>
                  </a:lnTo>
                  <a:lnTo>
                    <a:pt x="431287" y="0"/>
                  </a:lnTo>
                  <a:lnTo>
                    <a:pt x="436746" y="0"/>
                  </a:lnTo>
                  <a:lnTo>
                    <a:pt x="442205" y="0"/>
                  </a:lnTo>
                  <a:lnTo>
                    <a:pt x="447665" y="0"/>
                  </a:lnTo>
                  <a:lnTo>
                    <a:pt x="453124" y="0"/>
                  </a:lnTo>
                  <a:lnTo>
                    <a:pt x="458583" y="0"/>
                  </a:lnTo>
                  <a:lnTo>
                    <a:pt x="464043" y="0"/>
                  </a:lnTo>
                  <a:lnTo>
                    <a:pt x="469502" y="0"/>
                  </a:lnTo>
                  <a:lnTo>
                    <a:pt x="474961" y="0"/>
                  </a:lnTo>
                  <a:lnTo>
                    <a:pt x="480421" y="0"/>
                  </a:lnTo>
                  <a:lnTo>
                    <a:pt x="485880" y="0"/>
                  </a:lnTo>
                  <a:lnTo>
                    <a:pt x="491339" y="0"/>
                  </a:lnTo>
                  <a:lnTo>
                    <a:pt x="496799" y="0"/>
                  </a:lnTo>
                  <a:lnTo>
                    <a:pt x="502258" y="0"/>
                  </a:lnTo>
                  <a:lnTo>
                    <a:pt x="507717" y="0"/>
                  </a:lnTo>
                  <a:lnTo>
                    <a:pt x="513177" y="0"/>
                  </a:lnTo>
                  <a:lnTo>
                    <a:pt x="518636" y="0"/>
                  </a:lnTo>
                  <a:lnTo>
                    <a:pt x="524095" y="0"/>
                  </a:lnTo>
                  <a:lnTo>
                    <a:pt x="529555" y="0"/>
                  </a:lnTo>
                  <a:lnTo>
                    <a:pt x="535014" y="0"/>
                  </a:lnTo>
                  <a:lnTo>
                    <a:pt x="540473" y="0"/>
                  </a:lnTo>
                  <a:lnTo>
                    <a:pt x="545933" y="0"/>
                  </a:lnTo>
                  <a:lnTo>
                    <a:pt x="551392" y="0"/>
                  </a:lnTo>
                  <a:lnTo>
                    <a:pt x="556851" y="0"/>
                  </a:lnTo>
                  <a:lnTo>
                    <a:pt x="562311" y="0"/>
                  </a:lnTo>
                  <a:lnTo>
                    <a:pt x="567770" y="0"/>
                  </a:lnTo>
                  <a:lnTo>
                    <a:pt x="573229" y="0"/>
                  </a:lnTo>
                  <a:lnTo>
                    <a:pt x="578689" y="0"/>
                  </a:lnTo>
                  <a:lnTo>
                    <a:pt x="584148" y="0"/>
                  </a:lnTo>
                  <a:lnTo>
                    <a:pt x="589607" y="0"/>
                  </a:lnTo>
                  <a:lnTo>
                    <a:pt x="595067" y="0"/>
                  </a:lnTo>
                  <a:lnTo>
                    <a:pt x="600526" y="0"/>
                  </a:lnTo>
                  <a:lnTo>
                    <a:pt x="605985" y="0"/>
                  </a:lnTo>
                  <a:lnTo>
                    <a:pt x="611445" y="0"/>
                  </a:lnTo>
                  <a:lnTo>
                    <a:pt x="616904" y="0"/>
                  </a:lnTo>
                  <a:lnTo>
                    <a:pt x="622363" y="0"/>
                  </a:lnTo>
                  <a:lnTo>
                    <a:pt x="627823" y="0"/>
                  </a:lnTo>
                  <a:lnTo>
                    <a:pt x="633282" y="0"/>
                  </a:lnTo>
                  <a:lnTo>
                    <a:pt x="638741" y="0"/>
                  </a:lnTo>
                  <a:lnTo>
                    <a:pt x="644201" y="0"/>
                  </a:lnTo>
                  <a:lnTo>
                    <a:pt x="649660" y="0"/>
                  </a:lnTo>
                  <a:lnTo>
                    <a:pt x="655119" y="0"/>
                  </a:lnTo>
                  <a:lnTo>
                    <a:pt x="660579" y="0"/>
                  </a:lnTo>
                  <a:lnTo>
                    <a:pt x="666038" y="0"/>
                  </a:lnTo>
                  <a:lnTo>
                    <a:pt x="671497" y="0"/>
                  </a:lnTo>
                  <a:lnTo>
                    <a:pt x="676957" y="0"/>
                  </a:lnTo>
                  <a:lnTo>
                    <a:pt x="682416" y="0"/>
                  </a:lnTo>
                  <a:lnTo>
                    <a:pt x="687875" y="0"/>
                  </a:lnTo>
                  <a:lnTo>
                    <a:pt x="693335" y="0"/>
                  </a:lnTo>
                  <a:lnTo>
                    <a:pt x="698794" y="0"/>
                  </a:lnTo>
                  <a:lnTo>
                    <a:pt x="704253" y="0"/>
                  </a:lnTo>
                  <a:lnTo>
                    <a:pt x="709713" y="0"/>
                  </a:lnTo>
                  <a:lnTo>
                    <a:pt x="715172" y="0"/>
                  </a:lnTo>
                  <a:lnTo>
                    <a:pt x="720631" y="0"/>
                  </a:lnTo>
                  <a:lnTo>
                    <a:pt x="726091" y="0"/>
                  </a:lnTo>
                  <a:lnTo>
                    <a:pt x="731550" y="0"/>
                  </a:lnTo>
                  <a:lnTo>
                    <a:pt x="737009" y="0"/>
                  </a:lnTo>
                  <a:lnTo>
                    <a:pt x="742469" y="0"/>
                  </a:lnTo>
                  <a:lnTo>
                    <a:pt x="747928" y="0"/>
                  </a:lnTo>
                  <a:lnTo>
                    <a:pt x="753387" y="0"/>
                  </a:lnTo>
                  <a:lnTo>
                    <a:pt x="758847" y="0"/>
                  </a:lnTo>
                  <a:lnTo>
                    <a:pt x="764306" y="0"/>
                  </a:lnTo>
                  <a:lnTo>
                    <a:pt x="769765" y="0"/>
                  </a:lnTo>
                  <a:lnTo>
                    <a:pt x="775225" y="0"/>
                  </a:lnTo>
                  <a:lnTo>
                    <a:pt x="780684" y="0"/>
                  </a:lnTo>
                  <a:lnTo>
                    <a:pt x="786143" y="0"/>
                  </a:lnTo>
                  <a:lnTo>
                    <a:pt x="791603" y="0"/>
                  </a:lnTo>
                  <a:lnTo>
                    <a:pt x="797062" y="0"/>
                  </a:lnTo>
                  <a:lnTo>
                    <a:pt x="802521" y="0"/>
                  </a:lnTo>
                  <a:lnTo>
                    <a:pt x="807981" y="0"/>
                  </a:lnTo>
                  <a:lnTo>
                    <a:pt x="813440" y="0"/>
                  </a:lnTo>
                  <a:lnTo>
                    <a:pt x="818899" y="0"/>
                  </a:lnTo>
                  <a:lnTo>
                    <a:pt x="824359" y="0"/>
                  </a:lnTo>
                  <a:lnTo>
                    <a:pt x="829818" y="0"/>
                  </a:lnTo>
                  <a:lnTo>
                    <a:pt x="835277" y="0"/>
                  </a:lnTo>
                  <a:lnTo>
                    <a:pt x="840737" y="0"/>
                  </a:lnTo>
                  <a:lnTo>
                    <a:pt x="846196" y="0"/>
                  </a:lnTo>
                  <a:lnTo>
                    <a:pt x="851655" y="0"/>
                  </a:lnTo>
                  <a:lnTo>
                    <a:pt x="857115" y="0"/>
                  </a:lnTo>
                  <a:lnTo>
                    <a:pt x="862574" y="0"/>
                  </a:lnTo>
                  <a:lnTo>
                    <a:pt x="868033" y="0"/>
                  </a:lnTo>
                  <a:lnTo>
                    <a:pt x="873493" y="0"/>
                  </a:lnTo>
                  <a:lnTo>
                    <a:pt x="878952" y="0"/>
                  </a:lnTo>
                  <a:lnTo>
                    <a:pt x="884411" y="0"/>
                  </a:lnTo>
                  <a:lnTo>
                    <a:pt x="889871" y="0"/>
                  </a:lnTo>
                  <a:lnTo>
                    <a:pt x="895330" y="0"/>
                  </a:lnTo>
                  <a:lnTo>
                    <a:pt x="900789" y="0"/>
                  </a:lnTo>
                  <a:lnTo>
                    <a:pt x="906249" y="0"/>
                  </a:lnTo>
                  <a:lnTo>
                    <a:pt x="911708" y="0"/>
                  </a:lnTo>
                  <a:lnTo>
                    <a:pt x="917167" y="0"/>
                  </a:lnTo>
                  <a:lnTo>
                    <a:pt x="922627" y="0"/>
                  </a:lnTo>
                  <a:lnTo>
                    <a:pt x="928086" y="0"/>
                  </a:lnTo>
                  <a:lnTo>
                    <a:pt x="933545" y="0"/>
                  </a:lnTo>
                  <a:lnTo>
                    <a:pt x="939005" y="0"/>
                  </a:lnTo>
                  <a:lnTo>
                    <a:pt x="944464" y="0"/>
                  </a:lnTo>
                  <a:lnTo>
                    <a:pt x="949923" y="0"/>
                  </a:lnTo>
                  <a:lnTo>
                    <a:pt x="955383" y="0"/>
                  </a:lnTo>
                  <a:lnTo>
                    <a:pt x="960842" y="0"/>
                  </a:lnTo>
                  <a:lnTo>
                    <a:pt x="966301" y="0"/>
                  </a:lnTo>
                  <a:lnTo>
                    <a:pt x="971761" y="0"/>
                  </a:lnTo>
                  <a:lnTo>
                    <a:pt x="977220" y="0"/>
                  </a:lnTo>
                  <a:lnTo>
                    <a:pt x="982679" y="0"/>
                  </a:lnTo>
                  <a:lnTo>
                    <a:pt x="988139" y="0"/>
                  </a:lnTo>
                  <a:lnTo>
                    <a:pt x="993598" y="0"/>
                  </a:lnTo>
                  <a:lnTo>
                    <a:pt x="999057" y="0"/>
                  </a:lnTo>
                  <a:lnTo>
                    <a:pt x="1004517" y="0"/>
                  </a:lnTo>
                  <a:lnTo>
                    <a:pt x="1009976" y="0"/>
                  </a:lnTo>
                  <a:lnTo>
                    <a:pt x="1015435" y="0"/>
                  </a:lnTo>
                  <a:lnTo>
                    <a:pt x="1020895" y="0"/>
                  </a:lnTo>
                  <a:lnTo>
                    <a:pt x="1026354" y="0"/>
                  </a:lnTo>
                  <a:lnTo>
                    <a:pt x="1031813" y="0"/>
                  </a:lnTo>
                  <a:lnTo>
                    <a:pt x="1037273" y="0"/>
                  </a:lnTo>
                  <a:lnTo>
                    <a:pt x="1042732" y="0"/>
                  </a:lnTo>
                  <a:lnTo>
                    <a:pt x="1048191" y="0"/>
                  </a:lnTo>
                  <a:lnTo>
                    <a:pt x="1053651" y="0"/>
                  </a:lnTo>
                  <a:lnTo>
                    <a:pt x="1059110" y="0"/>
                  </a:lnTo>
                  <a:lnTo>
                    <a:pt x="1064569" y="0"/>
                  </a:lnTo>
                  <a:lnTo>
                    <a:pt x="1070029" y="0"/>
                  </a:lnTo>
                  <a:lnTo>
                    <a:pt x="1075488" y="0"/>
                  </a:lnTo>
                  <a:lnTo>
                    <a:pt x="1080947" y="0"/>
                  </a:lnTo>
                  <a:lnTo>
                    <a:pt x="1086407" y="0"/>
                  </a:lnTo>
                  <a:lnTo>
                    <a:pt x="1091866" y="0"/>
                  </a:lnTo>
                  <a:lnTo>
                    <a:pt x="1097325" y="0"/>
                  </a:lnTo>
                  <a:lnTo>
                    <a:pt x="1102785" y="0"/>
                  </a:lnTo>
                  <a:lnTo>
                    <a:pt x="1108244" y="0"/>
                  </a:lnTo>
                  <a:lnTo>
                    <a:pt x="1113703" y="0"/>
                  </a:lnTo>
                  <a:lnTo>
                    <a:pt x="1119163" y="0"/>
                  </a:lnTo>
                  <a:lnTo>
                    <a:pt x="1124622" y="0"/>
                  </a:lnTo>
                  <a:lnTo>
                    <a:pt x="1130081" y="0"/>
                  </a:lnTo>
                  <a:lnTo>
                    <a:pt x="1135541" y="0"/>
                  </a:lnTo>
                  <a:lnTo>
                    <a:pt x="1141000" y="0"/>
                  </a:lnTo>
                  <a:lnTo>
                    <a:pt x="1146459" y="0"/>
                  </a:lnTo>
                  <a:lnTo>
                    <a:pt x="1151919" y="0"/>
                  </a:lnTo>
                  <a:lnTo>
                    <a:pt x="1157378" y="0"/>
                  </a:lnTo>
                  <a:lnTo>
                    <a:pt x="1162837" y="0"/>
                  </a:lnTo>
                  <a:lnTo>
                    <a:pt x="1168297" y="0"/>
                  </a:lnTo>
                  <a:lnTo>
                    <a:pt x="1173756" y="0"/>
                  </a:lnTo>
                  <a:lnTo>
                    <a:pt x="1179215" y="0"/>
                  </a:lnTo>
                  <a:lnTo>
                    <a:pt x="1184675" y="0"/>
                  </a:lnTo>
                  <a:lnTo>
                    <a:pt x="1190134" y="0"/>
                  </a:lnTo>
                  <a:lnTo>
                    <a:pt x="1195593" y="0"/>
                  </a:lnTo>
                  <a:lnTo>
                    <a:pt x="1201053" y="0"/>
                  </a:lnTo>
                  <a:lnTo>
                    <a:pt x="1206512" y="0"/>
                  </a:lnTo>
                  <a:lnTo>
                    <a:pt x="1211971" y="0"/>
                  </a:lnTo>
                  <a:lnTo>
                    <a:pt x="1217431" y="0"/>
                  </a:lnTo>
                  <a:lnTo>
                    <a:pt x="1222890" y="0"/>
                  </a:lnTo>
                  <a:lnTo>
                    <a:pt x="1228349" y="0"/>
                  </a:lnTo>
                  <a:lnTo>
                    <a:pt x="1233809" y="0"/>
                  </a:lnTo>
                  <a:lnTo>
                    <a:pt x="1239268" y="0"/>
                  </a:lnTo>
                  <a:lnTo>
                    <a:pt x="1244727" y="0"/>
                  </a:lnTo>
                  <a:lnTo>
                    <a:pt x="1250187" y="0"/>
                  </a:lnTo>
                  <a:lnTo>
                    <a:pt x="1255646" y="0"/>
                  </a:lnTo>
                  <a:lnTo>
                    <a:pt x="1261105" y="0"/>
                  </a:lnTo>
                  <a:lnTo>
                    <a:pt x="1266565" y="0"/>
                  </a:lnTo>
                  <a:lnTo>
                    <a:pt x="1272024" y="0"/>
                  </a:lnTo>
                  <a:lnTo>
                    <a:pt x="1277483" y="0"/>
                  </a:lnTo>
                  <a:lnTo>
                    <a:pt x="1282943" y="0"/>
                  </a:lnTo>
                  <a:lnTo>
                    <a:pt x="1288402" y="0"/>
                  </a:lnTo>
                  <a:lnTo>
                    <a:pt x="1293861" y="0"/>
                  </a:lnTo>
                  <a:lnTo>
                    <a:pt x="1299321" y="0"/>
                  </a:lnTo>
                  <a:lnTo>
                    <a:pt x="1304780" y="0"/>
                  </a:lnTo>
                  <a:lnTo>
                    <a:pt x="1310239" y="0"/>
                  </a:lnTo>
                  <a:lnTo>
                    <a:pt x="1315699" y="0"/>
                  </a:lnTo>
                  <a:lnTo>
                    <a:pt x="1321158" y="0"/>
                  </a:lnTo>
                  <a:lnTo>
                    <a:pt x="1326617" y="0"/>
                  </a:lnTo>
                  <a:lnTo>
                    <a:pt x="1332077" y="0"/>
                  </a:lnTo>
                  <a:lnTo>
                    <a:pt x="1337536" y="0"/>
                  </a:lnTo>
                  <a:lnTo>
                    <a:pt x="1342995" y="0"/>
                  </a:lnTo>
                  <a:lnTo>
                    <a:pt x="1348455" y="0"/>
                  </a:lnTo>
                  <a:lnTo>
                    <a:pt x="1353914" y="0"/>
                  </a:lnTo>
                  <a:lnTo>
                    <a:pt x="1359373" y="0"/>
                  </a:lnTo>
                  <a:lnTo>
                    <a:pt x="1364833" y="0"/>
                  </a:lnTo>
                  <a:lnTo>
                    <a:pt x="1370292" y="0"/>
                  </a:lnTo>
                  <a:lnTo>
                    <a:pt x="1375751" y="0"/>
                  </a:lnTo>
                  <a:lnTo>
                    <a:pt x="1381211" y="0"/>
                  </a:lnTo>
                  <a:lnTo>
                    <a:pt x="1386670" y="0"/>
                  </a:lnTo>
                  <a:lnTo>
                    <a:pt x="1392129" y="0"/>
                  </a:lnTo>
                  <a:lnTo>
                    <a:pt x="1397589" y="0"/>
                  </a:lnTo>
                  <a:lnTo>
                    <a:pt x="1403048" y="0"/>
                  </a:lnTo>
                  <a:lnTo>
                    <a:pt x="1408507" y="0"/>
                  </a:lnTo>
                  <a:lnTo>
                    <a:pt x="1413967" y="0"/>
                  </a:lnTo>
                  <a:lnTo>
                    <a:pt x="1419426" y="0"/>
                  </a:lnTo>
                  <a:lnTo>
                    <a:pt x="1424885" y="0"/>
                  </a:lnTo>
                  <a:lnTo>
                    <a:pt x="1430345" y="0"/>
                  </a:lnTo>
                  <a:lnTo>
                    <a:pt x="1435804" y="0"/>
                  </a:lnTo>
                  <a:lnTo>
                    <a:pt x="1441263" y="0"/>
                  </a:lnTo>
                  <a:lnTo>
                    <a:pt x="1446723" y="0"/>
                  </a:lnTo>
                  <a:lnTo>
                    <a:pt x="1452182" y="0"/>
                  </a:lnTo>
                  <a:lnTo>
                    <a:pt x="1457641" y="0"/>
                  </a:lnTo>
                  <a:lnTo>
                    <a:pt x="1463101" y="0"/>
                  </a:lnTo>
                  <a:lnTo>
                    <a:pt x="1468560" y="0"/>
                  </a:lnTo>
                  <a:lnTo>
                    <a:pt x="1474019" y="0"/>
                  </a:lnTo>
                  <a:lnTo>
                    <a:pt x="1479479" y="0"/>
                  </a:lnTo>
                  <a:lnTo>
                    <a:pt x="1484938" y="0"/>
                  </a:lnTo>
                  <a:lnTo>
                    <a:pt x="1490397" y="0"/>
                  </a:lnTo>
                  <a:lnTo>
                    <a:pt x="1495857" y="0"/>
                  </a:lnTo>
                  <a:lnTo>
                    <a:pt x="1501316" y="0"/>
                  </a:lnTo>
                  <a:lnTo>
                    <a:pt x="1506775" y="0"/>
                  </a:lnTo>
                  <a:lnTo>
                    <a:pt x="1512235" y="0"/>
                  </a:lnTo>
                  <a:lnTo>
                    <a:pt x="1517694" y="0"/>
                  </a:lnTo>
                  <a:lnTo>
                    <a:pt x="1523153" y="0"/>
                  </a:lnTo>
                  <a:lnTo>
                    <a:pt x="1528613" y="0"/>
                  </a:lnTo>
                  <a:lnTo>
                    <a:pt x="1534072" y="0"/>
                  </a:lnTo>
                  <a:lnTo>
                    <a:pt x="1539531" y="0"/>
                  </a:lnTo>
                  <a:lnTo>
                    <a:pt x="1544991" y="0"/>
                  </a:lnTo>
                  <a:lnTo>
                    <a:pt x="1550450" y="0"/>
                  </a:lnTo>
                  <a:lnTo>
                    <a:pt x="1555909" y="0"/>
                  </a:lnTo>
                  <a:lnTo>
                    <a:pt x="1561369" y="0"/>
                  </a:lnTo>
                  <a:lnTo>
                    <a:pt x="1566828" y="0"/>
                  </a:lnTo>
                  <a:lnTo>
                    <a:pt x="1572287" y="0"/>
                  </a:lnTo>
                  <a:lnTo>
                    <a:pt x="1577747" y="0"/>
                  </a:lnTo>
                  <a:lnTo>
                    <a:pt x="1583206" y="0"/>
                  </a:lnTo>
                  <a:lnTo>
                    <a:pt x="1588665" y="0"/>
                  </a:lnTo>
                  <a:lnTo>
                    <a:pt x="1594125" y="0"/>
                  </a:lnTo>
                  <a:lnTo>
                    <a:pt x="1599584" y="0"/>
                  </a:lnTo>
                  <a:lnTo>
                    <a:pt x="1605043" y="0"/>
                  </a:lnTo>
                  <a:lnTo>
                    <a:pt x="1610503" y="0"/>
                  </a:lnTo>
                  <a:lnTo>
                    <a:pt x="1615962" y="0"/>
                  </a:lnTo>
                  <a:lnTo>
                    <a:pt x="1621421" y="0"/>
                  </a:lnTo>
                  <a:lnTo>
                    <a:pt x="1626881" y="0"/>
                  </a:lnTo>
                  <a:lnTo>
                    <a:pt x="1632340" y="0"/>
                  </a:lnTo>
                  <a:lnTo>
                    <a:pt x="1637799" y="0"/>
                  </a:lnTo>
                  <a:lnTo>
                    <a:pt x="1643259" y="0"/>
                  </a:lnTo>
                  <a:lnTo>
                    <a:pt x="1648718" y="0"/>
                  </a:lnTo>
                  <a:lnTo>
                    <a:pt x="1654177" y="0"/>
                  </a:lnTo>
                  <a:lnTo>
                    <a:pt x="1659637" y="0"/>
                  </a:lnTo>
                  <a:lnTo>
                    <a:pt x="1665096" y="0"/>
                  </a:lnTo>
                  <a:lnTo>
                    <a:pt x="1670555" y="0"/>
                  </a:lnTo>
                  <a:lnTo>
                    <a:pt x="1676015" y="0"/>
                  </a:lnTo>
                  <a:lnTo>
                    <a:pt x="1681474" y="0"/>
                  </a:lnTo>
                  <a:lnTo>
                    <a:pt x="1686933" y="0"/>
                  </a:lnTo>
                  <a:lnTo>
                    <a:pt x="1692393" y="0"/>
                  </a:lnTo>
                  <a:lnTo>
                    <a:pt x="1697852" y="0"/>
                  </a:lnTo>
                  <a:lnTo>
                    <a:pt x="1703311" y="0"/>
                  </a:lnTo>
                  <a:lnTo>
                    <a:pt x="1708771" y="0"/>
                  </a:lnTo>
                  <a:lnTo>
                    <a:pt x="1714230" y="0"/>
                  </a:lnTo>
                  <a:lnTo>
                    <a:pt x="1719689" y="0"/>
                  </a:lnTo>
                  <a:lnTo>
                    <a:pt x="1725149" y="0"/>
                  </a:lnTo>
                  <a:lnTo>
                    <a:pt x="1730608" y="0"/>
                  </a:lnTo>
                  <a:lnTo>
                    <a:pt x="1736067" y="0"/>
                  </a:lnTo>
                  <a:lnTo>
                    <a:pt x="1741527" y="0"/>
                  </a:lnTo>
                  <a:lnTo>
                    <a:pt x="1746986" y="0"/>
                  </a:lnTo>
                  <a:lnTo>
                    <a:pt x="1752445" y="0"/>
                  </a:lnTo>
                  <a:lnTo>
                    <a:pt x="1757905" y="0"/>
                  </a:lnTo>
                  <a:lnTo>
                    <a:pt x="1763364" y="0"/>
                  </a:lnTo>
                  <a:lnTo>
                    <a:pt x="1768823" y="0"/>
                  </a:lnTo>
                  <a:lnTo>
                    <a:pt x="1774283" y="0"/>
                  </a:lnTo>
                  <a:lnTo>
                    <a:pt x="1779742" y="0"/>
                  </a:lnTo>
                  <a:lnTo>
                    <a:pt x="1785201" y="0"/>
                  </a:lnTo>
                  <a:lnTo>
                    <a:pt x="1790661" y="0"/>
                  </a:lnTo>
                  <a:lnTo>
                    <a:pt x="1796120" y="0"/>
                  </a:lnTo>
                  <a:lnTo>
                    <a:pt x="1801579" y="0"/>
                  </a:lnTo>
                  <a:lnTo>
                    <a:pt x="1807039" y="0"/>
                  </a:lnTo>
                  <a:lnTo>
                    <a:pt x="1812498" y="0"/>
                  </a:lnTo>
                  <a:lnTo>
                    <a:pt x="1817957" y="0"/>
                  </a:lnTo>
                  <a:lnTo>
                    <a:pt x="1823417" y="0"/>
                  </a:lnTo>
                  <a:lnTo>
                    <a:pt x="1828876" y="0"/>
                  </a:lnTo>
                  <a:lnTo>
                    <a:pt x="1834335" y="0"/>
                  </a:lnTo>
                  <a:lnTo>
                    <a:pt x="1839795" y="0"/>
                  </a:lnTo>
                  <a:lnTo>
                    <a:pt x="1845254" y="0"/>
                  </a:lnTo>
                  <a:lnTo>
                    <a:pt x="1850713" y="0"/>
                  </a:lnTo>
                  <a:lnTo>
                    <a:pt x="1856173" y="0"/>
                  </a:lnTo>
                  <a:lnTo>
                    <a:pt x="1861632" y="0"/>
                  </a:lnTo>
                  <a:lnTo>
                    <a:pt x="1867091" y="0"/>
                  </a:lnTo>
                  <a:lnTo>
                    <a:pt x="1872551" y="0"/>
                  </a:lnTo>
                  <a:lnTo>
                    <a:pt x="1878010" y="0"/>
                  </a:lnTo>
                  <a:lnTo>
                    <a:pt x="1883469" y="0"/>
                  </a:lnTo>
                  <a:lnTo>
                    <a:pt x="1888929" y="0"/>
                  </a:lnTo>
                  <a:lnTo>
                    <a:pt x="1894388" y="0"/>
                  </a:lnTo>
                  <a:lnTo>
                    <a:pt x="1899847" y="0"/>
                  </a:lnTo>
                  <a:lnTo>
                    <a:pt x="1905307" y="0"/>
                  </a:lnTo>
                  <a:lnTo>
                    <a:pt x="1910766" y="0"/>
                  </a:lnTo>
                  <a:lnTo>
                    <a:pt x="1916225" y="0"/>
                  </a:lnTo>
                  <a:lnTo>
                    <a:pt x="1921685" y="0"/>
                  </a:lnTo>
                  <a:lnTo>
                    <a:pt x="1927144" y="0"/>
                  </a:lnTo>
                  <a:lnTo>
                    <a:pt x="1932603" y="0"/>
                  </a:lnTo>
                  <a:lnTo>
                    <a:pt x="1938063" y="0"/>
                  </a:lnTo>
                  <a:lnTo>
                    <a:pt x="1943522" y="0"/>
                  </a:lnTo>
                  <a:lnTo>
                    <a:pt x="1948981" y="0"/>
                  </a:lnTo>
                  <a:lnTo>
                    <a:pt x="1954441" y="0"/>
                  </a:lnTo>
                  <a:lnTo>
                    <a:pt x="1959900" y="0"/>
                  </a:lnTo>
                  <a:lnTo>
                    <a:pt x="1965359" y="0"/>
                  </a:lnTo>
                  <a:lnTo>
                    <a:pt x="1970819" y="0"/>
                  </a:lnTo>
                  <a:lnTo>
                    <a:pt x="1976278" y="0"/>
                  </a:lnTo>
                  <a:lnTo>
                    <a:pt x="1981737" y="0"/>
                  </a:lnTo>
                  <a:lnTo>
                    <a:pt x="1987197" y="0"/>
                  </a:lnTo>
                  <a:lnTo>
                    <a:pt x="1992656" y="0"/>
                  </a:lnTo>
                  <a:lnTo>
                    <a:pt x="1998115" y="0"/>
                  </a:lnTo>
                  <a:lnTo>
                    <a:pt x="2003575" y="0"/>
                  </a:lnTo>
                  <a:lnTo>
                    <a:pt x="2009034" y="0"/>
                  </a:lnTo>
                  <a:lnTo>
                    <a:pt x="2014493" y="0"/>
                  </a:lnTo>
                  <a:lnTo>
                    <a:pt x="2019953" y="0"/>
                  </a:lnTo>
                  <a:lnTo>
                    <a:pt x="2025412" y="0"/>
                  </a:lnTo>
                  <a:lnTo>
                    <a:pt x="2030871" y="0"/>
                  </a:lnTo>
                  <a:lnTo>
                    <a:pt x="2036331" y="0"/>
                  </a:lnTo>
                  <a:lnTo>
                    <a:pt x="2041790" y="0"/>
                  </a:lnTo>
                  <a:lnTo>
                    <a:pt x="2047249" y="0"/>
                  </a:lnTo>
                  <a:lnTo>
                    <a:pt x="2052709" y="0"/>
                  </a:lnTo>
                  <a:lnTo>
                    <a:pt x="2058168" y="0"/>
                  </a:lnTo>
                  <a:lnTo>
                    <a:pt x="2063627" y="0"/>
                  </a:lnTo>
                  <a:lnTo>
                    <a:pt x="2069087" y="0"/>
                  </a:lnTo>
                  <a:lnTo>
                    <a:pt x="2074546" y="0"/>
                  </a:lnTo>
                  <a:lnTo>
                    <a:pt x="2080005" y="0"/>
                  </a:lnTo>
                  <a:lnTo>
                    <a:pt x="2085465" y="0"/>
                  </a:lnTo>
                  <a:lnTo>
                    <a:pt x="2090924" y="0"/>
                  </a:lnTo>
                  <a:lnTo>
                    <a:pt x="2096383" y="0"/>
                  </a:lnTo>
                  <a:lnTo>
                    <a:pt x="2101843" y="0"/>
                  </a:lnTo>
                  <a:lnTo>
                    <a:pt x="2107302" y="0"/>
                  </a:lnTo>
                  <a:lnTo>
                    <a:pt x="2112761" y="0"/>
                  </a:lnTo>
                  <a:lnTo>
                    <a:pt x="2118221" y="0"/>
                  </a:lnTo>
                  <a:lnTo>
                    <a:pt x="2123680" y="0"/>
                  </a:lnTo>
                  <a:lnTo>
                    <a:pt x="2129139" y="0"/>
                  </a:lnTo>
                  <a:lnTo>
                    <a:pt x="2134599" y="0"/>
                  </a:lnTo>
                  <a:lnTo>
                    <a:pt x="2140058" y="0"/>
                  </a:lnTo>
                  <a:lnTo>
                    <a:pt x="2145517" y="0"/>
                  </a:lnTo>
                  <a:lnTo>
                    <a:pt x="2150977" y="0"/>
                  </a:lnTo>
                  <a:lnTo>
                    <a:pt x="2156436" y="0"/>
                  </a:lnTo>
                  <a:lnTo>
                    <a:pt x="2161895" y="0"/>
                  </a:lnTo>
                  <a:lnTo>
                    <a:pt x="2167355" y="0"/>
                  </a:lnTo>
                  <a:lnTo>
                    <a:pt x="2172814" y="0"/>
                  </a:lnTo>
                  <a:lnTo>
                    <a:pt x="2178273" y="0"/>
                  </a:lnTo>
                  <a:lnTo>
                    <a:pt x="2183733" y="0"/>
                  </a:lnTo>
                  <a:lnTo>
                    <a:pt x="2189192" y="0"/>
                  </a:lnTo>
                  <a:lnTo>
                    <a:pt x="2194651" y="0"/>
                  </a:lnTo>
                  <a:lnTo>
                    <a:pt x="2200111" y="0"/>
                  </a:lnTo>
                  <a:lnTo>
                    <a:pt x="2205570" y="0"/>
                  </a:lnTo>
                  <a:lnTo>
                    <a:pt x="2211029" y="0"/>
                  </a:lnTo>
                  <a:lnTo>
                    <a:pt x="2216489" y="0"/>
                  </a:lnTo>
                  <a:lnTo>
                    <a:pt x="2221948" y="0"/>
                  </a:lnTo>
                  <a:lnTo>
                    <a:pt x="2227407" y="0"/>
                  </a:lnTo>
                  <a:lnTo>
                    <a:pt x="2232867" y="0"/>
                  </a:lnTo>
                  <a:lnTo>
                    <a:pt x="2238326" y="0"/>
                  </a:lnTo>
                  <a:lnTo>
                    <a:pt x="2243785" y="0"/>
                  </a:lnTo>
                  <a:lnTo>
                    <a:pt x="2249245" y="0"/>
                  </a:lnTo>
                  <a:lnTo>
                    <a:pt x="2254704" y="0"/>
                  </a:lnTo>
                  <a:lnTo>
                    <a:pt x="2260163" y="0"/>
                  </a:lnTo>
                  <a:lnTo>
                    <a:pt x="2265623" y="0"/>
                  </a:lnTo>
                  <a:lnTo>
                    <a:pt x="2271082" y="0"/>
                  </a:lnTo>
                  <a:lnTo>
                    <a:pt x="2276541" y="0"/>
                  </a:lnTo>
                  <a:lnTo>
                    <a:pt x="2282001" y="0"/>
                  </a:lnTo>
                  <a:lnTo>
                    <a:pt x="2287460" y="0"/>
                  </a:lnTo>
                  <a:lnTo>
                    <a:pt x="2292919" y="0"/>
                  </a:lnTo>
                  <a:lnTo>
                    <a:pt x="2298379" y="0"/>
                  </a:lnTo>
                  <a:lnTo>
                    <a:pt x="2303838" y="0"/>
                  </a:lnTo>
                  <a:lnTo>
                    <a:pt x="2309297" y="0"/>
                  </a:lnTo>
                  <a:lnTo>
                    <a:pt x="2314757" y="0"/>
                  </a:lnTo>
                  <a:lnTo>
                    <a:pt x="2320216" y="0"/>
                  </a:lnTo>
                  <a:lnTo>
                    <a:pt x="2325675" y="0"/>
                  </a:lnTo>
                  <a:lnTo>
                    <a:pt x="2331135" y="0"/>
                  </a:lnTo>
                  <a:lnTo>
                    <a:pt x="2336594" y="0"/>
                  </a:lnTo>
                  <a:lnTo>
                    <a:pt x="2342053" y="0"/>
                  </a:lnTo>
                  <a:lnTo>
                    <a:pt x="2347513" y="0"/>
                  </a:lnTo>
                  <a:lnTo>
                    <a:pt x="2352972" y="0"/>
                  </a:lnTo>
                  <a:lnTo>
                    <a:pt x="2358431" y="0"/>
                  </a:lnTo>
                  <a:lnTo>
                    <a:pt x="2363891" y="0"/>
                  </a:lnTo>
                  <a:lnTo>
                    <a:pt x="2369350" y="0"/>
                  </a:lnTo>
                  <a:lnTo>
                    <a:pt x="2374809" y="0"/>
                  </a:lnTo>
                  <a:lnTo>
                    <a:pt x="2380269" y="0"/>
                  </a:lnTo>
                  <a:lnTo>
                    <a:pt x="2385728" y="0"/>
                  </a:lnTo>
                  <a:lnTo>
                    <a:pt x="2391187" y="0"/>
                  </a:lnTo>
                  <a:lnTo>
                    <a:pt x="2396647" y="0"/>
                  </a:lnTo>
                  <a:lnTo>
                    <a:pt x="2402106" y="0"/>
                  </a:lnTo>
                  <a:lnTo>
                    <a:pt x="2407565" y="0"/>
                  </a:lnTo>
                  <a:lnTo>
                    <a:pt x="2413025" y="0"/>
                  </a:lnTo>
                  <a:lnTo>
                    <a:pt x="2418484" y="0"/>
                  </a:lnTo>
                  <a:lnTo>
                    <a:pt x="2423943" y="0"/>
                  </a:lnTo>
                  <a:lnTo>
                    <a:pt x="2429403" y="0"/>
                  </a:lnTo>
                  <a:lnTo>
                    <a:pt x="2434862" y="0"/>
                  </a:lnTo>
                  <a:lnTo>
                    <a:pt x="2440321" y="0"/>
                  </a:lnTo>
                  <a:lnTo>
                    <a:pt x="2445781" y="0"/>
                  </a:lnTo>
                  <a:lnTo>
                    <a:pt x="2451240" y="0"/>
                  </a:lnTo>
                  <a:lnTo>
                    <a:pt x="2456699" y="0"/>
                  </a:lnTo>
                  <a:lnTo>
                    <a:pt x="2462159" y="0"/>
                  </a:lnTo>
                  <a:lnTo>
                    <a:pt x="2467618" y="0"/>
                  </a:lnTo>
                  <a:lnTo>
                    <a:pt x="2473077" y="0"/>
                  </a:lnTo>
                  <a:lnTo>
                    <a:pt x="2478537" y="0"/>
                  </a:lnTo>
                  <a:lnTo>
                    <a:pt x="2483996" y="0"/>
                  </a:lnTo>
                  <a:lnTo>
                    <a:pt x="2489455" y="0"/>
                  </a:lnTo>
                  <a:lnTo>
                    <a:pt x="2494915" y="0"/>
                  </a:lnTo>
                  <a:lnTo>
                    <a:pt x="2500374" y="0"/>
                  </a:lnTo>
                  <a:lnTo>
                    <a:pt x="2505833" y="0"/>
                  </a:lnTo>
                  <a:lnTo>
                    <a:pt x="2511293" y="0"/>
                  </a:lnTo>
                  <a:lnTo>
                    <a:pt x="2516752" y="0"/>
                  </a:lnTo>
                  <a:lnTo>
                    <a:pt x="2522211" y="0"/>
                  </a:lnTo>
                  <a:lnTo>
                    <a:pt x="2527671" y="0"/>
                  </a:lnTo>
                  <a:lnTo>
                    <a:pt x="2533130" y="0"/>
                  </a:lnTo>
                  <a:lnTo>
                    <a:pt x="2538589" y="0"/>
                  </a:lnTo>
                  <a:lnTo>
                    <a:pt x="2544049" y="0"/>
                  </a:lnTo>
                  <a:lnTo>
                    <a:pt x="2549508" y="0"/>
                  </a:lnTo>
                  <a:lnTo>
                    <a:pt x="2554967" y="0"/>
                  </a:lnTo>
                  <a:lnTo>
                    <a:pt x="2560427" y="0"/>
                  </a:lnTo>
                  <a:lnTo>
                    <a:pt x="2565886" y="0"/>
                  </a:lnTo>
                  <a:lnTo>
                    <a:pt x="2571345" y="0"/>
                  </a:lnTo>
                  <a:lnTo>
                    <a:pt x="2576805" y="0"/>
                  </a:lnTo>
                  <a:lnTo>
                    <a:pt x="2582264" y="0"/>
                  </a:lnTo>
                  <a:lnTo>
                    <a:pt x="2587723" y="0"/>
                  </a:lnTo>
                  <a:lnTo>
                    <a:pt x="2593183" y="0"/>
                  </a:lnTo>
                  <a:lnTo>
                    <a:pt x="2598642" y="0"/>
                  </a:lnTo>
                  <a:lnTo>
                    <a:pt x="2604101" y="0"/>
                  </a:lnTo>
                  <a:lnTo>
                    <a:pt x="2609561" y="0"/>
                  </a:lnTo>
                  <a:lnTo>
                    <a:pt x="2615020" y="0"/>
                  </a:lnTo>
                  <a:lnTo>
                    <a:pt x="2620479" y="0"/>
                  </a:lnTo>
                  <a:lnTo>
                    <a:pt x="2625939" y="0"/>
                  </a:lnTo>
                  <a:lnTo>
                    <a:pt x="2631398" y="0"/>
                  </a:lnTo>
                  <a:lnTo>
                    <a:pt x="2636857" y="0"/>
                  </a:lnTo>
                  <a:lnTo>
                    <a:pt x="2642317" y="0"/>
                  </a:lnTo>
                  <a:lnTo>
                    <a:pt x="2647776" y="0"/>
                  </a:lnTo>
                  <a:lnTo>
                    <a:pt x="2653235" y="0"/>
                  </a:lnTo>
                  <a:lnTo>
                    <a:pt x="2658695" y="0"/>
                  </a:lnTo>
                  <a:lnTo>
                    <a:pt x="2664154" y="0"/>
                  </a:lnTo>
                  <a:lnTo>
                    <a:pt x="2669613" y="0"/>
                  </a:lnTo>
                  <a:lnTo>
                    <a:pt x="2675073" y="0"/>
                  </a:lnTo>
                  <a:lnTo>
                    <a:pt x="2680532" y="0"/>
                  </a:lnTo>
                  <a:lnTo>
                    <a:pt x="2685991" y="0"/>
                  </a:lnTo>
                  <a:lnTo>
                    <a:pt x="2691451" y="0"/>
                  </a:lnTo>
                  <a:lnTo>
                    <a:pt x="2696910" y="0"/>
                  </a:lnTo>
                  <a:lnTo>
                    <a:pt x="2702369" y="0"/>
                  </a:lnTo>
                  <a:lnTo>
                    <a:pt x="2707829" y="0"/>
                  </a:lnTo>
                  <a:lnTo>
                    <a:pt x="2713288" y="0"/>
                  </a:lnTo>
                  <a:lnTo>
                    <a:pt x="2718747" y="0"/>
                  </a:lnTo>
                  <a:lnTo>
                    <a:pt x="2724207" y="0"/>
                  </a:lnTo>
                  <a:lnTo>
                    <a:pt x="2729666" y="0"/>
                  </a:lnTo>
                  <a:lnTo>
                    <a:pt x="2729666" y="112653"/>
                  </a:lnTo>
                  <a:lnTo>
                    <a:pt x="2724207" y="112653"/>
                  </a:lnTo>
                  <a:lnTo>
                    <a:pt x="2718747" y="112653"/>
                  </a:lnTo>
                  <a:lnTo>
                    <a:pt x="2713288" y="112653"/>
                  </a:lnTo>
                  <a:lnTo>
                    <a:pt x="2707829" y="112653"/>
                  </a:lnTo>
                  <a:lnTo>
                    <a:pt x="2702369" y="112653"/>
                  </a:lnTo>
                  <a:lnTo>
                    <a:pt x="2696910" y="112653"/>
                  </a:lnTo>
                  <a:lnTo>
                    <a:pt x="2691451" y="112653"/>
                  </a:lnTo>
                  <a:lnTo>
                    <a:pt x="2685991" y="112653"/>
                  </a:lnTo>
                  <a:lnTo>
                    <a:pt x="2680532" y="112653"/>
                  </a:lnTo>
                  <a:lnTo>
                    <a:pt x="2675073" y="112653"/>
                  </a:lnTo>
                  <a:lnTo>
                    <a:pt x="2669613" y="112653"/>
                  </a:lnTo>
                  <a:lnTo>
                    <a:pt x="2664154" y="112653"/>
                  </a:lnTo>
                  <a:lnTo>
                    <a:pt x="2658695" y="112653"/>
                  </a:lnTo>
                  <a:lnTo>
                    <a:pt x="2653235" y="112653"/>
                  </a:lnTo>
                  <a:lnTo>
                    <a:pt x="2647776" y="112653"/>
                  </a:lnTo>
                  <a:lnTo>
                    <a:pt x="2642317" y="112653"/>
                  </a:lnTo>
                  <a:lnTo>
                    <a:pt x="2636857" y="112653"/>
                  </a:lnTo>
                  <a:lnTo>
                    <a:pt x="2631398" y="112653"/>
                  </a:lnTo>
                  <a:lnTo>
                    <a:pt x="2625939" y="112653"/>
                  </a:lnTo>
                  <a:lnTo>
                    <a:pt x="2620479" y="112653"/>
                  </a:lnTo>
                  <a:lnTo>
                    <a:pt x="2615020" y="112653"/>
                  </a:lnTo>
                  <a:lnTo>
                    <a:pt x="2609561" y="112653"/>
                  </a:lnTo>
                  <a:lnTo>
                    <a:pt x="2604101" y="112653"/>
                  </a:lnTo>
                  <a:lnTo>
                    <a:pt x="2598642" y="112653"/>
                  </a:lnTo>
                  <a:lnTo>
                    <a:pt x="2593183" y="112653"/>
                  </a:lnTo>
                  <a:lnTo>
                    <a:pt x="2587723" y="112653"/>
                  </a:lnTo>
                  <a:lnTo>
                    <a:pt x="2582264" y="112653"/>
                  </a:lnTo>
                  <a:lnTo>
                    <a:pt x="2576805" y="112653"/>
                  </a:lnTo>
                  <a:lnTo>
                    <a:pt x="2571345" y="112653"/>
                  </a:lnTo>
                  <a:lnTo>
                    <a:pt x="2565886" y="112653"/>
                  </a:lnTo>
                  <a:lnTo>
                    <a:pt x="2560427" y="112653"/>
                  </a:lnTo>
                  <a:lnTo>
                    <a:pt x="2554967" y="112653"/>
                  </a:lnTo>
                  <a:lnTo>
                    <a:pt x="2549508" y="112653"/>
                  </a:lnTo>
                  <a:lnTo>
                    <a:pt x="2544049" y="112653"/>
                  </a:lnTo>
                  <a:lnTo>
                    <a:pt x="2538589" y="112653"/>
                  </a:lnTo>
                  <a:lnTo>
                    <a:pt x="2533130" y="112653"/>
                  </a:lnTo>
                  <a:lnTo>
                    <a:pt x="2527671" y="112653"/>
                  </a:lnTo>
                  <a:lnTo>
                    <a:pt x="2522211" y="112653"/>
                  </a:lnTo>
                  <a:lnTo>
                    <a:pt x="2516752" y="112653"/>
                  </a:lnTo>
                  <a:lnTo>
                    <a:pt x="2511293" y="112653"/>
                  </a:lnTo>
                  <a:lnTo>
                    <a:pt x="2505833" y="112653"/>
                  </a:lnTo>
                  <a:lnTo>
                    <a:pt x="2500374" y="112653"/>
                  </a:lnTo>
                  <a:lnTo>
                    <a:pt x="2494915" y="112653"/>
                  </a:lnTo>
                  <a:lnTo>
                    <a:pt x="2489455" y="112653"/>
                  </a:lnTo>
                  <a:lnTo>
                    <a:pt x="2483996" y="112653"/>
                  </a:lnTo>
                  <a:lnTo>
                    <a:pt x="2478537" y="112653"/>
                  </a:lnTo>
                  <a:lnTo>
                    <a:pt x="2473077" y="112653"/>
                  </a:lnTo>
                  <a:lnTo>
                    <a:pt x="2467618" y="112653"/>
                  </a:lnTo>
                  <a:lnTo>
                    <a:pt x="2462159" y="112653"/>
                  </a:lnTo>
                  <a:lnTo>
                    <a:pt x="2456699" y="112653"/>
                  </a:lnTo>
                  <a:lnTo>
                    <a:pt x="2451240" y="112653"/>
                  </a:lnTo>
                  <a:lnTo>
                    <a:pt x="2445781" y="112653"/>
                  </a:lnTo>
                  <a:lnTo>
                    <a:pt x="2440321" y="112653"/>
                  </a:lnTo>
                  <a:lnTo>
                    <a:pt x="2434862" y="112653"/>
                  </a:lnTo>
                  <a:lnTo>
                    <a:pt x="2429403" y="112653"/>
                  </a:lnTo>
                  <a:lnTo>
                    <a:pt x="2423943" y="112653"/>
                  </a:lnTo>
                  <a:lnTo>
                    <a:pt x="2418484" y="112653"/>
                  </a:lnTo>
                  <a:lnTo>
                    <a:pt x="2413025" y="112653"/>
                  </a:lnTo>
                  <a:lnTo>
                    <a:pt x="2407565" y="112653"/>
                  </a:lnTo>
                  <a:lnTo>
                    <a:pt x="2402106" y="112653"/>
                  </a:lnTo>
                  <a:lnTo>
                    <a:pt x="2396647" y="112653"/>
                  </a:lnTo>
                  <a:lnTo>
                    <a:pt x="2391187" y="112653"/>
                  </a:lnTo>
                  <a:lnTo>
                    <a:pt x="2385728" y="112653"/>
                  </a:lnTo>
                  <a:lnTo>
                    <a:pt x="2380269" y="112653"/>
                  </a:lnTo>
                  <a:lnTo>
                    <a:pt x="2374809" y="112653"/>
                  </a:lnTo>
                  <a:lnTo>
                    <a:pt x="2369350" y="112653"/>
                  </a:lnTo>
                  <a:lnTo>
                    <a:pt x="2363891" y="112653"/>
                  </a:lnTo>
                  <a:lnTo>
                    <a:pt x="2358431" y="112653"/>
                  </a:lnTo>
                  <a:lnTo>
                    <a:pt x="2352972" y="112653"/>
                  </a:lnTo>
                  <a:lnTo>
                    <a:pt x="2347513" y="112653"/>
                  </a:lnTo>
                  <a:lnTo>
                    <a:pt x="2342053" y="112653"/>
                  </a:lnTo>
                  <a:lnTo>
                    <a:pt x="2336594" y="112653"/>
                  </a:lnTo>
                  <a:lnTo>
                    <a:pt x="2331135" y="112653"/>
                  </a:lnTo>
                  <a:lnTo>
                    <a:pt x="2325675" y="112653"/>
                  </a:lnTo>
                  <a:lnTo>
                    <a:pt x="2320216" y="112653"/>
                  </a:lnTo>
                  <a:lnTo>
                    <a:pt x="2314757" y="112653"/>
                  </a:lnTo>
                  <a:lnTo>
                    <a:pt x="2309297" y="112653"/>
                  </a:lnTo>
                  <a:lnTo>
                    <a:pt x="2303838" y="112653"/>
                  </a:lnTo>
                  <a:lnTo>
                    <a:pt x="2298379" y="112653"/>
                  </a:lnTo>
                  <a:lnTo>
                    <a:pt x="2292919" y="112653"/>
                  </a:lnTo>
                  <a:lnTo>
                    <a:pt x="2287460" y="112653"/>
                  </a:lnTo>
                  <a:lnTo>
                    <a:pt x="2282001" y="112653"/>
                  </a:lnTo>
                  <a:lnTo>
                    <a:pt x="2276541" y="112653"/>
                  </a:lnTo>
                  <a:lnTo>
                    <a:pt x="2271082" y="112653"/>
                  </a:lnTo>
                  <a:lnTo>
                    <a:pt x="2265623" y="112653"/>
                  </a:lnTo>
                  <a:lnTo>
                    <a:pt x="2260163" y="112653"/>
                  </a:lnTo>
                  <a:lnTo>
                    <a:pt x="2254704" y="112653"/>
                  </a:lnTo>
                  <a:lnTo>
                    <a:pt x="2249245" y="112653"/>
                  </a:lnTo>
                  <a:lnTo>
                    <a:pt x="2243785" y="112653"/>
                  </a:lnTo>
                  <a:lnTo>
                    <a:pt x="2238326" y="112653"/>
                  </a:lnTo>
                  <a:lnTo>
                    <a:pt x="2232867" y="112653"/>
                  </a:lnTo>
                  <a:lnTo>
                    <a:pt x="2227407" y="112653"/>
                  </a:lnTo>
                  <a:lnTo>
                    <a:pt x="2221948" y="112653"/>
                  </a:lnTo>
                  <a:lnTo>
                    <a:pt x="2216489" y="112653"/>
                  </a:lnTo>
                  <a:lnTo>
                    <a:pt x="2211029" y="112653"/>
                  </a:lnTo>
                  <a:lnTo>
                    <a:pt x="2205570" y="112653"/>
                  </a:lnTo>
                  <a:lnTo>
                    <a:pt x="2200111" y="112653"/>
                  </a:lnTo>
                  <a:lnTo>
                    <a:pt x="2194651" y="112653"/>
                  </a:lnTo>
                  <a:lnTo>
                    <a:pt x="2189192" y="112653"/>
                  </a:lnTo>
                  <a:lnTo>
                    <a:pt x="2183733" y="112653"/>
                  </a:lnTo>
                  <a:lnTo>
                    <a:pt x="2178273" y="112653"/>
                  </a:lnTo>
                  <a:lnTo>
                    <a:pt x="2172814" y="112653"/>
                  </a:lnTo>
                  <a:lnTo>
                    <a:pt x="2167355" y="112653"/>
                  </a:lnTo>
                  <a:lnTo>
                    <a:pt x="2161895" y="112653"/>
                  </a:lnTo>
                  <a:lnTo>
                    <a:pt x="2156436" y="112653"/>
                  </a:lnTo>
                  <a:lnTo>
                    <a:pt x="2150977" y="112653"/>
                  </a:lnTo>
                  <a:lnTo>
                    <a:pt x="2145517" y="112653"/>
                  </a:lnTo>
                  <a:lnTo>
                    <a:pt x="2140058" y="112653"/>
                  </a:lnTo>
                  <a:lnTo>
                    <a:pt x="2134599" y="112653"/>
                  </a:lnTo>
                  <a:lnTo>
                    <a:pt x="2129139" y="112653"/>
                  </a:lnTo>
                  <a:lnTo>
                    <a:pt x="2123680" y="112653"/>
                  </a:lnTo>
                  <a:lnTo>
                    <a:pt x="2118221" y="112653"/>
                  </a:lnTo>
                  <a:lnTo>
                    <a:pt x="2112761" y="112653"/>
                  </a:lnTo>
                  <a:lnTo>
                    <a:pt x="2107302" y="112653"/>
                  </a:lnTo>
                  <a:lnTo>
                    <a:pt x="2101843" y="112653"/>
                  </a:lnTo>
                  <a:lnTo>
                    <a:pt x="2096383" y="112653"/>
                  </a:lnTo>
                  <a:lnTo>
                    <a:pt x="2090924" y="112653"/>
                  </a:lnTo>
                  <a:lnTo>
                    <a:pt x="2085465" y="112653"/>
                  </a:lnTo>
                  <a:lnTo>
                    <a:pt x="2080005" y="112653"/>
                  </a:lnTo>
                  <a:lnTo>
                    <a:pt x="2074546" y="112653"/>
                  </a:lnTo>
                  <a:lnTo>
                    <a:pt x="2069087" y="112653"/>
                  </a:lnTo>
                  <a:lnTo>
                    <a:pt x="2063627" y="112653"/>
                  </a:lnTo>
                  <a:lnTo>
                    <a:pt x="2058168" y="112653"/>
                  </a:lnTo>
                  <a:lnTo>
                    <a:pt x="2052709" y="112653"/>
                  </a:lnTo>
                  <a:lnTo>
                    <a:pt x="2047249" y="112653"/>
                  </a:lnTo>
                  <a:lnTo>
                    <a:pt x="2041790" y="112653"/>
                  </a:lnTo>
                  <a:lnTo>
                    <a:pt x="2036331" y="112653"/>
                  </a:lnTo>
                  <a:lnTo>
                    <a:pt x="2030871" y="112653"/>
                  </a:lnTo>
                  <a:lnTo>
                    <a:pt x="2025412" y="112653"/>
                  </a:lnTo>
                  <a:lnTo>
                    <a:pt x="2019953" y="112653"/>
                  </a:lnTo>
                  <a:lnTo>
                    <a:pt x="2014493" y="112653"/>
                  </a:lnTo>
                  <a:lnTo>
                    <a:pt x="2009034" y="112653"/>
                  </a:lnTo>
                  <a:lnTo>
                    <a:pt x="2003575" y="112653"/>
                  </a:lnTo>
                  <a:lnTo>
                    <a:pt x="1998115" y="112653"/>
                  </a:lnTo>
                  <a:lnTo>
                    <a:pt x="1992656" y="112653"/>
                  </a:lnTo>
                  <a:lnTo>
                    <a:pt x="1987197" y="112653"/>
                  </a:lnTo>
                  <a:lnTo>
                    <a:pt x="1981737" y="112653"/>
                  </a:lnTo>
                  <a:lnTo>
                    <a:pt x="1976278" y="112653"/>
                  </a:lnTo>
                  <a:lnTo>
                    <a:pt x="1970819" y="112653"/>
                  </a:lnTo>
                  <a:lnTo>
                    <a:pt x="1965359" y="112653"/>
                  </a:lnTo>
                  <a:lnTo>
                    <a:pt x="1959900" y="112653"/>
                  </a:lnTo>
                  <a:lnTo>
                    <a:pt x="1954441" y="112653"/>
                  </a:lnTo>
                  <a:lnTo>
                    <a:pt x="1948981" y="112653"/>
                  </a:lnTo>
                  <a:lnTo>
                    <a:pt x="1943522" y="112653"/>
                  </a:lnTo>
                  <a:lnTo>
                    <a:pt x="1938063" y="112653"/>
                  </a:lnTo>
                  <a:lnTo>
                    <a:pt x="1932603" y="112653"/>
                  </a:lnTo>
                  <a:lnTo>
                    <a:pt x="1927144" y="112653"/>
                  </a:lnTo>
                  <a:lnTo>
                    <a:pt x="1921685" y="112653"/>
                  </a:lnTo>
                  <a:lnTo>
                    <a:pt x="1916225" y="112653"/>
                  </a:lnTo>
                  <a:lnTo>
                    <a:pt x="1910766" y="112653"/>
                  </a:lnTo>
                  <a:lnTo>
                    <a:pt x="1905307" y="112653"/>
                  </a:lnTo>
                  <a:lnTo>
                    <a:pt x="1899847" y="112653"/>
                  </a:lnTo>
                  <a:lnTo>
                    <a:pt x="1894388" y="112653"/>
                  </a:lnTo>
                  <a:lnTo>
                    <a:pt x="1888929" y="112653"/>
                  </a:lnTo>
                  <a:lnTo>
                    <a:pt x="1883469" y="112653"/>
                  </a:lnTo>
                  <a:lnTo>
                    <a:pt x="1878010" y="112653"/>
                  </a:lnTo>
                  <a:lnTo>
                    <a:pt x="1872551" y="112653"/>
                  </a:lnTo>
                  <a:lnTo>
                    <a:pt x="1867091" y="112653"/>
                  </a:lnTo>
                  <a:lnTo>
                    <a:pt x="1861632" y="112653"/>
                  </a:lnTo>
                  <a:lnTo>
                    <a:pt x="1856173" y="112653"/>
                  </a:lnTo>
                  <a:lnTo>
                    <a:pt x="1850713" y="112653"/>
                  </a:lnTo>
                  <a:lnTo>
                    <a:pt x="1845254" y="112653"/>
                  </a:lnTo>
                  <a:lnTo>
                    <a:pt x="1839795" y="112653"/>
                  </a:lnTo>
                  <a:lnTo>
                    <a:pt x="1834335" y="112653"/>
                  </a:lnTo>
                  <a:lnTo>
                    <a:pt x="1828876" y="112653"/>
                  </a:lnTo>
                  <a:lnTo>
                    <a:pt x="1823417" y="112653"/>
                  </a:lnTo>
                  <a:lnTo>
                    <a:pt x="1817957" y="112653"/>
                  </a:lnTo>
                  <a:lnTo>
                    <a:pt x="1812498" y="112653"/>
                  </a:lnTo>
                  <a:lnTo>
                    <a:pt x="1807039" y="112653"/>
                  </a:lnTo>
                  <a:lnTo>
                    <a:pt x="1801579" y="112653"/>
                  </a:lnTo>
                  <a:lnTo>
                    <a:pt x="1796120" y="112653"/>
                  </a:lnTo>
                  <a:lnTo>
                    <a:pt x="1790661" y="112653"/>
                  </a:lnTo>
                  <a:lnTo>
                    <a:pt x="1785201" y="112653"/>
                  </a:lnTo>
                  <a:lnTo>
                    <a:pt x="1779742" y="112653"/>
                  </a:lnTo>
                  <a:lnTo>
                    <a:pt x="1774283" y="112653"/>
                  </a:lnTo>
                  <a:lnTo>
                    <a:pt x="1768823" y="112653"/>
                  </a:lnTo>
                  <a:lnTo>
                    <a:pt x="1763364" y="112653"/>
                  </a:lnTo>
                  <a:lnTo>
                    <a:pt x="1757905" y="112653"/>
                  </a:lnTo>
                  <a:lnTo>
                    <a:pt x="1752445" y="112653"/>
                  </a:lnTo>
                  <a:lnTo>
                    <a:pt x="1746986" y="112653"/>
                  </a:lnTo>
                  <a:lnTo>
                    <a:pt x="1741527" y="112653"/>
                  </a:lnTo>
                  <a:lnTo>
                    <a:pt x="1736067" y="112653"/>
                  </a:lnTo>
                  <a:lnTo>
                    <a:pt x="1730608" y="112653"/>
                  </a:lnTo>
                  <a:lnTo>
                    <a:pt x="1725149" y="112653"/>
                  </a:lnTo>
                  <a:lnTo>
                    <a:pt x="1719689" y="112653"/>
                  </a:lnTo>
                  <a:lnTo>
                    <a:pt x="1714230" y="112653"/>
                  </a:lnTo>
                  <a:lnTo>
                    <a:pt x="1708771" y="112653"/>
                  </a:lnTo>
                  <a:lnTo>
                    <a:pt x="1703311" y="112653"/>
                  </a:lnTo>
                  <a:lnTo>
                    <a:pt x="1697852" y="112653"/>
                  </a:lnTo>
                  <a:lnTo>
                    <a:pt x="1692393" y="112653"/>
                  </a:lnTo>
                  <a:lnTo>
                    <a:pt x="1686933" y="112653"/>
                  </a:lnTo>
                  <a:lnTo>
                    <a:pt x="1681474" y="112653"/>
                  </a:lnTo>
                  <a:lnTo>
                    <a:pt x="1676015" y="112653"/>
                  </a:lnTo>
                  <a:lnTo>
                    <a:pt x="1670555" y="112653"/>
                  </a:lnTo>
                  <a:lnTo>
                    <a:pt x="1665096" y="112653"/>
                  </a:lnTo>
                  <a:lnTo>
                    <a:pt x="1659637" y="112653"/>
                  </a:lnTo>
                  <a:lnTo>
                    <a:pt x="1654177" y="112653"/>
                  </a:lnTo>
                  <a:lnTo>
                    <a:pt x="1648718" y="112653"/>
                  </a:lnTo>
                  <a:lnTo>
                    <a:pt x="1643259" y="112653"/>
                  </a:lnTo>
                  <a:lnTo>
                    <a:pt x="1637799" y="112653"/>
                  </a:lnTo>
                  <a:lnTo>
                    <a:pt x="1632340" y="112653"/>
                  </a:lnTo>
                  <a:lnTo>
                    <a:pt x="1626881" y="112653"/>
                  </a:lnTo>
                  <a:lnTo>
                    <a:pt x="1621421" y="112653"/>
                  </a:lnTo>
                  <a:lnTo>
                    <a:pt x="1615962" y="112653"/>
                  </a:lnTo>
                  <a:lnTo>
                    <a:pt x="1610503" y="112653"/>
                  </a:lnTo>
                  <a:lnTo>
                    <a:pt x="1605043" y="112653"/>
                  </a:lnTo>
                  <a:lnTo>
                    <a:pt x="1599584" y="112653"/>
                  </a:lnTo>
                  <a:lnTo>
                    <a:pt x="1594125" y="112653"/>
                  </a:lnTo>
                  <a:lnTo>
                    <a:pt x="1588665" y="112653"/>
                  </a:lnTo>
                  <a:lnTo>
                    <a:pt x="1583206" y="112653"/>
                  </a:lnTo>
                  <a:lnTo>
                    <a:pt x="1577747" y="112653"/>
                  </a:lnTo>
                  <a:lnTo>
                    <a:pt x="1572287" y="112653"/>
                  </a:lnTo>
                  <a:lnTo>
                    <a:pt x="1566828" y="112653"/>
                  </a:lnTo>
                  <a:lnTo>
                    <a:pt x="1561369" y="112653"/>
                  </a:lnTo>
                  <a:lnTo>
                    <a:pt x="1555909" y="112653"/>
                  </a:lnTo>
                  <a:lnTo>
                    <a:pt x="1550450" y="112653"/>
                  </a:lnTo>
                  <a:lnTo>
                    <a:pt x="1544991" y="112653"/>
                  </a:lnTo>
                  <a:lnTo>
                    <a:pt x="1539531" y="112653"/>
                  </a:lnTo>
                  <a:lnTo>
                    <a:pt x="1534072" y="112653"/>
                  </a:lnTo>
                  <a:lnTo>
                    <a:pt x="1528613" y="112653"/>
                  </a:lnTo>
                  <a:lnTo>
                    <a:pt x="1523153" y="112653"/>
                  </a:lnTo>
                  <a:lnTo>
                    <a:pt x="1517694" y="112653"/>
                  </a:lnTo>
                  <a:lnTo>
                    <a:pt x="1512235" y="112653"/>
                  </a:lnTo>
                  <a:lnTo>
                    <a:pt x="1506775" y="112653"/>
                  </a:lnTo>
                  <a:lnTo>
                    <a:pt x="1501316" y="112653"/>
                  </a:lnTo>
                  <a:lnTo>
                    <a:pt x="1495857" y="112653"/>
                  </a:lnTo>
                  <a:lnTo>
                    <a:pt x="1490397" y="112653"/>
                  </a:lnTo>
                  <a:lnTo>
                    <a:pt x="1484938" y="112653"/>
                  </a:lnTo>
                  <a:lnTo>
                    <a:pt x="1479479" y="112653"/>
                  </a:lnTo>
                  <a:lnTo>
                    <a:pt x="1474019" y="112653"/>
                  </a:lnTo>
                  <a:lnTo>
                    <a:pt x="1468560" y="112653"/>
                  </a:lnTo>
                  <a:lnTo>
                    <a:pt x="1463101" y="112653"/>
                  </a:lnTo>
                  <a:lnTo>
                    <a:pt x="1457641" y="112653"/>
                  </a:lnTo>
                  <a:lnTo>
                    <a:pt x="1452182" y="112653"/>
                  </a:lnTo>
                  <a:lnTo>
                    <a:pt x="1446723" y="112653"/>
                  </a:lnTo>
                  <a:lnTo>
                    <a:pt x="1441263" y="112653"/>
                  </a:lnTo>
                  <a:lnTo>
                    <a:pt x="1435804" y="112653"/>
                  </a:lnTo>
                  <a:lnTo>
                    <a:pt x="1430345" y="112653"/>
                  </a:lnTo>
                  <a:lnTo>
                    <a:pt x="1424885" y="112653"/>
                  </a:lnTo>
                  <a:lnTo>
                    <a:pt x="1419426" y="112653"/>
                  </a:lnTo>
                  <a:lnTo>
                    <a:pt x="1413967" y="112653"/>
                  </a:lnTo>
                  <a:lnTo>
                    <a:pt x="1408507" y="112653"/>
                  </a:lnTo>
                  <a:lnTo>
                    <a:pt x="1403048" y="112653"/>
                  </a:lnTo>
                  <a:lnTo>
                    <a:pt x="1397589" y="112653"/>
                  </a:lnTo>
                  <a:lnTo>
                    <a:pt x="1392129" y="112653"/>
                  </a:lnTo>
                  <a:lnTo>
                    <a:pt x="1386670" y="112653"/>
                  </a:lnTo>
                  <a:lnTo>
                    <a:pt x="1381211" y="112653"/>
                  </a:lnTo>
                  <a:lnTo>
                    <a:pt x="1375751" y="112653"/>
                  </a:lnTo>
                  <a:lnTo>
                    <a:pt x="1370292" y="112653"/>
                  </a:lnTo>
                  <a:lnTo>
                    <a:pt x="1364833" y="112653"/>
                  </a:lnTo>
                  <a:lnTo>
                    <a:pt x="1359373" y="112653"/>
                  </a:lnTo>
                  <a:lnTo>
                    <a:pt x="1353914" y="112653"/>
                  </a:lnTo>
                  <a:lnTo>
                    <a:pt x="1348455" y="112653"/>
                  </a:lnTo>
                  <a:lnTo>
                    <a:pt x="1342995" y="112653"/>
                  </a:lnTo>
                  <a:lnTo>
                    <a:pt x="1337536" y="112653"/>
                  </a:lnTo>
                  <a:lnTo>
                    <a:pt x="1332077" y="112653"/>
                  </a:lnTo>
                  <a:lnTo>
                    <a:pt x="1326617" y="112653"/>
                  </a:lnTo>
                  <a:lnTo>
                    <a:pt x="1321158" y="112653"/>
                  </a:lnTo>
                  <a:lnTo>
                    <a:pt x="1315699" y="112653"/>
                  </a:lnTo>
                  <a:lnTo>
                    <a:pt x="1310239" y="112653"/>
                  </a:lnTo>
                  <a:lnTo>
                    <a:pt x="1304780" y="112653"/>
                  </a:lnTo>
                  <a:lnTo>
                    <a:pt x="1299321" y="112653"/>
                  </a:lnTo>
                  <a:lnTo>
                    <a:pt x="1293861" y="112653"/>
                  </a:lnTo>
                  <a:lnTo>
                    <a:pt x="1288402" y="112653"/>
                  </a:lnTo>
                  <a:lnTo>
                    <a:pt x="1282943" y="112653"/>
                  </a:lnTo>
                  <a:lnTo>
                    <a:pt x="1277483" y="112653"/>
                  </a:lnTo>
                  <a:lnTo>
                    <a:pt x="1272024" y="112653"/>
                  </a:lnTo>
                  <a:lnTo>
                    <a:pt x="1266565" y="112653"/>
                  </a:lnTo>
                  <a:lnTo>
                    <a:pt x="1261105" y="112653"/>
                  </a:lnTo>
                  <a:lnTo>
                    <a:pt x="1255646" y="112653"/>
                  </a:lnTo>
                  <a:lnTo>
                    <a:pt x="1250187" y="112653"/>
                  </a:lnTo>
                  <a:lnTo>
                    <a:pt x="1244727" y="112653"/>
                  </a:lnTo>
                  <a:lnTo>
                    <a:pt x="1239268" y="112653"/>
                  </a:lnTo>
                  <a:lnTo>
                    <a:pt x="1233809" y="112653"/>
                  </a:lnTo>
                  <a:lnTo>
                    <a:pt x="1228349" y="112653"/>
                  </a:lnTo>
                  <a:lnTo>
                    <a:pt x="1222890" y="112653"/>
                  </a:lnTo>
                  <a:lnTo>
                    <a:pt x="1217431" y="112653"/>
                  </a:lnTo>
                  <a:lnTo>
                    <a:pt x="1211971" y="112653"/>
                  </a:lnTo>
                  <a:lnTo>
                    <a:pt x="1206512" y="112653"/>
                  </a:lnTo>
                  <a:lnTo>
                    <a:pt x="1201053" y="112653"/>
                  </a:lnTo>
                  <a:lnTo>
                    <a:pt x="1195593" y="112653"/>
                  </a:lnTo>
                  <a:lnTo>
                    <a:pt x="1190134" y="112653"/>
                  </a:lnTo>
                  <a:lnTo>
                    <a:pt x="1184675" y="112653"/>
                  </a:lnTo>
                  <a:lnTo>
                    <a:pt x="1179215" y="112653"/>
                  </a:lnTo>
                  <a:lnTo>
                    <a:pt x="1173756" y="112653"/>
                  </a:lnTo>
                  <a:lnTo>
                    <a:pt x="1168297" y="112653"/>
                  </a:lnTo>
                  <a:lnTo>
                    <a:pt x="1162837" y="112653"/>
                  </a:lnTo>
                  <a:lnTo>
                    <a:pt x="1157378" y="112653"/>
                  </a:lnTo>
                  <a:lnTo>
                    <a:pt x="1151919" y="112653"/>
                  </a:lnTo>
                  <a:lnTo>
                    <a:pt x="1146459" y="112653"/>
                  </a:lnTo>
                  <a:lnTo>
                    <a:pt x="1141000" y="112653"/>
                  </a:lnTo>
                  <a:lnTo>
                    <a:pt x="1135541" y="112653"/>
                  </a:lnTo>
                  <a:lnTo>
                    <a:pt x="1130081" y="112653"/>
                  </a:lnTo>
                  <a:lnTo>
                    <a:pt x="1124622" y="112653"/>
                  </a:lnTo>
                  <a:lnTo>
                    <a:pt x="1119163" y="112653"/>
                  </a:lnTo>
                  <a:lnTo>
                    <a:pt x="1113703" y="112653"/>
                  </a:lnTo>
                  <a:lnTo>
                    <a:pt x="1108244" y="112653"/>
                  </a:lnTo>
                  <a:lnTo>
                    <a:pt x="1102785" y="112653"/>
                  </a:lnTo>
                  <a:lnTo>
                    <a:pt x="1097325" y="112653"/>
                  </a:lnTo>
                  <a:lnTo>
                    <a:pt x="1091866" y="112653"/>
                  </a:lnTo>
                  <a:lnTo>
                    <a:pt x="1086407" y="112653"/>
                  </a:lnTo>
                  <a:lnTo>
                    <a:pt x="1080947" y="112653"/>
                  </a:lnTo>
                  <a:lnTo>
                    <a:pt x="1075488" y="112653"/>
                  </a:lnTo>
                  <a:lnTo>
                    <a:pt x="1070029" y="112653"/>
                  </a:lnTo>
                  <a:lnTo>
                    <a:pt x="1064569" y="112653"/>
                  </a:lnTo>
                  <a:lnTo>
                    <a:pt x="1059110" y="112653"/>
                  </a:lnTo>
                  <a:lnTo>
                    <a:pt x="1053651" y="112653"/>
                  </a:lnTo>
                  <a:lnTo>
                    <a:pt x="1048191" y="112653"/>
                  </a:lnTo>
                  <a:lnTo>
                    <a:pt x="1042732" y="112653"/>
                  </a:lnTo>
                  <a:lnTo>
                    <a:pt x="1037273" y="112653"/>
                  </a:lnTo>
                  <a:lnTo>
                    <a:pt x="1031813" y="112653"/>
                  </a:lnTo>
                  <a:lnTo>
                    <a:pt x="1026354" y="112653"/>
                  </a:lnTo>
                  <a:lnTo>
                    <a:pt x="1020895" y="112653"/>
                  </a:lnTo>
                  <a:lnTo>
                    <a:pt x="1015435" y="112653"/>
                  </a:lnTo>
                  <a:lnTo>
                    <a:pt x="1009976" y="112653"/>
                  </a:lnTo>
                  <a:lnTo>
                    <a:pt x="1004517" y="112653"/>
                  </a:lnTo>
                  <a:lnTo>
                    <a:pt x="999057" y="112653"/>
                  </a:lnTo>
                  <a:lnTo>
                    <a:pt x="993598" y="112653"/>
                  </a:lnTo>
                  <a:lnTo>
                    <a:pt x="988139" y="112653"/>
                  </a:lnTo>
                  <a:lnTo>
                    <a:pt x="982679" y="112653"/>
                  </a:lnTo>
                  <a:lnTo>
                    <a:pt x="977220" y="112653"/>
                  </a:lnTo>
                  <a:lnTo>
                    <a:pt x="971761" y="112653"/>
                  </a:lnTo>
                  <a:lnTo>
                    <a:pt x="966301" y="112653"/>
                  </a:lnTo>
                  <a:lnTo>
                    <a:pt x="960842" y="112653"/>
                  </a:lnTo>
                  <a:lnTo>
                    <a:pt x="955383" y="112653"/>
                  </a:lnTo>
                  <a:lnTo>
                    <a:pt x="949923" y="112653"/>
                  </a:lnTo>
                  <a:lnTo>
                    <a:pt x="944464" y="112653"/>
                  </a:lnTo>
                  <a:lnTo>
                    <a:pt x="939005" y="112653"/>
                  </a:lnTo>
                  <a:lnTo>
                    <a:pt x="933545" y="112653"/>
                  </a:lnTo>
                  <a:lnTo>
                    <a:pt x="928086" y="112653"/>
                  </a:lnTo>
                  <a:lnTo>
                    <a:pt x="922627" y="112653"/>
                  </a:lnTo>
                  <a:lnTo>
                    <a:pt x="917167" y="112653"/>
                  </a:lnTo>
                  <a:lnTo>
                    <a:pt x="911708" y="112653"/>
                  </a:lnTo>
                  <a:lnTo>
                    <a:pt x="906249" y="112653"/>
                  </a:lnTo>
                  <a:lnTo>
                    <a:pt x="900789" y="112653"/>
                  </a:lnTo>
                  <a:lnTo>
                    <a:pt x="895330" y="112653"/>
                  </a:lnTo>
                  <a:lnTo>
                    <a:pt x="889871" y="112653"/>
                  </a:lnTo>
                  <a:lnTo>
                    <a:pt x="884411" y="112653"/>
                  </a:lnTo>
                  <a:lnTo>
                    <a:pt x="878952" y="112653"/>
                  </a:lnTo>
                  <a:lnTo>
                    <a:pt x="873493" y="112653"/>
                  </a:lnTo>
                  <a:lnTo>
                    <a:pt x="868033" y="112653"/>
                  </a:lnTo>
                  <a:lnTo>
                    <a:pt x="862574" y="112653"/>
                  </a:lnTo>
                  <a:lnTo>
                    <a:pt x="857115" y="112653"/>
                  </a:lnTo>
                  <a:lnTo>
                    <a:pt x="851655" y="112653"/>
                  </a:lnTo>
                  <a:lnTo>
                    <a:pt x="846196" y="112653"/>
                  </a:lnTo>
                  <a:lnTo>
                    <a:pt x="840737" y="112653"/>
                  </a:lnTo>
                  <a:lnTo>
                    <a:pt x="835277" y="112653"/>
                  </a:lnTo>
                  <a:lnTo>
                    <a:pt x="829818" y="112653"/>
                  </a:lnTo>
                  <a:lnTo>
                    <a:pt x="824359" y="112653"/>
                  </a:lnTo>
                  <a:lnTo>
                    <a:pt x="818899" y="112653"/>
                  </a:lnTo>
                  <a:lnTo>
                    <a:pt x="813440" y="112653"/>
                  </a:lnTo>
                  <a:lnTo>
                    <a:pt x="807981" y="112653"/>
                  </a:lnTo>
                  <a:lnTo>
                    <a:pt x="802521" y="112653"/>
                  </a:lnTo>
                  <a:lnTo>
                    <a:pt x="797062" y="112653"/>
                  </a:lnTo>
                  <a:lnTo>
                    <a:pt x="791603" y="112653"/>
                  </a:lnTo>
                  <a:lnTo>
                    <a:pt x="786143" y="112653"/>
                  </a:lnTo>
                  <a:lnTo>
                    <a:pt x="780684" y="112653"/>
                  </a:lnTo>
                  <a:lnTo>
                    <a:pt x="775225" y="112653"/>
                  </a:lnTo>
                  <a:lnTo>
                    <a:pt x="769765" y="112653"/>
                  </a:lnTo>
                  <a:lnTo>
                    <a:pt x="764306" y="112653"/>
                  </a:lnTo>
                  <a:lnTo>
                    <a:pt x="758847" y="112653"/>
                  </a:lnTo>
                  <a:lnTo>
                    <a:pt x="753387" y="112653"/>
                  </a:lnTo>
                  <a:lnTo>
                    <a:pt x="747928" y="112653"/>
                  </a:lnTo>
                  <a:lnTo>
                    <a:pt x="742469" y="112653"/>
                  </a:lnTo>
                  <a:lnTo>
                    <a:pt x="737009" y="112653"/>
                  </a:lnTo>
                  <a:lnTo>
                    <a:pt x="731550" y="112653"/>
                  </a:lnTo>
                  <a:lnTo>
                    <a:pt x="726091" y="112653"/>
                  </a:lnTo>
                  <a:lnTo>
                    <a:pt x="720631" y="112653"/>
                  </a:lnTo>
                  <a:lnTo>
                    <a:pt x="715172" y="112653"/>
                  </a:lnTo>
                  <a:lnTo>
                    <a:pt x="709713" y="112653"/>
                  </a:lnTo>
                  <a:lnTo>
                    <a:pt x="704253" y="112653"/>
                  </a:lnTo>
                  <a:lnTo>
                    <a:pt x="698794" y="112653"/>
                  </a:lnTo>
                  <a:lnTo>
                    <a:pt x="693335" y="112653"/>
                  </a:lnTo>
                  <a:lnTo>
                    <a:pt x="687875" y="112653"/>
                  </a:lnTo>
                  <a:lnTo>
                    <a:pt x="682416" y="112653"/>
                  </a:lnTo>
                  <a:lnTo>
                    <a:pt x="676957" y="112653"/>
                  </a:lnTo>
                  <a:lnTo>
                    <a:pt x="671497" y="112653"/>
                  </a:lnTo>
                  <a:lnTo>
                    <a:pt x="666038" y="112653"/>
                  </a:lnTo>
                  <a:lnTo>
                    <a:pt x="660579" y="112653"/>
                  </a:lnTo>
                  <a:lnTo>
                    <a:pt x="655119" y="112653"/>
                  </a:lnTo>
                  <a:lnTo>
                    <a:pt x="649660" y="112653"/>
                  </a:lnTo>
                  <a:lnTo>
                    <a:pt x="644201" y="112653"/>
                  </a:lnTo>
                  <a:lnTo>
                    <a:pt x="638741" y="112653"/>
                  </a:lnTo>
                  <a:lnTo>
                    <a:pt x="633282" y="112653"/>
                  </a:lnTo>
                  <a:lnTo>
                    <a:pt x="627823" y="112653"/>
                  </a:lnTo>
                  <a:lnTo>
                    <a:pt x="622363" y="112653"/>
                  </a:lnTo>
                  <a:lnTo>
                    <a:pt x="616904" y="112653"/>
                  </a:lnTo>
                  <a:lnTo>
                    <a:pt x="611445" y="112653"/>
                  </a:lnTo>
                  <a:lnTo>
                    <a:pt x="605985" y="112653"/>
                  </a:lnTo>
                  <a:lnTo>
                    <a:pt x="600526" y="112653"/>
                  </a:lnTo>
                  <a:lnTo>
                    <a:pt x="595067" y="112653"/>
                  </a:lnTo>
                  <a:lnTo>
                    <a:pt x="589607" y="112653"/>
                  </a:lnTo>
                  <a:lnTo>
                    <a:pt x="584148" y="112653"/>
                  </a:lnTo>
                  <a:lnTo>
                    <a:pt x="578689" y="112653"/>
                  </a:lnTo>
                  <a:lnTo>
                    <a:pt x="573229" y="112653"/>
                  </a:lnTo>
                  <a:lnTo>
                    <a:pt x="567770" y="112653"/>
                  </a:lnTo>
                  <a:lnTo>
                    <a:pt x="562311" y="112653"/>
                  </a:lnTo>
                  <a:lnTo>
                    <a:pt x="556851" y="112653"/>
                  </a:lnTo>
                  <a:lnTo>
                    <a:pt x="551392" y="112653"/>
                  </a:lnTo>
                  <a:lnTo>
                    <a:pt x="545933" y="112653"/>
                  </a:lnTo>
                  <a:lnTo>
                    <a:pt x="540473" y="112653"/>
                  </a:lnTo>
                  <a:lnTo>
                    <a:pt x="535014" y="112653"/>
                  </a:lnTo>
                  <a:lnTo>
                    <a:pt x="529555" y="112653"/>
                  </a:lnTo>
                  <a:lnTo>
                    <a:pt x="524095" y="112653"/>
                  </a:lnTo>
                  <a:lnTo>
                    <a:pt x="518636" y="112653"/>
                  </a:lnTo>
                  <a:lnTo>
                    <a:pt x="513177" y="112653"/>
                  </a:lnTo>
                  <a:lnTo>
                    <a:pt x="507717" y="112653"/>
                  </a:lnTo>
                  <a:lnTo>
                    <a:pt x="502258" y="112653"/>
                  </a:lnTo>
                  <a:lnTo>
                    <a:pt x="496799" y="112653"/>
                  </a:lnTo>
                  <a:lnTo>
                    <a:pt x="491339" y="112653"/>
                  </a:lnTo>
                  <a:lnTo>
                    <a:pt x="485880" y="112653"/>
                  </a:lnTo>
                  <a:lnTo>
                    <a:pt x="480421" y="112653"/>
                  </a:lnTo>
                  <a:lnTo>
                    <a:pt x="474961" y="112653"/>
                  </a:lnTo>
                  <a:lnTo>
                    <a:pt x="469502" y="112653"/>
                  </a:lnTo>
                  <a:lnTo>
                    <a:pt x="464043" y="112653"/>
                  </a:lnTo>
                  <a:lnTo>
                    <a:pt x="458583" y="112653"/>
                  </a:lnTo>
                  <a:lnTo>
                    <a:pt x="453124" y="112653"/>
                  </a:lnTo>
                  <a:lnTo>
                    <a:pt x="447665" y="112653"/>
                  </a:lnTo>
                  <a:lnTo>
                    <a:pt x="442205" y="112653"/>
                  </a:lnTo>
                  <a:lnTo>
                    <a:pt x="436746" y="112653"/>
                  </a:lnTo>
                  <a:lnTo>
                    <a:pt x="431287" y="112653"/>
                  </a:lnTo>
                  <a:lnTo>
                    <a:pt x="425827" y="112653"/>
                  </a:lnTo>
                  <a:lnTo>
                    <a:pt x="420368" y="112653"/>
                  </a:lnTo>
                  <a:lnTo>
                    <a:pt x="414909" y="112653"/>
                  </a:lnTo>
                  <a:lnTo>
                    <a:pt x="409449" y="112653"/>
                  </a:lnTo>
                  <a:lnTo>
                    <a:pt x="403990" y="112653"/>
                  </a:lnTo>
                  <a:lnTo>
                    <a:pt x="398531" y="112653"/>
                  </a:lnTo>
                  <a:lnTo>
                    <a:pt x="393071" y="112653"/>
                  </a:lnTo>
                  <a:lnTo>
                    <a:pt x="387612" y="112653"/>
                  </a:lnTo>
                  <a:lnTo>
                    <a:pt x="382153" y="112653"/>
                  </a:lnTo>
                  <a:lnTo>
                    <a:pt x="376693" y="112653"/>
                  </a:lnTo>
                  <a:lnTo>
                    <a:pt x="371234" y="112653"/>
                  </a:lnTo>
                  <a:lnTo>
                    <a:pt x="365775" y="112653"/>
                  </a:lnTo>
                  <a:lnTo>
                    <a:pt x="360315" y="112653"/>
                  </a:lnTo>
                  <a:lnTo>
                    <a:pt x="354856" y="112653"/>
                  </a:lnTo>
                  <a:lnTo>
                    <a:pt x="349397" y="112653"/>
                  </a:lnTo>
                  <a:lnTo>
                    <a:pt x="343937" y="112653"/>
                  </a:lnTo>
                  <a:lnTo>
                    <a:pt x="338478" y="112653"/>
                  </a:lnTo>
                  <a:lnTo>
                    <a:pt x="333019" y="112653"/>
                  </a:lnTo>
                  <a:lnTo>
                    <a:pt x="327559" y="112653"/>
                  </a:lnTo>
                  <a:lnTo>
                    <a:pt x="322100" y="112653"/>
                  </a:lnTo>
                  <a:lnTo>
                    <a:pt x="316641" y="112653"/>
                  </a:lnTo>
                  <a:lnTo>
                    <a:pt x="311181" y="112653"/>
                  </a:lnTo>
                  <a:lnTo>
                    <a:pt x="305722" y="112653"/>
                  </a:lnTo>
                  <a:lnTo>
                    <a:pt x="300263" y="112653"/>
                  </a:lnTo>
                  <a:lnTo>
                    <a:pt x="294803" y="112653"/>
                  </a:lnTo>
                  <a:lnTo>
                    <a:pt x="289344" y="112653"/>
                  </a:lnTo>
                  <a:lnTo>
                    <a:pt x="283885" y="112653"/>
                  </a:lnTo>
                  <a:lnTo>
                    <a:pt x="278425" y="112653"/>
                  </a:lnTo>
                  <a:lnTo>
                    <a:pt x="272966" y="112653"/>
                  </a:lnTo>
                  <a:lnTo>
                    <a:pt x="267507" y="112653"/>
                  </a:lnTo>
                  <a:lnTo>
                    <a:pt x="262047" y="112653"/>
                  </a:lnTo>
                  <a:lnTo>
                    <a:pt x="256588" y="112653"/>
                  </a:lnTo>
                  <a:lnTo>
                    <a:pt x="251129" y="112653"/>
                  </a:lnTo>
                  <a:lnTo>
                    <a:pt x="245669" y="112653"/>
                  </a:lnTo>
                  <a:lnTo>
                    <a:pt x="240210" y="112653"/>
                  </a:lnTo>
                  <a:lnTo>
                    <a:pt x="234751" y="112653"/>
                  </a:lnTo>
                  <a:lnTo>
                    <a:pt x="229291" y="112653"/>
                  </a:lnTo>
                  <a:lnTo>
                    <a:pt x="223832" y="112653"/>
                  </a:lnTo>
                  <a:lnTo>
                    <a:pt x="218373" y="112653"/>
                  </a:lnTo>
                  <a:lnTo>
                    <a:pt x="212913" y="112653"/>
                  </a:lnTo>
                  <a:lnTo>
                    <a:pt x="207454" y="112653"/>
                  </a:lnTo>
                  <a:lnTo>
                    <a:pt x="201995" y="112653"/>
                  </a:lnTo>
                  <a:lnTo>
                    <a:pt x="196535" y="112653"/>
                  </a:lnTo>
                  <a:lnTo>
                    <a:pt x="191076" y="112653"/>
                  </a:lnTo>
                  <a:lnTo>
                    <a:pt x="185617" y="112653"/>
                  </a:lnTo>
                  <a:lnTo>
                    <a:pt x="180157" y="112653"/>
                  </a:lnTo>
                  <a:lnTo>
                    <a:pt x="174698" y="112653"/>
                  </a:lnTo>
                  <a:lnTo>
                    <a:pt x="169239" y="112653"/>
                  </a:lnTo>
                  <a:lnTo>
                    <a:pt x="163779" y="112653"/>
                  </a:lnTo>
                  <a:lnTo>
                    <a:pt x="158320" y="112653"/>
                  </a:lnTo>
                  <a:lnTo>
                    <a:pt x="152861" y="112653"/>
                  </a:lnTo>
                  <a:lnTo>
                    <a:pt x="147401" y="112653"/>
                  </a:lnTo>
                  <a:lnTo>
                    <a:pt x="141942" y="112653"/>
                  </a:lnTo>
                  <a:lnTo>
                    <a:pt x="136483" y="112653"/>
                  </a:lnTo>
                  <a:lnTo>
                    <a:pt x="131023" y="112653"/>
                  </a:lnTo>
                  <a:lnTo>
                    <a:pt x="125564" y="112653"/>
                  </a:lnTo>
                  <a:lnTo>
                    <a:pt x="120105" y="112653"/>
                  </a:lnTo>
                  <a:lnTo>
                    <a:pt x="114645" y="112653"/>
                  </a:lnTo>
                  <a:lnTo>
                    <a:pt x="109186" y="112653"/>
                  </a:lnTo>
                  <a:lnTo>
                    <a:pt x="103727" y="112653"/>
                  </a:lnTo>
                  <a:lnTo>
                    <a:pt x="98267" y="112653"/>
                  </a:lnTo>
                  <a:lnTo>
                    <a:pt x="92808" y="112653"/>
                  </a:lnTo>
                  <a:lnTo>
                    <a:pt x="87349" y="112653"/>
                  </a:lnTo>
                  <a:lnTo>
                    <a:pt x="81889" y="112653"/>
                  </a:lnTo>
                  <a:lnTo>
                    <a:pt x="76430" y="112653"/>
                  </a:lnTo>
                  <a:lnTo>
                    <a:pt x="70971" y="112653"/>
                  </a:lnTo>
                  <a:lnTo>
                    <a:pt x="65511" y="112653"/>
                  </a:lnTo>
                  <a:lnTo>
                    <a:pt x="60052" y="112653"/>
                  </a:lnTo>
                  <a:lnTo>
                    <a:pt x="54593" y="112653"/>
                  </a:lnTo>
                  <a:lnTo>
                    <a:pt x="49133" y="112653"/>
                  </a:lnTo>
                  <a:lnTo>
                    <a:pt x="43674" y="112653"/>
                  </a:lnTo>
                  <a:lnTo>
                    <a:pt x="38215" y="112653"/>
                  </a:lnTo>
                  <a:lnTo>
                    <a:pt x="32755" y="112653"/>
                  </a:lnTo>
                  <a:lnTo>
                    <a:pt x="27296" y="112653"/>
                  </a:lnTo>
                  <a:lnTo>
                    <a:pt x="21837" y="112653"/>
                  </a:lnTo>
                  <a:lnTo>
                    <a:pt x="16377" y="112653"/>
                  </a:lnTo>
                  <a:lnTo>
                    <a:pt x="10918" y="112653"/>
                  </a:lnTo>
                  <a:lnTo>
                    <a:pt x="5459" y="112653"/>
                  </a:lnTo>
                  <a:lnTo>
                    <a:pt x="0" y="112653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0"/>
            <p:cNvSpPr/>
            <p:nvPr/>
          </p:nvSpPr>
          <p:spPr>
            <a:xfrm>
              <a:off x="6408758" y="2355656"/>
              <a:ext cx="3674823" cy="112653"/>
            </a:xfrm>
            <a:custGeom>
              <a:avLst/>
              <a:pathLst>
                <a:path w="3674823" h="112653">
                  <a:moveTo>
                    <a:pt x="0" y="0"/>
                  </a:moveTo>
                  <a:lnTo>
                    <a:pt x="7349" y="0"/>
                  </a:lnTo>
                  <a:lnTo>
                    <a:pt x="14699" y="0"/>
                  </a:lnTo>
                  <a:lnTo>
                    <a:pt x="22048" y="0"/>
                  </a:lnTo>
                  <a:lnTo>
                    <a:pt x="29398" y="0"/>
                  </a:lnTo>
                  <a:lnTo>
                    <a:pt x="36748" y="0"/>
                  </a:lnTo>
                  <a:lnTo>
                    <a:pt x="44097" y="0"/>
                  </a:lnTo>
                  <a:lnTo>
                    <a:pt x="51447" y="0"/>
                  </a:lnTo>
                  <a:lnTo>
                    <a:pt x="58797" y="0"/>
                  </a:lnTo>
                  <a:lnTo>
                    <a:pt x="66146" y="0"/>
                  </a:lnTo>
                  <a:lnTo>
                    <a:pt x="73496" y="0"/>
                  </a:lnTo>
                  <a:lnTo>
                    <a:pt x="80846" y="0"/>
                  </a:lnTo>
                  <a:lnTo>
                    <a:pt x="88195" y="0"/>
                  </a:lnTo>
                  <a:lnTo>
                    <a:pt x="95545" y="0"/>
                  </a:lnTo>
                  <a:lnTo>
                    <a:pt x="102895" y="0"/>
                  </a:lnTo>
                  <a:lnTo>
                    <a:pt x="110244" y="0"/>
                  </a:lnTo>
                  <a:lnTo>
                    <a:pt x="117594" y="0"/>
                  </a:lnTo>
                  <a:lnTo>
                    <a:pt x="124944" y="0"/>
                  </a:lnTo>
                  <a:lnTo>
                    <a:pt x="132293" y="0"/>
                  </a:lnTo>
                  <a:lnTo>
                    <a:pt x="139643" y="0"/>
                  </a:lnTo>
                  <a:lnTo>
                    <a:pt x="146992" y="0"/>
                  </a:lnTo>
                  <a:lnTo>
                    <a:pt x="154342" y="0"/>
                  </a:lnTo>
                  <a:lnTo>
                    <a:pt x="161692" y="0"/>
                  </a:lnTo>
                  <a:lnTo>
                    <a:pt x="169041" y="0"/>
                  </a:lnTo>
                  <a:lnTo>
                    <a:pt x="176391" y="0"/>
                  </a:lnTo>
                  <a:lnTo>
                    <a:pt x="183741" y="0"/>
                  </a:lnTo>
                  <a:lnTo>
                    <a:pt x="191090" y="0"/>
                  </a:lnTo>
                  <a:lnTo>
                    <a:pt x="198440" y="0"/>
                  </a:lnTo>
                  <a:lnTo>
                    <a:pt x="205790" y="0"/>
                  </a:lnTo>
                  <a:lnTo>
                    <a:pt x="213139" y="0"/>
                  </a:lnTo>
                  <a:lnTo>
                    <a:pt x="220489" y="0"/>
                  </a:lnTo>
                  <a:lnTo>
                    <a:pt x="227839" y="0"/>
                  </a:lnTo>
                  <a:lnTo>
                    <a:pt x="235188" y="0"/>
                  </a:lnTo>
                  <a:lnTo>
                    <a:pt x="242538" y="0"/>
                  </a:lnTo>
                  <a:lnTo>
                    <a:pt x="249888" y="0"/>
                  </a:lnTo>
                  <a:lnTo>
                    <a:pt x="257237" y="0"/>
                  </a:lnTo>
                  <a:lnTo>
                    <a:pt x="264587" y="0"/>
                  </a:lnTo>
                  <a:lnTo>
                    <a:pt x="271936" y="0"/>
                  </a:lnTo>
                  <a:lnTo>
                    <a:pt x="279286" y="0"/>
                  </a:lnTo>
                  <a:lnTo>
                    <a:pt x="286636" y="0"/>
                  </a:lnTo>
                  <a:lnTo>
                    <a:pt x="293985" y="0"/>
                  </a:lnTo>
                  <a:lnTo>
                    <a:pt x="301335" y="0"/>
                  </a:lnTo>
                  <a:lnTo>
                    <a:pt x="308685" y="0"/>
                  </a:lnTo>
                  <a:lnTo>
                    <a:pt x="316034" y="0"/>
                  </a:lnTo>
                  <a:lnTo>
                    <a:pt x="323384" y="0"/>
                  </a:lnTo>
                  <a:lnTo>
                    <a:pt x="330734" y="0"/>
                  </a:lnTo>
                  <a:lnTo>
                    <a:pt x="338083" y="0"/>
                  </a:lnTo>
                  <a:lnTo>
                    <a:pt x="345433" y="0"/>
                  </a:lnTo>
                  <a:lnTo>
                    <a:pt x="352783" y="0"/>
                  </a:lnTo>
                  <a:lnTo>
                    <a:pt x="360132" y="0"/>
                  </a:lnTo>
                  <a:lnTo>
                    <a:pt x="367482" y="0"/>
                  </a:lnTo>
                  <a:lnTo>
                    <a:pt x="374832" y="0"/>
                  </a:lnTo>
                  <a:lnTo>
                    <a:pt x="382181" y="0"/>
                  </a:lnTo>
                  <a:lnTo>
                    <a:pt x="389531" y="0"/>
                  </a:lnTo>
                  <a:lnTo>
                    <a:pt x="396880" y="0"/>
                  </a:lnTo>
                  <a:lnTo>
                    <a:pt x="404230" y="0"/>
                  </a:lnTo>
                  <a:lnTo>
                    <a:pt x="411580" y="0"/>
                  </a:lnTo>
                  <a:lnTo>
                    <a:pt x="418929" y="0"/>
                  </a:lnTo>
                  <a:lnTo>
                    <a:pt x="426279" y="0"/>
                  </a:lnTo>
                  <a:lnTo>
                    <a:pt x="433629" y="0"/>
                  </a:lnTo>
                  <a:lnTo>
                    <a:pt x="440978" y="0"/>
                  </a:lnTo>
                  <a:lnTo>
                    <a:pt x="448328" y="0"/>
                  </a:lnTo>
                  <a:lnTo>
                    <a:pt x="455678" y="0"/>
                  </a:lnTo>
                  <a:lnTo>
                    <a:pt x="463027" y="0"/>
                  </a:lnTo>
                  <a:lnTo>
                    <a:pt x="470377" y="0"/>
                  </a:lnTo>
                  <a:lnTo>
                    <a:pt x="477727" y="0"/>
                  </a:lnTo>
                  <a:lnTo>
                    <a:pt x="485076" y="0"/>
                  </a:lnTo>
                  <a:lnTo>
                    <a:pt x="492426" y="0"/>
                  </a:lnTo>
                  <a:lnTo>
                    <a:pt x="499776" y="0"/>
                  </a:lnTo>
                  <a:lnTo>
                    <a:pt x="507125" y="0"/>
                  </a:lnTo>
                  <a:lnTo>
                    <a:pt x="514475" y="0"/>
                  </a:lnTo>
                  <a:lnTo>
                    <a:pt x="521824" y="0"/>
                  </a:lnTo>
                  <a:lnTo>
                    <a:pt x="529174" y="0"/>
                  </a:lnTo>
                  <a:lnTo>
                    <a:pt x="536524" y="0"/>
                  </a:lnTo>
                  <a:lnTo>
                    <a:pt x="543873" y="0"/>
                  </a:lnTo>
                  <a:lnTo>
                    <a:pt x="551223" y="0"/>
                  </a:lnTo>
                  <a:lnTo>
                    <a:pt x="558573" y="0"/>
                  </a:lnTo>
                  <a:lnTo>
                    <a:pt x="565922" y="0"/>
                  </a:lnTo>
                  <a:lnTo>
                    <a:pt x="573272" y="0"/>
                  </a:lnTo>
                  <a:lnTo>
                    <a:pt x="580622" y="0"/>
                  </a:lnTo>
                  <a:lnTo>
                    <a:pt x="587971" y="0"/>
                  </a:lnTo>
                  <a:lnTo>
                    <a:pt x="595321" y="0"/>
                  </a:lnTo>
                  <a:lnTo>
                    <a:pt x="602671" y="0"/>
                  </a:lnTo>
                  <a:lnTo>
                    <a:pt x="610020" y="0"/>
                  </a:lnTo>
                  <a:lnTo>
                    <a:pt x="617370" y="0"/>
                  </a:lnTo>
                  <a:lnTo>
                    <a:pt x="624720" y="0"/>
                  </a:lnTo>
                  <a:lnTo>
                    <a:pt x="632069" y="0"/>
                  </a:lnTo>
                  <a:lnTo>
                    <a:pt x="639419" y="0"/>
                  </a:lnTo>
                  <a:lnTo>
                    <a:pt x="646768" y="0"/>
                  </a:lnTo>
                  <a:lnTo>
                    <a:pt x="654118" y="0"/>
                  </a:lnTo>
                  <a:lnTo>
                    <a:pt x="661468" y="0"/>
                  </a:lnTo>
                  <a:lnTo>
                    <a:pt x="668817" y="0"/>
                  </a:lnTo>
                  <a:lnTo>
                    <a:pt x="676167" y="0"/>
                  </a:lnTo>
                  <a:lnTo>
                    <a:pt x="683517" y="0"/>
                  </a:lnTo>
                  <a:lnTo>
                    <a:pt x="690866" y="0"/>
                  </a:lnTo>
                  <a:lnTo>
                    <a:pt x="698216" y="0"/>
                  </a:lnTo>
                  <a:lnTo>
                    <a:pt x="705566" y="0"/>
                  </a:lnTo>
                  <a:lnTo>
                    <a:pt x="712915" y="0"/>
                  </a:lnTo>
                  <a:lnTo>
                    <a:pt x="720265" y="0"/>
                  </a:lnTo>
                  <a:lnTo>
                    <a:pt x="727615" y="0"/>
                  </a:lnTo>
                  <a:lnTo>
                    <a:pt x="734964" y="0"/>
                  </a:lnTo>
                  <a:lnTo>
                    <a:pt x="742314" y="0"/>
                  </a:lnTo>
                  <a:lnTo>
                    <a:pt x="749664" y="0"/>
                  </a:lnTo>
                  <a:lnTo>
                    <a:pt x="757013" y="0"/>
                  </a:lnTo>
                  <a:lnTo>
                    <a:pt x="764363" y="0"/>
                  </a:lnTo>
                  <a:lnTo>
                    <a:pt x="771712" y="0"/>
                  </a:lnTo>
                  <a:lnTo>
                    <a:pt x="779062" y="0"/>
                  </a:lnTo>
                  <a:lnTo>
                    <a:pt x="786412" y="0"/>
                  </a:lnTo>
                  <a:lnTo>
                    <a:pt x="793761" y="0"/>
                  </a:lnTo>
                  <a:lnTo>
                    <a:pt x="801111" y="0"/>
                  </a:lnTo>
                  <a:lnTo>
                    <a:pt x="808461" y="0"/>
                  </a:lnTo>
                  <a:lnTo>
                    <a:pt x="815810" y="0"/>
                  </a:lnTo>
                  <a:lnTo>
                    <a:pt x="823160" y="0"/>
                  </a:lnTo>
                  <a:lnTo>
                    <a:pt x="830510" y="0"/>
                  </a:lnTo>
                  <a:lnTo>
                    <a:pt x="837859" y="0"/>
                  </a:lnTo>
                  <a:lnTo>
                    <a:pt x="845209" y="0"/>
                  </a:lnTo>
                  <a:lnTo>
                    <a:pt x="852559" y="0"/>
                  </a:lnTo>
                  <a:lnTo>
                    <a:pt x="859908" y="0"/>
                  </a:lnTo>
                  <a:lnTo>
                    <a:pt x="867258" y="0"/>
                  </a:lnTo>
                  <a:lnTo>
                    <a:pt x="874608" y="0"/>
                  </a:lnTo>
                  <a:lnTo>
                    <a:pt x="881957" y="0"/>
                  </a:lnTo>
                  <a:lnTo>
                    <a:pt x="889307" y="0"/>
                  </a:lnTo>
                  <a:lnTo>
                    <a:pt x="896656" y="0"/>
                  </a:lnTo>
                  <a:lnTo>
                    <a:pt x="904006" y="0"/>
                  </a:lnTo>
                  <a:lnTo>
                    <a:pt x="911356" y="0"/>
                  </a:lnTo>
                  <a:lnTo>
                    <a:pt x="918705" y="0"/>
                  </a:lnTo>
                  <a:lnTo>
                    <a:pt x="926055" y="0"/>
                  </a:lnTo>
                  <a:lnTo>
                    <a:pt x="933405" y="0"/>
                  </a:lnTo>
                  <a:lnTo>
                    <a:pt x="940754" y="0"/>
                  </a:lnTo>
                  <a:lnTo>
                    <a:pt x="948104" y="0"/>
                  </a:lnTo>
                  <a:lnTo>
                    <a:pt x="955454" y="0"/>
                  </a:lnTo>
                  <a:lnTo>
                    <a:pt x="962803" y="0"/>
                  </a:lnTo>
                  <a:lnTo>
                    <a:pt x="970153" y="0"/>
                  </a:lnTo>
                  <a:lnTo>
                    <a:pt x="977503" y="0"/>
                  </a:lnTo>
                  <a:lnTo>
                    <a:pt x="984852" y="0"/>
                  </a:lnTo>
                  <a:lnTo>
                    <a:pt x="992202" y="0"/>
                  </a:lnTo>
                  <a:lnTo>
                    <a:pt x="999552" y="0"/>
                  </a:lnTo>
                  <a:lnTo>
                    <a:pt x="1006901" y="0"/>
                  </a:lnTo>
                  <a:lnTo>
                    <a:pt x="1014251" y="0"/>
                  </a:lnTo>
                  <a:lnTo>
                    <a:pt x="1021600" y="0"/>
                  </a:lnTo>
                  <a:lnTo>
                    <a:pt x="1028950" y="0"/>
                  </a:lnTo>
                  <a:lnTo>
                    <a:pt x="1036300" y="0"/>
                  </a:lnTo>
                  <a:lnTo>
                    <a:pt x="1043649" y="0"/>
                  </a:lnTo>
                  <a:lnTo>
                    <a:pt x="1050999" y="0"/>
                  </a:lnTo>
                  <a:lnTo>
                    <a:pt x="1058349" y="0"/>
                  </a:lnTo>
                  <a:lnTo>
                    <a:pt x="1065698" y="0"/>
                  </a:lnTo>
                  <a:lnTo>
                    <a:pt x="1073048" y="0"/>
                  </a:lnTo>
                  <a:lnTo>
                    <a:pt x="1080398" y="0"/>
                  </a:lnTo>
                  <a:lnTo>
                    <a:pt x="1087747" y="0"/>
                  </a:lnTo>
                  <a:lnTo>
                    <a:pt x="1095097" y="0"/>
                  </a:lnTo>
                  <a:lnTo>
                    <a:pt x="1102447" y="0"/>
                  </a:lnTo>
                  <a:lnTo>
                    <a:pt x="1109796" y="0"/>
                  </a:lnTo>
                  <a:lnTo>
                    <a:pt x="1117146" y="0"/>
                  </a:lnTo>
                  <a:lnTo>
                    <a:pt x="1124496" y="0"/>
                  </a:lnTo>
                  <a:lnTo>
                    <a:pt x="1131845" y="0"/>
                  </a:lnTo>
                  <a:lnTo>
                    <a:pt x="1139195" y="0"/>
                  </a:lnTo>
                  <a:lnTo>
                    <a:pt x="1146544" y="0"/>
                  </a:lnTo>
                  <a:lnTo>
                    <a:pt x="1153894" y="0"/>
                  </a:lnTo>
                  <a:lnTo>
                    <a:pt x="1161244" y="0"/>
                  </a:lnTo>
                  <a:lnTo>
                    <a:pt x="1168593" y="0"/>
                  </a:lnTo>
                  <a:lnTo>
                    <a:pt x="1175943" y="0"/>
                  </a:lnTo>
                  <a:lnTo>
                    <a:pt x="1183293" y="0"/>
                  </a:lnTo>
                  <a:lnTo>
                    <a:pt x="1190642" y="0"/>
                  </a:lnTo>
                  <a:lnTo>
                    <a:pt x="1197992" y="0"/>
                  </a:lnTo>
                  <a:lnTo>
                    <a:pt x="1205342" y="0"/>
                  </a:lnTo>
                  <a:lnTo>
                    <a:pt x="1212691" y="0"/>
                  </a:lnTo>
                  <a:lnTo>
                    <a:pt x="1220041" y="0"/>
                  </a:lnTo>
                  <a:lnTo>
                    <a:pt x="1227391" y="0"/>
                  </a:lnTo>
                  <a:lnTo>
                    <a:pt x="1234740" y="0"/>
                  </a:lnTo>
                  <a:lnTo>
                    <a:pt x="1242090" y="0"/>
                  </a:lnTo>
                  <a:lnTo>
                    <a:pt x="1249440" y="0"/>
                  </a:lnTo>
                  <a:lnTo>
                    <a:pt x="1256789" y="0"/>
                  </a:lnTo>
                  <a:lnTo>
                    <a:pt x="1264139" y="0"/>
                  </a:lnTo>
                  <a:lnTo>
                    <a:pt x="1271488" y="0"/>
                  </a:lnTo>
                  <a:lnTo>
                    <a:pt x="1278838" y="0"/>
                  </a:lnTo>
                  <a:lnTo>
                    <a:pt x="1286188" y="0"/>
                  </a:lnTo>
                  <a:lnTo>
                    <a:pt x="1293537" y="0"/>
                  </a:lnTo>
                  <a:lnTo>
                    <a:pt x="1300887" y="0"/>
                  </a:lnTo>
                  <a:lnTo>
                    <a:pt x="1308237" y="0"/>
                  </a:lnTo>
                  <a:lnTo>
                    <a:pt x="1315586" y="0"/>
                  </a:lnTo>
                  <a:lnTo>
                    <a:pt x="1322936" y="0"/>
                  </a:lnTo>
                  <a:lnTo>
                    <a:pt x="1330286" y="0"/>
                  </a:lnTo>
                  <a:lnTo>
                    <a:pt x="1337635" y="0"/>
                  </a:lnTo>
                  <a:lnTo>
                    <a:pt x="1344985" y="0"/>
                  </a:lnTo>
                  <a:lnTo>
                    <a:pt x="1352335" y="0"/>
                  </a:lnTo>
                  <a:lnTo>
                    <a:pt x="1359684" y="0"/>
                  </a:lnTo>
                  <a:lnTo>
                    <a:pt x="1367034" y="0"/>
                  </a:lnTo>
                  <a:lnTo>
                    <a:pt x="1374384" y="0"/>
                  </a:lnTo>
                  <a:lnTo>
                    <a:pt x="1381733" y="0"/>
                  </a:lnTo>
                  <a:lnTo>
                    <a:pt x="1389083" y="0"/>
                  </a:lnTo>
                  <a:lnTo>
                    <a:pt x="1396432" y="0"/>
                  </a:lnTo>
                  <a:lnTo>
                    <a:pt x="1403782" y="0"/>
                  </a:lnTo>
                  <a:lnTo>
                    <a:pt x="1411132" y="0"/>
                  </a:lnTo>
                  <a:lnTo>
                    <a:pt x="1418481" y="0"/>
                  </a:lnTo>
                  <a:lnTo>
                    <a:pt x="1425831" y="0"/>
                  </a:lnTo>
                  <a:lnTo>
                    <a:pt x="1433181" y="0"/>
                  </a:lnTo>
                  <a:lnTo>
                    <a:pt x="1440530" y="0"/>
                  </a:lnTo>
                  <a:lnTo>
                    <a:pt x="1447880" y="0"/>
                  </a:lnTo>
                  <a:lnTo>
                    <a:pt x="1455230" y="0"/>
                  </a:lnTo>
                  <a:lnTo>
                    <a:pt x="1462579" y="0"/>
                  </a:lnTo>
                  <a:lnTo>
                    <a:pt x="1469929" y="0"/>
                  </a:lnTo>
                  <a:lnTo>
                    <a:pt x="1477279" y="0"/>
                  </a:lnTo>
                  <a:lnTo>
                    <a:pt x="1484628" y="0"/>
                  </a:lnTo>
                  <a:lnTo>
                    <a:pt x="1491978" y="0"/>
                  </a:lnTo>
                  <a:lnTo>
                    <a:pt x="1499328" y="0"/>
                  </a:lnTo>
                  <a:lnTo>
                    <a:pt x="1506677" y="0"/>
                  </a:lnTo>
                  <a:lnTo>
                    <a:pt x="1514027" y="0"/>
                  </a:lnTo>
                  <a:lnTo>
                    <a:pt x="1521376" y="0"/>
                  </a:lnTo>
                  <a:lnTo>
                    <a:pt x="1528726" y="0"/>
                  </a:lnTo>
                  <a:lnTo>
                    <a:pt x="1536076" y="0"/>
                  </a:lnTo>
                  <a:lnTo>
                    <a:pt x="1543425" y="0"/>
                  </a:lnTo>
                  <a:lnTo>
                    <a:pt x="1550775" y="0"/>
                  </a:lnTo>
                  <a:lnTo>
                    <a:pt x="1558125" y="0"/>
                  </a:lnTo>
                  <a:lnTo>
                    <a:pt x="1565474" y="0"/>
                  </a:lnTo>
                  <a:lnTo>
                    <a:pt x="1572824" y="0"/>
                  </a:lnTo>
                  <a:lnTo>
                    <a:pt x="1580174" y="0"/>
                  </a:lnTo>
                  <a:lnTo>
                    <a:pt x="1587523" y="0"/>
                  </a:lnTo>
                  <a:lnTo>
                    <a:pt x="1594873" y="0"/>
                  </a:lnTo>
                  <a:lnTo>
                    <a:pt x="1602223" y="0"/>
                  </a:lnTo>
                  <a:lnTo>
                    <a:pt x="1609572" y="0"/>
                  </a:lnTo>
                  <a:lnTo>
                    <a:pt x="1616922" y="0"/>
                  </a:lnTo>
                  <a:lnTo>
                    <a:pt x="1624272" y="0"/>
                  </a:lnTo>
                  <a:lnTo>
                    <a:pt x="1631621" y="0"/>
                  </a:lnTo>
                  <a:lnTo>
                    <a:pt x="1638971" y="0"/>
                  </a:lnTo>
                  <a:lnTo>
                    <a:pt x="1646320" y="0"/>
                  </a:lnTo>
                  <a:lnTo>
                    <a:pt x="1653670" y="0"/>
                  </a:lnTo>
                  <a:lnTo>
                    <a:pt x="1661020" y="0"/>
                  </a:lnTo>
                  <a:lnTo>
                    <a:pt x="1668369" y="0"/>
                  </a:lnTo>
                  <a:lnTo>
                    <a:pt x="1675719" y="0"/>
                  </a:lnTo>
                  <a:lnTo>
                    <a:pt x="1683069" y="0"/>
                  </a:lnTo>
                  <a:lnTo>
                    <a:pt x="1690418" y="0"/>
                  </a:lnTo>
                  <a:lnTo>
                    <a:pt x="1697768" y="0"/>
                  </a:lnTo>
                  <a:lnTo>
                    <a:pt x="1705118" y="0"/>
                  </a:lnTo>
                  <a:lnTo>
                    <a:pt x="1712467" y="0"/>
                  </a:lnTo>
                  <a:lnTo>
                    <a:pt x="1719817" y="0"/>
                  </a:lnTo>
                  <a:lnTo>
                    <a:pt x="1727167" y="0"/>
                  </a:lnTo>
                  <a:lnTo>
                    <a:pt x="1734516" y="0"/>
                  </a:lnTo>
                  <a:lnTo>
                    <a:pt x="1741866" y="0"/>
                  </a:lnTo>
                  <a:lnTo>
                    <a:pt x="1749216" y="0"/>
                  </a:lnTo>
                  <a:lnTo>
                    <a:pt x="1756565" y="0"/>
                  </a:lnTo>
                  <a:lnTo>
                    <a:pt x="1763915" y="0"/>
                  </a:lnTo>
                  <a:lnTo>
                    <a:pt x="1771264" y="0"/>
                  </a:lnTo>
                  <a:lnTo>
                    <a:pt x="1778614" y="0"/>
                  </a:lnTo>
                  <a:lnTo>
                    <a:pt x="1785964" y="0"/>
                  </a:lnTo>
                  <a:lnTo>
                    <a:pt x="1793313" y="0"/>
                  </a:lnTo>
                  <a:lnTo>
                    <a:pt x="1800663" y="0"/>
                  </a:lnTo>
                  <a:lnTo>
                    <a:pt x="1808013" y="0"/>
                  </a:lnTo>
                  <a:lnTo>
                    <a:pt x="1815362" y="0"/>
                  </a:lnTo>
                  <a:lnTo>
                    <a:pt x="1822712" y="0"/>
                  </a:lnTo>
                  <a:lnTo>
                    <a:pt x="1830062" y="0"/>
                  </a:lnTo>
                  <a:lnTo>
                    <a:pt x="1837411" y="0"/>
                  </a:lnTo>
                  <a:lnTo>
                    <a:pt x="1844761" y="0"/>
                  </a:lnTo>
                  <a:lnTo>
                    <a:pt x="1852111" y="0"/>
                  </a:lnTo>
                  <a:lnTo>
                    <a:pt x="1859460" y="0"/>
                  </a:lnTo>
                  <a:lnTo>
                    <a:pt x="1866810" y="0"/>
                  </a:lnTo>
                  <a:lnTo>
                    <a:pt x="1874160" y="0"/>
                  </a:lnTo>
                  <a:lnTo>
                    <a:pt x="1881509" y="0"/>
                  </a:lnTo>
                  <a:lnTo>
                    <a:pt x="1888859" y="0"/>
                  </a:lnTo>
                  <a:lnTo>
                    <a:pt x="1896208" y="0"/>
                  </a:lnTo>
                  <a:lnTo>
                    <a:pt x="1903558" y="0"/>
                  </a:lnTo>
                  <a:lnTo>
                    <a:pt x="1910908" y="0"/>
                  </a:lnTo>
                  <a:lnTo>
                    <a:pt x="1918257" y="0"/>
                  </a:lnTo>
                  <a:lnTo>
                    <a:pt x="1925607" y="0"/>
                  </a:lnTo>
                  <a:lnTo>
                    <a:pt x="1932957" y="0"/>
                  </a:lnTo>
                  <a:lnTo>
                    <a:pt x="1940306" y="0"/>
                  </a:lnTo>
                  <a:lnTo>
                    <a:pt x="1947656" y="0"/>
                  </a:lnTo>
                  <a:lnTo>
                    <a:pt x="1955006" y="0"/>
                  </a:lnTo>
                  <a:lnTo>
                    <a:pt x="1962355" y="0"/>
                  </a:lnTo>
                  <a:lnTo>
                    <a:pt x="1969705" y="0"/>
                  </a:lnTo>
                  <a:lnTo>
                    <a:pt x="1977055" y="0"/>
                  </a:lnTo>
                  <a:lnTo>
                    <a:pt x="1984404" y="0"/>
                  </a:lnTo>
                  <a:lnTo>
                    <a:pt x="1991754" y="0"/>
                  </a:lnTo>
                  <a:lnTo>
                    <a:pt x="1999104" y="0"/>
                  </a:lnTo>
                  <a:lnTo>
                    <a:pt x="2006453" y="0"/>
                  </a:lnTo>
                  <a:lnTo>
                    <a:pt x="2013803" y="0"/>
                  </a:lnTo>
                  <a:lnTo>
                    <a:pt x="2021152" y="0"/>
                  </a:lnTo>
                  <a:lnTo>
                    <a:pt x="2028502" y="0"/>
                  </a:lnTo>
                  <a:lnTo>
                    <a:pt x="2035852" y="0"/>
                  </a:lnTo>
                  <a:lnTo>
                    <a:pt x="2043201" y="0"/>
                  </a:lnTo>
                  <a:lnTo>
                    <a:pt x="2050551" y="0"/>
                  </a:lnTo>
                  <a:lnTo>
                    <a:pt x="2057901" y="0"/>
                  </a:lnTo>
                  <a:lnTo>
                    <a:pt x="2065250" y="0"/>
                  </a:lnTo>
                  <a:lnTo>
                    <a:pt x="2072600" y="0"/>
                  </a:lnTo>
                  <a:lnTo>
                    <a:pt x="2079950" y="0"/>
                  </a:lnTo>
                  <a:lnTo>
                    <a:pt x="2087299" y="0"/>
                  </a:lnTo>
                  <a:lnTo>
                    <a:pt x="2094649" y="0"/>
                  </a:lnTo>
                  <a:lnTo>
                    <a:pt x="2101999" y="0"/>
                  </a:lnTo>
                  <a:lnTo>
                    <a:pt x="2109348" y="0"/>
                  </a:lnTo>
                  <a:lnTo>
                    <a:pt x="2116698" y="0"/>
                  </a:lnTo>
                  <a:lnTo>
                    <a:pt x="2124048" y="0"/>
                  </a:lnTo>
                  <a:lnTo>
                    <a:pt x="2131397" y="0"/>
                  </a:lnTo>
                  <a:lnTo>
                    <a:pt x="2138747" y="0"/>
                  </a:lnTo>
                  <a:lnTo>
                    <a:pt x="2146096" y="0"/>
                  </a:lnTo>
                  <a:lnTo>
                    <a:pt x="2153446" y="0"/>
                  </a:lnTo>
                  <a:lnTo>
                    <a:pt x="2160796" y="0"/>
                  </a:lnTo>
                  <a:lnTo>
                    <a:pt x="2168145" y="0"/>
                  </a:lnTo>
                  <a:lnTo>
                    <a:pt x="2175495" y="0"/>
                  </a:lnTo>
                  <a:lnTo>
                    <a:pt x="2182845" y="0"/>
                  </a:lnTo>
                  <a:lnTo>
                    <a:pt x="2190194" y="0"/>
                  </a:lnTo>
                  <a:lnTo>
                    <a:pt x="2197544" y="0"/>
                  </a:lnTo>
                  <a:lnTo>
                    <a:pt x="2204894" y="0"/>
                  </a:lnTo>
                  <a:lnTo>
                    <a:pt x="2212243" y="0"/>
                  </a:lnTo>
                  <a:lnTo>
                    <a:pt x="2219593" y="0"/>
                  </a:lnTo>
                  <a:lnTo>
                    <a:pt x="2226943" y="0"/>
                  </a:lnTo>
                  <a:lnTo>
                    <a:pt x="2234292" y="0"/>
                  </a:lnTo>
                  <a:lnTo>
                    <a:pt x="2241642" y="0"/>
                  </a:lnTo>
                  <a:lnTo>
                    <a:pt x="2248992" y="0"/>
                  </a:lnTo>
                  <a:lnTo>
                    <a:pt x="2256341" y="0"/>
                  </a:lnTo>
                  <a:lnTo>
                    <a:pt x="2263691" y="0"/>
                  </a:lnTo>
                  <a:lnTo>
                    <a:pt x="2271041" y="0"/>
                  </a:lnTo>
                  <a:lnTo>
                    <a:pt x="2278390" y="0"/>
                  </a:lnTo>
                  <a:lnTo>
                    <a:pt x="2285740" y="0"/>
                  </a:lnTo>
                  <a:lnTo>
                    <a:pt x="2293089" y="0"/>
                  </a:lnTo>
                  <a:lnTo>
                    <a:pt x="2300439" y="0"/>
                  </a:lnTo>
                  <a:lnTo>
                    <a:pt x="2307789" y="0"/>
                  </a:lnTo>
                  <a:lnTo>
                    <a:pt x="2315138" y="0"/>
                  </a:lnTo>
                  <a:lnTo>
                    <a:pt x="2322488" y="0"/>
                  </a:lnTo>
                  <a:lnTo>
                    <a:pt x="2329838" y="0"/>
                  </a:lnTo>
                  <a:lnTo>
                    <a:pt x="2337187" y="0"/>
                  </a:lnTo>
                  <a:lnTo>
                    <a:pt x="2344537" y="0"/>
                  </a:lnTo>
                  <a:lnTo>
                    <a:pt x="2351887" y="0"/>
                  </a:lnTo>
                  <a:lnTo>
                    <a:pt x="2359236" y="0"/>
                  </a:lnTo>
                  <a:lnTo>
                    <a:pt x="2366586" y="0"/>
                  </a:lnTo>
                  <a:lnTo>
                    <a:pt x="2373936" y="0"/>
                  </a:lnTo>
                  <a:lnTo>
                    <a:pt x="2381285" y="0"/>
                  </a:lnTo>
                  <a:lnTo>
                    <a:pt x="2388635" y="0"/>
                  </a:lnTo>
                  <a:lnTo>
                    <a:pt x="2395985" y="0"/>
                  </a:lnTo>
                  <a:lnTo>
                    <a:pt x="2403334" y="0"/>
                  </a:lnTo>
                  <a:lnTo>
                    <a:pt x="2410684" y="0"/>
                  </a:lnTo>
                  <a:lnTo>
                    <a:pt x="2418033" y="0"/>
                  </a:lnTo>
                  <a:lnTo>
                    <a:pt x="2425383" y="0"/>
                  </a:lnTo>
                  <a:lnTo>
                    <a:pt x="2432733" y="0"/>
                  </a:lnTo>
                  <a:lnTo>
                    <a:pt x="2440082" y="0"/>
                  </a:lnTo>
                  <a:lnTo>
                    <a:pt x="2447432" y="0"/>
                  </a:lnTo>
                  <a:lnTo>
                    <a:pt x="2454782" y="0"/>
                  </a:lnTo>
                  <a:lnTo>
                    <a:pt x="2462131" y="0"/>
                  </a:lnTo>
                  <a:lnTo>
                    <a:pt x="2469481" y="0"/>
                  </a:lnTo>
                  <a:lnTo>
                    <a:pt x="2476831" y="0"/>
                  </a:lnTo>
                  <a:lnTo>
                    <a:pt x="2484180" y="0"/>
                  </a:lnTo>
                  <a:lnTo>
                    <a:pt x="2491530" y="0"/>
                  </a:lnTo>
                  <a:lnTo>
                    <a:pt x="2498880" y="0"/>
                  </a:lnTo>
                  <a:lnTo>
                    <a:pt x="2506229" y="0"/>
                  </a:lnTo>
                  <a:lnTo>
                    <a:pt x="2513579" y="0"/>
                  </a:lnTo>
                  <a:lnTo>
                    <a:pt x="2520929" y="0"/>
                  </a:lnTo>
                  <a:lnTo>
                    <a:pt x="2528278" y="0"/>
                  </a:lnTo>
                  <a:lnTo>
                    <a:pt x="2535628" y="0"/>
                  </a:lnTo>
                  <a:lnTo>
                    <a:pt x="2542977" y="0"/>
                  </a:lnTo>
                  <a:lnTo>
                    <a:pt x="2550327" y="0"/>
                  </a:lnTo>
                  <a:lnTo>
                    <a:pt x="2557677" y="0"/>
                  </a:lnTo>
                  <a:lnTo>
                    <a:pt x="2565026" y="0"/>
                  </a:lnTo>
                  <a:lnTo>
                    <a:pt x="2572376" y="0"/>
                  </a:lnTo>
                  <a:lnTo>
                    <a:pt x="2579726" y="0"/>
                  </a:lnTo>
                  <a:lnTo>
                    <a:pt x="2587075" y="0"/>
                  </a:lnTo>
                  <a:lnTo>
                    <a:pt x="2594425" y="0"/>
                  </a:lnTo>
                  <a:lnTo>
                    <a:pt x="2601775" y="0"/>
                  </a:lnTo>
                  <a:lnTo>
                    <a:pt x="2609124" y="0"/>
                  </a:lnTo>
                  <a:lnTo>
                    <a:pt x="2616474" y="0"/>
                  </a:lnTo>
                  <a:lnTo>
                    <a:pt x="2623824" y="0"/>
                  </a:lnTo>
                  <a:lnTo>
                    <a:pt x="2631173" y="0"/>
                  </a:lnTo>
                  <a:lnTo>
                    <a:pt x="2638523" y="0"/>
                  </a:lnTo>
                  <a:lnTo>
                    <a:pt x="2645873" y="0"/>
                  </a:lnTo>
                  <a:lnTo>
                    <a:pt x="2653222" y="0"/>
                  </a:lnTo>
                  <a:lnTo>
                    <a:pt x="2660572" y="0"/>
                  </a:lnTo>
                  <a:lnTo>
                    <a:pt x="2667921" y="0"/>
                  </a:lnTo>
                  <a:lnTo>
                    <a:pt x="2675271" y="0"/>
                  </a:lnTo>
                  <a:lnTo>
                    <a:pt x="2682621" y="0"/>
                  </a:lnTo>
                  <a:lnTo>
                    <a:pt x="2689970" y="0"/>
                  </a:lnTo>
                  <a:lnTo>
                    <a:pt x="2697320" y="0"/>
                  </a:lnTo>
                  <a:lnTo>
                    <a:pt x="2704670" y="0"/>
                  </a:lnTo>
                  <a:lnTo>
                    <a:pt x="2712019" y="0"/>
                  </a:lnTo>
                  <a:lnTo>
                    <a:pt x="2719369" y="0"/>
                  </a:lnTo>
                  <a:lnTo>
                    <a:pt x="2726719" y="0"/>
                  </a:lnTo>
                  <a:lnTo>
                    <a:pt x="2734068" y="0"/>
                  </a:lnTo>
                  <a:lnTo>
                    <a:pt x="2741418" y="0"/>
                  </a:lnTo>
                  <a:lnTo>
                    <a:pt x="2748768" y="0"/>
                  </a:lnTo>
                  <a:lnTo>
                    <a:pt x="2756117" y="0"/>
                  </a:lnTo>
                  <a:lnTo>
                    <a:pt x="2763467" y="0"/>
                  </a:lnTo>
                  <a:lnTo>
                    <a:pt x="2770817" y="0"/>
                  </a:lnTo>
                  <a:lnTo>
                    <a:pt x="2778166" y="0"/>
                  </a:lnTo>
                  <a:lnTo>
                    <a:pt x="2785516" y="0"/>
                  </a:lnTo>
                  <a:lnTo>
                    <a:pt x="2792865" y="0"/>
                  </a:lnTo>
                  <a:lnTo>
                    <a:pt x="2800215" y="0"/>
                  </a:lnTo>
                  <a:lnTo>
                    <a:pt x="2807565" y="0"/>
                  </a:lnTo>
                  <a:lnTo>
                    <a:pt x="2814914" y="0"/>
                  </a:lnTo>
                  <a:lnTo>
                    <a:pt x="2822264" y="0"/>
                  </a:lnTo>
                  <a:lnTo>
                    <a:pt x="2829614" y="0"/>
                  </a:lnTo>
                  <a:lnTo>
                    <a:pt x="2836963" y="0"/>
                  </a:lnTo>
                  <a:lnTo>
                    <a:pt x="2844313" y="0"/>
                  </a:lnTo>
                  <a:lnTo>
                    <a:pt x="2851663" y="0"/>
                  </a:lnTo>
                  <a:lnTo>
                    <a:pt x="2859012" y="0"/>
                  </a:lnTo>
                  <a:lnTo>
                    <a:pt x="2866362" y="0"/>
                  </a:lnTo>
                  <a:lnTo>
                    <a:pt x="2873712" y="0"/>
                  </a:lnTo>
                  <a:lnTo>
                    <a:pt x="2881061" y="0"/>
                  </a:lnTo>
                  <a:lnTo>
                    <a:pt x="2888411" y="0"/>
                  </a:lnTo>
                  <a:lnTo>
                    <a:pt x="2895761" y="0"/>
                  </a:lnTo>
                  <a:lnTo>
                    <a:pt x="2903110" y="0"/>
                  </a:lnTo>
                  <a:lnTo>
                    <a:pt x="2910460" y="0"/>
                  </a:lnTo>
                  <a:lnTo>
                    <a:pt x="2917809" y="0"/>
                  </a:lnTo>
                  <a:lnTo>
                    <a:pt x="2925159" y="0"/>
                  </a:lnTo>
                  <a:lnTo>
                    <a:pt x="2932509" y="0"/>
                  </a:lnTo>
                  <a:lnTo>
                    <a:pt x="2939858" y="0"/>
                  </a:lnTo>
                  <a:lnTo>
                    <a:pt x="2947208" y="0"/>
                  </a:lnTo>
                  <a:lnTo>
                    <a:pt x="2954558" y="0"/>
                  </a:lnTo>
                  <a:lnTo>
                    <a:pt x="2961907" y="0"/>
                  </a:lnTo>
                  <a:lnTo>
                    <a:pt x="2969257" y="0"/>
                  </a:lnTo>
                  <a:lnTo>
                    <a:pt x="2976607" y="0"/>
                  </a:lnTo>
                  <a:lnTo>
                    <a:pt x="2983956" y="0"/>
                  </a:lnTo>
                  <a:lnTo>
                    <a:pt x="2991306" y="0"/>
                  </a:lnTo>
                  <a:lnTo>
                    <a:pt x="2998656" y="0"/>
                  </a:lnTo>
                  <a:lnTo>
                    <a:pt x="3006005" y="0"/>
                  </a:lnTo>
                  <a:lnTo>
                    <a:pt x="3013355" y="0"/>
                  </a:lnTo>
                  <a:lnTo>
                    <a:pt x="3020705" y="0"/>
                  </a:lnTo>
                  <a:lnTo>
                    <a:pt x="3028054" y="0"/>
                  </a:lnTo>
                  <a:lnTo>
                    <a:pt x="3035404" y="0"/>
                  </a:lnTo>
                  <a:lnTo>
                    <a:pt x="3042753" y="0"/>
                  </a:lnTo>
                  <a:lnTo>
                    <a:pt x="3050103" y="0"/>
                  </a:lnTo>
                  <a:lnTo>
                    <a:pt x="3057453" y="0"/>
                  </a:lnTo>
                  <a:lnTo>
                    <a:pt x="3064802" y="0"/>
                  </a:lnTo>
                  <a:lnTo>
                    <a:pt x="3072152" y="0"/>
                  </a:lnTo>
                  <a:lnTo>
                    <a:pt x="3079502" y="0"/>
                  </a:lnTo>
                  <a:lnTo>
                    <a:pt x="3086851" y="0"/>
                  </a:lnTo>
                  <a:lnTo>
                    <a:pt x="3094201" y="0"/>
                  </a:lnTo>
                  <a:lnTo>
                    <a:pt x="3101551" y="0"/>
                  </a:lnTo>
                  <a:lnTo>
                    <a:pt x="3108900" y="0"/>
                  </a:lnTo>
                  <a:lnTo>
                    <a:pt x="3116250" y="0"/>
                  </a:lnTo>
                  <a:lnTo>
                    <a:pt x="3123600" y="0"/>
                  </a:lnTo>
                  <a:lnTo>
                    <a:pt x="3130949" y="0"/>
                  </a:lnTo>
                  <a:lnTo>
                    <a:pt x="3138299" y="0"/>
                  </a:lnTo>
                  <a:lnTo>
                    <a:pt x="3145649" y="0"/>
                  </a:lnTo>
                  <a:lnTo>
                    <a:pt x="3152998" y="0"/>
                  </a:lnTo>
                  <a:lnTo>
                    <a:pt x="3160348" y="0"/>
                  </a:lnTo>
                  <a:lnTo>
                    <a:pt x="3167697" y="0"/>
                  </a:lnTo>
                  <a:lnTo>
                    <a:pt x="3175047" y="0"/>
                  </a:lnTo>
                  <a:lnTo>
                    <a:pt x="3182397" y="0"/>
                  </a:lnTo>
                  <a:lnTo>
                    <a:pt x="3189746" y="0"/>
                  </a:lnTo>
                  <a:lnTo>
                    <a:pt x="3197096" y="0"/>
                  </a:lnTo>
                  <a:lnTo>
                    <a:pt x="3204446" y="0"/>
                  </a:lnTo>
                  <a:lnTo>
                    <a:pt x="3211795" y="0"/>
                  </a:lnTo>
                  <a:lnTo>
                    <a:pt x="3219145" y="0"/>
                  </a:lnTo>
                  <a:lnTo>
                    <a:pt x="3226495" y="0"/>
                  </a:lnTo>
                  <a:lnTo>
                    <a:pt x="3233844" y="0"/>
                  </a:lnTo>
                  <a:lnTo>
                    <a:pt x="3241194" y="0"/>
                  </a:lnTo>
                  <a:lnTo>
                    <a:pt x="3248544" y="0"/>
                  </a:lnTo>
                  <a:lnTo>
                    <a:pt x="3255893" y="0"/>
                  </a:lnTo>
                  <a:lnTo>
                    <a:pt x="3263243" y="0"/>
                  </a:lnTo>
                  <a:lnTo>
                    <a:pt x="3270593" y="0"/>
                  </a:lnTo>
                  <a:lnTo>
                    <a:pt x="3277942" y="0"/>
                  </a:lnTo>
                  <a:lnTo>
                    <a:pt x="3285292" y="0"/>
                  </a:lnTo>
                  <a:lnTo>
                    <a:pt x="3292641" y="0"/>
                  </a:lnTo>
                  <a:lnTo>
                    <a:pt x="3299991" y="0"/>
                  </a:lnTo>
                  <a:lnTo>
                    <a:pt x="3307341" y="0"/>
                  </a:lnTo>
                  <a:lnTo>
                    <a:pt x="3314690" y="0"/>
                  </a:lnTo>
                  <a:lnTo>
                    <a:pt x="3322040" y="0"/>
                  </a:lnTo>
                  <a:lnTo>
                    <a:pt x="3329390" y="0"/>
                  </a:lnTo>
                  <a:lnTo>
                    <a:pt x="3336739" y="0"/>
                  </a:lnTo>
                  <a:lnTo>
                    <a:pt x="3344089" y="0"/>
                  </a:lnTo>
                  <a:lnTo>
                    <a:pt x="3351439" y="0"/>
                  </a:lnTo>
                  <a:lnTo>
                    <a:pt x="3358788" y="0"/>
                  </a:lnTo>
                  <a:lnTo>
                    <a:pt x="3366138" y="0"/>
                  </a:lnTo>
                  <a:lnTo>
                    <a:pt x="3373488" y="0"/>
                  </a:lnTo>
                  <a:lnTo>
                    <a:pt x="3380837" y="0"/>
                  </a:lnTo>
                  <a:lnTo>
                    <a:pt x="3388187" y="0"/>
                  </a:lnTo>
                  <a:lnTo>
                    <a:pt x="3395537" y="0"/>
                  </a:lnTo>
                  <a:lnTo>
                    <a:pt x="3402886" y="0"/>
                  </a:lnTo>
                  <a:lnTo>
                    <a:pt x="3410236" y="0"/>
                  </a:lnTo>
                  <a:lnTo>
                    <a:pt x="3417585" y="0"/>
                  </a:lnTo>
                  <a:lnTo>
                    <a:pt x="3424935" y="0"/>
                  </a:lnTo>
                  <a:lnTo>
                    <a:pt x="3432285" y="0"/>
                  </a:lnTo>
                  <a:lnTo>
                    <a:pt x="3439634" y="0"/>
                  </a:lnTo>
                  <a:lnTo>
                    <a:pt x="3446984" y="0"/>
                  </a:lnTo>
                  <a:lnTo>
                    <a:pt x="3454334" y="0"/>
                  </a:lnTo>
                  <a:lnTo>
                    <a:pt x="3461683" y="0"/>
                  </a:lnTo>
                  <a:lnTo>
                    <a:pt x="3469033" y="0"/>
                  </a:lnTo>
                  <a:lnTo>
                    <a:pt x="3476383" y="0"/>
                  </a:lnTo>
                  <a:lnTo>
                    <a:pt x="3483732" y="0"/>
                  </a:lnTo>
                  <a:lnTo>
                    <a:pt x="3491082" y="0"/>
                  </a:lnTo>
                  <a:lnTo>
                    <a:pt x="3498432" y="0"/>
                  </a:lnTo>
                  <a:lnTo>
                    <a:pt x="3505781" y="0"/>
                  </a:lnTo>
                  <a:lnTo>
                    <a:pt x="3513131" y="0"/>
                  </a:lnTo>
                  <a:lnTo>
                    <a:pt x="3520481" y="0"/>
                  </a:lnTo>
                  <a:lnTo>
                    <a:pt x="3527830" y="0"/>
                  </a:lnTo>
                  <a:lnTo>
                    <a:pt x="3535180" y="0"/>
                  </a:lnTo>
                  <a:lnTo>
                    <a:pt x="3542529" y="0"/>
                  </a:lnTo>
                  <a:lnTo>
                    <a:pt x="3549879" y="0"/>
                  </a:lnTo>
                  <a:lnTo>
                    <a:pt x="3557229" y="0"/>
                  </a:lnTo>
                  <a:lnTo>
                    <a:pt x="3564578" y="0"/>
                  </a:lnTo>
                  <a:lnTo>
                    <a:pt x="3571928" y="0"/>
                  </a:lnTo>
                  <a:lnTo>
                    <a:pt x="3579278" y="0"/>
                  </a:lnTo>
                  <a:lnTo>
                    <a:pt x="3586627" y="0"/>
                  </a:lnTo>
                  <a:lnTo>
                    <a:pt x="3593977" y="0"/>
                  </a:lnTo>
                  <a:lnTo>
                    <a:pt x="3601327" y="0"/>
                  </a:lnTo>
                  <a:lnTo>
                    <a:pt x="3608676" y="0"/>
                  </a:lnTo>
                  <a:lnTo>
                    <a:pt x="3616026" y="0"/>
                  </a:lnTo>
                  <a:lnTo>
                    <a:pt x="3623376" y="0"/>
                  </a:lnTo>
                  <a:lnTo>
                    <a:pt x="3630725" y="0"/>
                  </a:lnTo>
                  <a:lnTo>
                    <a:pt x="3638075" y="0"/>
                  </a:lnTo>
                  <a:lnTo>
                    <a:pt x="3645425" y="0"/>
                  </a:lnTo>
                  <a:lnTo>
                    <a:pt x="3652774" y="0"/>
                  </a:lnTo>
                  <a:lnTo>
                    <a:pt x="3660124" y="0"/>
                  </a:lnTo>
                  <a:lnTo>
                    <a:pt x="3667473" y="0"/>
                  </a:lnTo>
                  <a:lnTo>
                    <a:pt x="3674823" y="0"/>
                  </a:lnTo>
                  <a:lnTo>
                    <a:pt x="3674823" y="112653"/>
                  </a:lnTo>
                  <a:lnTo>
                    <a:pt x="3667473" y="112653"/>
                  </a:lnTo>
                  <a:lnTo>
                    <a:pt x="3660124" y="112653"/>
                  </a:lnTo>
                  <a:lnTo>
                    <a:pt x="3652774" y="112653"/>
                  </a:lnTo>
                  <a:lnTo>
                    <a:pt x="3645425" y="112653"/>
                  </a:lnTo>
                  <a:lnTo>
                    <a:pt x="3638075" y="112653"/>
                  </a:lnTo>
                  <a:lnTo>
                    <a:pt x="3630725" y="112653"/>
                  </a:lnTo>
                  <a:lnTo>
                    <a:pt x="3623376" y="112653"/>
                  </a:lnTo>
                  <a:lnTo>
                    <a:pt x="3616026" y="112653"/>
                  </a:lnTo>
                  <a:lnTo>
                    <a:pt x="3608676" y="112653"/>
                  </a:lnTo>
                  <a:lnTo>
                    <a:pt x="3601327" y="112653"/>
                  </a:lnTo>
                  <a:lnTo>
                    <a:pt x="3593977" y="112653"/>
                  </a:lnTo>
                  <a:lnTo>
                    <a:pt x="3586627" y="112653"/>
                  </a:lnTo>
                  <a:lnTo>
                    <a:pt x="3579278" y="112653"/>
                  </a:lnTo>
                  <a:lnTo>
                    <a:pt x="3571928" y="112653"/>
                  </a:lnTo>
                  <a:lnTo>
                    <a:pt x="3564578" y="112653"/>
                  </a:lnTo>
                  <a:lnTo>
                    <a:pt x="3557229" y="112653"/>
                  </a:lnTo>
                  <a:lnTo>
                    <a:pt x="3549879" y="112653"/>
                  </a:lnTo>
                  <a:lnTo>
                    <a:pt x="3542529" y="112653"/>
                  </a:lnTo>
                  <a:lnTo>
                    <a:pt x="3535180" y="112653"/>
                  </a:lnTo>
                  <a:lnTo>
                    <a:pt x="3527830" y="112653"/>
                  </a:lnTo>
                  <a:lnTo>
                    <a:pt x="3520481" y="112653"/>
                  </a:lnTo>
                  <a:lnTo>
                    <a:pt x="3513131" y="112653"/>
                  </a:lnTo>
                  <a:lnTo>
                    <a:pt x="3505781" y="112653"/>
                  </a:lnTo>
                  <a:lnTo>
                    <a:pt x="3498432" y="112653"/>
                  </a:lnTo>
                  <a:lnTo>
                    <a:pt x="3491082" y="112653"/>
                  </a:lnTo>
                  <a:lnTo>
                    <a:pt x="3483732" y="112653"/>
                  </a:lnTo>
                  <a:lnTo>
                    <a:pt x="3476383" y="112653"/>
                  </a:lnTo>
                  <a:lnTo>
                    <a:pt x="3469033" y="112653"/>
                  </a:lnTo>
                  <a:lnTo>
                    <a:pt x="3461683" y="112653"/>
                  </a:lnTo>
                  <a:lnTo>
                    <a:pt x="3454334" y="112653"/>
                  </a:lnTo>
                  <a:lnTo>
                    <a:pt x="3446984" y="112653"/>
                  </a:lnTo>
                  <a:lnTo>
                    <a:pt x="3439634" y="112653"/>
                  </a:lnTo>
                  <a:lnTo>
                    <a:pt x="3432285" y="112653"/>
                  </a:lnTo>
                  <a:lnTo>
                    <a:pt x="3424935" y="112653"/>
                  </a:lnTo>
                  <a:lnTo>
                    <a:pt x="3417585" y="112653"/>
                  </a:lnTo>
                  <a:lnTo>
                    <a:pt x="3410236" y="112653"/>
                  </a:lnTo>
                  <a:lnTo>
                    <a:pt x="3402886" y="112653"/>
                  </a:lnTo>
                  <a:lnTo>
                    <a:pt x="3395537" y="112653"/>
                  </a:lnTo>
                  <a:lnTo>
                    <a:pt x="3388187" y="112653"/>
                  </a:lnTo>
                  <a:lnTo>
                    <a:pt x="3380837" y="112653"/>
                  </a:lnTo>
                  <a:lnTo>
                    <a:pt x="3373488" y="112653"/>
                  </a:lnTo>
                  <a:lnTo>
                    <a:pt x="3366138" y="112653"/>
                  </a:lnTo>
                  <a:lnTo>
                    <a:pt x="3358788" y="112653"/>
                  </a:lnTo>
                  <a:lnTo>
                    <a:pt x="3351439" y="112653"/>
                  </a:lnTo>
                  <a:lnTo>
                    <a:pt x="3344089" y="112653"/>
                  </a:lnTo>
                  <a:lnTo>
                    <a:pt x="3336739" y="112653"/>
                  </a:lnTo>
                  <a:lnTo>
                    <a:pt x="3329390" y="112653"/>
                  </a:lnTo>
                  <a:lnTo>
                    <a:pt x="3322040" y="112653"/>
                  </a:lnTo>
                  <a:lnTo>
                    <a:pt x="3314690" y="112653"/>
                  </a:lnTo>
                  <a:lnTo>
                    <a:pt x="3307341" y="112653"/>
                  </a:lnTo>
                  <a:lnTo>
                    <a:pt x="3299991" y="112653"/>
                  </a:lnTo>
                  <a:lnTo>
                    <a:pt x="3292641" y="112653"/>
                  </a:lnTo>
                  <a:lnTo>
                    <a:pt x="3285292" y="112653"/>
                  </a:lnTo>
                  <a:lnTo>
                    <a:pt x="3277942" y="112653"/>
                  </a:lnTo>
                  <a:lnTo>
                    <a:pt x="3270593" y="112653"/>
                  </a:lnTo>
                  <a:lnTo>
                    <a:pt x="3263243" y="112653"/>
                  </a:lnTo>
                  <a:lnTo>
                    <a:pt x="3255893" y="112653"/>
                  </a:lnTo>
                  <a:lnTo>
                    <a:pt x="3248544" y="112653"/>
                  </a:lnTo>
                  <a:lnTo>
                    <a:pt x="3241194" y="112653"/>
                  </a:lnTo>
                  <a:lnTo>
                    <a:pt x="3233844" y="112653"/>
                  </a:lnTo>
                  <a:lnTo>
                    <a:pt x="3226495" y="112653"/>
                  </a:lnTo>
                  <a:lnTo>
                    <a:pt x="3219145" y="112653"/>
                  </a:lnTo>
                  <a:lnTo>
                    <a:pt x="3211795" y="112653"/>
                  </a:lnTo>
                  <a:lnTo>
                    <a:pt x="3204446" y="112653"/>
                  </a:lnTo>
                  <a:lnTo>
                    <a:pt x="3197096" y="112653"/>
                  </a:lnTo>
                  <a:lnTo>
                    <a:pt x="3189746" y="112653"/>
                  </a:lnTo>
                  <a:lnTo>
                    <a:pt x="3182397" y="112653"/>
                  </a:lnTo>
                  <a:lnTo>
                    <a:pt x="3175047" y="112653"/>
                  </a:lnTo>
                  <a:lnTo>
                    <a:pt x="3167697" y="112653"/>
                  </a:lnTo>
                  <a:lnTo>
                    <a:pt x="3160348" y="112653"/>
                  </a:lnTo>
                  <a:lnTo>
                    <a:pt x="3152998" y="112653"/>
                  </a:lnTo>
                  <a:lnTo>
                    <a:pt x="3145649" y="112653"/>
                  </a:lnTo>
                  <a:lnTo>
                    <a:pt x="3138299" y="112653"/>
                  </a:lnTo>
                  <a:lnTo>
                    <a:pt x="3130949" y="112653"/>
                  </a:lnTo>
                  <a:lnTo>
                    <a:pt x="3123600" y="112653"/>
                  </a:lnTo>
                  <a:lnTo>
                    <a:pt x="3116250" y="112653"/>
                  </a:lnTo>
                  <a:lnTo>
                    <a:pt x="3108900" y="112653"/>
                  </a:lnTo>
                  <a:lnTo>
                    <a:pt x="3101551" y="112653"/>
                  </a:lnTo>
                  <a:lnTo>
                    <a:pt x="3094201" y="112653"/>
                  </a:lnTo>
                  <a:lnTo>
                    <a:pt x="3086851" y="112653"/>
                  </a:lnTo>
                  <a:lnTo>
                    <a:pt x="3079502" y="112653"/>
                  </a:lnTo>
                  <a:lnTo>
                    <a:pt x="3072152" y="112653"/>
                  </a:lnTo>
                  <a:lnTo>
                    <a:pt x="3064802" y="112653"/>
                  </a:lnTo>
                  <a:lnTo>
                    <a:pt x="3057453" y="112653"/>
                  </a:lnTo>
                  <a:lnTo>
                    <a:pt x="3050103" y="112653"/>
                  </a:lnTo>
                  <a:lnTo>
                    <a:pt x="3042753" y="112653"/>
                  </a:lnTo>
                  <a:lnTo>
                    <a:pt x="3035404" y="112653"/>
                  </a:lnTo>
                  <a:lnTo>
                    <a:pt x="3028054" y="112653"/>
                  </a:lnTo>
                  <a:lnTo>
                    <a:pt x="3020705" y="112653"/>
                  </a:lnTo>
                  <a:lnTo>
                    <a:pt x="3013355" y="112653"/>
                  </a:lnTo>
                  <a:lnTo>
                    <a:pt x="3006005" y="112653"/>
                  </a:lnTo>
                  <a:lnTo>
                    <a:pt x="2998656" y="112653"/>
                  </a:lnTo>
                  <a:lnTo>
                    <a:pt x="2991306" y="112653"/>
                  </a:lnTo>
                  <a:lnTo>
                    <a:pt x="2983956" y="112653"/>
                  </a:lnTo>
                  <a:lnTo>
                    <a:pt x="2976607" y="112653"/>
                  </a:lnTo>
                  <a:lnTo>
                    <a:pt x="2969257" y="112653"/>
                  </a:lnTo>
                  <a:lnTo>
                    <a:pt x="2961907" y="112653"/>
                  </a:lnTo>
                  <a:lnTo>
                    <a:pt x="2954558" y="112653"/>
                  </a:lnTo>
                  <a:lnTo>
                    <a:pt x="2947208" y="112653"/>
                  </a:lnTo>
                  <a:lnTo>
                    <a:pt x="2939858" y="112653"/>
                  </a:lnTo>
                  <a:lnTo>
                    <a:pt x="2932509" y="112653"/>
                  </a:lnTo>
                  <a:lnTo>
                    <a:pt x="2925159" y="112653"/>
                  </a:lnTo>
                  <a:lnTo>
                    <a:pt x="2917809" y="112653"/>
                  </a:lnTo>
                  <a:lnTo>
                    <a:pt x="2910460" y="112653"/>
                  </a:lnTo>
                  <a:lnTo>
                    <a:pt x="2903110" y="112653"/>
                  </a:lnTo>
                  <a:lnTo>
                    <a:pt x="2895761" y="112653"/>
                  </a:lnTo>
                  <a:lnTo>
                    <a:pt x="2888411" y="112653"/>
                  </a:lnTo>
                  <a:lnTo>
                    <a:pt x="2881061" y="112653"/>
                  </a:lnTo>
                  <a:lnTo>
                    <a:pt x="2873712" y="112653"/>
                  </a:lnTo>
                  <a:lnTo>
                    <a:pt x="2866362" y="112653"/>
                  </a:lnTo>
                  <a:lnTo>
                    <a:pt x="2859012" y="112653"/>
                  </a:lnTo>
                  <a:lnTo>
                    <a:pt x="2851663" y="112653"/>
                  </a:lnTo>
                  <a:lnTo>
                    <a:pt x="2844313" y="112653"/>
                  </a:lnTo>
                  <a:lnTo>
                    <a:pt x="2836963" y="112653"/>
                  </a:lnTo>
                  <a:lnTo>
                    <a:pt x="2829614" y="112653"/>
                  </a:lnTo>
                  <a:lnTo>
                    <a:pt x="2822264" y="112653"/>
                  </a:lnTo>
                  <a:lnTo>
                    <a:pt x="2814914" y="112653"/>
                  </a:lnTo>
                  <a:lnTo>
                    <a:pt x="2807565" y="112653"/>
                  </a:lnTo>
                  <a:lnTo>
                    <a:pt x="2800215" y="112653"/>
                  </a:lnTo>
                  <a:lnTo>
                    <a:pt x="2792865" y="112653"/>
                  </a:lnTo>
                  <a:lnTo>
                    <a:pt x="2785516" y="112653"/>
                  </a:lnTo>
                  <a:lnTo>
                    <a:pt x="2778166" y="112653"/>
                  </a:lnTo>
                  <a:lnTo>
                    <a:pt x="2770817" y="112653"/>
                  </a:lnTo>
                  <a:lnTo>
                    <a:pt x="2763467" y="112653"/>
                  </a:lnTo>
                  <a:lnTo>
                    <a:pt x="2756117" y="112653"/>
                  </a:lnTo>
                  <a:lnTo>
                    <a:pt x="2748768" y="112653"/>
                  </a:lnTo>
                  <a:lnTo>
                    <a:pt x="2741418" y="112653"/>
                  </a:lnTo>
                  <a:lnTo>
                    <a:pt x="2734068" y="112653"/>
                  </a:lnTo>
                  <a:lnTo>
                    <a:pt x="2726719" y="112653"/>
                  </a:lnTo>
                  <a:lnTo>
                    <a:pt x="2719369" y="112653"/>
                  </a:lnTo>
                  <a:lnTo>
                    <a:pt x="2712019" y="112653"/>
                  </a:lnTo>
                  <a:lnTo>
                    <a:pt x="2704670" y="112653"/>
                  </a:lnTo>
                  <a:lnTo>
                    <a:pt x="2697320" y="112653"/>
                  </a:lnTo>
                  <a:lnTo>
                    <a:pt x="2689970" y="112653"/>
                  </a:lnTo>
                  <a:lnTo>
                    <a:pt x="2682621" y="112653"/>
                  </a:lnTo>
                  <a:lnTo>
                    <a:pt x="2675271" y="112653"/>
                  </a:lnTo>
                  <a:lnTo>
                    <a:pt x="2667921" y="112653"/>
                  </a:lnTo>
                  <a:lnTo>
                    <a:pt x="2660572" y="112653"/>
                  </a:lnTo>
                  <a:lnTo>
                    <a:pt x="2653222" y="112653"/>
                  </a:lnTo>
                  <a:lnTo>
                    <a:pt x="2645873" y="112653"/>
                  </a:lnTo>
                  <a:lnTo>
                    <a:pt x="2638523" y="112653"/>
                  </a:lnTo>
                  <a:lnTo>
                    <a:pt x="2631173" y="112653"/>
                  </a:lnTo>
                  <a:lnTo>
                    <a:pt x="2623824" y="112653"/>
                  </a:lnTo>
                  <a:lnTo>
                    <a:pt x="2616474" y="112653"/>
                  </a:lnTo>
                  <a:lnTo>
                    <a:pt x="2609124" y="112653"/>
                  </a:lnTo>
                  <a:lnTo>
                    <a:pt x="2601775" y="112653"/>
                  </a:lnTo>
                  <a:lnTo>
                    <a:pt x="2594425" y="112653"/>
                  </a:lnTo>
                  <a:lnTo>
                    <a:pt x="2587075" y="112653"/>
                  </a:lnTo>
                  <a:lnTo>
                    <a:pt x="2579726" y="112653"/>
                  </a:lnTo>
                  <a:lnTo>
                    <a:pt x="2572376" y="112653"/>
                  </a:lnTo>
                  <a:lnTo>
                    <a:pt x="2565026" y="112653"/>
                  </a:lnTo>
                  <a:lnTo>
                    <a:pt x="2557677" y="112653"/>
                  </a:lnTo>
                  <a:lnTo>
                    <a:pt x="2550327" y="112653"/>
                  </a:lnTo>
                  <a:lnTo>
                    <a:pt x="2542977" y="112653"/>
                  </a:lnTo>
                  <a:lnTo>
                    <a:pt x="2535628" y="112653"/>
                  </a:lnTo>
                  <a:lnTo>
                    <a:pt x="2528278" y="112653"/>
                  </a:lnTo>
                  <a:lnTo>
                    <a:pt x="2520929" y="112653"/>
                  </a:lnTo>
                  <a:lnTo>
                    <a:pt x="2513579" y="112653"/>
                  </a:lnTo>
                  <a:lnTo>
                    <a:pt x="2506229" y="112653"/>
                  </a:lnTo>
                  <a:lnTo>
                    <a:pt x="2498880" y="112653"/>
                  </a:lnTo>
                  <a:lnTo>
                    <a:pt x="2491530" y="112653"/>
                  </a:lnTo>
                  <a:lnTo>
                    <a:pt x="2484180" y="112653"/>
                  </a:lnTo>
                  <a:lnTo>
                    <a:pt x="2476831" y="112653"/>
                  </a:lnTo>
                  <a:lnTo>
                    <a:pt x="2469481" y="112653"/>
                  </a:lnTo>
                  <a:lnTo>
                    <a:pt x="2462131" y="112653"/>
                  </a:lnTo>
                  <a:lnTo>
                    <a:pt x="2454782" y="112653"/>
                  </a:lnTo>
                  <a:lnTo>
                    <a:pt x="2447432" y="112653"/>
                  </a:lnTo>
                  <a:lnTo>
                    <a:pt x="2440082" y="112653"/>
                  </a:lnTo>
                  <a:lnTo>
                    <a:pt x="2432733" y="112653"/>
                  </a:lnTo>
                  <a:lnTo>
                    <a:pt x="2425383" y="112653"/>
                  </a:lnTo>
                  <a:lnTo>
                    <a:pt x="2418033" y="112653"/>
                  </a:lnTo>
                  <a:lnTo>
                    <a:pt x="2410684" y="112653"/>
                  </a:lnTo>
                  <a:lnTo>
                    <a:pt x="2403334" y="112653"/>
                  </a:lnTo>
                  <a:lnTo>
                    <a:pt x="2395985" y="112653"/>
                  </a:lnTo>
                  <a:lnTo>
                    <a:pt x="2388635" y="112653"/>
                  </a:lnTo>
                  <a:lnTo>
                    <a:pt x="2381285" y="112653"/>
                  </a:lnTo>
                  <a:lnTo>
                    <a:pt x="2373936" y="112653"/>
                  </a:lnTo>
                  <a:lnTo>
                    <a:pt x="2366586" y="112653"/>
                  </a:lnTo>
                  <a:lnTo>
                    <a:pt x="2359236" y="112653"/>
                  </a:lnTo>
                  <a:lnTo>
                    <a:pt x="2351887" y="112653"/>
                  </a:lnTo>
                  <a:lnTo>
                    <a:pt x="2344537" y="112653"/>
                  </a:lnTo>
                  <a:lnTo>
                    <a:pt x="2337187" y="112653"/>
                  </a:lnTo>
                  <a:lnTo>
                    <a:pt x="2329838" y="112653"/>
                  </a:lnTo>
                  <a:lnTo>
                    <a:pt x="2322488" y="112653"/>
                  </a:lnTo>
                  <a:lnTo>
                    <a:pt x="2315138" y="112653"/>
                  </a:lnTo>
                  <a:lnTo>
                    <a:pt x="2307789" y="112653"/>
                  </a:lnTo>
                  <a:lnTo>
                    <a:pt x="2300439" y="112653"/>
                  </a:lnTo>
                  <a:lnTo>
                    <a:pt x="2293089" y="112653"/>
                  </a:lnTo>
                  <a:lnTo>
                    <a:pt x="2285740" y="112653"/>
                  </a:lnTo>
                  <a:lnTo>
                    <a:pt x="2278390" y="112653"/>
                  </a:lnTo>
                  <a:lnTo>
                    <a:pt x="2271041" y="112653"/>
                  </a:lnTo>
                  <a:lnTo>
                    <a:pt x="2263691" y="112653"/>
                  </a:lnTo>
                  <a:lnTo>
                    <a:pt x="2256341" y="112653"/>
                  </a:lnTo>
                  <a:lnTo>
                    <a:pt x="2248992" y="112653"/>
                  </a:lnTo>
                  <a:lnTo>
                    <a:pt x="2241642" y="112653"/>
                  </a:lnTo>
                  <a:lnTo>
                    <a:pt x="2234292" y="112653"/>
                  </a:lnTo>
                  <a:lnTo>
                    <a:pt x="2226943" y="112653"/>
                  </a:lnTo>
                  <a:lnTo>
                    <a:pt x="2219593" y="112653"/>
                  </a:lnTo>
                  <a:lnTo>
                    <a:pt x="2212243" y="112653"/>
                  </a:lnTo>
                  <a:lnTo>
                    <a:pt x="2204894" y="112653"/>
                  </a:lnTo>
                  <a:lnTo>
                    <a:pt x="2197544" y="112653"/>
                  </a:lnTo>
                  <a:lnTo>
                    <a:pt x="2190194" y="112653"/>
                  </a:lnTo>
                  <a:lnTo>
                    <a:pt x="2182845" y="112653"/>
                  </a:lnTo>
                  <a:lnTo>
                    <a:pt x="2175495" y="112653"/>
                  </a:lnTo>
                  <a:lnTo>
                    <a:pt x="2168145" y="112653"/>
                  </a:lnTo>
                  <a:lnTo>
                    <a:pt x="2160796" y="112653"/>
                  </a:lnTo>
                  <a:lnTo>
                    <a:pt x="2153446" y="112653"/>
                  </a:lnTo>
                  <a:lnTo>
                    <a:pt x="2146096" y="112653"/>
                  </a:lnTo>
                  <a:lnTo>
                    <a:pt x="2138747" y="112653"/>
                  </a:lnTo>
                  <a:lnTo>
                    <a:pt x="2131397" y="112653"/>
                  </a:lnTo>
                  <a:lnTo>
                    <a:pt x="2124048" y="112653"/>
                  </a:lnTo>
                  <a:lnTo>
                    <a:pt x="2116698" y="112653"/>
                  </a:lnTo>
                  <a:lnTo>
                    <a:pt x="2109348" y="112653"/>
                  </a:lnTo>
                  <a:lnTo>
                    <a:pt x="2101999" y="112653"/>
                  </a:lnTo>
                  <a:lnTo>
                    <a:pt x="2094649" y="112653"/>
                  </a:lnTo>
                  <a:lnTo>
                    <a:pt x="2087299" y="112653"/>
                  </a:lnTo>
                  <a:lnTo>
                    <a:pt x="2079950" y="112653"/>
                  </a:lnTo>
                  <a:lnTo>
                    <a:pt x="2072600" y="112653"/>
                  </a:lnTo>
                  <a:lnTo>
                    <a:pt x="2065250" y="112653"/>
                  </a:lnTo>
                  <a:lnTo>
                    <a:pt x="2057901" y="112653"/>
                  </a:lnTo>
                  <a:lnTo>
                    <a:pt x="2050551" y="112653"/>
                  </a:lnTo>
                  <a:lnTo>
                    <a:pt x="2043201" y="112653"/>
                  </a:lnTo>
                  <a:lnTo>
                    <a:pt x="2035852" y="112653"/>
                  </a:lnTo>
                  <a:lnTo>
                    <a:pt x="2028502" y="112653"/>
                  </a:lnTo>
                  <a:lnTo>
                    <a:pt x="2021152" y="112653"/>
                  </a:lnTo>
                  <a:lnTo>
                    <a:pt x="2013803" y="112653"/>
                  </a:lnTo>
                  <a:lnTo>
                    <a:pt x="2006453" y="112653"/>
                  </a:lnTo>
                  <a:lnTo>
                    <a:pt x="1999104" y="112653"/>
                  </a:lnTo>
                  <a:lnTo>
                    <a:pt x="1991754" y="112653"/>
                  </a:lnTo>
                  <a:lnTo>
                    <a:pt x="1984404" y="112653"/>
                  </a:lnTo>
                  <a:lnTo>
                    <a:pt x="1977055" y="112653"/>
                  </a:lnTo>
                  <a:lnTo>
                    <a:pt x="1969705" y="112653"/>
                  </a:lnTo>
                  <a:lnTo>
                    <a:pt x="1962355" y="112653"/>
                  </a:lnTo>
                  <a:lnTo>
                    <a:pt x="1955006" y="112653"/>
                  </a:lnTo>
                  <a:lnTo>
                    <a:pt x="1947656" y="112653"/>
                  </a:lnTo>
                  <a:lnTo>
                    <a:pt x="1940306" y="112653"/>
                  </a:lnTo>
                  <a:lnTo>
                    <a:pt x="1932957" y="112653"/>
                  </a:lnTo>
                  <a:lnTo>
                    <a:pt x="1925607" y="112653"/>
                  </a:lnTo>
                  <a:lnTo>
                    <a:pt x="1918257" y="112653"/>
                  </a:lnTo>
                  <a:lnTo>
                    <a:pt x="1910908" y="112653"/>
                  </a:lnTo>
                  <a:lnTo>
                    <a:pt x="1903558" y="112653"/>
                  </a:lnTo>
                  <a:lnTo>
                    <a:pt x="1896208" y="112653"/>
                  </a:lnTo>
                  <a:lnTo>
                    <a:pt x="1888859" y="112653"/>
                  </a:lnTo>
                  <a:lnTo>
                    <a:pt x="1881509" y="112653"/>
                  </a:lnTo>
                  <a:lnTo>
                    <a:pt x="1874160" y="112653"/>
                  </a:lnTo>
                  <a:lnTo>
                    <a:pt x="1866810" y="112653"/>
                  </a:lnTo>
                  <a:lnTo>
                    <a:pt x="1859460" y="112653"/>
                  </a:lnTo>
                  <a:lnTo>
                    <a:pt x="1852111" y="112653"/>
                  </a:lnTo>
                  <a:lnTo>
                    <a:pt x="1844761" y="112653"/>
                  </a:lnTo>
                  <a:lnTo>
                    <a:pt x="1837411" y="112653"/>
                  </a:lnTo>
                  <a:lnTo>
                    <a:pt x="1830062" y="112653"/>
                  </a:lnTo>
                  <a:lnTo>
                    <a:pt x="1822712" y="112653"/>
                  </a:lnTo>
                  <a:lnTo>
                    <a:pt x="1815362" y="112653"/>
                  </a:lnTo>
                  <a:lnTo>
                    <a:pt x="1808013" y="112653"/>
                  </a:lnTo>
                  <a:lnTo>
                    <a:pt x="1800663" y="112653"/>
                  </a:lnTo>
                  <a:lnTo>
                    <a:pt x="1793313" y="112653"/>
                  </a:lnTo>
                  <a:lnTo>
                    <a:pt x="1785964" y="112653"/>
                  </a:lnTo>
                  <a:lnTo>
                    <a:pt x="1778614" y="112653"/>
                  </a:lnTo>
                  <a:lnTo>
                    <a:pt x="1771264" y="112653"/>
                  </a:lnTo>
                  <a:lnTo>
                    <a:pt x="1763915" y="112653"/>
                  </a:lnTo>
                  <a:lnTo>
                    <a:pt x="1756565" y="112653"/>
                  </a:lnTo>
                  <a:lnTo>
                    <a:pt x="1749216" y="112653"/>
                  </a:lnTo>
                  <a:lnTo>
                    <a:pt x="1741866" y="112653"/>
                  </a:lnTo>
                  <a:lnTo>
                    <a:pt x="1734516" y="112653"/>
                  </a:lnTo>
                  <a:lnTo>
                    <a:pt x="1727167" y="112653"/>
                  </a:lnTo>
                  <a:lnTo>
                    <a:pt x="1719817" y="112653"/>
                  </a:lnTo>
                  <a:lnTo>
                    <a:pt x="1712467" y="112653"/>
                  </a:lnTo>
                  <a:lnTo>
                    <a:pt x="1705118" y="112653"/>
                  </a:lnTo>
                  <a:lnTo>
                    <a:pt x="1697768" y="112653"/>
                  </a:lnTo>
                  <a:lnTo>
                    <a:pt x="1690418" y="112653"/>
                  </a:lnTo>
                  <a:lnTo>
                    <a:pt x="1683069" y="112653"/>
                  </a:lnTo>
                  <a:lnTo>
                    <a:pt x="1675719" y="112653"/>
                  </a:lnTo>
                  <a:lnTo>
                    <a:pt x="1668369" y="112653"/>
                  </a:lnTo>
                  <a:lnTo>
                    <a:pt x="1661020" y="112653"/>
                  </a:lnTo>
                  <a:lnTo>
                    <a:pt x="1653670" y="112653"/>
                  </a:lnTo>
                  <a:lnTo>
                    <a:pt x="1646320" y="112653"/>
                  </a:lnTo>
                  <a:lnTo>
                    <a:pt x="1638971" y="112653"/>
                  </a:lnTo>
                  <a:lnTo>
                    <a:pt x="1631621" y="112653"/>
                  </a:lnTo>
                  <a:lnTo>
                    <a:pt x="1624272" y="112653"/>
                  </a:lnTo>
                  <a:lnTo>
                    <a:pt x="1616922" y="112653"/>
                  </a:lnTo>
                  <a:lnTo>
                    <a:pt x="1609572" y="112653"/>
                  </a:lnTo>
                  <a:lnTo>
                    <a:pt x="1602223" y="112653"/>
                  </a:lnTo>
                  <a:lnTo>
                    <a:pt x="1594873" y="112653"/>
                  </a:lnTo>
                  <a:lnTo>
                    <a:pt x="1587523" y="112653"/>
                  </a:lnTo>
                  <a:lnTo>
                    <a:pt x="1580174" y="112653"/>
                  </a:lnTo>
                  <a:lnTo>
                    <a:pt x="1572824" y="112653"/>
                  </a:lnTo>
                  <a:lnTo>
                    <a:pt x="1565474" y="112653"/>
                  </a:lnTo>
                  <a:lnTo>
                    <a:pt x="1558125" y="112653"/>
                  </a:lnTo>
                  <a:lnTo>
                    <a:pt x="1550775" y="112653"/>
                  </a:lnTo>
                  <a:lnTo>
                    <a:pt x="1543425" y="112653"/>
                  </a:lnTo>
                  <a:lnTo>
                    <a:pt x="1536076" y="112653"/>
                  </a:lnTo>
                  <a:lnTo>
                    <a:pt x="1528726" y="112653"/>
                  </a:lnTo>
                  <a:lnTo>
                    <a:pt x="1521376" y="112653"/>
                  </a:lnTo>
                  <a:lnTo>
                    <a:pt x="1514027" y="112653"/>
                  </a:lnTo>
                  <a:lnTo>
                    <a:pt x="1506677" y="112653"/>
                  </a:lnTo>
                  <a:lnTo>
                    <a:pt x="1499328" y="112653"/>
                  </a:lnTo>
                  <a:lnTo>
                    <a:pt x="1491978" y="112653"/>
                  </a:lnTo>
                  <a:lnTo>
                    <a:pt x="1484628" y="112653"/>
                  </a:lnTo>
                  <a:lnTo>
                    <a:pt x="1477279" y="112653"/>
                  </a:lnTo>
                  <a:lnTo>
                    <a:pt x="1469929" y="112653"/>
                  </a:lnTo>
                  <a:lnTo>
                    <a:pt x="1462579" y="112653"/>
                  </a:lnTo>
                  <a:lnTo>
                    <a:pt x="1455230" y="112653"/>
                  </a:lnTo>
                  <a:lnTo>
                    <a:pt x="1447880" y="112653"/>
                  </a:lnTo>
                  <a:lnTo>
                    <a:pt x="1440530" y="112653"/>
                  </a:lnTo>
                  <a:lnTo>
                    <a:pt x="1433181" y="112653"/>
                  </a:lnTo>
                  <a:lnTo>
                    <a:pt x="1425831" y="112653"/>
                  </a:lnTo>
                  <a:lnTo>
                    <a:pt x="1418481" y="112653"/>
                  </a:lnTo>
                  <a:lnTo>
                    <a:pt x="1411132" y="112653"/>
                  </a:lnTo>
                  <a:lnTo>
                    <a:pt x="1403782" y="112653"/>
                  </a:lnTo>
                  <a:lnTo>
                    <a:pt x="1396432" y="112653"/>
                  </a:lnTo>
                  <a:lnTo>
                    <a:pt x="1389083" y="112653"/>
                  </a:lnTo>
                  <a:lnTo>
                    <a:pt x="1381733" y="112653"/>
                  </a:lnTo>
                  <a:lnTo>
                    <a:pt x="1374384" y="112653"/>
                  </a:lnTo>
                  <a:lnTo>
                    <a:pt x="1367034" y="112653"/>
                  </a:lnTo>
                  <a:lnTo>
                    <a:pt x="1359684" y="112653"/>
                  </a:lnTo>
                  <a:lnTo>
                    <a:pt x="1352335" y="112653"/>
                  </a:lnTo>
                  <a:lnTo>
                    <a:pt x="1344985" y="112653"/>
                  </a:lnTo>
                  <a:lnTo>
                    <a:pt x="1337635" y="112653"/>
                  </a:lnTo>
                  <a:lnTo>
                    <a:pt x="1330286" y="112653"/>
                  </a:lnTo>
                  <a:lnTo>
                    <a:pt x="1322936" y="112653"/>
                  </a:lnTo>
                  <a:lnTo>
                    <a:pt x="1315586" y="112653"/>
                  </a:lnTo>
                  <a:lnTo>
                    <a:pt x="1308237" y="112653"/>
                  </a:lnTo>
                  <a:lnTo>
                    <a:pt x="1300887" y="112653"/>
                  </a:lnTo>
                  <a:lnTo>
                    <a:pt x="1293537" y="112653"/>
                  </a:lnTo>
                  <a:lnTo>
                    <a:pt x="1286188" y="112653"/>
                  </a:lnTo>
                  <a:lnTo>
                    <a:pt x="1278838" y="112653"/>
                  </a:lnTo>
                  <a:lnTo>
                    <a:pt x="1271488" y="112653"/>
                  </a:lnTo>
                  <a:lnTo>
                    <a:pt x="1264139" y="112653"/>
                  </a:lnTo>
                  <a:lnTo>
                    <a:pt x="1256789" y="112653"/>
                  </a:lnTo>
                  <a:lnTo>
                    <a:pt x="1249440" y="112653"/>
                  </a:lnTo>
                  <a:lnTo>
                    <a:pt x="1242090" y="112653"/>
                  </a:lnTo>
                  <a:lnTo>
                    <a:pt x="1234740" y="112653"/>
                  </a:lnTo>
                  <a:lnTo>
                    <a:pt x="1227391" y="112653"/>
                  </a:lnTo>
                  <a:lnTo>
                    <a:pt x="1220041" y="112653"/>
                  </a:lnTo>
                  <a:lnTo>
                    <a:pt x="1212691" y="112653"/>
                  </a:lnTo>
                  <a:lnTo>
                    <a:pt x="1205342" y="112653"/>
                  </a:lnTo>
                  <a:lnTo>
                    <a:pt x="1197992" y="112653"/>
                  </a:lnTo>
                  <a:lnTo>
                    <a:pt x="1190642" y="112653"/>
                  </a:lnTo>
                  <a:lnTo>
                    <a:pt x="1183293" y="112653"/>
                  </a:lnTo>
                  <a:lnTo>
                    <a:pt x="1175943" y="112653"/>
                  </a:lnTo>
                  <a:lnTo>
                    <a:pt x="1168593" y="112653"/>
                  </a:lnTo>
                  <a:lnTo>
                    <a:pt x="1161244" y="112653"/>
                  </a:lnTo>
                  <a:lnTo>
                    <a:pt x="1153894" y="112653"/>
                  </a:lnTo>
                  <a:lnTo>
                    <a:pt x="1146544" y="112653"/>
                  </a:lnTo>
                  <a:lnTo>
                    <a:pt x="1139195" y="112653"/>
                  </a:lnTo>
                  <a:lnTo>
                    <a:pt x="1131845" y="112653"/>
                  </a:lnTo>
                  <a:lnTo>
                    <a:pt x="1124496" y="112653"/>
                  </a:lnTo>
                  <a:lnTo>
                    <a:pt x="1117146" y="112653"/>
                  </a:lnTo>
                  <a:lnTo>
                    <a:pt x="1109796" y="112653"/>
                  </a:lnTo>
                  <a:lnTo>
                    <a:pt x="1102447" y="112653"/>
                  </a:lnTo>
                  <a:lnTo>
                    <a:pt x="1095097" y="112653"/>
                  </a:lnTo>
                  <a:lnTo>
                    <a:pt x="1087747" y="112653"/>
                  </a:lnTo>
                  <a:lnTo>
                    <a:pt x="1080398" y="112653"/>
                  </a:lnTo>
                  <a:lnTo>
                    <a:pt x="1073048" y="112653"/>
                  </a:lnTo>
                  <a:lnTo>
                    <a:pt x="1065698" y="112653"/>
                  </a:lnTo>
                  <a:lnTo>
                    <a:pt x="1058349" y="112653"/>
                  </a:lnTo>
                  <a:lnTo>
                    <a:pt x="1050999" y="112653"/>
                  </a:lnTo>
                  <a:lnTo>
                    <a:pt x="1043649" y="112653"/>
                  </a:lnTo>
                  <a:lnTo>
                    <a:pt x="1036300" y="112653"/>
                  </a:lnTo>
                  <a:lnTo>
                    <a:pt x="1028950" y="112653"/>
                  </a:lnTo>
                  <a:lnTo>
                    <a:pt x="1021600" y="112653"/>
                  </a:lnTo>
                  <a:lnTo>
                    <a:pt x="1014251" y="112653"/>
                  </a:lnTo>
                  <a:lnTo>
                    <a:pt x="1006901" y="112653"/>
                  </a:lnTo>
                  <a:lnTo>
                    <a:pt x="999552" y="112653"/>
                  </a:lnTo>
                  <a:lnTo>
                    <a:pt x="992202" y="112653"/>
                  </a:lnTo>
                  <a:lnTo>
                    <a:pt x="984852" y="112653"/>
                  </a:lnTo>
                  <a:lnTo>
                    <a:pt x="977503" y="112653"/>
                  </a:lnTo>
                  <a:lnTo>
                    <a:pt x="970153" y="112653"/>
                  </a:lnTo>
                  <a:lnTo>
                    <a:pt x="962803" y="112653"/>
                  </a:lnTo>
                  <a:lnTo>
                    <a:pt x="955454" y="112653"/>
                  </a:lnTo>
                  <a:lnTo>
                    <a:pt x="948104" y="112653"/>
                  </a:lnTo>
                  <a:lnTo>
                    <a:pt x="940754" y="112653"/>
                  </a:lnTo>
                  <a:lnTo>
                    <a:pt x="933405" y="112653"/>
                  </a:lnTo>
                  <a:lnTo>
                    <a:pt x="926055" y="112653"/>
                  </a:lnTo>
                  <a:lnTo>
                    <a:pt x="918705" y="112653"/>
                  </a:lnTo>
                  <a:lnTo>
                    <a:pt x="911356" y="112653"/>
                  </a:lnTo>
                  <a:lnTo>
                    <a:pt x="904006" y="112653"/>
                  </a:lnTo>
                  <a:lnTo>
                    <a:pt x="896656" y="112653"/>
                  </a:lnTo>
                  <a:lnTo>
                    <a:pt x="889307" y="112653"/>
                  </a:lnTo>
                  <a:lnTo>
                    <a:pt x="881957" y="112653"/>
                  </a:lnTo>
                  <a:lnTo>
                    <a:pt x="874608" y="112653"/>
                  </a:lnTo>
                  <a:lnTo>
                    <a:pt x="867258" y="112653"/>
                  </a:lnTo>
                  <a:lnTo>
                    <a:pt x="859908" y="112653"/>
                  </a:lnTo>
                  <a:lnTo>
                    <a:pt x="852559" y="112653"/>
                  </a:lnTo>
                  <a:lnTo>
                    <a:pt x="845209" y="112653"/>
                  </a:lnTo>
                  <a:lnTo>
                    <a:pt x="837859" y="112653"/>
                  </a:lnTo>
                  <a:lnTo>
                    <a:pt x="830510" y="112653"/>
                  </a:lnTo>
                  <a:lnTo>
                    <a:pt x="823160" y="112653"/>
                  </a:lnTo>
                  <a:lnTo>
                    <a:pt x="815810" y="112653"/>
                  </a:lnTo>
                  <a:lnTo>
                    <a:pt x="808461" y="112653"/>
                  </a:lnTo>
                  <a:lnTo>
                    <a:pt x="801111" y="112653"/>
                  </a:lnTo>
                  <a:lnTo>
                    <a:pt x="793761" y="112653"/>
                  </a:lnTo>
                  <a:lnTo>
                    <a:pt x="786412" y="112653"/>
                  </a:lnTo>
                  <a:lnTo>
                    <a:pt x="779062" y="112653"/>
                  </a:lnTo>
                  <a:lnTo>
                    <a:pt x="771712" y="112653"/>
                  </a:lnTo>
                  <a:lnTo>
                    <a:pt x="764363" y="112653"/>
                  </a:lnTo>
                  <a:lnTo>
                    <a:pt x="757013" y="112653"/>
                  </a:lnTo>
                  <a:lnTo>
                    <a:pt x="749664" y="112653"/>
                  </a:lnTo>
                  <a:lnTo>
                    <a:pt x="742314" y="112653"/>
                  </a:lnTo>
                  <a:lnTo>
                    <a:pt x="734964" y="112653"/>
                  </a:lnTo>
                  <a:lnTo>
                    <a:pt x="727615" y="112653"/>
                  </a:lnTo>
                  <a:lnTo>
                    <a:pt x="720265" y="112653"/>
                  </a:lnTo>
                  <a:lnTo>
                    <a:pt x="712915" y="112653"/>
                  </a:lnTo>
                  <a:lnTo>
                    <a:pt x="705566" y="112653"/>
                  </a:lnTo>
                  <a:lnTo>
                    <a:pt x="698216" y="112653"/>
                  </a:lnTo>
                  <a:lnTo>
                    <a:pt x="690866" y="112653"/>
                  </a:lnTo>
                  <a:lnTo>
                    <a:pt x="683517" y="112653"/>
                  </a:lnTo>
                  <a:lnTo>
                    <a:pt x="676167" y="112653"/>
                  </a:lnTo>
                  <a:lnTo>
                    <a:pt x="668817" y="112653"/>
                  </a:lnTo>
                  <a:lnTo>
                    <a:pt x="661468" y="112653"/>
                  </a:lnTo>
                  <a:lnTo>
                    <a:pt x="654118" y="112653"/>
                  </a:lnTo>
                  <a:lnTo>
                    <a:pt x="646768" y="112653"/>
                  </a:lnTo>
                  <a:lnTo>
                    <a:pt x="639419" y="112653"/>
                  </a:lnTo>
                  <a:lnTo>
                    <a:pt x="632069" y="112653"/>
                  </a:lnTo>
                  <a:lnTo>
                    <a:pt x="624720" y="112653"/>
                  </a:lnTo>
                  <a:lnTo>
                    <a:pt x="617370" y="112653"/>
                  </a:lnTo>
                  <a:lnTo>
                    <a:pt x="610020" y="112653"/>
                  </a:lnTo>
                  <a:lnTo>
                    <a:pt x="602671" y="112653"/>
                  </a:lnTo>
                  <a:lnTo>
                    <a:pt x="595321" y="112653"/>
                  </a:lnTo>
                  <a:lnTo>
                    <a:pt x="587971" y="112653"/>
                  </a:lnTo>
                  <a:lnTo>
                    <a:pt x="580622" y="112653"/>
                  </a:lnTo>
                  <a:lnTo>
                    <a:pt x="573272" y="112653"/>
                  </a:lnTo>
                  <a:lnTo>
                    <a:pt x="565922" y="112653"/>
                  </a:lnTo>
                  <a:lnTo>
                    <a:pt x="558573" y="112653"/>
                  </a:lnTo>
                  <a:lnTo>
                    <a:pt x="551223" y="112653"/>
                  </a:lnTo>
                  <a:lnTo>
                    <a:pt x="543873" y="112653"/>
                  </a:lnTo>
                  <a:lnTo>
                    <a:pt x="536524" y="112653"/>
                  </a:lnTo>
                  <a:lnTo>
                    <a:pt x="529174" y="112653"/>
                  </a:lnTo>
                  <a:lnTo>
                    <a:pt x="521824" y="112653"/>
                  </a:lnTo>
                  <a:lnTo>
                    <a:pt x="514475" y="112653"/>
                  </a:lnTo>
                  <a:lnTo>
                    <a:pt x="507125" y="112653"/>
                  </a:lnTo>
                  <a:lnTo>
                    <a:pt x="499776" y="112653"/>
                  </a:lnTo>
                  <a:lnTo>
                    <a:pt x="492426" y="112653"/>
                  </a:lnTo>
                  <a:lnTo>
                    <a:pt x="485076" y="112653"/>
                  </a:lnTo>
                  <a:lnTo>
                    <a:pt x="477727" y="112653"/>
                  </a:lnTo>
                  <a:lnTo>
                    <a:pt x="470377" y="112653"/>
                  </a:lnTo>
                  <a:lnTo>
                    <a:pt x="463027" y="112653"/>
                  </a:lnTo>
                  <a:lnTo>
                    <a:pt x="455678" y="112653"/>
                  </a:lnTo>
                  <a:lnTo>
                    <a:pt x="448328" y="112653"/>
                  </a:lnTo>
                  <a:lnTo>
                    <a:pt x="440978" y="112653"/>
                  </a:lnTo>
                  <a:lnTo>
                    <a:pt x="433629" y="112653"/>
                  </a:lnTo>
                  <a:lnTo>
                    <a:pt x="426279" y="112653"/>
                  </a:lnTo>
                  <a:lnTo>
                    <a:pt x="418929" y="112653"/>
                  </a:lnTo>
                  <a:lnTo>
                    <a:pt x="411580" y="112653"/>
                  </a:lnTo>
                  <a:lnTo>
                    <a:pt x="404230" y="112653"/>
                  </a:lnTo>
                  <a:lnTo>
                    <a:pt x="396880" y="112653"/>
                  </a:lnTo>
                  <a:lnTo>
                    <a:pt x="389531" y="112653"/>
                  </a:lnTo>
                  <a:lnTo>
                    <a:pt x="382181" y="112653"/>
                  </a:lnTo>
                  <a:lnTo>
                    <a:pt x="374832" y="112653"/>
                  </a:lnTo>
                  <a:lnTo>
                    <a:pt x="367482" y="112653"/>
                  </a:lnTo>
                  <a:lnTo>
                    <a:pt x="360132" y="112653"/>
                  </a:lnTo>
                  <a:lnTo>
                    <a:pt x="352783" y="112653"/>
                  </a:lnTo>
                  <a:lnTo>
                    <a:pt x="345433" y="112653"/>
                  </a:lnTo>
                  <a:lnTo>
                    <a:pt x="338083" y="112653"/>
                  </a:lnTo>
                  <a:lnTo>
                    <a:pt x="330734" y="112653"/>
                  </a:lnTo>
                  <a:lnTo>
                    <a:pt x="323384" y="112653"/>
                  </a:lnTo>
                  <a:lnTo>
                    <a:pt x="316034" y="112653"/>
                  </a:lnTo>
                  <a:lnTo>
                    <a:pt x="308685" y="112653"/>
                  </a:lnTo>
                  <a:lnTo>
                    <a:pt x="301335" y="112653"/>
                  </a:lnTo>
                  <a:lnTo>
                    <a:pt x="293985" y="112653"/>
                  </a:lnTo>
                  <a:lnTo>
                    <a:pt x="286636" y="112653"/>
                  </a:lnTo>
                  <a:lnTo>
                    <a:pt x="279286" y="112653"/>
                  </a:lnTo>
                  <a:lnTo>
                    <a:pt x="271936" y="112653"/>
                  </a:lnTo>
                  <a:lnTo>
                    <a:pt x="264587" y="112653"/>
                  </a:lnTo>
                  <a:lnTo>
                    <a:pt x="257237" y="112653"/>
                  </a:lnTo>
                  <a:lnTo>
                    <a:pt x="249888" y="112653"/>
                  </a:lnTo>
                  <a:lnTo>
                    <a:pt x="242538" y="112653"/>
                  </a:lnTo>
                  <a:lnTo>
                    <a:pt x="235188" y="112653"/>
                  </a:lnTo>
                  <a:lnTo>
                    <a:pt x="227839" y="112653"/>
                  </a:lnTo>
                  <a:lnTo>
                    <a:pt x="220489" y="112653"/>
                  </a:lnTo>
                  <a:lnTo>
                    <a:pt x="213139" y="112653"/>
                  </a:lnTo>
                  <a:lnTo>
                    <a:pt x="205790" y="112653"/>
                  </a:lnTo>
                  <a:lnTo>
                    <a:pt x="198440" y="112653"/>
                  </a:lnTo>
                  <a:lnTo>
                    <a:pt x="191090" y="112653"/>
                  </a:lnTo>
                  <a:lnTo>
                    <a:pt x="183741" y="112653"/>
                  </a:lnTo>
                  <a:lnTo>
                    <a:pt x="176391" y="112653"/>
                  </a:lnTo>
                  <a:lnTo>
                    <a:pt x="169041" y="112653"/>
                  </a:lnTo>
                  <a:lnTo>
                    <a:pt x="161692" y="112653"/>
                  </a:lnTo>
                  <a:lnTo>
                    <a:pt x="154342" y="112653"/>
                  </a:lnTo>
                  <a:lnTo>
                    <a:pt x="146992" y="112653"/>
                  </a:lnTo>
                  <a:lnTo>
                    <a:pt x="139643" y="112653"/>
                  </a:lnTo>
                  <a:lnTo>
                    <a:pt x="132293" y="112653"/>
                  </a:lnTo>
                  <a:lnTo>
                    <a:pt x="124944" y="112653"/>
                  </a:lnTo>
                  <a:lnTo>
                    <a:pt x="117594" y="112653"/>
                  </a:lnTo>
                  <a:lnTo>
                    <a:pt x="110244" y="112653"/>
                  </a:lnTo>
                  <a:lnTo>
                    <a:pt x="102895" y="112653"/>
                  </a:lnTo>
                  <a:lnTo>
                    <a:pt x="95545" y="112653"/>
                  </a:lnTo>
                  <a:lnTo>
                    <a:pt x="88195" y="112653"/>
                  </a:lnTo>
                  <a:lnTo>
                    <a:pt x="80846" y="112653"/>
                  </a:lnTo>
                  <a:lnTo>
                    <a:pt x="73496" y="112653"/>
                  </a:lnTo>
                  <a:lnTo>
                    <a:pt x="66146" y="112653"/>
                  </a:lnTo>
                  <a:lnTo>
                    <a:pt x="58797" y="112653"/>
                  </a:lnTo>
                  <a:lnTo>
                    <a:pt x="51447" y="112653"/>
                  </a:lnTo>
                  <a:lnTo>
                    <a:pt x="44097" y="112653"/>
                  </a:lnTo>
                  <a:lnTo>
                    <a:pt x="36748" y="112653"/>
                  </a:lnTo>
                  <a:lnTo>
                    <a:pt x="29398" y="112653"/>
                  </a:lnTo>
                  <a:lnTo>
                    <a:pt x="22048" y="112653"/>
                  </a:lnTo>
                  <a:lnTo>
                    <a:pt x="14699" y="112653"/>
                  </a:lnTo>
                  <a:lnTo>
                    <a:pt x="7349" y="112653"/>
                  </a:lnTo>
                  <a:lnTo>
                    <a:pt x="0" y="112653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4443816" y="2480826"/>
              <a:ext cx="1852086" cy="112653"/>
            </a:xfrm>
            <a:custGeom>
              <a:avLst/>
              <a:pathLst>
                <a:path w="1852086" h="112653">
                  <a:moveTo>
                    <a:pt x="0" y="0"/>
                  </a:moveTo>
                  <a:lnTo>
                    <a:pt x="3704" y="0"/>
                  </a:lnTo>
                  <a:lnTo>
                    <a:pt x="7408" y="0"/>
                  </a:lnTo>
                  <a:lnTo>
                    <a:pt x="11112" y="0"/>
                  </a:lnTo>
                  <a:lnTo>
                    <a:pt x="14816" y="0"/>
                  </a:lnTo>
                  <a:lnTo>
                    <a:pt x="18520" y="0"/>
                  </a:lnTo>
                  <a:lnTo>
                    <a:pt x="22225" y="0"/>
                  </a:lnTo>
                  <a:lnTo>
                    <a:pt x="25929" y="0"/>
                  </a:lnTo>
                  <a:lnTo>
                    <a:pt x="29633" y="0"/>
                  </a:lnTo>
                  <a:lnTo>
                    <a:pt x="33337" y="0"/>
                  </a:lnTo>
                  <a:lnTo>
                    <a:pt x="37041" y="0"/>
                  </a:lnTo>
                  <a:lnTo>
                    <a:pt x="40745" y="0"/>
                  </a:lnTo>
                  <a:lnTo>
                    <a:pt x="44450" y="0"/>
                  </a:lnTo>
                  <a:lnTo>
                    <a:pt x="48154" y="0"/>
                  </a:lnTo>
                  <a:lnTo>
                    <a:pt x="51858" y="0"/>
                  </a:lnTo>
                  <a:lnTo>
                    <a:pt x="55562" y="0"/>
                  </a:lnTo>
                  <a:lnTo>
                    <a:pt x="59266" y="0"/>
                  </a:lnTo>
                  <a:lnTo>
                    <a:pt x="62970" y="0"/>
                  </a:lnTo>
                  <a:lnTo>
                    <a:pt x="66675" y="0"/>
                  </a:lnTo>
                  <a:lnTo>
                    <a:pt x="70379" y="0"/>
                  </a:lnTo>
                  <a:lnTo>
                    <a:pt x="74083" y="0"/>
                  </a:lnTo>
                  <a:lnTo>
                    <a:pt x="77787" y="0"/>
                  </a:lnTo>
                  <a:lnTo>
                    <a:pt x="81491" y="0"/>
                  </a:lnTo>
                  <a:lnTo>
                    <a:pt x="85195" y="0"/>
                  </a:lnTo>
                  <a:lnTo>
                    <a:pt x="88900" y="0"/>
                  </a:lnTo>
                  <a:lnTo>
                    <a:pt x="92604" y="0"/>
                  </a:lnTo>
                  <a:lnTo>
                    <a:pt x="96308" y="0"/>
                  </a:lnTo>
                  <a:lnTo>
                    <a:pt x="100012" y="0"/>
                  </a:lnTo>
                  <a:lnTo>
                    <a:pt x="103716" y="0"/>
                  </a:lnTo>
                  <a:lnTo>
                    <a:pt x="107421" y="0"/>
                  </a:lnTo>
                  <a:lnTo>
                    <a:pt x="111125" y="0"/>
                  </a:lnTo>
                  <a:lnTo>
                    <a:pt x="114829" y="0"/>
                  </a:lnTo>
                  <a:lnTo>
                    <a:pt x="118533" y="0"/>
                  </a:lnTo>
                  <a:lnTo>
                    <a:pt x="122237" y="0"/>
                  </a:lnTo>
                  <a:lnTo>
                    <a:pt x="125941" y="0"/>
                  </a:lnTo>
                  <a:lnTo>
                    <a:pt x="129646" y="0"/>
                  </a:lnTo>
                  <a:lnTo>
                    <a:pt x="133350" y="0"/>
                  </a:lnTo>
                  <a:lnTo>
                    <a:pt x="137054" y="0"/>
                  </a:lnTo>
                  <a:lnTo>
                    <a:pt x="140758" y="0"/>
                  </a:lnTo>
                  <a:lnTo>
                    <a:pt x="144462" y="0"/>
                  </a:lnTo>
                  <a:lnTo>
                    <a:pt x="148166" y="0"/>
                  </a:lnTo>
                  <a:lnTo>
                    <a:pt x="151871" y="0"/>
                  </a:lnTo>
                  <a:lnTo>
                    <a:pt x="155575" y="0"/>
                  </a:lnTo>
                  <a:lnTo>
                    <a:pt x="159279" y="0"/>
                  </a:lnTo>
                  <a:lnTo>
                    <a:pt x="162983" y="0"/>
                  </a:lnTo>
                  <a:lnTo>
                    <a:pt x="166687" y="0"/>
                  </a:lnTo>
                  <a:lnTo>
                    <a:pt x="170391" y="0"/>
                  </a:lnTo>
                  <a:lnTo>
                    <a:pt x="174096" y="0"/>
                  </a:lnTo>
                  <a:lnTo>
                    <a:pt x="177800" y="0"/>
                  </a:lnTo>
                  <a:lnTo>
                    <a:pt x="181504" y="0"/>
                  </a:lnTo>
                  <a:lnTo>
                    <a:pt x="185208" y="0"/>
                  </a:lnTo>
                  <a:lnTo>
                    <a:pt x="188912" y="0"/>
                  </a:lnTo>
                  <a:lnTo>
                    <a:pt x="192617" y="0"/>
                  </a:lnTo>
                  <a:lnTo>
                    <a:pt x="196321" y="0"/>
                  </a:lnTo>
                  <a:lnTo>
                    <a:pt x="200025" y="0"/>
                  </a:lnTo>
                  <a:lnTo>
                    <a:pt x="203729" y="0"/>
                  </a:lnTo>
                  <a:lnTo>
                    <a:pt x="207433" y="0"/>
                  </a:lnTo>
                  <a:lnTo>
                    <a:pt x="211137" y="0"/>
                  </a:lnTo>
                  <a:lnTo>
                    <a:pt x="214842" y="0"/>
                  </a:lnTo>
                  <a:lnTo>
                    <a:pt x="218546" y="0"/>
                  </a:lnTo>
                  <a:lnTo>
                    <a:pt x="222250" y="0"/>
                  </a:lnTo>
                  <a:lnTo>
                    <a:pt x="225954" y="0"/>
                  </a:lnTo>
                  <a:lnTo>
                    <a:pt x="229658" y="0"/>
                  </a:lnTo>
                  <a:lnTo>
                    <a:pt x="233362" y="0"/>
                  </a:lnTo>
                  <a:lnTo>
                    <a:pt x="237067" y="0"/>
                  </a:lnTo>
                  <a:lnTo>
                    <a:pt x="240771" y="0"/>
                  </a:lnTo>
                  <a:lnTo>
                    <a:pt x="244475" y="0"/>
                  </a:lnTo>
                  <a:lnTo>
                    <a:pt x="248179" y="0"/>
                  </a:lnTo>
                  <a:lnTo>
                    <a:pt x="251883" y="0"/>
                  </a:lnTo>
                  <a:lnTo>
                    <a:pt x="255587" y="0"/>
                  </a:lnTo>
                  <a:lnTo>
                    <a:pt x="259292" y="0"/>
                  </a:lnTo>
                  <a:lnTo>
                    <a:pt x="262996" y="0"/>
                  </a:lnTo>
                  <a:lnTo>
                    <a:pt x="266700" y="0"/>
                  </a:lnTo>
                  <a:lnTo>
                    <a:pt x="270404" y="0"/>
                  </a:lnTo>
                  <a:lnTo>
                    <a:pt x="274108" y="0"/>
                  </a:lnTo>
                  <a:lnTo>
                    <a:pt x="277813" y="0"/>
                  </a:lnTo>
                  <a:lnTo>
                    <a:pt x="281517" y="0"/>
                  </a:lnTo>
                  <a:lnTo>
                    <a:pt x="285221" y="0"/>
                  </a:lnTo>
                  <a:lnTo>
                    <a:pt x="288925" y="0"/>
                  </a:lnTo>
                  <a:lnTo>
                    <a:pt x="292629" y="0"/>
                  </a:lnTo>
                  <a:lnTo>
                    <a:pt x="296333" y="0"/>
                  </a:lnTo>
                  <a:lnTo>
                    <a:pt x="300038" y="0"/>
                  </a:lnTo>
                  <a:lnTo>
                    <a:pt x="303742" y="0"/>
                  </a:lnTo>
                  <a:lnTo>
                    <a:pt x="307446" y="0"/>
                  </a:lnTo>
                  <a:lnTo>
                    <a:pt x="311150" y="0"/>
                  </a:lnTo>
                  <a:lnTo>
                    <a:pt x="314854" y="0"/>
                  </a:lnTo>
                  <a:lnTo>
                    <a:pt x="318558" y="0"/>
                  </a:lnTo>
                  <a:lnTo>
                    <a:pt x="322263" y="0"/>
                  </a:lnTo>
                  <a:lnTo>
                    <a:pt x="325967" y="0"/>
                  </a:lnTo>
                  <a:lnTo>
                    <a:pt x="329671" y="0"/>
                  </a:lnTo>
                  <a:lnTo>
                    <a:pt x="333375" y="0"/>
                  </a:lnTo>
                  <a:lnTo>
                    <a:pt x="337079" y="0"/>
                  </a:lnTo>
                  <a:lnTo>
                    <a:pt x="340783" y="0"/>
                  </a:lnTo>
                  <a:lnTo>
                    <a:pt x="344488" y="0"/>
                  </a:lnTo>
                  <a:lnTo>
                    <a:pt x="348192" y="0"/>
                  </a:lnTo>
                  <a:lnTo>
                    <a:pt x="351896" y="0"/>
                  </a:lnTo>
                  <a:lnTo>
                    <a:pt x="355600" y="0"/>
                  </a:lnTo>
                  <a:lnTo>
                    <a:pt x="359304" y="0"/>
                  </a:lnTo>
                  <a:lnTo>
                    <a:pt x="363009" y="0"/>
                  </a:lnTo>
                  <a:lnTo>
                    <a:pt x="366713" y="0"/>
                  </a:lnTo>
                  <a:lnTo>
                    <a:pt x="370417" y="0"/>
                  </a:lnTo>
                  <a:lnTo>
                    <a:pt x="374121" y="0"/>
                  </a:lnTo>
                  <a:lnTo>
                    <a:pt x="377825" y="0"/>
                  </a:lnTo>
                  <a:lnTo>
                    <a:pt x="381529" y="0"/>
                  </a:lnTo>
                  <a:lnTo>
                    <a:pt x="385234" y="0"/>
                  </a:lnTo>
                  <a:lnTo>
                    <a:pt x="388938" y="0"/>
                  </a:lnTo>
                  <a:lnTo>
                    <a:pt x="392642" y="0"/>
                  </a:lnTo>
                  <a:lnTo>
                    <a:pt x="396346" y="0"/>
                  </a:lnTo>
                  <a:lnTo>
                    <a:pt x="400050" y="0"/>
                  </a:lnTo>
                  <a:lnTo>
                    <a:pt x="403754" y="0"/>
                  </a:lnTo>
                  <a:lnTo>
                    <a:pt x="407459" y="0"/>
                  </a:lnTo>
                  <a:lnTo>
                    <a:pt x="411163" y="0"/>
                  </a:lnTo>
                  <a:lnTo>
                    <a:pt x="414867" y="0"/>
                  </a:lnTo>
                  <a:lnTo>
                    <a:pt x="418571" y="0"/>
                  </a:lnTo>
                  <a:lnTo>
                    <a:pt x="422275" y="0"/>
                  </a:lnTo>
                  <a:lnTo>
                    <a:pt x="425979" y="0"/>
                  </a:lnTo>
                  <a:lnTo>
                    <a:pt x="429684" y="0"/>
                  </a:lnTo>
                  <a:lnTo>
                    <a:pt x="433388" y="0"/>
                  </a:lnTo>
                  <a:lnTo>
                    <a:pt x="437092" y="0"/>
                  </a:lnTo>
                  <a:lnTo>
                    <a:pt x="440796" y="0"/>
                  </a:lnTo>
                  <a:lnTo>
                    <a:pt x="444500" y="0"/>
                  </a:lnTo>
                  <a:lnTo>
                    <a:pt x="448205" y="0"/>
                  </a:lnTo>
                  <a:lnTo>
                    <a:pt x="451909" y="0"/>
                  </a:lnTo>
                  <a:lnTo>
                    <a:pt x="455613" y="0"/>
                  </a:lnTo>
                  <a:lnTo>
                    <a:pt x="459317" y="0"/>
                  </a:lnTo>
                  <a:lnTo>
                    <a:pt x="463021" y="0"/>
                  </a:lnTo>
                  <a:lnTo>
                    <a:pt x="466725" y="0"/>
                  </a:lnTo>
                  <a:lnTo>
                    <a:pt x="470430" y="0"/>
                  </a:lnTo>
                  <a:lnTo>
                    <a:pt x="474134" y="0"/>
                  </a:lnTo>
                  <a:lnTo>
                    <a:pt x="477838" y="0"/>
                  </a:lnTo>
                  <a:lnTo>
                    <a:pt x="481542" y="0"/>
                  </a:lnTo>
                  <a:lnTo>
                    <a:pt x="485246" y="0"/>
                  </a:lnTo>
                  <a:lnTo>
                    <a:pt x="488950" y="0"/>
                  </a:lnTo>
                  <a:lnTo>
                    <a:pt x="492655" y="0"/>
                  </a:lnTo>
                  <a:lnTo>
                    <a:pt x="496359" y="0"/>
                  </a:lnTo>
                  <a:lnTo>
                    <a:pt x="500063" y="0"/>
                  </a:lnTo>
                  <a:lnTo>
                    <a:pt x="503767" y="0"/>
                  </a:lnTo>
                  <a:lnTo>
                    <a:pt x="507471" y="0"/>
                  </a:lnTo>
                  <a:lnTo>
                    <a:pt x="511175" y="0"/>
                  </a:lnTo>
                  <a:lnTo>
                    <a:pt x="514880" y="0"/>
                  </a:lnTo>
                  <a:lnTo>
                    <a:pt x="518584" y="0"/>
                  </a:lnTo>
                  <a:lnTo>
                    <a:pt x="522288" y="0"/>
                  </a:lnTo>
                  <a:lnTo>
                    <a:pt x="525992" y="0"/>
                  </a:lnTo>
                  <a:lnTo>
                    <a:pt x="529696" y="0"/>
                  </a:lnTo>
                  <a:lnTo>
                    <a:pt x="533401" y="0"/>
                  </a:lnTo>
                  <a:lnTo>
                    <a:pt x="537105" y="0"/>
                  </a:lnTo>
                  <a:lnTo>
                    <a:pt x="540809" y="0"/>
                  </a:lnTo>
                  <a:lnTo>
                    <a:pt x="544513" y="0"/>
                  </a:lnTo>
                  <a:lnTo>
                    <a:pt x="548217" y="0"/>
                  </a:lnTo>
                  <a:lnTo>
                    <a:pt x="551921" y="0"/>
                  </a:lnTo>
                  <a:lnTo>
                    <a:pt x="555626" y="0"/>
                  </a:lnTo>
                  <a:lnTo>
                    <a:pt x="559330" y="0"/>
                  </a:lnTo>
                  <a:lnTo>
                    <a:pt x="563034" y="0"/>
                  </a:lnTo>
                  <a:lnTo>
                    <a:pt x="566738" y="0"/>
                  </a:lnTo>
                  <a:lnTo>
                    <a:pt x="570442" y="0"/>
                  </a:lnTo>
                  <a:lnTo>
                    <a:pt x="574146" y="0"/>
                  </a:lnTo>
                  <a:lnTo>
                    <a:pt x="577851" y="0"/>
                  </a:lnTo>
                  <a:lnTo>
                    <a:pt x="581555" y="0"/>
                  </a:lnTo>
                  <a:lnTo>
                    <a:pt x="585259" y="0"/>
                  </a:lnTo>
                  <a:lnTo>
                    <a:pt x="588963" y="0"/>
                  </a:lnTo>
                  <a:lnTo>
                    <a:pt x="592667" y="0"/>
                  </a:lnTo>
                  <a:lnTo>
                    <a:pt x="596371" y="0"/>
                  </a:lnTo>
                  <a:lnTo>
                    <a:pt x="600076" y="0"/>
                  </a:lnTo>
                  <a:lnTo>
                    <a:pt x="603780" y="0"/>
                  </a:lnTo>
                  <a:lnTo>
                    <a:pt x="607484" y="0"/>
                  </a:lnTo>
                  <a:lnTo>
                    <a:pt x="611188" y="0"/>
                  </a:lnTo>
                  <a:lnTo>
                    <a:pt x="614892" y="0"/>
                  </a:lnTo>
                  <a:lnTo>
                    <a:pt x="618597" y="0"/>
                  </a:lnTo>
                  <a:lnTo>
                    <a:pt x="622301" y="0"/>
                  </a:lnTo>
                  <a:lnTo>
                    <a:pt x="626005" y="0"/>
                  </a:lnTo>
                  <a:lnTo>
                    <a:pt x="629709" y="0"/>
                  </a:lnTo>
                  <a:lnTo>
                    <a:pt x="633413" y="0"/>
                  </a:lnTo>
                  <a:lnTo>
                    <a:pt x="637117" y="0"/>
                  </a:lnTo>
                  <a:lnTo>
                    <a:pt x="640822" y="0"/>
                  </a:lnTo>
                  <a:lnTo>
                    <a:pt x="644526" y="0"/>
                  </a:lnTo>
                  <a:lnTo>
                    <a:pt x="648230" y="0"/>
                  </a:lnTo>
                  <a:lnTo>
                    <a:pt x="651934" y="0"/>
                  </a:lnTo>
                  <a:lnTo>
                    <a:pt x="655638" y="0"/>
                  </a:lnTo>
                  <a:lnTo>
                    <a:pt x="659342" y="0"/>
                  </a:lnTo>
                  <a:lnTo>
                    <a:pt x="663047" y="0"/>
                  </a:lnTo>
                  <a:lnTo>
                    <a:pt x="666751" y="0"/>
                  </a:lnTo>
                  <a:lnTo>
                    <a:pt x="670455" y="0"/>
                  </a:lnTo>
                  <a:lnTo>
                    <a:pt x="674159" y="0"/>
                  </a:lnTo>
                  <a:lnTo>
                    <a:pt x="677863" y="0"/>
                  </a:lnTo>
                  <a:lnTo>
                    <a:pt x="681567" y="0"/>
                  </a:lnTo>
                  <a:lnTo>
                    <a:pt x="685272" y="0"/>
                  </a:lnTo>
                  <a:lnTo>
                    <a:pt x="688976" y="0"/>
                  </a:lnTo>
                  <a:lnTo>
                    <a:pt x="692680" y="0"/>
                  </a:lnTo>
                  <a:lnTo>
                    <a:pt x="696384" y="0"/>
                  </a:lnTo>
                  <a:lnTo>
                    <a:pt x="700088" y="0"/>
                  </a:lnTo>
                  <a:lnTo>
                    <a:pt x="703793" y="0"/>
                  </a:lnTo>
                  <a:lnTo>
                    <a:pt x="707497" y="0"/>
                  </a:lnTo>
                  <a:lnTo>
                    <a:pt x="711201" y="0"/>
                  </a:lnTo>
                  <a:lnTo>
                    <a:pt x="714905" y="0"/>
                  </a:lnTo>
                  <a:lnTo>
                    <a:pt x="718609" y="0"/>
                  </a:lnTo>
                  <a:lnTo>
                    <a:pt x="722313" y="0"/>
                  </a:lnTo>
                  <a:lnTo>
                    <a:pt x="726018" y="0"/>
                  </a:lnTo>
                  <a:lnTo>
                    <a:pt x="729722" y="0"/>
                  </a:lnTo>
                  <a:lnTo>
                    <a:pt x="733426" y="0"/>
                  </a:lnTo>
                  <a:lnTo>
                    <a:pt x="737130" y="0"/>
                  </a:lnTo>
                  <a:lnTo>
                    <a:pt x="740834" y="0"/>
                  </a:lnTo>
                  <a:lnTo>
                    <a:pt x="744538" y="0"/>
                  </a:lnTo>
                  <a:lnTo>
                    <a:pt x="748243" y="0"/>
                  </a:lnTo>
                  <a:lnTo>
                    <a:pt x="751947" y="0"/>
                  </a:lnTo>
                  <a:lnTo>
                    <a:pt x="755651" y="0"/>
                  </a:lnTo>
                  <a:lnTo>
                    <a:pt x="759355" y="0"/>
                  </a:lnTo>
                  <a:lnTo>
                    <a:pt x="763059" y="0"/>
                  </a:lnTo>
                  <a:lnTo>
                    <a:pt x="766763" y="0"/>
                  </a:lnTo>
                  <a:lnTo>
                    <a:pt x="770468" y="0"/>
                  </a:lnTo>
                  <a:lnTo>
                    <a:pt x="774172" y="0"/>
                  </a:lnTo>
                  <a:lnTo>
                    <a:pt x="777876" y="0"/>
                  </a:lnTo>
                  <a:lnTo>
                    <a:pt x="781580" y="0"/>
                  </a:lnTo>
                  <a:lnTo>
                    <a:pt x="785284" y="0"/>
                  </a:lnTo>
                  <a:lnTo>
                    <a:pt x="788988" y="0"/>
                  </a:lnTo>
                  <a:lnTo>
                    <a:pt x="792693" y="0"/>
                  </a:lnTo>
                  <a:lnTo>
                    <a:pt x="796397" y="0"/>
                  </a:lnTo>
                  <a:lnTo>
                    <a:pt x="800101" y="0"/>
                  </a:lnTo>
                  <a:lnTo>
                    <a:pt x="803805" y="0"/>
                  </a:lnTo>
                  <a:lnTo>
                    <a:pt x="807509" y="0"/>
                  </a:lnTo>
                  <a:lnTo>
                    <a:pt x="811214" y="0"/>
                  </a:lnTo>
                  <a:lnTo>
                    <a:pt x="814918" y="0"/>
                  </a:lnTo>
                  <a:lnTo>
                    <a:pt x="818622" y="0"/>
                  </a:lnTo>
                  <a:lnTo>
                    <a:pt x="822326" y="0"/>
                  </a:lnTo>
                  <a:lnTo>
                    <a:pt x="826030" y="0"/>
                  </a:lnTo>
                  <a:lnTo>
                    <a:pt x="829734" y="0"/>
                  </a:lnTo>
                  <a:lnTo>
                    <a:pt x="833439" y="0"/>
                  </a:lnTo>
                  <a:lnTo>
                    <a:pt x="837143" y="0"/>
                  </a:lnTo>
                  <a:lnTo>
                    <a:pt x="840847" y="0"/>
                  </a:lnTo>
                  <a:lnTo>
                    <a:pt x="844551" y="0"/>
                  </a:lnTo>
                  <a:lnTo>
                    <a:pt x="848255" y="0"/>
                  </a:lnTo>
                  <a:lnTo>
                    <a:pt x="851959" y="0"/>
                  </a:lnTo>
                  <a:lnTo>
                    <a:pt x="855664" y="0"/>
                  </a:lnTo>
                  <a:lnTo>
                    <a:pt x="859368" y="0"/>
                  </a:lnTo>
                  <a:lnTo>
                    <a:pt x="863072" y="0"/>
                  </a:lnTo>
                  <a:lnTo>
                    <a:pt x="866776" y="0"/>
                  </a:lnTo>
                  <a:lnTo>
                    <a:pt x="870480" y="0"/>
                  </a:lnTo>
                  <a:lnTo>
                    <a:pt x="874184" y="0"/>
                  </a:lnTo>
                  <a:lnTo>
                    <a:pt x="877889" y="0"/>
                  </a:lnTo>
                  <a:lnTo>
                    <a:pt x="881593" y="0"/>
                  </a:lnTo>
                  <a:lnTo>
                    <a:pt x="885297" y="0"/>
                  </a:lnTo>
                  <a:lnTo>
                    <a:pt x="889001" y="0"/>
                  </a:lnTo>
                  <a:lnTo>
                    <a:pt x="892705" y="0"/>
                  </a:lnTo>
                  <a:lnTo>
                    <a:pt x="896410" y="0"/>
                  </a:lnTo>
                  <a:lnTo>
                    <a:pt x="900114" y="0"/>
                  </a:lnTo>
                  <a:lnTo>
                    <a:pt x="903818" y="0"/>
                  </a:lnTo>
                  <a:lnTo>
                    <a:pt x="907522" y="0"/>
                  </a:lnTo>
                  <a:lnTo>
                    <a:pt x="911226" y="0"/>
                  </a:lnTo>
                  <a:lnTo>
                    <a:pt x="914930" y="0"/>
                  </a:lnTo>
                  <a:lnTo>
                    <a:pt x="918635" y="0"/>
                  </a:lnTo>
                  <a:lnTo>
                    <a:pt x="922339" y="0"/>
                  </a:lnTo>
                  <a:lnTo>
                    <a:pt x="926043" y="0"/>
                  </a:lnTo>
                  <a:lnTo>
                    <a:pt x="929747" y="0"/>
                  </a:lnTo>
                  <a:lnTo>
                    <a:pt x="933451" y="0"/>
                  </a:lnTo>
                  <a:lnTo>
                    <a:pt x="937155" y="0"/>
                  </a:lnTo>
                  <a:lnTo>
                    <a:pt x="940860" y="0"/>
                  </a:lnTo>
                  <a:lnTo>
                    <a:pt x="944564" y="0"/>
                  </a:lnTo>
                  <a:lnTo>
                    <a:pt x="948268" y="0"/>
                  </a:lnTo>
                  <a:lnTo>
                    <a:pt x="951972" y="0"/>
                  </a:lnTo>
                  <a:lnTo>
                    <a:pt x="955676" y="0"/>
                  </a:lnTo>
                  <a:lnTo>
                    <a:pt x="959380" y="0"/>
                  </a:lnTo>
                  <a:lnTo>
                    <a:pt x="963085" y="0"/>
                  </a:lnTo>
                  <a:lnTo>
                    <a:pt x="966789" y="0"/>
                  </a:lnTo>
                  <a:lnTo>
                    <a:pt x="970493" y="0"/>
                  </a:lnTo>
                  <a:lnTo>
                    <a:pt x="974197" y="0"/>
                  </a:lnTo>
                  <a:lnTo>
                    <a:pt x="977901" y="0"/>
                  </a:lnTo>
                  <a:lnTo>
                    <a:pt x="981606" y="0"/>
                  </a:lnTo>
                  <a:lnTo>
                    <a:pt x="985310" y="0"/>
                  </a:lnTo>
                  <a:lnTo>
                    <a:pt x="989014" y="0"/>
                  </a:lnTo>
                  <a:lnTo>
                    <a:pt x="992718" y="0"/>
                  </a:lnTo>
                  <a:lnTo>
                    <a:pt x="996422" y="0"/>
                  </a:lnTo>
                  <a:lnTo>
                    <a:pt x="1000126" y="0"/>
                  </a:lnTo>
                  <a:lnTo>
                    <a:pt x="1003831" y="0"/>
                  </a:lnTo>
                  <a:lnTo>
                    <a:pt x="1007535" y="0"/>
                  </a:lnTo>
                  <a:lnTo>
                    <a:pt x="1011239" y="0"/>
                  </a:lnTo>
                  <a:lnTo>
                    <a:pt x="1014943" y="0"/>
                  </a:lnTo>
                  <a:lnTo>
                    <a:pt x="1018647" y="0"/>
                  </a:lnTo>
                  <a:lnTo>
                    <a:pt x="1022351" y="0"/>
                  </a:lnTo>
                  <a:lnTo>
                    <a:pt x="1026056" y="0"/>
                  </a:lnTo>
                  <a:lnTo>
                    <a:pt x="1029760" y="0"/>
                  </a:lnTo>
                  <a:lnTo>
                    <a:pt x="1033464" y="0"/>
                  </a:lnTo>
                  <a:lnTo>
                    <a:pt x="1037168" y="0"/>
                  </a:lnTo>
                  <a:lnTo>
                    <a:pt x="1040872" y="0"/>
                  </a:lnTo>
                  <a:lnTo>
                    <a:pt x="1044576" y="0"/>
                  </a:lnTo>
                  <a:lnTo>
                    <a:pt x="1048281" y="0"/>
                  </a:lnTo>
                  <a:lnTo>
                    <a:pt x="1051985" y="0"/>
                  </a:lnTo>
                  <a:lnTo>
                    <a:pt x="1055689" y="0"/>
                  </a:lnTo>
                  <a:lnTo>
                    <a:pt x="1059393" y="0"/>
                  </a:lnTo>
                  <a:lnTo>
                    <a:pt x="1063097" y="0"/>
                  </a:lnTo>
                  <a:lnTo>
                    <a:pt x="1066802" y="0"/>
                  </a:lnTo>
                  <a:lnTo>
                    <a:pt x="1070506" y="0"/>
                  </a:lnTo>
                  <a:lnTo>
                    <a:pt x="1074210" y="0"/>
                  </a:lnTo>
                  <a:lnTo>
                    <a:pt x="1077914" y="0"/>
                  </a:lnTo>
                  <a:lnTo>
                    <a:pt x="1081618" y="0"/>
                  </a:lnTo>
                  <a:lnTo>
                    <a:pt x="1085322" y="0"/>
                  </a:lnTo>
                  <a:lnTo>
                    <a:pt x="1089027" y="0"/>
                  </a:lnTo>
                  <a:lnTo>
                    <a:pt x="1092731" y="0"/>
                  </a:lnTo>
                  <a:lnTo>
                    <a:pt x="1096435" y="0"/>
                  </a:lnTo>
                  <a:lnTo>
                    <a:pt x="1100139" y="0"/>
                  </a:lnTo>
                  <a:lnTo>
                    <a:pt x="1103843" y="0"/>
                  </a:lnTo>
                  <a:lnTo>
                    <a:pt x="1107547" y="0"/>
                  </a:lnTo>
                  <a:lnTo>
                    <a:pt x="1111252" y="0"/>
                  </a:lnTo>
                  <a:lnTo>
                    <a:pt x="1114956" y="0"/>
                  </a:lnTo>
                  <a:lnTo>
                    <a:pt x="1118660" y="0"/>
                  </a:lnTo>
                  <a:lnTo>
                    <a:pt x="1122364" y="0"/>
                  </a:lnTo>
                  <a:lnTo>
                    <a:pt x="1126068" y="0"/>
                  </a:lnTo>
                  <a:lnTo>
                    <a:pt x="1129772" y="0"/>
                  </a:lnTo>
                  <a:lnTo>
                    <a:pt x="1133477" y="0"/>
                  </a:lnTo>
                  <a:lnTo>
                    <a:pt x="1137181" y="0"/>
                  </a:lnTo>
                  <a:lnTo>
                    <a:pt x="1140885" y="0"/>
                  </a:lnTo>
                  <a:lnTo>
                    <a:pt x="1144589" y="0"/>
                  </a:lnTo>
                  <a:lnTo>
                    <a:pt x="1148293" y="0"/>
                  </a:lnTo>
                  <a:lnTo>
                    <a:pt x="1151998" y="0"/>
                  </a:lnTo>
                  <a:lnTo>
                    <a:pt x="1155702" y="0"/>
                  </a:lnTo>
                  <a:lnTo>
                    <a:pt x="1159406" y="0"/>
                  </a:lnTo>
                  <a:lnTo>
                    <a:pt x="1163110" y="0"/>
                  </a:lnTo>
                  <a:lnTo>
                    <a:pt x="1166814" y="0"/>
                  </a:lnTo>
                  <a:lnTo>
                    <a:pt x="1170518" y="0"/>
                  </a:lnTo>
                  <a:lnTo>
                    <a:pt x="1174223" y="0"/>
                  </a:lnTo>
                  <a:lnTo>
                    <a:pt x="1177927" y="0"/>
                  </a:lnTo>
                  <a:lnTo>
                    <a:pt x="1181631" y="0"/>
                  </a:lnTo>
                  <a:lnTo>
                    <a:pt x="1185335" y="0"/>
                  </a:lnTo>
                  <a:lnTo>
                    <a:pt x="1189039" y="0"/>
                  </a:lnTo>
                  <a:lnTo>
                    <a:pt x="1192743" y="0"/>
                  </a:lnTo>
                  <a:lnTo>
                    <a:pt x="1196448" y="0"/>
                  </a:lnTo>
                  <a:lnTo>
                    <a:pt x="1200152" y="0"/>
                  </a:lnTo>
                  <a:lnTo>
                    <a:pt x="1203856" y="0"/>
                  </a:lnTo>
                  <a:lnTo>
                    <a:pt x="1207560" y="0"/>
                  </a:lnTo>
                  <a:lnTo>
                    <a:pt x="1211264" y="0"/>
                  </a:lnTo>
                  <a:lnTo>
                    <a:pt x="1214968" y="0"/>
                  </a:lnTo>
                  <a:lnTo>
                    <a:pt x="1218673" y="0"/>
                  </a:lnTo>
                  <a:lnTo>
                    <a:pt x="1222377" y="0"/>
                  </a:lnTo>
                  <a:lnTo>
                    <a:pt x="1226081" y="0"/>
                  </a:lnTo>
                  <a:lnTo>
                    <a:pt x="1229785" y="0"/>
                  </a:lnTo>
                  <a:lnTo>
                    <a:pt x="1233489" y="0"/>
                  </a:lnTo>
                  <a:lnTo>
                    <a:pt x="1237194" y="0"/>
                  </a:lnTo>
                  <a:lnTo>
                    <a:pt x="1240898" y="0"/>
                  </a:lnTo>
                  <a:lnTo>
                    <a:pt x="1244602" y="0"/>
                  </a:lnTo>
                  <a:lnTo>
                    <a:pt x="1248306" y="0"/>
                  </a:lnTo>
                  <a:lnTo>
                    <a:pt x="1252010" y="0"/>
                  </a:lnTo>
                  <a:lnTo>
                    <a:pt x="1255714" y="0"/>
                  </a:lnTo>
                  <a:lnTo>
                    <a:pt x="1259419" y="0"/>
                  </a:lnTo>
                  <a:lnTo>
                    <a:pt x="1263123" y="0"/>
                  </a:lnTo>
                  <a:lnTo>
                    <a:pt x="1266827" y="0"/>
                  </a:lnTo>
                  <a:lnTo>
                    <a:pt x="1270531" y="0"/>
                  </a:lnTo>
                  <a:lnTo>
                    <a:pt x="1274235" y="0"/>
                  </a:lnTo>
                  <a:lnTo>
                    <a:pt x="1277939" y="0"/>
                  </a:lnTo>
                  <a:lnTo>
                    <a:pt x="1281644" y="0"/>
                  </a:lnTo>
                  <a:lnTo>
                    <a:pt x="1285348" y="0"/>
                  </a:lnTo>
                  <a:lnTo>
                    <a:pt x="1289052" y="0"/>
                  </a:lnTo>
                  <a:lnTo>
                    <a:pt x="1292756" y="0"/>
                  </a:lnTo>
                  <a:lnTo>
                    <a:pt x="1296460" y="0"/>
                  </a:lnTo>
                  <a:lnTo>
                    <a:pt x="1300164" y="0"/>
                  </a:lnTo>
                  <a:lnTo>
                    <a:pt x="1303869" y="0"/>
                  </a:lnTo>
                  <a:lnTo>
                    <a:pt x="1307573" y="0"/>
                  </a:lnTo>
                  <a:lnTo>
                    <a:pt x="1311277" y="0"/>
                  </a:lnTo>
                  <a:lnTo>
                    <a:pt x="1314981" y="0"/>
                  </a:lnTo>
                  <a:lnTo>
                    <a:pt x="1318685" y="0"/>
                  </a:lnTo>
                  <a:lnTo>
                    <a:pt x="1322390" y="0"/>
                  </a:lnTo>
                  <a:lnTo>
                    <a:pt x="1326094" y="0"/>
                  </a:lnTo>
                  <a:lnTo>
                    <a:pt x="1329798" y="0"/>
                  </a:lnTo>
                  <a:lnTo>
                    <a:pt x="1333502" y="0"/>
                  </a:lnTo>
                  <a:lnTo>
                    <a:pt x="1337206" y="0"/>
                  </a:lnTo>
                  <a:lnTo>
                    <a:pt x="1340910" y="0"/>
                  </a:lnTo>
                  <a:lnTo>
                    <a:pt x="1344615" y="0"/>
                  </a:lnTo>
                  <a:lnTo>
                    <a:pt x="1348319" y="0"/>
                  </a:lnTo>
                  <a:lnTo>
                    <a:pt x="1352023" y="0"/>
                  </a:lnTo>
                  <a:lnTo>
                    <a:pt x="1355727" y="0"/>
                  </a:lnTo>
                  <a:lnTo>
                    <a:pt x="1359431" y="0"/>
                  </a:lnTo>
                  <a:lnTo>
                    <a:pt x="1363135" y="0"/>
                  </a:lnTo>
                  <a:lnTo>
                    <a:pt x="1366840" y="0"/>
                  </a:lnTo>
                  <a:lnTo>
                    <a:pt x="1370544" y="0"/>
                  </a:lnTo>
                  <a:lnTo>
                    <a:pt x="1374248" y="0"/>
                  </a:lnTo>
                  <a:lnTo>
                    <a:pt x="1377952" y="0"/>
                  </a:lnTo>
                  <a:lnTo>
                    <a:pt x="1381656" y="0"/>
                  </a:lnTo>
                  <a:lnTo>
                    <a:pt x="1385360" y="0"/>
                  </a:lnTo>
                  <a:lnTo>
                    <a:pt x="1389065" y="0"/>
                  </a:lnTo>
                  <a:lnTo>
                    <a:pt x="1392769" y="0"/>
                  </a:lnTo>
                  <a:lnTo>
                    <a:pt x="1396473" y="0"/>
                  </a:lnTo>
                  <a:lnTo>
                    <a:pt x="1400177" y="0"/>
                  </a:lnTo>
                  <a:lnTo>
                    <a:pt x="1403881" y="0"/>
                  </a:lnTo>
                  <a:lnTo>
                    <a:pt x="1407586" y="0"/>
                  </a:lnTo>
                  <a:lnTo>
                    <a:pt x="1411290" y="0"/>
                  </a:lnTo>
                  <a:lnTo>
                    <a:pt x="1414994" y="0"/>
                  </a:lnTo>
                  <a:lnTo>
                    <a:pt x="1418698" y="0"/>
                  </a:lnTo>
                  <a:lnTo>
                    <a:pt x="1422402" y="0"/>
                  </a:lnTo>
                  <a:lnTo>
                    <a:pt x="1426106" y="0"/>
                  </a:lnTo>
                  <a:lnTo>
                    <a:pt x="1429811" y="0"/>
                  </a:lnTo>
                  <a:lnTo>
                    <a:pt x="1433515" y="0"/>
                  </a:lnTo>
                  <a:lnTo>
                    <a:pt x="1437219" y="0"/>
                  </a:lnTo>
                  <a:lnTo>
                    <a:pt x="1440923" y="0"/>
                  </a:lnTo>
                  <a:lnTo>
                    <a:pt x="1444627" y="0"/>
                  </a:lnTo>
                  <a:lnTo>
                    <a:pt x="1448331" y="0"/>
                  </a:lnTo>
                  <a:lnTo>
                    <a:pt x="1452036" y="0"/>
                  </a:lnTo>
                  <a:lnTo>
                    <a:pt x="1455740" y="0"/>
                  </a:lnTo>
                  <a:lnTo>
                    <a:pt x="1459444" y="0"/>
                  </a:lnTo>
                  <a:lnTo>
                    <a:pt x="1463148" y="0"/>
                  </a:lnTo>
                  <a:lnTo>
                    <a:pt x="1466852" y="0"/>
                  </a:lnTo>
                  <a:lnTo>
                    <a:pt x="1470556" y="0"/>
                  </a:lnTo>
                  <a:lnTo>
                    <a:pt x="1474261" y="0"/>
                  </a:lnTo>
                  <a:lnTo>
                    <a:pt x="1477965" y="0"/>
                  </a:lnTo>
                  <a:lnTo>
                    <a:pt x="1481669" y="0"/>
                  </a:lnTo>
                  <a:lnTo>
                    <a:pt x="1485373" y="0"/>
                  </a:lnTo>
                  <a:lnTo>
                    <a:pt x="1489077" y="0"/>
                  </a:lnTo>
                  <a:lnTo>
                    <a:pt x="1492782" y="0"/>
                  </a:lnTo>
                  <a:lnTo>
                    <a:pt x="1496486" y="0"/>
                  </a:lnTo>
                  <a:lnTo>
                    <a:pt x="1500190" y="0"/>
                  </a:lnTo>
                  <a:lnTo>
                    <a:pt x="1503894" y="0"/>
                  </a:lnTo>
                  <a:lnTo>
                    <a:pt x="1507598" y="0"/>
                  </a:lnTo>
                  <a:lnTo>
                    <a:pt x="1511302" y="0"/>
                  </a:lnTo>
                  <a:lnTo>
                    <a:pt x="1515007" y="0"/>
                  </a:lnTo>
                  <a:lnTo>
                    <a:pt x="1518711" y="0"/>
                  </a:lnTo>
                  <a:lnTo>
                    <a:pt x="1522415" y="0"/>
                  </a:lnTo>
                  <a:lnTo>
                    <a:pt x="1526119" y="0"/>
                  </a:lnTo>
                  <a:lnTo>
                    <a:pt x="1529823" y="0"/>
                  </a:lnTo>
                  <a:lnTo>
                    <a:pt x="1533527" y="0"/>
                  </a:lnTo>
                  <a:lnTo>
                    <a:pt x="1537232" y="0"/>
                  </a:lnTo>
                  <a:lnTo>
                    <a:pt x="1540936" y="0"/>
                  </a:lnTo>
                  <a:lnTo>
                    <a:pt x="1544640" y="0"/>
                  </a:lnTo>
                  <a:lnTo>
                    <a:pt x="1548344" y="0"/>
                  </a:lnTo>
                  <a:lnTo>
                    <a:pt x="1552048" y="0"/>
                  </a:lnTo>
                  <a:lnTo>
                    <a:pt x="1555752" y="0"/>
                  </a:lnTo>
                  <a:lnTo>
                    <a:pt x="1559457" y="0"/>
                  </a:lnTo>
                  <a:lnTo>
                    <a:pt x="1563161" y="0"/>
                  </a:lnTo>
                  <a:lnTo>
                    <a:pt x="1566865" y="0"/>
                  </a:lnTo>
                  <a:lnTo>
                    <a:pt x="1570569" y="0"/>
                  </a:lnTo>
                  <a:lnTo>
                    <a:pt x="1574273" y="0"/>
                  </a:lnTo>
                  <a:lnTo>
                    <a:pt x="1577977" y="0"/>
                  </a:lnTo>
                  <a:lnTo>
                    <a:pt x="1581682" y="0"/>
                  </a:lnTo>
                  <a:lnTo>
                    <a:pt x="1585386" y="0"/>
                  </a:lnTo>
                  <a:lnTo>
                    <a:pt x="1589090" y="0"/>
                  </a:lnTo>
                  <a:lnTo>
                    <a:pt x="1592794" y="0"/>
                  </a:lnTo>
                  <a:lnTo>
                    <a:pt x="1596498" y="0"/>
                  </a:lnTo>
                  <a:lnTo>
                    <a:pt x="1600203" y="0"/>
                  </a:lnTo>
                  <a:lnTo>
                    <a:pt x="1603907" y="0"/>
                  </a:lnTo>
                  <a:lnTo>
                    <a:pt x="1607611" y="0"/>
                  </a:lnTo>
                  <a:lnTo>
                    <a:pt x="1611315" y="0"/>
                  </a:lnTo>
                  <a:lnTo>
                    <a:pt x="1615019" y="0"/>
                  </a:lnTo>
                  <a:lnTo>
                    <a:pt x="1618723" y="0"/>
                  </a:lnTo>
                  <a:lnTo>
                    <a:pt x="1622428" y="0"/>
                  </a:lnTo>
                  <a:lnTo>
                    <a:pt x="1626132" y="0"/>
                  </a:lnTo>
                  <a:lnTo>
                    <a:pt x="1629836" y="0"/>
                  </a:lnTo>
                  <a:lnTo>
                    <a:pt x="1633540" y="0"/>
                  </a:lnTo>
                  <a:lnTo>
                    <a:pt x="1637244" y="0"/>
                  </a:lnTo>
                  <a:lnTo>
                    <a:pt x="1640948" y="0"/>
                  </a:lnTo>
                  <a:lnTo>
                    <a:pt x="1644653" y="0"/>
                  </a:lnTo>
                  <a:lnTo>
                    <a:pt x="1648357" y="0"/>
                  </a:lnTo>
                  <a:lnTo>
                    <a:pt x="1652061" y="0"/>
                  </a:lnTo>
                  <a:lnTo>
                    <a:pt x="1655765" y="0"/>
                  </a:lnTo>
                  <a:lnTo>
                    <a:pt x="1659469" y="0"/>
                  </a:lnTo>
                  <a:lnTo>
                    <a:pt x="1663173" y="0"/>
                  </a:lnTo>
                  <a:lnTo>
                    <a:pt x="1666878" y="0"/>
                  </a:lnTo>
                  <a:lnTo>
                    <a:pt x="1670582" y="0"/>
                  </a:lnTo>
                  <a:lnTo>
                    <a:pt x="1674286" y="0"/>
                  </a:lnTo>
                  <a:lnTo>
                    <a:pt x="1677990" y="0"/>
                  </a:lnTo>
                  <a:lnTo>
                    <a:pt x="1681694" y="0"/>
                  </a:lnTo>
                  <a:lnTo>
                    <a:pt x="1685399" y="0"/>
                  </a:lnTo>
                  <a:lnTo>
                    <a:pt x="1689103" y="0"/>
                  </a:lnTo>
                  <a:lnTo>
                    <a:pt x="1692807" y="0"/>
                  </a:lnTo>
                  <a:lnTo>
                    <a:pt x="1696511" y="0"/>
                  </a:lnTo>
                  <a:lnTo>
                    <a:pt x="1700215" y="0"/>
                  </a:lnTo>
                  <a:lnTo>
                    <a:pt x="1703919" y="0"/>
                  </a:lnTo>
                  <a:lnTo>
                    <a:pt x="1707624" y="0"/>
                  </a:lnTo>
                  <a:lnTo>
                    <a:pt x="1711328" y="0"/>
                  </a:lnTo>
                  <a:lnTo>
                    <a:pt x="1715032" y="0"/>
                  </a:lnTo>
                  <a:lnTo>
                    <a:pt x="1718736" y="0"/>
                  </a:lnTo>
                  <a:lnTo>
                    <a:pt x="1722440" y="0"/>
                  </a:lnTo>
                  <a:lnTo>
                    <a:pt x="1726144" y="0"/>
                  </a:lnTo>
                  <a:lnTo>
                    <a:pt x="1729849" y="0"/>
                  </a:lnTo>
                  <a:lnTo>
                    <a:pt x="1733553" y="0"/>
                  </a:lnTo>
                  <a:lnTo>
                    <a:pt x="1737257" y="0"/>
                  </a:lnTo>
                  <a:lnTo>
                    <a:pt x="1740961" y="0"/>
                  </a:lnTo>
                  <a:lnTo>
                    <a:pt x="1744665" y="0"/>
                  </a:lnTo>
                  <a:lnTo>
                    <a:pt x="1748369" y="0"/>
                  </a:lnTo>
                  <a:lnTo>
                    <a:pt x="1752074" y="0"/>
                  </a:lnTo>
                  <a:lnTo>
                    <a:pt x="1755778" y="0"/>
                  </a:lnTo>
                  <a:lnTo>
                    <a:pt x="1759482" y="0"/>
                  </a:lnTo>
                  <a:lnTo>
                    <a:pt x="1763186" y="0"/>
                  </a:lnTo>
                  <a:lnTo>
                    <a:pt x="1766890" y="0"/>
                  </a:lnTo>
                  <a:lnTo>
                    <a:pt x="1770595" y="0"/>
                  </a:lnTo>
                  <a:lnTo>
                    <a:pt x="1774299" y="0"/>
                  </a:lnTo>
                  <a:lnTo>
                    <a:pt x="1778003" y="0"/>
                  </a:lnTo>
                  <a:lnTo>
                    <a:pt x="1781707" y="0"/>
                  </a:lnTo>
                  <a:lnTo>
                    <a:pt x="1785411" y="0"/>
                  </a:lnTo>
                  <a:lnTo>
                    <a:pt x="1789115" y="0"/>
                  </a:lnTo>
                  <a:lnTo>
                    <a:pt x="1792820" y="0"/>
                  </a:lnTo>
                  <a:lnTo>
                    <a:pt x="1796524" y="0"/>
                  </a:lnTo>
                  <a:lnTo>
                    <a:pt x="1800228" y="0"/>
                  </a:lnTo>
                  <a:lnTo>
                    <a:pt x="1803932" y="0"/>
                  </a:lnTo>
                  <a:lnTo>
                    <a:pt x="1807636" y="0"/>
                  </a:lnTo>
                  <a:lnTo>
                    <a:pt x="1811340" y="0"/>
                  </a:lnTo>
                  <a:lnTo>
                    <a:pt x="1815045" y="0"/>
                  </a:lnTo>
                  <a:lnTo>
                    <a:pt x="1818749" y="0"/>
                  </a:lnTo>
                  <a:lnTo>
                    <a:pt x="1822453" y="0"/>
                  </a:lnTo>
                  <a:lnTo>
                    <a:pt x="1826157" y="0"/>
                  </a:lnTo>
                  <a:lnTo>
                    <a:pt x="1829861" y="0"/>
                  </a:lnTo>
                  <a:lnTo>
                    <a:pt x="1833565" y="0"/>
                  </a:lnTo>
                  <a:lnTo>
                    <a:pt x="1837270" y="0"/>
                  </a:lnTo>
                  <a:lnTo>
                    <a:pt x="1840974" y="0"/>
                  </a:lnTo>
                  <a:lnTo>
                    <a:pt x="1844678" y="0"/>
                  </a:lnTo>
                  <a:lnTo>
                    <a:pt x="1848382" y="0"/>
                  </a:lnTo>
                  <a:lnTo>
                    <a:pt x="1852086" y="0"/>
                  </a:lnTo>
                  <a:lnTo>
                    <a:pt x="1852086" y="112653"/>
                  </a:lnTo>
                  <a:lnTo>
                    <a:pt x="1848382" y="112653"/>
                  </a:lnTo>
                  <a:lnTo>
                    <a:pt x="1844678" y="112653"/>
                  </a:lnTo>
                  <a:lnTo>
                    <a:pt x="1840974" y="112653"/>
                  </a:lnTo>
                  <a:lnTo>
                    <a:pt x="1837270" y="112653"/>
                  </a:lnTo>
                  <a:lnTo>
                    <a:pt x="1833565" y="112653"/>
                  </a:lnTo>
                  <a:lnTo>
                    <a:pt x="1829861" y="112653"/>
                  </a:lnTo>
                  <a:lnTo>
                    <a:pt x="1826157" y="112653"/>
                  </a:lnTo>
                  <a:lnTo>
                    <a:pt x="1822453" y="112653"/>
                  </a:lnTo>
                  <a:lnTo>
                    <a:pt x="1818749" y="112653"/>
                  </a:lnTo>
                  <a:lnTo>
                    <a:pt x="1815045" y="112653"/>
                  </a:lnTo>
                  <a:lnTo>
                    <a:pt x="1811340" y="112653"/>
                  </a:lnTo>
                  <a:lnTo>
                    <a:pt x="1807636" y="112653"/>
                  </a:lnTo>
                  <a:lnTo>
                    <a:pt x="1803932" y="112653"/>
                  </a:lnTo>
                  <a:lnTo>
                    <a:pt x="1800228" y="112653"/>
                  </a:lnTo>
                  <a:lnTo>
                    <a:pt x="1796524" y="112653"/>
                  </a:lnTo>
                  <a:lnTo>
                    <a:pt x="1792820" y="112653"/>
                  </a:lnTo>
                  <a:lnTo>
                    <a:pt x="1789115" y="112653"/>
                  </a:lnTo>
                  <a:lnTo>
                    <a:pt x="1785411" y="112653"/>
                  </a:lnTo>
                  <a:lnTo>
                    <a:pt x="1781707" y="112653"/>
                  </a:lnTo>
                  <a:lnTo>
                    <a:pt x="1778003" y="112653"/>
                  </a:lnTo>
                  <a:lnTo>
                    <a:pt x="1774299" y="112653"/>
                  </a:lnTo>
                  <a:lnTo>
                    <a:pt x="1770595" y="112653"/>
                  </a:lnTo>
                  <a:lnTo>
                    <a:pt x="1766890" y="112653"/>
                  </a:lnTo>
                  <a:lnTo>
                    <a:pt x="1763186" y="112653"/>
                  </a:lnTo>
                  <a:lnTo>
                    <a:pt x="1759482" y="112653"/>
                  </a:lnTo>
                  <a:lnTo>
                    <a:pt x="1755778" y="112653"/>
                  </a:lnTo>
                  <a:lnTo>
                    <a:pt x="1752074" y="112653"/>
                  </a:lnTo>
                  <a:lnTo>
                    <a:pt x="1748369" y="112653"/>
                  </a:lnTo>
                  <a:lnTo>
                    <a:pt x="1744665" y="112653"/>
                  </a:lnTo>
                  <a:lnTo>
                    <a:pt x="1740961" y="112653"/>
                  </a:lnTo>
                  <a:lnTo>
                    <a:pt x="1737257" y="112653"/>
                  </a:lnTo>
                  <a:lnTo>
                    <a:pt x="1733553" y="112653"/>
                  </a:lnTo>
                  <a:lnTo>
                    <a:pt x="1729849" y="112653"/>
                  </a:lnTo>
                  <a:lnTo>
                    <a:pt x="1726144" y="112653"/>
                  </a:lnTo>
                  <a:lnTo>
                    <a:pt x="1722440" y="112653"/>
                  </a:lnTo>
                  <a:lnTo>
                    <a:pt x="1718736" y="112653"/>
                  </a:lnTo>
                  <a:lnTo>
                    <a:pt x="1715032" y="112653"/>
                  </a:lnTo>
                  <a:lnTo>
                    <a:pt x="1711328" y="112653"/>
                  </a:lnTo>
                  <a:lnTo>
                    <a:pt x="1707624" y="112653"/>
                  </a:lnTo>
                  <a:lnTo>
                    <a:pt x="1703919" y="112653"/>
                  </a:lnTo>
                  <a:lnTo>
                    <a:pt x="1700215" y="112653"/>
                  </a:lnTo>
                  <a:lnTo>
                    <a:pt x="1696511" y="112653"/>
                  </a:lnTo>
                  <a:lnTo>
                    <a:pt x="1692807" y="112653"/>
                  </a:lnTo>
                  <a:lnTo>
                    <a:pt x="1689103" y="112653"/>
                  </a:lnTo>
                  <a:lnTo>
                    <a:pt x="1685399" y="112653"/>
                  </a:lnTo>
                  <a:lnTo>
                    <a:pt x="1681694" y="112653"/>
                  </a:lnTo>
                  <a:lnTo>
                    <a:pt x="1677990" y="112653"/>
                  </a:lnTo>
                  <a:lnTo>
                    <a:pt x="1674286" y="112653"/>
                  </a:lnTo>
                  <a:lnTo>
                    <a:pt x="1670582" y="112653"/>
                  </a:lnTo>
                  <a:lnTo>
                    <a:pt x="1666878" y="112653"/>
                  </a:lnTo>
                  <a:lnTo>
                    <a:pt x="1663173" y="112653"/>
                  </a:lnTo>
                  <a:lnTo>
                    <a:pt x="1659469" y="112653"/>
                  </a:lnTo>
                  <a:lnTo>
                    <a:pt x="1655765" y="112653"/>
                  </a:lnTo>
                  <a:lnTo>
                    <a:pt x="1652061" y="112653"/>
                  </a:lnTo>
                  <a:lnTo>
                    <a:pt x="1648357" y="112653"/>
                  </a:lnTo>
                  <a:lnTo>
                    <a:pt x="1644653" y="112653"/>
                  </a:lnTo>
                  <a:lnTo>
                    <a:pt x="1640948" y="112653"/>
                  </a:lnTo>
                  <a:lnTo>
                    <a:pt x="1637244" y="112653"/>
                  </a:lnTo>
                  <a:lnTo>
                    <a:pt x="1633540" y="112653"/>
                  </a:lnTo>
                  <a:lnTo>
                    <a:pt x="1629836" y="112653"/>
                  </a:lnTo>
                  <a:lnTo>
                    <a:pt x="1626132" y="112653"/>
                  </a:lnTo>
                  <a:lnTo>
                    <a:pt x="1622428" y="112653"/>
                  </a:lnTo>
                  <a:lnTo>
                    <a:pt x="1618723" y="112653"/>
                  </a:lnTo>
                  <a:lnTo>
                    <a:pt x="1615019" y="112653"/>
                  </a:lnTo>
                  <a:lnTo>
                    <a:pt x="1611315" y="112653"/>
                  </a:lnTo>
                  <a:lnTo>
                    <a:pt x="1607611" y="112653"/>
                  </a:lnTo>
                  <a:lnTo>
                    <a:pt x="1603907" y="112653"/>
                  </a:lnTo>
                  <a:lnTo>
                    <a:pt x="1600203" y="112653"/>
                  </a:lnTo>
                  <a:lnTo>
                    <a:pt x="1596498" y="112653"/>
                  </a:lnTo>
                  <a:lnTo>
                    <a:pt x="1592794" y="112653"/>
                  </a:lnTo>
                  <a:lnTo>
                    <a:pt x="1589090" y="112653"/>
                  </a:lnTo>
                  <a:lnTo>
                    <a:pt x="1585386" y="112653"/>
                  </a:lnTo>
                  <a:lnTo>
                    <a:pt x="1581682" y="112653"/>
                  </a:lnTo>
                  <a:lnTo>
                    <a:pt x="1577977" y="112653"/>
                  </a:lnTo>
                  <a:lnTo>
                    <a:pt x="1574273" y="112653"/>
                  </a:lnTo>
                  <a:lnTo>
                    <a:pt x="1570569" y="112653"/>
                  </a:lnTo>
                  <a:lnTo>
                    <a:pt x="1566865" y="112653"/>
                  </a:lnTo>
                  <a:lnTo>
                    <a:pt x="1563161" y="112653"/>
                  </a:lnTo>
                  <a:lnTo>
                    <a:pt x="1559457" y="112653"/>
                  </a:lnTo>
                  <a:lnTo>
                    <a:pt x="1555752" y="112653"/>
                  </a:lnTo>
                  <a:lnTo>
                    <a:pt x="1552048" y="112653"/>
                  </a:lnTo>
                  <a:lnTo>
                    <a:pt x="1548344" y="112653"/>
                  </a:lnTo>
                  <a:lnTo>
                    <a:pt x="1544640" y="112653"/>
                  </a:lnTo>
                  <a:lnTo>
                    <a:pt x="1540936" y="112653"/>
                  </a:lnTo>
                  <a:lnTo>
                    <a:pt x="1537232" y="112653"/>
                  </a:lnTo>
                  <a:lnTo>
                    <a:pt x="1533527" y="112653"/>
                  </a:lnTo>
                  <a:lnTo>
                    <a:pt x="1529823" y="112653"/>
                  </a:lnTo>
                  <a:lnTo>
                    <a:pt x="1526119" y="112653"/>
                  </a:lnTo>
                  <a:lnTo>
                    <a:pt x="1522415" y="112653"/>
                  </a:lnTo>
                  <a:lnTo>
                    <a:pt x="1518711" y="112653"/>
                  </a:lnTo>
                  <a:lnTo>
                    <a:pt x="1515007" y="112653"/>
                  </a:lnTo>
                  <a:lnTo>
                    <a:pt x="1511302" y="112653"/>
                  </a:lnTo>
                  <a:lnTo>
                    <a:pt x="1507598" y="112653"/>
                  </a:lnTo>
                  <a:lnTo>
                    <a:pt x="1503894" y="112653"/>
                  </a:lnTo>
                  <a:lnTo>
                    <a:pt x="1500190" y="112653"/>
                  </a:lnTo>
                  <a:lnTo>
                    <a:pt x="1496486" y="112653"/>
                  </a:lnTo>
                  <a:lnTo>
                    <a:pt x="1492782" y="112653"/>
                  </a:lnTo>
                  <a:lnTo>
                    <a:pt x="1489077" y="112653"/>
                  </a:lnTo>
                  <a:lnTo>
                    <a:pt x="1485373" y="112653"/>
                  </a:lnTo>
                  <a:lnTo>
                    <a:pt x="1481669" y="112653"/>
                  </a:lnTo>
                  <a:lnTo>
                    <a:pt x="1477965" y="112653"/>
                  </a:lnTo>
                  <a:lnTo>
                    <a:pt x="1474261" y="112653"/>
                  </a:lnTo>
                  <a:lnTo>
                    <a:pt x="1470556" y="112653"/>
                  </a:lnTo>
                  <a:lnTo>
                    <a:pt x="1466852" y="112653"/>
                  </a:lnTo>
                  <a:lnTo>
                    <a:pt x="1463148" y="112653"/>
                  </a:lnTo>
                  <a:lnTo>
                    <a:pt x="1459444" y="112653"/>
                  </a:lnTo>
                  <a:lnTo>
                    <a:pt x="1455740" y="112653"/>
                  </a:lnTo>
                  <a:lnTo>
                    <a:pt x="1452036" y="112653"/>
                  </a:lnTo>
                  <a:lnTo>
                    <a:pt x="1448331" y="112653"/>
                  </a:lnTo>
                  <a:lnTo>
                    <a:pt x="1444627" y="112653"/>
                  </a:lnTo>
                  <a:lnTo>
                    <a:pt x="1440923" y="112653"/>
                  </a:lnTo>
                  <a:lnTo>
                    <a:pt x="1437219" y="112653"/>
                  </a:lnTo>
                  <a:lnTo>
                    <a:pt x="1433515" y="112653"/>
                  </a:lnTo>
                  <a:lnTo>
                    <a:pt x="1429811" y="112653"/>
                  </a:lnTo>
                  <a:lnTo>
                    <a:pt x="1426106" y="112653"/>
                  </a:lnTo>
                  <a:lnTo>
                    <a:pt x="1422402" y="112653"/>
                  </a:lnTo>
                  <a:lnTo>
                    <a:pt x="1418698" y="112653"/>
                  </a:lnTo>
                  <a:lnTo>
                    <a:pt x="1414994" y="112653"/>
                  </a:lnTo>
                  <a:lnTo>
                    <a:pt x="1411290" y="112653"/>
                  </a:lnTo>
                  <a:lnTo>
                    <a:pt x="1407586" y="112653"/>
                  </a:lnTo>
                  <a:lnTo>
                    <a:pt x="1403881" y="112653"/>
                  </a:lnTo>
                  <a:lnTo>
                    <a:pt x="1400177" y="112653"/>
                  </a:lnTo>
                  <a:lnTo>
                    <a:pt x="1396473" y="112653"/>
                  </a:lnTo>
                  <a:lnTo>
                    <a:pt x="1392769" y="112653"/>
                  </a:lnTo>
                  <a:lnTo>
                    <a:pt x="1389065" y="112653"/>
                  </a:lnTo>
                  <a:lnTo>
                    <a:pt x="1385360" y="112653"/>
                  </a:lnTo>
                  <a:lnTo>
                    <a:pt x="1381656" y="112653"/>
                  </a:lnTo>
                  <a:lnTo>
                    <a:pt x="1377952" y="112653"/>
                  </a:lnTo>
                  <a:lnTo>
                    <a:pt x="1374248" y="112653"/>
                  </a:lnTo>
                  <a:lnTo>
                    <a:pt x="1370544" y="112653"/>
                  </a:lnTo>
                  <a:lnTo>
                    <a:pt x="1366840" y="112653"/>
                  </a:lnTo>
                  <a:lnTo>
                    <a:pt x="1363135" y="112653"/>
                  </a:lnTo>
                  <a:lnTo>
                    <a:pt x="1359431" y="112653"/>
                  </a:lnTo>
                  <a:lnTo>
                    <a:pt x="1355727" y="112653"/>
                  </a:lnTo>
                  <a:lnTo>
                    <a:pt x="1352023" y="112653"/>
                  </a:lnTo>
                  <a:lnTo>
                    <a:pt x="1348319" y="112653"/>
                  </a:lnTo>
                  <a:lnTo>
                    <a:pt x="1344615" y="112653"/>
                  </a:lnTo>
                  <a:lnTo>
                    <a:pt x="1340910" y="112653"/>
                  </a:lnTo>
                  <a:lnTo>
                    <a:pt x="1337206" y="112653"/>
                  </a:lnTo>
                  <a:lnTo>
                    <a:pt x="1333502" y="112653"/>
                  </a:lnTo>
                  <a:lnTo>
                    <a:pt x="1329798" y="112653"/>
                  </a:lnTo>
                  <a:lnTo>
                    <a:pt x="1326094" y="112653"/>
                  </a:lnTo>
                  <a:lnTo>
                    <a:pt x="1322390" y="112653"/>
                  </a:lnTo>
                  <a:lnTo>
                    <a:pt x="1318685" y="112653"/>
                  </a:lnTo>
                  <a:lnTo>
                    <a:pt x="1314981" y="112653"/>
                  </a:lnTo>
                  <a:lnTo>
                    <a:pt x="1311277" y="112653"/>
                  </a:lnTo>
                  <a:lnTo>
                    <a:pt x="1307573" y="112653"/>
                  </a:lnTo>
                  <a:lnTo>
                    <a:pt x="1303869" y="112653"/>
                  </a:lnTo>
                  <a:lnTo>
                    <a:pt x="1300164" y="112653"/>
                  </a:lnTo>
                  <a:lnTo>
                    <a:pt x="1296460" y="112653"/>
                  </a:lnTo>
                  <a:lnTo>
                    <a:pt x="1292756" y="112653"/>
                  </a:lnTo>
                  <a:lnTo>
                    <a:pt x="1289052" y="112653"/>
                  </a:lnTo>
                  <a:lnTo>
                    <a:pt x="1285348" y="112653"/>
                  </a:lnTo>
                  <a:lnTo>
                    <a:pt x="1281644" y="112653"/>
                  </a:lnTo>
                  <a:lnTo>
                    <a:pt x="1277939" y="112653"/>
                  </a:lnTo>
                  <a:lnTo>
                    <a:pt x="1274235" y="112653"/>
                  </a:lnTo>
                  <a:lnTo>
                    <a:pt x="1270531" y="112653"/>
                  </a:lnTo>
                  <a:lnTo>
                    <a:pt x="1266827" y="112653"/>
                  </a:lnTo>
                  <a:lnTo>
                    <a:pt x="1263123" y="112653"/>
                  </a:lnTo>
                  <a:lnTo>
                    <a:pt x="1259419" y="112653"/>
                  </a:lnTo>
                  <a:lnTo>
                    <a:pt x="1255714" y="112653"/>
                  </a:lnTo>
                  <a:lnTo>
                    <a:pt x="1252010" y="112653"/>
                  </a:lnTo>
                  <a:lnTo>
                    <a:pt x="1248306" y="112653"/>
                  </a:lnTo>
                  <a:lnTo>
                    <a:pt x="1244602" y="112653"/>
                  </a:lnTo>
                  <a:lnTo>
                    <a:pt x="1240898" y="112653"/>
                  </a:lnTo>
                  <a:lnTo>
                    <a:pt x="1237194" y="112653"/>
                  </a:lnTo>
                  <a:lnTo>
                    <a:pt x="1233489" y="112653"/>
                  </a:lnTo>
                  <a:lnTo>
                    <a:pt x="1229785" y="112653"/>
                  </a:lnTo>
                  <a:lnTo>
                    <a:pt x="1226081" y="112653"/>
                  </a:lnTo>
                  <a:lnTo>
                    <a:pt x="1222377" y="112653"/>
                  </a:lnTo>
                  <a:lnTo>
                    <a:pt x="1218673" y="112653"/>
                  </a:lnTo>
                  <a:lnTo>
                    <a:pt x="1214968" y="112653"/>
                  </a:lnTo>
                  <a:lnTo>
                    <a:pt x="1211264" y="112653"/>
                  </a:lnTo>
                  <a:lnTo>
                    <a:pt x="1207560" y="112653"/>
                  </a:lnTo>
                  <a:lnTo>
                    <a:pt x="1203856" y="112653"/>
                  </a:lnTo>
                  <a:lnTo>
                    <a:pt x="1200152" y="112653"/>
                  </a:lnTo>
                  <a:lnTo>
                    <a:pt x="1196448" y="112653"/>
                  </a:lnTo>
                  <a:lnTo>
                    <a:pt x="1192743" y="112653"/>
                  </a:lnTo>
                  <a:lnTo>
                    <a:pt x="1189039" y="112653"/>
                  </a:lnTo>
                  <a:lnTo>
                    <a:pt x="1185335" y="112653"/>
                  </a:lnTo>
                  <a:lnTo>
                    <a:pt x="1181631" y="112653"/>
                  </a:lnTo>
                  <a:lnTo>
                    <a:pt x="1177927" y="112653"/>
                  </a:lnTo>
                  <a:lnTo>
                    <a:pt x="1174223" y="112653"/>
                  </a:lnTo>
                  <a:lnTo>
                    <a:pt x="1170518" y="112653"/>
                  </a:lnTo>
                  <a:lnTo>
                    <a:pt x="1166814" y="112653"/>
                  </a:lnTo>
                  <a:lnTo>
                    <a:pt x="1163110" y="112653"/>
                  </a:lnTo>
                  <a:lnTo>
                    <a:pt x="1159406" y="112653"/>
                  </a:lnTo>
                  <a:lnTo>
                    <a:pt x="1155702" y="112653"/>
                  </a:lnTo>
                  <a:lnTo>
                    <a:pt x="1151998" y="112653"/>
                  </a:lnTo>
                  <a:lnTo>
                    <a:pt x="1148293" y="112653"/>
                  </a:lnTo>
                  <a:lnTo>
                    <a:pt x="1144589" y="112653"/>
                  </a:lnTo>
                  <a:lnTo>
                    <a:pt x="1140885" y="112653"/>
                  </a:lnTo>
                  <a:lnTo>
                    <a:pt x="1137181" y="112653"/>
                  </a:lnTo>
                  <a:lnTo>
                    <a:pt x="1133477" y="112653"/>
                  </a:lnTo>
                  <a:lnTo>
                    <a:pt x="1129772" y="112653"/>
                  </a:lnTo>
                  <a:lnTo>
                    <a:pt x="1126068" y="112653"/>
                  </a:lnTo>
                  <a:lnTo>
                    <a:pt x="1122364" y="112653"/>
                  </a:lnTo>
                  <a:lnTo>
                    <a:pt x="1118660" y="112653"/>
                  </a:lnTo>
                  <a:lnTo>
                    <a:pt x="1114956" y="112653"/>
                  </a:lnTo>
                  <a:lnTo>
                    <a:pt x="1111252" y="112653"/>
                  </a:lnTo>
                  <a:lnTo>
                    <a:pt x="1107547" y="112653"/>
                  </a:lnTo>
                  <a:lnTo>
                    <a:pt x="1103843" y="112653"/>
                  </a:lnTo>
                  <a:lnTo>
                    <a:pt x="1100139" y="112653"/>
                  </a:lnTo>
                  <a:lnTo>
                    <a:pt x="1096435" y="112653"/>
                  </a:lnTo>
                  <a:lnTo>
                    <a:pt x="1092731" y="112653"/>
                  </a:lnTo>
                  <a:lnTo>
                    <a:pt x="1089027" y="112653"/>
                  </a:lnTo>
                  <a:lnTo>
                    <a:pt x="1085322" y="112653"/>
                  </a:lnTo>
                  <a:lnTo>
                    <a:pt x="1081618" y="112653"/>
                  </a:lnTo>
                  <a:lnTo>
                    <a:pt x="1077914" y="112653"/>
                  </a:lnTo>
                  <a:lnTo>
                    <a:pt x="1074210" y="112653"/>
                  </a:lnTo>
                  <a:lnTo>
                    <a:pt x="1070506" y="112653"/>
                  </a:lnTo>
                  <a:lnTo>
                    <a:pt x="1066802" y="112653"/>
                  </a:lnTo>
                  <a:lnTo>
                    <a:pt x="1063097" y="112653"/>
                  </a:lnTo>
                  <a:lnTo>
                    <a:pt x="1059393" y="112653"/>
                  </a:lnTo>
                  <a:lnTo>
                    <a:pt x="1055689" y="112653"/>
                  </a:lnTo>
                  <a:lnTo>
                    <a:pt x="1051985" y="112653"/>
                  </a:lnTo>
                  <a:lnTo>
                    <a:pt x="1048281" y="112653"/>
                  </a:lnTo>
                  <a:lnTo>
                    <a:pt x="1044576" y="112653"/>
                  </a:lnTo>
                  <a:lnTo>
                    <a:pt x="1040872" y="112653"/>
                  </a:lnTo>
                  <a:lnTo>
                    <a:pt x="1037168" y="112653"/>
                  </a:lnTo>
                  <a:lnTo>
                    <a:pt x="1033464" y="112653"/>
                  </a:lnTo>
                  <a:lnTo>
                    <a:pt x="1029760" y="112653"/>
                  </a:lnTo>
                  <a:lnTo>
                    <a:pt x="1026056" y="112653"/>
                  </a:lnTo>
                  <a:lnTo>
                    <a:pt x="1022351" y="112653"/>
                  </a:lnTo>
                  <a:lnTo>
                    <a:pt x="1018647" y="112653"/>
                  </a:lnTo>
                  <a:lnTo>
                    <a:pt x="1014943" y="112653"/>
                  </a:lnTo>
                  <a:lnTo>
                    <a:pt x="1011239" y="112653"/>
                  </a:lnTo>
                  <a:lnTo>
                    <a:pt x="1007535" y="112653"/>
                  </a:lnTo>
                  <a:lnTo>
                    <a:pt x="1003831" y="112653"/>
                  </a:lnTo>
                  <a:lnTo>
                    <a:pt x="1000126" y="112653"/>
                  </a:lnTo>
                  <a:lnTo>
                    <a:pt x="996422" y="112653"/>
                  </a:lnTo>
                  <a:lnTo>
                    <a:pt x="992718" y="112653"/>
                  </a:lnTo>
                  <a:lnTo>
                    <a:pt x="989014" y="112653"/>
                  </a:lnTo>
                  <a:lnTo>
                    <a:pt x="985310" y="112653"/>
                  </a:lnTo>
                  <a:lnTo>
                    <a:pt x="981606" y="112653"/>
                  </a:lnTo>
                  <a:lnTo>
                    <a:pt x="977901" y="112653"/>
                  </a:lnTo>
                  <a:lnTo>
                    <a:pt x="974197" y="112653"/>
                  </a:lnTo>
                  <a:lnTo>
                    <a:pt x="970493" y="112653"/>
                  </a:lnTo>
                  <a:lnTo>
                    <a:pt x="966789" y="112653"/>
                  </a:lnTo>
                  <a:lnTo>
                    <a:pt x="963085" y="112653"/>
                  </a:lnTo>
                  <a:lnTo>
                    <a:pt x="959380" y="112653"/>
                  </a:lnTo>
                  <a:lnTo>
                    <a:pt x="955676" y="112653"/>
                  </a:lnTo>
                  <a:lnTo>
                    <a:pt x="951972" y="112653"/>
                  </a:lnTo>
                  <a:lnTo>
                    <a:pt x="948268" y="112653"/>
                  </a:lnTo>
                  <a:lnTo>
                    <a:pt x="944564" y="112653"/>
                  </a:lnTo>
                  <a:lnTo>
                    <a:pt x="940860" y="112653"/>
                  </a:lnTo>
                  <a:lnTo>
                    <a:pt x="937155" y="112653"/>
                  </a:lnTo>
                  <a:lnTo>
                    <a:pt x="933451" y="112653"/>
                  </a:lnTo>
                  <a:lnTo>
                    <a:pt x="929747" y="112653"/>
                  </a:lnTo>
                  <a:lnTo>
                    <a:pt x="926043" y="112653"/>
                  </a:lnTo>
                  <a:lnTo>
                    <a:pt x="922339" y="112653"/>
                  </a:lnTo>
                  <a:lnTo>
                    <a:pt x="918635" y="112653"/>
                  </a:lnTo>
                  <a:lnTo>
                    <a:pt x="914930" y="112653"/>
                  </a:lnTo>
                  <a:lnTo>
                    <a:pt x="911226" y="112653"/>
                  </a:lnTo>
                  <a:lnTo>
                    <a:pt x="907522" y="112653"/>
                  </a:lnTo>
                  <a:lnTo>
                    <a:pt x="903818" y="112653"/>
                  </a:lnTo>
                  <a:lnTo>
                    <a:pt x="900114" y="112653"/>
                  </a:lnTo>
                  <a:lnTo>
                    <a:pt x="896410" y="112653"/>
                  </a:lnTo>
                  <a:lnTo>
                    <a:pt x="892705" y="112653"/>
                  </a:lnTo>
                  <a:lnTo>
                    <a:pt x="889001" y="112653"/>
                  </a:lnTo>
                  <a:lnTo>
                    <a:pt x="885297" y="112653"/>
                  </a:lnTo>
                  <a:lnTo>
                    <a:pt x="881593" y="112653"/>
                  </a:lnTo>
                  <a:lnTo>
                    <a:pt x="877889" y="112653"/>
                  </a:lnTo>
                  <a:lnTo>
                    <a:pt x="874184" y="112653"/>
                  </a:lnTo>
                  <a:lnTo>
                    <a:pt x="870480" y="112653"/>
                  </a:lnTo>
                  <a:lnTo>
                    <a:pt x="866776" y="112653"/>
                  </a:lnTo>
                  <a:lnTo>
                    <a:pt x="863072" y="112653"/>
                  </a:lnTo>
                  <a:lnTo>
                    <a:pt x="859368" y="112653"/>
                  </a:lnTo>
                  <a:lnTo>
                    <a:pt x="855664" y="112653"/>
                  </a:lnTo>
                  <a:lnTo>
                    <a:pt x="851959" y="112653"/>
                  </a:lnTo>
                  <a:lnTo>
                    <a:pt x="848255" y="112653"/>
                  </a:lnTo>
                  <a:lnTo>
                    <a:pt x="844551" y="112653"/>
                  </a:lnTo>
                  <a:lnTo>
                    <a:pt x="840847" y="112653"/>
                  </a:lnTo>
                  <a:lnTo>
                    <a:pt x="837143" y="112653"/>
                  </a:lnTo>
                  <a:lnTo>
                    <a:pt x="833439" y="112653"/>
                  </a:lnTo>
                  <a:lnTo>
                    <a:pt x="829734" y="112653"/>
                  </a:lnTo>
                  <a:lnTo>
                    <a:pt x="826030" y="112653"/>
                  </a:lnTo>
                  <a:lnTo>
                    <a:pt x="822326" y="112653"/>
                  </a:lnTo>
                  <a:lnTo>
                    <a:pt x="818622" y="112653"/>
                  </a:lnTo>
                  <a:lnTo>
                    <a:pt x="814918" y="112653"/>
                  </a:lnTo>
                  <a:lnTo>
                    <a:pt x="811214" y="112653"/>
                  </a:lnTo>
                  <a:lnTo>
                    <a:pt x="807509" y="112653"/>
                  </a:lnTo>
                  <a:lnTo>
                    <a:pt x="803805" y="112653"/>
                  </a:lnTo>
                  <a:lnTo>
                    <a:pt x="800101" y="112653"/>
                  </a:lnTo>
                  <a:lnTo>
                    <a:pt x="796397" y="112653"/>
                  </a:lnTo>
                  <a:lnTo>
                    <a:pt x="792693" y="112653"/>
                  </a:lnTo>
                  <a:lnTo>
                    <a:pt x="788988" y="112653"/>
                  </a:lnTo>
                  <a:lnTo>
                    <a:pt x="785284" y="112653"/>
                  </a:lnTo>
                  <a:lnTo>
                    <a:pt x="781580" y="112653"/>
                  </a:lnTo>
                  <a:lnTo>
                    <a:pt x="777876" y="112653"/>
                  </a:lnTo>
                  <a:lnTo>
                    <a:pt x="774172" y="112653"/>
                  </a:lnTo>
                  <a:lnTo>
                    <a:pt x="770468" y="112653"/>
                  </a:lnTo>
                  <a:lnTo>
                    <a:pt x="766763" y="112653"/>
                  </a:lnTo>
                  <a:lnTo>
                    <a:pt x="763059" y="112653"/>
                  </a:lnTo>
                  <a:lnTo>
                    <a:pt x="759355" y="112653"/>
                  </a:lnTo>
                  <a:lnTo>
                    <a:pt x="755651" y="112653"/>
                  </a:lnTo>
                  <a:lnTo>
                    <a:pt x="751947" y="112653"/>
                  </a:lnTo>
                  <a:lnTo>
                    <a:pt x="748243" y="112653"/>
                  </a:lnTo>
                  <a:lnTo>
                    <a:pt x="744538" y="112653"/>
                  </a:lnTo>
                  <a:lnTo>
                    <a:pt x="740834" y="112653"/>
                  </a:lnTo>
                  <a:lnTo>
                    <a:pt x="737130" y="112653"/>
                  </a:lnTo>
                  <a:lnTo>
                    <a:pt x="733426" y="112653"/>
                  </a:lnTo>
                  <a:lnTo>
                    <a:pt x="729722" y="112653"/>
                  </a:lnTo>
                  <a:lnTo>
                    <a:pt x="726018" y="112653"/>
                  </a:lnTo>
                  <a:lnTo>
                    <a:pt x="722313" y="112653"/>
                  </a:lnTo>
                  <a:lnTo>
                    <a:pt x="718609" y="112653"/>
                  </a:lnTo>
                  <a:lnTo>
                    <a:pt x="714905" y="112653"/>
                  </a:lnTo>
                  <a:lnTo>
                    <a:pt x="711201" y="112653"/>
                  </a:lnTo>
                  <a:lnTo>
                    <a:pt x="707497" y="112653"/>
                  </a:lnTo>
                  <a:lnTo>
                    <a:pt x="703793" y="112653"/>
                  </a:lnTo>
                  <a:lnTo>
                    <a:pt x="700088" y="112653"/>
                  </a:lnTo>
                  <a:lnTo>
                    <a:pt x="696384" y="112653"/>
                  </a:lnTo>
                  <a:lnTo>
                    <a:pt x="692680" y="112653"/>
                  </a:lnTo>
                  <a:lnTo>
                    <a:pt x="688976" y="112653"/>
                  </a:lnTo>
                  <a:lnTo>
                    <a:pt x="685272" y="112653"/>
                  </a:lnTo>
                  <a:lnTo>
                    <a:pt x="681567" y="112653"/>
                  </a:lnTo>
                  <a:lnTo>
                    <a:pt x="677863" y="112653"/>
                  </a:lnTo>
                  <a:lnTo>
                    <a:pt x="674159" y="112653"/>
                  </a:lnTo>
                  <a:lnTo>
                    <a:pt x="670455" y="112653"/>
                  </a:lnTo>
                  <a:lnTo>
                    <a:pt x="666751" y="112653"/>
                  </a:lnTo>
                  <a:lnTo>
                    <a:pt x="663047" y="112653"/>
                  </a:lnTo>
                  <a:lnTo>
                    <a:pt x="659342" y="112653"/>
                  </a:lnTo>
                  <a:lnTo>
                    <a:pt x="655638" y="112653"/>
                  </a:lnTo>
                  <a:lnTo>
                    <a:pt x="651934" y="112653"/>
                  </a:lnTo>
                  <a:lnTo>
                    <a:pt x="648230" y="112653"/>
                  </a:lnTo>
                  <a:lnTo>
                    <a:pt x="644526" y="112653"/>
                  </a:lnTo>
                  <a:lnTo>
                    <a:pt x="640822" y="112653"/>
                  </a:lnTo>
                  <a:lnTo>
                    <a:pt x="637117" y="112653"/>
                  </a:lnTo>
                  <a:lnTo>
                    <a:pt x="633413" y="112653"/>
                  </a:lnTo>
                  <a:lnTo>
                    <a:pt x="629709" y="112653"/>
                  </a:lnTo>
                  <a:lnTo>
                    <a:pt x="626005" y="112653"/>
                  </a:lnTo>
                  <a:lnTo>
                    <a:pt x="622301" y="112653"/>
                  </a:lnTo>
                  <a:lnTo>
                    <a:pt x="618597" y="112653"/>
                  </a:lnTo>
                  <a:lnTo>
                    <a:pt x="614892" y="112653"/>
                  </a:lnTo>
                  <a:lnTo>
                    <a:pt x="611188" y="112653"/>
                  </a:lnTo>
                  <a:lnTo>
                    <a:pt x="607484" y="112653"/>
                  </a:lnTo>
                  <a:lnTo>
                    <a:pt x="603780" y="112653"/>
                  </a:lnTo>
                  <a:lnTo>
                    <a:pt x="600076" y="112653"/>
                  </a:lnTo>
                  <a:lnTo>
                    <a:pt x="596371" y="112653"/>
                  </a:lnTo>
                  <a:lnTo>
                    <a:pt x="592667" y="112653"/>
                  </a:lnTo>
                  <a:lnTo>
                    <a:pt x="588963" y="112653"/>
                  </a:lnTo>
                  <a:lnTo>
                    <a:pt x="585259" y="112653"/>
                  </a:lnTo>
                  <a:lnTo>
                    <a:pt x="581555" y="112653"/>
                  </a:lnTo>
                  <a:lnTo>
                    <a:pt x="577851" y="112653"/>
                  </a:lnTo>
                  <a:lnTo>
                    <a:pt x="574146" y="112653"/>
                  </a:lnTo>
                  <a:lnTo>
                    <a:pt x="570442" y="112653"/>
                  </a:lnTo>
                  <a:lnTo>
                    <a:pt x="566738" y="112653"/>
                  </a:lnTo>
                  <a:lnTo>
                    <a:pt x="563034" y="112653"/>
                  </a:lnTo>
                  <a:lnTo>
                    <a:pt x="559330" y="112653"/>
                  </a:lnTo>
                  <a:lnTo>
                    <a:pt x="555626" y="112653"/>
                  </a:lnTo>
                  <a:lnTo>
                    <a:pt x="551921" y="112653"/>
                  </a:lnTo>
                  <a:lnTo>
                    <a:pt x="548217" y="112653"/>
                  </a:lnTo>
                  <a:lnTo>
                    <a:pt x="544513" y="112653"/>
                  </a:lnTo>
                  <a:lnTo>
                    <a:pt x="540809" y="112653"/>
                  </a:lnTo>
                  <a:lnTo>
                    <a:pt x="537105" y="112653"/>
                  </a:lnTo>
                  <a:lnTo>
                    <a:pt x="533401" y="112653"/>
                  </a:lnTo>
                  <a:lnTo>
                    <a:pt x="529696" y="112653"/>
                  </a:lnTo>
                  <a:lnTo>
                    <a:pt x="525992" y="112653"/>
                  </a:lnTo>
                  <a:lnTo>
                    <a:pt x="522288" y="112653"/>
                  </a:lnTo>
                  <a:lnTo>
                    <a:pt x="518584" y="112653"/>
                  </a:lnTo>
                  <a:lnTo>
                    <a:pt x="514880" y="112653"/>
                  </a:lnTo>
                  <a:lnTo>
                    <a:pt x="511175" y="112653"/>
                  </a:lnTo>
                  <a:lnTo>
                    <a:pt x="507471" y="112653"/>
                  </a:lnTo>
                  <a:lnTo>
                    <a:pt x="503767" y="112653"/>
                  </a:lnTo>
                  <a:lnTo>
                    <a:pt x="500063" y="112653"/>
                  </a:lnTo>
                  <a:lnTo>
                    <a:pt x="496359" y="112653"/>
                  </a:lnTo>
                  <a:lnTo>
                    <a:pt x="492655" y="112653"/>
                  </a:lnTo>
                  <a:lnTo>
                    <a:pt x="488950" y="112653"/>
                  </a:lnTo>
                  <a:lnTo>
                    <a:pt x="485246" y="112653"/>
                  </a:lnTo>
                  <a:lnTo>
                    <a:pt x="481542" y="112653"/>
                  </a:lnTo>
                  <a:lnTo>
                    <a:pt x="477838" y="112653"/>
                  </a:lnTo>
                  <a:lnTo>
                    <a:pt x="474134" y="112653"/>
                  </a:lnTo>
                  <a:lnTo>
                    <a:pt x="470430" y="112653"/>
                  </a:lnTo>
                  <a:lnTo>
                    <a:pt x="466725" y="112653"/>
                  </a:lnTo>
                  <a:lnTo>
                    <a:pt x="463021" y="112653"/>
                  </a:lnTo>
                  <a:lnTo>
                    <a:pt x="459317" y="112653"/>
                  </a:lnTo>
                  <a:lnTo>
                    <a:pt x="455613" y="112653"/>
                  </a:lnTo>
                  <a:lnTo>
                    <a:pt x="451909" y="112653"/>
                  </a:lnTo>
                  <a:lnTo>
                    <a:pt x="448205" y="112653"/>
                  </a:lnTo>
                  <a:lnTo>
                    <a:pt x="444500" y="112653"/>
                  </a:lnTo>
                  <a:lnTo>
                    <a:pt x="440796" y="112653"/>
                  </a:lnTo>
                  <a:lnTo>
                    <a:pt x="437092" y="112653"/>
                  </a:lnTo>
                  <a:lnTo>
                    <a:pt x="433388" y="112653"/>
                  </a:lnTo>
                  <a:lnTo>
                    <a:pt x="429684" y="112653"/>
                  </a:lnTo>
                  <a:lnTo>
                    <a:pt x="425979" y="112653"/>
                  </a:lnTo>
                  <a:lnTo>
                    <a:pt x="422275" y="112653"/>
                  </a:lnTo>
                  <a:lnTo>
                    <a:pt x="418571" y="112653"/>
                  </a:lnTo>
                  <a:lnTo>
                    <a:pt x="414867" y="112653"/>
                  </a:lnTo>
                  <a:lnTo>
                    <a:pt x="411163" y="112653"/>
                  </a:lnTo>
                  <a:lnTo>
                    <a:pt x="407459" y="112653"/>
                  </a:lnTo>
                  <a:lnTo>
                    <a:pt x="403754" y="112653"/>
                  </a:lnTo>
                  <a:lnTo>
                    <a:pt x="400050" y="112653"/>
                  </a:lnTo>
                  <a:lnTo>
                    <a:pt x="396346" y="112653"/>
                  </a:lnTo>
                  <a:lnTo>
                    <a:pt x="392642" y="112653"/>
                  </a:lnTo>
                  <a:lnTo>
                    <a:pt x="388938" y="112653"/>
                  </a:lnTo>
                  <a:lnTo>
                    <a:pt x="385234" y="112653"/>
                  </a:lnTo>
                  <a:lnTo>
                    <a:pt x="381529" y="112653"/>
                  </a:lnTo>
                  <a:lnTo>
                    <a:pt x="377825" y="112653"/>
                  </a:lnTo>
                  <a:lnTo>
                    <a:pt x="374121" y="112653"/>
                  </a:lnTo>
                  <a:lnTo>
                    <a:pt x="370417" y="112653"/>
                  </a:lnTo>
                  <a:lnTo>
                    <a:pt x="366713" y="112653"/>
                  </a:lnTo>
                  <a:lnTo>
                    <a:pt x="363009" y="112653"/>
                  </a:lnTo>
                  <a:lnTo>
                    <a:pt x="359304" y="112653"/>
                  </a:lnTo>
                  <a:lnTo>
                    <a:pt x="355600" y="112653"/>
                  </a:lnTo>
                  <a:lnTo>
                    <a:pt x="351896" y="112653"/>
                  </a:lnTo>
                  <a:lnTo>
                    <a:pt x="348192" y="112653"/>
                  </a:lnTo>
                  <a:lnTo>
                    <a:pt x="344488" y="112653"/>
                  </a:lnTo>
                  <a:lnTo>
                    <a:pt x="340783" y="112653"/>
                  </a:lnTo>
                  <a:lnTo>
                    <a:pt x="337079" y="112653"/>
                  </a:lnTo>
                  <a:lnTo>
                    <a:pt x="333375" y="112653"/>
                  </a:lnTo>
                  <a:lnTo>
                    <a:pt x="329671" y="112653"/>
                  </a:lnTo>
                  <a:lnTo>
                    <a:pt x="325967" y="112653"/>
                  </a:lnTo>
                  <a:lnTo>
                    <a:pt x="322263" y="112653"/>
                  </a:lnTo>
                  <a:lnTo>
                    <a:pt x="318558" y="112653"/>
                  </a:lnTo>
                  <a:lnTo>
                    <a:pt x="314854" y="112653"/>
                  </a:lnTo>
                  <a:lnTo>
                    <a:pt x="311150" y="112653"/>
                  </a:lnTo>
                  <a:lnTo>
                    <a:pt x="307446" y="112653"/>
                  </a:lnTo>
                  <a:lnTo>
                    <a:pt x="303742" y="112653"/>
                  </a:lnTo>
                  <a:lnTo>
                    <a:pt x="300038" y="112653"/>
                  </a:lnTo>
                  <a:lnTo>
                    <a:pt x="296333" y="112653"/>
                  </a:lnTo>
                  <a:lnTo>
                    <a:pt x="292629" y="112653"/>
                  </a:lnTo>
                  <a:lnTo>
                    <a:pt x="288925" y="112653"/>
                  </a:lnTo>
                  <a:lnTo>
                    <a:pt x="285221" y="112653"/>
                  </a:lnTo>
                  <a:lnTo>
                    <a:pt x="281517" y="112653"/>
                  </a:lnTo>
                  <a:lnTo>
                    <a:pt x="277813" y="112653"/>
                  </a:lnTo>
                  <a:lnTo>
                    <a:pt x="274108" y="112653"/>
                  </a:lnTo>
                  <a:lnTo>
                    <a:pt x="270404" y="112653"/>
                  </a:lnTo>
                  <a:lnTo>
                    <a:pt x="266700" y="112653"/>
                  </a:lnTo>
                  <a:lnTo>
                    <a:pt x="262996" y="112653"/>
                  </a:lnTo>
                  <a:lnTo>
                    <a:pt x="259292" y="112653"/>
                  </a:lnTo>
                  <a:lnTo>
                    <a:pt x="255587" y="112653"/>
                  </a:lnTo>
                  <a:lnTo>
                    <a:pt x="251883" y="112653"/>
                  </a:lnTo>
                  <a:lnTo>
                    <a:pt x="248179" y="112653"/>
                  </a:lnTo>
                  <a:lnTo>
                    <a:pt x="244475" y="112653"/>
                  </a:lnTo>
                  <a:lnTo>
                    <a:pt x="240771" y="112653"/>
                  </a:lnTo>
                  <a:lnTo>
                    <a:pt x="237067" y="112653"/>
                  </a:lnTo>
                  <a:lnTo>
                    <a:pt x="233362" y="112653"/>
                  </a:lnTo>
                  <a:lnTo>
                    <a:pt x="229658" y="112653"/>
                  </a:lnTo>
                  <a:lnTo>
                    <a:pt x="225954" y="112653"/>
                  </a:lnTo>
                  <a:lnTo>
                    <a:pt x="222250" y="112653"/>
                  </a:lnTo>
                  <a:lnTo>
                    <a:pt x="218546" y="112653"/>
                  </a:lnTo>
                  <a:lnTo>
                    <a:pt x="214842" y="112653"/>
                  </a:lnTo>
                  <a:lnTo>
                    <a:pt x="211137" y="112653"/>
                  </a:lnTo>
                  <a:lnTo>
                    <a:pt x="207433" y="112653"/>
                  </a:lnTo>
                  <a:lnTo>
                    <a:pt x="203729" y="112653"/>
                  </a:lnTo>
                  <a:lnTo>
                    <a:pt x="200025" y="112653"/>
                  </a:lnTo>
                  <a:lnTo>
                    <a:pt x="196321" y="112653"/>
                  </a:lnTo>
                  <a:lnTo>
                    <a:pt x="192617" y="112653"/>
                  </a:lnTo>
                  <a:lnTo>
                    <a:pt x="188912" y="112653"/>
                  </a:lnTo>
                  <a:lnTo>
                    <a:pt x="185208" y="112653"/>
                  </a:lnTo>
                  <a:lnTo>
                    <a:pt x="181504" y="112653"/>
                  </a:lnTo>
                  <a:lnTo>
                    <a:pt x="177800" y="112653"/>
                  </a:lnTo>
                  <a:lnTo>
                    <a:pt x="174096" y="112653"/>
                  </a:lnTo>
                  <a:lnTo>
                    <a:pt x="170391" y="112653"/>
                  </a:lnTo>
                  <a:lnTo>
                    <a:pt x="166687" y="112653"/>
                  </a:lnTo>
                  <a:lnTo>
                    <a:pt x="162983" y="112653"/>
                  </a:lnTo>
                  <a:lnTo>
                    <a:pt x="159279" y="112653"/>
                  </a:lnTo>
                  <a:lnTo>
                    <a:pt x="155575" y="112653"/>
                  </a:lnTo>
                  <a:lnTo>
                    <a:pt x="151871" y="112653"/>
                  </a:lnTo>
                  <a:lnTo>
                    <a:pt x="148166" y="112653"/>
                  </a:lnTo>
                  <a:lnTo>
                    <a:pt x="144462" y="112653"/>
                  </a:lnTo>
                  <a:lnTo>
                    <a:pt x="140758" y="112653"/>
                  </a:lnTo>
                  <a:lnTo>
                    <a:pt x="137054" y="112653"/>
                  </a:lnTo>
                  <a:lnTo>
                    <a:pt x="133350" y="112653"/>
                  </a:lnTo>
                  <a:lnTo>
                    <a:pt x="129646" y="112653"/>
                  </a:lnTo>
                  <a:lnTo>
                    <a:pt x="125941" y="112653"/>
                  </a:lnTo>
                  <a:lnTo>
                    <a:pt x="122237" y="112653"/>
                  </a:lnTo>
                  <a:lnTo>
                    <a:pt x="118533" y="112653"/>
                  </a:lnTo>
                  <a:lnTo>
                    <a:pt x="114829" y="112653"/>
                  </a:lnTo>
                  <a:lnTo>
                    <a:pt x="111125" y="112653"/>
                  </a:lnTo>
                  <a:lnTo>
                    <a:pt x="107421" y="112653"/>
                  </a:lnTo>
                  <a:lnTo>
                    <a:pt x="103716" y="112653"/>
                  </a:lnTo>
                  <a:lnTo>
                    <a:pt x="100012" y="112653"/>
                  </a:lnTo>
                  <a:lnTo>
                    <a:pt x="96308" y="112653"/>
                  </a:lnTo>
                  <a:lnTo>
                    <a:pt x="92604" y="112653"/>
                  </a:lnTo>
                  <a:lnTo>
                    <a:pt x="88900" y="112653"/>
                  </a:lnTo>
                  <a:lnTo>
                    <a:pt x="85195" y="112653"/>
                  </a:lnTo>
                  <a:lnTo>
                    <a:pt x="81491" y="112653"/>
                  </a:lnTo>
                  <a:lnTo>
                    <a:pt x="77787" y="112653"/>
                  </a:lnTo>
                  <a:lnTo>
                    <a:pt x="74083" y="112653"/>
                  </a:lnTo>
                  <a:lnTo>
                    <a:pt x="70379" y="112653"/>
                  </a:lnTo>
                  <a:lnTo>
                    <a:pt x="66675" y="112653"/>
                  </a:lnTo>
                  <a:lnTo>
                    <a:pt x="62970" y="112653"/>
                  </a:lnTo>
                  <a:lnTo>
                    <a:pt x="59266" y="112653"/>
                  </a:lnTo>
                  <a:lnTo>
                    <a:pt x="55562" y="112653"/>
                  </a:lnTo>
                  <a:lnTo>
                    <a:pt x="51858" y="112653"/>
                  </a:lnTo>
                  <a:lnTo>
                    <a:pt x="48154" y="112653"/>
                  </a:lnTo>
                  <a:lnTo>
                    <a:pt x="44450" y="112653"/>
                  </a:lnTo>
                  <a:lnTo>
                    <a:pt x="40745" y="112653"/>
                  </a:lnTo>
                  <a:lnTo>
                    <a:pt x="37041" y="112653"/>
                  </a:lnTo>
                  <a:lnTo>
                    <a:pt x="33337" y="112653"/>
                  </a:lnTo>
                  <a:lnTo>
                    <a:pt x="29633" y="112653"/>
                  </a:lnTo>
                  <a:lnTo>
                    <a:pt x="25929" y="112653"/>
                  </a:lnTo>
                  <a:lnTo>
                    <a:pt x="22225" y="112653"/>
                  </a:lnTo>
                  <a:lnTo>
                    <a:pt x="18520" y="112653"/>
                  </a:lnTo>
                  <a:lnTo>
                    <a:pt x="14816" y="112653"/>
                  </a:lnTo>
                  <a:lnTo>
                    <a:pt x="11112" y="112653"/>
                  </a:lnTo>
                  <a:lnTo>
                    <a:pt x="7408" y="112653"/>
                  </a:lnTo>
                  <a:lnTo>
                    <a:pt x="3704" y="112653"/>
                  </a:lnTo>
                  <a:lnTo>
                    <a:pt x="0" y="112653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5644475" y="2480826"/>
              <a:ext cx="4263188" cy="112653"/>
            </a:xfrm>
            <a:custGeom>
              <a:avLst/>
              <a:pathLst>
                <a:path w="4263188" h="112653">
                  <a:moveTo>
                    <a:pt x="0" y="0"/>
                  </a:moveTo>
                  <a:lnTo>
                    <a:pt x="8526" y="0"/>
                  </a:lnTo>
                  <a:lnTo>
                    <a:pt x="17052" y="0"/>
                  </a:lnTo>
                  <a:lnTo>
                    <a:pt x="25579" y="0"/>
                  </a:lnTo>
                  <a:lnTo>
                    <a:pt x="34105" y="0"/>
                  </a:lnTo>
                  <a:lnTo>
                    <a:pt x="42631" y="0"/>
                  </a:lnTo>
                  <a:lnTo>
                    <a:pt x="51158" y="0"/>
                  </a:lnTo>
                  <a:lnTo>
                    <a:pt x="59684" y="0"/>
                  </a:lnTo>
                  <a:lnTo>
                    <a:pt x="68211" y="0"/>
                  </a:lnTo>
                  <a:lnTo>
                    <a:pt x="76737" y="0"/>
                  </a:lnTo>
                  <a:lnTo>
                    <a:pt x="85263" y="0"/>
                  </a:lnTo>
                  <a:lnTo>
                    <a:pt x="93790" y="0"/>
                  </a:lnTo>
                  <a:lnTo>
                    <a:pt x="102316" y="0"/>
                  </a:lnTo>
                  <a:lnTo>
                    <a:pt x="110842" y="0"/>
                  </a:lnTo>
                  <a:lnTo>
                    <a:pt x="119369" y="0"/>
                  </a:lnTo>
                  <a:lnTo>
                    <a:pt x="127895" y="0"/>
                  </a:lnTo>
                  <a:lnTo>
                    <a:pt x="136422" y="0"/>
                  </a:lnTo>
                  <a:lnTo>
                    <a:pt x="144948" y="0"/>
                  </a:lnTo>
                  <a:lnTo>
                    <a:pt x="153474" y="0"/>
                  </a:lnTo>
                  <a:lnTo>
                    <a:pt x="162001" y="0"/>
                  </a:lnTo>
                  <a:lnTo>
                    <a:pt x="170527" y="0"/>
                  </a:lnTo>
                  <a:lnTo>
                    <a:pt x="179053" y="0"/>
                  </a:lnTo>
                  <a:lnTo>
                    <a:pt x="187580" y="0"/>
                  </a:lnTo>
                  <a:lnTo>
                    <a:pt x="196106" y="0"/>
                  </a:lnTo>
                  <a:lnTo>
                    <a:pt x="204633" y="0"/>
                  </a:lnTo>
                  <a:lnTo>
                    <a:pt x="213159" y="0"/>
                  </a:lnTo>
                  <a:lnTo>
                    <a:pt x="221685" y="0"/>
                  </a:lnTo>
                  <a:lnTo>
                    <a:pt x="230212" y="0"/>
                  </a:lnTo>
                  <a:lnTo>
                    <a:pt x="238738" y="0"/>
                  </a:lnTo>
                  <a:lnTo>
                    <a:pt x="247264" y="0"/>
                  </a:lnTo>
                  <a:lnTo>
                    <a:pt x="255791" y="0"/>
                  </a:lnTo>
                  <a:lnTo>
                    <a:pt x="264317" y="0"/>
                  </a:lnTo>
                  <a:lnTo>
                    <a:pt x="272844" y="0"/>
                  </a:lnTo>
                  <a:lnTo>
                    <a:pt x="281370" y="0"/>
                  </a:lnTo>
                  <a:lnTo>
                    <a:pt x="289896" y="0"/>
                  </a:lnTo>
                  <a:lnTo>
                    <a:pt x="298423" y="0"/>
                  </a:lnTo>
                  <a:lnTo>
                    <a:pt x="306949" y="0"/>
                  </a:lnTo>
                  <a:lnTo>
                    <a:pt x="315475" y="0"/>
                  </a:lnTo>
                  <a:lnTo>
                    <a:pt x="324002" y="0"/>
                  </a:lnTo>
                  <a:lnTo>
                    <a:pt x="332528" y="0"/>
                  </a:lnTo>
                  <a:lnTo>
                    <a:pt x="341055" y="0"/>
                  </a:lnTo>
                  <a:lnTo>
                    <a:pt x="349581" y="0"/>
                  </a:lnTo>
                  <a:lnTo>
                    <a:pt x="358107" y="0"/>
                  </a:lnTo>
                  <a:lnTo>
                    <a:pt x="366634" y="0"/>
                  </a:lnTo>
                  <a:lnTo>
                    <a:pt x="375160" y="0"/>
                  </a:lnTo>
                  <a:lnTo>
                    <a:pt x="383686" y="0"/>
                  </a:lnTo>
                  <a:lnTo>
                    <a:pt x="392213" y="0"/>
                  </a:lnTo>
                  <a:lnTo>
                    <a:pt x="400739" y="0"/>
                  </a:lnTo>
                  <a:lnTo>
                    <a:pt x="409266" y="0"/>
                  </a:lnTo>
                  <a:lnTo>
                    <a:pt x="417792" y="0"/>
                  </a:lnTo>
                  <a:lnTo>
                    <a:pt x="426318" y="0"/>
                  </a:lnTo>
                  <a:lnTo>
                    <a:pt x="434845" y="0"/>
                  </a:lnTo>
                  <a:lnTo>
                    <a:pt x="443371" y="0"/>
                  </a:lnTo>
                  <a:lnTo>
                    <a:pt x="451897" y="0"/>
                  </a:lnTo>
                  <a:lnTo>
                    <a:pt x="460424" y="0"/>
                  </a:lnTo>
                  <a:lnTo>
                    <a:pt x="468950" y="0"/>
                  </a:lnTo>
                  <a:lnTo>
                    <a:pt x="477477" y="0"/>
                  </a:lnTo>
                  <a:lnTo>
                    <a:pt x="486003" y="0"/>
                  </a:lnTo>
                  <a:lnTo>
                    <a:pt x="494529" y="0"/>
                  </a:lnTo>
                  <a:lnTo>
                    <a:pt x="503056" y="0"/>
                  </a:lnTo>
                  <a:lnTo>
                    <a:pt x="511582" y="0"/>
                  </a:lnTo>
                  <a:lnTo>
                    <a:pt x="520108" y="0"/>
                  </a:lnTo>
                  <a:lnTo>
                    <a:pt x="528635" y="0"/>
                  </a:lnTo>
                  <a:lnTo>
                    <a:pt x="537161" y="0"/>
                  </a:lnTo>
                  <a:lnTo>
                    <a:pt x="545688" y="0"/>
                  </a:lnTo>
                  <a:lnTo>
                    <a:pt x="554214" y="0"/>
                  </a:lnTo>
                  <a:lnTo>
                    <a:pt x="562740" y="0"/>
                  </a:lnTo>
                  <a:lnTo>
                    <a:pt x="571267" y="0"/>
                  </a:lnTo>
                  <a:lnTo>
                    <a:pt x="579793" y="0"/>
                  </a:lnTo>
                  <a:lnTo>
                    <a:pt x="588319" y="0"/>
                  </a:lnTo>
                  <a:lnTo>
                    <a:pt x="596846" y="0"/>
                  </a:lnTo>
                  <a:lnTo>
                    <a:pt x="605372" y="0"/>
                  </a:lnTo>
                  <a:lnTo>
                    <a:pt x="613899" y="0"/>
                  </a:lnTo>
                  <a:lnTo>
                    <a:pt x="622425" y="0"/>
                  </a:lnTo>
                  <a:lnTo>
                    <a:pt x="630951" y="0"/>
                  </a:lnTo>
                  <a:lnTo>
                    <a:pt x="639478" y="0"/>
                  </a:lnTo>
                  <a:lnTo>
                    <a:pt x="648004" y="0"/>
                  </a:lnTo>
                  <a:lnTo>
                    <a:pt x="656530" y="0"/>
                  </a:lnTo>
                  <a:lnTo>
                    <a:pt x="665057" y="0"/>
                  </a:lnTo>
                  <a:lnTo>
                    <a:pt x="673583" y="0"/>
                  </a:lnTo>
                  <a:lnTo>
                    <a:pt x="682110" y="0"/>
                  </a:lnTo>
                  <a:lnTo>
                    <a:pt x="690636" y="0"/>
                  </a:lnTo>
                  <a:lnTo>
                    <a:pt x="699162" y="0"/>
                  </a:lnTo>
                  <a:lnTo>
                    <a:pt x="707689" y="0"/>
                  </a:lnTo>
                  <a:lnTo>
                    <a:pt x="716215" y="0"/>
                  </a:lnTo>
                  <a:lnTo>
                    <a:pt x="724741" y="0"/>
                  </a:lnTo>
                  <a:lnTo>
                    <a:pt x="733268" y="0"/>
                  </a:lnTo>
                  <a:lnTo>
                    <a:pt x="741794" y="0"/>
                  </a:lnTo>
                  <a:lnTo>
                    <a:pt x="750321" y="0"/>
                  </a:lnTo>
                  <a:lnTo>
                    <a:pt x="758847" y="0"/>
                  </a:lnTo>
                  <a:lnTo>
                    <a:pt x="767373" y="0"/>
                  </a:lnTo>
                  <a:lnTo>
                    <a:pt x="775900" y="0"/>
                  </a:lnTo>
                  <a:lnTo>
                    <a:pt x="784426" y="0"/>
                  </a:lnTo>
                  <a:lnTo>
                    <a:pt x="792952" y="0"/>
                  </a:lnTo>
                  <a:lnTo>
                    <a:pt x="801479" y="0"/>
                  </a:lnTo>
                  <a:lnTo>
                    <a:pt x="810005" y="0"/>
                  </a:lnTo>
                  <a:lnTo>
                    <a:pt x="818532" y="0"/>
                  </a:lnTo>
                  <a:lnTo>
                    <a:pt x="827058" y="0"/>
                  </a:lnTo>
                  <a:lnTo>
                    <a:pt x="835584" y="0"/>
                  </a:lnTo>
                  <a:lnTo>
                    <a:pt x="844111" y="0"/>
                  </a:lnTo>
                  <a:lnTo>
                    <a:pt x="852637" y="0"/>
                  </a:lnTo>
                  <a:lnTo>
                    <a:pt x="861163" y="0"/>
                  </a:lnTo>
                  <a:lnTo>
                    <a:pt x="869690" y="0"/>
                  </a:lnTo>
                  <a:lnTo>
                    <a:pt x="878216" y="0"/>
                  </a:lnTo>
                  <a:lnTo>
                    <a:pt x="886743" y="0"/>
                  </a:lnTo>
                  <a:lnTo>
                    <a:pt x="895269" y="0"/>
                  </a:lnTo>
                  <a:lnTo>
                    <a:pt x="903795" y="0"/>
                  </a:lnTo>
                  <a:lnTo>
                    <a:pt x="912322" y="0"/>
                  </a:lnTo>
                  <a:lnTo>
                    <a:pt x="920848" y="0"/>
                  </a:lnTo>
                  <a:lnTo>
                    <a:pt x="929375" y="0"/>
                  </a:lnTo>
                  <a:lnTo>
                    <a:pt x="937901" y="0"/>
                  </a:lnTo>
                  <a:lnTo>
                    <a:pt x="946427" y="0"/>
                  </a:lnTo>
                  <a:lnTo>
                    <a:pt x="954954" y="0"/>
                  </a:lnTo>
                  <a:lnTo>
                    <a:pt x="963480" y="0"/>
                  </a:lnTo>
                  <a:lnTo>
                    <a:pt x="972006" y="0"/>
                  </a:lnTo>
                  <a:lnTo>
                    <a:pt x="980533" y="0"/>
                  </a:lnTo>
                  <a:lnTo>
                    <a:pt x="989059" y="0"/>
                  </a:lnTo>
                  <a:lnTo>
                    <a:pt x="997586" y="0"/>
                  </a:lnTo>
                  <a:lnTo>
                    <a:pt x="1006112" y="0"/>
                  </a:lnTo>
                  <a:lnTo>
                    <a:pt x="1014638" y="0"/>
                  </a:lnTo>
                  <a:lnTo>
                    <a:pt x="1023165" y="0"/>
                  </a:lnTo>
                  <a:lnTo>
                    <a:pt x="1031691" y="0"/>
                  </a:lnTo>
                  <a:lnTo>
                    <a:pt x="1040217" y="0"/>
                  </a:lnTo>
                  <a:lnTo>
                    <a:pt x="1048744" y="0"/>
                  </a:lnTo>
                  <a:lnTo>
                    <a:pt x="1057270" y="0"/>
                  </a:lnTo>
                  <a:lnTo>
                    <a:pt x="1065797" y="0"/>
                  </a:lnTo>
                  <a:lnTo>
                    <a:pt x="1074323" y="0"/>
                  </a:lnTo>
                  <a:lnTo>
                    <a:pt x="1082849" y="0"/>
                  </a:lnTo>
                  <a:lnTo>
                    <a:pt x="1091376" y="0"/>
                  </a:lnTo>
                  <a:lnTo>
                    <a:pt x="1099902" y="0"/>
                  </a:lnTo>
                  <a:lnTo>
                    <a:pt x="1108428" y="0"/>
                  </a:lnTo>
                  <a:lnTo>
                    <a:pt x="1116955" y="0"/>
                  </a:lnTo>
                  <a:lnTo>
                    <a:pt x="1125481" y="0"/>
                  </a:lnTo>
                  <a:lnTo>
                    <a:pt x="1134008" y="0"/>
                  </a:lnTo>
                  <a:lnTo>
                    <a:pt x="1142534" y="0"/>
                  </a:lnTo>
                  <a:lnTo>
                    <a:pt x="1151060" y="0"/>
                  </a:lnTo>
                  <a:lnTo>
                    <a:pt x="1159587" y="0"/>
                  </a:lnTo>
                  <a:lnTo>
                    <a:pt x="1168113" y="0"/>
                  </a:lnTo>
                  <a:lnTo>
                    <a:pt x="1176639" y="0"/>
                  </a:lnTo>
                  <a:lnTo>
                    <a:pt x="1185166" y="0"/>
                  </a:lnTo>
                  <a:lnTo>
                    <a:pt x="1193692" y="0"/>
                  </a:lnTo>
                  <a:lnTo>
                    <a:pt x="1202219" y="0"/>
                  </a:lnTo>
                  <a:lnTo>
                    <a:pt x="1210745" y="0"/>
                  </a:lnTo>
                  <a:lnTo>
                    <a:pt x="1219271" y="0"/>
                  </a:lnTo>
                  <a:lnTo>
                    <a:pt x="1227798" y="0"/>
                  </a:lnTo>
                  <a:lnTo>
                    <a:pt x="1236324" y="0"/>
                  </a:lnTo>
                  <a:lnTo>
                    <a:pt x="1244850" y="0"/>
                  </a:lnTo>
                  <a:lnTo>
                    <a:pt x="1253377" y="0"/>
                  </a:lnTo>
                  <a:lnTo>
                    <a:pt x="1261903" y="0"/>
                  </a:lnTo>
                  <a:lnTo>
                    <a:pt x="1270430" y="0"/>
                  </a:lnTo>
                  <a:lnTo>
                    <a:pt x="1278956" y="0"/>
                  </a:lnTo>
                  <a:lnTo>
                    <a:pt x="1287482" y="0"/>
                  </a:lnTo>
                  <a:lnTo>
                    <a:pt x="1296009" y="0"/>
                  </a:lnTo>
                  <a:lnTo>
                    <a:pt x="1304535" y="0"/>
                  </a:lnTo>
                  <a:lnTo>
                    <a:pt x="1313061" y="0"/>
                  </a:lnTo>
                  <a:lnTo>
                    <a:pt x="1321588" y="0"/>
                  </a:lnTo>
                  <a:lnTo>
                    <a:pt x="1330114" y="0"/>
                  </a:lnTo>
                  <a:lnTo>
                    <a:pt x="1338641" y="0"/>
                  </a:lnTo>
                  <a:lnTo>
                    <a:pt x="1347167" y="0"/>
                  </a:lnTo>
                  <a:lnTo>
                    <a:pt x="1355693" y="0"/>
                  </a:lnTo>
                  <a:lnTo>
                    <a:pt x="1364220" y="0"/>
                  </a:lnTo>
                  <a:lnTo>
                    <a:pt x="1372746" y="0"/>
                  </a:lnTo>
                  <a:lnTo>
                    <a:pt x="1381272" y="0"/>
                  </a:lnTo>
                  <a:lnTo>
                    <a:pt x="1389799" y="0"/>
                  </a:lnTo>
                  <a:lnTo>
                    <a:pt x="1398325" y="0"/>
                  </a:lnTo>
                  <a:lnTo>
                    <a:pt x="1406852" y="0"/>
                  </a:lnTo>
                  <a:lnTo>
                    <a:pt x="1415378" y="0"/>
                  </a:lnTo>
                  <a:lnTo>
                    <a:pt x="1423904" y="0"/>
                  </a:lnTo>
                  <a:lnTo>
                    <a:pt x="1432431" y="0"/>
                  </a:lnTo>
                  <a:lnTo>
                    <a:pt x="1440957" y="0"/>
                  </a:lnTo>
                  <a:lnTo>
                    <a:pt x="1449483" y="0"/>
                  </a:lnTo>
                  <a:lnTo>
                    <a:pt x="1458010" y="0"/>
                  </a:lnTo>
                  <a:lnTo>
                    <a:pt x="1466536" y="0"/>
                  </a:lnTo>
                  <a:lnTo>
                    <a:pt x="1475063" y="0"/>
                  </a:lnTo>
                  <a:lnTo>
                    <a:pt x="1483589" y="0"/>
                  </a:lnTo>
                  <a:lnTo>
                    <a:pt x="1492115" y="0"/>
                  </a:lnTo>
                  <a:lnTo>
                    <a:pt x="1500642" y="0"/>
                  </a:lnTo>
                  <a:lnTo>
                    <a:pt x="1509168" y="0"/>
                  </a:lnTo>
                  <a:lnTo>
                    <a:pt x="1517694" y="0"/>
                  </a:lnTo>
                  <a:lnTo>
                    <a:pt x="1526221" y="0"/>
                  </a:lnTo>
                  <a:lnTo>
                    <a:pt x="1534747" y="0"/>
                  </a:lnTo>
                  <a:lnTo>
                    <a:pt x="1543274" y="0"/>
                  </a:lnTo>
                  <a:lnTo>
                    <a:pt x="1551800" y="0"/>
                  </a:lnTo>
                  <a:lnTo>
                    <a:pt x="1560326" y="0"/>
                  </a:lnTo>
                  <a:lnTo>
                    <a:pt x="1568853" y="0"/>
                  </a:lnTo>
                  <a:lnTo>
                    <a:pt x="1577379" y="0"/>
                  </a:lnTo>
                  <a:lnTo>
                    <a:pt x="1585905" y="0"/>
                  </a:lnTo>
                  <a:lnTo>
                    <a:pt x="1594432" y="0"/>
                  </a:lnTo>
                  <a:lnTo>
                    <a:pt x="1602958" y="0"/>
                  </a:lnTo>
                  <a:lnTo>
                    <a:pt x="1611485" y="0"/>
                  </a:lnTo>
                  <a:lnTo>
                    <a:pt x="1620011" y="0"/>
                  </a:lnTo>
                  <a:lnTo>
                    <a:pt x="1628537" y="0"/>
                  </a:lnTo>
                  <a:lnTo>
                    <a:pt x="1637064" y="0"/>
                  </a:lnTo>
                  <a:lnTo>
                    <a:pt x="1645590" y="0"/>
                  </a:lnTo>
                  <a:lnTo>
                    <a:pt x="1654116" y="0"/>
                  </a:lnTo>
                  <a:lnTo>
                    <a:pt x="1662643" y="0"/>
                  </a:lnTo>
                  <a:lnTo>
                    <a:pt x="1671169" y="0"/>
                  </a:lnTo>
                  <a:lnTo>
                    <a:pt x="1679696" y="0"/>
                  </a:lnTo>
                  <a:lnTo>
                    <a:pt x="1688222" y="0"/>
                  </a:lnTo>
                  <a:lnTo>
                    <a:pt x="1696748" y="0"/>
                  </a:lnTo>
                  <a:lnTo>
                    <a:pt x="1705275" y="0"/>
                  </a:lnTo>
                  <a:lnTo>
                    <a:pt x="1713801" y="0"/>
                  </a:lnTo>
                  <a:lnTo>
                    <a:pt x="1722327" y="0"/>
                  </a:lnTo>
                  <a:lnTo>
                    <a:pt x="1730854" y="0"/>
                  </a:lnTo>
                  <a:lnTo>
                    <a:pt x="1739380" y="0"/>
                  </a:lnTo>
                  <a:lnTo>
                    <a:pt x="1747907" y="0"/>
                  </a:lnTo>
                  <a:lnTo>
                    <a:pt x="1756433" y="0"/>
                  </a:lnTo>
                  <a:lnTo>
                    <a:pt x="1764959" y="0"/>
                  </a:lnTo>
                  <a:lnTo>
                    <a:pt x="1773486" y="0"/>
                  </a:lnTo>
                  <a:lnTo>
                    <a:pt x="1782012" y="0"/>
                  </a:lnTo>
                  <a:lnTo>
                    <a:pt x="1790539" y="0"/>
                  </a:lnTo>
                  <a:lnTo>
                    <a:pt x="1799065" y="0"/>
                  </a:lnTo>
                  <a:lnTo>
                    <a:pt x="1807591" y="0"/>
                  </a:lnTo>
                  <a:lnTo>
                    <a:pt x="1816118" y="0"/>
                  </a:lnTo>
                  <a:lnTo>
                    <a:pt x="1824644" y="0"/>
                  </a:lnTo>
                  <a:lnTo>
                    <a:pt x="1833170" y="0"/>
                  </a:lnTo>
                  <a:lnTo>
                    <a:pt x="1841697" y="0"/>
                  </a:lnTo>
                  <a:lnTo>
                    <a:pt x="1850223" y="0"/>
                  </a:lnTo>
                  <a:lnTo>
                    <a:pt x="1858750" y="0"/>
                  </a:lnTo>
                  <a:lnTo>
                    <a:pt x="1867276" y="0"/>
                  </a:lnTo>
                  <a:lnTo>
                    <a:pt x="1875802" y="0"/>
                  </a:lnTo>
                  <a:lnTo>
                    <a:pt x="1884329" y="0"/>
                  </a:lnTo>
                  <a:lnTo>
                    <a:pt x="1892855" y="0"/>
                  </a:lnTo>
                  <a:lnTo>
                    <a:pt x="1901381" y="0"/>
                  </a:lnTo>
                  <a:lnTo>
                    <a:pt x="1909908" y="0"/>
                  </a:lnTo>
                  <a:lnTo>
                    <a:pt x="1918434" y="0"/>
                  </a:lnTo>
                  <a:lnTo>
                    <a:pt x="1926961" y="0"/>
                  </a:lnTo>
                  <a:lnTo>
                    <a:pt x="1935487" y="0"/>
                  </a:lnTo>
                  <a:lnTo>
                    <a:pt x="1944013" y="0"/>
                  </a:lnTo>
                  <a:lnTo>
                    <a:pt x="1952540" y="0"/>
                  </a:lnTo>
                  <a:lnTo>
                    <a:pt x="1961066" y="0"/>
                  </a:lnTo>
                  <a:lnTo>
                    <a:pt x="1969592" y="0"/>
                  </a:lnTo>
                  <a:lnTo>
                    <a:pt x="1978119" y="0"/>
                  </a:lnTo>
                  <a:lnTo>
                    <a:pt x="1986645" y="0"/>
                  </a:lnTo>
                  <a:lnTo>
                    <a:pt x="1995172" y="0"/>
                  </a:lnTo>
                  <a:lnTo>
                    <a:pt x="2003698" y="0"/>
                  </a:lnTo>
                  <a:lnTo>
                    <a:pt x="2012224" y="0"/>
                  </a:lnTo>
                  <a:lnTo>
                    <a:pt x="2020751" y="0"/>
                  </a:lnTo>
                  <a:lnTo>
                    <a:pt x="2029277" y="0"/>
                  </a:lnTo>
                  <a:lnTo>
                    <a:pt x="2037803" y="0"/>
                  </a:lnTo>
                  <a:lnTo>
                    <a:pt x="2046330" y="0"/>
                  </a:lnTo>
                  <a:lnTo>
                    <a:pt x="2054856" y="0"/>
                  </a:lnTo>
                  <a:lnTo>
                    <a:pt x="2063383" y="0"/>
                  </a:lnTo>
                  <a:lnTo>
                    <a:pt x="2071909" y="0"/>
                  </a:lnTo>
                  <a:lnTo>
                    <a:pt x="2080435" y="0"/>
                  </a:lnTo>
                  <a:lnTo>
                    <a:pt x="2088962" y="0"/>
                  </a:lnTo>
                  <a:lnTo>
                    <a:pt x="2097488" y="0"/>
                  </a:lnTo>
                  <a:lnTo>
                    <a:pt x="2106014" y="0"/>
                  </a:lnTo>
                  <a:lnTo>
                    <a:pt x="2114541" y="0"/>
                  </a:lnTo>
                  <a:lnTo>
                    <a:pt x="2123067" y="0"/>
                  </a:lnTo>
                  <a:lnTo>
                    <a:pt x="2131594" y="0"/>
                  </a:lnTo>
                  <a:lnTo>
                    <a:pt x="2140120" y="0"/>
                  </a:lnTo>
                  <a:lnTo>
                    <a:pt x="2148646" y="0"/>
                  </a:lnTo>
                  <a:lnTo>
                    <a:pt x="2157173" y="0"/>
                  </a:lnTo>
                  <a:lnTo>
                    <a:pt x="2165699" y="0"/>
                  </a:lnTo>
                  <a:lnTo>
                    <a:pt x="2174225" y="0"/>
                  </a:lnTo>
                  <a:lnTo>
                    <a:pt x="2182752" y="0"/>
                  </a:lnTo>
                  <a:lnTo>
                    <a:pt x="2191278" y="0"/>
                  </a:lnTo>
                  <a:lnTo>
                    <a:pt x="2199805" y="0"/>
                  </a:lnTo>
                  <a:lnTo>
                    <a:pt x="2208331" y="0"/>
                  </a:lnTo>
                  <a:lnTo>
                    <a:pt x="2216857" y="0"/>
                  </a:lnTo>
                  <a:lnTo>
                    <a:pt x="2225384" y="0"/>
                  </a:lnTo>
                  <a:lnTo>
                    <a:pt x="2233910" y="0"/>
                  </a:lnTo>
                  <a:lnTo>
                    <a:pt x="2242436" y="0"/>
                  </a:lnTo>
                  <a:lnTo>
                    <a:pt x="2250963" y="0"/>
                  </a:lnTo>
                  <a:lnTo>
                    <a:pt x="2259489" y="0"/>
                  </a:lnTo>
                  <a:lnTo>
                    <a:pt x="2268016" y="0"/>
                  </a:lnTo>
                  <a:lnTo>
                    <a:pt x="2276542" y="0"/>
                  </a:lnTo>
                  <a:lnTo>
                    <a:pt x="2285068" y="0"/>
                  </a:lnTo>
                  <a:lnTo>
                    <a:pt x="2293595" y="0"/>
                  </a:lnTo>
                  <a:lnTo>
                    <a:pt x="2302121" y="0"/>
                  </a:lnTo>
                  <a:lnTo>
                    <a:pt x="2310647" y="0"/>
                  </a:lnTo>
                  <a:lnTo>
                    <a:pt x="2319174" y="0"/>
                  </a:lnTo>
                  <a:lnTo>
                    <a:pt x="2327700" y="0"/>
                  </a:lnTo>
                  <a:lnTo>
                    <a:pt x="2336227" y="0"/>
                  </a:lnTo>
                  <a:lnTo>
                    <a:pt x="2344753" y="0"/>
                  </a:lnTo>
                  <a:lnTo>
                    <a:pt x="2353279" y="0"/>
                  </a:lnTo>
                  <a:lnTo>
                    <a:pt x="2361806" y="0"/>
                  </a:lnTo>
                  <a:lnTo>
                    <a:pt x="2370332" y="0"/>
                  </a:lnTo>
                  <a:lnTo>
                    <a:pt x="2378858" y="0"/>
                  </a:lnTo>
                  <a:lnTo>
                    <a:pt x="2387385" y="0"/>
                  </a:lnTo>
                  <a:lnTo>
                    <a:pt x="2395911" y="0"/>
                  </a:lnTo>
                  <a:lnTo>
                    <a:pt x="2404438" y="0"/>
                  </a:lnTo>
                  <a:lnTo>
                    <a:pt x="2412964" y="0"/>
                  </a:lnTo>
                  <a:lnTo>
                    <a:pt x="2421490" y="0"/>
                  </a:lnTo>
                  <a:lnTo>
                    <a:pt x="2430017" y="0"/>
                  </a:lnTo>
                  <a:lnTo>
                    <a:pt x="2438543" y="0"/>
                  </a:lnTo>
                  <a:lnTo>
                    <a:pt x="2447069" y="0"/>
                  </a:lnTo>
                  <a:lnTo>
                    <a:pt x="2455596" y="0"/>
                  </a:lnTo>
                  <a:lnTo>
                    <a:pt x="2464122" y="0"/>
                  </a:lnTo>
                  <a:lnTo>
                    <a:pt x="2472649" y="0"/>
                  </a:lnTo>
                  <a:lnTo>
                    <a:pt x="2481175" y="0"/>
                  </a:lnTo>
                  <a:lnTo>
                    <a:pt x="2489701" y="0"/>
                  </a:lnTo>
                  <a:lnTo>
                    <a:pt x="2498228" y="0"/>
                  </a:lnTo>
                  <a:lnTo>
                    <a:pt x="2506754" y="0"/>
                  </a:lnTo>
                  <a:lnTo>
                    <a:pt x="2515280" y="0"/>
                  </a:lnTo>
                  <a:lnTo>
                    <a:pt x="2523807" y="0"/>
                  </a:lnTo>
                  <a:lnTo>
                    <a:pt x="2532333" y="0"/>
                  </a:lnTo>
                  <a:lnTo>
                    <a:pt x="2540860" y="0"/>
                  </a:lnTo>
                  <a:lnTo>
                    <a:pt x="2549386" y="0"/>
                  </a:lnTo>
                  <a:lnTo>
                    <a:pt x="2557912" y="0"/>
                  </a:lnTo>
                  <a:lnTo>
                    <a:pt x="2566439" y="0"/>
                  </a:lnTo>
                  <a:lnTo>
                    <a:pt x="2574965" y="0"/>
                  </a:lnTo>
                  <a:lnTo>
                    <a:pt x="2583491" y="0"/>
                  </a:lnTo>
                  <a:lnTo>
                    <a:pt x="2592018" y="0"/>
                  </a:lnTo>
                  <a:lnTo>
                    <a:pt x="2600544" y="0"/>
                  </a:lnTo>
                  <a:lnTo>
                    <a:pt x="2609071" y="0"/>
                  </a:lnTo>
                  <a:lnTo>
                    <a:pt x="2617597" y="0"/>
                  </a:lnTo>
                  <a:lnTo>
                    <a:pt x="2626123" y="0"/>
                  </a:lnTo>
                  <a:lnTo>
                    <a:pt x="2634650" y="0"/>
                  </a:lnTo>
                  <a:lnTo>
                    <a:pt x="2643176" y="0"/>
                  </a:lnTo>
                  <a:lnTo>
                    <a:pt x="2651702" y="0"/>
                  </a:lnTo>
                  <a:lnTo>
                    <a:pt x="2660229" y="0"/>
                  </a:lnTo>
                  <a:lnTo>
                    <a:pt x="2668755" y="0"/>
                  </a:lnTo>
                  <a:lnTo>
                    <a:pt x="2677282" y="0"/>
                  </a:lnTo>
                  <a:lnTo>
                    <a:pt x="2685808" y="0"/>
                  </a:lnTo>
                  <a:lnTo>
                    <a:pt x="2694334" y="0"/>
                  </a:lnTo>
                  <a:lnTo>
                    <a:pt x="2702861" y="0"/>
                  </a:lnTo>
                  <a:lnTo>
                    <a:pt x="2711387" y="0"/>
                  </a:lnTo>
                  <a:lnTo>
                    <a:pt x="2719914" y="0"/>
                  </a:lnTo>
                  <a:lnTo>
                    <a:pt x="2728440" y="0"/>
                  </a:lnTo>
                  <a:lnTo>
                    <a:pt x="2736966" y="0"/>
                  </a:lnTo>
                  <a:lnTo>
                    <a:pt x="2745493" y="0"/>
                  </a:lnTo>
                  <a:lnTo>
                    <a:pt x="2754019" y="0"/>
                  </a:lnTo>
                  <a:lnTo>
                    <a:pt x="2762545" y="0"/>
                  </a:lnTo>
                  <a:lnTo>
                    <a:pt x="2771072" y="0"/>
                  </a:lnTo>
                  <a:lnTo>
                    <a:pt x="2779598" y="0"/>
                  </a:lnTo>
                  <a:lnTo>
                    <a:pt x="2788125" y="0"/>
                  </a:lnTo>
                  <a:lnTo>
                    <a:pt x="2796651" y="0"/>
                  </a:lnTo>
                  <a:lnTo>
                    <a:pt x="2805177" y="0"/>
                  </a:lnTo>
                  <a:lnTo>
                    <a:pt x="2813704" y="0"/>
                  </a:lnTo>
                  <a:lnTo>
                    <a:pt x="2822230" y="0"/>
                  </a:lnTo>
                  <a:lnTo>
                    <a:pt x="2830756" y="0"/>
                  </a:lnTo>
                  <a:lnTo>
                    <a:pt x="2839283" y="0"/>
                  </a:lnTo>
                  <a:lnTo>
                    <a:pt x="2847809" y="0"/>
                  </a:lnTo>
                  <a:lnTo>
                    <a:pt x="2856336" y="0"/>
                  </a:lnTo>
                  <a:lnTo>
                    <a:pt x="2864862" y="0"/>
                  </a:lnTo>
                  <a:lnTo>
                    <a:pt x="2873388" y="0"/>
                  </a:lnTo>
                  <a:lnTo>
                    <a:pt x="2881915" y="0"/>
                  </a:lnTo>
                  <a:lnTo>
                    <a:pt x="2890441" y="0"/>
                  </a:lnTo>
                  <a:lnTo>
                    <a:pt x="2898967" y="0"/>
                  </a:lnTo>
                  <a:lnTo>
                    <a:pt x="2907494" y="0"/>
                  </a:lnTo>
                  <a:lnTo>
                    <a:pt x="2916020" y="0"/>
                  </a:lnTo>
                  <a:lnTo>
                    <a:pt x="2924547" y="0"/>
                  </a:lnTo>
                  <a:lnTo>
                    <a:pt x="2933073" y="0"/>
                  </a:lnTo>
                  <a:lnTo>
                    <a:pt x="2941599" y="0"/>
                  </a:lnTo>
                  <a:lnTo>
                    <a:pt x="2950126" y="0"/>
                  </a:lnTo>
                  <a:lnTo>
                    <a:pt x="2958652" y="0"/>
                  </a:lnTo>
                  <a:lnTo>
                    <a:pt x="2967178" y="0"/>
                  </a:lnTo>
                  <a:lnTo>
                    <a:pt x="2975705" y="0"/>
                  </a:lnTo>
                  <a:lnTo>
                    <a:pt x="2984231" y="0"/>
                  </a:lnTo>
                  <a:lnTo>
                    <a:pt x="2992758" y="0"/>
                  </a:lnTo>
                  <a:lnTo>
                    <a:pt x="3001284" y="0"/>
                  </a:lnTo>
                  <a:lnTo>
                    <a:pt x="3009810" y="0"/>
                  </a:lnTo>
                  <a:lnTo>
                    <a:pt x="3018337" y="0"/>
                  </a:lnTo>
                  <a:lnTo>
                    <a:pt x="3026863" y="0"/>
                  </a:lnTo>
                  <a:lnTo>
                    <a:pt x="3035389" y="0"/>
                  </a:lnTo>
                  <a:lnTo>
                    <a:pt x="3043916" y="0"/>
                  </a:lnTo>
                  <a:lnTo>
                    <a:pt x="3052442" y="0"/>
                  </a:lnTo>
                  <a:lnTo>
                    <a:pt x="3060969" y="0"/>
                  </a:lnTo>
                  <a:lnTo>
                    <a:pt x="3069495" y="0"/>
                  </a:lnTo>
                  <a:lnTo>
                    <a:pt x="3078021" y="0"/>
                  </a:lnTo>
                  <a:lnTo>
                    <a:pt x="3086548" y="0"/>
                  </a:lnTo>
                  <a:lnTo>
                    <a:pt x="3095074" y="0"/>
                  </a:lnTo>
                  <a:lnTo>
                    <a:pt x="3103600" y="0"/>
                  </a:lnTo>
                  <a:lnTo>
                    <a:pt x="3112127" y="0"/>
                  </a:lnTo>
                  <a:lnTo>
                    <a:pt x="3120653" y="0"/>
                  </a:lnTo>
                  <a:lnTo>
                    <a:pt x="3129180" y="0"/>
                  </a:lnTo>
                  <a:lnTo>
                    <a:pt x="3137706" y="0"/>
                  </a:lnTo>
                  <a:lnTo>
                    <a:pt x="3146232" y="0"/>
                  </a:lnTo>
                  <a:lnTo>
                    <a:pt x="3154759" y="0"/>
                  </a:lnTo>
                  <a:lnTo>
                    <a:pt x="3163285" y="0"/>
                  </a:lnTo>
                  <a:lnTo>
                    <a:pt x="3171811" y="0"/>
                  </a:lnTo>
                  <a:lnTo>
                    <a:pt x="3180338" y="0"/>
                  </a:lnTo>
                  <a:lnTo>
                    <a:pt x="3188864" y="0"/>
                  </a:lnTo>
                  <a:lnTo>
                    <a:pt x="3197391" y="0"/>
                  </a:lnTo>
                  <a:lnTo>
                    <a:pt x="3205917" y="0"/>
                  </a:lnTo>
                  <a:lnTo>
                    <a:pt x="3214443" y="0"/>
                  </a:lnTo>
                  <a:lnTo>
                    <a:pt x="3222970" y="0"/>
                  </a:lnTo>
                  <a:lnTo>
                    <a:pt x="3231496" y="0"/>
                  </a:lnTo>
                  <a:lnTo>
                    <a:pt x="3240022" y="0"/>
                  </a:lnTo>
                  <a:lnTo>
                    <a:pt x="3248549" y="0"/>
                  </a:lnTo>
                  <a:lnTo>
                    <a:pt x="3257075" y="0"/>
                  </a:lnTo>
                  <a:lnTo>
                    <a:pt x="3265602" y="0"/>
                  </a:lnTo>
                  <a:lnTo>
                    <a:pt x="3274128" y="0"/>
                  </a:lnTo>
                  <a:lnTo>
                    <a:pt x="3282654" y="0"/>
                  </a:lnTo>
                  <a:lnTo>
                    <a:pt x="3291181" y="0"/>
                  </a:lnTo>
                  <a:lnTo>
                    <a:pt x="3299707" y="0"/>
                  </a:lnTo>
                  <a:lnTo>
                    <a:pt x="3308233" y="0"/>
                  </a:lnTo>
                  <a:lnTo>
                    <a:pt x="3316760" y="0"/>
                  </a:lnTo>
                  <a:lnTo>
                    <a:pt x="3325286" y="0"/>
                  </a:lnTo>
                  <a:lnTo>
                    <a:pt x="3333813" y="0"/>
                  </a:lnTo>
                  <a:lnTo>
                    <a:pt x="3342339" y="0"/>
                  </a:lnTo>
                  <a:lnTo>
                    <a:pt x="3350865" y="0"/>
                  </a:lnTo>
                  <a:lnTo>
                    <a:pt x="3359392" y="0"/>
                  </a:lnTo>
                  <a:lnTo>
                    <a:pt x="3367918" y="0"/>
                  </a:lnTo>
                  <a:lnTo>
                    <a:pt x="3376444" y="0"/>
                  </a:lnTo>
                  <a:lnTo>
                    <a:pt x="3384971" y="0"/>
                  </a:lnTo>
                  <a:lnTo>
                    <a:pt x="3393497" y="0"/>
                  </a:lnTo>
                  <a:lnTo>
                    <a:pt x="3402024" y="0"/>
                  </a:lnTo>
                  <a:lnTo>
                    <a:pt x="3410550" y="0"/>
                  </a:lnTo>
                  <a:lnTo>
                    <a:pt x="3419076" y="0"/>
                  </a:lnTo>
                  <a:lnTo>
                    <a:pt x="3427603" y="0"/>
                  </a:lnTo>
                  <a:lnTo>
                    <a:pt x="3436129" y="0"/>
                  </a:lnTo>
                  <a:lnTo>
                    <a:pt x="3444655" y="0"/>
                  </a:lnTo>
                  <a:lnTo>
                    <a:pt x="3453182" y="0"/>
                  </a:lnTo>
                  <a:lnTo>
                    <a:pt x="3461708" y="0"/>
                  </a:lnTo>
                  <a:lnTo>
                    <a:pt x="3470235" y="0"/>
                  </a:lnTo>
                  <a:lnTo>
                    <a:pt x="3478761" y="0"/>
                  </a:lnTo>
                  <a:lnTo>
                    <a:pt x="3487287" y="0"/>
                  </a:lnTo>
                  <a:lnTo>
                    <a:pt x="3495814" y="0"/>
                  </a:lnTo>
                  <a:lnTo>
                    <a:pt x="3504340" y="0"/>
                  </a:lnTo>
                  <a:lnTo>
                    <a:pt x="3512866" y="0"/>
                  </a:lnTo>
                  <a:lnTo>
                    <a:pt x="3521393" y="0"/>
                  </a:lnTo>
                  <a:lnTo>
                    <a:pt x="3529919" y="0"/>
                  </a:lnTo>
                  <a:lnTo>
                    <a:pt x="3538446" y="0"/>
                  </a:lnTo>
                  <a:lnTo>
                    <a:pt x="3546972" y="0"/>
                  </a:lnTo>
                  <a:lnTo>
                    <a:pt x="3555498" y="0"/>
                  </a:lnTo>
                  <a:lnTo>
                    <a:pt x="3564025" y="0"/>
                  </a:lnTo>
                  <a:lnTo>
                    <a:pt x="3572551" y="0"/>
                  </a:lnTo>
                  <a:lnTo>
                    <a:pt x="3581078" y="0"/>
                  </a:lnTo>
                  <a:lnTo>
                    <a:pt x="3589604" y="0"/>
                  </a:lnTo>
                  <a:lnTo>
                    <a:pt x="3598130" y="0"/>
                  </a:lnTo>
                  <a:lnTo>
                    <a:pt x="3606657" y="0"/>
                  </a:lnTo>
                  <a:lnTo>
                    <a:pt x="3615183" y="0"/>
                  </a:lnTo>
                  <a:lnTo>
                    <a:pt x="3623709" y="0"/>
                  </a:lnTo>
                  <a:lnTo>
                    <a:pt x="3632236" y="0"/>
                  </a:lnTo>
                  <a:lnTo>
                    <a:pt x="3640762" y="0"/>
                  </a:lnTo>
                  <a:lnTo>
                    <a:pt x="3649289" y="0"/>
                  </a:lnTo>
                  <a:lnTo>
                    <a:pt x="3657815" y="0"/>
                  </a:lnTo>
                  <a:lnTo>
                    <a:pt x="3666341" y="0"/>
                  </a:lnTo>
                  <a:lnTo>
                    <a:pt x="3674868" y="0"/>
                  </a:lnTo>
                  <a:lnTo>
                    <a:pt x="3683394" y="0"/>
                  </a:lnTo>
                  <a:lnTo>
                    <a:pt x="3691920" y="0"/>
                  </a:lnTo>
                  <a:lnTo>
                    <a:pt x="3700447" y="0"/>
                  </a:lnTo>
                  <a:lnTo>
                    <a:pt x="3708973" y="0"/>
                  </a:lnTo>
                  <a:lnTo>
                    <a:pt x="3717500" y="0"/>
                  </a:lnTo>
                  <a:lnTo>
                    <a:pt x="3726026" y="0"/>
                  </a:lnTo>
                  <a:lnTo>
                    <a:pt x="3734552" y="0"/>
                  </a:lnTo>
                  <a:lnTo>
                    <a:pt x="3743079" y="0"/>
                  </a:lnTo>
                  <a:lnTo>
                    <a:pt x="3751605" y="0"/>
                  </a:lnTo>
                  <a:lnTo>
                    <a:pt x="3760131" y="0"/>
                  </a:lnTo>
                  <a:lnTo>
                    <a:pt x="3768658" y="0"/>
                  </a:lnTo>
                  <a:lnTo>
                    <a:pt x="3777184" y="0"/>
                  </a:lnTo>
                  <a:lnTo>
                    <a:pt x="3785711" y="0"/>
                  </a:lnTo>
                  <a:lnTo>
                    <a:pt x="3794237" y="0"/>
                  </a:lnTo>
                  <a:lnTo>
                    <a:pt x="3802763" y="0"/>
                  </a:lnTo>
                  <a:lnTo>
                    <a:pt x="3811290" y="0"/>
                  </a:lnTo>
                  <a:lnTo>
                    <a:pt x="3819816" y="0"/>
                  </a:lnTo>
                  <a:lnTo>
                    <a:pt x="3828342" y="0"/>
                  </a:lnTo>
                  <a:lnTo>
                    <a:pt x="3836869" y="0"/>
                  </a:lnTo>
                  <a:lnTo>
                    <a:pt x="3845395" y="0"/>
                  </a:lnTo>
                  <a:lnTo>
                    <a:pt x="3853922" y="0"/>
                  </a:lnTo>
                  <a:lnTo>
                    <a:pt x="3862448" y="0"/>
                  </a:lnTo>
                  <a:lnTo>
                    <a:pt x="3870974" y="0"/>
                  </a:lnTo>
                  <a:lnTo>
                    <a:pt x="3879501" y="0"/>
                  </a:lnTo>
                  <a:lnTo>
                    <a:pt x="3888027" y="0"/>
                  </a:lnTo>
                  <a:lnTo>
                    <a:pt x="3896553" y="0"/>
                  </a:lnTo>
                  <a:lnTo>
                    <a:pt x="3905080" y="0"/>
                  </a:lnTo>
                  <a:lnTo>
                    <a:pt x="3913606" y="0"/>
                  </a:lnTo>
                  <a:lnTo>
                    <a:pt x="3922133" y="0"/>
                  </a:lnTo>
                  <a:lnTo>
                    <a:pt x="3930659" y="0"/>
                  </a:lnTo>
                  <a:lnTo>
                    <a:pt x="3939185" y="0"/>
                  </a:lnTo>
                  <a:lnTo>
                    <a:pt x="3947712" y="0"/>
                  </a:lnTo>
                  <a:lnTo>
                    <a:pt x="3956238" y="0"/>
                  </a:lnTo>
                  <a:lnTo>
                    <a:pt x="3964764" y="0"/>
                  </a:lnTo>
                  <a:lnTo>
                    <a:pt x="3973291" y="0"/>
                  </a:lnTo>
                  <a:lnTo>
                    <a:pt x="3981817" y="0"/>
                  </a:lnTo>
                  <a:lnTo>
                    <a:pt x="3990344" y="0"/>
                  </a:lnTo>
                  <a:lnTo>
                    <a:pt x="3998870" y="0"/>
                  </a:lnTo>
                  <a:lnTo>
                    <a:pt x="4007396" y="0"/>
                  </a:lnTo>
                  <a:lnTo>
                    <a:pt x="4015923" y="0"/>
                  </a:lnTo>
                  <a:lnTo>
                    <a:pt x="4024449" y="0"/>
                  </a:lnTo>
                  <a:lnTo>
                    <a:pt x="4032975" y="0"/>
                  </a:lnTo>
                  <a:lnTo>
                    <a:pt x="4041502" y="0"/>
                  </a:lnTo>
                  <a:lnTo>
                    <a:pt x="4050028" y="0"/>
                  </a:lnTo>
                  <a:lnTo>
                    <a:pt x="4058555" y="0"/>
                  </a:lnTo>
                  <a:lnTo>
                    <a:pt x="4067081" y="0"/>
                  </a:lnTo>
                  <a:lnTo>
                    <a:pt x="4075607" y="0"/>
                  </a:lnTo>
                  <a:lnTo>
                    <a:pt x="4084134" y="0"/>
                  </a:lnTo>
                  <a:lnTo>
                    <a:pt x="4092660" y="0"/>
                  </a:lnTo>
                  <a:lnTo>
                    <a:pt x="4101186" y="0"/>
                  </a:lnTo>
                  <a:lnTo>
                    <a:pt x="4109713" y="0"/>
                  </a:lnTo>
                  <a:lnTo>
                    <a:pt x="4118239" y="0"/>
                  </a:lnTo>
                  <a:lnTo>
                    <a:pt x="4126766" y="0"/>
                  </a:lnTo>
                  <a:lnTo>
                    <a:pt x="4135292" y="0"/>
                  </a:lnTo>
                  <a:lnTo>
                    <a:pt x="4143818" y="0"/>
                  </a:lnTo>
                  <a:lnTo>
                    <a:pt x="4152345" y="0"/>
                  </a:lnTo>
                  <a:lnTo>
                    <a:pt x="4160871" y="0"/>
                  </a:lnTo>
                  <a:lnTo>
                    <a:pt x="4169397" y="0"/>
                  </a:lnTo>
                  <a:lnTo>
                    <a:pt x="4177924" y="0"/>
                  </a:lnTo>
                  <a:lnTo>
                    <a:pt x="4186450" y="0"/>
                  </a:lnTo>
                  <a:lnTo>
                    <a:pt x="4194977" y="0"/>
                  </a:lnTo>
                  <a:lnTo>
                    <a:pt x="4203503" y="0"/>
                  </a:lnTo>
                  <a:lnTo>
                    <a:pt x="4212029" y="0"/>
                  </a:lnTo>
                  <a:lnTo>
                    <a:pt x="4220556" y="0"/>
                  </a:lnTo>
                  <a:lnTo>
                    <a:pt x="4229082" y="0"/>
                  </a:lnTo>
                  <a:lnTo>
                    <a:pt x="4237608" y="0"/>
                  </a:lnTo>
                  <a:lnTo>
                    <a:pt x="4246135" y="0"/>
                  </a:lnTo>
                  <a:lnTo>
                    <a:pt x="4254661" y="0"/>
                  </a:lnTo>
                  <a:lnTo>
                    <a:pt x="4263188" y="0"/>
                  </a:lnTo>
                  <a:lnTo>
                    <a:pt x="4263188" y="112653"/>
                  </a:lnTo>
                  <a:lnTo>
                    <a:pt x="4254661" y="112653"/>
                  </a:lnTo>
                  <a:lnTo>
                    <a:pt x="4246135" y="112653"/>
                  </a:lnTo>
                  <a:lnTo>
                    <a:pt x="4237608" y="112653"/>
                  </a:lnTo>
                  <a:lnTo>
                    <a:pt x="4229082" y="112653"/>
                  </a:lnTo>
                  <a:lnTo>
                    <a:pt x="4220556" y="112653"/>
                  </a:lnTo>
                  <a:lnTo>
                    <a:pt x="4212029" y="112653"/>
                  </a:lnTo>
                  <a:lnTo>
                    <a:pt x="4203503" y="112653"/>
                  </a:lnTo>
                  <a:lnTo>
                    <a:pt x="4194977" y="112653"/>
                  </a:lnTo>
                  <a:lnTo>
                    <a:pt x="4186450" y="112653"/>
                  </a:lnTo>
                  <a:lnTo>
                    <a:pt x="4177924" y="112653"/>
                  </a:lnTo>
                  <a:lnTo>
                    <a:pt x="4169397" y="112653"/>
                  </a:lnTo>
                  <a:lnTo>
                    <a:pt x="4160871" y="112653"/>
                  </a:lnTo>
                  <a:lnTo>
                    <a:pt x="4152345" y="112653"/>
                  </a:lnTo>
                  <a:lnTo>
                    <a:pt x="4143818" y="112653"/>
                  </a:lnTo>
                  <a:lnTo>
                    <a:pt x="4135292" y="112653"/>
                  </a:lnTo>
                  <a:lnTo>
                    <a:pt x="4126766" y="112653"/>
                  </a:lnTo>
                  <a:lnTo>
                    <a:pt x="4118239" y="112653"/>
                  </a:lnTo>
                  <a:lnTo>
                    <a:pt x="4109713" y="112653"/>
                  </a:lnTo>
                  <a:lnTo>
                    <a:pt x="4101186" y="112653"/>
                  </a:lnTo>
                  <a:lnTo>
                    <a:pt x="4092660" y="112653"/>
                  </a:lnTo>
                  <a:lnTo>
                    <a:pt x="4084134" y="112653"/>
                  </a:lnTo>
                  <a:lnTo>
                    <a:pt x="4075607" y="112653"/>
                  </a:lnTo>
                  <a:lnTo>
                    <a:pt x="4067081" y="112653"/>
                  </a:lnTo>
                  <a:lnTo>
                    <a:pt x="4058555" y="112653"/>
                  </a:lnTo>
                  <a:lnTo>
                    <a:pt x="4050028" y="112653"/>
                  </a:lnTo>
                  <a:lnTo>
                    <a:pt x="4041502" y="112653"/>
                  </a:lnTo>
                  <a:lnTo>
                    <a:pt x="4032975" y="112653"/>
                  </a:lnTo>
                  <a:lnTo>
                    <a:pt x="4024449" y="112653"/>
                  </a:lnTo>
                  <a:lnTo>
                    <a:pt x="4015923" y="112653"/>
                  </a:lnTo>
                  <a:lnTo>
                    <a:pt x="4007396" y="112653"/>
                  </a:lnTo>
                  <a:lnTo>
                    <a:pt x="3998870" y="112653"/>
                  </a:lnTo>
                  <a:lnTo>
                    <a:pt x="3990344" y="112653"/>
                  </a:lnTo>
                  <a:lnTo>
                    <a:pt x="3981817" y="112653"/>
                  </a:lnTo>
                  <a:lnTo>
                    <a:pt x="3973291" y="112653"/>
                  </a:lnTo>
                  <a:lnTo>
                    <a:pt x="3964764" y="112653"/>
                  </a:lnTo>
                  <a:lnTo>
                    <a:pt x="3956238" y="112653"/>
                  </a:lnTo>
                  <a:lnTo>
                    <a:pt x="3947712" y="112653"/>
                  </a:lnTo>
                  <a:lnTo>
                    <a:pt x="3939185" y="112653"/>
                  </a:lnTo>
                  <a:lnTo>
                    <a:pt x="3930659" y="112653"/>
                  </a:lnTo>
                  <a:lnTo>
                    <a:pt x="3922133" y="112653"/>
                  </a:lnTo>
                  <a:lnTo>
                    <a:pt x="3913606" y="112653"/>
                  </a:lnTo>
                  <a:lnTo>
                    <a:pt x="3905080" y="112653"/>
                  </a:lnTo>
                  <a:lnTo>
                    <a:pt x="3896553" y="112653"/>
                  </a:lnTo>
                  <a:lnTo>
                    <a:pt x="3888027" y="112653"/>
                  </a:lnTo>
                  <a:lnTo>
                    <a:pt x="3879501" y="112653"/>
                  </a:lnTo>
                  <a:lnTo>
                    <a:pt x="3870974" y="112653"/>
                  </a:lnTo>
                  <a:lnTo>
                    <a:pt x="3862448" y="112653"/>
                  </a:lnTo>
                  <a:lnTo>
                    <a:pt x="3853922" y="112653"/>
                  </a:lnTo>
                  <a:lnTo>
                    <a:pt x="3845395" y="112653"/>
                  </a:lnTo>
                  <a:lnTo>
                    <a:pt x="3836869" y="112653"/>
                  </a:lnTo>
                  <a:lnTo>
                    <a:pt x="3828342" y="112653"/>
                  </a:lnTo>
                  <a:lnTo>
                    <a:pt x="3819816" y="112653"/>
                  </a:lnTo>
                  <a:lnTo>
                    <a:pt x="3811290" y="112653"/>
                  </a:lnTo>
                  <a:lnTo>
                    <a:pt x="3802763" y="112653"/>
                  </a:lnTo>
                  <a:lnTo>
                    <a:pt x="3794237" y="112653"/>
                  </a:lnTo>
                  <a:lnTo>
                    <a:pt x="3785711" y="112653"/>
                  </a:lnTo>
                  <a:lnTo>
                    <a:pt x="3777184" y="112653"/>
                  </a:lnTo>
                  <a:lnTo>
                    <a:pt x="3768658" y="112653"/>
                  </a:lnTo>
                  <a:lnTo>
                    <a:pt x="3760131" y="112653"/>
                  </a:lnTo>
                  <a:lnTo>
                    <a:pt x="3751605" y="112653"/>
                  </a:lnTo>
                  <a:lnTo>
                    <a:pt x="3743079" y="112653"/>
                  </a:lnTo>
                  <a:lnTo>
                    <a:pt x="3734552" y="112653"/>
                  </a:lnTo>
                  <a:lnTo>
                    <a:pt x="3726026" y="112653"/>
                  </a:lnTo>
                  <a:lnTo>
                    <a:pt x="3717500" y="112653"/>
                  </a:lnTo>
                  <a:lnTo>
                    <a:pt x="3708973" y="112653"/>
                  </a:lnTo>
                  <a:lnTo>
                    <a:pt x="3700447" y="112653"/>
                  </a:lnTo>
                  <a:lnTo>
                    <a:pt x="3691920" y="112653"/>
                  </a:lnTo>
                  <a:lnTo>
                    <a:pt x="3683394" y="112653"/>
                  </a:lnTo>
                  <a:lnTo>
                    <a:pt x="3674868" y="112653"/>
                  </a:lnTo>
                  <a:lnTo>
                    <a:pt x="3666341" y="112653"/>
                  </a:lnTo>
                  <a:lnTo>
                    <a:pt x="3657815" y="112653"/>
                  </a:lnTo>
                  <a:lnTo>
                    <a:pt x="3649289" y="112653"/>
                  </a:lnTo>
                  <a:lnTo>
                    <a:pt x="3640762" y="112653"/>
                  </a:lnTo>
                  <a:lnTo>
                    <a:pt x="3632236" y="112653"/>
                  </a:lnTo>
                  <a:lnTo>
                    <a:pt x="3623709" y="112653"/>
                  </a:lnTo>
                  <a:lnTo>
                    <a:pt x="3615183" y="112653"/>
                  </a:lnTo>
                  <a:lnTo>
                    <a:pt x="3606657" y="112653"/>
                  </a:lnTo>
                  <a:lnTo>
                    <a:pt x="3598130" y="112653"/>
                  </a:lnTo>
                  <a:lnTo>
                    <a:pt x="3589604" y="112653"/>
                  </a:lnTo>
                  <a:lnTo>
                    <a:pt x="3581078" y="112653"/>
                  </a:lnTo>
                  <a:lnTo>
                    <a:pt x="3572551" y="112653"/>
                  </a:lnTo>
                  <a:lnTo>
                    <a:pt x="3564025" y="112653"/>
                  </a:lnTo>
                  <a:lnTo>
                    <a:pt x="3555498" y="112653"/>
                  </a:lnTo>
                  <a:lnTo>
                    <a:pt x="3546972" y="112653"/>
                  </a:lnTo>
                  <a:lnTo>
                    <a:pt x="3538446" y="112653"/>
                  </a:lnTo>
                  <a:lnTo>
                    <a:pt x="3529919" y="112653"/>
                  </a:lnTo>
                  <a:lnTo>
                    <a:pt x="3521393" y="112653"/>
                  </a:lnTo>
                  <a:lnTo>
                    <a:pt x="3512866" y="112653"/>
                  </a:lnTo>
                  <a:lnTo>
                    <a:pt x="3504340" y="112653"/>
                  </a:lnTo>
                  <a:lnTo>
                    <a:pt x="3495814" y="112653"/>
                  </a:lnTo>
                  <a:lnTo>
                    <a:pt x="3487287" y="112653"/>
                  </a:lnTo>
                  <a:lnTo>
                    <a:pt x="3478761" y="112653"/>
                  </a:lnTo>
                  <a:lnTo>
                    <a:pt x="3470235" y="112653"/>
                  </a:lnTo>
                  <a:lnTo>
                    <a:pt x="3461708" y="112653"/>
                  </a:lnTo>
                  <a:lnTo>
                    <a:pt x="3453182" y="112653"/>
                  </a:lnTo>
                  <a:lnTo>
                    <a:pt x="3444655" y="112653"/>
                  </a:lnTo>
                  <a:lnTo>
                    <a:pt x="3436129" y="112653"/>
                  </a:lnTo>
                  <a:lnTo>
                    <a:pt x="3427603" y="112653"/>
                  </a:lnTo>
                  <a:lnTo>
                    <a:pt x="3419076" y="112653"/>
                  </a:lnTo>
                  <a:lnTo>
                    <a:pt x="3410550" y="112653"/>
                  </a:lnTo>
                  <a:lnTo>
                    <a:pt x="3402024" y="112653"/>
                  </a:lnTo>
                  <a:lnTo>
                    <a:pt x="3393497" y="112653"/>
                  </a:lnTo>
                  <a:lnTo>
                    <a:pt x="3384971" y="112653"/>
                  </a:lnTo>
                  <a:lnTo>
                    <a:pt x="3376444" y="112653"/>
                  </a:lnTo>
                  <a:lnTo>
                    <a:pt x="3367918" y="112653"/>
                  </a:lnTo>
                  <a:lnTo>
                    <a:pt x="3359392" y="112653"/>
                  </a:lnTo>
                  <a:lnTo>
                    <a:pt x="3350865" y="112653"/>
                  </a:lnTo>
                  <a:lnTo>
                    <a:pt x="3342339" y="112653"/>
                  </a:lnTo>
                  <a:lnTo>
                    <a:pt x="3333813" y="112653"/>
                  </a:lnTo>
                  <a:lnTo>
                    <a:pt x="3325286" y="112653"/>
                  </a:lnTo>
                  <a:lnTo>
                    <a:pt x="3316760" y="112653"/>
                  </a:lnTo>
                  <a:lnTo>
                    <a:pt x="3308233" y="112653"/>
                  </a:lnTo>
                  <a:lnTo>
                    <a:pt x="3299707" y="112653"/>
                  </a:lnTo>
                  <a:lnTo>
                    <a:pt x="3291181" y="112653"/>
                  </a:lnTo>
                  <a:lnTo>
                    <a:pt x="3282654" y="112653"/>
                  </a:lnTo>
                  <a:lnTo>
                    <a:pt x="3274128" y="112653"/>
                  </a:lnTo>
                  <a:lnTo>
                    <a:pt x="3265602" y="112653"/>
                  </a:lnTo>
                  <a:lnTo>
                    <a:pt x="3257075" y="112653"/>
                  </a:lnTo>
                  <a:lnTo>
                    <a:pt x="3248549" y="112653"/>
                  </a:lnTo>
                  <a:lnTo>
                    <a:pt x="3240022" y="112653"/>
                  </a:lnTo>
                  <a:lnTo>
                    <a:pt x="3231496" y="112653"/>
                  </a:lnTo>
                  <a:lnTo>
                    <a:pt x="3222970" y="112653"/>
                  </a:lnTo>
                  <a:lnTo>
                    <a:pt x="3214443" y="112653"/>
                  </a:lnTo>
                  <a:lnTo>
                    <a:pt x="3205917" y="112653"/>
                  </a:lnTo>
                  <a:lnTo>
                    <a:pt x="3197391" y="112653"/>
                  </a:lnTo>
                  <a:lnTo>
                    <a:pt x="3188864" y="112653"/>
                  </a:lnTo>
                  <a:lnTo>
                    <a:pt x="3180338" y="112653"/>
                  </a:lnTo>
                  <a:lnTo>
                    <a:pt x="3171811" y="112653"/>
                  </a:lnTo>
                  <a:lnTo>
                    <a:pt x="3163285" y="112653"/>
                  </a:lnTo>
                  <a:lnTo>
                    <a:pt x="3154759" y="112653"/>
                  </a:lnTo>
                  <a:lnTo>
                    <a:pt x="3146232" y="112653"/>
                  </a:lnTo>
                  <a:lnTo>
                    <a:pt x="3137706" y="112653"/>
                  </a:lnTo>
                  <a:lnTo>
                    <a:pt x="3129180" y="112653"/>
                  </a:lnTo>
                  <a:lnTo>
                    <a:pt x="3120653" y="112653"/>
                  </a:lnTo>
                  <a:lnTo>
                    <a:pt x="3112127" y="112653"/>
                  </a:lnTo>
                  <a:lnTo>
                    <a:pt x="3103600" y="112653"/>
                  </a:lnTo>
                  <a:lnTo>
                    <a:pt x="3095074" y="112653"/>
                  </a:lnTo>
                  <a:lnTo>
                    <a:pt x="3086548" y="112653"/>
                  </a:lnTo>
                  <a:lnTo>
                    <a:pt x="3078021" y="112653"/>
                  </a:lnTo>
                  <a:lnTo>
                    <a:pt x="3069495" y="112653"/>
                  </a:lnTo>
                  <a:lnTo>
                    <a:pt x="3060969" y="112653"/>
                  </a:lnTo>
                  <a:lnTo>
                    <a:pt x="3052442" y="112653"/>
                  </a:lnTo>
                  <a:lnTo>
                    <a:pt x="3043916" y="112653"/>
                  </a:lnTo>
                  <a:lnTo>
                    <a:pt x="3035389" y="112653"/>
                  </a:lnTo>
                  <a:lnTo>
                    <a:pt x="3026863" y="112653"/>
                  </a:lnTo>
                  <a:lnTo>
                    <a:pt x="3018337" y="112653"/>
                  </a:lnTo>
                  <a:lnTo>
                    <a:pt x="3009810" y="112653"/>
                  </a:lnTo>
                  <a:lnTo>
                    <a:pt x="3001284" y="112653"/>
                  </a:lnTo>
                  <a:lnTo>
                    <a:pt x="2992758" y="112653"/>
                  </a:lnTo>
                  <a:lnTo>
                    <a:pt x="2984231" y="112653"/>
                  </a:lnTo>
                  <a:lnTo>
                    <a:pt x="2975705" y="112653"/>
                  </a:lnTo>
                  <a:lnTo>
                    <a:pt x="2967178" y="112653"/>
                  </a:lnTo>
                  <a:lnTo>
                    <a:pt x="2958652" y="112653"/>
                  </a:lnTo>
                  <a:lnTo>
                    <a:pt x="2950126" y="112653"/>
                  </a:lnTo>
                  <a:lnTo>
                    <a:pt x="2941599" y="112653"/>
                  </a:lnTo>
                  <a:lnTo>
                    <a:pt x="2933073" y="112653"/>
                  </a:lnTo>
                  <a:lnTo>
                    <a:pt x="2924547" y="112653"/>
                  </a:lnTo>
                  <a:lnTo>
                    <a:pt x="2916020" y="112653"/>
                  </a:lnTo>
                  <a:lnTo>
                    <a:pt x="2907494" y="112653"/>
                  </a:lnTo>
                  <a:lnTo>
                    <a:pt x="2898967" y="112653"/>
                  </a:lnTo>
                  <a:lnTo>
                    <a:pt x="2890441" y="112653"/>
                  </a:lnTo>
                  <a:lnTo>
                    <a:pt x="2881915" y="112653"/>
                  </a:lnTo>
                  <a:lnTo>
                    <a:pt x="2873388" y="112653"/>
                  </a:lnTo>
                  <a:lnTo>
                    <a:pt x="2864862" y="112653"/>
                  </a:lnTo>
                  <a:lnTo>
                    <a:pt x="2856336" y="112653"/>
                  </a:lnTo>
                  <a:lnTo>
                    <a:pt x="2847809" y="112653"/>
                  </a:lnTo>
                  <a:lnTo>
                    <a:pt x="2839283" y="112653"/>
                  </a:lnTo>
                  <a:lnTo>
                    <a:pt x="2830756" y="112653"/>
                  </a:lnTo>
                  <a:lnTo>
                    <a:pt x="2822230" y="112653"/>
                  </a:lnTo>
                  <a:lnTo>
                    <a:pt x="2813704" y="112653"/>
                  </a:lnTo>
                  <a:lnTo>
                    <a:pt x="2805177" y="112653"/>
                  </a:lnTo>
                  <a:lnTo>
                    <a:pt x="2796651" y="112653"/>
                  </a:lnTo>
                  <a:lnTo>
                    <a:pt x="2788125" y="112653"/>
                  </a:lnTo>
                  <a:lnTo>
                    <a:pt x="2779598" y="112653"/>
                  </a:lnTo>
                  <a:lnTo>
                    <a:pt x="2771072" y="112653"/>
                  </a:lnTo>
                  <a:lnTo>
                    <a:pt x="2762545" y="112653"/>
                  </a:lnTo>
                  <a:lnTo>
                    <a:pt x="2754019" y="112653"/>
                  </a:lnTo>
                  <a:lnTo>
                    <a:pt x="2745493" y="112653"/>
                  </a:lnTo>
                  <a:lnTo>
                    <a:pt x="2736966" y="112653"/>
                  </a:lnTo>
                  <a:lnTo>
                    <a:pt x="2728440" y="112653"/>
                  </a:lnTo>
                  <a:lnTo>
                    <a:pt x="2719914" y="112653"/>
                  </a:lnTo>
                  <a:lnTo>
                    <a:pt x="2711387" y="112653"/>
                  </a:lnTo>
                  <a:lnTo>
                    <a:pt x="2702861" y="112653"/>
                  </a:lnTo>
                  <a:lnTo>
                    <a:pt x="2694334" y="112653"/>
                  </a:lnTo>
                  <a:lnTo>
                    <a:pt x="2685808" y="112653"/>
                  </a:lnTo>
                  <a:lnTo>
                    <a:pt x="2677282" y="112653"/>
                  </a:lnTo>
                  <a:lnTo>
                    <a:pt x="2668755" y="112653"/>
                  </a:lnTo>
                  <a:lnTo>
                    <a:pt x="2660229" y="112653"/>
                  </a:lnTo>
                  <a:lnTo>
                    <a:pt x="2651702" y="112653"/>
                  </a:lnTo>
                  <a:lnTo>
                    <a:pt x="2643176" y="112653"/>
                  </a:lnTo>
                  <a:lnTo>
                    <a:pt x="2634650" y="112653"/>
                  </a:lnTo>
                  <a:lnTo>
                    <a:pt x="2626123" y="112653"/>
                  </a:lnTo>
                  <a:lnTo>
                    <a:pt x="2617597" y="112653"/>
                  </a:lnTo>
                  <a:lnTo>
                    <a:pt x="2609071" y="112653"/>
                  </a:lnTo>
                  <a:lnTo>
                    <a:pt x="2600544" y="112653"/>
                  </a:lnTo>
                  <a:lnTo>
                    <a:pt x="2592018" y="112653"/>
                  </a:lnTo>
                  <a:lnTo>
                    <a:pt x="2583491" y="112653"/>
                  </a:lnTo>
                  <a:lnTo>
                    <a:pt x="2574965" y="112653"/>
                  </a:lnTo>
                  <a:lnTo>
                    <a:pt x="2566439" y="112653"/>
                  </a:lnTo>
                  <a:lnTo>
                    <a:pt x="2557912" y="112653"/>
                  </a:lnTo>
                  <a:lnTo>
                    <a:pt x="2549386" y="112653"/>
                  </a:lnTo>
                  <a:lnTo>
                    <a:pt x="2540860" y="112653"/>
                  </a:lnTo>
                  <a:lnTo>
                    <a:pt x="2532333" y="112653"/>
                  </a:lnTo>
                  <a:lnTo>
                    <a:pt x="2523807" y="112653"/>
                  </a:lnTo>
                  <a:lnTo>
                    <a:pt x="2515280" y="112653"/>
                  </a:lnTo>
                  <a:lnTo>
                    <a:pt x="2506754" y="112653"/>
                  </a:lnTo>
                  <a:lnTo>
                    <a:pt x="2498228" y="112653"/>
                  </a:lnTo>
                  <a:lnTo>
                    <a:pt x="2489701" y="112653"/>
                  </a:lnTo>
                  <a:lnTo>
                    <a:pt x="2481175" y="112653"/>
                  </a:lnTo>
                  <a:lnTo>
                    <a:pt x="2472649" y="112653"/>
                  </a:lnTo>
                  <a:lnTo>
                    <a:pt x="2464122" y="112653"/>
                  </a:lnTo>
                  <a:lnTo>
                    <a:pt x="2455596" y="112653"/>
                  </a:lnTo>
                  <a:lnTo>
                    <a:pt x="2447069" y="112653"/>
                  </a:lnTo>
                  <a:lnTo>
                    <a:pt x="2438543" y="112653"/>
                  </a:lnTo>
                  <a:lnTo>
                    <a:pt x="2430017" y="112653"/>
                  </a:lnTo>
                  <a:lnTo>
                    <a:pt x="2421490" y="112653"/>
                  </a:lnTo>
                  <a:lnTo>
                    <a:pt x="2412964" y="112653"/>
                  </a:lnTo>
                  <a:lnTo>
                    <a:pt x="2404438" y="112653"/>
                  </a:lnTo>
                  <a:lnTo>
                    <a:pt x="2395911" y="112653"/>
                  </a:lnTo>
                  <a:lnTo>
                    <a:pt x="2387385" y="112653"/>
                  </a:lnTo>
                  <a:lnTo>
                    <a:pt x="2378858" y="112653"/>
                  </a:lnTo>
                  <a:lnTo>
                    <a:pt x="2370332" y="112653"/>
                  </a:lnTo>
                  <a:lnTo>
                    <a:pt x="2361806" y="112653"/>
                  </a:lnTo>
                  <a:lnTo>
                    <a:pt x="2353279" y="112653"/>
                  </a:lnTo>
                  <a:lnTo>
                    <a:pt x="2344753" y="112653"/>
                  </a:lnTo>
                  <a:lnTo>
                    <a:pt x="2336227" y="112653"/>
                  </a:lnTo>
                  <a:lnTo>
                    <a:pt x="2327700" y="112653"/>
                  </a:lnTo>
                  <a:lnTo>
                    <a:pt x="2319174" y="112653"/>
                  </a:lnTo>
                  <a:lnTo>
                    <a:pt x="2310647" y="112653"/>
                  </a:lnTo>
                  <a:lnTo>
                    <a:pt x="2302121" y="112653"/>
                  </a:lnTo>
                  <a:lnTo>
                    <a:pt x="2293595" y="112653"/>
                  </a:lnTo>
                  <a:lnTo>
                    <a:pt x="2285068" y="112653"/>
                  </a:lnTo>
                  <a:lnTo>
                    <a:pt x="2276542" y="112653"/>
                  </a:lnTo>
                  <a:lnTo>
                    <a:pt x="2268016" y="112653"/>
                  </a:lnTo>
                  <a:lnTo>
                    <a:pt x="2259489" y="112653"/>
                  </a:lnTo>
                  <a:lnTo>
                    <a:pt x="2250963" y="112653"/>
                  </a:lnTo>
                  <a:lnTo>
                    <a:pt x="2242436" y="112653"/>
                  </a:lnTo>
                  <a:lnTo>
                    <a:pt x="2233910" y="112653"/>
                  </a:lnTo>
                  <a:lnTo>
                    <a:pt x="2225384" y="112653"/>
                  </a:lnTo>
                  <a:lnTo>
                    <a:pt x="2216857" y="112653"/>
                  </a:lnTo>
                  <a:lnTo>
                    <a:pt x="2208331" y="112653"/>
                  </a:lnTo>
                  <a:lnTo>
                    <a:pt x="2199805" y="112653"/>
                  </a:lnTo>
                  <a:lnTo>
                    <a:pt x="2191278" y="112653"/>
                  </a:lnTo>
                  <a:lnTo>
                    <a:pt x="2182752" y="112653"/>
                  </a:lnTo>
                  <a:lnTo>
                    <a:pt x="2174225" y="112653"/>
                  </a:lnTo>
                  <a:lnTo>
                    <a:pt x="2165699" y="112653"/>
                  </a:lnTo>
                  <a:lnTo>
                    <a:pt x="2157173" y="112653"/>
                  </a:lnTo>
                  <a:lnTo>
                    <a:pt x="2148646" y="112653"/>
                  </a:lnTo>
                  <a:lnTo>
                    <a:pt x="2140120" y="112653"/>
                  </a:lnTo>
                  <a:lnTo>
                    <a:pt x="2131594" y="112653"/>
                  </a:lnTo>
                  <a:lnTo>
                    <a:pt x="2123067" y="112653"/>
                  </a:lnTo>
                  <a:lnTo>
                    <a:pt x="2114541" y="112653"/>
                  </a:lnTo>
                  <a:lnTo>
                    <a:pt x="2106014" y="112653"/>
                  </a:lnTo>
                  <a:lnTo>
                    <a:pt x="2097488" y="112653"/>
                  </a:lnTo>
                  <a:lnTo>
                    <a:pt x="2088962" y="112653"/>
                  </a:lnTo>
                  <a:lnTo>
                    <a:pt x="2080435" y="112653"/>
                  </a:lnTo>
                  <a:lnTo>
                    <a:pt x="2071909" y="112653"/>
                  </a:lnTo>
                  <a:lnTo>
                    <a:pt x="2063383" y="112653"/>
                  </a:lnTo>
                  <a:lnTo>
                    <a:pt x="2054856" y="112653"/>
                  </a:lnTo>
                  <a:lnTo>
                    <a:pt x="2046330" y="112653"/>
                  </a:lnTo>
                  <a:lnTo>
                    <a:pt x="2037803" y="112653"/>
                  </a:lnTo>
                  <a:lnTo>
                    <a:pt x="2029277" y="112653"/>
                  </a:lnTo>
                  <a:lnTo>
                    <a:pt x="2020751" y="112653"/>
                  </a:lnTo>
                  <a:lnTo>
                    <a:pt x="2012224" y="112653"/>
                  </a:lnTo>
                  <a:lnTo>
                    <a:pt x="2003698" y="112653"/>
                  </a:lnTo>
                  <a:lnTo>
                    <a:pt x="1995172" y="112653"/>
                  </a:lnTo>
                  <a:lnTo>
                    <a:pt x="1986645" y="112653"/>
                  </a:lnTo>
                  <a:lnTo>
                    <a:pt x="1978119" y="112653"/>
                  </a:lnTo>
                  <a:lnTo>
                    <a:pt x="1969592" y="112653"/>
                  </a:lnTo>
                  <a:lnTo>
                    <a:pt x="1961066" y="112653"/>
                  </a:lnTo>
                  <a:lnTo>
                    <a:pt x="1952540" y="112653"/>
                  </a:lnTo>
                  <a:lnTo>
                    <a:pt x="1944013" y="112653"/>
                  </a:lnTo>
                  <a:lnTo>
                    <a:pt x="1935487" y="112653"/>
                  </a:lnTo>
                  <a:lnTo>
                    <a:pt x="1926961" y="112653"/>
                  </a:lnTo>
                  <a:lnTo>
                    <a:pt x="1918434" y="112653"/>
                  </a:lnTo>
                  <a:lnTo>
                    <a:pt x="1909908" y="112653"/>
                  </a:lnTo>
                  <a:lnTo>
                    <a:pt x="1901381" y="112653"/>
                  </a:lnTo>
                  <a:lnTo>
                    <a:pt x="1892855" y="112653"/>
                  </a:lnTo>
                  <a:lnTo>
                    <a:pt x="1884329" y="112653"/>
                  </a:lnTo>
                  <a:lnTo>
                    <a:pt x="1875802" y="112653"/>
                  </a:lnTo>
                  <a:lnTo>
                    <a:pt x="1867276" y="112653"/>
                  </a:lnTo>
                  <a:lnTo>
                    <a:pt x="1858750" y="112653"/>
                  </a:lnTo>
                  <a:lnTo>
                    <a:pt x="1850223" y="112653"/>
                  </a:lnTo>
                  <a:lnTo>
                    <a:pt x="1841697" y="112653"/>
                  </a:lnTo>
                  <a:lnTo>
                    <a:pt x="1833170" y="112653"/>
                  </a:lnTo>
                  <a:lnTo>
                    <a:pt x="1824644" y="112653"/>
                  </a:lnTo>
                  <a:lnTo>
                    <a:pt x="1816118" y="112653"/>
                  </a:lnTo>
                  <a:lnTo>
                    <a:pt x="1807591" y="112653"/>
                  </a:lnTo>
                  <a:lnTo>
                    <a:pt x="1799065" y="112653"/>
                  </a:lnTo>
                  <a:lnTo>
                    <a:pt x="1790539" y="112653"/>
                  </a:lnTo>
                  <a:lnTo>
                    <a:pt x="1782012" y="112653"/>
                  </a:lnTo>
                  <a:lnTo>
                    <a:pt x="1773486" y="112653"/>
                  </a:lnTo>
                  <a:lnTo>
                    <a:pt x="1764959" y="112653"/>
                  </a:lnTo>
                  <a:lnTo>
                    <a:pt x="1756433" y="112653"/>
                  </a:lnTo>
                  <a:lnTo>
                    <a:pt x="1747907" y="112653"/>
                  </a:lnTo>
                  <a:lnTo>
                    <a:pt x="1739380" y="112653"/>
                  </a:lnTo>
                  <a:lnTo>
                    <a:pt x="1730854" y="112653"/>
                  </a:lnTo>
                  <a:lnTo>
                    <a:pt x="1722327" y="112653"/>
                  </a:lnTo>
                  <a:lnTo>
                    <a:pt x="1713801" y="112653"/>
                  </a:lnTo>
                  <a:lnTo>
                    <a:pt x="1705275" y="112653"/>
                  </a:lnTo>
                  <a:lnTo>
                    <a:pt x="1696748" y="112653"/>
                  </a:lnTo>
                  <a:lnTo>
                    <a:pt x="1688222" y="112653"/>
                  </a:lnTo>
                  <a:lnTo>
                    <a:pt x="1679696" y="112653"/>
                  </a:lnTo>
                  <a:lnTo>
                    <a:pt x="1671169" y="112653"/>
                  </a:lnTo>
                  <a:lnTo>
                    <a:pt x="1662643" y="112653"/>
                  </a:lnTo>
                  <a:lnTo>
                    <a:pt x="1654116" y="112653"/>
                  </a:lnTo>
                  <a:lnTo>
                    <a:pt x="1645590" y="112653"/>
                  </a:lnTo>
                  <a:lnTo>
                    <a:pt x="1637064" y="112653"/>
                  </a:lnTo>
                  <a:lnTo>
                    <a:pt x="1628537" y="112653"/>
                  </a:lnTo>
                  <a:lnTo>
                    <a:pt x="1620011" y="112653"/>
                  </a:lnTo>
                  <a:lnTo>
                    <a:pt x="1611485" y="112653"/>
                  </a:lnTo>
                  <a:lnTo>
                    <a:pt x="1602958" y="112653"/>
                  </a:lnTo>
                  <a:lnTo>
                    <a:pt x="1594432" y="112653"/>
                  </a:lnTo>
                  <a:lnTo>
                    <a:pt x="1585905" y="112653"/>
                  </a:lnTo>
                  <a:lnTo>
                    <a:pt x="1577379" y="112653"/>
                  </a:lnTo>
                  <a:lnTo>
                    <a:pt x="1568853" y="112653"/>
                  </a:lnTo>
                  <a:lnTo>
                    <a:pt x="1560326" y="112653"/>
                  </a:lnTo>
                  <a:lnTo>
                    <a:pt x="1551800" y="112653"/>
                  </a:lnTo>
                  <a:lnTo>
                    <a:pt x="1543274" y="112653"/>
                  </a:lnTo>
                  <a:lnTo>
                    <a:pt x="1534747" y="112653"/>
                  </a:lnTo>
                  <a:lnTo>
                    <a:pt x="1526221" y="112653"/>
                  </a:lnTo>
                  <a:lnTo>
                    <a:pt x="1517694" y="112653"/>
                  </a:lnTo>
                  <a:lnTo>
                    <a:pt x="1509168" y="112653"/>
                  </a:lnTo>
                  <a:lnTo>
                    <a:pt x="1500642" y="112653"/>
                  </a:lnTo>
                  <a:lnTo>
                    <a:pt x="1492115" y="112653"/>
                  </a:lnTo>
                  <a:lnTo>
                    <a:pt x="1483589" y="112653"/>
                  </a:lnTo>
                  <a:lnTo>
                    <a:pt x="1475063" y="112653"/>
                  </a:lnTo>
                  <a:lnTo>
                    <a:pt x="1466536" y="112653"/>
                  </a:lnTo>
                  <a:lnTo>
                    <a:pt x="1458010" y="112653"/>
                  </a:lnTo>
                  <a:lnTo>
                    <a:pt x="1449483" y="112653"/>
                  </a:lnTo>
                  <a:lnTo>
                    <a:pt x="1440957" y="112653"/>
                  </a:lnTo>
                  <a:lnTo>
                    <a:pt x="1432431" y="112653"/>
                  </a:lnTo>
                  <a:lnTo>
                    <a:pt x="1423904" y="112653"/>
                  </a:lnTo>
                  <a:lnTo>
                    <a:pt x="1415378" y="112653"/>
                  </a:lnTo>
                  <a:lnTo>
                    <a:pt x="1406852" y="112653"/>
                  </a:lnTo>
                  <a:lnTo>
                    <a:pt x="1398325" y="112653"/>
                  </a:lnTo>
                  <a:lnTo>
                    <a:pt x="1389799" y="112653"/>
                  </a:lnTo>
                  <a:lnTo>
                    <a:pt x="1381272" y="112653"/>
                  </a:lnTo>
                  <a:lnTo>
                    <a:pt x="1372746" y="112653"/>
                  </a:lnTo>
                  <a:lnTo>
                    <a:pt x="1364220" y="112653"/>
                  </a:lnTo>
                  <a:lnTo>
                    <a:pt x="1355693" y="112653"/>
                  </a:lnTo>
                  <a:lnTo>
                    <a:pt x="1347167" y="112653"/>
                  </a:lnTo>
                  <a:lnTo>
                    <a:pt x="1338641" y="112653"/>
                  </a:lnTo>
                  <a:lnTo>
                    <a:pt x="1330114" y="112653"/>
                  </a:lnTo>
                  <a:lnTo>
                    <a:pt x="1321588" y="112653"/>
                  </a:lnTo>
                  <a:lnTo>
                    <a:pt x="1313061" y="112653"/>
                  </a:lnTo>
                  <a:lnTo>
                    <a:pt x="1304535" y="112653"/>
                  </a:lnTo>
                  <a:lnTo>
                    <a:pt x="1296009" y="112653"/>
                  </a:lnTo>
                  <a:lnTo>
                    <a:pt x="1287482" y="112653"/>
                  </a:lnTo>
                  <a:lnTo>
                    <a:pt x="1278956" y="112653"/>
                  </a:lnTo>
                  <a:lnTo>
                    <a:pt x="1270430" y="112653"/>
                  </a:lnTo>
                  <a:lnTo>
                    <a:pt x="1261903" y="112653"/>
                  </a:lnTo>
                  <a:lnTo>
                    <a:pt x="1253377" y="112653"/>
                  </a:lnTo>
                  <a:lnTo>
                    <a:pt x="1244850" y="112653"/>
                  </a:lnTo>
                  <a:lnTo>
                    <a:pt x="1236324" y="112653"/>
                  </a:lnTo>
                  <a:lnTo>
                    <a:pt x="1227798" y="112653"/>
                  </a:lnTo>
                  <a:lnTo>
                    <a:pt x="1219271" y="112653"/>
                  </a:lnTo>
                  <a:lnTo>
                    <a:pt x="1210745" y="112653"/>
                  </a:lnTo>
                  <a:lnTo>
                    <a:pt x="1202219" y="112653"/>
                  </a:lnTo>
                  <a:lnTo>
                    <a:pt x="1193692" y="112653"/>
                  </a:lnTo>
                  <a:lnTo>
                    <a:pt x="1185166" y="112653"/>
                  </a:lnTo>
                  <a:lnTo>
                    <a:pt x="1176639" y="112653"/>
                  </a:lnTo>
                  <a:lnTo>
                    <a:pt x="1168113" y="112653"/>
                  </a:lnTo>
                  <a:lnTo>
                    <a:pt x="1159587" y="112653"/>
                  </a:lnTo>
                  <a:lnTo>
                    <a:pt x="1151060" y="112653"/>
                  </a:lnTo>
                  <a:lnTo>
                    <a:pt x="1142534" y="112653"/>
                  </a:lnTo>
                  <a:lnTo>
                    <a:pt x="1134008" y="112653"/>
                  </a:lnTo>
                  <a:lnTo>
                    <a:pt x="1125481" y="112653"/>
                  </a:lnTo>
                  <a:lnTo>
                    <a:pt x="1116955" y="112653"/>
                  </a:lnTo>
                  <a:lnTo>
                    <a:pt x="1108428" y="112653"/>
                  </a:lnTo>
                  <a:lnTo>
                    <a:pt x="1099902" y="112653"/>
                  </a:lnTo>
                  <a:lnTo>
                    <a:pt x="1091376" y="112653"/>
                  </a:lnTo>
                  <a:lnTo>
                    <a:pt x="1082849" y="112653"/>
                  </a:lnTo>
                  <a:lnTo>
                    <a:pt x="1074323" y="112653"/>
                  </a:lnTo>
                  <a:lnTo>
                    <a:pt x="1065797" y="112653"/>
                  </a:lnTo>
                  <a:lnTo>
                    <a:pt x="1057270" y="112653"/>
                  </a:lnTo>
                  <a:lnTo>
                    <a:pt x="1048744" y="112653"/>
                  </a:lnTo>
                  <a:lnTo>
                    <a:pt x="1040217" y="112653"/>
                  </a:lnTo>
                  <a:lnTo>
                    <a:pt x="1031691" y="112653"/>
                  </a:lnTo>
                  <a:lnTo>
                    <a:pt x="1023165" y="112653"/>
                  </a:lnTo>
                  <a:lnTo>
                    <a:pt x="1014638" y="112653"/>
                  </a:lnTo>
                  <a:lnTo>
                    <a:pt x="1006112" y="112653"/>
                  </a:lnTo>
                  <a:lnTo>
                    <a:pt x="997586" y="112653"/>
                  </a:lnTo>
                  <a:lnTo>
                    <a:pt x="989059" y="112653"/>
                  </a:lnTo>
                  <a:lnTo>
                    <a:pt x="980533" y="112653"/>
                  </a:lnTo>
                  <a:lnTo>
                    <a:pt x="972006" y="112653"/>
                  </a:lnTo>
                  <a:lnTo>
                    <a:pt x="963480" y="112653"/>
                  </a:lnTo>
                  <a:lnTo>
                    <a:pt x="954954" y="112653"/>
                  </a:lnTo>
                  <a:lnTo>
                    <a:pt x="946427" y="112653"/>
                  </a:lnTo>
                  <a:lnTo>
                    <a:pt x="937901" y="112653"/>
                  </a:lnTo>
                  <a:lnTo>
                    <a:pt x="929375" y="112653"/>
                  </a:lnTo>
                  <a:lnTo>
                    <a:pt x="920848" y="112653"/>
                  </a:lnTo>
                  <a:lnTo>
                    <a:pt x="912322" y="112653"/>
                  </a:lnTo>
                  <a:lnTo>
                    <a:pt x="903795" y="112653"/>
                  </a:lnTo>
                  <a:lnTo>
                    <a:pt x="895269" y="112653"/>
                  </a:lnTo>
                  <a:lnTo>
                    <a:pt x="886743" y="112653"/>
                  </a:lnTo>
                  <a:lnTo>
                    <a:pt x="878216" y="112653"/>
                  </a:lnTo>
                  <a:lnTo>
                    <a:pt x="869690" y="112653"/>
                  </a:lnTo>
                  <a:lnTo>
                    <a:pt x="861163" y="112653"/>
                  </a:lnTo>
                  <a:lnTo>
                    <a:pt x="852637" y="112653"/>
                  </a:lnTo>
                  <a:lnTo>
                    <a:pt x="844111" y="112653"/>
                  </a:lnTo>
                  <a:lnTo>
                    <a:pt x="835584" y="112653"/>
                  </a:lnTo>
                  <a:lnTo>
                    <a:pt x="827058" y="112653"/>
                  </a:lnTo>
                  <a:lnTo>
                    <a:pt x="818532" y="112653"/>
                  </a:lnTo>
                  <a:lnTo>
                    <a:pt x="810005" y="112653"/>
                  </a:lnTo>
                  <a:lnTo>
                    <a:pt x="801479" y="112653"/>
                  </a:lnTo>
                  <a:lnTo>
                    <a:pt x="792952" y="112653"/>
                  </a:lnTo>
                  <a:lnTo>
                    <a:pt x="784426" y="112653"/>
                  </a:lnTo>
                  <a:lnTo>
                    <a:pt x="775900" y="112653"/>
                  </a:lnTo>
                  <a:lnTo>
                    <a:pt x="767373" y="112653"/>
                  </a:lnTo>
                  <a:lnTo>
                    <a:pt x="758847" y="112653"/>
                  </a:lnTo>
                  <a:lnTo>
                    <a:pt x="750321" y="112653"/>
                  </a:lnTo>
                  <a:lnTo>
                    <a:pt x="741794" y="112653"/>
                  </a:lnTo>
                  <a:lnTo>
                    <a:pt x="733268" y="112653"/>
                  </a:lnTo>
                  <a:lnTo>
                    <a:pt x="724741" y="112653"/>
                  </a:lnTo>
                  <a:lnTo>
                    <a:pt x="716215" y="112653"/>
                  </a:lnTo>
                  <a:lnTo>
                    <a:pt x="707689" y="112653"/>
                  </a:lnTo>
                  <a:lnTo>
                    <a:pt x="699162" y="112653"/>
                  </a:lnTo>
                  <a:lnTo>
                    <a:pt x="690636" y="112653"/>
                  </a:lnTo>
                  <a:lnTo>
                    <a:pt x="682110" y="112653"/>
                  </a:lnTo>
                  <a:lnTo>
                    <a:pt x="673583" y="112653"/>
                  </a:lnTo>
                  <a:lnTo>
                    <a:pt x="665057" y="112653"/>
                  </a:lnTo>
                  <a:lnTo>
                    <a:pt x="656530" y="112653"/>
                  </a:lnTo>
                  <a:lnTo>
                    <a:pt x="648004" y="112653"/>
                  </a:lnTo>
                  <a:lnTo>
                    <a:pt x="639478" y="112653"/>
                  </a:lnTo>
                  <a:lnTo>
                    <a:pt x="630951" y="112653"/>
                  </a:lnTo>
                  <a:lnTo>
                    <a:pt x="622425" y="112653"/>
                  </a:lnTo>
                  <a:lnTo>
                    <a:pt x="613899" y="112653"/>
                  </a:lnTo>
                  <a:lnTo>
                    <a:pt x="605372" y="112653"/>
                  </a:lnTo>
                  <a:lnTo>
                    <a:pt x="596846" y="112653"/>
                  </a:lnTo>
                  <a:lnTo>
                    <a:pt x="588319" y="112653"/>
                  </a:lnTo>
                  <a:lnTo>
                    <a:pt x="579793" y="112653"/>
                  </a:lnTo>
                  <a:lnTo>
                    <a:pt x="571267" y="112653"/>
                  </a:lnTo>
                  <a:lnTo>
                    <a:pt x="562740" y="112653"/>
                  </a:lnTo>
                  <a:lnTo>
                    <a:pt x="554214" y="112653"/>
                  </a:lnTo>
                  <a:lnTo>
                    <a:pt x="545688" y="112653"/>
                  </a:lnTo>
                  <a:lnTo>
                    <a:pt x="537161" y="112653"/>
                  </a:lnTo>
                  <a:lnTo>
                    <a:pt x="528635" y="112653"/>
                  </a:lnTo>
                  <a:lnTo>
                    <a:pt x="520108" y="112653"/>
                  </a:lnTo>
                  <a:lnTo>
                    <a:pt x="511582" y="112653"/>
                  </a:lnTo>
                  <a:lnTo>
                    <a:pt x="503056" y="112653"/>
                  </a:lnTo>
                  <a:lnTo>
                    <a:pt x="494529" y="112653"/>
                  </a:lnTo>
                  <a:lnTo>
                    <a:pt x="486003" y="112653"/>
                  </a:lnTo>
                  <a:lnTo>
                    <a:pt x="477477" y="112653"/>
                  </a:lnTo>
                  <a:lnTo>
                    <a:pt x="468950" y="112653"/>
                  </a:lnTo>
                  <a:lnTo>
                    <a:pt x="460424" y="112653"/>
                  </a:lnTo>
                  <a:lnTo>
                    <a:pt x="451897" y="112653"/>
                  </a:lnTo>
                  <a:lnTo>
                    <a:pt x="443371" y="112653"/>
                  </a:lnTo>
                  <a:lnTo>
                    <a:pt x="434845" y="112653"/>
                  </a:lnTo>
                  <a:lnTo>
                    <a:pt x="426318" y="112653"/>
                  </a:lnTo>
                  <a:lnTo>
                    <a:pt x="417792" y="112653"/>
                  </a:lnTo>
                  <a:lnTo>
                    <a:pt x="409266" y="112653"/>
                  </a:lnTo>
                  <a:lnTo>
                    <a:pt x="400739" y="112653"/>
                  </a:lnTo>
                  <a:lnTo>
                    <a:pt x="392213" y="112653"/>
                  </a:lnTo>
                  <a:lnTo>
                    <a:pt x="383686" y="112653"/>
                  </a:lnTo>
                  <a:lnTo>
                    <a:pt x="375160" y="112653"/>
                  </a:lnTo>
                  <a:lnTo>
                    <a:pt x="366634" y="112653"/>
                  </a:lnTo>
                  <a:lnTo>
                    <a:pt x="358107" y="112653"/>
                  </a:lnTo>
                  <a:lnTo>
                    <a:pt x="349581" y="112653"/>
                  </a:lnTo>
                  <a:lnTo>
                    <a:pt x="341055" y="112653"/>
                  </a:lnTo>
                  <a:lnTo>
                    <a:pt x="332528" y="112653"/>
                  </a:lnTo>
                  <a:lnTo>
                    <a:pt x="324002" y="112653"/>
                  </a:lnTo>
                  <a:lnTo>
                    <a:pt x="315475" y="112653"/>
                  </a:lnTo>
                  <a:lnTo>
                    <a:pt x="306949" y="112653"/>
                  </a:lnTo>
                  <a:lnTo>
                    <a:pt x="298423" y="112653"/>
                  </a:lnTo>
                  <a:lnTo>
                    <a:pt x="289896" y="112653"/>
                  </a:lnTo>
                  <a:lnTo>
                    <a:pt x="281370" y="112653"/>
                  </a:lnTo>
                  <a:lnTo>
                    <a:pt x="272844" y="112653"/>
                  </a:lnTo>
                  <a:lnTo>
                    <a:pt x="264317" y="112653"/>
                  </a:lnTo>
                  <a:lnTo>
                    <a:pt x="255791" y="112653"/>
                  </a:lnTo>
                  <a:lnTo>
                    <a:pt x="247264" y="112653"/>
                  </a:lnTo>
                  <a:lnTo>
                    <a:pt x="238738" y="112653"/>
                  </a:lnTo>
                  <a:lnTo>
                    <a:pt x="230212" y="112653"/>
                  </a:lnTo>
                  <a:lnTo>
                    <a:pt x="221685" y="112653"/>
                  </a:lnTo>
                  <a:lnTo>
                    <a:pt x="213159" y="112653"/>
                  </a:lnTo>
                  <a:lnTo>
                    <a:pt x="204633" y="112653"/>
                  </a:lnTo>
                  <a:lnTo>
                    <a:pt x="196106" y="112653"/>
                  </a:lnTo>
                  <a:lnTo>
                    <a:pt x="187580" y="112653"/>
                  </a:lnTo>
                  <a:lnTo>
                    <a:pt x="179053" y="112653"/>
                  </a:lnTo>
                  <a:lnTo>
                    <a:pt x="170527" y="112653"/>
                  </a:lnTo>
                  <a:lnTo>
                    <a:pt x="162001" y="112653"/>
                  </a:lnTo>
                  <a:lnTo>
                    <a:pt x="153474" y="112653"/>
                  </a:lnTo>
                  <a:lnTo>
                    <a:pt x="144948" y="112653"/>
                  </a:lnTo>
                  <a:lnTo>
                    <a:pt x="136422" y="112653"/>
                  </a:lnTo>
                  <a:lnTo>
                    <a:pt x="127895" y="112653"/>
                  </a:lnTo>
                  <a:lnTo>
                    <a:pt x="119369" y="112653"/>
                  </a:lnTo>
                  <a:lnTo>
                    <a:pt x="110842" y="112653"/>
                  </a:lnTo>
                  <a:lnTo>
                    <a:pt x="102316" y="112653"/>
                  </a:lnTo>
                  <a:lnTo>
                    <a:pt x="93790" y="112653"/>
                  </a:lnTo>
                  <a:lnTo>
                    <a:pt x="85263" y="112653"/>
                  </a:lnTo>
                  <a:lnTo>
                    <a:pt x="76737" y="112653"/>
                  </a:lnTo>
                  <a:lnTo>
                    <a:pt x="68211" y="112653"/>
                  </a:lnTo>
                  <a:lnTo>
                    <a:pt x="59684" y="112653"/>
                  </a:lnTo>
                  <a:lnTo>
                    <a:pt x="51158" y="112653"/>
                  </a:lnTo>
                  <a:lnTo>
                    <a:pt x="42631" y="112653"/>
                  </a:lnTo>
                  <a:lnTo>
                    <a:pt x="34105" y="112653"/>
                  </a:lnTo>
                  <a:lnTo>
                    <a:pt x="25579" y="112653"/>
                  </a:lnTo>
                  <a:lnTo>
                    <a:pt x="17052" y="112653"/>
                  </a:lnTo>
                  <a:lnTo>
                    <a:pt x="8526" y="112653"/>
                  </a:lnTo>
                  <a:lnTo>
                    <a:pt x="0" y="112653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3"/>
            <p:cNvSpPr/>
            <p:nvPr/>
          </p:nvSpPr>
          <p:spPr>
            <a:xfrm>
              <a:off x="3254198" y="2605996"/>
              <a:ext cx="2009966" cy="112653"/>
            </a:xfrm>
            <a:custGeom>
              <a:avLst/>
              <a:pathLst>
                <a:path w="2009966" h="112653">
                  <a:moveTo>
                    <a:pt x="0" y="0"/>
                  </a:moveTo>
                  <a:lnTo>
                    <a:pt x="4019" y="0"/>
                  </a:lnTo>
                  <a:lnTo>
                    <a:pt x="8039" y="0"/>
                  </a:lnTo>
                  <a:lnTo>
                    <a:pt x="12059" y="0"/>
                  </a:lnTo>
                  <a:lnTo>
                    <a:pt x="16079" y="0"/>
                  </a:lnTo>
                  <a:lnTo>
                    <a:pt x="20099" y="0"/>
                  </a:lnTo>
                  <a:lnTo>
                    <a:pt x="24119" y="0"/>
                  </a:lnTo>
                  <a:lnTo>
                    <a:pt x="28139" y="0"/>
                  </a:lnTo>
                  <a:lnTo>
                    <a:pt x="32159" y="0"/>
                  </a:lnTo>
                  <a:lnTo>
                    <a:pt x="36179" y="0"/>
                  </a:lnTo>
                  <a:lnTo>
                    <a:pt x="40199" y="0"/>
                  </a:lnTo>
                  <a:lnTo>
                    <a:pt x="44219" y="0"/>
                  </a:lnTo>
                  <a:lnTo>
                    <a:pt x="48239" y="0"/>
                  </a:lnTo>
                  <a:lnTo>
                    <a:pt x="52259" y="0"/>
                  </a:lnTo>
                  <a:lnTo>
                    <a:pt x="56279" y="0"/>
                  </a:lnTo>
                  <a:lnTo>
                    <a:pt x="60298" y="0"/>
                  </a:lnTo>
                  <a:lnTo>
                    <a:pt x="64318" y="0"/>
                  </a:lnTo>
                  <a:lnTo>
                    <a:pt x="68338" y="0"/>
                  </a:lnTo>
                  <a:lnTo>
                    <a:pt x="72358" y="0"/>
                  </a:lnTo>
                  <a:lnTo>
                    <a:pt x="76378" y="0"/>
                  </a:lnTo>
                  <a:lnTo>
                    <a:pt x="80398" y="0"/>
                  </a:lnTo>
                  <a:lnTo>
                    <a:pt x="84418" y="0"/>
                  </a:lnTo>
                  <a:lnTo>
                    <a:pt x="88438" y="0"/>
                  </a:lnTo>
                  <a:lnTo>
                    <a:pt x="92458" y="0"/>
                  </a:lnTo>
                  <a:lnTo>
                    <a:pt x="96478" y="0"/>
                  </a:lnTo>
                  <a:lnTo>
                    <a:pt x="100498" y="0"/>
                  </a:lnTo>
                  <a:lnTo>
                    <a:pt x="104518" y="0"/>
                  </a:lnTo>
                  <a:lnTo>
                    <a:pt x="108538" y="0"/>
                  </a:lnTo>
                  <a:lnTo>
                    <a:pt x="112558" y="0"/>
                  </a:lnTo>
                  <a:lnTo>
                    <a:pt x="116578" y="0"/>
                  </a:lnTo>
                  <a:lnTo>
                    <a:pt x="120597" y="0"/>
                  </a:lnTo>
                  <a:lnTo>
                    <a:pt x="124617" y="0"/>
                  </a:lnTo>
                  <a:lnTo>
                    <a:pt x="128637" y="0"/>
                  </a:lnTo>
                  <a:lnTo>
                    <a:pt x="132657" y="0"/>
                  </a:lnTo>
                  <a:lnTo>
                    <a:pt x="136677" y="0"/>
                  </a:lnTo>
                  <a:lnTo>
                    <a:pt x="140697" y="0"/>
                  </a:lnTo>
                  <a:lnTo>
                    <a:pt x="144717" y="0"/>
                  </a:lnTo>
                  <a:lnTo>
                    <a:pt x="148737" y="0"/>
                  </a:lnTo>
                  <a:lnTo>
                    <a:pt x="152757" y="0"/>
                  </a:lnTo>
                  <a:lnTo>
                    <a:pt x="156777" y="0"/>
                  </a:lnTo>
                  <a:lnTo>
                    <a:pt x="160797" y="0"/>
                  </a:lnTo>
                  <a:lnTo>
                    <a:pt x="164817" y="0"/>
                  </a:lnTo>
                  <a:lnTo>
                    <a:pt x="168837" y="0"/>
                  </a:lnTo>
                  <a:lnTo>
                    <a:pt x="172857" y="0"/>
                  </a:lnTo>
                  <a:lnTo>
                    <a:pt x="176877" y="0"/>
                  </a:lnTo>
                  <a:lnTo>
                    <a:pt x="180896" y="0"/>
                  </a:lnTo>
                  <a:lnTo>
                    <a:pt x="184916" y="0"/>
                  </a:lnTo>
                  <a:lnTo>
                    <a:pt x="188936" y="0"/>
                  </a:lnTo>
                  <a:lnTo>
                    <a:pt x="192956" y="0"/>
                  </a:lnTo>
                  <a:lnTo>
                    <a:pt x="196976" y="0"/>
                  </a:lnTo>
                  <a:lnTo>
                    <a:pt x="200996" y="0"/>
                  </a:lnTo>
                  <a:lnTo>
                    <a:pt x="205016" y="0"/>
                  </a:lnTo>
                  <a:lnTo>
                    <a:pt x="209036" y="0"/>
                  </a:lnTo>
                  <a:lnTo>
                    <a:pt x="213056" y="0"/>
                  </a:lnTo>
                  <a:lnTo>
                    <a:pt x="217076" y="0"/>
                  </a:lnTo>
                  <a:lnTo>
                    <a:pt x="221096" y="0"/>
                  </a:lnTo>
                  <a:lnTo>
                    <a:pt x="225116" y="0"/>
                  </a:lnTo>
                  <a:lnTo>
                    <a:pt x="229136" y="0"/>
                  </a:lnTo>
                  <a:lnTo>
                    <a:pt x="233156" y="0"/>
                  </a:lnTo>
                  <a:lnTo>
                    <a:pt x="237176" y="0"/>
                  </a:lnTo>
                  <a:lnTo>
                    <a:pt x="241195" y="0"/>
                  </a:lnTo>
                  <a:lnTo>
                    <a:pt x="245215" y="0"/>
                  </a:lnTo>
                  <a:lnTo>
                    <a:pt x="249235" y="0"/>
                  </a:lnTo>
                  <a:lnTo>
                    <a:pt x="253255" y="0"/>
                  </a:lnTo>
                  <a:lnTo>
                    <a:pt x="257275" y="0"/>
                  </a:lnTo>
                  <a:lnTo>
                    <a:pt x="261295" y="0"/>
                  </a:lnTo>
                  <a:lnTo>
                    <a:pt x="265315" y="0"/>
                  </a:lnTo>
                  <a:lnTo>
                    <a:pt x="269335" y="0"/>
                  </a:lnTo>
                  <a:lnTo>
                    <a:pt x="273355" y="0"/>
                  </a:lnTo>
                  <a:lnTo>
                    <a:pt x="277375" y="0"/>
                  </a:lnTo>
                  <a:lnTo>
                    <a:pt x="281395" y="0"/>
                  </a:lnTo>
                  <a:lnTo>
                    <a:pt x="285415" y="0"/>
                  </a:lnTo>
                  <a:lnTo>
                    <a:pt x="289435" y="0"/>
                  </a:lnTo>
                  <a:lnTo>
                    <a:pt x="293455" y="0"/>
                  </a:lnTo>
                  <a:lnTo>
                    <a:pt x="297475" y="0"/>
                  </a:lnTo>
                  <a:lnTo>
                    <a:pt x="301494" y="0"/>
                  </a:lnTo>
                  <a:lnTo>
                    <a:pt x="305514" y="0"/>
                  </a:lnTo>
                  <a:lnTo>
                    <a:pt x="309534" y="0"/>
                  </a:lnTo>
                  <a:lnTo>
                    <a:pt x="313554" y="0"/>
                  </a:lnTo>
                  <a:lnTo>
                    <a:pt x="317574" y="0"/>
                  </a:lnTo>
                  <a:lnTo>
                    <a:pt x="321594" y="0"/>
                  </a:lnTo>
                  <a:lnTo>
                    <a:pt x="325614" y="0"/>
                  </a:lnTo>
                  <a:lnTo>
                    <a:pt x="329634" y="0"/>
                  </a:lnTo>
                  <a:lnTo>
                    <a:pt x="333654" y="0"/>
                  </a:lnTo>
                  <a:lnTo>
                    <a:pt x="337674" y="0"/>
                  </a:lnTo>
                  <a:lnTo>
                    <a:pt x="341694" y="0"/>
                  </a:lnTo>
                  <a:lnTo>
                    <a:pt x="345714" y="0"/>
                  </a:lnTo>
                  <a:lnTo>
                    <a:pt x="349734" y="0"/>
                  </a:lnTo>
                  <a:lnTo>
                    <a:pt x="353754" y="0"/>
                  </a:lnTo>
                  <a:lnTo>
                    <a:pt x="357774" y="0"/>
                  </a:lnTo>
                  <a:lnTo>
                    <a:pt x="361793" y="0"/>
                  </a:lnTo>
                  <a:lnTo>
                    <a:pt x="365813" y="0"/>
                  </a:lnTo>
                  <a:lnTo>
                    <a:pt x="369833" y="0"/>
                  </a:lnTo>
                  <a:lnTo>
                    <a:pt x="373853" y="0"/>
                  </a:lnTo>
                  <a:lnTo>
                    <a:pt x="377873" y="0"/>
                  </a:lnTo>
                  <a:lnTo>
                    <a:pt x="381893" y="0"/>
                  </a:lnTo>
                  <a:lnTo>
                    <a:pt x="385913" y="0"/>
                  </a:lnTo>
                  <a:lnTo>
                    <a:pt x="389933" y="0"/>
                  </a:lnTo>
                  <a:lnTo>
                    <a:pt x="393953" y="0"/>
                  </a:lnTo>
                  <a:lnTo>
                    <a:pt x="397973" y="0"/>
                  </a:lnTo>
                  <a:lnTo>
                    <a:pt x="401993" y="0"/>
                  </a:lnTo>
                  <a:lnTo>
                    <a:pt x="406013" y="0"/>
                  </a:lnTo>
                  <a:lnTo>
                    <a:pt x="410033" y="0"/>
                  </a:lnTo>
                  <a:lnTo>
                    <a:pt x="414053" y="0"/>
                  </a:lnTo>
                  <a:lnTo>
                    <a:pt x="418073" y="0"/>
                  </a:lnTo>
                  <a:lnTo>
                    <a:pt x="422092" y="0"/>
                  </a:lnTo>
                  <a:lnTo>
                    <a:pt x="426112" y="0"/>
                  </a:lnTo>
                  <a:lnTo>
                    <a:pt x="430132" y="0"/>
                  </a:lnTo>
                  <a:lnTo>
                    <a:pt x="434152" y="0"/>
                  </a:lnTo>
                  <a:lnTo>
                    <a:pt x="438172" y="0"/>
                  </a:lnTo>
                  <a:lnTo>
                    <a:pt x="442192" y="0"/>
                  </a:lnTo>
                  <a:lnTo>
                    <a:pt x="446212" y="0"/>
                  </a:lnTo>
                  <a:lnTo>
                    <a:pt x="450232" y="0"/>
                  </a:lnTo>
                  <a:lnTo>
                    <a:pt x="454252" y="0"/>
                  </a:lnTo>
                  <a:lnTo>
                    <a:pt x="458272" y="0"/>
                  </a:lnTo>
                  <a:lnTo>
                    <a:pt x="462292" y="0"/>
                  </a:lnTo>
                  <a:lnTo>
                    <a:pt x="466312" y="0"/>
                  </a:lnTo>
                  <a:lnTo>
                    <a:pt x="470332" y="0"/>
                  </a:lnTo>
                  <a:lnTo>
                    <a:pt x="474352" y="0"/>
                  </a:lnTo>
                  <a:lnTo>
                    <a:pt x="478371" y="0"/>
                  </a:lnTo>
                  <a:lnTo>
                    <a:pt x="482391" y="0"/>
                  </a:lnTo>
                  <a:lnTo>
                    <a:pt x="486411" y="0"/>
                  </a:lnTo>
                  <a:lnTo>
                    <a:pt x="490431" y="0"/>
                  </a:lnTo>
                  <a:lnTo>
                    <a:pt x="494451" y="0"/>
                  </a:lnTo>
                  <a:lnTo>
                    <a:pt x="498471" y="0"/>
                  </a:lnTo>
                  <a:lnTo>
                    <a:pt x="502491" y="0"/>
                  </a:lnTo>
                  <a:lnTo>
                    <a:pt x="506511" y="0"/>
                  </a:lnTo>
                  <a:lnTo>
                    <a:pt x="510531" y="0"/>
                  </a:lnTo>
                  <a:lnTo>
                    <a:pt x="514551" y="0"/>
                  </a:lnTo>
                  <a:lnTo>
                    <a:pt x="518571" y="0"/>
                  </a:lnTo>
                  <a:lnTo>
                    <a:pt x="522591" y="0"/>
                  </a:lnTo>
                  <a:lnTo>
                    <a:pt x="526611" y="0"/>
                  </a:lnTo>
                  <a:lnTo>
                    <a:pt x="530631" y="0"/>
                  </a:lnTo>
                  <a:lnTo>
                    <a:pt x="534651" y="0"/>
                  </a:lnTo>
                  <a:lnTo>
                    <a:pt x="538670" y="0"/>
                  </a:lnTo>
                  <a:lnTo>
                    <a:pt x="542690" y="0"/>
                  </a:lnTo>
                  <a:lnTo>
                    <a:pt x="546710" y="0"/>
                  </a:lnTo>
                  <a:lnTo>
                    <a:pt x="550730" y="0"/>
                  </a:lnTo>
                  <a:lnTo>
                    <a:pt x="554750" y="0"/>
                  </a:lnTo>
                  <a:lnTo>
                    <a:pt x="558770" y="0"/>
                  </a:lnTo>
                  <a:lnTo>
                    <a:pt x="562790" y="0"/>
                  </a:lnTo>
                  <a:lnTo>
                    <a:pt x="566810" y="0"/>
                  </a:lnTo>
                  <a:lnTo>
                    <a:pt x="570830" y="0"/>
                  </a:lnTo>
                  <a:lnTo>
                    <a:pt x="574850" y="0"/>
                  </a:lnTo>
                  <a:lnTo>
                    <a:pt x="578870" y="0"/>
                  </a:lnTo>
                  <a:lnTo>
                    <a:pt x="582890" y="0"/>
                  </a:lnTo>
                  <a:lnTo>
                    <a:pt x="586910" y="0"/>
                  </a:lnTo>
                  <a:lnTo>
                    <a:pt x="590930" y="0"/>
                  </a:lnTo>
                  <a:lnTo>
                    <a:pt x="594950" y="0"/>
                  </a:lnTo>
                  <a:lnTo>
                    <a:pt x="598969" y="0"/>
                  </a:lnTo>
                  <a:lnTo>
                    <a:pt x="602989" y="0"/>
                  </a:lnTo>
                  <a:lnTo>
                    <a:pt x="607009" y="0"/>
                  </a:lnTo>
                  <a:lnTo>
                    <a:pt x="611029" y="0"/>
                  </a:lnTo>
                  <a:lnTo>
                    <a:pt x="615049" y="0"/>
                  </a:lnTo>
                  <a:lnTo>
                    <a:pt x="619069" y="0"/>
                  </a:lnTo>
                  <a:lnTo>
                    <a:pt x="623089" y="0"/>
                  </a:lnTo>
                  <a:lnTo>
                    <a:pt x="627109" y="0"/>
                  </a:lnTo>
                  <a:lnTo>
                    <a:pt x="631129" y="0"/>
                  </a:lnTo>
                  <a:lnTo>
                    <a:pt x="635149" y="0"/>
                  </a:lnTo>
                  <a:lnTo>
                    <a:pt x="639169" y="0"/>
                  </a:lnTo>
                  <a:lnTo>
                    <a:pt x="643189" y="0"/>
                  </a:lnTo>
                  <a:lnTo>
                    <a:pt x="647209" y="0"/>
                  </a:lnTo>
                  <a:lnTo>
                    <a:pt x="651229" y="0"/>
                  </a:lnTo>
                  <a:lnTo>
                    <a:pt x="655249" y="0"/>
                  </a:lnTo>
                  <a:lnTo>
                    <a:pt x="659268" y="0"/>
                  </a:lnTo>
                  <a:lnTo>
                    <a:pt x="663288" y="0"/>
                  </a:lnTo>
                  <a:lnTo>
                    <a:pt x="667308" y="0"/>
                  </a:lnTo>
                  <a:lnTo>
                    <a:pt x="671328" y="0"/>
                  </a:lnTo>
                  <a:lnTo>
                    <a:pt x="675348" y="0"/>
                  </a:lnTo>
                  <a:lnTo>
                    <a:pt x="679368" y="0"/>
                  </a:lnTo>
                  <a:lnTo>
                    <a:pt x="683388" y="0"/>
                  </a:lnTo>
                  <a:lnTo>
                    <a:pt x="687408" y="0"/>
                  </a:lnTo>
                  <a:lnTo>
                    <a:pt x="691428" y="0"/>
                  </a:lnTo>
                  <a:lnTo>
                    <a:pt x="695448" y="0"/>
                  </a:lnTo>
                  <a:lnTo>
                    <a:pt x="699468" y="0"/>
                  </a:lnTo>
                  <a:lnTo>
                    <a:pt x="703488" y="0"/>
                  </a:lnTo>
                  <a:lnTo>
                    <a:pt x="707508" y="0"/>
                  </a:lnTo>
                  <a:lnTo>
                    <a:pt x="711528" y="0"/>
                  </a:lnTo>
                  <a:lnTo>
                    <a:pt x="715548" y="0"/>
                  </a:lnTo>
                  <a:lnTo>
                    <a:pt x="719567" y="0"/>
                  </a:lnTo>
                  <a:lnTo>
                    <a:pt x="723587" y="0"/>
                  </a:lnTo>
                  <a:lnTo>
                    <a:pt x="727607" y="0"/>
                  </a:lnTo>
                  <a:lnTo>
                    <a:pt x="731627" y="0"/>
                  </a:lnTo>
                  <a:lnTo>
                    <a:pt x="735647" y="0"/>
                  </a:lnTo>
                  <a:lnTo>
                    <a:pt x="739667" y="0"/>
                  </a:lnTo>
                  <a:lnTo>
                    <a:pt x="743687" y="0"/>
                  </a:lnTo>
                  <a:lnTo>
                    <a:pt x="747707" y="0"/>
                  </a:lnTo>
                  <a:lnTo>
                    <a:pt x="751727" y="0"/>
                  </a:lnTo>
                  <a:lnTo>
                    <a:pt x="755747" y="0"/>
                  </a:lnTo>
                  <a:lnTo>
                    <a:pt x="759767" y="0"/>
                  </a:lnTo>
                  <a:lnTo>
                    <a:pt x="763787" y="0"/>
                  </a:lnTo>
                  <a:lnTo>
                    <a:pt x="767807" y="0"/>
                  </a:lnTo>
                  <a:lnTo>
                    <a:pt x="771827" y="0"/>
                  </a:lnTo>
                  <a:lnTo>
                    <a:pt x="775847" y="0"/>
                  </a:lnTo>
                  <a:lnTo>
                    <a:pt x="779866" y="0"/>
                  </a:lnTo>
                  <a:lnTo>
                    <a:pt x="783886" y="0"/>
                  </a:lnTo>
                  <a:lnTo>
                    <a:pt x="787906" y="0"/>
                  </a:lnTo>
                  <a:lnTo>
                    <a:pt x="791926" y="0"/>
                  </a:lnTo>
                  <a:lnTo>
                    <a:pt x="795946" y="0"/>
                  </a:lnTo>
                  <a:lnTo>
                    <a:pt x="799966" y="0"/>
                  </a:lnTo>
                  <a:lnTo>
                    <a:pt x="803986" y="0"/>
                  </a:lnTo>
                  <a:lnTo>
                    <a:pt x="808006" y="0"/>
                  </a:lnTo>
                  <a:lnTo>
                    <a:pt x="812026" y="0"/>
                  </a:lnTo>
                  <a:lnTo>
                    <a:pt x="816046" y="0"/>
                  </a:lnTo>
                  <a:lnTo>
                    <a:pt x="820066" y="0"/>
                  </a:lnTo>
                  <a:lnTo>
                    <a:pt x="824086" y="0"/>
                  </a:lnTo>
                  <a:lnTo>
                    <a:pt x="828106" y="0"/>
                  </a:lnTo>
                  <a:lnTo>
                    <a:pt x="832126" y="0"/>
                  </a:lnTo>
                  <a:lnTo>
                    <a:pt x="836146" y="0"/>
                  </a:lnTo>
                  <a:lnTo>
                    <a:pt x="840165" y="0"/>
                  </a:lnTo>
                  <a:lnTo>
                    <a:pt x="844185" y="0"/>
                  </a:lnTo>
                  <a:lnTo>
                    <a:pt x="848205" y="0"/>
                  </a:lnTo>
                  <a:lnTo>
                    <a:pt x="852225" y="0"/>
                  </a:lnTo>
                  <a:lnTo>
                    <a:pt x="856245" y="0"/>
                  </a:lnTo>
                  <a:lnTo>
                    <a:pt x="860265" y="0"/>
                  </a:lnTo>
                  <a:lnTo>
                    <a:pt x="864285" y="0"/>
                  </a:lnTo>
                  <a:lnTo>
                    <a:pt x="868305" y="0"/>
                  </a:lnTo>
                  <a:lnTo>
                    <a:pt x="872325" y="0"/>
                  </a:lnTo>
                  <a:lnTo>
                    <a:pt x="876345" y="0"/>
                  </a:lnTo>
                  <a:lnTo>
                    <a:pt x="880365" y="0"/>
                  </a:lnTo>
                  <a:lnTo>
                    <a:pt x="884385" y="0"/>
                  </a:lnTo>
                  <a:lnTo>
                    <a:pt x="888405" y="0"/>
                  </a:lnTo>
                  <a:lnTo>
                    <a:pt x="892425" y="0"/>
                  </a:lnTo>
                  <a:lnTo>
                    <a:pt x="896444" y="0"/>
                  </a:lnTo>
                  <a:lnTo>
                    <a:pt x="900464" y="0"/>
                  </a:lnTo>
                  <a:lnTo>
                    <a:pt x="904484" y="0"/>
                  </a:lnTo>
                  <a:lnTo>
                    <a:pt x="908504" y="0"/>
                  </a:lnTo>
                  <a:lnTo>
                    <a:pt x="912524" y="0"/>
                  </a:lnTo>
                  <a:lnTo>
                    <a:pt x="916544" y="0"/>
                  </a:lnTo>
                  <a:lnTo>
                    <a:pt x="920564" y="0"/>
                  </a:lnTo>
                  <a:lnTo>
                    <a:pt x="924584" y="0"/>
                  </a:lnTo>
                  <a:lnTo>
                    <a:pt x="928604" y="0"/>
                  </a:lnTo>
                  <a:lnTo>
                    <a:pt x="932624" y="0"/>
                  </a:lnTo>
                  <a:lnTo>
                    <a:pt x="936644" y="0"/>
                  </a:lnTo>
                  <a:lnTo>
                    <a:pt x="940664" y="0"/>
                  </a:lnTo>
                  <a:lnTo>
                    <a:pt x="944684" y="0"/>
                  </a:lnTo>
                  <a:lnTo>
                    <a:pt x="948704" y="0"/>
                  </a:lnTo>
                  <a:lnTo>
                    <a:pt x="952724" y="0"/>
                  </a:lnTo>
                  <a:lnTo>
                    <a:pt x="956743" y="0"/>
                  </a:lnTo>
                  <a:lnTo>
                    <a:pt x="960763" y="0"/>
                  </a:lnTo>
                  <a:lnTo>
                    <a:pt x="964783" y="0"/>
                  </a:lnTo>
                  <a:lnTo>
                    <a:pt x="968803" y="0"/>
                  </a:lnTo>
                  <a:lnTo>
                    <a:pt x="972823" y="0"/>
                  </a:lnTo>
                  <a:lnTo>
                    <a:pt x="976843" y="0"/>
                  </a:lnTo>
                  <a:lnTo>
                    <a:pt x="980863" y="0"/>
                  </a:lnTo>
                  <a:lnTo>
                    <a:pt x="984883" y="0"/>
                  </a:lnTo>
                  <a:lnTo>
                    <a:pt x="988903" y="0"/>
                  </a:lnTo>
                  <a:lnTo>
                    <a:pt x="992923" y="0"/>
                  </a:lnTo>
                  <a:lnTo>
                    <a:pt x="996943" y="0"/>
                  </a:lnTo>
                  <a:lnTo>
                    <a:pt x="1000963" y="0"/>
                  </a:lnTo>
                  <a:lnTo>
                    <a:pt x="1004983" y="0"/>
                  </a:lnTo>
                  <a:lnTo>
                    <a:pt x="1009003" y="0"/>
                  </a:lnTo>
                  <a:lnTo>
                    <a:pt x="1013023" y="0"/>
                  </a:lnTo>
                  <a:lnTo>
                    <a:pt x="1017042" y="0"/>
                  </a:lnTo>
                  <a:lnTo>
                    <a:pt x="1021062" y="0"/>
                  </a:lnTo>
                  <a:lnTo>
                    <a:pt x="1025082" y="0"/>
                  </a:lnTo>
                  <a:lnTo>
                    <a:pt x="1029102" y="0"/>
                  </a:lnTo>
                  <a:lnTo>
                    <a:pt x="1033122" y="0"/>
                  </a:lnTo>
                  <a:lnTo>
                    <a:pt x="1037142" y="0"/>
                  </a:lnTo>
                  <a:lnTo>
                    <a:pt x="1041162" y="0"/>
                  </a:lnTo>
                  <a:lnTo>
                    <a:pt x="1045182" y="0"/>
                  </a:lnTo>
                  <a:lnTo>
                    <a:pt x="1049202" y="0"/>
                  </a:lnTo>
                  <a:lnTo>
                    <a:pt x="1053222" y="0"/>
                  </a:lnTo>
                  <a:lnTo>
                    <a:pt x="1057242" y="0"/>
                  </a:lnTo>
                  <a:lnTo>
                    <a:pt x="1061262" y="0"/>
                  </a:lnTo>
                  <a:lnTo>
                    <a:pt x="1065282" y="0"/>
                  </a:lnTo>
                  <a:lnTo>
                    <a:pt x="1069302" y="0"/>
                  </a:lnTo>
                  <a:lnTo>
                    <a:pt x="1073322" y="0"/>
                  </a:lnTo>
                  <a:lnTo>
                    <a:pt x="1077341" y="0"/>
                  </a:lnTo>
                  <a:lnTo>
                    <a:pt x="1081361" y="0"/>
                  </a:lnTo>
                  <a:lnTo>
                    <a:pt x="1085381" y="0"/>
                  </a:lnTo>
                  <a:lnTo>
                    <a:pt x="1089401" y="0"/>
                  </a:lnTo>
                  <a:lnTo>
                    <a:pt x="1093421" y="0"/>
                  </a:lnTo>
                  <a:lnTo>
                    <a:pt x="1097441" y="0"/>
                  </a:lnTo>
                  <a:lnTo>
                    <a:pt x="1101461" y="0"/>
                  </a:lnTo>
                  <a:lnTo>
                    <a:pt x="1105481" y="0"/>
                  </a:lnTo>
                  <a:lnTo>
                    <a:pt x="1109501" y="0"/>
                  </a:lnTo>
                  <a:lnTo>
                    <a:pt x="1113521" y="0"/>
                  </a:lnTo>
                  <a:lnTo>
                    <a:pt x="1117541" y="0"/>
                  </a:lnTo>
                  <a:lnTo>
                    <a:pt x="1121561" y="0"/>
                  </a:lnTo>
                  <a:lnTo>
                    <a:pt x="1125581" y="0"/>
                  </a:lnTo>
                  <a:lnTo>
                    <a:pt x="1129601" y="0"/>
                  </a:lnTo>
                  <a:lnTo>
                    <a:pt x="1133621" y="0"/>
                  </a:lnTo>
                  <a:lnTo>
                    <a:pt x="1137640" y="0"/>
                  </a:lnTo>
                  <a:lnTo>
                    <a:pt x="1141660" y="0"/>
                  </a:lnTo>
                  <a:lnTo>
                    <a:pt x="1145680" y="0"/>
                  </a:lnTo>
                  <a:lnTo>
                    <a:pt x="1149700" y="0"/>
                  </a:lnTo>
                  <a:lnTo>
                    <a:pt x="1153720" y="0"/>
                  </a:lnTo>
                  <a:lnTo>
                    <a:pt x="1157740" y="0"/>
                  </a:lnTo>
                  <a:lnTo>
                    <a:pt x="1161760" y="0"/>
                  </a:lnTo>
                  <a:lnTo>
                    <a:pt x="1165780" y="0"/>
                  </a:lnTo>
                  <a:lnTo>
                    <a:pt x="1169800" y="0"/>
                  </a:lnTo>
                  <a:lnTo>
                    <a:pt x="1173820" y="0"/>
                  </a:lnTo>
                  <a:lnTo>
                    <a:pt x="1177840" y="0"/>
                  </a:lnTo>
                  <a:lnTo>
                    <a:pt x="1181860" y="0"/>
                  </a:lnTo>
                  <a:lnTo>
                    <a:pt x="1185880" y="0"/>
                  </a:lnTo>
                  <a:lnTo>
                    <a:pt x="1189900" y="0"/>
                  </a:lnTo>
                  <a:lnTo>
                    <a:pt x="1193920" y="0"/>
                  </a:lnTo>
                  <a:lnTo>
                    <a:pt x="1197939" y="0"/>
                  </a:lnTo>
                  <a:lnTo>
                    <a:pt x="1201959" y="0"/>
                  </a:lnTo>
                  <a:lnTo>
                    <a:pt x="1205979" y="0"/>
                  </a:lnTo>
                  <a:lnTo>
                    <a:pt x="1209999" y="0"/>
                  </a:lnTo>
                  <a:lnTo>
                    <a:pt x="1214019" y="0"/>
                  </a:lnTo>
                  <a:lnTo>
                    <a:pt x="1218039" y="0"/>
                  </a:lnTo>
                  <a:lnTo>
                    <a:pt x="1222059" y="0"/>
                  </a:lnTo>
                  <a:lnTo>
                    <a:pt x="1226079" y="0"/>
                  </a:lnTo>
                  <a:lnTo>
                    <a:pt x="1230099" y="0"/>
                  </a:lnTo>
                  <a:lnTo>
                    <a:pt x="1234119" y="0"/>
                  </a:lnTo>
                  <a:lnTo>
                    <a:pt x="1238139" y="0"/>
                  </a:lnTo>
                  <a:lnTo>
                    <a:pt x="1242159" y="0"/>
                  </a:lnTo>
                  <a:lnTo>
                    <a:pt x="1246179" y="0"/>
                  </a:lnTo>
                  <a:lnTo>
                    <a:pt x="1250199" y="0"/>
                  </a:lnTo>
                  <a:lnTo>
                    <a:pt x="1254219" y="0"/>
                  </a:lnTo>
                  <a:lnTo>
                    <a:pt x="1258238" y="0"/>
                  </a:lnTo>
                  <a:lnTo>
                    <a:pt x="1262258" y="0"/>
                  </a:lnTo>
                  <a:lnTo>
                    <a:pt x="1266278" y="0"/>
                  </a:lnTo>
                  <a:lnTo>
                    <a:pt x="1270298" y="0"/>
                  </a:lnTo>
                  <a:lnTo>
                    <a:pt x="1274318" y="0"/>
                  </a:lnTo>
                  <a:lnTo>
                    <a:pt x="1278338" y="0"/>
                  </a:lnTo>
                  <a:lnTo>
                    <a:pt x="1282358" y="0"/>
                  </a:lnTo>
                  <a:lnTo>
                    <a:pt x="1286378" y="0"/>
                  </a:lnTo>
                  <a:lnTo>
                    <a:pt x="1290398" y="0"/>
                  </a:lnTo>
                  <a:lnTo>
                    <a:pt x="1294418" y="0"/>
                  </a:lnTo>
                  <a:lnTo>
                    <a:pt x="1298438" y="0"/>
                  </a:lnTo>
                  <a:lnTo>
                    <a:pt x="1302458" y="0"/>
                  </a:lnTo>
                  <a:lnTo>
                    <a:pt x="1306478" y="0"/>
                  </a:lnTo>
                  <a:lnTo>
                    <a:pt x="1310498" y="0"/>
                  </a:lnTo>
                  <a:lnTo>
                    <a:pt x="1314518" y="0"/>
                  </a:lnTo>
                  <a:lnTo>
                    <a:pt x="1318537" y="0"/>
                  </a:lnTo>
                  <a:lnTo>
                    <a:pt x="1322557" y="0"/>
                  </a:lnTo>
                  <a:lnTo>
                    <a:pt x="1326577" y="0"/>
                  </a:lnTo>
                  <a:lnTo>
                    <a:pt x="1330597" y="0"/>
                  </a:lnTo>
                  <a:lnTo>
                    <a:pt x="1334617" y="0"/>
                  </a:lnTo>
                  <a:lnTo>
                    <a:pt x="1338637" y="0"/>
                  </a:lnTo>
                  <a:lnTo>
                    <a:pt x="1342657" y="0"/>
                  </a:lnTo>
                  <a:lnTo>
                    <a:pt x="1346677" y="0"/>
                  </a:lnTo>
                  <a:lnTo>
                    <a:pt x="1350697" y="0"/>
                  </a:lnTo>
                  <a:lnTo>
                    <a:pt x="1354717" y="0"/>
                  </a:lnTo>
                  <a:lnTo>
                    <a:pt x="1358737" y="0"/>
                  </a:lnTo>
                  <a:lnTo>
                    <a:pt x="1362757" y="0"/>
                  </a:lnTo>
                  <a:lnTo>
                    <a:pt x="1366777" y="0"/>
                  </a:lnTo>
                  <a:lnTo>
                    <a:pt x="1370797" y="0"/>
                  </a:lnTo>
                  <a:lnTo>
                    <a:pt x="1374816" y="0"/>
                  </a:lnTo>
                  <a:lnTo>
                    <a:pt x="1378836" y="0"/>
                  </a:lnTo>
                  <a:lnTo>
                    <a:pt x="1382856" y="0"/>
                  </a:lnTo>
                  <a:lnTo>
                    <a:pt x="1386876" y="0"/>
                  </a:lnTo>
                  <a:lnTo>
                    <a:pt x="1390896" y="0"/>
                  </a:lnTo>
                  <a:lnTo>
                    <a:pt x="1394916" y="0"/>
                  </a:lnTo>
                  <a:lnTo>
                    <a:pt x="1398936" y="0"/>
                  </a:lnTo>
                  <a:lnTo>
                    <a:pt x="1402956" y="0"/>
                  </a:lnTo>
                  <a:lnTo>
                    <a:pt x="1406976" y="0"/>
                  </a:lnTo>
                  <a:lnTo>
                    <a:pt x="1410996" y="0"/>
                  </a:lnTo>
                  <a:lnTo>
                    <a:pt x="1415016" y="0"/>
                  </a:lnTo>
                  <a:lnTo>
                    <a:pt x="1419036" y="0"/>
                  </a:lnTo>
                  <a:lnTo>
                    <a:pt x="1423056" y="0"/>
                  </a:lnTo>
                  <a:lnTo>
                    <a:pt x="1427076" y="0"/>
                  </a:lnTo>
                  <a:lnTo>
                    <a:pt x="1431096" y="0"/>
                  </a:lnTo>
                  <a:lnTo>
                    <a:pt x="1435115" y="0"/>
                  </a:lnTo>
                  <a:lnTo>
                    <a:pt x="1439135" y="0"/>
                  </a:lnTo>
                  <a:lnTo>
                    <a:pt x="1443155" y="0"/>
                  </a:lnTo>
                  <a:lnTo>
                    <a:pt x="1447175" y="0"/>
                  </a:lnTo>
                  <a:lnTo>
                    <a:pt x="1451195" y="0"/>
                  </a:lnTo>
                  <a:lnTo>
                    <a:pt x="1455215" y="0"/>
                  </a:lnTo>
                  <a:lnTo>
                    <a:pt x="1459235" y="0"/>
                  </a:lnTo>
                  <a:lnTo>
                    <a:pt x="1463255" y="0"/>
                  </a:lnTo>
                  <a:lnTo>
                    <a:pt x="1467275" y="0"/>
                  </a:lnTo>
                  <a:lnTo>
                    <a:pt x="1471295" y="0"/>
                  </a:lnTo>
                  <a:lnTo>
                    <a:pt x="1475315" y="0"/>
                  </a:lnTo>
                  <a:lnTo>
                    <a:pt x="1479335" y="0"/>
                  </a:lnTo>
                  <a:lnTo>
                    <a:pt x="1483355" y="0"/>
                  </a:lnTo>
                  <a:lnTo>
                    <a:pt x="1487375" y="0"/>
                  </a:lnTo>
                  <a:lnTo>
                    <a:pt x="1491395" y="0"/>
                  </a:lnTo>
                  <a:lnTo>
                    <a:pt x="1495414" y="0"/>
                  </a:lnTo>
                  <a:lnTo>
                    <a:pt x="1499434" y="0"/>
                  </a:lnTo>
                  <a:lnTo>
                    <a:pt x="1503454" y="0"/>
                  </a:lnTo>
                  <a:lnTo>
                    <a:pt x="1507474" y="0"/>
                  </a:lnTo>
                  <a:lnTo>
                    <a:pt x="1511494" y="0"/>
                  </a:lnTo>
                  <a:lnTo>
                    <a:pt x="1515514" y="0"/>
                  </a:lnTo>
                  <a:lnTo>
                    <a:pt x="1519534" y="0"/>
                  </a:lnTo>
                  <a:lnTo>
                    <a:pt x="1523554" y="0"/>
                  </a:lnTo>
                  <a:lnTo>
                    <a:pt x="1527574" y="0"/>
                  </a:lnTo>
                  <a:lnTo>
                    <a:pt x="1531594" y="0"/>
                  </a:lnTo>
                  <a:lnTo>
                    <a:pt x="1535614" y="0"/>
                  </a:lnTo>
                  <a:lnTo>
                    <a:pt x="1539634" y="0"/>
                  </a:lnTo>
                  <a:lnTo>
                    <a:pt x="1543654" y="0"/>
                  </a:lnTo>
                  <a:lnTo>
                    <a:pt x="1547674" y="0"/>
                  </a:lnTo>
                  <a:lnTo>
                    <a:pt x="1551694" y="0"/>
                  </a:lnTo>
                  <a:lnTo>
                    <a:pt x="1555713" y="0"/>
                  </a:lnTo>
                  <a:lnTo>
                    <a:pt x="1559733" y="0"/>
                  </a:lnTo>
                  <a:lnTo>
                    <a:pt x="1563753" y="0"/>
                  </a:lnTo>
                  <a:lnTo>
                    <a:pt x="1567773" y="0"/>
                  </a:lnTo>
                  <a:lnTo>
                    <a:pt x="1571793" y="0"/>
                  </a:lnTo>
                  <a:lnTo>
                    <a:pt x="1575813" y="0"/>
                  </a:lnTo>
                  <a:lnTo>
                    <a:pt x="1579833" y="0"/>
                  </a:lnTo>
                  <a:lnTo>
                    <a:pt x="1583853" y="0"/>
                  </a:lnTo>
                  <a:lnTo>
                    <a:pt x="1587873" y="0"/>
                  </a:lnTo>
                  <a:lnTo>
                    <a:pt x="1591893" y="0"/>
                  </a:lnTo>
                  <a:lnTo>
                    <a:pt x="1595913" y="0"/>
                  </a:lnTo>
                  <a:lnTo>
                    <a:pt x="1599933" y="0"/>
                  </a:lnTo>
                  <a:lnTo>
                    <a:pt x="1603953" y="0"/>
                  </a:lnTo>
                  <a:lnTo>
                    <a:pt x="1607973" y="0"/>
                  </a:lnTo>
                  <a:lnTo>
                    <a:pt x="1611993" y="0"/>
                  </a:lnTo>
                  <a:lnTo>
                    <a:pt x="1616012" y="0"/>
                  </a:lnTo>
                  <a:lnTo>
                    <a:pt x="1620032" y="0"/>
                  </a:lnTo>
                  <a:lnTo>
                    <a:pt x="1624052" y="0"/>
                  </a:lnTo>
                  <a:lnTo>
                    <a:pt x="1628072" y="0"/>
                  </a:lnTo>
                  <a:lnTo>
                    <a:pt x="1632092" y="0"/>
                  </a:lnTo>
                  <a:lnTo>
                    <a:pt x="1636112" y="0"/>
                  </a:lnTo>
                  <a:lnTo>
                    <a:pt x="1640132" y="0"/>
                  </a:lnTo>
                  <a:lnTo>
                    <a:pt x="1644152" y="0"/>
                  </a:lnTo>
                  <a:lnTo>
                    <a:pt x="1648172" y="0"/>
                  </a:lnTo>
                  <a:lnTo>
                    <a:pt x="1652192" y="0"/>
                  </a:lnTo>
                  <a:lnTo>
                    <a:pt x="1656212" y="0"/>
                  </a:lnTo>
                  <a:lnTo>
                    <a:pt x="1660232" y="0"/>
                  </a:lnTo>
                  <a:lnTo>
                    <a:pt x="1664252" y="0"/>
                  </a:lnTo>
                  <a:lnTo>
                    <a:pt x="1668272" y="0"/>
                  </a:lnTo>
                  <a:lnTo>
                    <a:pt x="1672292" y="0"/>
                  </a:lnTo>
                  <a:lnTo>
                    <a:pt x="1676311" y="0"/>
                  </a:lnTo>
                  <a:lnTo>
                    <a:pt x="1680331" y="0"/>
                  </a:lnTo>
                  <a:lnTo>
                    <a:pt x="1684351" y="0"/>
                  </a:lnTo>
                  <a:lnTo>
                    <a:pt x="1688371" y="0"/>
                  </a:lnTo>
                  <a:lnTo>
                    <a:pt x="1692391" y="0"/>
                  </a:lnTo>
                  <a:lnTo>
                    <a:pt x="1696411" y="0"/>
                  </a:lnTo>
                  <a:lnTo>
                    <a:pt x="1700431" y="0"/>
                  </a:lnTo>
                  <a:lnTo>
                    <a:pt x="1704451" y="0"/>
                  </a:lnTo>
                  <a:lnTo>
                    <a:pt x="1708471" y="0"/>
                  </a:lnTo>
                  <a:lnTo>
                    <a:pt x="1712491" y="0"/>
                  </a:lnTo>
                  <a:lnTo>
                    <a:pt x="1716511" y="0"/>
                  </a:lnTo>
                  <a:lnTo>
                    <a:pt x="1720531" y="0"/>
                  </a:lnTo>
                  <a:lnTo>
                    <a:pt x="1724551" y="0"/>
                  </a:lnTo>
                  <a:lnTo>
                    <a:pt x="1728571" y="0"/>
                  </a:lnTo>
                  <a:lnTo>
                    <a:pt x="1732591" y="0"/>
                  </a:lnTo>
                  <a:lnTo>
                    <a:pt x="1736610" y="0"/>
                  </a:lnTo>
                  <a:lnTo>
                    <a:pt x="1740630" y="0"/>
                  </a:lnTo>
                  <a:lnTo>
                    <a:pt x="1744650" y="0"/>
                  </a:lnTo>
                  <a:lnTo>
                    <a:pt x="1748670" y="0"/>
                  </a:lnTo>
                  <a:lnTo>
                    <a:pt x="1752690" y="0"/>
                  </a:lnTo>
                  <a:lnTo>
                    <a:pt x="1756710" y="0"/>
                  </a:lnTo>
                  <a:lnTo>
                    <a:pt x="1760730" y="0"/>
                  </a:lnTo>
                  <a:lnTo>
                    <a:pt x="1764750" y="0"/>
                  </a:lnTo>
                  <a:lnTo>
                    <a:pt x="1768770" y="0"/>
                  </a:lnTo>
                  <a:lnTo>
                    <a:pt x="1772790" y="0"/>
                  </a:lnTo>
                  <a:lnTo>
                    <a:pt x="1776810" y="0"/>
                  </a:lnTo>
                  <a:lnTo>
                    <a:pt x="1780830" y="0"/>
                  </a:lnTo>
                  <a:lnTo>
                    <a:pt x="1784850" y="0"/>
                  </a:lnTo>
                  <a:lnTo>
                    <a:pt x="1788870" y="0"/>
                  </a:lnTo>
                  <a:lnTo>
                    <a:pt x="1792889" y="0"/>
                  </a:lnTo>
                  <a:lnTo>
                    <a:pt x="1796909" y="0"/>
                  </a:lnTo>
                  <a:lnTo>
                    <a:pt x="1800929" y="0"/>
                  </a:lnTo>
                  <a:lnTo>
                    <a:pt x="1804949" y="0"/>
                  </a:lnTo>
                  <a:lnTo>
                    <a:pt x="1808969" y="0"/>
                  </a:lnTo>
                  <a:lnTo>
                    <a:pt x="1812989" y="0"/>
                  </a:lnTo>
                  <a:lnTo>
                    <a:pt x="1817009" y="0"/>
                  </a:lnTo>
                  <a:lnTo>
                    <a:pt x="1821029" y="0"/>
                  </a:lnTo>
                  <a:lnTo>
                    <a:pt x="1825049" y="0"/>
                  </a:lnTo>
                  <a:lnTo>
                    <a:pt x="1829069" y="0"/>
                  </a:lnTo>
                  <a:lnTo>
                    <a:pt x="1833089" y="0"/>
                  </a:lnTo>
                  <a:lnTo>
                    <a:pt x="1837109" y="0"/>
                  </a:lnTo>
                  <a:lnTo>
                    <a:pt x="1841129" y="0"/>
                  </a:lnTo>
                  <a:lnTo>
                    <a:pt x="1845149" y="0"/>
                  </a:lnTo>
                  <a:lnTo>
                    <a:pt x="1849169" y="0"/>
                  </a:lnTo>
                  <a:lnTo>
                    <a:pt x="1853188" y="0"/>
                  </a:lnTo>
                  <a:lnTo>
                    <a:pt x="1857208" y="0"/>
                  </a:lnTo>
                  <a:lnTo>
                    <a:pt x="1861228" y="0"/>
                  </a:lnTo>
                  <a:lnTo>
                    <a:pt x="1865248" y="0"/>
                  </a:lnTo>
                  <a:lnTo>
                    <a:pt x="1869268" y="0"/>
                  </a:lnTo>
                  <a:lnTo>
                    <a:pt x="1873288" y="0"/>
                  </a:lnTo>
                  <a:lnTo>
                    <a:pt x="1877308" y="0"/>
                  </a:lnTo>
                  <a:lnTo>
                    <a:pt x="1881328" y="0"/>
                  </a:lnTo>
                  <a:lnTo>
                    <a:pt x="1885348" y="0"/>
                  </a:lnTo>
                  <a:lnTo>
                    <a:pt x="1889368" y="0"/>
                  </a:lnTo>
                  <a:lnTo>
                    <a:pt x="1893388" y="0"/>
                  </a:lnTo>
                  <a:lnTo>
                    <a:pt x="1897408" y="0"/>
                  </a:lnTo>
                  <a:lnTo>
                    <a:pt x="1901428" y="0"/>
                  </a:lnTo>
                  <a:lnTo>
                    <a:pt x="1905448" y="0"/>
                  </a:lnTo>
                  <a:lnTo>
                    <a:pt x="1909468" y="0"/>
                  </a:lnTo>
                  <a:lnTo>
                    <a:pt x="1913487" y="0"/>
                  </a:lnTo>
                  <a:lnTo>
                    <a:pt x="1917507" y="0"/>
                  </a:lnTo>
                  <a:lnTo>
                    <a:pt x="1921527" y="0"/>
                  </a:lnTo>
                  <a:lnTo>
                    <a:pt x="1925547" y="0"/>
                  </a:lnTo>
                  <a:lnTo>
                    <a:pt x="1929567" y="0"/>
                  </a:lnTo>
                  <a:lnTo>
                    <a:pt x="1933587" y="0"/>
                  </a:lnTo>
                  <a:lnTo>
                    <a:pt x="1937607" y="0"/>
                  </a:lnTo>
                  <a:lnTo>
                    <a:pt x="1941627" y="0"/>
                  </a:lnTo>
                  <a:lnTo>
                    <a:pt x="1945647" y="0"/>
                  </a:lnTo>
                  <a:lnTo>
                    <a:pt x="1949667" y="0"/>
                  </a:lnTo>
                  <a:lnTo>
                    <a:pt x="1953687" y="0"/>
                  </a:lnTo>
                  <a:lnTo>
                    <a:pt x="1957707" y="0"/>
                  </a:lnTo>
                  <a:lnTo>
                    <a:pt x="1961727" y="0"/>
                  </a:lnTo>
                  <a:lnTo>
                    <a:pt x="1965747" y="0"/>
                  </a:lnTo>
                  <a:lnTo>
                    <a:pt x="1969767" y="0"/>
                  </a:lnTo>
                  <a:lnTo>
                    <a:pt x="1973786" y="0"/>
                  </a:lnTo>
                  <a:lnTo>
                    <a:pt x="1977806" y="0"/>
                  </a:lnTo>
                  <a:lnTo>
                    <a:pt x="1981826" y="0"/>
                  </a:lnTo>
                  <a:lnTo>
                    <a:pt x="1985846" y="0"/>
                  </a:lnTo>
                  <a:lnTo>
                    <a:pt x="1989866" y="0"/>
                  </a:lnTo>
                  <a:lnTo>
                    <a:pt x="1993886" y="0"/>
                  </a:lnTo>
                  <a:lnTo>
                    <a:pt x="1997906" y="0"/>
                  </a:lnTo>
                  <a:lnTo>
                    <a:pt x="2001926" y="0"/>
                  </a:lnTo>
                  <a:lnTo>
                    <a:pt x="2005946" y="0"/>
                  </a:lnTo>
                  <a:lnTo>
                    <a:pt x="2009966" y="0"/>
                  </a:lnTo>
                  <a:lnTo>
                    <a:pt x="2009966" y="112653"/>
                  </a:lnTo>
                  <a:lnTo>
                    <a:pt x="2005946" y="112653"/>
                  </a:lnTo>
                  <a:lnTo>
                    <a:pt x="2001926" y="112653"/>
                  </a:lnTo>
                  <a:lnTo>
                    <a:pt x="1997906" y="112653"/>
                  </a:lnTo>
                  <a:lnTo>
                    <a:pt x="1993886" y="112653"/>
                  </a:lnTo>
                  <a:lnTo>
                    <a:pt x="1989866" y="112653"/>
                  </a:lnTo>
                  <a:lnTo>
                    <a:pt x="1985846" y="112653"/>
                  </a:lnTo>
                  <a:lnTo>
                    <a:pt x="1981826" y="112653"/>
                  </a:lnTo>
                  <a:lnTo>
                    <a:pt x="1977806" y="112653"/>
                  </a:lnTo>
                  <a:lnTo>
                    <a:pt x="1973786" y="112653"/>
                  </a:lnTo>
                  <a:lnTo>
                    <a:pt x="1969767" y="112653"/>
                  </a:lnTo>
                  <a:lnTo>
                    <a:pt x="1965747" y="112653"/>
                  </a:lnTo>
                  <a:lnTo>
                    <a:pt x="1961727" y="112653"/>
                  </a:lnTo>
                  <a:lnTo>
                    <a:pt x="1957707" y="112653"/>
                  </a:lnTo>
                  <a:lnTo>
                    <a:pt x="1953687" y="112653"/>
                  </a:lnTo>
                  <a:lnTo>
                    <a:pt x="1949667" y="112653"/>
                  </a:lnTo>
                  <a:lnTo>
                    <a:pt x="1945647" y="112653"/>
                  </a:lnTo>
                  <a:lnTo>
                    <a:pt x="1941627" y="112653"/>
                  </a:lnTo>
                  <a:lnTo>
                    <a:pt x="1937607" y="112653"/>
                  </a:lnTo>
                  <a:lnTo>
                    <a:pt x="1933587" y="112653"/>
                  </a:lnTo>
                  <a:lnTo>
                    <a:pt x="1929567" y="112653"/>
                  </a:lnTo>
                  <a:lnTo>
                    <a:pt x="1925547" y="112653"/>
                  </a:lnTo>
                  <a:lnTo>
                    <a:pt x="1921527" y="112653"/>
                  </a:lnTo>
                  <a:lnTo>
                    <a:pt x="1917507" y="112653"/>
                  </a:lnTo>
                  <a:lnTo>
                    <a:pt x="1913487" y="112653"/>
                  </a:lnTo>
                  <a:lnTo>
                    <a:pt x="1909468" y="112653"/>
                  </a:lnTo>
                  <a:lnTo>
                    <a:pt x="1905448" y="112653"/>
                  </a:lnTo>
                  <a:lnTo>
                    <a:pt x="1901428" y="112653"/>
                  </a:lnTo>
                  <a:lnTo>
                    <a:pt x="1897408" y="112653"/>
                  </a:lnTo>
                  <a:lnTo>
                    <a:pt x="1893388" y="112653"/>
                  </a:lnTo>
                  <a:lnTo>
                    <a:pt x="1889368" y="112653"/>
                  </a:lnTo>
                  <a:lnTo>
                    <a:pt x="1885348" y="112653"/>
                  </a:lnTo>
                  <a:lnTo>
                    <a:pt x="1881328" y="112653"/>
                  </a:lnTo>
                  <a:lnTo>
                    <a:pt x="1877308" y="112653"/>
                  </a:lnTo>
                  <a:lnTo>
                    <a:pt x="1873288" y="112653"/>
                  </a:lnTo>
                  <a:lnTo>
                    <a:pt x="1869268" y="112653"/>
                  </a:lnTo>
                  <a:lnTo>
                    <a:pt x="1865248" y="112653"/>
                  </a:lnTo>
                  <a:lnTo>
                    <a:pt x="1861228" y="112653"/>
                  </a:lnTo>
                  <a:lnTo>
                    <a:pt x="1857208" y="112653"/>
                  </a:lnTo>
                  <a:lnTo>
                    <a:pt x="1853188" y="112653"/>
                  </a:lnTo>
                  <a:lnTo>
                    <a:pt x="1849169" y="112653"/>
                  </a:lnTo>
                  <a:lnTo>
                    <a:pt x="1845149" y="112653"/>
                  </a:lnTo>
                  <a:lnTo>
                    <a:pt x="1841129" y="112653"/>
                  </a:lnTo>
                  <a:lnTo>
                    <a:pt x="1837109" y="112653"/>
                  </a:lnTo>
                  <a:lnTo>
                    <a:pt x="1833089" y="112653"/>
                  </a:lnTo>
                  <a:lnTo>
                    <a:pt x="1829069" y="112653"/>
                  </a:lnTo>
                  <a:lnTo>
                    <a:pt x="1825049" y="112653"/>
                  </a:lnTo>
                  <a:lnTo>
                    <a:pt x="1821029" y="112653"/>
                  </a:lnTo>
                  <a:lnTo>
                    <a:pt x="1817009" y="112653"/>
                  </a:lnTo>
                  <a:lnTo>
                    <a:pt x="1812989" y="112653"/>
                  </a:lnTo>
                  <a:lnTo>
                    <a:pt x="1808969" y="112653"/>
                  </a:lnTo>
                  <a:lnTo>
                    <a:pt x="1804949" y="112653"/>
                  </a:lnTo>
                  <a:lnTo>
                    <a:pt x="1800929" y="112653"/>
                  </a:lnTo>
                  <a:lnTo>
                    <a:pt x="1796909" y="112653"/>
                  </a:lnTo>
                  <a:lnTo>
                    <a:pt x="1792889" y="112653"/>
                  </a:lnTo>
                  <a:lnTo>
                    <a:pt x="1788870" y="112653"/>
                  </a:lnTo>
                  <a:lnTo>
                    <a:pt x="1784850" y="112653"/>
                  </a:lnTo>
                  <a:lnTo>
                    <a:pt x="1780830" y="112653"/>
                  </a:lnTo>
                  <a:lnTo>
                    <a:pt x="1776810" y="112653"/>
                  </a:lnTo>
                  <a:lnTo>
                    <a:pt x="1772790" y="112653"/>
                  </a:lnTo>
                  <a:lnTo>
                    <a:pt x="1768770" y="112653"/>
                  </a:lnTo>
                  <a:lnTo>
                    <a:pt x="1764750" y="112653"/>
                  </a:lnTo>
                  <a:lnTo>
                    <a:pt x="1760730" y="112653"/>
                  </a:lnTo>
                  <a:lnTo>
                    <a:pt x="1756710" y="112653"/>
                  </a:lnTo>
                  <a:lnTo>
                    <a:pt x="1752690" y="112653"/>
                  </a:lnTo>
                  <a:lnTo>
                    <a:pt x="1748670" y="112653"/>
                  </a:lnTo>
                  <a:lnTo>
                    <a:pt x="1744650" y="112653"/>
                  </a:lnTo>
                  <a:lnTo>
                    <a:pt x="1740630" y="112653"/>
                  </a:lnTo>
                  <a:lnTo>
                    <a:pt x="1736610" y="112653"/>
                  </a:lnTo>
                  <a:lnTo>
                    <a:pt x="1732591" y="112653"/>
                  </a:lnTo>
                  <a:lnTo>
                    <a:pt x="1728571" y="112653"/>
                  </a:lnTo>
                  <a:lnTo>
                    <a:pt x="1724551" y="112653"/>
                  </a:lnTo>
                  <a:lnTo>
                    <a:pt x="1720531" y="112653"/>
                  </a:lnTo>
                  <a:lnTo>
                    <a:pt x="1716511" y="112653"/>
                  </a:lnTo>
                  <a:lnTo>
                    <a:pt x="1712491" y="112653"/>
                  </a:lnTo>
                  <a:lnTo>
                    <a:pt x="1708471" y="112653"/>
                  </a:lnTo>
                  <a:lnTo>
                    <a:pt x="1704451" y="112653"/>
                  </a:lnTo>
                  <a:lnTo>
                    <a:pt x="1700431" y="112653"/>
                  </a:lnTo>
                  <a:lnTo>
                    <a:pt x="1696411" y="112653"/>
                  </a:lnTo>
                  <a:lnTo>
                    <a:pt x="1692391" y="112653"/>
                  </a:lnTo>
                  <a:lnTo>
                    <a:pt x="1688371" y="112653"/>
                  </a:lnTo>
                  <a:lnTo>
                    <a:pt x="1684351" y="112653"/>
                  </a:lnTo>
                  <a:lnTo>
                    <a:pt x="1680331" y="112653"/>
                  </a:lnTo>
                  <a:lnTo>
                    <a:pt x="1676311" y="112653"/>
                  </a:lnTo>
                  <a:lnTo>
                    <a:pt x="1672292" y="112653"/>
                  </a:lnTo>
                  <a:lnTo>
                    <a:pt x="1668272" y="112653"/>
                  </a:lnTo>
                  <a:lnTo>
                    <a:pt x="1664252" y="112653"/>
                  </a:lnTo>
                  <a:lnTo>
                    <a:pt x="1660232" y="112653"/>
                  </a:lnTo>
                  <a:lnTo>
                    <a:pt x="1656212" y="112653"/>
                  </a:lnTo>
                  <a:lnTo>
                    <a:pt x="1652192" y="112653"/>
                  </a:lnTo>
                  <a:lnTo>
                    <a:pt x="1648172" y="112653"/>
                  </a:lnTo>
                  <a:lnTo>
                    <a:pt x="1644152" y="112653"/>
                  </a:lnTo>
                  <a:lnTo>
                    <a:pt x="1640132" y="112653"/>
                  </a:lnTo>
                  <a:lnTo>
                    <a:pt x="1636112" y="112653"/>
                  </a:lnTo>
                  <a:lnTo>
                    <a:pt x="1632092" y="112653"/>
                  </a:lnTo>
                  <a:lnTo>
                    <a:pt x="1628072" y="112653"/>
                  </a:lnTo>
                  <a:lnTo>
                    <a:pt x="1624052" y="112653"/>
                  </a:lnTo>
                  <a:lnTo>
                    <a:pt x="1620032" y="112653"/>
                  </a:lnTo>
                  <a:lnTo>
                    <a:pt x="1616012" y="112653"/>
                  </a:lnTo>
                  <a:lnTo>
                    <a:pt x="1611993" y="112653"/>
                  </a:lnTo>
                  <a:lnTo>
                    <a:pt x="1607973" y="112653"/>
                  </a:lnTo>
                  <a:lnTo>
                    <a:pt x="1603953" y="112653"/>
                  </a:lnTo>
                  <a:lnTo>
                    <a:pt x="1599933" y="112653"/>
                  </a:lnTo>
                  <a:lnTo>
                    <a:pt x="1595913" y="112653"/>
                  </a:lnTo>
                  <a:lnTo>
                    <a:pt x="1591893" y="112653"/>
                  </a:lnTo>
                  <a:lnTo>
                    <a:pt x="1587873" y="112653"/>
                  </a:lnTo>
                  <a:lnTo>
                    <a:pt x="1583853" y="112653"/>
                  </a:lnTo>
                  <a:lnTo>
                    <a:pt x="1579833" y="112653"/>
                  </a:lnTo>
                  <a:lnTo>
                    <a:pt x="1575813" y="112653"/>
                  </a:lnTo>
                  <a:lnTo>
                    <a:pt x="1571793" y="112653"/>
                  </a:lnTo>
                  <a:lnTo>
                    <a:pt x="1567773" y="112653"/>
                  </a:lnTo>
                  <a:lnTo>
                    <a:pt x="1563753" y="112653"/>
                  </a:lnTo>
                  <a:lnTo>
                    <a:pt x="1559733" y="112653"/>
                  </a:lnTo>
                  <a:lnTo>
                    <a:pt x="1555713" y="112653"/>
                  </a:lnTo>
                  <a:lnTo>
                    <a:pt x="1551694" y="112653"/>
                  </a:lnTo>
                  <a:lnTo>
                    <a:pt x="1547674" y="112653"/>
                  </a:lnTo>
                  <a:lnTo>
                    <a:pt x="1543654" y="112653"/>
                  </a:lnTo>
                  <a:lnTo>
                    <a:pt x="1539634" y="112653"/>
                  </a:lnTo>
                  <a:lnTo>
                    <a:pt x="1535614" y="112653"/>
                  </a:lnTo>
                  <a:lnTo>
                    <a:pt x="1531594" y="112653"/>
                  </a:lnTo>
                  <a:lnTo>
                    <a:pt x="1527574" y="112653"/>
                  </a:lnTo>
                  <a:lnTo>
                    <a:pt x="1523554" y="112653"/>
                  </a:lnTo>
                  <a:lnTo>
                    <a:pt x="1519534" y="112653"/>
                  </a:lnTo>
                  <a:lnTo>
                    <a:pt x="1515514" y="112653"/>
                  </a:lnTo>
                  <a:lnTo>
                    <a:pt x="1511494" y="112653"/>
                  </a:lnTo>
                  <a:lnTo>
                    <a:pt x="1507474" y="112653"/>
                  </a:lnTo>
                  <a:lnTo>
                    <a:pt x="1503454" y="112653"/>
                  </a:lnTo>
                  <a:lnTo>
                    <a:pt x="1499434" y="112653"/>
                  </a:lnTo>
                  <a:lnTo>
                    <a:pt x="1495414" y="112653"/>
                  </a:lnTo>
                  <a:lnTo>
                    <a:pt x="1491395" y="112653"/>
                  </a:lnTo>
                  <a:lnTo>
                    <a:pt x="1487375" y="112653"/>
                  </a:lnTo>
                  <a:lnTo>
                    <a:pt x="1483355" y="112653"/>
                  </a:lnTo>
                  <a:lnTo>
                    <a:pt x="1479335" y="112653"/>
                  </a:lnTo>
                  <a:lnTo>
                    <a:pt x="1475315" y="112653"/>
                  </a:lnTo>
                  <a:lnTo>
                    <a:pt x="1471295" y="112653"/>
                  </a:lnTo>
                  <a:lnTo>
                    <a:pt x="1467275" y="112653"/>
                  </a:lnTo>
                  <a:lnTo>
                    <a:pt x="1463255" y="112653"/>
                  </a:lnTo>
                  <a:lnTo>
                    <a:pt x="1459235" y="112653"/>
                  </a:lnTo>
                  <a:lnTo>
                    <a:pt x="1455215" y="112653"/>
                  </a:lnTo>
                  <a:lnTo>
                    <a:pt x="1451195" y="112653"/>
                  </a:lnTo>
                  <a:lnTo>
                    <a:pt x="1447175" y="112653"/>
                  </a:lnTo>
                  <a:lnTo>
                    <a:pt x="1443155" y="112653"/>
                  </a:lnTo>
                  <a:lnTo>
                    <a:pt x="1439135" y="112653"/>
                  </a:lnTo>
                  <a:lnTo>
                    <a:pt x="1435115" y="112653"/>
                  </a:lnTo>
                  <a:lnTo>
                    <a:pt x="1431096" y="112653"/>
                  </a:lnTo>
                  <a:lnTo>
                    <a:pt x="1427076" y="112653"/>
                  </a:lnTo>
                  <a:lnTo>
                    <a:pt x="1423056" y="112653"/>
                  </a:lnTo>
                  <a:lnTo>
                    <a:pt x="1419036" y="112653"/>
                  </a:lnTo>
                  <a:lnTo>
                    <a:pt x="1415016" y="112653"/>
                  </a:lnTo>
                  <a:lnTo>
                    <a:pt x="1410996" y="112653"/>
                  </a:lnTo>
                  <a:lnTo>
                    <a:pt x="1406976" y="112653"/>
                  </a:lnTo>
                  <a:lnTo>
                    <a:pt x="1402956" y="112653"/>
                  </a:lnTo>
                  <a:lnTo>
                    <a:pt x="1398936" y="112653"/>
                  </a:lnTo>
                  <a:lnTo>
                    <a:pt x="1394916" y="112653"/>
                  </a:lnTo>
                  <a:lnTo>
                    <a:pt x="1390896" y="112653"/>
                  </a:lnTo>
                  <a:lnTo>
                    <a:pt x="1386876" y="112653"/>
                  </a:lnTo>
                  <a:lnTo>
                    <a:pt x="1382856" y="112653"/>
                  </a:lnTo>
                  <a:lnTo>
                    <a:pt x="1378836" y="112653"/>
                  </a:lnTo>
                  <a:lnTo>
                    <a:pt x="1374816" y="112653"/>
                  </a:lnTo>
                  <a:lnTo>
                    <a:pt x="1370797" y="112653"/>
                  </a:lnTo>
                  <a:lnTo>
                    <a:pt x="1366777" y="112653"/>
                  </a:lnTo>
                  <a:lnTo>
                    <a:pt x="1362757" y="112653"/>
                  </a:lnTo>
                  <a:lnTo>
                    <a:pt x="1358737" y="112653"/>
                  </a:lnTo>
                  <a:lnTo>
                    <a:pt x="1354717" y="112653"/>
                  </a:lnTo>
                  <a:lnTo>
                    <a:pt x="1350697" y="112653"/>
                  </a:lnTo>
                  <a:lnTo>
                    <a:pt x="1346677" y="112653"/>
                  </a:lnTo>
                  <a:lnTo>
                    <a:pt x="1342657" y="112653"/>
                  </a:lnTo>
                  <a:lnTo>
                    <a:pt x="1338637" y="112653"/>
                  </a:lnTo>
                  <a:lnTo>
                    <a:pt x="1334617" y="112653"/>
                  </a:lnTo>
                  <a:lnTo>
                    <a:pt x="1330597" y="112653"/>
                  </a:lnTo>
                  <a:lnTo>
                    <a:pt x="1326577" y="112653"/>
                  </a:lnTo>
                  <a:lnTo>
                    <a:pt x="1322557" y="112653"/>
                  </a:lnTo>
                  <a:lnTo>
                    <a:pt x="1318537" y="112653"/>
                  </a:lnTo>
                  <a:lnTo>
                    <a:pt x="1314518" y="112653"/>
                  </a:lnTo>
                  <a:lnTo>
                    <a:pt x="1310498" y="112653"/>
                  </a:lnTo>
                  <a:lnTo>
                    <a:pt x="1306478" y="112653"/>
                  </a:lnTo>
                  <a:lnTo>
                    <a:pt x="1302458" y="112653"/>
                  </a:lnTo>
                  <a:lnTo>
                    <a:pt x="1298438" y="112653"/>
                  </a:lnTo>
                  <a:lnTo>
                    <a:pt x="1294418" y="112653"/>
                  </a:lnTo>
                  <a:lnTo>
                    <a:pt x="1290398" y="112653"/>
                  </a:lnTo>
                  <a:lnTo>
                    <a:pt x="1286378" y="112653"/>
                  </a:lnTo>
                  <a:lnTo>
                    <a:pt x="1282358" y="112653"/>
                  </a:lnTo>
                  <a:lnTo>
                    <a:pt x="1278338" y="112653"/>
                  </a:lnTo>
                  <a:lnTo>
                    <a:pt x="1274318" y="112653"/>
                  </a:lnTo>
                  <a:lnTo>
                    <a:pt x="1270298" y="112653"/>
                  </a:lnTo>
                  <a:lnTo>
                    <a:pt x="1266278" y="112653"/>
                  </a:lnTo>
                  <a:lnTo>
                    <a:pt x="1262258" y="112653"/>
                  </a:lnTo>
                  <a:lnTo>
                    <a:pt x="1258238" y="112653"/>
                  </a:lnTo>
                  <a:lnTo>
                    <a:pt x="1254219" y="112653"/>
                  </a:lnTo>
                  <a:lnTo>
                    <a:pt x="1250199" y="112653"/>
                  </a:lnTo>
                  <a:lnTo>
                    <a:pt x="1246179" y="112653"/>
                  </a:lnTo>
                  <a:lnTo>
                    <a:pt x="1242159" y="112653"/>
                  </a:lnTo>
                  <a:lnTo>
                    <a:pt x="1238139" y="112653"/>
                  </a:lnTo>
                  <a:lnTo>
                    <a:pt x="1234119" y="112653"/>
                  </a:lnTo>
                  <a:lnTo>
                    <a:pt x="1230099" y="112653"/>
                  </a:lnTo>
                  <a:lnTo>
                    <a:pt x="1226079" y="112653"/>
                  </a:lnTo>
                  <a:lnTo>
                    <a:pt x="1222059" y="112653"/>
                  </a:lnTo>
                  <a:lnTo>
                    <a:pt x="1218039" y="112653"/>
                  </a:lnTo>
                  <a:lnTo>
                    <a:pt x="1214019" y="112653"/>
                  </a:lnTo>
                  <a:lnTo>
                    <a:pt x="1209999" y="112653"/>
                  </a:lnTo>
                  <a:lnTo>
                    <a:pt x="1205979" y="112653"/>
                  </a:lnTo>
                  <a:lnTo>
                    <a:pt x="1201959" y="112653"/>
                  </a:lnTo>
                  <a:lnTo>
                    <a:pt x="1197939" y="112653"/>
                  </a:lnTo>
                  <a:lnTo>
                    <a:pt x="1193920" y="112653"/>
                  </a:lnTo>
                  <a:lnTo>
                    <a:pt x="1189900" y="112653"/>
                  </a:lnTo>
                  <a:lnTo>
                    <a:pt x="1185880" y="112653"/>
                  </a:lnTo>
                  <a:lnTo>
                    <a:pt x="1181860" y="112653"/>
                  </a:lnTo>
                  <a:lnTo>
                    <a:pt x="1177840" y="112653"/>
                  </a:lnTo>
                  <a:lnTo>
                    <a:pt x="1173820" y="112653"/>
                  </a:lnTo>
                  <a:lnTo>
                    <a:pt x="1169800" y="112653"/>
                  </a:lnTo>
                  <a:lnTo>
                    <a:pt x="1165780" y="112653"/>
                  </a:lnTo>
                  <a:lnTo>
                    <a:pt x="1161760" y="112653"/>
                  </a:lnTo>
                  <a:lnTo>
                    <a:pt x="1157740" y="112653"/>
                  </a:lnTo>
                  <a:lnTo>
                    <a:pt x="1153720" y="112653"/>
                  </a:lnTo>
                  <a:lnTo>
                    <a:pt x="1149700" y="112653"/>
                  </a:lnTo>
                  <a:lnTo>
                    <a:pt x="1145680" y="112653"/>
                  </a:lnTo>
                  <a:lnTo>
                    <a:pt x="1141660" y="112653"/>
                  </a:lnTo>
                  <a:lnTo>
                    <a:pt x="1137640" y="112653"/>
                  </a:lnTo>
                  <a:lnTo>
                    <a:pt x="1133621" y="112653"/>
                  </a:lnTo>
                  <a:lnTo>
                    <a:pt x="1129601" y="112653"/>
                  </a:lnTo>
                  <a:lnTo>
                    <a:pt x="1125581" y="112653"/>
                  </a:lnTo>
                  <a:lnTo>
                    <a:pt x="1121561" y="112653"/>
                  </a:lnTo>
                  <a:lnTo>
                    <a:pt x="1117541" y="112653"/>
                  </a:lnTo>
                  <a:lnTo>
                    <a:pt x="1113521" y="112653"/>
                  </a:lnTo>
                  <a:lnTo>
                    <a:pt x="1109501" y="112653"/>
                  </a:lnTo>
                  <a:lnTo>
                    <a:pt x="1105481" y="112653"/>
                  </a:lnTo>
                  <a:lnTo>
                    <a:pt x="1101461" y="112653"/>
                  </a:lnTo>
                  <a:lnTo>
                    <a:pt x="1097441" y="112653"/>
                  </a:lnTo>
                  <a:lnTo>
                    <a:pt x="1093421" y="112653"/>
                  </a:lnTo>
                  <a:lnTo>
                    <a:pt x="1089401" y="112653"/>
                  </a:lnTo>
                  <a:lnTo>
                    <a:pt x="1085381" y="112653"/>
                  </a:lnTo>
                  <a:lnTo>
                    <a:pt x="1081361" y="112653"/>
                  </a:lnTo>
                  <a:lnTo>
                    <a:pt x="1077341" y="112653"/>
                  </a:lnTo>
                  <a:lnTo>
                    <a:pt x="1073322" y="112653"/>
                  </a:lnTo>
                  <a:lnTo>
                    <a:pt x="1069302" y="112653"/>
                  </a:lnTo>
                  <a:lnTo>
                    <a:pt x="1065282" y="112653"/>
                  </a:lnTo>
                  <a:lnTo>
                    <a:pt x="1061262" y="112653"/>
                  </a:lnTo>
                  <a:lnTo>
                    <a:pt x="1057242" y="112653"/>
                  </a:lnTo>
                  <a:lnTo>
                    <a:pt x="1053222" y="112653"/>
                  </a:lnTo>
                  <a:lnTo>
                    <a:pt x="1049202" y="112653"/>
                  </a:lnTo>
                  <a:lnTo>
                    <a:pt x="1045182" y="112653"/>
                  </a:lnTo>
                  <a:lnTo>
                    <a:pt x="1041162" y="112653"/>
                  </a:lnTo>
                  <a:lnTo>
                    <a:pt x="1037142" y="112653"/>
                  </a:lnTo>
                  <a:lnTo>
                    <a:pt x="1033122" y="112653"/>
                  </a:lnTo>
                  <a:lnTo>
                    <a:pt x="1029102" y="112653"/>
                  </a:lnTo>
                  <a:lnTo>
                    <a:pt x="1025082" y="112653"/>
                  </a:lnTo>
                  <a:lnTo>
                    <a:pt x="1021062" y="112653"/>
                  </a:lnTo>
                  <a:lnTo>
                    <a:pt x="1017042" y="112653"/>
                  </a:lnTo>
                  <a:lnTo>
                    <a:pt x="1013023" y="112653"/>
                  </a:lnTo>
                  <a:lnTo>
                    <a:pt x="1009003" y="112653"/>
                  </a:lnTo>
                  <a:lnTo>
                    <a:pt x="1004983" y="112653"/>
                  </a:lnTo>
                  <a:lnTo>
                    <a:pt x="1000963" y="112653"/>
                  </a:lnTo>
                  <a:lnTo>
                    <a:pt x="996943" y="112653"/>
                  </a:lnTo>
                  <a:lnTo>
                    <a:pt x="992923" y="112653"/>
                  </a:lnTo>
                  <a:lnTo>
                    <a:pt x="988903" y="112653"/>
                  </a:lnTo>
                  <a:lnTo>
                    <a:pt x="984883" y="112653"/>
                  </a:lnTo>
                  <a:lnTo>
                    <a:pt x="980863" y="112653"/>
                  </a:lnTo>
                  <a:lnTo>
                    <a:pt x="976843" y="112653"/>
                  </a:lnTo>
                  <a:lnTo>
                    <a:pt x="972823" y="112653"/>
                  </a:lnTo>
                  <a:lnTo>
                    <a:pt x="968803" y="112653"/>
                  </a:lnTo>
                  <a:lnTo>
                    <a:pt x="964783" y="112653"/>
                  </a:lnTo>
                  <a:lnTo>
                    <a:pt x="960763" y="112653"/>
                  </a:lnTo>
                  <a:lnTo>
                    <a:pt x="956743" y="112653"/>
                  </a:lnTo>
                  <a:lnTo>
                    <a:pt x="952724" y="112653"/>
                  </a:lnTo>
                  <a:lnTo>
                    <a:pt x="948704" y="112653"/>
                  </a:lnTo>
                  <a:lnTo>
                    <a:pt x="944684" y="112653"/>
                  </a:lnTo>
                  <a:lnTo>
                    <a:pt x="940664" y="112653"/>
                  </a:lnTo>
                  <a:lnTo>
                    <a:pt x="936644" y="112653"/>
                  </a:lnTo>
                  <a:lnTo>
                    <a:pt x="932624" y="112653"/>
                  </a:lnTo>
                  <a:lnTo>
                    <a:pt x="928604" y="112653"/>
                  </a:lnTo>
                  <a:lnTo>
                    <a:pt x="924584" y="112653"/>
                  </a:lnTo>
                  <a:lnTo>
                    <a:pt x="920564" y="112653"/>
                  </a:lnTo>
                  <a:lnTo>
                    <a:pt x="916544" y="112653"/>
                  </a:lnTo>
                  <a:lnTo>
                    <a:pt x="912524" y="112653"/>
                  </a:lnTo>
                  <a:lnTo>
                    <a:pt x="908504" y="112653"/>
                  </a:lnTo>
                  <a:lnTo>
                    <a:pt x="904484" y="112653"/>
                  </a:lnTo>
                  <a:lnTo>
                    <a:pt x="900464" y="112653"/>
                  </a:lnTo>
                  <a:lnTo>
                    <a:pt x="896444" y="112653"/>
                  </a:lnTo>
                  <a:lnTo>
                    <a:pt x="892425" y="112653"/>
                  </a:lnTo>
                  <a:lnTo>
                    <a:pt x="888405" y="112653"/>
                  </a:lnTo>
                  <a:lnTo>
                    <a:pt x="884385" y="112653"/>
                  </a:lnTo>
                  <a:lnTo>
                    <a:pt x="880365" y="112653"/>
                  </a:lnTo>
                  <a:lnTo>
                    <a:pt x="876345" y="112653"/>
                  </a:lnTo>
                  <a:lnTo>
                    <a:pt x="872325" y="112653"/>
                  </a:lnTo>
                  <a:lnTo>
                    <a:pt x="868305" y="112653"/>
                  </a:lnTo>
                  <a:lnTo>
                    <a:pt x="864285" y="112653"/>
                  </a:lnTo>
                  <a:lnTo>
                    <a:pt x="860265" y="112653"/>
                  </a:lnTo>
                  <a:lnTo>
                    <a:pt x="856245" y="112653"/>
                  </a:lnTo>
                  <a:lnTo>
                    <a:pt x="852225" y="112653"/>
                  </a:lnTo>
                  <a:lnTo>
                    <a:pt x="848205" y="112653"/>
                  </a:lnTo>
                  <a:lnTo>
                    <a:pt x="844185" y="112653"/>
                  </a:lnTo>
                  <a:lnTo>
                    <a:pt x="840165" y="112653"/>
                  </a:lnTo>
                  <a:lnTo>
                    <a:pt x="836146" y="112653"/>
                  </a:lnTo>
                  <a:lnTo>
                    <a:pt x="832126" y="112653"/>
                  </a:lnTo>
                  <a:lnTo>
                    <a:pt x="828106" y="112653"/>
                  </a:lnTo>
                  <a:lnTo>
                    <a:pt x="824086" y="112653"/>
                  </a:lnTo>
                  <a:lnTo>
                    <a:pt x="820066" y="112653"/>
                  </a:lnTo>
                  <a:lnTo>
                    <a:pt x="816046" y="112653"/>
                  </a:lnTo>
                  <a:lnTo>
                    <a:pt x="812026" y="112653"/>
                  </a:lnTo>
                  <a:lnTo>
                    <a:pt x="808006" y="112653"/>
                  </a:lnTo>
                  <a:lnTo>
                    <a:pt x="803986" y="112653"/>
                  </a:lnTo>
                  <a:lnTo>
                    <a:pt x="799966" y="112653"/>
                  </a:lnTo>
                  <a:lnTo>
                    <a:pt x="795946" y="112653"/>
                  </a:lnTo>
                  <a:lnTo>
                    <a:pt x="791926" y="112653"/>
                  </a:lnTo>
                  <a:lnTo>
                    <a:pt x="787906" y="112653"/>
                  </a:lnTo>
                  <a:lnTo>
                    <a:pt x="783886" y="112653"/>
                  </a:lnTo>
                  <a:lnTo>
                    <a:pt x="779866" y="112653"/>
                  </a:lnTo>
                  <a:lnTo>
                    <a:pt x="775847" y="112653"/>
                  </a:lnTo>
                  <a:lnTo>
                    <a:pt x="771827" y="112653"/>
                  </a:lnTo>
                  <a:lnTo>
                    <a:pt x="767807" y="112653"/>
                  </a:lnTo>
                  <a:lnTo>
                    <a:pt x="763787" y="112653"/>
                  </a:lnTo>
                  <a:lnTo>
                    <a:pt x="759767" y="112653"/>
                  </a:lnTo>
                  <a:lnTo>
                    <a:pt x="755747" y="112653"/>
                  </a:lnTo>
                  <a:lnTo>
                    <a:pt x="751727" y="112653"/>
                  </a:lnTo>
                  <a:lnTo>
                    <a:pt x="747707" y="112653"/>
                  </a:lnTo>
                  <a:lnTo>
                    <a:pt x="743687" y="112653"/>
                  </a:lnTo>
                  <a:lnTo>
                    <a:pt x="739667" y="112653"/>
                  </a:lnTo>
                  <a:lnTo>
                    <a:pt x="735647" y="112653"/>
                  </a:lnTo>
                  <a:lnTo>
                    <a:pt x="731627" y="112653"/>
                  </a:lnTo>
                  <a:lnTo>
                    <a:pt x="727607" y="112653"/>
                  </a:lnTo>
                  <a:lnTo>
                    <a:pt x="723587" y="112653"/>
                  </a:lnTo>
                  <a:lnTo>
                    <a:pt x="719567" y="112653"/>
                  </a:lnTo>
                  <a:lnTo>
                    <a:pt x="715548" y="112653"/>
                  </a:lnTo>
                  <a:lnTo>
                    <a:pt x="711528" y="112653"/>
                  </a:lnTo>
                  <a:lnTo>
                    <a:pt x="707508" y="112653"/>
                  </a:lnTo>
                  <a:lnTo>
                    <a:pt x="703488" y="112653"/>
                  </a:lnTo>
                  <a:lnTo>
                    <a:pt x="699468" y="112653"/>
                  </a:lnTo>
                  <a:lnTo>
                    <a:pt x="695448" y="112653"/>
                  </a:lnTo>
                  <a:lnTo>
                    <a:pt x="691428" y="112653"/>
                  </a:lnTo>
                  <a:lnTo>
                    <a:pt x="687408" y="112653"/>
                  </a:lnTo>
                  <a:lnTo>
                    <a:pt x="683388" y="112653"/>
                  </a:lnTo>
                  <a:lnTo>
                    <a:pt x="679368" y="112653"/>
                  </a:lnTo>
                  <a:lnTo>
                    <a:pt x="675348" y="112653"/>
                  </a:lnTo>
                  <a:lnTo>
                    <a:pt x="671328" y="112653"/>
                  </a:lnTo>
                  <a:lnTo>
                    <a:pt x="667308" y="112653"/>
                  </a:lnTo>
                  <a:lnTo>
                    <a:pt x="663288" y="112653"/>
                  </a:lnTo>
                  <a:lnTo>
                    <a:pt x="659268" y="112653"/>
                  </a:lnTo>
                  <a:lnTo>
                    <a:pt x="655249" y="112653"/>
                  </a:lnTo>
                  <a:lnTo>
                    <a:pt x="651229" y="112653"/>
                  </a:lnTo>
                  <a:lnTo>
                    <a:pt x="647209" y="112653"/>
                  </a:lnTo>
                  <a:lnTo>
                    <a:pt x="643189" y="112653"/>
                  </a:lnTo>
                  <a:lnTo>
                    <a:pt x="639169" y="112653"/>
                  </a:lnTo>
                  <a:lnTo>
                    <a:pt x="635149" y="112653"/>
                  </a:lnTo>
                  <a:lnTo>
                    <a:pt x="631129" y="112653"/>
                  </a:lnTo>
                  <a:lnTo>
                    <a:pt x="627109" y="112653"/>
                  </a:lnTo>
                  <a:lnTo>
                    <a:pt x="623089" y="112653"/>
                  </a:lnTo>
                  <a:lnTo>
                    <a:pt x="619069" y="112653"/>
                  </a:lnTo>
                  <a:lnTo>
                    <a:pt x="615049" y="112653"/>
                  </a:lnTo>
                  <a:lnTo>
                    <a:pt x="611029" y="112653"/>
                  </a:lnTo>
                  <a:lnTo>
                    <a:pt x="607009" y="112653"/>
                  </a:lnTo>
                  <a:lnTo>
                    <a:pt x="602989" y="112653"/>
                  </a:lnTo>
                  <a:lnTo>
                    <a:pt x="598969" y="112653"/>
                  </a:lnTo>
                  <a:lnTo>
                    <a:pt x="594950" y="112653"/>
                  </a:lnTo>
                  <a:lnTo>
                    <a:pt x="590930" y="112653"/>
                  </a:lnTo>
                  <a:lnTo>
                    <a:pt x="586910" y="112653"/>
                  </a:lnTo>
                  <a:lnTo>
                    <a:pt x="582890" y="112653"/>
                  </a:lnTo>
                  <a:lnTo>
                    <a:pt x="578870" y="112653"/>
                  </a:lnTo>
                  <a:lnTo>
                    <a:pt x="574850" y="112653"/>
                  </a:lnTo>
                  <a:lnTo>
                    <a:pt x="570830" y="112653"/>
                  </a:lnTo>
                  <a:lnTo>
                    <a:pt x="566810" y="112653"/>
                  </a:lnTo>
                  <a:lnTo>
                    <a:pt x="562790" y="112653"/>
                  </a:lnTo>
                  <a:lnTo>
                    <a:pt x="558770" y="112653"/>
                  </a:lnTo>
                  <a:lnTo>
                    <a:pt x="554750" y="112653"/>
                  </a:lnTo>
                  <a:lnTo>
                    <a:pt x="550730" y="112653"/>
                  </a:lnTo>
                  <a:lnTo>
                    <a:pt x="546710" y="112653"/>
                  </a:lnTo>
                  <a:lnTo>
                    <a:pt x="542690" y="112653"/>
                  </a:lnTo>
                  <a:lnTo>
                    <a:pt x="538670" y="112653"/>
                  </a:lnTo>
                  <a:lnTo>
                    <a:pt x="534651" y="112653"/>
                  </a:lnTo>
                  <a:lnTo>
                    <a:pt x="530631" y="112653"/>
                  </a:lnTo>
                  <a:lnTo>
                    <a:pt x="526611" y="112653"/>
                  </a:lnTo>
                  <a:lnTo>
                    <a:pt x="522591" y="112653"/>
                  </a:lnTo>
                  <a:lnTo>
                    <a:pt x="518571" y="112653"/>
                  </a:lnTo>
                  <a:lnTo>
                    <a:pt x="514551" y="112653"/>
                  </a:lnTo>
                  <a:lnTo>
                    <a:pt x="510531" y="112653"/>
                  </a:lnTo>
                  <a:lnTo>
                    <a:pt x="506511" y="112653"/>
                  </a:lnTo>
                  <a:lnTo>
                    <a:pt x="502491" y="112653"/>
                  </a:lnTo>
                  <a:lnTo>
                    <a:pt x="498471" y="112653"/>
                  </a:lnTo>
                  <a:lnTo>
                    <a:pt x="494451" y="112653"/>
                  </a:lnTo>
                  <a:lnTo>
                    <a:pt x="490431" y="112653"/>
                  </a:lnTo>
                  <a:lnTo>
                    <a:pt x="486411" y="112653"/>
                  </a:lnTo>
                  <a:lnTo>
                    <a:pt x="482391" y="112653"/>
                  </a:lnTo>
                  <a:lnTo>
                    <a:pt x="478371" y="112653"/>
                  </a:lnTo>
                  <a:lnTo>
                    <a:pt x="474352" y="112653"/>
                  </a:lnTo>
                  <a:lnTo>
                    <a:pt x="470332" y="112653"/>
                  </a:lnTo>
                  <a:lnTo>
                    <a:pt x="466312" y="112653"/>
                  </a:lnTo>
                  <a:lnTo>
                    <a:pt x="462292" y="112653"/>
                  </a:lnTo>
                  <a:lnTo>
                    <a:pt x="458272" y="112653"/>
                  </a:lnTo>
                  <a:lnTo>
                    <a:pt x="454252" y="112653"/>
                  </a:lnTo>
                  <a:lnTo>
                    <a:pt x="450232" y="112653"/>
                  </a:lnTo>
                  <a:lnTo>
                    <a:pt x="446212" y="112653"/>
                  </a:lnTo>
                  <a:lnTo>
                    <a:pt x="442192" y="112653"/>
                  </a:lnTo>
                  <a:lnTo>
                    <a:pt x="438172" y="112653"/>
                  </a:lnTo>
                  <a:lnTo>
                    <a:pt x="434152" y="112653"/>
                  </a:lnTo>
                  <a:lnTo>
                    <a:pt x="430132" y="112653"/>
                  </a:lnTo>
                  <a:lnTo>
                    <a:pt x="426112" y="112653"/>
                  </a:lnTo>
                  <a:lnTo>
                    <a:pt x="422092" y="112653"/>
                  </a:lnTo>
                  <a:lnTo>
                    <a:pt x="418073" y="112653"/>
                  </a:lnTo>
                  <a:lnTo>
                    <a:pt x="414053" y="112653"/>
                  </a:lnTo>
                  <a:lnTo>
                    <a:pt x="410033" y="112653"/>
                  </a:lnTo>
                  <a:lnTo>
                    <a:pt x="406013" y="112653"/>
                  </a:lnTo>
                  <a:lnTo>
                    <a:pt x="401993" y="112653"/>
                  </a:lnTo>
                  <a:lnTo>
                    <a:pt x="397973" y="112653"/>
                  </a:lnTo>
                  <a:lnTo>
                    <a:pt x="393953" y="112653"/>
                  </a:lnTo>
                  <a:lnTo>
                    <a:pt x="389933" y="112653"/>
                  </a:lnTo>
                  <a:lnTo>
                    <a:pt x="385913" y="112653"/>
                  </a:lnTo>
                  <a:lnTo>
                    <a:pt x="381893" y="112653"/>
                  </a:lnTo>
                  <a:lnTo>
                    <a:pt x="377873" y="112653"/>
                  </a:lnTo>
                  <a:lnTo>
                    <a:pt x="373853" y="112653"/>
                  </a:lnTo>
                  <a:lnTo>
                    <a:pt x="369833" y="112653"/>
                  </a:lnTo>
                  <a:lnTo>
                    <a:pt x="365813" y="112653"/>
                  </a:lnTo>
                  <a:lnTo>
                    <a:pt x="361793" y="112653"/>
                  </a:lnTo>
                  <a:lnTo>
                    <a:pt x="357774" y="112653"/>
                  </a:lnTo>
                  <a:lnTo>
                    <a:pt x="353754" y="112653"/>
                  </a:lnTo>
                  <a:lnTo>
                    <a:pt x="349734" y="112653"/>
                  </a:lnTo>
                  <a:lnTo>
                    <a:pt x="345714" y="112653"/>
                  </a:lnTo>
                  <a:lnTo>
                    <a:pt x="341694" y="112653"/>
                  </a:lnTo>
                  <a:lnTo>
                    <a:pt x="337674" y="112653"/>
                  </a:lnTo>
                  <a:lnTo>
                    <a:pt x="333654" y="112653"/>
                  </a:lnTo>
                  <a:lnTo>
                    <a:pt x="329634" y="112653"/>
                  </a:lnTo>
                  <a:lnTo>
                    <a:pt x="325614" y="112653"/>
                  </a:lnTo>
                  <a:lnTo>
                    <a:pt x="321594" y="112653"/>
                  </a:lnTo>
                  <a:lnTo>
                    <a:pt x="317574" y="112653"/>
                  </a:lnTo>
                  <a:lnTo>
                    <a:pt x="313554" y="112653"/>
                  </a:lnTo>
                  <a:lnTo>
                    <a:pt x="309534" y="112653"/>
                  </a:lnTo>
                  <a:lnTo>
                    <a:pt x="305514" y="112653"/>
                  </a:lnTo>
                  <a:lnTo>
                    <a:pt x="301494" y="112653"/>
                  </a:lnTo>
                  <a:lnTo>
                    <a:pt x="297475" y="112653"/>
                  </a:lnTo>
                  <a:lnTo>
                    <a:pt x="293455" y="112653"/>
                  </a:lnTo>
                  <a:lnTo>
                    <a:pt x="289435" y="112653"/>
                  </a:lnTo>
                  <a:lnTo>
                    <a:pt x="285415" y="112653"/>
                  </a:lnTo>
                  <a:lnTo>
                    <a:pt x="281395" y="112653"/>
                  </a:lnTo>
                  <a:lnTo>
                    <a:pt x="277375" y="112653"/>
                  </a:lnTo>
                  <a:lnTo>
                    <a:pt x="273355" y="112653"/>
                  </a:lnTo>
                  <a:lnTo>
                    <a:pt x="269335" y="112653"/>
                  </a:lnTo>
                  <a:lnTo>
                    <a:pt x="265315" y="112653"/>
                  </a:lnTo>
                  <a:lnTo>
                    <a:pt x="261295" y="112653"/>
                  </a:lnTo>
                  <a:lnTo>
                    <a:pt x="257275" y="112653"/>
                  </a:lnTo>
                  <a:lnTo>
                    <a:pt x="253255" y="112653"/>
                  </a:lnTo>
                  <a:lnTo>
                    <a:pt x="249235" y="112653"/>
                  </a:lnTo>
                  <a:lnTo>
                    <a:pt x="245215" y="112653"/>
                  </a:lnTo>
                  <a:lnTo>
                    <a:pt x="241195" y="112653"/>
                  </a:lnTo>
                  <a:lnTo>
                    <a:pt x="237176" y="112653"/>
                  </a:lnTo>
                  <a:lnTo>
                    <a:pt x="233156" y="112653"/>
                  </a:lnTo>
                  <a:lnTo>
                    <a:pt x="229136" y="112653"/>
                  </a:lnTo>
                  <a:lnTo>
                    <a:pt x="225116" y="112653"/>
                  </a:lnTo>
                  <a:lnTo>
                    <a:pt x="221096" y="112653"/>
                  </a:lnTo>
                  <a:lnTo>
                    <a:pt x="217076" y="112653"/>
                  </a:lnTo>
                  <a:lnTo>
                    <a:pt x="213056" y="112653"/>
                  </a:lnTo>
                  <a:lnTo>
                    <a:pt x="209036" y="112653"/>
                  </a:lnTo>
                  <a:lnTo>
                    <a:pt x="205016" y="112653"/>
                  </a:lnTo>
                  <a:lnTo>
                    <a:pt x="200996" y="112653"/>
                  </a:lnTo>
                  <a:lnTo>
                    <a:pt x="196976" y="112653"/>
                  </a:lnTo>
                  <a:lnTo>
                    <a:pt x="192956" y="112653"/>
                  </a:lnTo>
                  <a:lnTo>
                    <a:pt x="188936" y="112653"/>
                  </a:lnTo>
                  <a:lnTo>
                    <a:pt x="184916" y="112653"/>
                  </a:lnTo>
                  <a:lnTo>
                    <a:pt x="180896" y="112653"/>
                  </a:lnTo>
                  <a:lnTo>
                    <a:pt x="176877" y="112653"/>
                  </a:lnTo>
                  <a:lnTo>
                    <a:pt x="172857" y="112653"/>
                  </a:lnTo>
                  <a:lnTo>
                    <a:pt x="168837" y="112653"/>
                  </a:lnTo>
                  <a:lnTo>
                    <a:pt x="164817" y="112653"/>
                  </a:lnTo>
                  <a:lnTo>
                    <a:pt x="160797" y="112653"/>
                  </a:lnTo>
                  <a:lnTo>
                    <a:pt x="156777" y="112653"/>
                  </a:lnTo>
                  <a:lnTo>
                    <a:pt x="152757" y="112653"/>
                  </a:lnTo>
                  <a:lnTo>
                    <a:pt x="148737" y="112653"/>
                  </a:lnTo>
                  <a:lnTo>
                    <a:pt x="144717" y="112653"/>
                  </a:lnTo>
                  <a:lnTo>
                    <a:pt x="140697" y="112653"/>
                  </a:lnTo>
                  <a:lnTo>
                    <a:pt x="136677" y="112653"/>
                  </a:lnTo>
                  <a:lnTo>
                    <a:pt x="132657" y="112653"/>
                  </a:lnTo>
                  <a:lnTo>
                    <a:pt x="128637" y="112653"/>
                  </a:lnTo>
                  <a:lnTo>
                    <a:pt x="124617" y="112653"/>
                  </a:lnTo>
                  <a:lnTo>
                    <a:pt x="120597" y="112653"/>
                  </a:lnTo>
                  <a:lnTo>
                    <a:pt x="116578" y="112653"/>
                  </a:lnTo>
                  <a:lnTo>
                    <a:pt x="112558" y="112653"/>
                  </a:lnTo>
                  <a:lnTo>
                    <a:pt x="108538" y="112653"/>
                  </a:lnTo>
                  <a:lnTo>
                    <a:pt x="104518" y="112653"/>
                  </a:lnTo>
                  <a:lnTo>
                    <a:pt x="100498" y="112653"/>
                  </a:lnTo>
                  <a:lnTo>
                    <a:pt x="96478" y="112653"/>
                  </a:lnTo>
                  <a:lnTo>
                    <a:pt x="92458" y="112653"/>
                  </a:lnTo>
                  <a:lnTo>
                    <a:pt x="88438" y="112653"/>
                  </a:lnTo>
                  <a:lnTo>
                    <a:pt x="84418" y="112653"/>
                  </a:lnTo>
                  <a:lnTo>
                    <a:pt x="80398" y="112653"/>
                  </a:lnTo>
                  <a:lnTo>
                    <a:pt x="76378" y="112653"/>
                  </a:lnTo>
                  <a:lnTo>
                    <a:pt x="72358" y="112653"/>
                  </a:lnTo>
                  <a:lnTo>
                    <a:pt x="68338" y="112653"/>
                  </a:lnTo>
                  <a:lnTo>
                    <a:pt x="64318" y="112653"/>
                  </a:lnTo>
                  <a:lnTo>
                    <a:pt x="60298" y="112653"/>
                  </a:lnTo>
                  <a:lnTo>
                    <a:pt x="56279" y="112653"/>
                  </a:lnTo>
                  <a:lnTo>
                    <a:pt x="52259" y="112653"/>
                  </a:lnTo>
                  <a:lnTo>
                    <a:pt x="48239" y="112653"/>
                  </a:lnTo>
                  <a:lnTo>
                    <a:pt x="44219" y="112653"/>
                  </a:lnTo>
                  <a:lnTo>
                    <a:pt x="40199" y="112653"/>
                  </a:lnTo>
                  <a:lnTo>
                    <a:pt x="36179" y="112653"/>
                  </a:lnTo>
                  <a:lnTo>
                    <a:pt x="32159" y="112653"/>
                  </a:lnTo>
                  <a:lnTo>
                    <a:pt x="28139" y="112653"/>
                  </a:lnTo>
                  <a:lnTo>
                    <a:pt x="24119" y="112653"/>
                  </a:lnTo>
                  <a:lnTo>
                    <a:pt x="20099" y="112653"/>
                  </a:lnTo>
                  <a:lnTo>
                    <a:pt x="16079" y="112653"/>
                  </a:lnTo>
                  <a:lnTo>
                    <a:pt x="12059" y="112653"/>
                  </a:lnTo>
                  <a:lnTo>
                    <a:pt x="8039" y="112653"/>
                  </a:lnTo>
                  <a:lnTo>
                    <a:pt x="4019" y="112653"/>
                  </a:lnTo>
                  <a:lnTo>
                    <a:pt x="0" y="112653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6453023" y="2605996"/>
              <a:ext cx="3956028" cy="112653"/>
            </a:xfrm>
            <a:custGeom>
              <a:avLst/>
              <a:pathLst>
                <a:path w="3956028" h="112653">
                  <a:moveTo>
                    <a:pt x="0" y="0"/>
                  </a:moveTo>
                  <a:lnTo>
                    <a:pt x="7912" y="0"/>
                  </a:lnTo>
                  <a:lnTo>
                    <a:pt x="15824" y="0"/>
                  </a:lnTo>
                  <a:lnTo>
                    <a:pt x="23736" y="0"/>
                  </a:lnTo>
                  <a:lnTo>
                    <a:pt x="31648" y="0"/>
                  </a:lnTo>
                  <a:lnTo>
                    <a:pt x="39560" y="0"/>
                  </a:lnTo>
                  <a:lnTo>
                    <a:pt x="47472" y="0"/>
                  </a:lnTo>
                  <a:lnTo>
                    <a:pt x="55384" y="0"/>
                  </a:lnTo>
                  <a:lnTo>
                    <a:pt x="63296" y="0"/>
                  </a:lnTo>
                  <a:lnTo>
                    <a:pt x="71208" y="0"/>
                  </a:lnTo>
                  <a:lnTo>
                    <a:pt x="79120" y="0"/>
                  </a:lnTo>
                  <a:lnTo>
                    <a:pt x="87032" y="0"/>
                  </a:lnTo>
                  <a:lnTo>
                    <a:pt x="94944" y="0"/>
                  </a:lnTo>
                  <a:lnTo>
                    <a:pt x="102856" y="0"/>
                  </a:lnTo>
                  <a:lnTo>
                    <a:pt x="110768" y="0"/>
                  </a:lnTo>
                  <a:lnTo>
                    <a:pt x="118680" y="0"/>
                  </a:lnTo>
                  <a:lnTo>
                    <a:pt x="126592" y="0"/>
                  </a:lnTo>
                  <a:lnTo>
                    <a:pt x="134504" y="0"/>
                  </a:lnTo>
                  <a:lnTo>
                    <a:pt x="142417" y="0"/>
                  </a:lnTo>
                  <a:lnTo>
                    <a:pt x="150329" y="0"/>
                  </a:lnTo>
                  <a:lnTo>
                    <a:pt x="158241" y="0"/>
                  </a:lnTo>
                  <a:lnTo>
                    <a:pt x="166153" y="0"/>
                  </a:lnTo>
                  <a:lnTo>
                    <a:pt x="174065" y="0"/>
                  </a:lnTo>
                  <a:lnTo>
                    <a:pt x="181977" y="0"/>
                  </a:lnTo>
                  <a:lnTo>
                    <a:pt x="189889" y="0"/>
                  </a:lnTo>
                  <a:lnTo>
                    <a:pt x="197801" y="0"/>
                  </a:lnTo>
                  <a:lnTo>
                    <a:pt x="205713" y="0"/>
                  </a:lnTo>
                  <a:lnTo>
                    <a:pt x="213625" y="0"/>
                  </a:lnTo>
                  <a:lnTo>
                    <a:pt x="221537" y="0"/>
                  </a:lnTo>
                  <a:lnTo>
                    <a:pt x="229449" y="0"/>
                  </a:lnTo>
                  <a:lnTo>
                    <a:pt x="237361" y="0"/>
                  </a:lnTo>
                  <a:lnTo>
                    <a:pt x="245273" y="0"/>
                  </a:lnTo>
                  <a:lnTo>
                    <a:pt x="253185" y="0"/>
                  </a:lnTo>
                  <a:lnTo>
                    <a:pt x="261097" y="0"/>
                  </a:lnTo>
                  <a:lnTo>
                    <a:pt x="269009" y="0"/>
                  </a:lnTo>
                  <a:lnTo>
                    <a:pt x="276922" y="0"/>
                  </a:lnTo>
                  <a:lnTo>
                    <a:pt x="284834" y="0"/>
                  </a:lnTo>
                  <a:lnTo>
                    <a:pt x="292746" y="0"/>
                  </a:lnTo>
                  <a:lnTo>
                    <a:pt x="300658" y="0"/>
                  </a:lnTo>
                  <a:lnTo>
                    <a:pt x="308570" y="0"/>
                  </a:lnTo>
                  <a:lnTo>
                    <a:pt x="316482" y="0"/>
                  </a:lnTo>
                  <a:lnTo>
                    <a:pt x="324394" y="0"/>
                  </a:lnTo>
                  <a:lnTo>
                    <a:pt x="332306" y="0"/>
                  </a:lnTo>
                  <a:lnTo>
                    <a:pt x="340218" y="0"/>
                  </a:lnTo>
                  <a:lnTo>
                    <a:pt x="348130" y="0"/>
                  </a:lnTo>
                  <a:lnTo>
                    <a:pt x="356042" y="0"/>
                  </a:lnTo>
                  <a:lnTo>
                    <a:pt x="363954" y="0"/>
                  </a:lnTo>
                  <a:lnTo>
                    <a:pt x="371866" y="0"/>
                  </a:lnTo>
                  <a:lnTo>
                    <a:pt x="379778" y="0"/>
                  </a:lnTo>
                  <a:lnTo>
                    <a:pt x="387690" y="0"/>
                  </a:lnTo>
                  <a:lnTo>
                    <a:pt x="395602" y="0"/>
                  </a:lnTo>
                  <a:lnTo>
                    <a:pt x="403514" y="0"/>
                  </a:lnTo>
                  <a:lnTo>
                    <a:pt x="411426" y="0"/>
                  </a:lnTo>
                  <a:lnTo>
                    <a:pt x="419339" y="0"/>
                  </a:lnTo>
                  <a:lnTo>
                    <a:pt x="427251" y="0"/>
                  </a:lnTo>
                  <a:lnTo>
                    <a:pt x="435163" y="0"/>
                  </a:lnTo>
                  <a:lnTo>
                    <a:pt x="443075" y="0"/>
                  </a:lnTo>
                  <a:lnTo>
                    <a:pt x="450987" y="0"/>
                  </a:lnTo>
                  <a:lnTo>
                    <a:pt x="458899" y="0"/>
                  </a:lnTo>
                  <a:lnTo>
                    <a:pt x="466811" y="0"/>
                  </a:lnTo>
                  <a:lnTo>
                    <a:pt x="474723" y="0"/>
                  </a:lnTo>
                  <a:lnTo>
                    <a:pt x="482635" y="0"/>
                  </a:lnTo>
                  <a:lnTo>
                    <a:pt x="490547" y="0"/>
                  </a:lnTo>
                  <a:lnTo>
                    <a:pt x="498459" y="0"/>
                  </a:lnTo>
                  <a:lnTo>
                    <a:pt x="506371" y="0"/>
                  </a:lnTo>
                  <a:lnTo>
                    <a:pt x="514283" y="0"/>
                  </a:lnTo>
                  <a:lnTo>
                    <a:pt x="522195" y="0"/>
                  </a:lnTo>
                  <a:lnTo>
                    <a:pt x="530107" y="0"/>
                  </a:lnTo>
                  <a:lnTo>
                    <a:pt x="538019" y="0"/>
                  </a:lnTo>
                  <a:lnTo>
                    <a:pt x="545931" y="0"/>
                  </a:lnTo>
                  <a:lnTo>
                    <a:pt x="553844" y="0"/>
                  </a:lnTo>
                  <a:lnTo>
                    <a:pt x="561756" y="0"/>
                  </a:lnTo>
                  <a:lnTo>
                    <a:pt x="569668" y="0"/>
                  </a:lnTo>
                  <a:lnTo>
                    <a:pt x="577580" y="0"/>
                  </a:lnTo>
                  <a:lnTo>
                    <a:pt x="585492" y="0"/>
                  </a:lnTo>
                  <a:lnTo>
                    <a:pt x="593404" y="0"/>
                  </a:lnTo>
                  <a:lnTo>
                    <a:pt x="601316" y="0"/>
                  </a:lnTo>
                  <a:lnTo>
                    <a:pt x="609228" y="0"/>
                  </a:lnTo>
                  <a:lnTo>
                    <a:pt x="617140" y="0"/>
                  </a:lnTo>
                  <a:lnTo>
                    <a:pt x="625052" y="0"/>
                  </a:lnTo>
                  <a:lnTo>
                    <a:pt x="632964" y="0"/>
                  </a:lnTo>
                  <a:lnTo>
                    <a:pt x="640876" y="0"/>
                  </a:lnTo>
                  <a:lnTo>
                    <a:pt x="648788" y="0"/>
                  </a:lnTo>
                  <a:lnTo>
                    <a:pt x="656700" y="0"/>
                  </a:lnTo>
                  <a:lnTo>
                    <a:pt x="664612" y="0"/>
                  </a:lnTo>
                  <a:lnTo>
                    <a:pt x="672524" y="0"/>
                  </a:lnTo>
                  <a:lnTo>
                    <a:pt x="680436" y="0"/>
                  </a:lnTo>
                  <a:lnTo>
                    <a:pt x="688348" y="0"/>
                  </a:lnTo>
                  <a:lnTo>
                    <a:pt x="696261" y="0"/>
                  </a:lnTo>
                  <a:lnTo>
                    <a:pt x="704173" y="0"/>
                  </a:lnTo>
                  <a:lnTo>
                    <a:pt x="712085" y="0"/>
                  </a:lnTo>
                  <a:lnTo>
                    <a:pt x="719997" y="0"/>
                  </a:lnTo>
                  <a:lnTo>
                    <a:pt x="727909" y="0"/>
                  </a:lnTo>
                  <a:lnTo>
                    <a:pt x="735821" y="0"/>
                  </a:lnTo>
                  <a:lnTo>
                    <a:pt x="743733" y="0"/>
                  </a:lnTo>
                  <a:lnTo>
                    <a:pt x="751645" y="0"/>
                  </a:lnTo>
                  <a:lnTo>
                    <a:pt x="759557" y="0"/>
                  </a:lnTo>
                  <a:lnTo>
                    <a:pt x="767469" y="0"/>
                  </a:lnTo>
                  <a:lnTo>
                    <a:pt x="775381" y="0"/>
                  </a:lnTo>
                  <a:lnTo>
                    <a:pt x="783293" y="0"/>
                  </a:lnTo>
                  <a:lnTo>
                    <a:pt x="791205" y="0"/>
                  </a:lnTo>
                  <a:lnTo>
                    <a:pt x="799117" y="0"/>
                  </a:lnTo>
                  <a:lnTo>
                    <a:pt x="807029" y="0"/>
                  </a:lnTo>
                  <a:lnTo>
                    <a:pt x="814941" y="0"/>
                  </a:lnTo>
                  <a:lnTo>
                    <a:pt x="822853" y="0"/>
                  </a:lnTo>
                  <a:lnTo>
                    <a:pt x="830766" y="0"/>
                  </a:lnTo>
                  <a:lnTo>
                    <a:pt x="838678" y="0"/>
                  </a:lnTo>
                  <a:lnTo>
                    <a:pt x="846590" y="0"/>
                  </a:lnTo>
                  <a:lnTo>
                    <a:pt x="854502" y="0"/>
                  </a:lnTo>
                  <a:lnTo>
                    <a:pt x="862414" y="0"/>
                  </a:lnTo>
                  <a:lnTo>
                    <a:pt x="870326" y="0"/>
                  </a:lnTo>
                  <a:lnTo>
                    <a:pt x="878238" y="0"/>
                  </a:lnTo>
                  <a:lnTo>
                    <a:pt x="886150" y="0"/>
                  </a:lnTo>
                  <a:lnTo>
                    <a:pt x="894062" y="0"/>
                  </a:lnTo>
                  <a:lnTo>
                    <a:pt x="901974" y="0"/>
                  </a:lnTo>
                  <a:lnTo>
                    <a:pt x="909886" y="0"/>
                  </a:lnTo>
                  <a:lnTo>
                    <a:pt x="917798" y="0"/>
                  </a:lnTo>
                  <a:lnTo>
                    <a:pt x="925710" y="0"/>
                  </a:lnTo>
                  <a:lnTo>
                    <a:pt x="933622" y="0"/>
                  </a:lnTo>
                  <a:lnTo>
                    <a:pt x="941534" y="0"/>
                  </a:lnTo>
                  <a:lnTo>
                    <a:pt x="949446" y="0"/>
                  </a:lnTo>
                  <a:lnTo>
                    <a:pt x="957358" y="0"/>
                  </a:lnTo>
                  <a:lnTo>
                    <a:pt x="965270" y="0"/>
                  </a:lnTo>
                  <a:lnTo>
                    <a:pt x="973183" y="0"/>
                  </a:lnTo>
                  <a:lnTo>
                    <a:pt x="981095" y="0"/>
                  </a:lnTo>
                  <a:lnTo>
                    <a:pt x="989007" y="0"/>
                  </a:lnTo>
                  <a:lnTo>
                    <a:pt x="996919" y="0"/>
                  </a:lnTo>
                  <a:lnTo>
                    <a:pt x="1004831" y="0"/>
                  </a:lnTo>
                  <a:lnTo>
                    <a:pt x="1012743" y="0"/>
                  </a:lnTo>
                  <a:lnTo>
                    <a:pt x="1020655" y="0"/>
                  </a:lnTo>
                  <a:lnTo>
                    <a:pt x="1028567" y="0"/>
                  </a:lnTo>
                  <a:lnTo>
                    <a:pt x="1036479" y="0"/>
                  </a:lnTo>
                  <a:lnTo>
                    <a:pt x="1044391" y="0"/>
                  </a:lnTo>
                  <a:lnTo>
                    <a:pt x="1052303" y="0"/>
                  </a:lnTo>
                  <a:lnTo>
                    <a:pt x="1060215" y="0"/>
                  </a:lnTo>
                  <a:lnTo>
                    <a:pt x="1068127" y="0"/>
                  </a:lnTo>
                  <a:lnTo>
                    <a:pt x="1076039" y="0"/>
                  </a:lnTo>
                  <a:lnTo>
                    <a:pt x="1083951" y="0"/>
                  </a:lnTo>
                  <a:lnTo>
                    <a:pt x="1091863" y="0"/>
                  </a:lnTo>
                  <a:lnTo>
                    <a:pt x="1099775" y="0"/>
                  </a:lnTo>
                  <a:lnTo>
                    <a:pt x="1107688" y="0"/>
                  </a:lnTo>
                  <a:lnTo>
                    <a:pt x="1115600" y="0"/>
                  </a:lnTo>
                  <a:lnTo>
                    <a:pt x="1123512" y="0"/>
                  </a:lnTo>
                  <a:lnTo>
                    <a:pt x="1131424" y="0"/>
                  </a:lnTo>
                  <a:lnTo>
                    <a:pt x="1139336" y="0"/>
                  </a:lnTo>
                  <a:lnTo>
                    <a:pt x="1147248" y="0"/>
                  </a:lnTo>
                  <a:lnTo>
                    <a:pt x="1155160" y="0"/>
                  </a:lnTo>
                  <a:lnTo>
                    <a:pt x="1163072" y="0"/>
                  </a:lnTo>
                  <a:lnTo>
                    <a:pt x="1170984" y="0"/>
                  </a:lnTo>
                  <a:lnTo>
                    <a:pt x="1178896" y="0"/>
                  </a:lnTo>
                  <a:lnTo>
                    <a:pt x="1186808" y="0"/>
                  </a:lnTo>
                  <a:lnTo>
                    <a:pt x="1194720" y="0"/>
                  </a:lnTo>
                  <a:lnTo>
                    <a:pt x="1202632" y="0"/>
                  </a:lnTo>
                  <a:lnTo>
                    <a:pt x="1210544" y="0"/>
                  </a:lnTo>
                  <a:lnTo>
                    <a:pt x="1218456" y="0"/>
                  </a:lnTo>
                  <a:lnTo>
                    <a:pt x="1226368" y="0"/>
                  </a:lnTo>
                  <a:lnTo>
                    <a:pt x="1234280" y="0"/>
                  </a:lnTo>
                  <a:lnTo>
                    <a:pt x="1242192" y="0"/>
                  </a:lnTo>
                  <a:lnTo>
                    <a:pt x="1250105" y="0"/>
                  </a:lnTo>
                  <a:lnTo>
                    <a:pt x="1258017" y="0"/>
                  </a:lnTo>
                  <a:lnTo>
                    <a:pt x="1265929" y="0"/>
                  </a:lnTo>
                  <a:lnTo>
                    <a:pt x="1273841" y="0"/>
                  </a:lnTo>
                  <a:lnTo>
                    <a:pt x="1281753" y="0"/>
                  </a:lnTo>
                  <a:lnTo>
                    <a:pt x="1289665" y="0"/>
                  </a:lnTo>
                  <a:lnTo>
                    <a:pt x="1297577" y="0"/>
                  </a:lnTo>
                  <a:lnTo>
                    <a:pt x="1305489" y="0"/>
                  </a:lnTo>
                  <a:lnTo>
                    <a:pt x="1313401" y="0"/>
                  </a:lnTo>
                  <a:lnTo>
                    <a:pt x="1321313" y="0"/>
                  </a:lnTo>
                  <a:lnTo>
                    <a:pt x="1329225" y="0"/>
                  </a:lnTo>
                  <a:lnTo>
                    <a:pt x="1337137" y="0"/>
                  </a:lnTo>
                  <a:lnTo>
                    <a:pt x="1345049" y="0"/>
                  </a:lnTo>
                  <a:lnTo>
                    <a:pt x="1352961" y="0"/>
                  </a:lnTo>
                  <a:lnTo>
                    <a:pt x="1360873" y="0"/>
                  </a:lnTo>
                  <a:lnTo>
                    <a:pt x="1368785" y="0"/>
                  </a:lnTo>
                  <a:lnTo>
                    <a:pt x="1376697" y="0"/>
                  </a:lnTo>
                  <a:lnTo>
                    <a:pt x="1384610" y="0"/>
                  </a:lnTo>
                  <a:lnTo>
                    <a:pt x="1392522" y="0"/>
                  </a:lnTo>
                  <a:lnTo>
                    <a:pt x="1400434" y="0"/>
                  </a:lnTo>
                  <a:lnTo>
                    <a:pt x="1408346" y="0"/>
                  </a:lnTo>
                  <a:lnTo>
                    <a:pt x="1416258" y="0"/>
                  </a:lnTo>
                  <a:lnTo>
                    <a:pt x="1424170" y="0"/>
                  </a:lnTo>
                  <a:lnTo>
                    <a:pt x="1432082" y="0"/>
                  </a:lnTo>
                  <a:lnTo>
                    <a:pt x="1439994" y="0"/>
                  </a:lnTo>
                  <a:lnTo>
                    <a:pt x="1447906" y="0"/>
                  </a:lnTo>
                  <a:lnTo>
                    <a:pt x="1455818" y="0"/>
                  </a:lnTo>
                  <a:lnTo>
                    <a:pt x="1463730" y="0"/>
                  </a:lnTo>
                  <a:lnTo>
                    <a:pt x="1471642" y="0"/>
                  </a:lnTo>
                  <a:lnTo>
                    <a:pt x="1479554" y="0"/>
                  </a:lnTo>
                  <a:lnTo>
                    <a:pt x="1487466" y="0"/>
                  </a:lnTo>
                  <a:lnTo>
                    <a:pt x="1495378" y="0"/>
                  </a:lnTo>
                  <a:lnTo>
                    <a:pt x="1503290" y="0"/>
                  </a:lnTo>
                  <a:lnTo>
                    <a:pt x="1511202" y="0"/>
                  </a:lnTo>
                  <a:lnTo>
                    <a:pt x="1519115" y="0"/>
                  </a:lnTo>
                  <a:lnTo>
                    <a:pt x="1527027" y="0"/>
                  </a:lnTo>
                  <a:lnTo>
                    <a:pt x="1534939" y="0"/>
                  </a:lnTo>
                  <a:lnTo>
                    <a:pt x="1542851" y="0"/>
                  </a:lnTo>
                  <a:lnTo>
                    <a:pt x="1550763" y="0"/>
                  </a:lnTo>
                  <a:lnTo>
                    <a:pt x="1558675" y="0"/>
                  </a:lnTo>
                  <a:lnTo>
                    <a:pt x="1566587" y="0"/>
                  </a:lnTo>
                  <a:lnTo>
                    <a:pt x="1574499" y="0"/>
                  </a:lnTo>
                  <a:lnTo>
                    <a:pt x="1582411" y="0"/>
                  </a:lnTo>
                  <a:lnTo>
                    <a:pt x="1590323" y="0"/>
                  </a:lnTo>
                  <a:lnTo>
                    <a:pt x="1598235" y="0"/>
                  </a:lnTo>
                  <a:lnTo>
                    <a:pt x="1606147" y="0"/>
                  </a:lnTo>
                  <a:lnTo>
                    <a:pt x="1614059" y="0"/>
                  </a:lnTo>
                  <a:lnTo>
                    <a:pt x="1621971" y="0"/>
                  </a:lnTo>
                  <a:lnTo>
                    <a:pt x="1629883" y="0"/>
                  </a:lnTo>
                  <a:lnTo>
                    <a:pt x="1637795" y="0"/>
                  </a:lnTo>
                  <a:lnTo>
                    <a:pt x="1645707" y="0"/>
                  </a:lnTo>
                  <a:lnTo>
                    <a:pt x="1653619" y="0"/>
                  </a:lnTo>
                  <a:lnTo>
                    <a:pt x="1661532" y="0"/>
                  </a:lnTo>
                  <a:lnTo>
                    <a:pt x="1669444" y="0"/>
                  </a:lnTo>
                  <a:lnTo>
                    <a:pt x="1677356" y="0"/>
                  </a:lnTo>
                  <a:lnTo>
                    <a:pt x="1685268" y="0"/>
                  </a:lnTo>
                  <a:lnTo>
                    <a:pt x="1693180" y="0"/>
                  </a:lnTo>
                  <a:lnTo>
                    <a:pt x="1701092" y="0"/>
                  </a:lnTo>
                  <a:lnTo>
                    <a:pt x="1709004" y="0"/>
                  </a:lnTo>
                  <a:lnTo>
                    <a:pt x="1716916" y="0"/>
                  </a:lnTo>
                  <a:lnTo>
                    <a:pt x="1724828" y="0"/>
                  </a:lnTo>
                  <a:lnTo>
                    <a:pt x="1732740" y="0"/>
                  </a:lnTo>
                  <a:lnTo>
                    <a:pt x="1740652" y="0"/>
                  </a:lnTo>
                  <a:lnTo>
                    <a:pt x="1748564" y="0"/>
                  </a:lnTo>
                  <a:lnTo>
                    <a:pt x="1756476" y="0"/>
                  </a:lnTo>
                  <a:lnTo>
                    <a:pt x="1764388" y="0"/>
                  </a:lnTo>
                  <a:lnTo>
                    <a:pt x="1772300" y="0"/>
                  </a:lnTo>
                  <a:lnTo>
                    <a:pt x="1780212" y="0"/>
                  </a:lnTo>
                  <a:lnTo>
                    <a:pt x="1788124" y="0"/>
                  </a:lnTo>
                  <a:lnTo>
                    <a:pt x="1796037" y="0"/>
                  </a:lnTo>
                  <a:lnTo>
                    <a:pt x="1803949" y="0"/>
                  </a:lnTo>
                  <a:lnTo>
                    <a:pt x="1811861" y="0"/>
                  </a:lnTo>
                  <a:lnTo>
                    <a:pt x="1819773" y="0"/>
                  </a:lnTo>
                  <a:lnTo>
                    <a:pt x="1827685" y="0"/>
                  </a:lnTo>
                  <a:lnTo>
                    <a:pt x="1835597" y="0"/>
                  </a:lnTo>
                  <a:lnTo>
                    <a:pt x="1843509" y="0"/>
                  </a:lnTo>
                  <a:lnTo>
                    <a:pt x="1851421" y="0"/>
                  </a:lnTo>
                  <a:lnTo>
                    <a:pt x="1859333" y="0"/>
                  </a:lnTo>
                  <a:lnTo>
                    <a:pt x="1867245" y="0"/>
                  </a:lnTo>
                  <a:lnTo>
                    <a:pt x="1875157" y="0"/>
                  </a:lnTo>
                  <a:lnTo>
                    <a:pt x="1883069" y="0"/>
                  </a:lnTo>
                  <a:lnTo>
                    <a:pt x="1890981" y="0"/>
                  </a:lnTo>
                  <a:lnTo>
                    <a:pt x="1898893" y="0"/>
                  </a:lnTo>
                  <a:lnTo>
                    <a:pt x="1906805" y="0"/>
                  </a:lnTo>
                  <a:lnTo>
                    <a:pt x="1914717" y="0"/>
                  </a:lnTo>
                  <a:lnTo>
                    <a:pt x="1922629" y="0"/>
                  </a:lnTo>
                  <a:lnTo>
                    <a:pt x="1930541" y="0"/>
                  </a:lnTo>
                  <a:lnTo>
                    <a:pt x="1938454" y="0"/>
                  </a:lnTo>
                  <a:lnTo>
                    <a:pt x="1946366" y="0"/>
                  </a:lnTo>
                  <a:lnTo>
                    <a:pt x="1954278" y="0"/>
                  </a:lnTo>
                  <a:lnTo>
                    <a:pt x="1962190" y="0"/>
                  </a:lnTo>
                  <a:lnTo>
                    <a:pt x="1970102" y="0"/>
                  </a:lnTo>
                  <a:lnTo>
                    <a:pt x="1978014" y="0"/>
                  </a:lnTo>
                  <a:lnTo>
                    <a:pt x="1985926" y="0"/>
                  </a:lnTo>
                  <a:lnTo>
                    <a:pt x="1993838" y="0"/>
                  </a:lnTo>
                  <a:lnTo>
                    <a:pt x="2001750" y="0"/>
                  </a:lnTo>
                  <a:lnTo>
                    <a:pt x="2009662" y="0"/>
                  </a:lnTo>
                  <a:lnTo>
                    <a:pt x="2017574" y="0"/>
                  </a:lnTo>
                  <a:lnTo>
                    <a:pt x="2025486" y="0"/>
                  </a:lnTo>
                  <a:lnTo>
                    <a:pt x="2033398" y="0"/>
                  </a:lnTo>
                  <a:lnTo>
                    <a:pt x="2041310" y="0"/>
                  </a:lnTo>
                  <a:lnTo>
                    <a:pt x="2049222" y="0"/>
                  </a:lnTo>
                  <a:lnTo>
                    <a:pt x="2057134" y="0"/>
                  </a:lnTo>
                  <a:lnTo>
                    <a:pt x="2065046" y="0"/>
                  </a:lnTo>
                  <a:lnTo>
                    <a:pt x="2072959" y="0"/>
                  </a:lnTo>
                  <a:lnTo>
                    <a:pt x="2080871" y="0"/>
                  </a:lnTo>
                  <a:lnTo>
                    <a:pt x="2088783" y="0"/>
                  </a:lnTo>
                  <a:lnTo>
                    <a:pt x="2096695" y="0"/>
                  </a:lnTo>
                  <a:lnTo>
                    <a:pt x="2104607" y="0"/>
                  </a:lnTo>
                  <a:lnTo>
                    <a:pt x="2112519" y="0"/>
                  </a:lnTo>
                  <a:lnTo>
                    <a:pt x="2120431" y="0"/>
                  </a:lnTo>
                  <a:lnTo>
                    <a:pt x="2128343" y="0"/>
                  </a:lnTo>
                  <a:lnTo>
                    <a:pt x="2136255" y="0"/>
                  </a:lnTo>
                  <a:lnTo>
                    <a:pt x="2144167" y="0"/>
                  </a:lnTo>
                  <a:lnTo>
                    <a:pt x="2152079" y="0"/>
                  </a:lnTo>
                  <a:lnTo>
                    <a:pt x="2159991" y="0"/>
                  </a:lnTo>
                  <a:lnTo>
                    <a:pt x="2167903" y="0"/>
                  </a:lnTo>
                  <a:lnTo>
                    <a:pt x="2175815" y="0"/>
                  </a:lnTo>
                  <a:lnTo>
                    <a:pt x="2183727" y="0"/>
                  </a:lnTo>
                  <a:lnTo>
                    <a:pt x="2191639" y="0"/>
                  </a:lnTo>
                  <a:lnTo>
                    <a:pt x="2199551" y="0"/>
                  </a:lnTo>
                  <a:lnTo>
                    <a:pt x="2207463" y="0"/>
                  </a:lnTo>
                  <a:lnTo>
                    <a:pt x="2215376" y="0"/>
                  </a:lnTo>
                  <a:lnTo>
                    <a:pt x="2223288" y="0"/>
                  </a:lnTo>
                  <a:lnTo>
                    <a:pt x="2231200" y="0"/>
                  </a:lnTo>
                  <a:lnTo>
                    <a:pt x="2239112" y="0"/>
                  </a:lnTo>
                  <a:lnTo>
                    <a:pt x="2247024" y="0"/>
                  </a:lnTo>
                  <a:lnTo>
                    <a:pt x="2254936" y="0"/>
                  </a:lnTo>
                  <a:lnTo>
                    <a:pt x="2262848" y="0"/>
                  </a:lnTo>
                  <a:lnTo>
                    <a:pt x="2270760" y="0"/>
                  </a:lnTo>
                  <a:lnTo>
                    <a:pt x="2278672" y="0"/>
                  </a:lnTo>
                  <a:lnTo>
                    <a:pt x="2286584" y="0"/>
                  </a:lnTo>
                  <a:lnTo>
                    <a:pt x="2294496" y="0"/>
                  </a:lnTo>
                  <a:lnTo>
                    <a:pt x="2302408" y="0"/>
                  </a:lnTo>
                  <a:lnTo>
                    <a:pt x="2310320" y="0"/>
                  </a:lnTo>
                  <a:lnTo>
                    <a:pt x="2318232" y="0"/>
                  </a:lnTo>
                  <a:lnTo>
                    <a:pt x="2326144" y="0"/>
                  </a:lnTo>
                  <a:lnTo>
                    <a:pt x="2334056" y="0"/>
                  </a:lnTo>
                  <a:lnTo>
                    <a:pt x="2341968" y="0"/>
                  </a:lnTo>
                  <a:lnTo>
                    <a:pt x="2349881" y="0"/>
                  </a:lnTo>
                  <a:lnTo>
                    <a:pt x="2357793" y="0"/>
                  </a:lnTo>
                  <a:lnTo>
                    <a:pt x="2365705" y="0"/>
                  </a:lnTo>
                  <a:lnTo>
                    <a:pt x="2373617" y="0"/>
                  </a:lnTo>
                  <a:lnTo>
                    <a:pt x="2381529" y="0"/>
                  </a:lnTo>
                  <a:lnTo>
                    <a:pt x="2389441" y="0"/>
                  </a:lnTo>
                  <a:lnTo>
                    <a:pt x="2397353" y="0"/>
                  </a:lnTo>
                  <a:lnTo>
                    <a:pt x="2405265" y="0"/>
                  </a:lnTo>
                  <a:lnTo>
                    <a:pt x="2413177" y="0"/>
                  </a:lnTo>
                  <a:lnTo>
                    <a:pt x="2421089" y="0"/>
                  </a:lnTo>
                  <a:lnTo>
                    <a:pt x="2429001" y="0"/>
                  </a:lnTo>
                  <a:lnTo>
                    <a:pt x="2436913" y="0"/>
                  </a:lnTo>
                  <a:lnTo>
                    <a:pt x="2444825" y="0"/>
                  </a:lnTo>
                  <a:lnTo>
                    <a:pt x="2452737" y="0"/>
                  </a:lnTo>
                  <a:lnTo>
                    <a:pt x="2460649" y="0"/>
                  </a:lnTo>
                  <a:lnTo>
                    <a:pt x="2468561" y="0"/>
                  </a:lnTo>
                  <a:lnTo>
                    <a:pt x="2476473" y="0"/>
                  </a:lnTo>
                  <a:lnTo>
                    <a:pt x="2484385" y="0"/>
                  </a:lnTo>
                  <a:lnTo>
                    <a:pt x="2492298" y="0"/>
                  </a:lnTo>
                  <a:lnTo>
                    <a:pt x="2500210" y="0"/>
                  </a:lnTo>
                  <a:lnTo>
                    <a:pt x="2508122" y="0"/>
                  </a:lnTo>
                  <a:lnTo>
                    <a:pt x="2516034" y="0"/>
                  </a:lnTo>
                  <a:lnTo>
                    <a:pt x="2523946" y="0"/>
                  </a:lnTo>
                  <a:lnTo>
                    <a:pt x="2531858" y="0"/>
                  </a:lnTo>
                  <a:lnTo>
                    <a:pt x="2539770" y="0"/>
                  </a:lnTo>
                  <a:lnTo>
                    <a:pt x="2547682" y="0"/>
                  </a:lnTo>
                  <a:lnTo>
                    <a:pt x="2555594" y="0"/>
                  </a:lnTo>
                  <a:lnTo>
                    <a:pt x="2563506" y="0"/>
                  </a:lnTo>
                  <a:lnTo>
                    <a:pt x="2571418" y="0"/>
                  </a:lnTo>
                  <a:lnTo>
                    <a:pt x="2579330" y="0"/>
                  </a:lnTo>
                  <a:lnTo>
                    <a:pt x="2587242" y="0"/>
                  </a:lnTo>
                  <a:lnTo>
                    <a:pt x="2595154" y="0"/>
                  </a:lnTo>
                  <a:lnTo>
                    <a:pt x="2603066" y="0"/>
                  </a:lnTo>
                  <a:lnTo>
                    <a:pt x="2610978" y="0"/>
                  </a:lnTo>
                  <a:lnTo>
                    <a:pt x="2618890" y="0"/>
                  </a:lnTo>
                  <a:lnTo>
                    <a:pt x="2626803" y="0"/>
                  </a:lnTo>
                  <a:lnTo>
                    <a:pt x="2634715" y="0"/>
                  </a:lnTo>
                  <a:lnTo>
                    <a:pt x="2642627" y="0"/>
                  </a:lnTo>
                  <a:lnTo>
                    <a:pt x="2650539" y="0"/>
                  </a:lnTo>
                  <a:lnTo>
                    <a:pt x="2658451" y="0"/>
                  </a:lnTo>
                  <a:lnTo>
                    <a:pt x="2666363" y="0"/>
                  </a:lnTo>
                  <a:lnTo>
                    <a:pt x="2674275" y="0"/>
                  </a:lnTo>
                  <a:lnTo>
                    <a:pt x="2682187" y="0"/>
                  </a:lnTo>
                  <a:lnTo>
                    <a:pt x="2690099" y="0"/>
                  </a:lnTo>
                  <a:lnTo>
                    <a:pt x="2698011" y="0"/>
                  </a:lnTo>
                  <a:lnTo>
                    <a:pt x="2705923" y="0"/>
                  </a:lnTo>
                  <a:lnTo>
                    <a:pt x="2713835" y="0"/>
                  </a:lnTo>
                  <a:lnTo>
                    <a:pt x="2721747" y="0"/>
                  </a:lnTo>
                  <a:lnTo>
                    <a:pt x="2729659" y="0"/>
                  </a:lnTo>
                  <a:lnTo>
                    <a:pt x="2737571" y="0"/>
                  </a:lnTo>
                  <a:lnTo>
                    <a:pt x="2745483" y="0"/>
                  </a:lnTo>
                  <a:lnTo>
                    <a:pt x="2753395" y="0"/>
                  </a:lnTo>
                  <a:lnTo>
                    <a:pt x="2761308" y="0"/>
                  </a:lnTo>
                  <a:lnTo>
                    <a:pt x="2769220" y="0"/>
                  </a:lnTo>
                  <a:lnTo>
                    <a:pt x="2777132" y="0"/>
                  </a:lnTo>
                  <a:lnTo>
                    <a:pt x="2785044" y="0"/>
                  </a:lnTo>
                  <a:lnTo>
                    <a:pt x="2792956" y="0"/>
                  </a:lnTo>
                  <a:lnTo>
                    <a:pt x="2800868" y="0"/>
                  </a:lnTo>
                  <a:lnTo>
                    <a:pt x="2808780" y="0"/>
                  </a:lnTo>
                  <a:lnTo>
                    <a:pt x="2816692" y="0"/>
                  </a:lnTo>
                  <a:lnTo>
                    <a:pt x="2824604" y="0"/>
                  </a:lnTo>
                  <a:lnTo>
                    <a:pt x="2832516" y="0"/>
                  </a:lnTo>
                  <a:lnTo>
                    <a:pt x="2840428" y="0"/>
                  </a:lnTo>
                  <a:lnTo>
                    <a:pt x="2848340" y="0"/>
                  </a:lnTo>
                  <a:lnTo>
                    <a:pt x="2856252" y="0"/>
                  </a:lnTo>
                  <a:lnTo>
                    <a:pt x="2864164" y="0"/>
                  </a:lnTo>
                  <a:lnTo>
                    <a:pt x="2872076" y="0"/>
                  </a:lnTo>
                  <a:lnTo>
                    <a:pt x="2879988" y="0"/>
                  </a:lnTo>
                  <a:lnTo>
                    <a:pt x="2887900" y="0"/>
                  </a:lnTo>
                  <a:lnTo>
                    <a:pt x="2895812" y="0"/>
                  </a:lnTo>
                  <a:lnTo>
                    <a:pt x="2903725" y="0"/>
                  </a:lnTo>
                  <a:lnTo>
                    <a:pt x="2911637" y="0"/>
                  </a:lnTo>
                  <a:lnTo>
                    <a:pt x="2919549" y="0"/>
                  </a:lnTo>
                  <a:lnTo>
                    <a:pt x="2927461" y="0"/>
                  </a:lnTo>
                  <a:lnTo>
                    <a:pt x="2935373" y="0"/>
                  </a:lnTo>
                  <a:lnTo>
                    <a:pt x="2943285" y="0"/>
                  </a:lnTo>
                  <a:lnTo>
                    <a:pt x="2951197" y="0"/>
                  </a:lnTo>
                  <a:lnTo>
                    <a:pt x="2959109" y="0"/>
                  </a:lnTo>
                  <a:lnTo>
                    <a:pt x="2967021" y="0"/>
                  </a:lnTo>
                  <a:lnTo>
                    <a:pt x="2974933" y="0"/>
                  </a:lnTo>
                  <a:lnTo>
                    <a:pt x="2982845" y="0"/>
                  </a:lnTo>
                  <a:lnTo>
                    <a:pt x="2990757" y="0"/>
                  </a:lnTo>
                  <a:lnTo>
                    <a:pt x="2998669" y="0"/>
                  </a:lnTo>
                  <a:lnTo>
                    <a:pt x="3006581" y="0"/>
                  </a:lnTo>
                  <a:lnTo>
                    <a:pt x="3014493" y="0"/>
                  </a:lnTo>
                  <a:lnTo>
                    <a:pt x="3022405" y="0"/>
                  </a:lnTo>
                  <a:lnTo>
                    <a:pt x="3030317" y="0"/>
                  </a:lnTo>
                  <a:lnTo>
                    <a:pt x="3038230" y="0"/>
                  </a:lnTo>
                  <a:lnTo>
                    <a:pt x="3046142" y="0"/>
                  </a:lnTo>
                  <a:lnTo>
                    <a:pt x="3054054" y="0"/>
                  </a:lnTo>
                  <a:lnTo>
                    <a:pt x="3061966" y="0"/>
                  </a:lnTo>
                  <a:lnTo>
                    <a:pt x="3069878" y="0"/>
                  </a:lnTo>
                  <a:lnTo>
                    <a:pt x="3077790" y="0"/>
                  </a:lnTo>
                  <a:lnTo>
                    <a:pt x="3085702" y="0"/>
                  </a:lnTo>
                  <a:lnTo>
                    <a:pt x="3093614" y="0"/>
                  </a:lnTo>
                  <a:lnTo>
                    <a:pt x="3101526" y="0"/>
                  </a:lnTo>
                  <a:lnTo>
                    <a:pt x="3109438" y="0"/>
                  </a:lnTo>
                  <a:lnTo>
                    <a:pt x="3117350" y="0"/>
                  </a:lnTo>
                  <a:lnTo>
                    <a:pt x="3125262" y="0"/>
                  </a:lnTo>
                  <a:lnTo>
                    <a:pt x="3133174" y="0"/>
                  </a:lnTo>
                  <a:lnTo>
                    <a:pt x="3141086" y="0"/>
                  </a:lnTo>
                  <a:lnTo>
                    <a:pt x="3148998" y="0"/>
                  </a:lnTo>
                  <a:lnTo>
                    <a:pt x="3156910" y="0"/>
                  </a:lnTo>
                  <a:lnTo>
                    <a:pt x="3164822" y="0"/>
                  </a:lnTo>
                  <a:lnTo>
                    <a:pt x="3172734" y="0"/>
                  </a:lnTo>
                  <a:lnTo>
                    <a:pt x="3180647" y="0"/>
                  </a:lnTo>
                  <a:lnTo>
                    <a:pt x="3188559" y="0"/>
                  </a:lnTo>
                  <a:lnTo>
                    <a:pt x="3196471" y="0"/>
                  </a:lnTo>
                  <a:lnTo>
                    <a:pt x="3204383" y="0"/>
                  </a:lnTo>
                  <a:lnTo>
                    <a:pt x="3212295" y="0"/>
                  </a:lnTo>
                  <a:lnTo>
                    <a:pt x="3220207" y="0"/>
                  </a:lnTo>
                  <a:lnTo>
                    <a:pt x="3228119" y="0"/>
                  </a:lnTo>
                  <a:lnTo>
                    <a:pt x="3236031" y="0"/>
                  </a:lnTo>
                  <a:lnTo>
                    <a:pt x="3243943" y="0"/>
                  </a:lnTo>
                  <a:lnTo>
                    <a:pt x="3251855" y="0"/>
                  </a:lnTo>
                  <a:lnTo>
                    <a:pt x="3259767" y="0"/>
                  </a:lnTo>
                  <a:lnTo>
                    <a:pt x="3267679" y="0"/>
                  </a:lnTo>
                  <a:lnTo>
                    <a:pt x="3275591" y="0"/>
                  </a:lnTo>
                  <a:lnTo>
                    <a:pt x="3283503" y="0"/>
                  </a:lnTo>
                  <a:lnTo>
                    <a:pt x="3291415" y="0"/>
                  </a:lnTo>
                  <a:lnTo>
                    <a:pt x="3299327" y="0"/>
                  </a:lnTo>
                  <a:lnTo>
                    <a:pt x="3307239" y="0"/>
                  </a:lnTo>
                  <a:lnTo>
                    <a:pt x="3315152" y="0"/>
                  </a:lnTo>
                  <a:lnTo>
                    <a:pt x="3323064" y="0"/>
                  </a:lnTo>
                  <a:lnTo>
                    <a:pt x="3330976" y="0"/>
                  </a:lnTo>
                  <a:lnTo>
                    <a:pt x="3338888" y="0"/>
                  </a:lnTo>
                  <a:lnTo>
                    <a:pt x="3346800" y="0"/>
                  </a:lnTo>
                  <a:lnTo>
                    <a:pt x="3354712" y="0"/>
                  </a:lnTo>
                  <a:lnTo>
                    <a:pt x="3362624" y="0"/>
                  </a:lnTo>
                  <a:lnTo>
                    <a:pt x="3370536" y="0"/>
                  </a:lnTo>
                  <a:lnTo>
                    <a:pt x="3378448" y="0"/>
                  </a:lnTo>
                  <a:lnTo>
                    <a:pt x="3386360" y="0"/>
                  </a:lnTo>
                  <a:lnTo>
                    <a:pt x="3394272" y="0"/>
                  </a:lnTo>
                  <a:lnTo>
                    <a:pt x="3402184" y="0"/>
                  </a:lnTo>
                  <a:lnTo>
                    <a:pt x="3410096" y="0"/>
                  </a:lnTo>
                  <a:lnTo>
                    <a:pt x="3418008" y="0"/>
                  </a:lnTo>
                  <a:lnTo>
                    <a:pt x="3425920" y="0"/>
                  </a:lnTo>
                  <a:lnTo>
                    <a:pt x="3433832" y="0"/>
                  </a:lnTo>
                  <a:lnTo>
                    <a:pt x="3441744" y="0"/>
                  </a:lnTo>
                  <a:lnTo>
                    <a:pt x="3449656" y="0"/>
                  </a:lnTo>
                  <a:lnTo>
                    <a:pt x="3457569" y="0"/>
                  </a:lnTo>
                  <a:lnTo>
                    <a:pt x="3465481" y="0"/>
                  </a:lnTo>
                  <a:lnTo>
                    <a:pt x="3473393" y="0"/>
                  </a:lnTo>
                  <a:lnTo>
                    <a:pt x="3481305" y="0"/>
                  </a:lnTo>
                  <a:lnTo>
                    <a:pt x="3489217" y="0"/>
                  </a:lnTo>
                  <a:lnTo>
                    <a:pt x="3497129" y="0"/>
                  </a:lnTo>
                  <a:lnTo>
                    <a:pt x="3505041" y="0"/>
                  </a:lnTo>
                  <a:lnTo>
                    <a:pt x="3512953" y="0"/>
                  </a:lnTo>
                  <a:lnTo>
                    <a:pt x="3520865" y="0"/>
                  </a:lnTo>
                  <a:lnTo>
                    <a:pt x="3528777" y="0"/>
                  </a:lnTo>
                  <a:lnTo>
                    <a:pt x="3536689" y="0"/>
                  </a:lnTo>
                  <a:lnTo>
                    <a:pt x="3544601" y="0"/>
                  </a:lnTo>
                  <a:lnTo>
                    <a:pt x="3552513" y="0"/>
                  </a:lnTo>
                  <a:lnTo>
                    <a:pt x="3560425" y="0"/>
                  </a:lnTo>
                  <a:lnTo>
                    <a:pt x="3568337" y="0"/>
                  </a:lnTo>
                  <a:lnTo>
                    <a:pt x="3576249" y="0"/>
                  </a:lnTo>
                  <a:lnTo>
                    <a:pt x="3584161" y="0"/>
                  </a:lnTo>
                  <a:lnTo>
                    <a:pt x="3592074" y="0"/>
                  </a:lnTo>
                  <a:lnTo>
                    <a:pt x="3599986" y="0"/>
                  </a:lnTo>
                  <a:lnTo>
                    <a:pt x="3607898" y="0"/>
                  </a:lnTo>
                  <a:lnTo>
                    <a:pt x="3615810" y="0"/>
                  </a:lnTo>
                  <a:lnTo>
                    <a:pt x="3623722" y="0"/>
                  </a:lnTo>
                  <a:lnTo>
                    <a:pt x="3631634" y="0"/>
                  </a:lnTo>
                  <a:lnTo>
                    <a:pt x="3639546" y="0"/>
                  </a:lnTo>
                  <a:lnTo>
                    <a:pt x="3647458" y="0"/>
                  </a:lnTo>
                  <a:lnTo>
                    <a:pt x="3655370" y="0"/>
                  </a:lnTo>
                  <a:lnTo>
                    <a:pt x="3663282" y="0"/>
                  </a:lnTo>
                  <a:lnTo>
                    <a:pt x="3671194" y="0"/>
                  </a:lnTo>
                  <a:lnTo>
                    <a:pt x="3679106" y="0"/>
                  </a:lnTo>
                  <a:lnTo>
                    <a:pt x="3687018" y="0"/>
                  </a:lnTo>
                  <a:lnTo>
                    <a:pt x="3694930" y="0"/>
                  </a:lnTo>
                  <a:lnTo>
                    <a:pt x="3702842" y="0"/>
                  </a:lnTo>
                  <a:lnTo>
                    <a:pt x="3710754" y="0"/>
                  </a:lnTo>
                  <a:lnTo>
                    <a:pt x="3718666" y="0"/>
                  </a:lnTo>
                  <a:lnTo>
                    <a:pt x="3726578" y="0"/>
                  </a:lnTo>
                  <a:lnTo>
                    <a:pt x="3734491" y="0"/>
                  </a:lnTo>
                  <a:lnTo>
                    <a:pt x="3742403" y="0"/>
                  </a:lnTo>
                  <a:lnTo>
                    <a:pt x="3750315" y="0"/>
                  </a:lnTo>
                  <a:lnTo>
                    <a:pt x="3758227" y="0"/>
                  </a:lnTo>
                  <a:lnTo>
                    <a:pt x="3766139" y="0"/>
                  </a:lnTo>
                  <a:lnTo>
                    <a:pt x="3774051" y="0"/>
                  </a:lnTo>
                  <a:lnTo>
                    <a:pt x="3781963" y="0"/>
                  </a:lnTo>
                  <a:lnTo>
                    <a:pt x="3789875" y="0"/>
                  </a:lnTo>
                  <a:lnTo>
                    <a:pt x="3797787" y="0"/>
                  </a:lnTo>
                  <a:lnTo>
                    <a:pt x="3805699" y="0"/>
                  </a:lnTo>
                  <a:lnTo>
                    <a:pt x="3813611" y="0"/>
                  </a:lnTo>
                  <a:lnTo>
                    <a:pt x="3821523" y="0"/>
                  </a:lnTo>
                  <a:lnTo>
                    <a:pt x="3829435" y="0"/>
                  </a:lnTo>
                  <a:lnTo>
                    <a:pt x="3837347" y="0"/>
                  </a:lnTo>
                  <a:lnTo>
                    <a:pt x="3845259" y="0"/>
                  </a:lnTo>
                  <a:lnTo>
                    <a:pt x="3853171" y="0"/>
                  </a:lnTo>
                  <a:lnTo>
                    <a:pt x="3861083" y="0"/>
                  </a:lnTo>
                  <a:lnTo>
                    <a:pt x="3868996" y="0"/>
                  </a:lnTo>
                  <a:lnTo>
                    <a:pt x="3876908" y="0"/>
                  </a:lnTo>
                  <a:lnTo>
                    <a:pt x="3884820" y="0"/>
                  </a:lnTo>
                  <a:lnTo>
                    <a:pt x="3892732" y="0"/>
                  </a:lnTo>
                  <a:lnTo>
                    <a:pt x="3900644" y="0"/>
                  </a:lnTo>
                  <a:lnTo>
                    <a:pt x="3908556" y="0"/>
                  </a:lnTo>
                  <a:lnTo>
                    <a:pt x="3916468" y="0"/>
                  </a:lnTo>
                  <a:lnTo>
                    <a:pt x="3924380" y="0"/>
                  </a:lnTo>
                  <a:lnTo>
                    <a:pt x="3932292" y="0"/>
                  </a:lnTo>
                  <a:lnTo>
                    <a:pt x="3940204" y="0"/>
                  </a:lnTo>
                  <a:lnTo>
                    <a:pt x="3948116" y="0"/>
                  </a:lnTo>
                  <a:lnTo>
                    <a:pt x="3956028" y="0"/>
                  </a:lnTo>
                  <a:lnTo>
                    <a:pt x="3956028" y="112653"/>
                  </a:lnTo>
                  <a:lnTo>
                    <a:pt x="3948116" y="112653"/>
                  </a:lnTo>
                  <a:lnTo>
                    <a:pt x="3940204" y="112653"/>
                  </a:lnTo>
                  <a:lnTo>
                    <a:pt x="3932292" y="112653"/>
                  </a:lnTo>
                  <a:lnTo>
                    <a:pt x="3924380" y="112653"/>
                  </a:lnTo>
                  <a:lnTo>
                    <a:pt x="3916468" y="112653"/>
                  </a:lnTo>
                  <a:lnTo>
                    <a:pt x="3908556" y="112653"/>
                  </a:lnTo>
                  <a:lnTo>
                    <a:pt x="3900644" y="112653"/>
                  </a:lnTo>
                  <a:lnTo>
                    <a:pt x="3892732" y="112653"/>
                  </a:lnTo>
                  <a:lnTo>
                    <a:pt x="3884820" y="112653"/>
                  </a:lnTo>
                  <a:lnTo>
                    <a:pt x="3876908" y="112653"/>
                  </a:lnTo>
                  <a:lnTo>
                    <a:pt x="3868996" y="112653"/>
                  </a:lnTo>
                  <a:lnTo>
                    <a:pt x="3861083" y="112653"/>
                  </a:lnTo>
                  <a:lnTo>
                    <a:pt x="3853171" y="112653"/>
                  </a:lnTo>
                  <a:lnTo>
                    <a:pt x="3845259" y="112653"/>
                  </a:lnTo>
                  <a:lnTo>
                    <a:pt x="3837347" y="112653"/>
                  </a:lnTo>
                  <a:lnTo>
                    <a:pt x="3829435" y="112653"/>
                  </a:lnTo>
                  <a:lnTo>
                    <a:pt x="3821523" y="112653"/>
                  </a:lnTo>
                  <a:lnTo>
                    <a:pt x="3813611" y="112653"/>
                  </a:lnTo>
                  <a:lnTo>
                    <a:pt x="3805699" y="112653"/>
                  </a:lnTo>
                  <a:lnTo>
                    <a:pt x="3797787" y="112653"/>
                  </a:lnTo>
                  <a:lnTo>
                    <a:pt x="3789875" y="112653"/>
                  </a:lnTo>
                  <a:lnTo>
                    <a:pt x="3781963" y="112653"/>
                  </a:lnTo>
                  <a:lnTo>
                    <a:pt x="3774051" y="112653"/>
                  </a:lnTo>
                  <a:lnTo>
                    <a:pt x="3766139" y="112653"/>
                  </a:lnTo>
                  <a:lnTo>
                    <a:pt x="3758227" y="112653"/>
                  </a:lnTo>
                  <a:lnTo>
                    <a:pt x="3750315" y="112653"/>
                  </a:lnTo>
                  <a:lnTo>
                    <a:pt x="3742403" y="112653"/>
                  </a:lnTo>
                  <a:lnTo>
                    <a:pt x="3734491" y="112653"/>
                  </a:lnTo>
                  <a:lnTo>
                    <a:pt x="3726578" y="112653"/>
                  </a:lnTo>
                  <a:lnTo>
                    <a:pt x="3718666" y="112653"/>
                  </a:lnTo>
                  <a:lnTo>
                    <a:pt x="3710754" y="112653"/>
                  </a:lnTo>
                  <a:lnTo>
                    <a:pt x="3702842" y="112653"/>
                  </a:lnTo>
                  <a:lnTo>
                    <a:pt x="3694930" y="112653"/>
                  </a:lnTo>
                  <a:lnTo>
                    <a:pt x="3687018" y="112653"/>
                  </a:lnTo>
                  <a:lnTo>
                    <a:pt x="3679106" y="112653"/>
                  </a:lnTo>
                  <a:lnTo>
                    <a:pt x="3671194" y="112653"/>
                  </a:lnTo>
                  <a:lnTo>
                    <a:pt x="3663282" y="112653"/>
                  </a:lnTo>
                  <a:lnTo>
                    <a:pt x="3655370" y="112653"/>
                  </a:lnTo>
                  <a:lnTo>
                    <a:pt x="3647458" y="112653"/>
                  </a:lnTo>
                  <a:lnTo>
                    <a:pt x="3639546" y="112653"/>
                  </a:lnTo>
                  <a:lnTo>
                    <a:pt x="3631634" y="112653"/>
                  </a:lnTo>
                  <a:lnTo>
                    <a:pt x="3623722" y="112653"/>
                  </a:lnTo>
                  <a:lnTo>
                    <a:pt x="3615810" y="112653"/>
                  </a:lnTo>
                  <a:lnTo>
                    <a:pt x="3607898" y="112653"/>
                  </a:lnTo>
                  <a:lnTo>
                    <a:pt x="3599986" y="112653"/>
                  </a:lnTo>
                  <a:lnTo>
                    <a:pt x="3592074" y="112653"/>
                  </a:lnTo>
                  <a:lnTo>
                    <a:pt x="3584161" y="112653"/>
                  </a:lnTo>
                  <a:lnTo>
                    <a:pt x="3576249" y="112653"/>
                  </a:lnTo>
                  <a:lnTo>
                    <a:pt x="3568337" y="112653"/>
                  </a:lnTo>
                  <a:lnTo>
                    <a:pt x="3560425" y="112653"/>
                  </a:lnTo>
                  <a:lnTo>
                    <a:pt x="3552513" y="112653"/>
                  </a:lnTo>
                  <a:lnTo>
                    <a:pt x="3544601" y="112653"/>
                  </a:lnTo>
                  <a:lnTo>
                    <a:pt x="3536689" y="112653"/>
                  </a:lnTo>
                  <a:lnTo>
                    <a:pt x="3528777" y="112653"/>
                  </a:lnTo>
                  <a:lnTo>
                    <a:pt x="3520865" y="112653"/>
                  </a:lnTo>
                  <a:lnTo>
                    <a:pt x="3512953" y="112653"/>
                  </a:lnTo>
                  <a:lnTo>
                    <a:pt x="3505041" y="112653"/>
                  </a:lnTo>
                  <a:lnTo>
                    <a:pt x="3497129" y="112653"/>
                  </a:lnTo>
                  <a:lnTo>
                    <a:pt x="3489217" y="112653"/>
                  </a:lnTo>
                  <a:lnTo>
                    <a:pt x="3481305" y="112653"/>
                  </a:lnTo>
                  <a:lnTo>
                    <a:pt x="3473393" y="112653"/>
                  </a:lnTo>
                  <a:lnTo>
                    <a:pt x="3465481" y="112653"/>
                  </a:lnTo>
                  <a:lnTo>
                    <a:pt x="3457569" y="112653"/>
                  </a:lnTo>
                  <a:lnTo>
                    <a:pt x="3449656" y="112653"/>
                  </a:lnTo>
                  <a:lnTo>
                    <a:pt x="3441744" y="112653"/>
                  </a:lnTo>
                  <a:lnTo>
                    <a:pt x="3433832" y="112653"/>
                  </a:lnTo>
                  <a:lnTo>
                    <a:pt x="3425920" y="112653"/>
                  </a:lnTo>
                  <a:lnTo>
                    <a:pt x="3418008" y="112653"/>
                  </a:lnTo>
                  <a:lnTo>
                    <a:pt x="3410096" y="112653"/>
                  </a:lnTo>
                  <a:lnTo>
                    <a:pt x="3402184" y="112653"/>
                  </a:lnTo>
                  <a:lnTo>
                    <a:pt x="3394272" y="112653"/>
                  </a:lnTo>
                  <a:lnTo>
                    <a:pt x="3386360" y="112653"/>
                  </a:lnTo>
                  <a:lnTo>
                    <a:pt x="3378448" y="112653"/>
                  </a:lnTo>
                  <a:lnTo>
                    <a:pt x="3370536" y="112653"/>
                  </a:lnTo>
                  <a:lnTo>
                    <a:pt x="3362624" y="112653"/>
                  </a:lnTo>
                  <a:lnTo>
                    <a:pt x="3354712" y="112653"/>
                  </a:lnTo>
                  <a:lnTo>
                    <a:pt x="3346800" y="112653"/>
                  </a:lnTo>
                  <a:lnTo>
                    <a:pt x="3338888" y="112653"/>
                  </a:lnTo>
                  <a:lnTo>
                    <a:pt x="3330976" y="112653"/>
                  </a:lnTo>
                  <a:lnTo>
                    <a:pt x="3323064" y="112653"/>
                  </a:lnTo>
                  <a:lnTo>
                    <a:pt x="3315152" y="112653"/>
                  </a:lnTo>
                  <a:lnTo>
                    <a:pt x="3307239" y="112653"/>
                  </a:lnTo>
                  <a:lnTo>
                    <a:pt x="3299327" y="112653"/>
                  </a:lnTo>
                  <a:lnTo>
                    <a:pt x="3291415" y="112653"/>
                  </a:lnTo>
                  <a:lnTo>
                    <a:pt x="3283503" y="112653"/>
                  </a:lnTo>
                  <a:lnTo>
                    <a:pt x="3275591" y="112653"/>
                  </a:lnTo>
                  <a:lnTo>
                    <a:pt x="3267679" y="112653"/>
                  </a:lnTo>
                  <a:lnTo>
                    <a:pt x="3259767" y="112653"/>
                  </a:lnTo>
                  <a:lnTo>
                    <a:pt x="3251855" y="112653"/>
                  </a:lnTo>
                  <a:lnTo>
                    <a:pt x="3243943" y="112653"/>
                  </a:lnTo>
                  <a:lnTo>
                    <a:pt x="3236031" y="112653"/>
                  </a:lnTo>
                  <a:lnTo>
                    <a:pt x="3228119" y="112653"/>
                  </a:lnTo>
                  <a:lnTo>
                    <a:pt x="3220207" y="112653"/>
                  </a:lnTo>
                  <a:lnTo>
                    <a:pt x="3212295" y="112653"/>
                  </a:lnTo>
                  <a:lnTo>
                    <a:pt x="3204383" y="112653"/>
                  </a:lnTo>
                  <a:lnTo>
                    <a:pt x="3196471" y="112653"/>
                  </a:lnTo>
                  <a:lnTo>
                    <a:pt x="3188559" y="112653"/>
                  </a:lnTo>
                  <a:lnTo>
                    <a:pt x="3180647" y="112653"/>
                  </a:lnTo>
                  <a:lnTo>
                    <a:pt x="3172734" y="112653"/>
                  </a:lnTo>
                  <a:lnTo>
                    <a:pt x="3164822" y="112653"/>
                  </a:lnTo>
                  <a:lnTo>
                    <a:pt x="3156910" y="112653"/>
                  </a:lnTo>
                  <a:lnTo>
                    <a:pt x="3148998" y="112653"/>
                  </a:lnTo>
                  <a:lnTo>
                    <a:pt x="3141086" y="112653"/>
                  </a:lnTo>
                  <a:lnTo>
                    <a:pt x="3133174" y="112653"/>
                  </a:lnTo>
                  <a:lnTo>
                    <a:pt x="3125262" y="112653"/>
                  </a:lnTo>
                  <a:lnTo>
                    <a:pt x="3117350" y="112653"/>
                  </a:lnTo>
                  <a:lnTo>
                    <a:pt x="3109438" y="112653"/>
                  </a:lnTo>
                  <a:lnTo>
                    <a:pt x="3101526" y="112653"/>
                  </a:lnTo>
                  <a:lnTo>
                    <a:pt x="3093614" y="112653"/>
                  </a:lnTo>
                  <a:lnTo>
                    <a:pt x="3085702" y="112653"/>
                  </a:lnTo>
                  <a:lnTo>
                    <a:pt x="3077790" y="112653"/>
                  </a:lnTo>
                  <a:lnTo>
                    <a:pt x="3069878" y="112653"/>
                  </a:lnTo>
                  <a:lnTo>
                    <a:pt x="3061966" y="112653"/>
                  </a:lnTo>
                  <a:lnTo>
                    <a:pt x="3054054" y="112653"/>
                  </a:lnTo>
                  <a:lnTo>
                    <a:pt x="3046142" y="112653"/>
                  </a:lnTo>
                  <a:lnTo>
                    <a:pt x="3038230" y="112653"/>
                  </a:lnTo>
                  <a:lnTo>
                    <a:pt x="3030317" y="112653"/>
                  </a:lnTo>
                  <a:lnTo>
                    <a:pt x="3022405" y="112653"/>
                  </a:lnTo>
                  <a:lnTo>
                    <a:pt x="3014493" y="112653"/>
                  </a:lnTo>
                  <a:lnTo>
                    <a:pt x="3006581" y="112653"/>
                  </a:lnTo>
                  <a:lnTo>
                    <a:pt x="2998669" y="112653"/>
                  </a:lnTo>
                  <a:lnTo>
                    <a:pt x="2990757" y="112653"/>
                  </a:lnTo>
                  <a:lnTo>
                    <a:pt x="2982845" y="112653"/>
                  </a:lnTo>
                  <a:lnTo>
                    <a:pt x="2974933" y="112653"/>
                  </a:lnTo>
                  <a:lnTo>
                    <a:pt x="2967021" y="112653"/>
                  </a:lnTo>
                  <a:lnTo>
                    <a:pt x="2959109" y="112653"/>
                  </a:lnTo>
                  <a:lnTo>
                    <a:pt x="2951197" y="112653"/>
                  </a:lnTo>
                  <a:lnTo>
                    <a:pt x="2943285" y="112653"/>
                  </a:lnTo>
                  <a:lnTo>
                    <a:pt x="2935373" y="112653"/>
                  </a:lnTo>
                  <a:lnTo>
                    <a:pt x="2927461" y="112653"/>
                  </a:lnTo>
                  <a:lnTo>
                    <a:pt x="2919549" y="112653"/>
                  </a:lnTo>
                  <a:lnTo>
                    <a:pt x="2911637" y="112653"/>
                  </a:lnTo>
                  <a:lnTo>
                    <a:pt x="2903725" y="112653"/>
                  </a:lnTo>
                  <a:lnTo>
                    <a:pt x="2895812" y="112653"/>
                  </a:lnTo>
                  <a:lnTo>
                    <a:pt x="2887900" y="112653"/>
                  </a:lnTo>
                  <a:lnTo>
                    <a:pt x="2879988" y="112653"/>
                  </a:lnTo>
                  <a:lnTo>
                    <a:pt x="2872076" y="112653"/>
                  </a:lnTo>
                  <a:lnTo>
                    <a:pt x="2864164" y="112653"/>
                  </a:lnTo>
                  <a:lnTo>
                    <a:pt x="2856252" y="112653"/>
                  </a:lnTo>
                  <a:lnTo>
                    <a:pt x="2848340" y="112653"/>
                  </a:lnTo>
                  <a:lnTo>
                    <a:pt x="2840428" y="112653"/>
                  </a:lnTo>
                  <a:lnTo>
                    <a:pt x="2832516" y="112653"/>
                  </a:lnTo>
                  <a:lnTo>
                    <a:pt x="2824604" y="112653"/>
                  </a:lnTo>
                  <a:lnTo>
                    <a:pt x="2816692" y="112653"/>
                  </a:lnTo>
                  <a:lnTo>
                    <a:pt x="2808780" y="112653"/>
                  </a:lnTo>
                  <a:lnTo>
                    <a:pt x="2800868" y="112653"/>
                  </a:lnTo>
                  <a:lnTo>
                    <a:pt x="2792956" y="112653"/>
                  </a:lnTo>
                  <a:lnTo>
                    <a:pt x="2785044" y="112653"/>
                  </a:lnTo>
                  <a:lnTo>
                    <a:pt x="2777132" y="112653"/>
                  </a:lnTo>
                  <a:lnTo>
                    <a:pt x="2769220" y="112653"/>
                  </a:lnTo>
                  <a:lnTo>
                    <a:pt x="2761308" y="112653"/>
                  </a:lnTo>
                  <a:lnTo>
                    <a:pt x="2753395" y="112653"/>
                  </a:lnTo>
                  <a:lnTo>
                    <a:pt x="2745483" y="112653"/>
                  </a:lnTo>
                  <a:lnTo>
                    <a:pt x="2737571" y="112653"/>
                  </a:lnTo>
                  <a:lnTo>
                    <a:pt x="2729659" y="112653"/>
                  </a:lnTo>
                  <a:lnTo>
                    <a:pt x="2721747" y="112653"/>
                  </a:lnTo>
                  <a:lnTo>
                    <a:pt x="2713835" y="112653"/>
                  </a:lnTo>
                  <a:lnTo>
                    <a:pt x="2705923" y="112653"/>
                  </a:lnTo>
                  <a:lnTo>
                    <a:pt x="2698011" y="112653"/>
                  </a:lnTo>
                  <a:lnTo>
                    <a:pt x="2690099" y="112653"/>
                  </a:lnTo>
                  <a:lnTo>
                    <a:pt x="2682187" y="112653"/>
                  </a:lnTo>
                  <a:lnTo>
                    <a:pt x="2674275" y="112653"/>
                  </a:lnTo>
                  <a:lnTo>
                    <a:pt x="2666363" y="112653"/>
                  </a:lnTo>
                  <a:lnTo>
                    <a:pt x="2658451" y="112653"/>
                  </a:lnTo>
                  <a:lnTo>
                    <a:pt x="2650539" y="112653"/>
                  </a:lnTo>
                  <a:lnTo>
                    <a:pt x="2642627" y="112653"/>
                  </a:lnTo>
                  <a:lnTo>
                    <a:pt x="2634715" y="112653"/>
                  </a:lnTo>
                  <a:lnTo>
                    <a:pt x="2626803" y="112653"/>
                  </a:lnTo>
                  <a:lnTo>
                    <a:pt x="2618890" y="112653"/>
                  </a:lnTo>
                  <a:lnTo>
                    <a:pt x="2610978" y="112653"/>
                  </a:lnTo>
                  <a:lnTo>
                    <a:pt x="2603066" y="112653"/>
                  </a:lnTo>
                  <a:lnTo>
                    <a:pt x="2595154" y="112653"/>
                  </a:lnTo>
                  <a:lnTo>
                    <a:pt x="2587242" y="112653"/>
                  </a:lnTo>
                  <a:lnTo>
                    <a:pt x="2579330" y="112653"/>
                  </a:lnTo>
                  <a:lnTo>
                    <a:pt x="2571418" y="112653"/>
                  </a:lnTo>
                  <a:lnTo>
                    <a:pt x="2563506" y="112653"/>
                  </a:lnTo>
                  <a:lnTo>
                    <a:pt x="2555594" y="112653"/>
                  </a:lnTo>
                  <a:lnTo>
                    <a:pt x="2547682" y="112653"/>
                  </a:lnTo>
                  <a:lnTo>
                    <a:pt x="2539770" y="112653"/>
                  </a:lnTo>
                  <a:lnTo>
                    <a:pt x="2531858" y="112653"/>
                  </a:lnTo>
                  <a:lnTo>
                    <a:pt x="2523946" y="112653"/>
                  </a:lnTo>
                  <a:lnTo>
                    <a:pt x="2516034" y="112653"/>
                  </a:lnTo>
                  <a:lnTo>
                    <a:pt x="2508122" y="112653"/>
                  </a:lnTo>
                  <a:lnTo>
                    <a:pt x="2500210" y="112653"/>
                  </a:lnTo>
                  <a:lnTo>
                    <a:pt x="2492298" y="112653"/>
                  </a:lnTo>
                  <a:lnTo>
                    <a:pt x="2484385" y="112653"/>
                  </a:lnTo>
                  <a:lnTo>
                    <a:pt x="2476473" y="112653"/>
                  </a:lnTo>
                  <a:lnTo>
                    <a:pt x="2468561" y="112653"/>
                  </a:lnTo>
                  <a:lnTo>
                    <a:pt x="2460649" y="112653"/>
                  </a:lnTo>
                  <a:lnTo>
                    <a:pt x="2452737" y="112653"/>
                  </a:lnTo>
                  <a:lnTo>
                    <a:pt x="2444825" y="112653"/>
                  </a:lnTo>
                  <a:lnTo>
                    <a:pt x="2436913" y="112653"/>
                  </a:lnTo>
                  <a:lnTo>
                    <a:pt x="2429001" y="112653"/>
                  </a:lnTo>
                  <a:lnTo>
                    <a:pt x="2421089" y="112653"/>
                  </a:lnTo>
                  <a:lnTo>
                    <a:pt x="2413177" y="112653"/>
                  </a:lnTo>
                  <a:lnTo>
                    <a:pt x="2405265" y="112653"/>
                  </a:lnTo>
                  <a:lnTo>
                    <a:pt x="2397353" y="112653"/>
                  </a:lnTo>
                  <a:lnTo>
                    <a:pt x="2389441" y="112653"/>
                  </a:lnTo>
                  <a:lnTo>
                    <a:pt x="2381529" y="112653"/>
                  </a:lnTo>
                  <a:lnTo>
                    <a:pt x="2373617" y="112653"/>
                  </a:lnTo>
                  <a:lnTo>
                    <a:pt x="2365705" y="112653"/>
                  </a:lnTo>
                  <a:lnTo>
                    <a:pt x="2357793" y="112653"/>
                  </a:lnTo>
                  <a:lnTo>
                    <a:pt x="2349881" y="112653"/>
                  </a:lnTo>
                  <a:lnTo>
                    <a:pt x="2341968" y="112653"/>
                  </a:lnTo>
                  <a:lnTo>
                    <a:pt x="2334056" y="112653"/>
                  </a:lnTo>
                  <a:lnTo>
                    <a:pt x="2326144" y="112653"/>
                  </a:lnTo>
                  <a:lnTo>
                    <a:pt x="2318232" y="112653"/>
                  </a:lnTo>
                  <a:lnTo>
                    <a:pt x="2310320" y="112653"/>
                  </a:lnTo>
                  <a:lnTo>
                    <a:pt x="2302408" y="112653"/>
                  </a:lnTo>
                  <a:lnTo>
                    <a:pt x="2294496" y="112653"/>
                  </a:lnTo>
                  <a:lnTo>
                    <a:pt x="2286584" y="112653"/>
                  </a:lnTo>
                  <a:lnTo>
                    <a:pt x="2278672" y="112653"/>
                  </a:lnTo>
                  <a:lnTo>
                    <a:pt x="2270760" y="112653"/>
                  </a:lnTo>
                  <a:lnTo>
                    <a:pt x="2262848" y="112653"/>
                  </a:lnTo>
                  <a:lnTo>
                    <a:pt x="2254936" y="112653"/>
                  </a:lnTo>
                  <a:lnTo>
                    <a:pt x="2247024" y="112653"/>
                  </a:lnTo>
                  <a:lnTo>
                    <a:pt x="2239112" y="112653"/>
                  </a:lnTo>
                  <a:lnTo>
                    <a:pt x="2231200" y="112653"/>
                  </a:lnTo>
                  <a:lnTo>
                    <a:pt x="2223288" y="112653"/>
                  </a:lnTo>
                  <a:lnTo>
                    <a:pt x="2215376" y="112653"/>
                  </a:lnTo>
                  <a:lnTo>
                    <a:pt x="2207463" y="112653"/>
                  </a:lnTo>
                  <a:lnTo>
                    <a:pt x="2199551" y="112653"/>
                  </a:lnTo>
                  <a:lnTo>
                    <a:pt x="2191639" y="112653"/>
                  </a:lnTo>
                  <a:lnTo>
                    <a:pt x="2183727" y="112653"/>
                  </a:lnTo>
                  <a:lnTo>
                    <a:pt x="2175815" y="112653"/>
                  </a:lnTo>
                  <a:lnTo>
                    <a:pt x="2167903" y="112653"/>
                  </a:lnTo>
                  <a:lnTo>
                    <a:pt x="2159991" y="112653"/>
                  </a:lnTo>
                  <a:lnTo>
                    <a:pt x="2152079" y="112653"/>
                  </a:lnTo>
                  <a:lnTo>
                    <a:pt x="2144167" y="112653"/>
                  </a:lnTo>
                  <a:lnTo>
                    <a:pt x="2136255" y="112653"/>
                  </a:lnTo>
                  <a:lnTo>
                    <a:pt x="2128343" y="112653"/>
                  </a:lnTo>
                  <a:lnTo>
                    <a:pt x="2120431" y="112653"/>
                  </a:lnTo>
                  <a:lnTo>
                    <a:pt x="2112519" y="112653"/>
                  </a:lnTo>
                  <a:lnTo>
                    <a:pt x="2104607" y="112653"/>
                  </a:lnTo>
                  <a:lnTo>
                    <a:pt x="2096695" y="112653"/>
                  </a:lnTo>
                  <a:lnTo>
                    <a:pt x="2088783" y="112653"/>
                  </a:lnTo>
                  <a:lnTo>
                    <a:pt x="2080871" y="112653"/>
                  </a:lnTo>
                  <a:lnTo>
                    <a:pt x="2072959" y="112653"/>
                  </a:lnTo>
                  <a:lnTo>
                    <a:pt x="2065046" y="112653"/>
                  </a:lnTo>
                  <a:lnTo>
                    <a:pt x="2057134" y="112653"/>
                  </a:lnTo>
                  <a:lnTo>
                    <a:pt x="2049222" y="112653"/>
                  </a:lnTo>
                  <a:lnTo>
                    <a:pt x="2041310" y="112653"/>
                  </a:lnTo>
                  <a:lnTo>
                    <a:pt x="2033398" y="112653"/>
                  </a:lnTo>
                  <a:lnTo>
                    <a:pt x="2025486" y="112653"/>
                  </a:lnTo>
                  <a:lnTo>
                    <a:pt x="2017574" y="112653"/>
                  </a:lnTo>
                  <a:lnTo>
                    <a:pt x="2009662" y="112653"/>
                  </a:lnTo>
                  <a:lnTo>
                    <a:pt x="2001750" y="112653"/>
                  </a:lnTo>
                  <a:lnTo>
                    <a:pt x="1993838" y="112653"/>
                  </a:lnTo>
                  <a:lnTo>
                    <a:pt x="1985926" y="112653"/>
                  </a:lnTo>
                  <a:lnTo>
                    <a:pt x="1978014" y="112653"/>
                  </a:lnTo>
                  <a:lnTo>
                    <a:pt x="1970102" y="112653"/>
                  </a:lnTo>
                  <a:lnTo>
                    <a:pt x="1962190" y="112653"/>
                  </a:lnTo>
                  <a:lnTo>
                    <a:pt x="1954278" y="112653"/>
                  </a:lnTo>
                  <a:lnTo>
                    <a:pt x="1946366" y="112653"/>
                  </a:lnTo>
                  <a:lnTo>
                    <a:pt x="1938454" y="112653"/>
                  </a:lnTo>
                  <a:lnTo>
                    <a:pt x="1930541" y="112653"/>
                  </a:lnTo>
                  <a:lnTo>
                    <a:pt x="1922629" y="112653"/>
                  </a:lnTo>
                  <a:lnTo>
                    <a:pt x="1914717" y="112653"/>
                  </a:lnTo>
                  <a:lnTo>
                    <a:pt x="1906805" y="112653"/>
                  </a:lnTo>
                  <a:lnTo>
                    <a:pt x="1898893" y="112653"/>
                  </a:lnTo>
                  <a:lnTo>
                    <a:pt x="1890981" y="112653"/>
                  </a:lnTo>
                  <a:lnTo>
                    <a:pt x="1883069" y="112653"/>
                  </a:lnTo>
                  <a:lnTo>
                    <a:pt x="1875157" y="112653"/>
                  </a:lnTo>
                  <a:lnTo>
                    <a:pt x="1867245" y="112653"/>
                  </a:lnTo>
                  <a:lnTo>
                    <a:pt x="1859333" y="112653"/>
                  </a:lnTo>
                  <a:lnTo>
                    <a:pt x="1851421" y="112653"/>
                  </a:lnTo>
                  <a:lnTo>
                    <a:pt x="1843509" y="112653"/>
                  </a:lnTo>
                  <a:lnTo>
                    <a:pt x="1835597" y="112653"/>
                  </a:lnTo>
                  <a:lnTo>
                    <a:pt x="1827685" y="112653"/>
                  </a:lnTo>
                  <a:lnTo>
                    <a:pt x="1819773" y="112653"/>
                  </a:lnTo>
                  <a:lnTo>
                    <a:pt x="1811861" y="112653"/>
                  </a:lnTo>
                  <a:lnTo>
                    <a:pt x="1803949" y="112653"/>
                  </a:lnTo>
                  <a:lnTo>
                    <a:pt x="1796037" y="112653"/>
                  </a:lnTo>
                  <a:lnTo>
                    <a:pt x="1788124" y="112653"/>
                  </a:lnTo>
                  <a:lnTo>
                    <a:pt x="1780212" y="112653"/>
                  </a:lnTo>
                  <a:lnTo>
                    <a:pt x="1772300" y="112653"/>
                  </a:lnTo>
                  <a:lnTo>
                    <a:pt x="1764388" y="112653"/>
                  </a:lnTo>
                  <a:lnTo>
                    <a:pt x="1756476" y="112653"/>
                  </a:lnTo>
                  <a:lnTo>
                    <a:pt x="1748564" y="112653"/>
                  </a:lnTo>
                  <a:lnTo>
                    <a:pt x="1740652" y="112653"/>
                  </a:lnTo>
                  <a:lnTo>
                    <a:pt x="1732740" y="112653"/>
                  </a:lnTo>
                  <a:lnTo>
                    <a:pt x="1724828" y="112653"/>
                  </a:lnTo>
                  <a:lnTo>
                    <a:pt x="1716916" y="112653"/>
                  </a:lnTo>
                  <a:lnTo>
                    <a:pt x="1709004" y="112653"/>
                  </a:lnTo>
                  <a:lnTo>
                    <a:pt x="1701092" y="112653"/>
                  </a:lnTo>
                  <a:lnTo>
                    <a:pt x="1693180" y="112653"/>
                  </a:lnTo>
                  <a:lnTo>
                    <a:pt x="1685268" y="112653"/>
                  </a:lnTo>
                  <a:lnTo>
                    <a:pt x="1677356" y="112653"/>
                  </a:lnTo>
                  <a:lnTo>
                    <a:pt x="1669444" y="112653"/>
                  </a:lnTo>
                  <a:lnTo>
                    <a:pt x="1661532" y="112653"/>
                  </a:lnTo>
                  <a:lnTo>
                    <a:pt x="1653619" y="112653"/>
                  </a:lnTo>
                  <a:lnTo>
                    <a:pt x="1645707" y="112653"/>
                  </a:lnTo>
                  <a:lnTo>
                    <a:pt x="1637795" y="112653"/>
                  </a:lnTo>
                  <a:lnTo>
                    <a:pt x="1629883" y="112653"/>
                  </a:lnTo>
                  <a:lnTo>
                    <a:pt x="1621971" y="112653"/>
                  </a:lnTo>
                  <a:lnTo>
                    <a:pt x="1614059" y="112653"/>
                  </a:lnTo>
                  <a:lnTo>
                    <a:pt x="1606147" y="112653"/>
                  </a:lnTo>
                  <a:lnTo>
                    <a:pt x="1598235" y="112653"/>
                  </a:lnTo>
                  <a:lnTo>
                    <a:pt x="1590323" y="112653"/>
                  </a:lnTo>
                  <a:lnTo>
                    <a:pt x="1582411" y="112653"/>
                  </a:lnTo>
                  <a:lnTo>
                    <a:pt x="1574499" y="112653"/>
                  </a:lnTo>
                  <a:lnTo>
                    <a:pt x="1566587" y="112653"/>
                  </a:lnTo>
                  <a:lnTo>
                    <a:pt x="1558675" y="112653"/>
                  </a:lnTo>
                  <a:lnTo>
                    <a:pt x="1550763" y="112653"/>
                  </a:lnTo>
                  <a:lnTo>
                    <a:pt x="1542851" y="112653"/>
                  </a:lnTo>
                  <a:lnTo>
                    <a:pt x="1534939" y="112653"/>
                  </a:lnTo>
                  <a:lnTo>
                    <a:pt x="1527027" y="112653"/>
                  </a:lnTo>
                  <a:lnTo>
                    <a:pt x="1519115" y="112653"/>
                  </a:lnTo>
                  <a:lnTo>
                    <a:pt x="1511202" y="112653"/>
                  </a:lnTo>
                  <a:lnTo>
                    <a:pt x="1503290" y="112653"/>
                  </a:lnTo>
                  <a:lnTo>
                    <a:pt x="1495378" y="112653"/>
                  </a:lnTo>
                  <a:lnTo>
                    <a:pt x="1487466" y="112653"/>
                  </a:lnTo>
                  <a:lnTo>
                    <a:pt x="1479554" y="112653"/>
                  </a:lnTo>
                  <a:lnTo>
                    <a:pt x="1471642" y="112653"/>
                  </a:lnTo>
                  <a:lnTo>
                    <a:pt x="1463730" y="112653"/>
                  </a:lnTo>
                  <a:lnTo>
                    <a:pt x="1455818" y="112653"/>
                  </a:lnTo>
                  <a:lnTo>
                    <a:pt x="1447906" y="112653"/>
                  </a:lnTo>
                  <a:lnTo>
                    <a:pt x="1439994" y="112653"/>
                  </a:lnTo>
                  <a:lnTo>
                    <a:pt x="1432082" y="112653"/>
                  </a:lnTo>
                  <a:lnTo>
                    <a:pt x="1424170" y="112653"/>
                  </a:lnTo>
                  <a:lnTo>
                    <a:pt x="1416258" y="112653"/>
                  </a:lnTo>
                  <a:lnTo>
                    <a:pt x="1408346" y="112653"/>
                  </a:lnTo>
                  <a:lnTo>
                    <a:pt x="1400434" y="112653"/>
                  </a:lnTo>
                  <a:lnTo>
                    <a:pt x="1392522" y="112653"/>
                  </a:lnTo>
                  <a:lnTo>
                    <a:pt x="1384610" y="112653"/>
                  </a:lnTo>
                  <a:lnTo>
                    <a:pt x="1376697" y="112653"/>
                  </a:lnTo>
                  <a:lnTo>
                    <a:pt x="1368785" y="112653"/>
                  </a:lnTo>
                  <a:lnTo>
                    <a:pt x="1360873" y="112653"/>
                  </a:lnTo>
                  <a:lnTo>
                    <a:pt x="1352961" y="112653"/>
                  </a:lnTo>
                  <a:lnTo>
                    <a:pt x="1345049" y="112653"/>
                  </a:lnTo>
                  <a:lnTo>
                    <a:pt x="1337137" y="112653"/>
                  </a:lnTo>
                  <a:lnTo>
                    <a:pt x="1329225" y="112653"/>
                  </a:lnTo>
                  <a:lnTo>
                    <a:pt x="1321313" y="112653"/>
                  </a:lnTo>
                  <a:lnTo>
                    <a:pt x="1313401" y="112653"/>
                  </a:lnTo>
                  <a:lnTo>
                    <a:pt x="1305489" y="112653"/>
                  </a:lnTo>
                  <a:lnTo>
                    <a:pt x="1297577" y="112653"/>
                  </a:lnTo>
                  <a:lnTo>
                    <a:pt x="1289665" y="112653"/>
                  </a:lnTo>
                  <a:lnTo>
                    <a:pt x="1281753" y="112653"/>
                  </a:lnTo>
                  <a:lnTo>
                    <a:pt x="1273841" y="112653"/>
                  </a:lnTo>
                  <a:lnTo>
                    <a:pt x="1265929" y="112653"/>
                  </a:lnTo>
                  <a:lnTo>
                    <a:pt x="1258017" y="112653"/>
                  </a:lnTo>
                  <a:lnTo>
                    <a:pt x="1250105" y="112653"/>
                  </a:lnTo>
                  <a:lnTo>
                    <a:pt x="1242192" y="112653"/>
                  </a:lnTo>
                  <a:lnTo>
                    <a:pt x="1234280" y="112653"/>
                  </a:lnTo>
                  <a:lnTo>
                    <a:pt x="1226368" y="112653"/>
                  </a:lnTo>
                  <a:lnTo>
                    <a:pt x="1218456" y="112653"/>
                  </a:lnTo>
                  <a:lnTo>
                    <a:pt x="1210544" y="112653"/>
                  </a:lnTo>
                  <a:lnTo>
                    <a:pt x="1202632" y="112653"/>
                  </a:lnTo>
                  <a:lnTo>
                    <a:pt x="1194720" y="112653"/>
                  </a:lnTo>
                  <a:lnTo>
                    <a:pt x="1186808" y="112653"/>
                  </a:lnTo>
                  <a:lnTo>
                    <a:pt x="1178896" y="112653"/>
                  </a:lnTo>
                  <a:lnTo>
                    <a:pt x="1170984" y="112653"/>
                  </a:lnTo>
                  <a:lnTo>
                    <a:pt x="1163072" y="112653"/>
                  </a:lnTo>
                  <a:lnTo>
                    <a:pt x="1155160" y="112653"/>
                  </a:lnTo>
                  <a:lnTo>
                    <a:pt x="1147248" y="112653"/>
                  </a:lnTo>
                  <a:lnTo>
                    <a:pt x="1139336" y="112653"/>
                  </a:lnTo>
                  <a:lnTo>
                    <a:pt x="1131424" y="112653"/>
                  </a:lnTo>
                  <a:lnTo>
                    <a:pt x="1123512" y="112653"/>
                  </a:lnTo>
                  <a:lnTo>
                    <a:pt x="1115600" y="112653"/>
                  </a:lnTo>
                  <a:lnTo>
                    <a:pt x="1107688" y="112653"/>
                  </a:lnTo>
                  <a:lnTo>
                    <a:pt x="1099775" y="112653"/>
                  </a:lnTo>
                  <a:lnTo>
                    <a:pt x="1091863" y="112653"/>
                  </a:lnTo>
                  <a:lnTo>
                    <a:pt x="1083951" y="112653"/>
                  </a:lnTo>
                  <a:lnTo>
                    <a:pt x="1076039" y="112653"/>
                  </a:lnTo>
                  <a:lnTo>
                    <a:pt x="1068127" y="112653"/>
                  </a:lnTo>
                  <a:lnTo>
                    <a:pt x="1060215" y="112653"/>
                  </a:lnTo>
                  <a:lnTo>
                    <a:pt x="1052303" y="112653"/>
                  </a:lnTo>
                  <a:lnTo>
                    <a:pt x="1044391" y="112653"/>
                  </a:lnTo>
                  <a:lnTo>
                    <a:pt x="1036479" y="112653"/>
                  </a:lnTo>
                  <a:lnTo>
                    <a:pt x="1028567" y="112653"/>
                  </a:lnTo>
                  <a:lnTo>
                    <a:pt x="1020655" y="112653"/>
                  </a:lnTo>
                  <a:lnTo>
                    <a:pt x="1012743" y="112653"/>
                  </a:lnTo>
                  <a:lnTo>
                    <a:pt x="1004831" y="112653"/>
                  </a:lnTo>
                  <a:lnTo>
                    <a:pt x="996919" y="112653"/>
                  </a:lnTo>
                  <a:lnTo>
                    <a:pt x="989007" y="112653"/>
                  </a:lnTo>
                  <a:lnTo>
                    <a:pt x="981095" y="112653"/>
                  </a:lnTo>
                  <a:lnTo>
                    <a:pt x="973183" y="112653"/>
                  </a:lnTo>
                  <a:lnTo>
                    <a:pt x="965270" y="112653"/>
                  </a:lnTo>
                  <a:lnTo>
                    <a:pt x="957358" y="112653"/>
                  </a:lnTo>
                  <a:lnTo>
                    <a:pt x="949446" y="112653"/>
                  </a:lnTo>
                  <a:lnTo>
                    <a:pt x="941534" y="112653"/>
                  </a:lnTo>
                  <a:lnTo>
                    <a:pt x="933622" y="112653"/>
                  </a:lnTo>
                  <a:lnTo>
                    <a:pt x="925710" y="112653"/>
                  </a:lnTo>
                  <a:lnTo>
                    <a:pt x="917798" y="112653"/>
                  </a:lnTo>
                  <a:lnTo>
                    <a:pt x="909886" y="112653"/>
                  </a:lnTo>
                  <a:lnTo>
                    <a:pt x="901974" y="112653"/>
                  </a:lnTo>
                  <a:lnTo>
                    <a:pt x="894062" y="112653"/>
                  </a:lnTo>
                  <a:lnTo>
                    <a:pt x="886150" y="112653"/>
                  </a:lnTo>
                  <a:lnTo>
                    <a:pt x="878238" y="112653"/>
                  </a:lnTo>
                  <a:lnTo>
                    <a:pt x="870326" y="112653"/>
                  </a:lnTo>
                  <a:lnTo>
                    <a:pt x="862414" y="112653"/>
                  </a:lnTo>
                  <a:lnTo>
                    <a:pt x="854502" y="112653"/>
                  </a:lnTo>
                  <a:lnTo>
                    <a:pt x="846590" y="112653"/>
                  </a:lnTo>
                  <a:lnTo>
                    <a:pt x="838678" y="112653"/>
                  </a:lnTo>
                  <a:lnTo>
                    <a:pt x="830766" y="112653"/>
                  </a:lnTo>
                  <a:lnTo>
                    <a:pt x="822853" y="112653"/>
                  </a:lnTo>
                  <a:lnTo>
                    <a:pt x="814941" y="112653"/>
                  </a:lnTo>
                  <a:lnTo>
                    <a:pt x="807029" y="112653"/>
                  </a:lnTo>
                  <a:lnTo>
                    <a:pt x="799117" y="112653"/>
                  </a:lnTo>
                  <a:lnTo>
                    <a:pt x="791205" y="112653"/>
                  </a:lnTo>
                  <a:lnTo>
                    <a:pt x="783293" y="112653"/>
                  </a:lnTo>
                  <a:lnTo>
                    <a:pt x="775381" y="112653"/>
                  </a:lnTo>
                  <a:lnTo>
                    <a:pt x="767469" y="112653"/>
                  </a:lnTo>
                  <a:lnTo>
                    <a:pt x="759557" y="112653"/>
                  </a:lnTo>
                  <a:lnTo>
                    <a:pt x="751645" y="112653"/>
                  </a:lnTo>
                  <a:lnTo>
                    <a:pt x="743733" y="112653"/>
                  </a:lnTo>
                  <a:lnTo>
                    <a:pt x="735821" y="112653"/>
                  </a:lnTo>
                  <a:lnTo>
                    <a:pt x="727909" y="112653"/>
                  </a:lnTo>
                  <a:lnTo>
                    <a:pt x="719997" y="112653"/>
                  </a:lnTo>
                  <a:lnTo>
                    <a:pt x="712085" y="112653"/>
                  </a:lnTo>
                  <a:lnTo>
                    <a:pt x="704173" y="112653"/>
                  </a:lnTo>
                  <a:lnTo>
                    <a:pt x="696261" y="112653"/>
                  </a:lnTo>
                  <a:lnTo>
                    <a:pt x="688348" y="112653"/>
                  </a:lnTo>
                  <a:lnTo>
                    <a:pt x="680436" y="112653"/>
                  </a:lnTo>
                  <a:lnTo>
                    <a:pt x="672524" y="112653"/>
                  </a:lnTo>
                  <a:lnTo>
                    <a:pt x="664612" y="112653"/>
                  </a:lnTo>
                  <a:lnTo>
                    <a:pt x="656700" y="112653"/>
                  </a:lnTo>
                  <a:lnTo>
                    <a:pt x="648788" y="112653"/>
                  </a:lnTo>
                  <a:lnTo>
                    <a:pt x="640876" y="112653"/>
                  </a:lnTo>
                  <a:lnTo>
                    <a:pt x="632964" y="112653"/>
                  </a:lnTo>
                  <a:lnTo>
                    <a:pt x="625052" y="112653"/>
                  </a:lnTo>
                  <a:lnTo>
                    <a:pt x="617140" y="112653"/>
                  </a:lnTo>
                  <a:lnTo>
                    <a:pt x="609228" y="112653"/>
                  </a:lnTo>
                  <a:lnTo>
                    <a:pt x="601316" y="112653"/>
                  </a:lnTo>
                  <a:lnTo>
                    <a:pt x="593404" y="112653"/>
                  </a:lnTo>
                  <a:lnTo>
                    <a:pt x="585492" y="112653"/>
                  </a:lnTo>
                  <a:lnTo>
                    <a:pt x="577580" y="112653"/>
                  </a:lnTo>
                  <a:lnTo>
                    <a:pt x="569668" y="112653"/>
                  </a:lnTo>
                  <a:lnTo>
                    <a:pt x="561756" y="112653"/>
                  </a:lnTo>
                  <a:lnTo>
                    <a:pt x="553844" y="112653"/>
                  </a:lnTo>
                  <a:lnTo>
                    <a:pt x="545931" y="112653"/>
                  </a:lnTo>
                  <a:lnTo>
                    <a:pt x="538019" y="112653"/>
                  </a:lnTo>
                  <a:lnTo>
                    <a:pt x="530107" y="112653"/>
                  </a:lnTo>
                  <a:lnTo>
                    <a:pt x="522195" y="112653"/>
                  </a:lnTo>
                  <a:lnTo>
                    <a:pt x="514283" y="112653"/>
                  </a:lnTo>
                  <a:lnTo>
                    <a:pt x="506371" y="112653"/>
                  </a:lnTo>
                  <a:lnTo>
                    <a:pt x="498459" y="112653"/>
                  </a:lnTo>
                  <a:lnTo>
                    <a:pt x="490547" y="112653"/>
                  </a:lnTo>
                  <a:lnTo>
                    <a:pt x="482635" y="112653"/>
                  </a:lnTo>
                  <a:lnTo>
                    <a:pt x="474723" y="112653"/>
                  </a:lnTo>
                  <a:lnTo>
                    <a:pt x="466811" y="112653"/>
                  </a:lnTo>
                  <a:lnTo>
                    <a:pt x="458899" y="112653"/>
                  </a:lnTo>
                  <a:lnTo>
                    <a:pt x="450987" y="112653"/>
                  </a:lnTo>
                  <a:lnTo>
                    <a:pt x="443075" y="112653"/>
                  </a:lnTo>
                  <a:lnTo>
                    <a:pt x="435163" y="112653"/>
                  </a:lnTo>
                  <a:lnTo>
                    <a:pt x="427251" y="112653"/>
                  </a:lnTo>
                  <a:lnTo>
                    <a:pt x="419339" y="112653"/>
                  </a:lnTo>
                  <a:lnTo>
                    <a:pt x="411426" y="112653"/>
                  </a:lnTo>
                  <a:lnTo>
                    <a:pt x="403514" y="112653"/>
                  </a:lnTo>
                  <a:lnTo>
                    <a:pt x="395602" y="112653"/>
                  </a:lnTo>
                  <a:lnTo>
                    <a:pt x="387690" y="112653"/>
                  </a:lnTo>
                  <a:lnTo>
                    <a:pt x="379778" y="112653"/>
                  </a:lnTo>
                  <a:lnTo>
                    <a:pt x="371866" y="112653"/>
                  </a:lnTo>
                  <a:lnTo>
                    <a:pt x="363954" y="112653"/>
                  </a:lnTo>
                  <a:lnTo>
                    <a:pt x="356042" y="112653"/>
                  </a:lnTo>
                  <a:lnTo>
                    <a:pt x="348130" y="112653"/>
                  </a:lnTo>
                  <a:lnTo>
                    <a:pt x="340218" y="112653"/>
                  </a:lnTo>
                  <a:lnTo>
                    <a:pt x="332306" y="112653"/>
                  </a:lnTo>
                  <a:lnTo>
                    <a:pt x="324394" y="112653"/>
                  </a:lnTo>
                  <a:lnTo>
                    <a:pt x="316482" y="112653"/>
                  </a:lnTo>
                  <a:lnTo>
                    <a:pt x="308570" y="112653"/>
                  </a:lnTo>
                  <a:lnTo>
                    <a:pt x="300658" y="112653"/>
                  </a:lnTo>
                  <a:lnTo>
                    <a:pt x="292746" y="112653"/>
                  </a:lnTo>
                  <a:lnTo>
                    <a:pt x="284834" y="112653"/>
                  </a:lnTo>
                  <a:lnTo>
                    <a:pt x="276922" y="112653"/>
                  </a:lnTo>
                  <a:lnTo>
                    <a:pt x="269009" y="112653"/>
                  </a:lnTo>
                  <a:lnTo>
                    <a:pt x="261097" y="112653"/>
                  </a:lnTo>
                  <a:lnTo>
                    <a:pt x="253185" y="112653"/>
                  </a:lnTo>
                  <a:lnTo>
                    <a:pt x="245273" y="112653"/>
                  </a:lnTo>
                  <a:lnTo>
                    <a:pt x="237361" y="112653"/>
                  </a:lnTo>
                  <a:lnTo>
                    <a:pt x="229449" y="112653"/>
                  </a:lnTo>
                  <a:lnTo>
                    <a:pt x="221537" y="112653"/>
                  </a:lnTo>
                  <a:lnTo>
                    <a:pt x="213625" y="112653"/>
                  </a:lnTo>
                  <a:lnTo>
                    <a:pt x="205713" y="112653"/>
                  </a:lnTo>
                  <a:lnTo>
                    <a:pt x="197801" y="112653"/>
                  </a:lnTo>
                  <a:lnTo>
                    <a:pt x="189889" y="112653"/>
                  </a:lnTo>
                  <a:lnTo>
                    <a:pt x="181977" y="112653"/>
                  </a:lnTo>
                  <a:lnTo>
                    <a:pt x="174065" y="112653"/>
                  </a:lnTo>
                  <a:lnTo>
                    <a:pt x="166153" y="112653"/>
                  </a:lnTo>
                  <a:lnTo>
                    <a:pt x="158241" y="112653"/>
                  </a:lnTo>
                  <a:lnTo>
                    <a:pt x="150329" y="112653"/>
                  </a:lnTo>
                  <a:lnTo>
                    <a:pt x="142417" y="112653"/>
                  </a:lnTo>
                  <a:lnTo>
                    <a:pt x="134504" y="112653"/>
                  </a:lnTo>
                  <a:lnTo>
                    <a:pt x="126592" y="112653"/>
                  </a:lnTo>
                  <a:lnTo>
                    <a:pt x="118680" y="112653"/>
                  </a:lnTo>
                  <a:lnTo>
                    <a:pt x="110768" y="112653"/>
                  </a:lnTo>
                  <a:lnTo>
                    <a:pt x="102856" y="112653"/>
                  </a:lnTo>
                  <a:lnTo>
                    <a:pt x="94944" y="112653"/>
                  </a:lnTo>
                  <a:lnTo>
                    <a:pt x="87032" y="112653"/>
                  </a:lnTo>
                  <a:lnTo>
                    <a:pt x="79120" y="112653"/>
                  </a:lnTo>
                  <a:lnTo>
                    <a:pt x="71208" y="112653"/>
                  </a:lnTo>
                  <a:lnTo>
                    <a:pt x="63296" y="112653"/>
                  </a:lnTo>
                  <a:lnTo>
                    <a:pt x="55384" y="112653"/>
                  </a:lnTo>
                  <a:lnTo>
                    <a:pt x="47472" y="112653"/>
                  </a:lnTo>
                  <a:lnTo>
                    <a:pt x="39560" y="112653"/>
                  </a:lnTo>
                  <a:lnTo>
                    <a:pt x="31648" y="112653"/>
                  </a:lnTo>
                  <a:lnTo>
                    <a:pt x="23736" y="112653"/>
                  </a:lnTo>
                  <a:lnTo>
                    <a:pt x="15824" y="112653"/>
                  </a:lnTo>
                  <a:lnTo>
                    <a:pt x="7912" y="112653"/>
                  </a:lnTo>
                  <a:lnTo>
                    <a:pt x="0" y="112653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5"/>
            <p:cNvSpPr/>
            <p:nvPr/>
          </p:nvSpPr>
          <p:spPr>
            <a:xfrm>
              <a:off x="2620492" y="2731166"/>
              <a:ext cx="3551514" cy="112653"/>
            </a:xfrm>
            <a:custGeom>
              <a:avLst/>
              <a:pathLst>
                <a:path w="3551514" h="112653">
                  <a:moveTo>
                    <a:pt x="0" y="0"/>
                  </a:moveTo>
                  <a:lnTo>
                    <a:pt x="7103" y="0"/>
                  </a:lnTo>
                  <a:lnTo>
                    <a:pt x="14206" y="0"/>
                  </a:lnTo>
                  <a:lnTo>
                    <a:pt x="21309" y="0"/>
                  </a:lnTo>
                  <a:lnTo>
                    <a:pt x="28412" y="0"/>
                  </a:lnTo>
                  <a:lnTo>
                    <a:pt x="35515" y="0"/>
                  </a:lnTo>
                  <a:lnTo>
                    <a:pt x="42618" y="0"/>
                  </a:lnTo>
                  <a:lnTo>
                    <a:pt x="49721" y="0"/>
                  </a:lnTo>
                  <a:lnTo>
                    <a:pt x="56824" y="0"/>
                  </a:lnTo>
                  <a:lnTo>
                    <a:pt x="63927" y="0"/>
                  </a:lnTo>
                  <a:lnTo>
                    <a:pt x="71030" y="0"/>
                  </a:lnTo>
                  <a:lnTo>
                    <a:pt x="78133" y="0"/>
                  </a:lnTo>
                  <a:lnTo>
                    <a:pt x="85236" y="0"/>
                  </a:lnTo>
                  <a:lnTo>
                    <a:pt x="92339" y="0"/>
                  </a:lnTo>
                  <a:lnTo>
                    <a:pt x="99442" y="0"/>
                  </a:lnTo>
                  <a:lnTo>
                    <a:pt x="106545" y="0"/>
                  </a:lnTo>
                  <a:lnTo>
                    <a:pt x="113648" y="0"/>
                  </a:lnTo>
                  <a:lnTo>
                    <a:pt x="120751" y="0"/>
                  </a:lnTo>
                  <a:lnTo>
                    <a:pt x="127854" y="0"/>
                  </a:lnTo>
                  <a:lnTo>
                    <a:pt x="134957" y="0"/>
                  </a:lnTo>
                  <a:lnTo>
                    <a:pt x="142060" y="0"/>
                  </a:lnTo>
                  <a:lnTo>
                    <a:pt x="149163" y="0"/>
                  </a:lnTo>
                  <a:lnTo>
                    <a:pt x="156266" y="0"/>
                  </a:lnTo>
                  <a:lnTo>
                    <a:pt x="163369" y="0"/>
                  </a:lnTo>
                  <a:lnTo>
                    <a:pt x="170472" y="0"/>
                  </a:lnTo>
                  <a:lnTo>
                    <a:pt x="177575" y="0"/>
                  </a:lnTo>
                  <a:lnTo>
                    <a:pt x="184678" y="0"/>
                  </a:lnTo>
                  <a:lnTo>
                    <a:pt x="191781" y="0"/>
                  </a:lnTo>
                  <a:lnTo>
                    <a:pt x="198884" y="0"/>
                  </a:lnTo>
                  <a:lnTo>
                    <a:pt x="205987" y="0"/>
                  </a:lnTo>
                  <a:lnTo>
                    <a:pt x="213090" y="0"/>
                  </a:lnTo>
                  <a:lnTo>
                    <a:pt x="220193" y="0"/>
                  </a:lnTo>
                  <a:lnTo>
                    <a:pt x="227296" y="0"/>
                  </a:lnTo>
                  <a:lnTo>
                    <a:pt x="234399" y="0"/>
                  </a:lnTo>
                  <a:lnTo>
                    <a:pt x="241502" y="0"/>
                  </a:lnTo>
                  <a:lnTo>
                    <a:pt x="248606" y="0"/>
                  </a:lnTo>
                  <a:lnTo>
                    <a:pt x="255709" y="0"/>
                  </a:lnTo>
                  <a:lnTo>
                    <a:pt x="262812" y="0"/>
                  </a:lnTo>
                  <a:lnTo>
                    <a:pt x="269915" y="0"/>
                  </a:lnTo>
                  <a:lnTo>
                    <a:pt x="277018" y="0"/>
                  </a:lnTo>
                  <a:lnTo>
                    <a:pt x="284121" y="0"/>
                  </a:lnTo>
                  <a:lnTo>
                    <a:pt x="291224" y="0"/>
                  </a:lnTo>
                  <a:lnTo>
                    <a:pt x="298327" y="0"/>
                  </a:lnTo>
                  <a:lnTo>
                    <a:pt x="305430" y="0"/>
                  </a:lnTo>
                  <a:lnTo>
                    <a:pt x="312533" y="0"/>
                  </a:lnTo>
                  <a:lnTo>
                    <a:pt x="319636" y="0"/>
                  </a:lnTo>
                  <a:lnTo>
                    <a:pt x="326739" y="0"/>
                  </a:lnTo>
                  <a:lnTo>
                    <a:pt x="333842" y="0"/>
                  </a:lnTo>
                  <a:lnTo>
                    <a:pt x="340945" y="0"/>
                  </a:lnTo>
                  <a:lnTo>
                    <a:pt x="348048" y="0"/>
                  </a:lnTo>
                  <a:lnTo>
                    <a:pt x="355151" y="0"/>
                  </a:lnTo>
                  <a:lnTo>
                    <a:pt x="362254" y="0"/>
                  </a:lnTo>
                  <a:lnTo>
                    <a:pt x="369357" y="0"/>
                  </a:lnTo>
                  <a:lnTo>
                    <a:pt x="376460" y="0"/>
                  </a:lnTo>
                  <a:lnTo>
                    <a:pt x="383563" y="0"/>
                  </a:lnTo>
                  <a:lnTo>
                    <a:pt x="390666" y="0"/>
                  </a:lnTo>
                  <a:lnTo>
                    <a:pt x="397769" y="0"/>
                  </a:lnTo>
                  <a:lnTo>
                    <a:pt x="404872" y="0"/>
                  </a:lnTo>
                  <a:lnTo>
                    <a:pt x="411975" y="0"/>
                  </a:lnTo>
                  <a:lnTo>
                    <a:pt x="419078" y="0"/>
                  </a:lnTo>
                  <a:lnTo>
                    <a:pt x="426181" y="0"/>
                  </a:lnTo>
                  <a:lnTo>
                    <a:pt x="433284" y="0"/>
                  </a:lnTo>
                  <a:lnTo>
                    <a:pt x="440387" y="0"/>
                  </a:lnTo>
                  <a:lnTo>
                    <a:pt x="447490" y="0"/>
                  </a:lnTo>
                  <a:lnTo>
                    <a:pt x="454593" y="0"/>
                  </a:lnTo>
                  <a:lnTo>
                    <a:pt x="461696" y="0"/>
                  </a:lnTo>
                  <a:lnTo>
                    <a:pt x="468799" y="0"/>
                  </a:lnTo>
                  <a:lnTo>
                    <a:pt x="475902" y="0"/>
                  </a:lnTo>
                  <a:lnTo>
                    <a:pt x="483005" y="0"/>
                  </a:lnTo>
                  <a:lnTo>
                    <a:pt x="490109" y="0"/>
                  </a:lnTo>
                  <a:lnTo>
                    <a:pt x="497212" y="0"/>
                  </a:lnTo>
                  <a:lnTo>
                    <a:pt x="504315" y="0"/>
                  </a:lnTo>
                  <a:lnTo>
                    <a:pt x="511418" y="0"/>
                  </a:lnTo>
                  <a:lnTo>
                    <a:pt x="518521" y="0"/>
                  </a:lnTo>
                  <a:lnTo>
                    <a:pt x="525624" y="0"/>
                  </a:lnTo>
                  <a:lnTo>
                    <a:pt x="532727" y="0"/>
                  </a:lnTo>
                  <a:lnTo>
                    <a:pt x="539830" y="0"/>
                  </a:lnTo>
                  <a:lnTo>
                    <a:pt x="546933" y="0"/>
                  </a:lnTo>
                  <a:lnTo>
                    <a:pt x="554036" y="0"/>
                  </a:lnTo>
                  <a:lnTo>
                    <a:pt x="561139" y="0"/>
                  </a:lnTo>
                  <a:lnTo>
                    <a:pt x="568242" y="0"/>
                  </a:lnTo>
                  <a:lnTo>
                    <a:pt x="575345" y="0"/>
                  </a:lnTo>
                  <a:lnTo>
                    <a:pt x="582448" y="0"/>
                  </a:lnTo>
                  <a:lnTo>
                    <a:pt x="589551" y="0"/>
                  </a:lnTo>
                  <a:lnTo>
                    <a:pt x="596654" y="0"/>
                  </a:lnTo>
                  <a:lnTo>
                    <a:pt x="603757" y="0"/>
                  </a:lnTo>
                  <a:lnTo>
                    <a:pt x="610860" y="0"/>
                  </a:lnTo>
                  <a:lnTo>
                    <a:pt x="617963" y="0"/>
                  </a:lnTo>
                  <a:lnTo>
                    <a:pt x="625066" y="0"/>
                  </a:lnTo>
                  <a:lnTo>
                    <a:pt x="632169" y="0"/>
                  </a:lnTo>
                  <a:lnTo>
                    <a:pt x="639272" y="0"/>
                  </a:lnTo>
                  <a:lnTo>
                    <a:pt x="646375" y="0"/>
                  </a:lnTo>
                  <a:lnTo>
                    <a:pt x="653478" y="0"/>
                  </a:lnTo>
                  <a:lnTo>
                    <a:pt x="660581" y="0"/>
                  </a:lnTo>
                  <a:lnTo>
                    <a:pt x="667684" y="0"/>
                  </a:lnTo>
                  <a:lnTo>
                    <a:pt x="674787" y="0"/>
                  </a:lnTo>
                  <a:lnTo>
                    <a:pt x="681890" y="0"/>
                  </a:lnTo>
                  <a:lnTo>
                    <a:pt x="688993" y="0"/>
                  </a:lnTo>
                  <a:lnTo>
                    <a:pt x="696096" y="0"/>
                  </a:lnTo>
                  <a:lnTo>
                    <a:pt x="703199" y="0"/>
                  </a:lnTo>
                  <a:lnTo>
                    <a:pt x="710302" y="0"/>
                  </a:lnTo>
                  <a:lnTo>
                    <a:pt x="717405" y="0"/>
                  </a:lnTo>
                  <a:lnTo>
                    <a:pt x="724508" y="0"/>
                  </a:lnTo>
                  <a:lnTo>
                    <a:pt x="731611" y="0"/>
                  </a:lnTo>
                  <a:lnTo>
                    <a:pt x="738715" y="0"/>
                  </a:lnTo>
                  <a:lnTo>
                    <a:pt x="745818" y="0"/>
                  </a:lnTo>
                  <a:lnTo>
                    <a:pt x="752921" y="0"/>
                  </a:lnTo>
                  <a:lnTo>
                    <a:pt x="760024" y="0"/>
                  </a:lnTo>
                  <a:lnTo>
                    <a:pt x="767127" y="0"/>
                  </a:lnTo>
                  <a:lnTo>
                    <a:pt x="774230" y="0"/>
                  </a:lnTo>
                  <a:lnTo>
                    <a:pt x="781333" y="0"/>
                  </a:lnTo>
                  <a:lnTo>
                    <a:pt x="788436" y="0"/>
                  </a:lnTo>
                  <a:lnTo>
                    <a:pt x="795539" y="0"/>
                  </a:lnTo>
                  <a:lnTo>
                    <a:pt x="802642" y="0"/>
                  </a:lnTo>
                  <a:lnTo>
                    <a:pt x="809745" y="0"/>
                  </a:lnTo>
                  <a:lnTo>
                    <a:pt x="816848" y="0"/>
                  </a:lnTo>
                  <a:lnTo>
                    <a:pt x="823951" y="0"/>
                  </a:lnTo>
                  <a:lnTo>
                    <a:pt x="831054" y="0"/>
                  </a:lnTo>
                  <a:lnTo>
                    <a:pt x="838157" y="0"/>
                  </a:lnTo>
                  <a:lnTo>
                    <a:pt x="845260" y="0"/>
                  </a:lnTo>
                  <a:lnTo>
                    <a:pt x="852363" y="0"/>
                  </a:lnTo>
                  <a:lnTo>
                    <a:pt x="859466" y="0"/>
                  </a:lnTo>
                  <a:lnTo>
                    <a:pt x="866569" y="0"/>
                  </a:lnTo>
                  <a:lnTo>
                    <a:pt x="873672" y="0"/>
                  </a:lnTo>
                  <a:lnTo>
                    <a:pt x="880775" y="0"/>
                  </a:lnTo>
                  <a:lnTo>
                    <a:pt x="887878" y="0"/>
                  </a:lnTo>
                  <a:lnTo>
                    <a:pt x="894981" y="0"/>
                  </a:lnTo>
                  <a:lnTo>
                    <a:pt x="902084" y="0"/>
                  </a:lnTo>
                  <a:lnTo>
                    <a:pt x="909187" y="0"/>
                  </a:lnTo>
                  <a:lnTo>
                    <a:pt x="916290" y="0"/>
                  </a:lnTo>
                  <a:lnTo>
                    <a:pt x="923393" y="0"/>
                  </a:lnTo>
                  <a:lnTo>
                    <a:pt x="930496" y="0"/>
                  </a:lnTo>
                  <a:lnTo>
                    <a:pt x="937599" y="0"/>
                  </a:lnTo>
                  <a:lnTo>
                    <a:pt x="944702" y="0"/>
                  </a:lnTo>
                  <a:lnTo>
                    <a:pt x="951805" y="0"/>
                  </a:lnTo>
                  <a:lnTo>
                    <a:pt x="958908" y="0"/>
                  </a:lnTo>
                  <a:lnTo>
                    <a:pt x="966011" y="0"/>
                  </a:lnTo>
                  <a:lnTo>
                    <a:pt x="973114" y="0"/>
                  </a:lnTo>
                  <a:lnTo>
                    <a:pt x="980218" y="0"/>
                  </a:lnTo>
                  <a:lnTo>
                    <a:pt x="987321" y="0"/>
                  </a:lnTo>
                  <a:lnTo>
                    <a:pt x="994424" y="0"/>
                  </a:lnTo>
                  <a:lnTo>
                    <a:pt x="1001527" y="0"/>
                  </a:lnTo>
                  <a:lnTo>
                    <a:pt x="1008630" y="0"/>
                  </a:lnTo>
                  <a:lnTo>
                    <a:pt x="1015733" y="0"/>
                  </a:lnTo>
                  <a:lnTo>
                    <a:pt x="1022836" y="0"/>
                  </a:lnTo>
                  <a:lnTo>
                    <a:pt x="1029939" y="0"/>
                  </a:lnTo>
                  <a:lnTo>
                    <a:pt x="1037042" y="0"/>
                  </a:lnTo>
                  <a:lnTo>
                    <a:pt x="1044145" y="0"/>
                  </a:lnTo>
                  <a:lnTo>
                    <a:pt x="1051248" y="0"/>
                  </a:lnTo>
                  <a:lnTo>
                    <a:pt x="1058351" y="0"/>
                  </a:lnTo>
                  <a:lnTo>
                    <a:pt x="1065454" y="0"/>
                  </a:lnTo>
                  <a:lnTo>
                    <a:pt x="1072557" y="0"/>
                  </a:lnTo>
                  <a:lnTo>
                    <a:pt x="1079660" y="0"/>
                  </a:lnTo>
                  <a:lnTo>
                    <a:pt x="1086763" y="0"/>
                  </a:lnTo>
                  <a:lnTo>
                    <a:pt x="1093866" y="0"/>
                  </a:lnTo>
                  <a:lnTo>
                    <a:pt x="1100969" y="0"/>
                  </a:lnTo>
                  <a:lnTo>
                    <a:pt x="1108072" y="0"/>
                  </a:lnTo>
                  <a:lnTo>
                    <a:pt x="1115175" y="0"/>
                  </a:lnTo>
                  <a:lnTo>
                    <a:pt x="1122278" y="0"/>
                  </a:lnTo>
                  <a:lnTo>
                    <a:pt x="1129381" y="0"/>
                  </a:lnTo>
                  <a:lnTo>
                    <a:pt x="1136484" y="0"/>
                  </a:lnTo>
                  <a:lnTo>
                    <a:pt x="1143587" y="0"/>
                  </a:lnTo>
                  <a:lnTo>
                    <a:pt x="1150690" y="0"/>
                  </a:lnTo>
                  <a:lnTo>
                    <a:pt x="1157793" y="0"/>
                  </a:lnTo>
                  <a:lnTo>
                    <a:pt x="1164896" y="0"/>
                  </a:lnTo>
                  <a:lnTo>
                    <a:pt x="1171999" y="0"/>
                  </a:lnTo>
                  <a:lnTo>
                    <a:pt x="1179102" y="0"/>
                  </a:lnTo>
                  <a:lnTo>
                    <a:pt x="1186205" y="0"/>
                  </a:lnTo>
                  <a:lnTo>
                    <a:pt x="1193308" y="0"/>
                  </a:lnTo>
                  <a:lnTo>
                    <a:pt x="1200411" y="0"/>
                  </a:lnTo>
                  <a:lnTo>
                    <a:pt x="1207514" y="0"/>
                  </a:lnTo>
                  <a:lnTo>
                    <a:pt x="1214617" y="0"/>
                  </a:lnTo>
                  <a:lnTo>
                    <a:pt x="1221720" y="0"/>
                  </a:lnTo>
                  <a:lnTo>
                    <a:pt x="1228824" y="0"/>
                  </a:lnTo>
                  <a:lnTo>
                    <a:pt x="1235927" y="0"/>
                  </a:lnTo>
                  <a:lnTo>
                    <a:pt x="1243030" y="0"/>
                  </a:lnTo>
                  <a:lnTo>
                    <a:pt x="1250133" y="0"/>
                  </a:lnTo>
                  <a:lnTo>
                    <a:pt x="1257236" y="0"/>
                  </a:lnTo>
                  <a:lnTo>
                    <a:pt x="1264339" y="0"/>
                  </a:lnTo>
                  <a:lnTo>
                    <a:pt x="1271442" y="0"/>
                  </a:lnTo>
                  <a:lnTo>
                    <a:pt x="1278545" y="0"/>
                  </a:lnTo>
                  <a:lnTo>
                    <a:pt x="1285648" y="0"/>
                  </a:lnTo>
                  <a:lnTo>
                    <a:pt x="1292751" y="0"/>
                  </a:lnTo>
                  <a:lnTo>
                    <a:pt x="1299854" y="0"/>
                  </a:lnTo>
                  <a:lnTo>
                    <a:pt x="1306957" y="0"/>
                  </a:lnTo>
                  <a:lnTo>
                    <a:pt x="1314060" y="0"/>
                  </a:lnTo>
                  <a:lnTo>
                    <a:pt x="1321163" y="0"/>
                  </a:lnTo>
                  <a:lnTo>
                    <a:pt x="1328266" y="0"/>
                  </a:lnTo>
                  <a:lnTo>
                    <a:pt x="1335369" y="0"/>
                  </a:lnTo>
                  <a:lnTo>
                    <a:pt x="1342472" y="0"/>
                  </a:lnTo>
                  <a:lnTo>
                    <a:pt x="1349575" y="0"/>
                  </a:lnTo>
                  <a:lnTo>
                    <a:pt x="1356678" y="0"/>
                  </a:lnTo>
                  <a:lnTo>
                    <a:pt x="1363781" y="0"/>
                  </a:lnTo>
                  <a:lnTo>
                    <a:pt x="1370884" y="0"/>
                  </a:lnTo>
                  <a:lnTo>
                    <a:pt x="1377987" y="0"/>
                  </a:lnTo>
                  <a:lnTo>
                    <a:pt x="1385090" y="0"/>
                  </a:lnTo>
                  <a:lnTo>
                    <a:pt x="1392193" y="0"/>
                  </a:lnTo>
                  <a:lnTo>
                    <a:pt x="1399296" y="0"/>
                  </a:lnTo>
                  <a:lnTo>
                    <a:pt x="1406399" y="0"/>
                  </a:lnTo>
                  <a:lnTo>
                    <a:pt x="1413502" y="0"/>
                  </a:lnTo>
                  <a:lnTo>
                    <a:pt x="1420605" y="0"/>
                  </a:lnTo>
                  <a:lnTo>
                    <a:pt x="1427708" y="0"/>
                  </a:lnTo>
                  <a:lnTo>
                    <a:pt x="1434811" y="0"/>
                  </a:lnTo>
                  <a:lnTo>
                    <a:pt x="1441914" y="0"/>
                  </a:lnTo>
                  <a:lnTo>
                    <a:pt x="1449017" y="0"/>
                  </a:lnTo>
                  <a:lnTo>
                    <a:pt x="1456120" y="0"/>
                  </a:lnTo>
                  <a:lnTo>
                    <a:pt x="1463223" y="0"/>
                  </a:lnTo>
                  <a:lnTo>
                    <a:pt x="1470327" y="0"/>
                  </a:lnTo>
                  <a:lnTo>
                    <a:pt x="1477430" y="0"/>
                  </a:lnTo>
                  <a:lnTo>
                    <a:pt x="1484533" y="0"/>
                  </a:lnTo>
                  <a:lnTo>
                    <a:pt x="1491636" y="0"/>
                  </a:lnTo>
                  <a:lnTo>
                    <a:pt x="1498739" y="0"/>
                  </a:lnTo>
                  <a:lnTo>
                    <a:pt x="1505842" y="0"/>
                  </a:lnTo>
                  <a:lnTo>
                    <a:pt x="1512945" y="0"/>
                  </a:lnTo>
                  <a:lnTo>
                    <a:pt x="1520048" y="0"/>
                  </a:lnTo>
                  <a:lnTo>
                    <a:pt x="1527151" y="0"/>
                  </a:lnTo>
                  <a:lnTo>
                    <a:pt x="1534254" y="0"/>
                  </a:lnTo>
                  <a:lnTo>
                    <a:pt x="1541357" y="0"/>
                  </a:lnTo>
                  <a:lnTo>
                    <a:pt x="1548460" y="0"/>
                  </a:lnTo>
                  <a:lnTo>
                    <a:pt x="1555563" y="0"/>
                  </a:lnTo>
                  <a:lnTo>
                    <a:pt x="1562666" y="0"/>
                  </a:lnTo>
                  <a:lnTo>
                    <a:pt x="1569769" y="0"/>
                  </a:lnTo>
                  <a:lnTo>
                    <a:pt x="1576872" y="0"/>
                  </a:lnTo>
                  <a:lnTo>
                    <a:pt x="1583975" y="0"/>
                  </a:lnTo>
                  <a:lnTo>
                    <a:pt x="1591078" y="0"/>
                  </a:lnTo>
                  <a:lnTo>
                    <a:pt x="1598181" y="0"/>
                  </a:lnTo>
                  <a:lnTo>
                    <a:pt x="1605284" y="0"/>
                  </a:lnTo>
                  <a:lnTo>
                    <a:pt x="1612387" y="0"/>
                  </a:lnTo>
                  <a:lnTo>
                    <a:pt x="1619490" y="0"/>
                  </a:lnTo>
                  <a:lnTo>
                    <a:pt x="1626593" y="0"/>
                  </a:lnTo>
                  <a:lnTo>
                    <a:pt x="1633696" y="0"/>
                  </a:lnTo>
                  <a:lnTo>
                    <a:pt x="1640799" y="0"/>
                  </a:lnTo>
                  <a:lnTo>
                    <a:pt x="1647902" y="0"/>
                  </a:lnTo>
                  <a:lnTo>
                    <a:pt x="1655005" y="0"/>
                  </a:lnTo>
                  <a:lnTo>
                    <a:pt x="1662108" y="0"/>
                  </a:lnTo>
                  <a:lnTo>
                    <a:pt x="1669211" y="0"/>
                  </a:lnTo>
                  <a:lnTo>
                    <a:pt x="1676314" y="0"/>
                  </a:lnTo>
                  <a:lnTo>
                    <a:pt x="1683417" y="0"/>
                  </a:lnTo>
                  <a:lnTo>
                    <a:pt x="1690520" y="0"/>
                  </a:lnTo>
                  <a:lnTo>
                    <a:pt x="1697623" y="0"/>
                  </a:lnTo>
                  <a:lnTo>
                    <a:pt x="1704726" y="0"/>
                  </a:lnTo>
                  <a:lnTo>
                    <a:pt x="1711829" y="0"/>
                  </a:lnTo>
                  <a:lnTo>
                    <a:pt x="1718933" y="0"/>
                  </a:lnTo>
                  <a:lnTo>
                    <a:pt x="1726036" y="0"/>
                  </a:lnTo>
                  <a:lnTo>
                    <a:pt x="1733139" y="0"/>
                  </a:lnTo>
                  <a:lnTo>
                    <a:pt x="1740242" y="0"/>
                  </a:lnTo>
                  <a:lnTo>
                    <a:pt x="1747345" y="0"/>
                  </a:lnTo>
                  <a:lnTo>
                    <a:pt x="1754448" y="0"/>
                  </a:lnTo>
                  <a:lnTo>
                    <a:pt x="1761551" y="0"/>
                  </a:lnTo>
                  <a:lnTo>
                    <a:pt x="1768654" y="0"/>
                  </a:lnTo>
                  <a:lnTo>
                    <a:pt x="1775757" y="0"/>
                  </a:lnTo>
                  <a:lnTo>
                    <a:pt x="1782860" y="0"/>
                  </a:lnTo>
                  <a:lnTo>
                    <a:pt x="1789963" y="0"/>
                  </a:lnTo>
                  <a:lnTo>
                    <a:pt x="1797066" y="0"/>
                  </a:lnTo>
                  <a:lnTo>
                    <a:pt x="1804169" y="0"/>
                  </a:lnTo>
                  <a:lnTo>
                    <a:pt x="1811272" y="0"/>
                  </a:lnTo>
                  <a:lnTo>
                    <a:pt x="1818375" y="0"/>
                  </a:lnTo>
                  <a:lnTo>
                    <a:pt x="1825478" y="0"/>
                  </a:lnTo>
                  <a:lnTo>
                    <a:pt x="1832581" y="0"/>
                  </a:lnTo>
                  <a:lnTo>
                    <a:pt x="1839684" y="0"/>
                  </a:lnTo>
                  <a:lnTo>
                    <a:pt x="1846787" y="0"/>
                  </a:lnTo>
                  <a:lnTo>
                    <a:pt x="1853890" y="0"/>
                  </a:lnTo>
                  <a:lnTo>
                    <a:pt x="1860993" y="0"/>
                  </a:lnTo>
                  <a:lnTo>
                    <a:pt x="1868096" y="0"/>
                  </a:lnTo>
                  <a:lnTo>
                    <a:pt x="1875199" y="0"/>
                  </a:lnTo>
                  <a:lnTo>
                    <a:pt x="1882302" y="0"/>
                  </a:lnTo>
                  <a:lnTo>
                    <a:pt x="1889405" y="0"/>
                  </a:lnTo>
                  <a:lnTo>
                    <a:pt x="1896508" y="0"/>
                  </a:lnTo>
                  <a:lnTo>
                    <a:pt x="1903611" y="0"/>
                  </a:lnTo>
                  <a:lnTo>
                    <a:pt x="1910714" y="0"/>
                  </a:lnTo>
                  <a:lnTo>
                    <a:pt x="1917817" y="0"/>
                  </a:lnTo>
                  <a:lnTo>
                    <a:pt x="1924920" y="0"/>
                  </a:lnTo>
                  <a:lnTo>
                    <a:pt x="1932023" y="0"/>
                  </a:lnTo>
                  <a:lnTo>
                    <a:pt x="1939126" y="0"/>
                  </a:lnTo>
                  <a:lnTo>
                    <a:pt x="1946229" y="0"/>
                  </a:lnTo>
                  <a:lnTo>
                    <a:pt x="1953332" y="0"/>
                  </a:lnTo>
                  <a:lnTo>
                    <a:pt x="1960436" y="0"/>
                  </a:lnTo>
                  <a:lnTo>
                    <a:pt x="1967539" y="0"/>
                  </a:lnTo>
                  <a:lnTo>
                    <a:pt x="1974642" y="0"/>
                  </a:lnTo>
                  <a:lnTo>
                    <a:pt x="1981745" y="0"/>
                  </a:lnTo>
                  <a:lnTo>
                    <a:pt x="1988848" y="0"/>
                  </a:lnTo>
                  <a:lnTo>
                    <a:pt x="1995951" y="0"/>
                  </a:lnTo>
                  <a:lnTo>
                    <a:pt x="2003054" y="0"/>
                  </a:lnTo>
                  <a:lnTo>
                    <a:pt x="2010157" y="0"/>
                  </a:lnTo>
                  <a:lnTo>
                    <a:pt x="2017260" y="0"/>
                  </a:lnTo>
                  <a:lnTo>
                    <a:pt x="2024363" y="0"/>
                  </a:lnTo>
                  <a:lnTo>
                    <a:pt x="2031466" y="0"/>
                  </a:lnTo>
                  <a:lnTo>
                    <a:pt x="2038569" y="0"/>
                  </a:lnTo>
                  <a:lnTo>
                    <a:pt x="2045672" y="0"/>
                  </a:lnTo>
                  <a:lnTo>
                    <a:pt x="2052775" y="0"/>
                  </a:lnTo>
                  <a:lnTo>
                    <a:pt x="2059878" y="0"/>
                  </a:lnTo>
                  <a:lnTo>
                    <a:pt x="2066981" y="0"/>
                  </a:lnTo>
                  <a:lnTo>
                    <a:pt x="2074084" y="0"/>
                  </a:lnTo>
                  <a:lnTo>
                    <a:pt x="2081187" y="0"/>
                  </a:lnTo>
                  <a:lnTo>
                    <a:pt x="2088290" y="0"/>
                  </a:lnTo>
                  <a:lnTo>
                    <a:pt x="2095393" y="0"/>
                  </a:lnTo>
                  <a:lnTo>
                    <a:pt x="2102496" y="0"/>
                  </a:lnTo>
                  <a:lnTo>
                    <a:pt x="2109599" y="0"/>
                  </a:lnTo>
                  <a:lnTo>
                    <a:pt x="2116702" y="0"/>
                  </a:lnTo>
                  <a:lnTo>
                    <a:pt x="2123805" y="0"/>
                  </a:lnTo>
                  <a:lnTo>
                    <a:pt x="2130908" y="0"/>
                  </a:lnTo>
                  <a:lnTo>
                    <a:pt x="2138011" y="0"/>
                  </a:lnTo>
                  <a:lnTo>
                    <a:pt x="2145114" y="0"/>
                  </a:lnTo>
                  <a:lnTo>
                    <a:pt x="2152217" y="0"/>
                  </a:lnTo>
                  <a:lnTo>
                    <a:pt x="2159320" y="0"/>
                  </a:lnTo>
                  <a:lnTo>
                    <a:pt x="2166423" y="0"/>
                  </a:lnTo>
                  <a:lnTo>
                    <a:pt x="2173526" y="0"/>
                  </a:lnTo>
                  <a:lnTo>
                    <a:pt x="2180629" y="0"/>
                  </a:lnTo>
                  <a:lnTo>
                    <a:pt x="2187732" y="0"/>
                  </a:lnTo>
                  <a:lnTo>
                    <a:pt x="2194835" y="0"/>
                  </a:lnTo>
                  <a:lnTo>
                    <a:pt x="2201938" y="0"/>
                  </a:lnTo>
                  <a:lnTo>
                    <a:pt x="2209042" y="0"/>
                  </a:lnTo>
                  <a:lnTo>
                    <a:pt x="2216145" y="0"/>
                  </a:lnTo>
                  <a:lnTo>
                    <a:pt x="2223248" y="0"/>
                  </a:lnTo>
                  <a:lnTo>
                    <a:pt x="2230351" y="0"/>
                  </a:lnTo>
                  <a:lnTo>
                    <a:pt x="2237454" y="0"/>
                  </a:lnTo>
                  <a:lnTo>
                    <a:pt x="2244557" y="0"/>
                  </a:lnTo>
                  <a:lnTo>
                    <a:pt x="2251660" y="0"/>
                  </a:lnTo>
                  <a:lnTo>
                    <a:pt x="2258763" y="0"/>
                  </a:lnTo>
                  <a:lnTo>
                    <a:pt x="2265866" y="0"/>
                  </a:lnTo>
                  <a:lnTo>
                    <a:pt x="2272969" y="0"/>
                  </a:lnTo>
                  <a:lnTo>
                    <a:pt x="2280072" y="0"/>
                  </a:lnTo>
                  <a:lnTo>
                    <a:pt x="2287175" y="0"/>
                  </a:lnTo>
                  <a:lnTo>
                    <a:pt x="2294278" y="0"/>
                  </a:lnTo>
                  <a:lnTo>
                    <a:pt x="2301381" y="0"/>
                  </a:lnTo>
                  <a:lnTo>
                    <a:pt x="2308484" y="0"/>
                  </a:lnTo>
                  <a:lnTo>
                    <a:pt x="2315587" y="0"/>
                  </a:lnTo>
                  <a:lnTo>
                    <a:pt x="2322690" y="0"/>
                  </a:lnTo>
                  <a:lnTo>
                    <a:pt x="2329793" y="0"/>
                  </a:lnTo>
                  <a:lnTo>
                    <a:pt x="2336896" y="0"/>
                  </a:lnTo>
                  <a:lnTo>
                    <a:pt x="2343999" y="0"/>
                  </a:lnTo>
                  <a:lnTo>
                    <a:pt x="2351102" y="0"/>
                  </a:lnTo>
                  <a:lnTo>
                    <a:pt x="2358205" y="0"/>
                  </a:lnTo>
                  <a:lnTo>
                    <a:pt x="2365308" y="0"/>
                  </a:lnTo>
                  <a:lnTo>
                    <a:pt x="2372411" y="0"/>
                  </a:lnTo>
                  <a:lnTo>
                    <a:pt x="2379514" y="0"/>
                  </a:lnTo>
                  <a:lnTo>
                    <a:pt x="2386617" y="0"/>
                  </a:lnTo>
                  <a:lnTo>
                    <a:pt x="2393720" y="0"/>
                  </a:lnTo>
                  <a:lnTo>
                    <a:pt x="2400823" y="0"/>
                  </a:lnTo>
                  <a:lnTo>
                    <a:pt x="2407926" y="0"/>
                  </a:lnTo>
                  <a:lnTo>
                    <a:pt x="2415029" y="0"/>
                  </a:lnTo>
                  <a:lnTo>
                    <a:pt x="2422132" y="0"/>
                  </a:lnTo>
                  <a:lnTo>
                    <a:pt x="2429235" y="0"/>
                  </a:lnTo>
                  <a:lnTo>
                    <a:pt x="2436338" y="0"/>
                  </a:lnTo>
                  <a:lnTo>
                    <a:pt x="2443441" y="0"/>
                  </a:lnTo>
                  <a:lnTo>
                    <a:pt x="2450545" y="0"/>
                  </a:lnTo>
                  <a:lnTo>
                    <a:pt x="2457648" y="0"/>
                  </a:lnTo>
                  <a:lnTo>
                    <a:pt x="2464751" y="0"/>
                  </a:lnTo>
                  <a:lnTo>
                    <a:pt x="2471854" y="0"/>
                  </a:lnTo>
                  <a:lnTo>
                    <a:pt x="2478957" y="0"/>
                  </a:lnTo>
                  <a:lnTo>
                    <a:pt x="2486060" y="0"/>
                  </a:lnTo>
                  <a:lnTo>
                    <a:pt x="2493163" y="0"/>
                  </a:lnTo>
                  <a:lnTo>
                    <a:pt x="2500266" y="0"/>
                  </a:lnTo>
                  <a:lnTo>
                    <a:pt x="2507369" y="0"/>
                  </a:lnTo>
                  <a:lnTo>
                    <a:pt x="2514472" y="0"/>
                  </a:lnTo>
                  <a:lnTo>
                    <a:pt x="2521575" y="0"/>
                  </a:lnTo>
                  <a:lnTo>
                    <a:pt x="2528678" y="0"/>
                  </a:lnTo>
                  <a:lnTo>
                    <a:pt x="2535781" y="0"/>
                  </a:lnTo>
                  <a:lnTo>
                    <a:pt x="2542884" y="0"/>
                  </a:lnTo>
                  <a:lnTo>
                    <a:pt x="2549987" y="0"/>
                  </a:lnTo>
                  <a:lnTo>
                    <a:pt x="2557090" y="0"/>
                  </a:lnTo>
                  <a:lnTo>
                    <a:pt x="2564193" y="0"/>
                  </a:lnTo>
                  <a:lnTo>
                    <a:pt x="2571296" y="0"/>
                  </a:lnTo>
                  <a:lnTo>
                    <a:pt x="2578399" y="0"/>
                  </a:lnTo>
                  <a:lnTo>
                    <a:pt x="2585502" y="0"/>
                  </a:lnTo>
                  <a:lnTo>
                    <a:pt x="2592605" y="0"/>
                  </a:lnTo>
                  <a:lnTo>
                    <a:pt x="2599708" y="0"/>
                  </a:lnTo>
                  <a:lnTo>
                    <a:pt x="2606811" y="0"/>
                  </a:lnTo>
                  <a:lnTo>
                    <a:pt x="2613914" y="0"/>
                  </a:lnTo>
                  <a:lnTo>
                    <a:pt x="2621017" y="0"/>
                  </a:lnTo>
                  <a:lnTo>
                    <a:pt x="2628120" y="0"/>
                  </a:lnTo>
                  <a:lnTo>
                    <a:pt x="2635223" y="0"/>
                  </a:lnTo>
                  <a:lnTo>
                    <a:pt x="2642326" y="0"/>
                  </a:lnTo>
                  <a:lnTo>
                    <a:pt x="2649429" y="0"/>
                  </a:lnTo>
                  <a:lnTo>
                    <a:pt x="2656532" y="0"/>
                  </a:lnTo>
                  <a:lnTo>
                    <a:pt x="2663635" y="0"/>
                  </a:lnTo>
                  <a:lnTo>
                    <a:pt x="2670738" y="0"/>
                  </a:lnTo>
                  <a:lnTo>
                    <a:pt x="2677841" y="0"/>
                  </a:lnTo>
                  <a:lnTo>
                    <a:pt x="2684944" y="0"/>
                  </a:lnTo>
                  <a:lnTo>
                    <a:pt x="2692047" y="0"/>
                  </a:lnTo>
                  <a:lnTo>
                    <a:pt x="2699151" y="0"/>
                  </a:lnTo>
                  <a:lnTo>
                    <a:pt x="2706254" y="0"/>
                  </a:lnTo>
                  <a:lnTo>
                    <a:pt x="2713357" y="0"/>
                  </a:lnTo>
                  <a:lnTo>
                    <a:pt x="2720460" y="0"/>
                  </a:lnTo>
                  <a:lnTo>
                    <a:pt x="2727563" y="0"/>
                  </a:lnTo>
                  <a:lnTo>
                    <a:pt x="2734666" y="0"/>
                  </a:lnTo>
                  <a:lnTo>
                    <a:pt x="2741769" y="0"/>
                  </a:lnTo>
                  <a:lnTo>
                    <a:pt x="2748872" y="0"/>
                  </a:lnTo>
                  <a:lnTo>
                    <a:pt x="2755975" y="0"/>
                  </a:lnTo>
                  <a:lnTo>
                    <a:pt x="2763078" y="0"/>
                  </a:lnTo>
                  <a:lnTo>
                    <a:pt x="2770181" y="0"/>
                  </a:lnTo>
                  <a:lnTo>
                    <a:pt x="2777284" y="0"/>
                  </a:lnTo>
                  <a:lnTo>
                    <a:pt x="2784387" y="0"/>
                  </a:lnTo>
                  <a:lnTo>
                    <a:pt x="2791490" y="0"/>
                  </a:lnTo>
                  <a:lnTo>
                    <a:pt x="2798593" y="0"/>
                  </a:lnTo>
                  <a:lnTo>
                    <a:pt x="2805696" y="0"/>
                  </a:lnTo>
                  <a:lnTo>
                    <a:pt x="2812799" y="0"/>
                  </a:lnTo>
                  <a:lnTo>
                    <a:pt x="2819902" y="0"/>
                  </a:lnTo>
                  <a:lnTo>
                    <a:pt x="2827005" y="0"/>
                  </a:lnTo>
                  <a:lnTo>
                    <a:pt x="2834108" y="0"/>
                  </a:lnTo>
                  <a:lnTo>
                    <a:pt x="2841211" y="0"/>
                  </a:lnTo>
                  <a:lnTo>
                    <a:pt x="2848314" y="0"/>
                  </a:lnTo>
                  <a:lnTo>
                    <a:pt x="2855417" y="0"/>
                  </a:lnTo>
                  <a:lnTo>
                    <a:pt x="2862520" y="0"/>
                  </a:lnTo>
                  <a:lnTo>
                    <a:pt x="2869623" y="0"/>
                  </a:lnTo>
                  <a:lnTo>
                    <a:pt x="2876726" y="0"/>
                  </a:lnTo>
                  <a:lnTo>
                    <a:pt x="2883829" y="0"/>
                  </a:lnTo>
                  <a:lnTo>
                    <a:pt x="2890932" y="0"/>
                  </a:lnTo>
                  <a:lnTo>
                    <a:pt x="2898035" y="0"/>
                  </a:lnTo>
                  <a:lnTo>
                    <a:pt x="2905138" y="0"/>
                  </a:lnTo>
                  <a:lnTo>
                    <a:pt x="2912241" y="0"/>
                  </a:lnTo>
                  <a:lnTo>
                    <a:pt x="2919344" y="0"/>
                  </a:lnTo>
                  <a:lnTo>
                    <a:pt x="2926447" y="0"/>
                  </a:lnTo>
                  <a:lnTo>
                    <a:pt x="2933550" y="0"/>
                  </a:lnTo>
                  <a:lnTo>
                    <a:pt x="2940654" y="0"/>
                  </a:lnTo>
                  <a:lnTo>
                    <a:pt x="2947757" y="0"/>
                  </a:lnTo>
                  <a:lnTo>
                    <a:pt x="2954860" y="0"/>
                  </a:lnTo>
                  <a:lnTo>
                    <a:pt x="2961963" y="0"/>
                  </a:lnTo>
                  <a:lnTo>
                    <a:pt x="2969066" y="0"/>
                  </a:lnTo>
                  <a:lnTo>
                    <a:pt x="2976169" y="0"/>
                  </a:lnTo>
                  <a:lnTo>
                    <a:pt x="2983272" y="0"/>
                  </a:lnTo>
                  <a:lnTo>
                    <a:pt x="2990375" y="0"/>
                  </a:lnTo>
                  <a:lnTo>
                    <a:pt x="2997478" y="0"/>
                  </a:lnTo>
                  <a:lnTo>
                    <a:pt x="3004581" y="0"/>
                  </a:lnTo>
                  <a:lnTo>
                    <a:pt x="3011684" y="0"/>
                  </a:lnTo>
                  <a:lnTo>
                    <a:pt x="3018787" y="0"/>
                  </a:lnTo>
                  <a:lnTo>
                    <a:pt x="3025890" y="0"/>
                  </a:lnTo>
                  <a:lnTo>
                    <a:pt x="3032993" y="0"/>
                  </a:lnTo>
                  <a:lnTo>
                    <a:pt x="3040096" y="0"/>
                  </a:lnTo>
                  <a:lnTo>
                    <a:pt x="3047199" y="0"/>
                  </a:lnTo>
                  <a:lnTo>
                    <a:pt x="3054302" y="0"/>
                  </a:lnTo>
                  <a:lnTo>
                    <a:pt x="3061405" y="0"/>
                  </a:lnTo>
                  <a:lnTo>
                    <a:pt x="3068508" y="0"/>
                  </a:lnTo>
                  <a:lnTo>
                    <a:pt x="3075611" y="0"/>
                  </a:lnTo>
                  <a:lnTo>
                    <a:pt x="3082714" y="0"/>
                  </a:lnTo>
                  <a:lnTo>
                    <a:pt x="3089817" y="0"/>
                  </a:lnTo>
                  <a:lnTo>
                    <a:pt x="3096920" y="0"/>
                  </a:lnTo>
                  <a:lnTo>
                    <a:pt x="3104023" y="0"/>
                  </a:lnTo>
                  <a:lnTo>
                    <a:pt x="3111126" y="0"/>
                  </a:lnTo>
                  <a:lnTo>
                    <a:pt x="3118229" y="0"/>
                  </a:lnTo>
                  <a:lnTo>
                    <a:pt x="3125332" y="0"/>
                  </a:lnTo>
                  <a:lnTo>
                    <a:pt x="3132435" y="0"/>
                  </a:lnTo>
                  <a:lnTo>
                    <a:pt x="3139538" y="0"/>
                  </a:lnTo>
                  <a:lnTo>
                    <a:pt x="3146641" y="0"/>
                  </a:lnTo>
                  <a:lnTo>
                    <a:pt x="3153744" y="0"/>
                  </a:lnTo>
                  <a:lnTo>
                    <a:pt x="3160847" y="0"/>
                  </a:lnTo>
                  <a:lnTo>
                    <a:pt x="3167950" y="0"/>
                  </a:lnTo>
                  <a:lnTo>
                    <a:pt x="3175053" y="0"/>
                  </a:lnTo>
                  <a:lnTo>
                    <a:pt x="3182157" y="0"/>
                  </a:lnTo>
                  <a:lnTo>
                    <a:pt x="3189260" y="0"/>
                  </a:lnTo>
                  <a:lnTo>
                    <a:pt x="3196363" y="0"/>
                  </a:lnTo>
                  <a:lnTo>
                    <a:pt x="3203466" y="0"/>
                  </a:lnTo>
                  <a:lnTo>
                    <a:pt x="3210569" y="0"/>
                  </a:lnTo>
                  <a:lnTo>
                    <a:pt x="3217672" y="0"/>
                  </a:lnTo>
                  <a:lnTo>
                    <a:pt x="3224775" y="0"/>
                  </a:lnTo>
                  <a:lnTo>
                    <a:pt x="3231878" y="0"/>
                  </a:lnTo>
                  <a:lnTo>
                    <a:pt x="3238981" y="0"/>
                  </a:lnTo>
                  <a:lnTo>
                    <a:pt x="3246084" y="0"/>
                  </a:lnTo>
                  <a:lnTo>
                    <a:pt x="3253187" y="0"/>
                  </a:lnTo>
                  <a:lnTo>
                    <a:pt x="3260290" y="0"/>
                  </a:lnTo>
                  <a:lnTo>
                    <a:pt x="3267393" y="0"/>
                  </a:lnTo>
                  <a:lnTo>
                    <a:pt x="3274496" y="0"/>
                  </a:lnTo>
                  <a:lnTo>
                    <a:pt x="3281599" y="0"/>
                  </a:lnTo>
                  <a:lnTo>
                    <a:pt x="3288702" y="0"/>
                  </a:lnTo>
                  <a:lnTo>
                    <a:pt x="3295805" y="0"/>
                  </a:lnTo>
                  <a:lnTo>
                    <a:pt x="3302908" y="0"/>
                  </a:lnTo>
                  <a:lnTo>
                    <a:pt x="3310011" y="0"/>
                  </a:lnTo>
                  <a:lnTo>
                    <a:pt x="3317114" y="0"/>
                  </a:lnTo>
                  <a:lnTo>
                    <a:pt x="3324217" y="0"/>
                  </a:lnTo>
                  <a:lnTo>
                    <a:pt x="3331320" y="0"/>
                  </a:lnTo>
                  <a:lnTo>
                    <a:pt x="3338423" y="0"/>
                  </a:lnTo>
                  <a:lnTo>
                    <a:pt x="3345526" y="0"/>
                  </a:lnTo>
                  <a:lnTo>
                    <a:pt x="3352629" y="0"/>
                  </a:lnTo>
                  <a:lnTo>
                    <a:pt x="3359732" y="0"/>
                  </a:lnTo>
                  <a:lnTo>
                    <a:pt x="3366835" y="0"/>
                  </a:lnTo>
                  <a:lnTo>
                    <a:pt x="3373938" y="0"/>
                  </a:lnTo>
                  <a:lnTo>
                    <a:pt x="3381041" y="0"/>
                  </a:lnTo>
                  <a:lnTo>
                    <a:pt x="3388144" y="0"/>
                  </a:lnTo>
                  <a:lnTo>
                    <a:pt x="3395247" y="0"/>
                  </a:lnTo>
                  <a:lnTo>
                    <a:pt x="3402350" y="0"/>
                  </a:lnTo>
                  <a:lnTo>
                    <a:pt x="3409453" y="0"/>
                  </a:lnTo>
                  <a:lnTo>
                    <a:pt x="3416556" y="0"/>
                  </a:lnTo>
                  <a:lnTo>
                    <a:pt x="3423659" y="0"/>
                  </a:lnTo>
                  <a:lnTo>
                    <a:pt x="3430763" y="0"/>
                  </a:lnTo>
                  <a:lnTo>
                    <a:pt x="3437866" y="0"/>
                  </a:lnTo>
                  <a:lnTo>
                    <a:pt x="3444969" y="0"/>
                  </a:lnTo>
                  <a:lnTo>
                    <a:pt x="3452072" y="0"/>
                  </a:lnTo>
                  <a:lnTo>
                    <a:pt x="3459175" y="0"/>
                  </a:lnTo>
                  <a:lnTo>
                    <a:pt x="3466278" y="0"/>
                  </a:lnTo>
                  <a:lnTo>
                    <a:pt x="3473381" y="0"/>
                  </a:lnTo>
                  <a:lnTo>
                    <a:pt x="3480484" y="0"/>
                  </a:lnTo>
                  <a:lnTo>
                    <a:pt x="3487587" y="0"/>
                  </a:lnTo>
                  <a:lnTo>
                    <a:pt x="3494690" y="0"/>
                  </a:lnTo>
                  <a:lnTo>
                    <a:pt x="3501793" y="0"/>
                  </a:lnTo>
                  <a:lnTo>
                    <a:pt x="3508896" y="0"/>
                  </a:lnTo>
                  <a:lnTo>
                    <a:pt x="3515999" y="0"/>
                  </a:lnTo>
                  <a:lnTo>
                    <a:pt x="3523102" y="0"/>
                  </a:lnTo>
                  <a:lnTo>
                    <a:pt x="3530205" y="0"/>
                  </a:lnTo>
                  <a:lnTo>
                    <a:pt x="3537308" y="0"/>
                  </a:lnTo>
                  <a:lnTo>
                    <a:pt x="3544411" y="0"/>
                  </a:lnTo>
                  <a:lnTo>
                    <a:pt x="3551514" y="0"/>
                  </a:lnTo>
                  <a:lnTo>
                    <a:pt x="3551514" y="112653"/>
                  </a:lnTo>
                  <a:lnTo>
                    <a:pt x="3544411" y="112653"/>
                  </a:lnTo>
                  <a:lnTo>
                    <a:pt x="3537308" y="112653"/>
                  </a:lnTo>
                  <a:lnTo>
                    <a:pt x="3530205" y="112653"/>
                  </a:lnTo>
                  <a:lnTo>
                    <a:pt x="3523102" y="112653"/>
                  </a:lnTo>
                  <a:lnTo>
                    <a:pt x="3515999" y="112653"/>
                  </a:lnTo>
                  <a:lnTo>
                    <a:pt x="3508896" y="112653"/>
                  </a:lnTo>
                  <a:lnTo>
                    <a:pt x="3501793" y="112653"/>
                  </a:lnTo>
                  <a:lnTo>
                    <a:pt x="3494690" y="112653"/>
                  </a:lnTo>
                  <a:lnTo>
                    <a:pt x="3487587" y="112653"/>
                  </a:lnTo>
                  <a:lnTo>
                    <a:pt x="3480484" y="112653"/>
                  </a:lnTo>
                  <a:lnTo>
                    <a:pt x="3473381" y="112653"/>
                  </a:lnTo>
                  <a:lnTo>
                    <a:pt x="3466278" y="112653"/>
                  </a:lnTo>
                  <a:lnTo>
                    <a:pt x="3459175" y="112653"/>
                  </a:lnTo>
                  <a:lnTo>
                    <a:pt x="3452072" y="112653"/>
                  </a:lnTo>
                  <a:lnTo>
                    <a:pt x="3444969" y="112653"/>
                  </a:lnTo>
                  <a:lnTo>
                    <a:pt x="3437866" y="112653"/>
                  </a:lnTo>
                  <a:lnTo>
                    <a:pt x="3430763" y="112653"/>
                  </a:lnTo>
                  <a:lnTo>
                    <a:pt x="3423659" y="112653"/>
                  </a:lnTo>
                  <a:lnTo>
                    <a:pt x="3416556" y="112653"/>
                  </a:lnTo>
                  <a:lnTo>
                    <a:pt x="3409453" y="112653"/>
                  </a:lnTo>
                  <a:lnTo>
                    <a:pt x="3402350" y="112653"/>
                  </a:lnTo>
                  <a:lnTo>
                    <a:pt x="3395247" y="112653"/>
                  </a:lnTo>
                  <a:lnTo>
                    <a:pt x="3388144" y="112653"/>
                  </a:lnTo>
                  <a:lnTo>
                    <a:pt x="3381041" y="112653"/>
                  </a:lnTo>
                  <a:lnTo>
                    <a:pt x="3373938" y="112653"/>
                  </a:lnTo>
                  <a:lnTo>
                    <a:pt x="3366835" y="112653"/>
                  </a:lnTo>
                  <a:lnTo>
                    <a:pt x="3359732" y="112653"/>
                  </a:lnTo>
                  <a:lnTo>
                    <a:pt x="3352629" y="112653"/>
                  </a:lnTo>
                  <a:lnTo>
                    <a:pt x="3345526" y="112653"/>
                  </a:lnTo>
                  <a:lnTo>
                    <a:pt x="3338423" y="112653"/>
                  </a:lnTo>
                  <a:lnTo>
                    <a:pt x="3331320" y="112653"/>
                  </a:lnTo>
                  <a:lnTo>
                    <a:pt x="3324217" y="112653"/>
                  </a:lnTo>
                  <a:lnTo>
                    <a:pt x="3317114" y="112653"/>
                  </a:lnTo>
                  <a:lnTo>
                    <a:pt x="3310011" y="112653"/>
                  </a:lnTo>
                  <a:lnTo>
                    <a:pt x="3302908" y="112653"/>
                  </a:lnTo>
                  <a:lnTo>
                    <a:pt x="3295805" y="112653"/>
                  </a:lnTo>
                  <a:lnTo>
                    <a:pt x="3288702" y="112653"/>
                  </a:lnTo>
                  <a:lnTo>
                    <a:pt x="3281599" y="112653"/>
                  </a:lnTo>
                  <a:lnTo>
                    <a:pt x="3274496" y="112653"/>
                  </a:lnTo>
                  <a:lnTo>
                    <a:pt x="3267393" y="112653"/>
                  </a:lnTo>
                  <a:lnTo>
                    <a:pt x="3260290" y="112653"/>
                  </a:lnTo>
                  <a:lnTo>
                    <a:pt x="3253187" y="112653"/>
                  </a:lnTo>
                  <a:lnTo>
                    <a:pt x="3246084" y="112653"/>
                  </a:lnTo>
                  <a:lnTo>
                    <a:pt x="3238981" y="112653"/>
                  </a:lnTo>
                  <a:lnTo>
                    <a:pt x="3231878" y="112653"/>
                  </a:lnTo>
                  <a:lnTo>
                    <a:pt x="3224775" y="112653"/>
                  </a:lnTo>
                  <a:lnTo>
                    <a:pt x="3217672" y="112653"/>
                  </a:lnTo>
                  <a:lnTo>
                    <a:pt x="3210569" y="112653"/>
                  </a:lnTo>
                  <a:lnTo>
                    <a:pt x="3203466" y="112653"/>
                  </a:lnTo>
                  <a:lnTo>
                    <a:pt x="3196363" y="112653"/>
                  </a:lnTo>
                  <a:lnTo>
                    <a:pt x="3189260" y="112653"/>
                  </a:lnTo>
                  <a:lnTo>
                    <a:pt x="3182157" y="112653"/>
                  </a:lnTo>
                  <a:lnTo>
                    <a:pt x="3175053" y="112653"/>
                  </a:lnTo>
                  <a:lnTo>
                    <a:pt x="3167950" y="112653"/>
                  </a:lnTo>
                  <a:lnTo>
                    <a:pt x="3160847" y="112653"/>
                  </a:lnTo>
                  <a:lnTo>
                    <a:pt x="3153744" y="112653"/>
                  </a:lnTo>
                  <a:lnTo>
                    <a:pt x="3146641" y="112653"/>
                  </a:lnTo>
                  <a:lnTo>
                    <a:pt x="3139538" y="112653"/>
                  </a:lnTo>
                  <a:lnTo>
                    <a:pt x="3132435" y="112653"/>
                  </a:lnTo>
                  <a:lnTo>
                    <a:pt x="3125332" y="112653"/>
                  </a:lnTo>
                  <a:lnTo>
                    <a:pt x="3118229" y="112653"/>
                  </a:lnTo>
                  <a:lnTo>
                    <a:pt x="3111126" y="112653"/>
                  </a:lnTo>
                  <a:lnTo>
                    <a:pt x="3104023" y="112653"/>
                  </a:lnTo>
                  <a:lnTo>
                    <a:pt x="3096920" y="112653"/>
                  </a:lnTo>
                  <a:lnTo>
                    <a:pt x="3089817" y="112653"/>
                  </a:lnTo>
                  <a:lnTo>
                    <a:pt x="3082714" y="112653"/>
                  </a:lnTo>
                  <a:lnTo>
                    <a:pt x="3075611" y="112653"/>
                  </a:lnTo>
                  <a:lnTo>
                    <a:pt x="3068508" y="112653"/>
                  </a:lnTo>
                  <a:lnTo>
                    <a:pt x="3061405" y="112653"/>
                  </a:lnTo>
                  <a:lnTo>
                    <a:pt x="3054302" y="112653"/>
                  </a:lnTo>
                  <a:lnTo>
                    <a:pt x="3047199" y="112653"/>
                  </a:lnTo>
                  <a:lnTo>
                    <a:pt x="3040096" y="112653"/>
                  </a:lnTo>
                  <a:lnTo>
                    <a:pt x="3032993" y="112653"/>
                  </a:lnTo>
                  <a:lnTo>
                    <a:pt x="3025890" y="112653"/>
                  </a:lnTo>
                  <a:lnTo>
                    <a:pt x="3018787" y="112653"/>
                  </a:lnTo>
                  <a:lnTo>
                    <a:pt x="3011684" y="112653"/>
                  </a:lnTo>
                  <a:lnTo>
                    <a:pt x="3004581" y="112653"/>
                  </a:lnTo>
                  <a:lnTo>
                    <a:pt x="2997478" y="112653"/>
                  </a:lnTo>
                  <a:lnTo>
                    <a:pt x="2990375" y="112653"/>
                  </a:lnTo>
                  <a:lnTo>
                    <a:pt x="2983272" y="112653"/>
                  </a:lnTo>
                  <a:lnTo>
                    <a:pt x="2976169" y="112653"/>
                  </a:lnTo>
                  <a:lnTo>
                    <a:pt x="2969066" y="112653"/>
                  </a:lnTo>
                  <a:lnTo>
                    <a:pt x="2961963" y="112653"/>
                  </a:lnTo>
                  <a:lnTo>
                    <a:pt x="2954860" y="112653"/>
                  </a:lnTo>
                  <a:lnTo>
                    <a:pt x="2947757" y="112653"/>
                  </a:lnTo>
                  <a:lnTo>
                    <a:pt x="2940654" y="112653"/>
                  </a:lnTo>
                  <a:lnTo>
                    <a:pt x="2933550" y="112653"/>
                  </a:lnTo>
                  <a:lnTo>
                    <a:pt x="2926447" y="112653"/>
                  </a:lnTo>
                  <a:lnTo>
                    <a:pt x="2919344" y="112653"/>
                  </a:lnTo>
                  <a:lnTo>
                    <a:pt x="2912241" y="112653"/>
                  </a:lnTo>
                  <a:lnTo>
                    <a:pt x="2905138" y="112653"/>
                  </a:lnTo>
                  <a:lnTo>
                    <a:pt x="2898035" y="112653"/>
                  </a:lnTo>
                  <a:lnTo>
                    <a:pt x="2890932" y="112653"/>
                  </a:lnTo>
                  <a:lnTo>
                    <a:pt x="2883829" y="112653"/>
                  </a:lnTo>
                  <a:lnTo>
                    <a:pt x="2876726" y="112653"/>
                  </a:lnTo>
                  <a:lnTo>
                    <a:pt x="2869623" y="112653"/>
                  </a:lnTo>
                  <a:lnTo>
                    <a:pt x="2862520" y="112653"/>
                  </a:lnTo>
                  <a:lnTo>
                    <a:pt x="2855417" y="112653"/>
                  </a:lnTo>
                  <a:lnTo>
                    <a:pt x="2848314" y="112653"/>
                  </a:lnTo>
                  <a:lnTo>
                    <a:pt x="2841211" y="112653"/>
                  </a:lnTo>
                  <a:lnTo>
                    <a:pt x="2834108" y="112653"/>
                  </a:lnTo>
                  <a:lnTo>
                    <a:pt x="2827005" y="112653"/>
                  </a:lnTo>
                  <a:lnTo>
                    <a:pt x="2819902" y="112653"/>
                  </a:lnTo>
                  <a:lnTo>
                    <a:pt x="2812799" y="112653"/>
                  </a:lnTo>
                  <a:lnTo>
                    <a:pt x="2805696" y="112653"/>
                  </a:lnTo>
                  <a:lnTo>
                    <a:pt x="2798593" y="112653"/>
                  </a:lnTo>
                  <a:lnTo>
                    <a:pt x="2791490" y="112653"/>
                  </a:lnTo>
                  <a:lnTo>
                    <a:pt x="2784387" y="112653"/>
                  </a:lnTo>
                  <a:lnTo>
                    <a:pt x="2777284" y="112653"/>
                  </a:lnTo>
                  <a:lnTo>
                    <a:pt x="2770181" y="112653"/>
                  </a:lnTo>
                  <a:lnTo>
                    <a:pt x="2763078" y="112653"/>
                  </a:lnTo>
                  <a:lnTo>
                    <a:pt x="2755975" y="112653"/>
                  </a:lnTo>
                  <a:lnTo>
                    <a:pt x="2748872" y="112653"/>
                  </a:lnTo>
                  <a:lnTo>
                    <a:pt x="2741769" y="112653"/>
                  </a:lnTo>
                  <a:lnTo>
                    <a:pt x="2734666" y="112653"/>
                  </a:lnTo>
                  <a:lnTo>
                    <a:pt x="2727563" y="112653"/>
                  </a:lnTo>
                  <a:lnTo>
                    <a:pt x="2720460" y="112653"/>
                  </a:lnTo>
                  <a:lnTo>
                    <a:pt x="2713357" y="112653"/>
                  </a:lnTo>
                  <a:lnTo>
                    <a:pt x="2706254" y="112653"/>
                  </a:lnTo>
                  <a:lnTo>
                    <a:pt x="2699151" y="112653"/>
                  </a:lnTo>
                  <a:lnTo>
                    <a:pt x="2692047" y="112653"/>
                  </a:lnTo>
                  <a:lnTo>
                    <a:pt x="2684944" y="112653"/>
                  </a:lnTo>
                  <a:lnTo>
                    <a:pt x="2677841" y="112653"/>
                  </a:lnTo>
                  <a:lnTo>
                    <a:pt x="2670738" y="112653"/>
                  </a:lnTo>
                  <a:lnTo>
                    <a:pt x="2663635" y="112653"/>
                  </a:lnTo>
                  <a:lnTo>
                    <a:pt x="2656532" y="112653"/>
                  </a:lnTo>
                  <a:lnTo>
                    <a:pt x="2649429" y="112653"/>
                  </a:lnTo>
                  <a:lnTo>
                    <a:pt x="2642326" y="112653"/>
                  </a:lnTo>
                  <a:lnTo>
                    <a:pt x="2635223" y="112653"/>
                  </a:lnTo>
                  <a:lnTo>
                    <a:pt x="2628120" y="112653"/>
                  </a:lnTo>
                  <a:lnTo>
                    <a:pt x="2621017" y="112653"/>
                  </a:lnTo>
                  <a:lnTo>
                    <a:pt x="2613914" y="112653"/>
                  </a:lnTo>
                  <a:lnTo>
                    <a:pt x="2606811" y="112653"/>
                  </a:lnTo>
                  <a:lnTo>
                    <a:pt x="2599708" y="112653"/>
                  </a:lnTo>
                  <a:lnTo>
                    <a:pt x="2592605" y="112653"/>
                  </a:lnTo>
                  <a:lnTo>
                    <a:pt x="2585502" y="112653"/>
                  </a:lnTo>
                  <a:lnTo>
                    <a:pt x="2578399" y="112653"/>
                  </a:lnTo>
                  <a:lnTo>
                    <a:pt x="2571296" y="112653"/>
                  </a:lnTo>
                  <a:lnTo>
                    <a:pt x="2564193" y="112653"/>
                  </a:lnTo>
                  <a:lnTo>
                    <a:pt x="2557090" y="112653"/>
                  </a:lnTo>
                  <a:lnTo>
                    <a:pt x="2549987" y="112653"/>
                  </a:lnTo>
                  <a:lnTo>
                    <a:pt x="2542884" y="112653"/>
                  </a:lnTo>
                  <a:lnTo>
                    <a:pt x="2535781" y="112653"/>
                  </a:lnTo>
                  <a:lnTo>
                    <a:pt x="2528678" y="112653"/>
                  </a:lnTo>
                  <a:lnTo>
                    <a:pt x="2521575" y="112653"/>
                  </a:lnTo>
                  <a:lnTo>
                    <a:pt x="2514472" y="112653"/>
                  </a:lnTo>
                  <a:lnTo>
                    <a:pt x="2507369" y="112653"/>
                  </a:lnTo>
                  <a:lnTo>
                    <a:pt x="2500266" y="112653"/>
                  </a:lnTo>
                  <a:lnTo>
                    <a:pt x="2493163" y="112653"/>
                  </a:lnTo>
                  <a:lnTo>
                    <a:pt x="2486060" y="112653"/>
                  </a:lnTo>
                  <a:lnTo>
                    <a:pt x="2478957" y="112653"/>
                  </a:lnTo>
                  <a:lnTo>
                    <a:pt x="2471854" y="112653"/>
                  </a:lnTo>
                  <a:lnTo>
                    <a:pt x="2464751" y="112653"/>
                  </a:lnTo>
                  <a:lnTo>
                    <a:pt x="2457648" y="112653"/>
                  </a:lnTo>
                  <a:lnTo>
                    <a:pt x="2450545" y="112653"/>
                  </a:lnTo>
                  <a:lnTo>
                    <a:pt x="2443441" y="112653"/>
                  </a:lnTo>
                  <a:lnTo>
                    <a:pt x="2436338" y="112653"/>
                  </a:lnTo>
                  <a:lnTo>
                    <a:pt x="2429235" y="112653"/>
                  </a:lnTo>
                  <a:lnTo>
                    <a:pt x="2422132" y="112653"/>
                  </a:lnTo>
                  <a:lnTo>
                    <a:pt x="2415029" y="112653"/>
                  </a:lnTo>
                  <a:lnTo>
                    <a:pt x="2407926" y="112653"/>
                  </a:lnTo>
                  <a:lnTo>
                    <a:pt x="2400823" y="112653"/>
                  </a:lnTo>
                  <a:lnTo>
                    <a:pt x="2393720" y="112653"/>
                  </a:lnTo>
                  <a:lnTo>
                    <a:pt x="2386617" y="112653"/>
                  </a:lnTo>
                  <a:lnTo>
                    <a:pt x="2379514" y="112653"/>
                  </a:lnTo>
                  <a:lnTo>
                    <a:pt x="2372411" y="112653"/>
                  </a:lnTo>
                  <a:lnTo>
                    <a:pt x="2365308" y="112653"/>
                  </a:lnTo>
                  <a:lnTo>
                    <a:pt x="2358205" y="112653"/>
                  </a:lnTo>
                  <a:lnTo>
                    <a:pt x="2351102" y="112653"/>
                  </a:lnTo>
                  <a:lnTo>
                    <a:pt x="2343999" y="112653"/>
                  </a:lnTo>
                  <a:lnTo>
                    <a:pt x="2336896" y="112653"/>
                  </a:lnTo>
                  <a:lnTo>
                    <a:pt x="2329793" y="112653"/>
                  </a:lnTo>
                  <a:lnTo>
                    <a:pt x="2322690" y="112653"/>
                  </a:lnTo>
                  <a:lnTo>
                    <a:pt x="2315587" y="112653"/>
                  </a:lnTo>
                  <a:lnTo>
                    <a:pt x="2308484" y="112653"/>
                  </a:lnTo>
                  <a:lnTo>
                    <a:pt x="2301381" y="112653"/>
                  </a:lnTo>
                  <a:lnTo>
                    <a:pt x="2294278" y="112653"/>
                  </a:lnTo>
                  <a:lnTo>
                    <a:pt x="2287175" y="112653"/>
                  </a:lnTo>
                  <a:lnTo>
                    <a:pt x="2280072" y="112653"/>
                  </a:lnTo>
                  <a:lnTo>
                    <a:pt x="2272969" y="112653"/>
                  </a:lnTo>
                  <a:lnTo>
                    <a:pt x="2265866" y="112653"/>
                  </a:lnTo>
                  <a:lnTo>
                    <a:pt x="2258763" y="112653"/>
                  </a:lnTo>
                  <a:lnTo>
                    <a:pt x="2251660" y="112653"/>
                  </a:lnTo>
                  <a:lnTo>
                    <a:pt x="2244557" y="112653"/>
                  </a:lnTo>
                  <a:lnTo>
                    <a:pt x="2237454" y="112653"/>
                  </a:lnTo>
                  <a:lnTo>
                    <a:pt x="2230351" y="112653"/>
                  </a:lnTo>
                  <a:lnTo>
                    <a:pt x="2223248" y="112653"/>
                  </a:lnTo>
                  <a:lnTo>
                    <a:pt x="2216145" y="112653"/>
                  </a:lnTo>
                  <a:lnTo>
                    <a:pt x="2209042" y="112653"/>
                  </a:lnTo>
                  <a:lnTo>
                    <a:pt x="2201938" y="112653"/>
                  </a:lnTo>
                  <a:lnTo>
                    <a:pt x="2194835" y="112653"/>
                  </a:lnTo>
                  <a:lnTo>
                    <a:pt x="2187732" y="112653"/>
                  </a:lnTo>
                  <a:lnTo>
                    <a:pt x="2180629" y="112653"/>
                  </a:lnTo>
                  <a:lnTo>
                    <a:pt x="2173526" y="112653"/>
                  </a:lnTo>
                  <a:lnTo>
                    <a:pt x="2166423" y="112653"/>
                  </a:lnTo>
                  <a:lnTo>
                    <a:pt x="2159320" y="112653"/>
                  </a:lnTo>
                  <a:lnTo>
                    <a:pt x="2152217" y="112653"/>
                  </a:lnTo>
                  <a:lnTo>
                    <a:pt x="2145114" y="112653"/>
                  </a:lnTo>
                  <a:lnTo>
                    <a:pt x="2138011" y="112653"/>
                  </a:lnTo>
                  <a:lnTo>
                    <a:pt x="2130908" y="112653"/>
                  </a:lnTo>
                  <a:lnTo>
                    <a:pt x="2123805" y="112653"/>
                  </a:lnTo>
                  <a:lnTo>
                    <a:pt x="2116702" y="112653"/>
                  </a:lnTo>
                  <a:lnTo>
                    <a:pt x="2109599" y="112653"/>
                  </a:lnTo>
                  <a:lnTo>
                    <a:pt x="2102496" y="112653"/>
                  </a:lnTo>
                  <a:lnTo>
                    <a:pt x="2095393" y="112653"/>
                  </a:lnTo>
                  <a:lnTo>
                    <a:pt x="2088290" y="112653"/>
                  </a:lnTo>
                  <a:lnTo>
                    <a:pt x="2081187" y="112653"/>
                  </a:lnTo>
                  <a:lnTo>
                    <a:pt x="2074084" y="112653"/>
                  </a:lnTo>
                  <a:lnTo>
                    <a:pt x="2066981" y="112653"/>
                  </a:lnTo>
                  <a:lnTo>
                    <a:pt x="2059878" y="112653"/>
                  </a:lnTo>
                  <a:lnTo>
                    <a:pt x="2052775" y="112653"/>
                  </a:lnTo>
                  <a:lnTo>
                    <a:pt x="2045672" y="112653"/>
                  </a:lnTo>
                  <a:lnTo>
                    <a:pt x="2038569" y="112653"/>
                  </a:lnTo>
                  <a:lnTo>
                    <a:pt x="2031466" y="112653"/>
                  </a:lnTo>
                  <a:lnTo>
                    <a:pt x="2024363" y="112653"/>
                  </a:lnTo>
                  <a:lnTo>
                    <a:pt x="2017260" y="112653"/>
                  </a:lnTo>
                  <a:lnTo>
                    <a:pt x="2010157" y="112653"/>
                  </a:lnTo>
                  <a:lnTo>
                    <a:pt x="2003054" y="112653"/>
                  </a:lnTo>
                  <a:lnTo>
                    <a:pt x="1995951" y="112653"/>
                  </a:lnTo>
                  <a:lnTo>
                    <a:pt x="1988848" y="112653"/>
                  </a:lnTo>
                  <a:lnTo>
                    <a:pt x="1981745" y="112653"/>
                  </a:lnTo>
                  <a:lnTo>
                    <a:pt x="1974642" y="112653"/>
                  </a:lnTo>
                  <a:lnTo>
                    <a:pt x="1967539" y="112653"/>
                  </a:lnTo>
                  <a:lnTo>
                    <a:pt x="1960436" y="112653"/>
                  </a:lnTo>
                  <a:lnTo>
                    <a:pt x="1953332" y="112653"/>
                  </a:lnTo>
                  <a:lnTo>
                    <a:pt x="1946229" y="112653"/>
                  </a:lnTo>
                  <a:lnTo>
                    <a:pt x="1939126" y="112653"/>
                  </a:lnTo>
                  <a:lnTo>
                    <a:pt x="1932023" y="112653"/>
                  </a:lnTo>
                  <a:lnTo>
                    <a:pt x="1924920" y="112653"/>
                  </a:lnTo>
                  <a:lnTo>
                    <a:pt x="1917817" y="112653"/>
                  </a:lnTo>
                  <a:lnTo>
                    <a:pt x="1910714" y="112653"/>
                  </a:lnTo>
                  <a:lnTo>
                    <a:pt x="1903611" y="112653"/>
                  </a:lnTo>
                  <a:lnTo>
                    <a:pt x="1896508" y="112653"/>
                  </a:lnTo>
                  <a:lnTo>
                    <a:pt x="1889405" y="112653"/>
                  </a:lnTo>
                  <a:lnTo>
                    <a:pt x="1882302" y="112653"/>
                  </a:lnTo>
                  <a:lnTo>
                    <a:pt x="1875199" y="112653"/>
                  </a:lnTo>
                  <a:lnTo>
                    <a:pt x="1868096" y="112653"/>
                  </a:lnTo>
                  <a:lnTo>
                    <a:pt x="1860993" y="112653"/>
                  </a:lnTo>
                  <a:lnTo>
                    <a:pt x="1853890" y="112653"/>
                  </a:lnTo>
                  <a:lnTo>
                    <a:pt x="1846787" y="112653"/>
                  </a:lnTo>
                  <a:lnTo>
                    <a:pt x="1839684" y="112653"/>
                  </a:lnTo>
                  <a:lnTo>
                    <a:pt x="1832581" y="112653"/>
                  </a:lnTo>
                  <a:lnTo>
                    <a:pt x="1825478" y="112653"/>
                  </a:lnTo>
                  <a:lnTo>
                    <a:pt x="1818375" y="112653"/>
                  </a:lnTo>
                  <a:lnTo>
                    <a:pt x="1811272" y="112653"/>
                  </a:lnTo>
                  <a:lnTo>
                    <a:pt x="1804169" y="112653"/>
                  </a:lnTo>
                  <a:lnTo>
                    <a:pt x="1797066" y="112653"/>
                  </a:lnTo>
                  <a:lnTo>
                    <a:pt x="1789963" y="112653"/>
                  </a:lnTo>
                  <a:lnTo>
                    <a:pt x="1782860" y="112653"/>
                  </a:lnTo>
                  <a:lnTo>
                    <a:pt x="1775757" y="112653"/>
                  </a:lnTo>
                  <a:lnTo>
                    <a:pt x="1768654" y="112653"/>
                  </a:lnTo>
                  <a:lnTo>
                    <a:pt x="1761551" y="112653"/>
                  </a:lnTo>
                  <a:lnTo>
                    <a:pt x="1754448" y="112653"/>
                  </a:lnTo>
                  <a:lnTo>
                    <a:pt x="1747345" y="112653"/>
                  </a:lnTo>
                  <a:lnTo>
                    <a:pt x="1740242" y="112653"/>
                  </a:lnTo>
                  <a:lnTo>
                    <a:pt x="1733139" y="112653"/>
                  </a:lnTo>
                  <a:lnTo>
                    <a:pt x="1726036" y="112653"/>
                  </a:lnTo>
                  <a:lnTo>
                    <a:pt x="1718933" y="112653"/>
                  </a:lnTo>
                  <a:lnTo>
                    <a:pt x="1711829" y="112653"/>
                  </a:lnTo>
                  <a:lnTo>
                    <a:pt x="1704726" y="112653"/>
                  </a:lnTo>
                  <a:lnTo>
                    <a:pt x="1697623" y="112653"/>
                  </a:lnTo>
                  <a:lnTo>
                    <a:pt x="1690520" y="112653"/>
                  </a:lnTo>
                  <a:lnTo>
                    <a:pt x="1683417" y="112653"/>
                  </a:lnTo>
                  <a:lnTo>
                    <a:pt x="1676314" y="112653"/>
                  </a:lnTo>
                  <a:lnTo>
                    <a:pt x="1669211" y="112653"/>
                  </a:lnTo>
                  <a:lnTo>
                    <a:pt x="1662108" y="112653"/>
                  </a:lnTo>
                  <a:lnTo>
                    <a:pt x="1655005" y="112653"/>
                  </a:lnTo>
                  <a:lnTo>
                    <a:pt x="1647902" y="112653"/>
                  </a:lnTo>
                  <a:lnTo>
                    <a:pt x="1640799" y="112653"/>
                  </a:lnTo>
                  <a:lnTo>
                    <a:pt x="1633696" y="112653"/>
                  </a:lnTo>
                  <a:lnTo>
                    <a:pt x="1626593" y="112653"/>
                  </a:lnTo>
                  <a:lnTo>
                    <a:pt x="1619490" y="112653"/>
                  </a:lnTo>
                  <a:lnTo>
                    <a:pt x="1612387" y="112653"/>
                  </a:lnTo>
                  <a:lnTo>
                    <a:pt x="1605284" y="112653"/>
                  </a:lnTo>
                  <a:lnTo>
                    <a:pt x="1598181" y="112653"/>
                  </a:lnTo>
                  <a:lnTo>
                    <a:pt x="1591078" y="112653"/>
                  </a:lnTo>
                  <a:lnTo>
                    <a:pt x="1583975" y="112653"/>
                  </a:lnTo>
                  <a:lnTo>
                    <a:pt x="1576872" y="112653"/>
                  </a:lnTo>
                  <a:lnTo>
                    <a:pt x="1569769" y="112653"/>
                  </a:lnTo>
                  <a:lnTo>
                    <a:pt x="1562666" y="112653"/>
                  </a:lnTo>
                  <a:lnTo>
                    <a:pt x="1555563" y="112653"/>
                  </a:lnTo>
                  <a:lnTo>
                    <a:pt x="1548460" y="112653"/>
                  </a:lnTo>
                  <a:lnTo>
                    <a:pt x="1541357" y="112653"/>
                  </a:lnTo>
                  <a:lnTo>
                    <a:pt x="1534254" y="112653"/>
                  </a:lnTo>
                  <a:lnTo>
                    <a:pt x="1527151" y="112653"/>
                  </a:lnTo>
                  <a:lnTo>
                    <a:pt x="1520048" y="112653"/>
                  </a:lnTo>
                  <a:lnTo>
                    <a:pt x="1512945" y="112653"/>
                  </a:lnTo>
                  <a:lnTo>
                    <a:pt x="1505842" y="112653"/>
                  </a:lnTo>
                  <a:lnTo>
                    <a:pt x="1498739" y="112653"/>
                  </a:lnTo>
                  <a:lnTo>
                    <a:pt x="1491636" y="112653"/>
                  </a:lnTo>
                  <a:lnTo>
                    <a:pt x="1484533" y="112653"/>
                  </a:lnTo>
                  <a:lnTo>
                    <a:pt x="1477430" y="112653"/>
                  </a:lnTo>
                  <a:lnTo>
                    <a:pt x="1470327" y="112653"/>
                  </a:lnTo>
                  <a:lnTo>
                    <a:pt x="1463223" y="112653"/>
                  </a:lnTo>
                  <a:lnTo>
                    <a:pt x="1456120" y="112653"/>
                  </a:lnTo>
                  <a:lnTo>
                    <a:pt x="1449017" y="112653"/>
                  </a:lnTo>
                  <a:lnTo>
                    <a:pt x="1441914" y="112653"/>
                  </a:lnTo>
                  <a:lnTo>
                    <a:pt x="1434811" y="112653"/>
                  </a:lnTo>
                  <a:lnTo>
                    <a:pt x="1427708" y="112653"/>
                  </a:lnTo>
                  <a:lnTo>
                    <a:pt x="1420605" y="112653"/>
                  </a:lnTo>
                  <a:lnTo>
                    <a:pt x="1413502" y="112653"/>
                  </a:lnTo>
                  <a:lnTo>
                    <a:pt x="1406399" y="112653"/>
                  </a:lnTo>
                  <a:lnTo>
                    <a:pt x="1399296" y="112653"/>
                  </a:lnTo>
                  <a:lnTo>
                    <a:pt x="1392193" y="112653"/>
                  </a:lnTo>
                  <a:lnTo>
                    <a:pt x="1385090" y="112653"/>
                  </a:lnTo>
                  <a:lnTo>
                    <a:pt x="1377987" y="112653"/>
                  </a:lnTo>
                  <a:lnTo>
                    <a:pt x="1370884" y="112653"/>
                  </a:lnTo>
                  <a:lnTo>
                    <a:pt x="1363781" y="112653"/>
                  </a:lnTo>
                  <a:lnTo>
                    <a:pt x="1356678" y="112653"/>
                  </a:lnTo>
                  <a:lnTo>
                    <a:pt x="1349575" y="112653"/>
                  </a:lnTo>
                  <a:lnTo>
                    <a:pt x="1342472" y="112653"/>
                  </a:lnTo>
                  <a:lnTo>
                    <a:pt x="1335369" y="112653"/>
                  </a:lnTo>
                  <a:lnTo>
                    <a:pt x="1328266" y="112653"/>
                  </a:lnTo>
                  <a:lnTo>
                    <a:pt x="1321163" y="112653"/>
                  </a:lnTo>
                  <a:lnTo>
                    <a:pt x="1314060" y="112653"/>
                  </a:lnTo>
                  <a:lnTo>
                    <a:pt x="1306957" y="112653"/>
                  </a:lnTo>
                  <a:lnTo>
                    <a:pt x="1299854" y="112653"/>
                  </a:lnTo>
                  <a:lnTo>
                    <a:pt x="1292751" y="112653"/>
                  </a:lnTo>
                  <a:lnTo>
                    <a:pt x="1285648" y="112653"/>
                  </a:lnTo>
                  <a:lnTo>
                    <a:pt x="1278545" y="112653"/>
                  </a:lnTo>
                  <a:lnTo>
                    <a:pt x="1271442" y="112653"/>
                  </a:lnTo>
                  <a:lnTo>
                    <a:pt x="1264339" y="112653"/>
                  </a:lnTo>
                  <a:lnTo>
                    <a:pt x="1257236" y="112653"/>
                  </a:lnTo>
                  <a:lnTo>
                    <a:pt x="1250133" y="112653"/>
                  </a:lnTo>
                  <a:lnTo>
                    <a:pt x="1243030" y="112653"/>
                  </a:lnTo>
                  <a:lnTo>
                    <a:pt x="1235927" y="112653"/>
                  </a:lnTo>
                  <a:lnTo>
                    <a:pt x="1228824" y="112653"/>
                  </a:lnTo>
                  <a:lnTo>
                    <a:pt x="1221720" y="112653"/>
                  </a:lnTo>
                  <a:lnTo>
                    <a:pt x="1214617" y="112653"/>
                  </a:lnTo>
                  <a:lnTo>
                    <a:pt x="1207514" y="112653"/>
                  </a:lnTo>
                  <a:lnTo>
                    <a:pt x="1200411" y="112653"/>
                  </a:lnTo>
                  <a:lnTo>
                    <a:pt x="1193308" y="112653"/>
                  </a:lnTo>
                  <a:lnTo>
                    <a:pt x="1186205" y="112653"/>
                  </a:lnTo>
                  <a:lnTo>
                    <a:pt x="1179102" y="112653"/>
                  </a:lnTo>
                  <a:lnTo>
                    <a:pt x="1171999" y="112653"/>
                  </a:lnTo>
                  <a:lnTo>
                    <a:pt x="1164896" y="112653"/>
                  </a:lnTo>
                  <a:lnTo>
                    <a:pt x="1157793" y="112653"/>
                  </a:lnTo>
                  <a:lnTo>
                    <a:pt x="1150690" y="112653"/>
                  </a:lnTo>
                  <a:lnTo>
                    <a:pt x="1143587" y="112653"/>
                  </a:lnTo>
                  <a:lnTo>
                    <a:pt x="1136484" y="112653"/>
                  </a:lnTo>
                  <a:lnTo>
                    <a:pt x="1129381" y="112653"/>
                  </a:lnTo>
                  <a:lnTo>
                    <a:pt x="1122278" y="112653"/>
                  </a:lnTo>
                  <a:lnTo>
                    <a:pt x="1115175" y="112653"/>
                  </a:lnTo>
                  <a:lnTo>
                    <a:pt x="1108072" y="112653"/>
                  </a:lnTo>
                  <a:lnTo>
                    <a:pt x="1100969" y="112653"/>
                  </a:lnTo>
                  <a:lnTo>
                    <a:pt x="1093866" y="112653"/>
                  </a:lnTo>
                  <a:lnTo>
                    <a:pt x="1086763" y="112653"/>
                  </a:lnTo>
                  <a:lnTo>
                    <a:pt x="1079660" y="112653"/>
                  </a:lnTo>
                  <a:lnTo>
                    <a:pt x="1072557" y="112653"/>
                  </a:lnTo>
                  <a:lnTo>
                    <a:pt x="1065454" y="112653"/>
                  </a:lnTo>
                  <a:lnTo>
                    <a:pt x="1058351" y="112653"/>
                  </a:lnTo>
                  <a:lnTo>
                    <a:pt x="1051248" y="112653"/>
                  </a:lnTo>
                  <a:lnTo>
                    <a:pt x="1044145" y="112653"/>
                  </a:lnTo>
                  <a:lnTo>
                    <a:pt x="1037042" y="112653"/>
                  </a:lnTo>
                  <a:lnTo>
                    <a:pt x="1029939" y="112653"/>
                  </a:lnTo>
                  <a:lnTo>
                    <a:pt x="1022836" y="112653"/>
                  </a:lnTo>
                  <a:lnTo>
                    <a:pt x="1015733" y="112653"/>
                  </a:lnTo>
                  <a:lnTo>
                    <a:pt x="1008630" y="112653"/>
                  </a:lnTo>
                  <a:lnTo>
                    <a:pt x="1001527" y="112653"/>
                  </a:lnTo>
                  <a:lnTo>
                    <a:pt x="994424" y="112653"/>
                  </a:lnTo>
                  <a:lnTo>
                    <a:pt x="987321" y="112653"/>
                  </a:lnTo>
                  <a:lnTo>
                    <a:pt x="980218" y="112653"/>
                  </a:lnTo>
                  <a:lnTo>
                    <a:pt x="973114" y="112653"/>
                  </a:lnTo>
                  <a:lnTo>
                    <a:pt x="966011" y="112653"/>
                  </a:lnTo>
                  <a:lnTo>
                    <a:pt x="958908" y="112653"/>
                  </a:lnTo>
                  <a:lnTo>
                    <a:pt x="951805" y="112653"/>
                  </a:lnTo>
                  <a:lnTo>
                    <a:pt x="944702" y="112653"/>
                  </a:lnTo>
                  <a:lnTo>
                    <a:pt x="937599" y="112653"/>
                  </a:lnTo>
                  <a:lnTo>
                    <a:pt x="930496" y="112653"/>
                  </a:lnTo>
                  <a:lnTo>
                    <a:pt x="923393" y="112653"/>
                  </a:lnTo>
                  <a:lnTo>
                    <a:pt x="916290" y="112653"/>
                  </a:lnTo>
                  <a:lnTo>
                    <a:pt x="909187" y="112653"/>
                  </a:lnTo>
                  <a:lnTo>
                    <a:pt x="902084" y="112653"/>
                  </a:lnTo>
                  <a:lnTo>
                    <a:pt x="894981" y="112653"/>
                  </a:lnTo>
                  <a:lnTo>
                    <a:pt x="887878" y="112653"/>
                  </a:lnTo>
                  <a:lnTo>
                    <a:pt x="880775" y="112653"/>
                  </a:lnTo>
                  <a:lnTo>
                    <a:pt x="873672" y="112653"/>
                  </a:lnTo>
                  <a:lnTo>
                    <a:pt x="866569" y="112653"/>
                  </a:lnTo>
                  <a:lnTo>
                    <a:pt x="859466" y="112653"/>
                  </a:lnTo>
                  <a:lnTo>
                    <a:pt x="852363" y="112653"/>
                  </a:lnTo>
                  <a:lnTo>
                    <a:pt x="845260" y="112653"/>
                  </a:lnTo>
                  <a:lnTo>
                    <a:pt x="838157" y="112653"/>
                  </a:lnTo>
                  <a:lnTo>
                    <a:pt x="831054" y="112653"/>
                  </a:lnTo>
                  <a:lnTo>
                    <a:pt x="823951" y="112653"/>
                  </a:lnTo>
                  <a:lnTo>
                    <a:pt x="816848" y="112653"/>
                  </a:lnTo>
                  <a:lnTo>
                    <a:pt x="809745" y="112653"/>
                  </a:lnTo>
                  <a:lnTo>
                    <a:pt x="802642" y="112653"/>
                  </a:lnTo>
                  <a:lnTo>
                    <a:pt x="795539" y="112653"/>
                  </a:lnTo>
                  <a:lnTo>
                    <a:pt x="788436" y="112653"/>
                  </a:lnTo>
                  <a:lnTo>
                    <a:pt x="781333" y="112653"/>
                  </a:lnTo>
                  <a:lnTo>
                    <a:pt x="774230" y="112653"/>
                  </a:lnTo>
                  <a:lnTo>
                    <a:pt x="767127" y="112653"/>
                  </a:lnTo>
                  <a:lnTo>
                    <a:pt x="760024" y="112653"/>
                  </a:lnTo>
                  <a:lnTo>
                    <a:pt x="752921" y="112653"/>
                  </a:lnTo>
                  <a:lnTo>
                    <a:pt x="745818" y="112653"/>
                  </a:lnTo>
                  <a:lnTo>
                    <a:pt x="738715" y="112653"/>
                  </a:lnTo>
                  <a:lnTo>
                    <a:pt x="731611" y="112653"/>
                  </a:lnTo>
                  <a:lnTo>
                    <a:pt x="724508" y="112653"/>
                  </a:lnTo>
                  <a:lnTo>
                    <a:pt x="717405" y="112653"/>
                  </a:lnTo>
                  <a:lnTo>
                    <a:pt x="710302" y="112653"/>
                  </a:lnTo>
                  <a:lnTo>
                    <a:pt x="703199" y="112653"/>
                  </a:lnTo>
                  <a:lnTo>
                    <a:pt x="696096" y="112653"/>
                  </a:lnTo>
                  <a:lnTo>
                    <a:pt x="688993" y="112653"/>
                  </a:lnTo>
                  <a:lnTo>
                    <a:pt x="681890" y="112653"/>
                  </a:lnTo>
                  <a:lnTo>
                    <a:pt x="674787" y="112653"/>
                  </a:lnTo>
                  <a:lnTo>
                    <a:pt x="667684" y="112653"/>
                  </a:lnTo>
                  <a:lnTo>
                    <a:pt x="660581" y="112653"/>
                  </a:lnTo>
                  <a:lnTo>
                    <a:pt x="653478" y="112653"/>
                  </a:lnTo>
                  <a:lnTo>
                    <a:pt x="646375" y="112653"/>
                  </a:lnTo>
                  <a:lnTo>
                    <a:pt x="639272" y="112653"/>
                  </a:lnTo>
                  <a:lnTo>
                    <a:pt x="632169" y="112653"/>
                  </a:lnTo>
                  <a:lnTo>
                    <a:pt x="625066" y="112653"/>
                  </a:lnTo>
                  <a:lnTo>
                    <a:pt x="617963" y="112653"/>
                  </a:lnTo>
                  <a:lnTo>
                    <a:pt x="610860" y="112653"/>
                  </a:lnTo>
                  <a:lnTo>
                    <a:pt x="603757" y="112653"/>
                  </a:lnTo>
                  <a:lnTo>
                    <a:pt x="596654" y="112653"/>
                  </a:lnTo>
                  <a:lnTo>
                    <a:pt x="589551" y="112653"/>
                  </a:lnTo>
                  <a:lnTo>
                    <a:pt x="582448" y="112653"/>
                  </a:lnTo>
                  <a:lnTo>
                    <a:pt x="575345" y="112653"/>
                  </a:lnTo>
                  <a:lnTo>
                    <a:pt x="568242" y="112653"/>
                  </a:lnTo>
                  <a:lnTo>
                    <a:pt x="561139" y="112653"/>
                  </a:lnTo>
                  <a:lnTo>
                    <a:pt x="554036" y="112653"/>
                  </a:lnTo>
                  <a:lnTo>
                    <a:pt x="546933" y="112653"/>
                  </a:lnTo>
                  <a:lnTo>
                    <a:pt x="539830" y="112653"/>
                  </a:lnTo>
                  <a:lnTo>
                    <a:pt x="532727" y="112653"/>
                  </a:lnTo>
                  <a:lnTo>
                    <a:pt x="525624" y="112653"/>
                  </a:lnTo>
                  <a:lnTo>
                    <a:pt x="518521" y="112653"/>
                  </a:lnTo>
                  <a:lnTo>
                    <a:pt x="511418" y="112653"/>
                  </a:lnTo>
                  <a:lnTo>
                    <a:pt x="504315" y="112653"/>
                  </a:lnTo>
                  <a:lnTo>
                    <a:pt x="497212" y="112653"/>
                  </a:lnTo>
                  <a:lnTo>
                    <a:pt x="490109" y="112653"/>
                  </a:lnTo>
                  <a:lnTo>
                    <a:pt x="483005" y="112653"/>
                  </a:lnTo>
                  <a:lnTo>
                    <a:pt x="475902" y="112653"/>
                  </a:lnTo>
                  <a:lnTo>
                    <a:pt x="468799" y="112653"/>
                  </a:lnTo>
                  <a:lnTo>
                    <a:pt x="461696" y="112653"/>
                  </a:lnTo>
                  <a:lnTo>
                    <a:pt x="454593" y="112653"/>
                  </a:lnTo>
                  <a:lnTo>
                    <a:pt x="447490" y="112653"/>
                  </a:lnTo>
                  <a:lnTo>
                    <a:pt x="440387" y="112653"/>
                  </a:lnTo>
                  <a:lnTo>
                    <a:pt x="433284" y="112653"/>
                  </a:lnTo>
                  <a:lnTo>
                    <a:pt x="426181" y="112653"/>
                  </a:lnTo>
                  <a:lnTo>
                    <a:pt x="419078" y="112653"/>
                  </a:lnTo>
                  <a:lnTo>
                    <a:pt x="411975" y="112653"/>
                  </a:lnTo>
                  <a:lnTo>
                    <a:pt x="404872" y="112653"/>
                  </a:lnTo>
                  <a:lnTo>
                    <a:pt x="397769" y="112653"/>
                  </a:lnTo>
                  <a:lnTo>
                    <a:pt x="390666" y="112653"/>
                  </a:lnTo>
                  <a:lnTo>
                    <a:pt x="383563" y="112653"/>
                  </a:lnTo>
                  <a:lnTo>
                    <a:pt x="376460" y="112653"/>
                  </a:lnTo>
                  <a:lnTo>
                    <a:pt x="369357" y="112653"/>
                  </a:lnTo>
                  <a:lnTo>
                    <a:pt x="362254" y="112653"/>
                  </a:lnTo>
                  <a:lnTo>
                    <a:pt x="355151" y="112653"/>
                  </a:lnTo>
                  <a:lnTo>
                    <a:pt x="348048" y="112653"/>
                  </a:lnTo>
                  <a:lnTo>
                    <a:pt x="340945" y="112653"/>
                  </a:lnTo>
                  <a:lnTo>
                    <a:pt x="333842" y="112653"/>
                  </a:lnTo>
                  <a:lnTo>
                    <a:pt x="326739" y="112653"/>
                  </a:lnTo>
                  <a:lnTo>
                    <a:pt x="319636" y="112653"/>
                  </a:lnTo>
                  <a:lnTo>
                    <a:pt x="312533" y="112653"/>
                  </a:lnTo>
                  <a:lnTo>
                    <a:pt x="305430" y="112653"/>
                  </a:lnTo>
                  <a:lnTo>
                    <a:pt x="298327" y="112653"/>
                  </a:lnTo>
                  <a:lnTo>
                    <a:pt x="291224" y="112653"/>
                  </a:lnTo>
                  <a:lnTo>
                    <a:pt x="284121" y="112653"/>
                  </a:lnTo>
                  <a:lnTo>
                    <a:pt x="277018" y="112653"/>
                  </a:lnTo>
                  <a:lnTo>
                    <a:pt x="269915" y="112653"/>
                  </a:lnTo>
                  <a:lnTo>
                    <a:pt x="262812" y="112653"/>
                  </a:lnTo>
                  <a:lnTo>
                    <a:pt x="255709" y="112653"/>
                  </a:lnTo>
                  <a:lnTo>
                    <a:pt x="248606" y="112653"/>
                  </a:lnTo>
                  <a:lnTo>
                    <a:pt x="241502" y="112653"/>
                  </a:lnTo>
                  <a:lnTo>
                    <a:pt x="234399" y="112653"/>
                  </a:lnTo>
                  <a:lnTo>
                    <a:pt x="227296" y="112653"/>
                  </a:lnTo>
                  <a:lnTo>
                    <a:pt x="220193" y="112653"/>
                  </a:lnTo>
                  <a:lnTo>
                    <a:pt x="213090" y="112653"/>
                  </a:lnTo>
                  <a:lnTo>
                    <a:pt x="205987" y="112653"/>
                  </a:lnTo>
                  <a:lnTo>
                    <a:pt x="198884" y="112653"/>
                  </a:lnTo>
                  <a:lnTo>
                    <a:pt x="191781" y="112653"/>
                  </a:lnTo>
                  <a:lnTo>
                    <a:pt x="184678" y="112653"/>
                  </a:lnTo>
                  <a:lnTo>
                    <a:pt x="177575" y="112653"/>
                  </a:lnTo>
                  <a:lnTo>
                    <a:pt x="170472" y="112653"/>
                  </a:lnTo>
                  <a:lnTo>
                    <a:pt x="163369" y="112653"/>
                  </a:lnTo>
                  <a:lnTo>
                    <a:pt x="156266" y="112653"/>
                  </a:lnTo>
                  <a:lnTo>
                    <a:pt x="149163" y="112653"/>
                  </a:lnTo>
                  <a:lnTo>
                    <a:pt x="142060" y="112653"/>
                  </a:lnTo>
                  <a:lnTo>
                    <a:pt x="134957" y="112653"/>
                  </a:lnTo>
                  <a:lnTo>
                    <a:pt x="127854" y="112653"/>
                  </a:lnTo>
                  <a:lnTo>
                    <a:pt x="120751" y="112653"/>
                  </a:lnTo>
                  <a:lnTo>
                    <a:pt x="113648" y="112653"/>
                  </a:lnTo>
                  <a:lnTo>
                    <a:pt x="106545" y="112653"/>
                  </a:lnTo>
                  <a:lnTo>
                    <a:pt x="99442" y="112653"/>
                  </a:lnTo>
                  <a:lnTo>
                    <a:pt x="92339" y="112653"/>
                  </a:lnTo>
                  <a:lnTo>
                    <a:pt x="85236" y="112653"/>
                  </a:lnTo>
                  <a:lnTo>
                    <a:pt x="78133" y="112653"/>
                  </a:lnTo>
                  <a:lnTo>
                    <a:pt x="71030" y="112653"/>
                  </a:lnTo>
                  <a:lnTo>
                    <a:pt x="63927" y="112653"/>
                  </a:lnTo>
                  <a:lnTo>
                    <a:pt x="56824" y="112653"/>
                  </a:lnTo>
                  <a:lnTo>
                    <a:pt x="49721" y="112653"/>
                  </a:lnTo>
                  <a:lnTo>
                    <a:pt x="42618" y="112653"/>
                  </a:lnTo>
                  <a:lnTo>
                    <a:pt x="35515" y="112653"/>
                  </a:lnTo>
                  <a:lnTo>
                    <a:pt x="28412" y="112653"/>
                  </a:lnTo>
                  <a:lnTo>
                    <a:pt x="21309" y="112653"/>
                  </a:lnTo>
                  <a:lnTo>
                    <a:pt x="14206" y="112653"/>
                  </a:lnTo>
                  <a:lnTo>
                    <a:pt x="7103" y="112653"/>
                  </a:lnTo>
                  <a:lnTo>
                    <a:pt x="0" y="112653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7" name="pg36"/>
            <p:cNvSpPr/>
            <p:nvPr/>
          </p:nvSpPr>
          <p:spPr>
            <a:xfrm>
              <a:off x="5637721" y="2731166"/>
              <a:ext cx="4926265" cy="112653"/>
            </a:xfrm>
            <a:custGeom>
              <a:avLst/>
              <a:pathLst>
                <a:path w="4926265" h="112653">
                  <a:moveTo>
                    <a:pt x="0" y="0"/>
                  </a:moveTo>
                  <a:lnTo>
                    <a:pt x="9852" y="0"/>
                  </a:lnTo>
                  <a:lnTo>
                    <a:pt x="19705" y="0"/>
                  </a:lnTo>
                  <a:lnTo>
                    <a:pt x="29557" y="0"/>
                  </a:lnTo>
                  <a:lnTo>
                    <a:pt x="39410" y="0"/>
                  </a:lnTo>
                  <a:lnTo>
                    <a:pt x="49262" y="0"/>
                  </a:lnTo>
                  <a:lnTo>
                    <a:pt x="59115" y="0"/>
                  </a:lnTo>
                  <a:lnTo>
                    <a:pt x="68967" y="0"/>
                  </a:lnTo>
                  <a:lnTo>
                    <a:pt x="78820" y="0"/>
                  </a:lnTo>
                  <a:lnTo>
                    <a:pt x="88672" y="0"/>
                  </a:lnTo>
                  <a:lnTo>
                    <a:pt x="98525" y="0"/>
                  </a:lnTo>
                  <a:lnTo>
                    <a:pt x="108377" y="0"/>
                  </a:lnTo>
                  <a:lnTo>
                    <a:pt x="118230" y="0"/>
                  </a:lnTo>
                  <a:lnTo>
                    <a:pt x="128082" y="0"/>
                  </a:lnTo>
                  <a:lnTo>
                    <a:pt x="137935" y="0"/>
                  </a:lnTo>
                  <a:lnTo>
                    <a:pt x="147787" y="0"/>
                  </a:lnTo>
                  <a:lnTo>
                    <a:pt x="157640" y="0"/>
                  </a:lnTo>
                  <a:lnTo>
                    <a:pt x="167493" y="0"/>
                  </a:lnTo>
                  <a:lnTo>
                    <a:pt x="177345" y="0"/>
                  </a:lnTo>
                  <a:lnTo>
                    <a:pt x="187198" y="0"/>
                  </a:lnTo>
                  <a:lnTo>
                    <a:pt x="197050" y="0"/>
                  </a:lnTo>
                  <a:lnTo>
                    <a:pt x="206903" y="0"/>
                  </a:lnTo>
                  <a:lnTo>
                    <a:pt x="216755" y="0"/>
                  </a:lnTo>
                  <a:lnTo>
                    <a:pt x="226608" y="0"/>
                  </a:lnTo>
                  <a:lnTo>
                    <a:pt x="236460" y="0"/>
                  </a:lnTo>
                  <a:lnTo>
                    <a:pt x="246313" y="0"/>
                  </a:lnTo>
                  <a:lnTo>
                    <a:pt x="256165" y="0"/>
                  </a:lnTo>
                  <a:lnTo>
                    <a:pt x="266018" y="0"/>
                  </a:lnTo>
                  <a:lnTo>
                    <a:pt x="275870" y="0"/>
                  </a:lnTo>
                  <a:lnTo>
                    <a:pt x="285723" y="0"/>
                  </a:lnTo>
                  <a:lnTo>
                    <a:pt x="295575" y="0"/>
                  </a:lnTo>
                  <a:lnTo>
                    <a:pt x="305428" y="0"/>
                  </a:lnTo>
                  <a:lnTo>
                    <a:pt x="315280" y="0"/>
                  </a:lnTo>
                  <a:lnTo>
                    <a:pt x="325133" y="0"/>
                  </a:lnTo>
                  <a:lnTo>
                    <a:pt x="334986" y="0"/>
                  </a:lnTo>
                  <a:lnTo>
                    <a:pt x="344838" y="0"/>
                  </a:lnTo>
                  <a:lnTo>
                    <a:pt x="354691" y="0"/>
                  </a:lnTo>
                  <a:lnTo>
                    <a:pt x="364543" y="0"/>
                  </a:lnTo>
                  <a:lnTo>
                    <a:pt x="374396" y="0"/>
                  </a:lnTo>
                  <a:lnTo>
                    <a:pt x="384248" y="0"/>
                  </a:lnTo>
                  <a:lnTo>
                    <a:pt x="394101" y="0"/>
                  </a:lnTo>
                  <a:lnTo>
                    <a:pt x="403953" y="0"/>
                  </a:lnTo>
                  <a:lnTo>
                    <a:pt x="413806" y="0"/>
                  </a:lnTo>
                  <a:lnTo>
                    <a:pt x="423658" y="0"/>
                  </a:lnTo>
                  <a:lnTo>
                    <a:pt x="433511" y="0"/>
                  </a:lnTo>
                  <a:lnTo>
                    <a:pt x="443363" y="0"/>
                  </a:lnTo>
                  <a:lnTo>
                    <a:pt x="453216" y="0"/>
                  </a:lnTo>
                  <a:lnTo>
                    <a:pt x="463068" y="0"/>
                  </a:lnTo>
                  <a:lnTo>
                    <a:pt x="472921" y="0"/>
                  </a:lnTo>
                  <a:lnTo>
                    <a:pt x="482773" y="0"/>
                  </a:lnTo>
                  <a:lnTo>
                    <a:pt x="492626" y="0"/>
                  </a:lnTo>
                  <a:lnTo>
                    <a:pt x="502479" y="0"/>
                  </a:lnTo>
                  <a:lnTo>
                    <a:pt x="512331" y="0"/>
                  </a:lnTo>
                  <a:lnTo>
                    <a:pt x="522184" y="0"/>
                  </a:lnTo>
                  <a:lnTo>
                    <a:pt x="532036" y="0"/>
                  </a:lnTo>
                  <a:lnTo>
                    <a:pt x="541889" y="0"/>
                  </a:lnTo>
                  <a:lnTo>
                    <a:pt x="551741" y="0"/>
                  </a:lnTo>
                  <a:lnTo>
                    <a:pt x="561594" y="0"/>
                  </a:lnTo>
                  <a:lnTo>
                    <a:pt x="571446" y="0"/>
                  </a:lnTo>
                  <a:lnTo>
                    <a:pt x="581299" y="0"/>
                  </a:lnTo>
                  <a:lnTo>
                    <a:pt x="591151" y="0"/>
                  </a:lnTo>
                  <a:lnTo>
                    <a:pt x="601004" y="0"/>
                  </a:lnTo>
                  <a:lnTo>
                    <a:pt x="610856" y="0"/>
                  </a:lnTo>
                  <a:lnTo>
                    <a:pt x="620709" y="0"/>
                  </a:lnTo>
                  <a:lnTo>
                    <a:pt x="630561" y="0"/>
                  </a:lnTo>
                  <a:lnTo>
                    <a:pt x="640414" y="0"/>
                  </a:lnTo>
                  <a:lnTo>
                    <a:pt x="650267" y="0"/>
                  </a:lnTo>
                  <a:lnTo>
                    <a:pt x="660119" y="0"/>
                  </a:lnTo>
                  <a:lnTo>
                    <a:pt x="669972" y="0"/>
                  </a:lnTo>
                  <a:lnTo>
                    <a:pt x="679824" y="0"/>
                  </a:lnTo>
                  <a:lnTo>
                    <a:pt x="689677" y="0"/>
                  </a:lnTo>
                  <a:lnTo>
                    <a:pt x="699529" y="0"/>
                  </a:lnTo>
                  <a:lnTo>
                    <a:pt x="709382" y="0"/>
                  </a:lnTo>
                  <a:lnTo>
                    <a:pt x="719234" y="0"/>
                  </a:lnTo>
                  <a:lnTo>
                    <a:pt x="729087" y="0"/>
                  </a:lnTo>
                  <a:lnTo>
                    <a:pt x="738939" y="0"/>
                  </a:lnTo>
                  <a:lnTo>
                    <a:pt x="748792" y="0"/>
                  </a:lnTo>
                  <a:lnTo>
                    <a:pt x="758644" y="0"/>
                  </a:lnTo>
                  <a:lnTo>
                    <a:pt x="768497" y="0"/>
                  </a:lnTo>
                  <a:lnTo>
                    <a:pt x="778349" y="0"/>
                  </a:lnTo>
                  <a:lnTo>
                    <a:pt x="788202" y="0"/>
                  </a:lnTo>
                  <a:lnTo>
                    <a:pt x="798054" y="0"/>
                  </a:lnTo>
                  <a:lnTo>
                    <a:pt x="807907" y="0"/>
                  </a:lnTo>
                  <a:lnTo>
                    <a:pt x="817760" y="0"/>
                  </a:lnTo>
                  <a:lnTo>
                    <a:pt x="827612" y="0"/>
                  </a:lnTo>
                  <a:lnTo>
                    <a:pt x="837465" y="0"/>
                  </a:lnTo>
                  <a:lnTo>
                    <a:pt x="847317" y="0"/>
                  </a:lnTo>
                  <a:lnTo>
                    <a:pt x="857170" y="0"/>
                  </a:lnTo>
                  <a:lnTo>
                    <a:pt x="867022" y="0"/>
                  </a:lnTo>
                  <a:lnTo>
                    <a:pt x="876875" y="0"/>
                  </a:lnTo>
                  <a:lnTo>
                    <a:pt x="886727" y="0"/>
                  </a:lnTo>
                  <a:lnTo>
                    <a:pt x="896580" y="0"/>
                  </a:lnTo>
                  <a:lnTo>
                    <a:pt x="906432" y="0"/>
                  </a:lnTo>
                  <a:lnTo>
                    <a:pt x="916285" y="0"/>
                  </a:lnTo>
                  <a:lnTo>
                    <a:pt x="926137" y="0"/>
                  </a:lnTo>
                  <a:lnTo>
                    <a:pt x="935990" y="0"/>
                  </a:lnTo>
                  <a:lnTo>
                    <a:pt x="945842" y="0"/>
                  </a:lnTo>
                  <a:lnTo>
                    <a:pt x="955695" y="0"/>
                  </a:lnTo>
                  <a:lnTo>
                    <a:pt x="965547" y="0"/>
                  </a:lnTo>
                  <a:lnTo>
                    <a:pt x="975400" y="0"/>
                  </a:lnTo>
                  <a:lnTo>
                    <a:pt x="985253" y="0"/>
                  </a:lnTo>
                  <a:lnTo>
                    <a:pt x="995105" y="0"/>
                  </a:lnTo>
                  <a:lnTo>
                    <a:pt x="1004958" y="0"/>
                  </a:lnTo>
                  <a:lnTo>
                    <a:pt x="1014810" y="0"/>
                  </a:lnTo>
                  <a:lnTo>
                    <a:pt x="1024663" y="0"/>
                  </a:lnTo>
                  <a:lnTo>
                    <a:pt x="1034515" y="0"/>
                  </a:lnTo>
                  <a:lnTo>
                    <a:pt x="1044368" y="0"/>
                  </a:lnTo>
                  <a:lnTo>
                    <a:pt x="1054220" y="0"/>
                  </a:lnTo>
                  <a:lnTo>
                    <a:pt x="1064073" y="0"/>
                  </a:lnTo>
                  <a:lnTo>
                    <a:pt x="1073925" y="0"/>
                  </a:lnTo>
                  <a:lnTo>
                    <a:pt x="1083778" y="0"/>
                  </a:lnTo>
                  <a:lnTo>
                    <a:pt x="1093630" y="0"/>
                  </a:lnTo>
                  <a:lnTo>
                    <a:pt x="1103483" y="0"/>
                  </a:lnTo>
                  <a:lnTo>
                    <a:pt x="1113335" y="0"/>
                  </a:lnTo>
                  <a:lnTo>
                    <a:pt x="1123188" y="0"/>
                  </a:lnTo>
                  <a:lnTo>
                    <a:pt x="1133041" y="0"/>
                  </a:lnTo>
                  <a:lnTo>
                    <a:pt x="1142893" y="0"/>
                  </a:lnTo>
                  <a:lnTo>
                    <a:pt x="1152746" y="0"/>
                  </a:lnTo>
                  <a:lnTo>
                    <a:pt x="1162598" y="0"/>
                  </a:lnTo>
                  <a:lnTo>
                    <a:pt x="1172451" y="0"/>
                  </a:lnTo>
                  <a:lnTo>
                    <a:pt x="1182303" y="0"/>
                  </a:lnTo>
                  <a:lnTo>
                    <a:pt x="1192156" y="0"/>
                  </a:lnTo>
                  <a:lnTo>
                    <a:pt x="1202008" y="0"/>
                  </a:lnTo>
                  <a:lnTo>
                    <a:pt x="1211861" y="0"/>
                  </a:lnTo>
                  <a:lnTo>
                    <a:pt x="1221713" y="0"/>
                  </a:lnTo>
                  <a:lnTo>
                    <a:pt x="1231566" y="0"/>
                  </a:lnTo>
                  <a:lnTo>
                    <a:pt x="1241418" y="0"/>
                  </a:lnTo>
                  <a:lnTo>
                    <a:pt x="1251271" y="0"/>
                  </a:lnTo>
                  <a:lnTo>
                    <a:pt x="1261123" y="0"/>
                  </a:lnTo>
                  <a:lnTo>
                    <a:pt x="1270976" y="0"/>
                  </a:lnTo>
                  <a:lnTo>
                    <a:pt x="1280828" y="0"/>
                  </a:lnTo>
                  <a:lnTo>
                    <a:pt x="1290681" y="0"/>
                  </a:lnTo>
                  <a:lnTo>
                    <a:pt x="1300534" y="0"/>
                  </a:lnTo>
                  <a:lnTo>
                    <a:pt x="1310386" y="0"/>
                  </a:lnTo>
                  <a:lnTo>
                    <a:pt x="1320239" y="0"/>
                  </a:lnTo>
                  <a:lnTo>
                    <a:pt x="1330091" y="0"/>
                  </a:lnTo>
                  <a:lnTo>
                    <a:pt x="1339944" y="0"/>
                  </a:lnTo>
                  <a:lnTo>
                    <a:pt x="1349796" y="0"/>
                  </a:lnTo>
                  <a:lnTo>
                    <a:pt x="1359649" y="0"/>
                  </a:lnTo>
                  <a:lnTo>
                    <a:pt x="1369501" y="0"/>
                  </a:lnTo>
                  <a:lnTo>
                    <a:pt x="1379354" y="0"/>
                  </a:lnTo>
                  <a:lnTo>
                    <a:pt x="1389206" y="0"/>
                  </a:lnTo>
                  <a:lnTo>
                    <a:pt x="1399059" y="0"/>
                  </a:lnTo>
                  <a:lnTo>
                    <a:pt x="1408911" y="0"/>
                  </a:lnTo>
                  <a:lnTo>
                    <a:pt x="1418764" y="0"/>
                  </a:lnTo>
                  <a:lnTo>
                    <a:pt x="1428616" y="0"/>
                  </a:lnTo>
                  <a:lnTo>
                    <a:pt x="1438469" y="0"/>
                  </a:lnTo>
                  <a:lnTo>
                    <a:pt x="1448321" y="0"/>
                  </a:lnTo>
                  <a:lnTo>
                    <a:pt x="1458174" y="0"/>
                  </a:lnTo>
                  <a:lnTo>
                    <a:pt x="1468027" y="0"/>
                  </a:lnTo>
                  <a:lnTo>
                    <a:pt x="1477879" y="0"/>
                  </a:lnTo>
                  <a:lnTo>
                    <a:pt x="1487732" y="0"/>
                  </a:lnTo>
                  <a:lnTo>
                    <a:pt x="1497584" y="0"/>
                  </a:lnTo>
                  <a:lnTo>
                    <a:pt x="1507437" y="0"/>
                  </a:lnTo>
                  <a:lnTo>
                    <a:pt x="1517289" y="0"/>
                  </a:lnTo>
                  <a:lnTo>
                    <a:pt x="1527142" y="0"/>
                  </a:lnTo>
                  <a:lnTo>
                    <a:pt x="1536994" y="0"/>
                  </a:lnTo>
                  <a:lnTo>
                    <a:pt x="1546847" y="0"/>
                  </a:lnTo>
                  <a:lnTo>
                    <a:pt x="1556699" y="0"/>
                  </a:lnTo>
                  <a:lnTo>
                    <a:pt x="1566552" y="0"/>
                  </a:lnTo>
                  <a:lnTo>
                    <a:pt x="1576404" y="0"/>
                  </a:lnTo>
                  <a:lnTo>
                    <a:pt x="1586257" y="0"/>
                  </a:lnTo>
                  <a:lnTo>
                    <a:pt x="1596109" y="0"/>
                  </a:lnTo>
                  <a:lnTo>
                    <a:pt x="1605962" y="0"/>
                  </a:lnTo>
                  <a:lnTo>
                    <a:pt x="1615815" y="0"/>
                  </a:lnTo>
                  <a:lnTo>
                    <a:pt x="1625667" y="0"/>
                  </a:lnTo>
                  <a:lnTo>
                    <a:pt x="1635520" y="0"/>
                  </a:lnTo>
                  <a:lnTo>
                    <a:pt x="1645372" y="0"/>
                  </a:lnTo>
                  <a:lnTo>
                    <a:pt x="1655225" y="0"/>
                  </a:lnTo>
                  <a:lnTo>
                    <a:pt x="1665077" y="0"/>
                  </a:lnTo>
                  <a:lnTo>
                    <a:pt x="1674930" y="0"/>
                  </a:lnTo>
                  <a:lnTo>
                    <a:pt x="1684782" y="0"/>
                  </a:lnTo>
                  <a:lnTo>
                    <a:pt x="1694635" y="0"/>
                  </a:lnTo>
                  <a:lnTo>
                    <a:pt x="1704487" y="0"/>
                  </a:lnTo>
                  <a:lnTo>
                    <a:pt x="1714340" y="0"/>
                  </a:lnTo>
                  <a:lnTo>
                    <a:pt x="1724192" y="0"/>
                  </a:lnTo>
                  <a:lnTo>
                    <a:pt x="1734045" y="0"/>
                  </a:lnTo>
                  <a:lnTo>
                    <a:pt x="1743897" y="0"/>
                  </a:lnTo>
                  <a:lnTo>
                    <a:pt x="1753750" y="0"/>
                  </a:lnTo>
                  <a:lnTo>
                    <a:pt x="1763602" y="0"/>
                  </a:lnTo>
                  <a:lnTo>
                    <a:pt x="1773455" y="0"/>
                  </a:lnTo>
                  <a:lnTo>
                    <a:pt x="1783308" y="0"/>
                  </a:lnTo>
                  <a:lnTo>
                    <a:pt x="1793160" y="0"/>
                  </a:lnTo>
                  <a:lnTo>
                    <a:pt x="1803013" y="0"/>
                  </a:lnTo>
                  <a:lnTo>
                    <a:pt x="1812865" y="0"/>
                  </a:lnTo>
                  <a:lnTo>
                    <a:pt x="1822718" y="0"/>
                  </a:lnTo>
                  <a:lnTo>
                    <a:pt x="1832570" y="0"/>
                  </a:lnTo>
                  <a:lnTo>
                    <a:pt x="1842423" y="0"/>
                  </a:lnTo>
                  <a:lnTo>
                    <a:pt x="1852275" y="0"/>
                  </a:lnTo>
                  <a:lnTo>
                    <a:pt x="1862128" y="0"/>
                  </a:lnTo>
                  <a:lnTo>
                    <a:pt x="1871980" y="0"/>
                  </a:lnTo>
                  <a:lnTo>
                    <a:pt x="1881833" y="0"/>
                  </a:lnTo>
                  <a:lnTo>
                    <a:pt x="1891685" y="0"/>
                  </a:lnTo>
                  <a:lnTo>
                    <a:pt x="1901538" y="0"/>
                  </a:lnTo>
                  <a:lnTo>
                    <a:pt x="1911390" y="0"/>
                  </a:lnTo>
                  <a:lnTo>
                    <a:pt x="1921243" y="0"/>
                  </a:lnTo>
                  <a:lnTo>
                    <a:pt x="1931095" y="0"/>
                  </a:lnTo>
                  <a:lnTo>
                    <a:pt x="1940948" y="0"/>
                  </a:lnTo>
                  <a:lnTo>
                    <a:pt x="1950801" y="0"/>
                  </a:lnTo>
                  <a:lnTo>
                    <a:pt x="1960653" y="0"/>
                  </a:lnTo>
                  <a:lnTo>
                    <a:pt x="1970506" y="0"/>
                  </a:lnTo>
                  <a:lnTo>
                    <a:pt x="1980358" y="0"/>
                  </a:lnTo>
                  <a:lnTo>
                    <a:pt x="1990211" y="0"/>
                  </a:lnTo>
                  <a:lnTo>
                    <a:pt x="2000063" y="0"/>
                  </a:lnTo>
                  <a:lnTo>
                    <a:pt x="2009916" y="0"/>
                  </a:lnTo>
                  <a:lnTo>
                    <a:pt x="2019768" y="0"/>
                  </a:lnTo>
                  <a:lnTo>
                    <a:pt x="2029621" y="0"/>
                  </a:lnTo>
                  <a:lnTo>
                    <a:pt x="2039473" y="0"/>
                  </a:lnTo>
                  <a:lnTo>
                    <a:pt x="2049326" y="0"/>
                  </a:lnTo>
                  <a:lnTo>
                    <a:pt x="2059178" y="0"/>
                  </a:lnTo>
                  <a:lnTo>
                    <a:pt x="2069031" y="0"/>
                  </a:lnTo>
                  <a:lnTo>
                    <a:pt x="2078883" y="0"/>
                  </a:lnTo>
                  <a:lnTo>
                    <a:pt x="2088736" y="0"/>
                  </a:lnTo>
                  <a:lnTo>
                    <a:pt x="2098589" y="0"/>
                  </a:lnTo>
                  <a:lnTo>
                    <a:pt x="2108441" y="0"/>
                  </a:lnTo>
                  <a:lnTo>
                    <a:pt x="2118294" y="0"/>
                  </a:lnTo>
                  <a:lnTo>
                    <a:pt x="2128146" y="0"/>
                  </a:lnTo>
                  <a:lnTo>
                    <a:pt x="2137999" y="0"/>
                  </a:lnTo>
                  <a:lnTo>
                    <a:pt x="2147851" y="0"/>
                  </a:lnTo>
                  <a:lnTo>
                    <a:pt x="2157704" y="0"/>
                  </a:lnTo>
                  <a:lnTo>
                    <a:pt x="2167556" y="0"/>
                  </a:lnTo>
                  <a:lnTo>
                    <a:pt x="2177409" y="0"/>
                  </a:lnTo>
                  <a:lnTo>
                    <a:pt x="2187261" y="0"/>
                  </a:lnTo>
                  <a:lnTo>
                    <a:pt x="2197114" y="0"/>
                  </a:lnTo>
                  <a:lnTo>
                    <a:pt x="2206966" y="0"/>
                  </a:lnTo>
                  <a:lnTo>
                    <a:pt x="2216819" y="0"/>
                  </a:lnTo>
                  <a:lnTo>
                    <a:pt x="2226671" y="0"/>
                  </a:lnTo>
                  <a:lnTo>
                    <a:pt x="2236524" y="0"/>
                  </a:lnTo>
                  <a:lnTo>
                    <a:pt x="2246376" y="0"/>
                  </a:lnTo>
                  <a:lnTo>
                    <a:pt x="2256229" y="0"/>
                  </a:lnTo>
                  <a:lnTo>
                    <a:pt x="2266082" y="0"/>
                  </a:lnTo>
                  <a:lnTo>
                    <a:pt x="2275934" y="0"/>
                  </a:lnTo>
                  <a:lnTo>
                    <a:pt x="2285787" y="0"/>
                  </a:lnTo>
                  <a:lnTo>
                    <a:pt x="2295639" y="0"/>
                  </a:lnTo>
                  <a:lnTo>
                    <a:pt x="2305492" y="0"/>
                  </a:lnTo>
                  <a:lnTo>
                    <a:pt x="2315344" y="0"/>
                  </a:lnTo>
                  <a:lnTo>
                    <a:pt x="2325197" y="0"/>
                  </a:lnTo>
                  <a:lnTo>
                    <a:pt x="2335049" y="0"/>
                  </a:lnTo>
                  <a:lnTo>
                    <a:pt x="2344902" y="0"/>
                  </a:lnTo>
                  <a:lnTo>
                    <a:pt x="2354754" y="0"/>
                  </a:lnTo>
                  <a:lnTo>
                    <a:pt x="2364607" y="0"/>
                  </a:lnTo>
                  <a:lnTo>
                    <a:pt x="2374459" y="0"/>
                  </a:lnTo>
                  <a:lnTo>
                    <a:pt x="2384312" y="0"/>
                  </a:lnTo>
                  <a:lnTo>
                    <a:pt x="2394164" y="0"/>
                  </a:lnTo>
                  <a:lnTo>
                    <a:pt x="2404017" y="0"/>
                  </a:lnTo>
                  <a:lnTo>
                    <a:pt x="2413869" y="0"/>
                  </a:lnTo>
                  <a:lnTo>
                    <a:pt x="2423722" y="0"/>
                  </a:lnTo>
                  <a:lnTo>
                    <a:pt x="2433575" y="0"/>
                  </a:lnTo>
                  <a:lnTo>
                    <a:pt x="2443427" y="0"/>
                  </a:lnTo>
                  <a:lnTo>
                    <a:pt x="2453280" y="0"/>
                  </a:lnTo>
                  <a:lnTo>
                    <a:pt x="2463132" y="0"/>
                  </a:lnTo>
                  <a:lnTo>
                    <a:pt x="2472985" y="0"/>
                  </a:lnTo>
                  <a:lnTo>
                    <a:pt x="2482837" y="0"/>
                  </a:lnTo>
                  <a:lnTo>
                    <a:pt x="2492690" y="0"/>
                  </a:lnTo>
                  <a:lnTo>
                    <a:pt x="2502542" y="0"/>
                  </a:lnTo>
                  <a:lnTo>
                    <a:pt x="2512395" y="0"/>
                  </a:lnTo>
                  <a:lnTo>
                    <a:pt x="2522247" y="0"/>
                  </a:lnTo>
                  <a:lnTo>
                    <a:pt x="2532100" y="0"/>
                  </a:lnTo>
                  <a:lnTo>
                    <a:pt x="2541952" y="0"/>
                  </a:lnTo>
                  <a:lnTo>
                    <a:pt x="2551805" y="0"/>
                  </a:lnTo>
                  <a:lnTo>
                    <a:pt x="2561657" y="0"/>
                  </a:lnTo>
                  <a:lnTo>
                    <a:pt x="2571510" y="0"/>
                  </a:lnTo>
                  <a:lnTo>
                    <a:pt x="2581363" y="0"/>
                  </a:lnTo>
                  <a:lnTo>
                    <a:pt x="2591215" y="0"/>
                  </a:lnTo>
                  <a:lnTo>
                    <a:pt x="2601068" y="0"/>
                  </a:lnTo>
                  <a:lnTo>
                    <a:pt x="2610920" y="0"/>
                  </a:lnTo>
                  <a:lnTo>
                    <a:pt x="2620773" y="0"/>
                  </a:lnTo>
                  <a:lnTo>
                    <a:pt x="2630625" y="0"/>
                  </a:lnTo>
                  <a:lnTo>
                    <a:pt x="2640478" y="0"/>
                  </a:lnTo>
                  <a:lnTo>
                    <a:pt x="2650330" y="0"/>
                  </a:lnTo>
                  <a:lnTo>
                    <a:pt x="2660183" y="0"/>
                  </a:lnTo>
                  <a:lnTo>
                    <a:pt x="2670035" y="0"/>
                  </a:lnTo>
                  <a:lnTo>
                    <a:pt x="2679888" y="0"/>
                  </a:lnTo>
                  <a:lnTo>
                    <a:pt x="2689740" y="0"/>
                  </a:lnTo>
                  <a:lnTo>
                    <a:pt x="2699593" y="0"/>
                  </a:lnTo>
                  <a:lnTo>
                    <a:pt x="2709445" y="0"/>
                  </a:lnTo>
                  <a:lnTo>
                    <a:pt x="2719298" y="0"/>
                  </a:lnTo>
                  <a:lnTo>
                    <a:pt x="2729150" y="0"/>
                  </a:lnTo>
                  <a:lnTo>
                    <a:pt x="2739003" y="0"/>
                  </a:lnTo>
                  <a:lnTo>
                    <a:pt x="2748856" y="0"/>
                  </a:lnTo>
                  <a:lnTo>
                    <a:pt x="2758708" y="0"/>
                  </a:lnTo>
                  <a:lnTo>
                    <a:pt x="2768561" y="0"/>
                  </a:lnTo>
                  <a:lnTo>
                    <a:pt x="2778413" y="0"/>
                  </a:lnTo>
                  <a:lnTo>
                    <a:pt x="2788266" y="0"/>
                  </a:lnTo>
                  <a:lnTo>
                    <a:pt x="2798118" y="0"/>
                  </a:lnTo>
                  <a:lnTo>
                    <a:pt x="2807971" y="0"/>
                  </a:lnTo>
                  <a:lnTo>
                    <a:pt x="2817823" y="0"/>
                  </a:lnTo>
                  <a:lnTo>
                    <a:pt x="2827676" y="0"/>
                  </a:lnTo>
                  <a:lnTo>
                    <a:pt x="2837528" y="0"/>
                  </a:lnTo>
                  <a:lnTo>
                    <a:pt x="2847381" y="0"/>
                  </a:lnTo>
                  <a:lnTo>
                    <a:pt x="2857233" y="0"/>
                  </a:lnTo>
                  <a:lnTo>
                    <a:pt x="2867086" y="0"/>
                  </a:lnTo>
                  <a:lnTo>
                    <a:pt x="2876938" y="0"/>
                  </a:lnTo>
                  <a:lnTo>
                    <a:pt x="2886791" y="0"/>
                  </a:lnTo>
                  <a:lnTo>
                    <a:pt x="2896643" y="0"/>
                  </a:lnTo>
                  <a:lnTo>
                    <a:pt x="2906496" y="0"/>
                  </a:lnTo>
                  <a:lnTo>
                    <a:pt x="2916349" y="0"/>
                  </a:lnTo>
                  <a:lnTo>
                    <a:pt x="2926201" y="0"/>
                  </a:lnTo>
                  <a:lnTo>
                    <a:pt x="2936054" y="0"/>
                  </a:lnTo>
                  <a:lnTo>
                    <a:pt x="2945906" y="0"/>
                  </a:lnTo>
                  <a:lnTo>
                    <a:pt x="2955759" y="0"/>
                  </a:lnTo>
                  <a:lnTo>
                    <a:pt x="2965611" y="0"/>
                  </a:lnTo>
                  <a:lnTo>
                    <a:pt x="2975464" y="0"/>
                  </a:lnTo>
                  <a:lnTo>
                    <a:pt x="2985316" y="0"/>
                  </a:lnTo>
                  <a:lnTo>
                    <a:pt x="2995169" y="0"/>
                  </a:lnTo>
                  <a:lnTo>
                    <a:pt x="3005021" y="0"/>
                  </a:lnTo>
                  <a:lnTo>
                    <a:pt x="3014874" y="0"/>
                  </a:lnTo>
                  <a:lnTo>
                    <a:pt x="3024726" y="0"/>
                  </a:lnTo>
                  <a:lnTo>
                    <a:pt x="3034579" y="0"/>
                  </a:lnTo>
                  <a:lnTo>
                    <a:pt x="3044431" y="0"/>
                  </a:lnTo>
                  <a:lnTo>
                    <a:pt x="3054284" y="0"/>
                  </a:lnTo>
                  <a:lnTo>
                    <a:pt x="3064136" y="0"/>
                  </a:lnTo>
                  <a:lnTo>
                    <a:pt x="3073989" y="0"/>
                  </a:lnTo>
                  <a:lnTo>
                    <a:pt x="3083842" y="0"/>
                  </a:lnTo>
                  <a:lnTo>
                    <a:pt x="3093694" y="0"/>
                  </a:lnTo>
                  <a:lnTo>
                    <a:pt x="3103547" y="0"/>
                  </a:lnTo>
                  <a:lnTo>
                    <a:pt x="3113399" y="0"/>
                  </a:lnTo>
                  <a:lnTo>
                    <a:pt x="3123252" y="0"/>
                  </a:lnTo>
                  <a:lnTo>
                    <a:pt x="3133104" y="0"/>
                  </a:lnTo>
                  <a:lnTo>
                    <a:pt x="3142957" y="0"/>
                  </a:lnTo>
                  <a:lnTo>
                    <a:pt x="3152809" y="0"/>
                  </a:lnTo>
                  <a:lnTo>
                    <a:pt x="3162662" y="0"/>
                  </a:lnTo>
                  <a:lnTo>
                    <a:pt x="3172514" y="0"/>
                  </a:lnTo>
                  <a:lnTo>
                    <a:pt x="3182367" y="0"/>
                  </a:lnTo>
                  <a:lnTo>
                    <a:pt x="3192219" y="0"/>
                  </a:lnTo>
                  <a:lnTo>
                    <a:pt x="3202072" y="0"/>
                  </a:lnTo>
                  <a:lnTo>
                    <a:pt x="3211924" y="0"/>
                  </a:lnTo>
                  <a:lnTo>
                    <a:pt x="3221777" y="0"/>
                  </a:lnTo>
                  <a:lnTo>
                    <a:pt x="3231630" y="0"/>
                  </a:lnTo>
                  <a:lnTo>
                    <a:pt x="3241482" y="0"/>
                  </a:lnTo>
                  <a:lnTo>
                    <a:pt x="3251335" y="0"/>
                  </a:lnTo>
                  <a:lnTo>
                    <a:pt x="3261187" y="0"/>
                  </a:lnTo>
                  <a:lnTo>
                    <a:pt x="3271040" y="0"/>
                  </a:lnTo>
                  <a:lnTo>
                    <a:pt x="3280892" y="0"/>
                  </a:lnTo>
                  <a:lnTo>
                    <a:pt x="3290745" y="0"/>
                  </a:lnTo>
                  <a:lnTo>
                    <a:pt x="3300597" y="0"/>
                  </a:lnTo>
                  <a:lnTo>
                    <a:pt x="3310450" y="0"/>
                  </a:lnTo>
                  <a:lnTo>
                    <a:pt x="3320302" y="0"/>
                  </a:lnTo>
                  <a:lnTo>
                    <a:pt x="3330155" y="0"/>
                  </a:lnTo>
                  <a:lnTo>
                    <a:pt x="3340007" y="0"/>
                  </a:lnTo>
                  <a:lnTo>
                    <a:pt x="3349860" y="0"/>
                  </a:lnTo>
                  <a:lnTo>
                    <a:pt x="3359712" y="0"/>
                  </a:lnTo>
                  <a:lnTo>
                    <a:pt x="3369565" y="0"/>
                  </a:lnTo>
                  <a:lnTo>
                    <a:pt x="3379417" y="0"/>
                  </a:lnTo>
                  <a:lnTo>
                    <a:pt x="3389270" y="0"/>
                  </a:lnTo>
                  <a:lnTo>
                    <a:pt x="3399123" y="0"/>
                  </a:lnTo>
                  <a:lnTo>
                    <a:pt x="3408975" y="0"/>
                  </a:lnTo>
                  <a:lnTo>
                    <a:pt x="3418828" y="0"/>
                  </a:lnTo>
                  <a:lnTo>
                    <a:pt x="3428680" y="0"/>
                  </a:lnTo>
                  <a:lnTo>
                    <a:pt x="3438533" y="0"/>
                  </a:lnTo>
                  <a:lnTo>
                    <a:pt x="3448385" y="0"/>
                  </a:lnTo>
                  <a:lnTo>
                    <a:pt x="3458238" y="0"/>
                  </a:lnTo>
                  <a:lnTo>
                    <a:pt x="3468090" y="0"/>
                  </a:lnTo>
                  <a:lnTo>
                    <a:pt x="3477943" y="0"/>
                  </a:lnTo>
                  <a:lnTo>
                    <a:pt x="3487795" y="0"/>
                  </a:lnTo>
                  <a:lnTo>
                    <a:pt x="3497648" y="0"/>
                  </a:lnTo>
                  <a:lnTo>
                    <a:pt x="3507500" y="0"/>
                  </a:lnTo>
                  <a:lnTo>
                    <a:pt x="3517353" y="0"/>
                  </a:lnTo>
                  <a:lnTo>
                    <a:pt x="3527205" y="0"/>
                  </a:lnTo>
                  <a:lnTo>
                    <a:pt x="3537058" y="0"/>
                  </a:lnTo>
                  <a:lnTo>
                    <a:pt x="3546910" y="0"/>
                  </a:lnTo>
                  <a:lnTo>
                    <a:pt x="3556763" y="0"/>
                  </a:lnTo>
                  <a:lnTo>
                    <a:pt x="3566616" y="0"/>
                  </a:lnTo>
                  <a:lnTo>
                    <a:pt x="3576468" y="0"/>
                  </a:lnTo>
                  <a:lnTo>
                    <a:pt x="3586321" y="0"/>
                  </a:lnTo>
                  <a:lnTo>
                    <a:pt x="3596173" y="0"/>
                  </a:lnTo>
                  <a:lnTo>
                    <a:pt x="3606026" y="0"/>
                  </a:lnTo>
                  <a:lnTo>
                    <a:pt x="3615878" y="0"/>
                  </a:lnTo>
                  <a:lnTo>
                    <a:pt x="3625731" y="0"/>
                  </a:lnTo>
                  <a:lnTo>
                    <a:pt x="3635583" y="0"/>
                  </a:lnTo>
                  <a:lnTo>
                    <a:pt x="3645436" y="0"/>
                  </a:lnTo>
                  <a:lnTo>
                    <a:pt x="3655288" y="0"/>
                  </a:lnTo>
                  <a:lnTo>
                    <a:pt x="3665141" y="0"/>
                  </a:lnTo>
                  <a:lnTo>
                    <a:pt x="3674993" y="0"/>
                  </a:lnTo>
                  <a:lnTo>
                    <a:pt x="3684846" y="0"/>
                  </a:lnTo>
                  <a:lnTo>
                    <a:pt x="3694698" y="0"/>
                  </a:lnTo>
                  <a:lnTo>
                    <a:pt x="3704551" y="0"/>
                  </a:lnTo>
                  <a:lnTo>
                    <a:pt x="3714404" y="0"/>
                  </a:lnTo>
                  <a:lnTo>
                    <a:pt x="3724256" y="0"/>
                  </a:lnTo>
                  <a:lnTo>
                    <a:pt x="3734109" y="0"/>
                  </a:lnTo>
                  <a:lnTo>
                    <a:pt x="3743961" y="0"/>
                  </a:lnTo>
                  <a:lnTo>
                    <a:pt x="3753814" y="0"/>
                  </a:lnTo>
                  <a:lnTo>
                    <a:pt x="3763666" y="0"/>
                  </a:lnTo>
                  <a:lnTo>
                    <a:pt x="3773519" y="0"/>
                  </a:lnTo>
                  <a:lnTo>
                    <a:pt x="3783371" y="0"/>
                  </a:lnTo>
                  <a:lnTo>
                    <a:pt x="3793224" y="0"/>
                  </a:lnTo>
                  <a:lnTo>
                    <a:pt x="3803076" y="0"/>
                  </a:lnTo>
                  <a:lnTo>
                    <a:pt x="3812929" y="0"/>
                  </a:lnTo>
                  <a:lnTo>
                    <a:pt x="3822781" y="0"/>
                  </a:lnTo>
                  <a:lnTo>
                    <a:pt x="3832634" y="0"/>
                  </a:lnTo>
                  <a:lnTo>
                    <a:pt x="3842486" y="0"/>
                  </a:lnTo>
                  <a:lnTo>
                    <a:pt x="3852339" y="0"/>
                  </a:lnTo>
                  <a:lnTo>
                    <a:pt x="3862191" y="0"/>
                  </a:lnTo>
                  <a:lnTo>
                    <a:pt x="3872044" y="0"/>
                  </a:lnTo>
                  <a:lnTo>
                    <a:pt x="3881897" y="0"/>
                  </a:lnTo>
                  <a:lnTo>
                    <a:pt x="3891749" y="0"/>
                  </a:lnTo>
                  <a:lnTo>
                    <a:pt x="3901602" y="0"/>
                  </a:lnTo>
                  <a:lnTo>
                    <a:pt x="3911454" y="0"/>
                  </a:lnTo>
                  <a:lnTo>
                    <a:pt x="3921307" y="0"/>
                  </a:lnTo>
                  <a:lnTo>
                    <a:pt x="3931159" y="0"/>
                  </a:lnTo>
                  <a:lnTo>
                    <a:pt x="3941012" y="0"/>
                  </a:lnTo>
                  <a:lnTo>
                    <a:pt x="3950864" y="0"/>
                  </a:lnTo>
                  <a:lnTo>
                    <a:pt x="3960717" y="0"/>
                  </a:lnTo>
                  <a:lnTo>
                    <a:pt x="3970569" y="0"/>
                  </a:lnTo>
                  <a:lnTo>
                    <a:pt x="3980422" y="0"/>
                  </a:lnTo>
                  <a:lnTo>
                    <a:pt x="3990274" y="0"/>
                  </a:lnTo>
                  <a:lnTo>
                    <a:pt x="4000127" y="0"/>
                  </a:lnTo>
                  <a:lnTo>
                    <a:pt x="4009979" y="0"/>
                  </a:lnTo>
                  <a:lnTo>
                    <a:pt x="4019832" y="0"/>
                  </a:lnTo>
                  <a:lnTo>
                    <a:pt x="4029684" y="0"/>
                  </a:lnTo>
                  <a:lnTo>
                    <a:pt x="4039537" y="0"/>
                  </a:lnTo>
                  <a:lnTo>
                    <a:pt x="4049390" y="0"/>
                  </a:lnTo>
                  <a:lnTo>
                    <a:pt x="4059242" y="0"/>
                  </a:lnTo>
                  <a:lnTo>
                    <a:pt x="4069095" y="0"/>
                  </a:lnTo>
                  <a:lnTo>
                    <a:pt x="4078947" y="0"/>
                  </a:lnTo>
                  <a:lnTo>
                    <a:pt x="4088800" y="0"/>
                  </a:lnTo>
                  <a:lnTo>
                    <a:pt x="4098652" y="0"/>
                  </a:lnTo>
                  <a:lnTo>
                    <a:pt x="4108505" y="0"/>
                  </a:lnTo>
                  <a:lnTo>
                    <a:pt x="4118357" y="0"/>
                  </a:lnTo>
                  <a:lnTo>
                    <a:pt x="4128210" y="0"/>
                  </a:lnTo>
                  <a:lnTo>
                    <a:pt x="4138062" y="0"/>
                  </a:lnTo>
                  <a:lnTo>
                    <a:pt x="4147915" y="0"/>
                  </a:lnTo>
                  <a:lnTo>
                    <a:pt x="4157767" y="0"/>
                  </a:lnTo>
                  <a:lnTo>
                    <a:pt x="4167620" y="0"/>
                  </a:lnTo>
                  <a:lnTo>
                    <a:pt x="4177472" y="0"/>
                  </a:lnTo>
                  <a:lnTo>
                    <a:pt x="4187325" y="0"/>
                  </a:lnTo>
                  <a:lnTo>
                    <a:pt x="4197178" y="0"/>
                  </a:lnTo>
                  <a:lnTo>
                    <a:pt x="4207030" y="0"/>
                  </a:lnTo>
                  <a:lnTo>
                    <a:pt x="4216883" y="0"/>
                  </a:lnTo>
                  <a:lnTo>
                    <a:pt x="4226735" y="0"/>
                  </a:lnTo>
                  <a:lnTo>
                    <a:pt x="4236588" y="0"/>
                  </a:lnTo>
                  <a:lnTo>
                    <a:pt x="4246440" y="0"/>
                  </a:lnTo>
                  <a:lnTo>
                    <a:pt x="4256293" y="0"/>
                  </a:lnTo>
                  <a:lnTo>
                    <a:pt x="4266145" y="0"/>
                  </a:lnTo>
                  <a:lnTo>
                    <a:pt x="4275998" y="0"/>
                  </a:lnTo>
                  <a:lnTo>
                    <a:pt x="4285850" y="0"/>
                  </a:lnTo>
                  <a:lnTo>
                    <a:pt x="4295703" y="0"/>
                  </a:lnTo>
                  <a:lnTo>
                    <a:pt x="4305555" y="0"/>
                  </a:lnTo>
                  <a:lnTo>
                    <a:pt x="4315408" y="0"/>
                  </a:lnTo>
                  <a:lnTo>
                    <a:pt x="4325260" y="0"/>
                  </a:lnTo>
                  <a:lnTo>
                    <a:pt x="4335113" y="0"/>
                  </a:lnTo>
                  <a:lnTo>
                    <a:pt x="4344965" y="0"/>
                  </a:lnTo>
                  <a:lnTo>
                    <a:pt x="4354818" y="0"/>
                  </a:lnTo>
                  <a:lnTo>
                    <a:pt x="4364671" y="0"/>
                  </a:lnTo>
                  <a:lnTo>
                    <a:pt x="4374523" y="0"/>
                  </a:lnTo>
                  <a:lnTo>
                    <a:pt x="4384376" y="0"/>
                  </a:lnTo>
                  <a:lnTo>
                    <a:pt x="4394228" y="0"/>
                  </a:lnTo>
                  <a:lnTo>
                    <a:pt x="4404081" y="0"/>
                  </a:lnTo>
                  <a:lnTo>
                    <a:pt x="4413933" y="0"/>
                  </a:lnTo>
                  <a:lnTo>
                    <a:pt x="4423786" y="0"/>
                  </a:lnTo>
                  <a:lnTo>
                    <a:pt x="4433638" y="0"/>
                  </a:lnTo>
                  <a:lnTo>
                    <a:pt x="4443491" y="0"/>
                  </a:lnTo>
                  <a:lnTo>
                    <a:pt x="4453343" y="0"/>
                  </a:lnTo>
                  <a:lnTo>
                    <a:pt x="4463196" y="0"/>
                  </a:lnTo>
                  <a:lnTo>
                    <a:pt x="4473048" y="0"/>
                  </a:lnTo>
                  <a:lnTo>
                    <a:pt x="4482901" y="0"/>
                  </a:lnTo>
                  <a:lnTo>
                    <a:pt x="4492753" y="0"/>
                  </a:lnTo>
                  <a:lnTo>
                    <a:pt x="4502606" y="0"/>
                  </a:lnTo>
                  <a:lnTo>
                    <a:pt x="4512458" y="0"/>
                  </a:lnTo>
                  <a:lnTo>
                    <a:pt x="4522311" y="0"/>
                  </a:lnTo>
                  <a:lnTo>
                    <a:pt x="4532164" y="0"/>
                  </a:lnTo>
                  <a:lnTo>
                    <a:pt x="4542016" y="0"/>
                  </a:lnTo>
                  <a:lnTo>
                    <a:pt x="4551869" y="0"/>
                  </a:lnTo>
                  <a:lnTo>
                    <a:pt x="4561721" y="0"/>
                  </a:lnTo>
                  <a:lnTo>
                    <a:pt x="4571574" y="0"/>
                  </a:lnTo>
                  <a:lnTo>
                    <a:pt x="4581426" y="0"/>
                  </a:lnTo>
                  <a:lnTo>
                    <a:pt x="4591279" y="0"/>
                  </a:lnTo>
                  <a:lnTo>
                    <a:pt x="4601131" y="0"/>
                  </a:lnTo>
                  <a:lnTo>
                    <a:pt x="4610984" y="0"/>
                  </a:lnTo>
                  <a:lnTo>
                    <a:pt x="4620836" y="0"/>
                  </a:lnTo>
                  <a:lnTo>
                    <a:pt x="4630689" y="0"/>
                  </a:lnTo>
                  <a:lnTo>
                    <a:pt x="4640541" y="0"/>
                  </a:lnTo>
                  <a:lnTo>
                    <a:pt x="4650394" y="0"/>
                  </a:lnTo>
                  <a:lnTo>
                    <a:pt x="4660246" y="0"/>
                  </a:lnTo>
                  <a:lnTo>
                    <a:pt x="4670099" y="0"/>
                  </a:lnTo>
                  <a:lnTo>
                    <a:pt x="4679952" y="0"/>
                  </a:lnTo>
                  <a:lnTo>
                    <a:pt x="4689804" y="0"/>
                  </a:lnTo>
                  <a:lnTo>
                    <a:pt x="4699657" y="0"/>
                  </a:lnTo>
                  <a:lnTo>
                    <a:pt x="4709509" y="0"/>
                  </a:lnTo>
                  <a:lnTo>
                    <a:pt x="4719362" y="0"/>
                  </a:lnTo>
                  <a:lnTo>
                    <a:pt x="4729214" y="0"/>
                  </a:lnTo>
                  <a:lnTo>
                    <a:pt x="4739067" y="0"/>
                  </a:lnTo>
                  <a:lnTo>
                    <a:pt x="4748919" y="0"/>
                  </a:lnTo>
                  <a:lnTo>
                    <a:pt x="4758772" y="0"/>
                  </a:lnTo>
                  <a:lnTo>
                    <a:pt x="4768624" y="0"/>
                  </a:lnTo>
                  <a:lnTo>
                    <a:pt x="4778477" y="0"/>
                  </a:lnTo>
                  <a:lnTo>
                    <a:pt x="4788329" y="0"/>
                  </a:lnTo>
                  <a:lnTo>
                    <a:pt x="4798182" y="0"/>
                  </a:lnTo>
                  <a:lnTo>
                    <a:pt x="4808034" y="0"/>
                  </a:lnTo>
                  <a:lnTo>
                    <a:pt x="4817887" y="0"/>
                  </a:lnTo>
                  <a:lnTo>
                    <a:pt x="4827739" y="0"/>
                  </a:lnTo>
                  <a:lnTo>
                    <a:pt x="4837592" y="0"/>
                  </a:lnTo>
                  <a:lnTo>
                    <a:pt x="4847445" y="0"/>
                  </a:lnTo>
                  <a:lnTo>
                    <a:pt x="4857297" y="0"/>
                  </a:lnTo>
                  <a:lnTo>
                    <a:pt x="4867150" y="0"/>
                  </a:lnTo>
                  <a:lnTo>
                    <a:pt x="4877002" y="0"/>
                  </a:lnTo>
                  <a:lnTo>
                    <a:pt x="4886855" y="0"/>
                  </a:lnTo>
                  <a:lnTo>
                    <a:pt x="4896707" y="0"/>
                  </a:lnTo>
                  <a:lnTo>
                    <a:pt x="4906560" y="0"/>
                  </a:lnTo>
                  <a:lnTo>
                    <a:pt x="4916412" y="0"/>
                  </a:lnTo>
                  <a:lnTo>
                    <a:pt x="4926265" y="0"/>
                  </a:lnTo>
                  <a:lnTo>
                    <a:pt x="4926265" y="112653"/>
                  </a:lnTo>
                  <a:lnTo>
                    <a:pt x="4916412" y="112653"/>
                  </a:lnTo>
                  <a:lnTo>
                    <a:pt x="4906560" y="112653"/>
                  </a:lnTo>
                  <a:lnTo>
                    <a:pt x="4896707" y="112653"/>
                  </a:lnTo>
                  <a:lnTo>
                    <a:pt x="4886855" y="112653"/>
                  </a:lnTo>
                  <a:lnTo>
                    <a:pt x="4877002" y="112653"/>
                  </a:lnTo>
                  <a:lnTo>
                    <a:pt x="4867150" y="112653"/>
                  </a:lnTo>
                  <a:lnTo>
                    <a:pt x="4857297" y="112653"/>
                  </a:lnTo>
                  <a:lnTo>
                    <a:pt x="4847445" y="112653"/>
                  </a:lnTo>
                  <a:lnTo>
                    <a:pt x="4837592" y="112653"/>
                  </a:lnTo>
                  <a:lnTo>
                    <a:pt x="4827739" y="112653"/>
                  </a:lnTo>
                  <a:lnTo>
                    <a:pt x="4817887" y="112653"/>
                  </a:lnTo>
                  <a:lnTo>
                    <a:pt x="4808034" y="112653"/>
                  </a:lnTo>
                  <a:lnTo>
                    <a:pt x="4798182" y="112653"/>
                  </a:lnTo>
                  <a:lnTo>
                    <a:pt x="4788329" y="112653"/>
                  </a:lnTo>
                  <a:lnTo>
                    <a:pt x="4778477" y="112653"/>
                  </a:lnTo>
                  <a:lnTo>
                    <a:pt x="4768624" y="112653"/>
                  </a:lnTo>
                  <a:lnTo>
                    <a:pt x="4758772" y="112653"/>
                  </a:lnTo>
                  <a:lnTo>
                    <a:pt x="4748919" y="112653"/>
                  </a:lnTo>
                  <a:lnTo>
                    <a:pt x="4739067" y="112653"/>
                  </a:lnTo>
                  <a:lnTo>
                    <a:pt x="4729214" y="112653"/>
                  </a:lnTo>
                  <a:lnTo>
                    <a:pt x="4719362" y="112653"/>
                  </a:lnTo>
                  <a:lnTo>
                    <a:pt x="4709509" y="112653"/>
                  </a:lnTo>
                  <a:lnTo>
                    <a:pt x="4699657" y="112653"/>
                  </a:lnTo>
                  <a:lnTo>
                    <a:pt x="4689804" y="112653"/>
                  </a:lnTo>
                  <a:lnTo>
                    <a:pt x="4679952" y="112653"/>
                  </a:lnTo>
                  <a:lnTo>
                    <a:pt x="4670099" y="112653"/>
                  </a:lnTo>
                  <a:lnTo>
                    <a:pt x="4660246" y="112653"/>
                  </a:lnTo>
                  <a:lnTo>
                    <a:pt x="4650394" y="112653"/>
                  </a:lnTo>
                  <a:lnTo>
                    <a:pt x="4640541" y="112653"/>
                  </a:lnTo>
                  <a:lnTo>
                    <a:pt x="4630689" y="112653"/>
                  </a:lnTo>
                  <a:lnTo>
                    <a:pt x="4620836" y="112653"/>
                  </a:lnTo>
                  <a:lnTo>
                    <a:pt x="4610984" y="112653"/>
                  </a:lnTo>
                  <a:lnTo>
                    <a:pt x="4601131" y="112653"/>
                  </a:lnTo>
                  <a:lnTo>
                    <a:pt x="4591279" y="112653"/>
                  </a:lnTo>
                  <a:lnTo>
                    <a:pt x="4581426" y="112653"/>
                  </a:lnTo>
                  <a:lnTo>
                    <a:pt x="4571574" y="112653"/>
                  </a:lnTo>
                  <a:lnTo>
                    <a:pt x="4561721" y="112653"/>
                  </a:lnTo>
                  <a:lnTo>
                    <a:pt x="4551869" y="112653"/>
                  </a:lnTo>
                  <a:lnTo>
                    <a:pt x="4542016" y="112653"/>
                  </a:lnTo>
                  <a:lnTo>
                    <a:pt x="4532164" y="112653"/>
                  </a:lnTo>
                  <a:lnTo>
                    <a:pt x="4522311" y="112653"/>
                  </a:lnTo>
                  <a:lnTo>
                    <a:pt x="4512458" y="112653"/>
                  </a:lnTo>
                  <a:lnTo>
                    <a:pt x="4502606" y="112653"/>
                  </a:lnTo>
                  <a:lnTo>
                    <a:pt x="4492753" y="112653"/>
                  </a:lnTo>
                  <a:lnTo>
                    <a:pt x="4482901" y="112653"/>
                  </a:lnTo>
                  <a:lnTo>
                    <a:pt x="4473048" y="112653"/>
                  </a:lnTo>
                  <a:lnTo>
                    <a:pt x="4463196" y="112653"/>
                  </a:lnTo>
                  <a:lnTo>
                    <a:pt x="4453343" y="112653"/>
                  </a:lnTo>
                  <a:lnTo>
                    <a:pt x="4443491" y="112653"/>
                  </a:lnTo>
                  <a:lnTo>
                    <a:pt x="4433638" y="112653"/>
                  </a:lnTo>
                  <a:lnTo>
                    <a:pt x="4423786" y="112653"/>
                  </a:lnTo>
                  <a:lnTo>
                    <a:pt x="4413933" y="112653"/>
                  </a:lnTo>
                  <a:lnTo>
                    <a:pt x="4404081" y="112653"/>
                  </a:lnTo>
                  <a:lnTo>
                    <a:pt x="4394228" y="112653"/>
                  </a:lnTo>
                  <a:lnTo>
                    <a:pt x="4384376" y="112653"/>
                  </a:lnTo>
                  <a:lnTo>
                    <a:pt x="4374523" y="112653"/>
                  </a:lnTo>
                  <a:lnTo>
                    <a:pt x="4364671" y="112653"/>
                  </a:lnTo>
                  <a:lnTo>
                    <a:pt x="4354818" y="112653"/>
                  </a:lnTo>
                  <a:lnTo>
                    <a:pt x="4344965" y="112653"/>
                  </a:lnTo>
                  <a:lnTo>
                    <a:pt x="4335113" y="112653"/>
                  </a:lnTo>
                  <a:lnTo>
                    <a:pt x="4325260" y="112653"/>
                  </a:lnTo>
                  <a:lnTo>
                    <a:pt x="4315408" y="112653"/>
                  </a:lnTo>
                  <a:lnTo>
                    <a:pt x="4305555" y="112653"/>
                  </a:lnTo>
                  <a:lnTo>
                    <a:pt x="4295703" y="112653"/>
                  </a:lnTo>
                  <a:lnTo>
                    <a:pt x="4285850" y="112653"/>
                  </a:lnTo>
                  <a:lnTo>
                    <a:pt x="4275998" y="112653"/>
                  </a:lnTo>
                  <a:lnTo>
                    <a:pt x="4266145" y="112653"/>
                  </a:lnTo>
                  <a:lnTo>
                    <a:pt x="4256293" y="112653"/>
                  </a:lnTo>
                  <a:lnTo>
                    <a:pt x="4246440" y="112653"/>
                  </a:lnTo>
                  <a:lnTo>
                    <a:pt x="4236588" y="112653"/>
                  </a:lnTo>
                  <a:lnTo>
                    <a:pt x="4226735" y="112653"/>
                  </a:lnTo>
                  <a:lnTo>
                    <a:pt x="4216883" y="112653"/>
                  </a:lnTo>
                  <a:lnTo>
                    <a:pt x="4207030" y="112653"/>
                  </a:lnTo>
                  <a:lnTo>
                    <a:pt x="4197178" y="112653"/>
                  </a:lnTo>
                  <a:lnTo>
                    <a:pt x="4187325" y="112653"/>
                  </a:lnTo>
                  <a:lnTo>
                    <a:pt x="4177472" y="112653"/>
                  </a:lnTo>
                  <a:lnTo>
                    <a:pt x="4167620" y="112653"/>
                  </a:lnTo>
                  <a:lnTo>
                    <a:pt x="4157767" y="112653"/>
                  </a:lnTo>
                  <a:lnTo>
                    <a:pt x="4147915" y="112653"/>
                  </a:lnTo>
                  <a:lnTo>
                    <a:pt x="4138062" y="112653"/>
                  </a:lnTo>
                  <a:lnTo>
                    <a:pt x="4128210" y="112653"/>
                  </a:lnTo>
                  <a:lnTo>
                    <a:pt x="4118357" y="112653"/>
                  </a:lnTo>
                  <a:lnTo>
                    <a:pt x="4108505" y="112653"/>
                  </a:lnTo>
                  <a:lnTo>
                    <a:pt x="4098652" y="112653"/>
                  </a:lnTo>
                  <a:lnTo>
                    <a:pt x="4088800" y="112653"/>
                  </a:lnTo>
                  <a:lnTo>
                    <a:pt x="4078947" y="112653"/>
                  </a:lnTo>
                  <a:lnTo>
                    <a:pt x="4069095" y="112653"/>
                  </a:lnTo>
                  <a:lnTo>
                    <a:pt x="4059242" y="112653"/>
                  </a:lnTo>
                  <a:lnTo>
                    <a:pt x="4049390" y="112653"/>
                  </a:lnTo>
                  <a:lnTo>
                    <a:pt x="4039537" y="112653"/>
                  </a:lnTo>
                  <a:lnTo>
                    <a:pt x="4029684" y="112653"/>
                  </a:lnTo>
                  <a:lnTo>
                    <a:pt x="4019832" y="112653"/>
                  </a:lnTo>
                  <a:lnTo>
                    <a:pt x="4009979" y="112653"/>
                  </a:lnTo>
                  <a:lnTo>
                    <a:pt x="4000127" y="112653"/>
                  </a:lnTo>
                  <a:lnTo>
                    <a:pt x="3990274" y="112653"/>
                  </a:lnTo>
                  <a:lnTo>
                    <a:pt x="3980422" y="112653"/>
                  </a:lnTo>
                  <a:lnTo>
                    <a:pt x="3970569" y="112653"/>
                  </a:lnTo>
                  <a:lnTo>
                    <a:pt x="3960717" y="112653"/>
                  </a:lnTo>
                  <a:lnTo>
                    <a:pt x="3950864" y="112653"/>
                  </a:lnTo>
                  <a:lnTo>
                    <a:pt x="3941012" y="112653"/>
                  </a:lnTo>
                  <a:lnTo>
                    <a:pt x="3931159" y="112653"/>
                  </a:lnTo>
                  <a:lnTo>
                    <a:pt x="3921307" y="112653"/>
                  </a:lnTo>
                  <a:lnTo>
                    <a:pt x="3911454" y="112653"/>
                  </a:lnTo>
                  <a:lnTo>
                    <a:pt x="3901602" y="112653"/>
                  </a:lnTo>
                  <a:lnTo>
                    <a:pt x="3891749" y="112653"/>
                  </a:lnTo>
                  <a:lnTo>
                    <a:pt x="3881897" y="112653"/>
                  </a:lnTo>
                  <a:lnTo>
                    <a:pt x="3872044" y="112653"/>
                  </a:lnTo>
                  <a:lnTo>
                    <a:pt x="3862191" y="112653"/>
                  </a:lnTo>
                  <a:lnTo>
                    <a:pt x="3852339" y="112653"/>
                  </a:lnTo>
                  <a:lnTo>
                    <a:pt x="3842486" y="112653"/>
                  </a:lnTo>
                  <a:lnTo>
                    <a:pt x="3832634" y="112653"/>
                  </a:lnTo>
                  <a:lnTo>
                    <a:pt x="3822781" y="112653"/>
                  </a:lnTo>
                  <a:lnTo>
                    <a:pt x="3812929" y="112653"/>
                  </a:lnTo>
                  <a:lnTo>
                    <a:pt x="3803076" y="112653"/>
                  </a:lnTo>
                  <a:lnTo>
                    <a:pt x="3793224" y="112653"/>
                  </a:lnTo>
                  <a:lnTo>
                    <a:pt x="3783371" y="112653"/>
                  </a:lnTo>
                  <a:lnTo>
                    <a:pt x="3773519" y="112653"/>
                  </a:lnTo>
                  <a:lnTo>
                    <a:pt x="3763666" y="112653"/>
                  </a:lnTo>
                  <a:lnTo>
                    <a:pt x="3753814" y="112653"/>
                  </a:lnTo>
                  <a:lnTo>
                    <a:pt x="3743961" y="112653"/>
                  </a:lnTo>
                  <a:lnTo>
                    <a:pt x="3734109" y="112653"/>
                  </a:lnTo>
                  <a:lnTo>
                    <a:pt x="3724256" y="112653"/>
                  </a:lnTo>
                  <a:lnTo>
                    <a:pt x="3714404" y="112653"/>
                  </a:lnTo>
                  <a:lnTo>
                    <a:pt x="3704551" y="112653"/>
                  </a:lnTo>
                  <a:lnTo>
                    <a:pt x="3694698" y="112653"/>
                  </a:lnTo>
                  <a:lnTo>
                    <a:pt x="3684846" y="112653"/>
                  </a:lnTo>
                  <a:lnTo>
                    <a:pt x="3674993" y="112653"/>
                  </a:lnTo>
                  <a:lnTo>
                    <a:pt x="3665141" y="112653"/>
                  </a:lnTo>
                  <a:lnTo>
                    <a:pt x="3655288" y="112653"/>
                  </a:lnTo>
                  <a:lnTo>
                    <a:pt x="3645436" y="112653"/>
                  </a:lnTo>
                  <a:lnTo>
                    <a:pt x="3635583" y="112653"/>
                  </a:lnTo>
                  <a:lnTo>
                    <a:pt x="3625731" y="112653"/>
                  </a:lnTo>
                  <a:lnTo>
                    <a:pt x="3615878" y="112653"/>
                  </a:lnTo>
                  <a:lnTo>
                    <a:pt x="3606026" y="112653"/>
                  </a:lnTo>
                  <a:lnTo>
                    <a:pt x="3596173" y="112653"/>
                  </a:lnTo>
                  <a:lnTo>
                    <a:pt x="3586321" y="112653"/>
                  </a:lnTo>
                  <a:lnTo>
                    <a:pt x="3576468" y="112653"/>
                  </a:lnTo>
                  <a:lnTo>
                    <a:pt x="3566616" y="112653"/>
                  </a:lnTo>
                  <a:lnTo>
                    <a:pt x="3556763" y="112653"/>
                  </a:lnTo>
                  <a:lnTo>
                    <a:pt x="3546910" y="112653"/>
                  </a:lnTo>
                  <a:lnTo>
                    <a:pt x="3537058" y="112653"/>
                  </a:lnTo>
                  <a:lnTo>
                    <a:pt x="3527205" y="112653"/>
                  </a:lnTo>
                  <a:lnTo>
                    <a:pt x="3517353" y="112653"/>
                  </a:lnTo>
                  <a:lnTo>
                    <a:pt x="3507500" y="112653"/>
                  </a:lnTo>
                  <a:lnTo>
                    <a:pt x="3497648" y="112653"/>
                  </a:lnTo>
                  <a:lnTo>
                    <a:pt x="3487795" y="112653"/>
                  </a:lnTo>
                  <a:lnTo>
                    <a:pt x="3477943" y="112653"/>
                  </a:lnTo>
                  <a:lnTo>
                    <a:pt x="3468090" y="112653"/>
                  </a:lnTo>
                  <a:lnTo>
                    <a:pt x="3458238" y="112653"/>
                  </a:lnTo>
                  <a:lnTo>
                    <a:pt x="3448385" y="112653"/>
                  </a:lnTo>
                  <a:lnTo>
                    <a:pt x="3438533" y="112653"/>
                  </a:lnTo>
                  <a:lnTo>
                    <a:pt x="3428680" y="112653"/>
                  </a:lnTo>
                  <a:lnTo>
                    <a:pt x="3418828" y="112653"/>
                  </a:lnTo>
                  <a:lnTo>
                    <a:pt x="3408975" y="112653"/>
                  </a:lnTo>
                  <a:lnTo>
                    <a:pt x="3399123" y="112653"/>
                  </a:lnTo>
                  <a:lnTo>
                    <a:pt x="3389270" y="112653"/>
                  </a:lnTo>
                  <a:lnTo>
                    <a:pt x="3379417" y="112653"/>
                  </a:lnTo>
                  <a:lnTo>
                    <a:pt x="3369565" y="112653"/>
                  </a:lnTo>
                  <a:lnTo>
                    <a:pt x="3359712" y="112653"/>
                  </a:lnTo>
                  <a:lnTo>
                    <a:pt x="3349860" y="112653"/>
                  </a:lnTo>
                  <a:lnTo>
                    <a:pt x="3340007" y="112653"/>
                  </a:lnTo>
                  <a:lnTo>
                    <a:pt x="3330155" y="112653"/>
                  </a:lnTo>
                  <a:lnTo>
                    <a:pt x="3320302" y="112653"/>
                  </a:lnTo>
                  <a:lnTo>
                    <a:pt x="3310450" y="112653"/>
                  </a:lnTo>
                  <a:lnTo>
                    <a:pt x="3300597" y="112653"/>
                  </a:lnTo>
                  <a:lnTo>
                    <a:pt x="3290745" y="112653"/>
                  </a:lnTo>
                  <a:lnTo>
                    <a:pt x="3280892" y="112653"/>
                  </a:lnTo>
                  <a:lnTo>
                    <a:pt x="3271040" y="112653"/>
                  </a:lnTo>
                  <a:lnTo>
                    <a:pt x="3261187" y="112653"/>
                  </a:lnTo>
                  <a:lnTo>
                    <a:pt x="3251335" y="112653"/>
                  </a:lnTo>
                  <a:lnTo>
                    <a:pt x="3241482" y="112653"/>
                  </a:lnTo>
                  <a:lnTo>
                    <a:pt x="3231630" y="112653"/>
                  </a:lnTo>
                  <a:lnTo>
                    <a:pt x="3221777" y="112653"/>
                  </a:lnTo>
                  <a:lnTo>
                    <a:pt x="3211924" y="112653"/>
                  </a:lnTo>
                  <a:lnTo>
                    <a:pt x="3202072" y="112653"/>
                  </a:lnTo>
                  <a:lnTo>
                    <a:pt x="3192219" y="112653"/>
                  </a:lnTo>
                  <a:lnTo>
                    <a:pt x="3182367" y="112653"/>
                  </a:lnTo>
                  <a:lnTo>
                    <a:pt x="3172514" y="112653"/>
                  </a:lnTo>
                  <a:lnTo>
                    <a:pt x="3162662" y="112653"/>
                  </a:lnTo>
                  <a:lnTo>
                    <a:pt x="3152809" y="112653"/>
                  </a:lnTo>
                  <a:lnTo>
                    <a:pt x="3142957" y="112653"/>
                  </a:lnTo>
                  <a:lnTo>
                    <a:pt x="3133104" y="112653"/>
                  </a:lnTo>
                  <a:lnTo>
                    <a:pt x="3123252" y="112653"/>
                  </a:lnTo>
                  <a:lnTo>
                    <a:pt x="3113399" y="112653"/>
                  </a:lnTo>
                  <a:lnTo>
                    <a:pt x="3103547" y="112653"/>
                  </a:lnTo>
                  <a:lnTo>
                    <a:pt x="3093694" y="112653"/>
                  </a:lnTo>
                  <a:lnTo>
                    <a:pt x="3083842" y="112653"/>
                  </a:lnTo>
                  <a:lnTo>
                    <a:pt x="3073989" y="112653"/>
                  </a:lnTo>
                  <a:lnTo>
                    <a:pt x="3064136" y="112653"/>
                  </a:lnTo>
                  <a:lnTo>
                    <a:pt x="3054284" y="112653"/>
                  </a:lnTo>
                  <a:lnTo>
                    <a:pt x="3044431" y="112653"/>
                  </a:lnTo>
                  <a:lnTo>
                    <a:pt x="3034579" y="112653"/>
                  </a:lnTo>
                  <a:lnTo>
                    <a:pt x="3024726" y="112653"/>
                  </a:lnTo>
                  <a:lnTo>
                    <a:pt x="3014874" y="112653"/>
                  </a:lnTo>
                  <a:lnTo>
                    <a:pt x="3005021" y="112653"/>
                  </a:lnTo>
                  <a:lnTo>
                    <a:pt x="2995169" y="112653"/>
                  </a:lnTo>
                  <a:lnTo>
                    <a:pt x="2985316" y="112653"/>
                  </a:lnTo>
                  <a:lnTo>
                    <a:pt x="2975464" y="112653"/>
                  </a:lnTo>
                  <a:lnTo>
                    <a:pt x="2965611" y="112653"/>
                  </a:lnTo>
                  <a:lnTo>
                    <a:pt x="2955759" y="112653"/>
                  </a:lnTo>
                  <a:lnTo>
                    <a:pt x="2945906" y="112653"/>
                  </a:lnTo>
                  <a:lnTo>
                    <a:pt x="2936054" y="112653"/>
                  </a:lnTo>
                  <a:lnTo>
                    <a:pt x="2926201" y="112653"/>
                  </a:lnTo>
                  <a:lnTo>
                    <a:pt x="2916349" y="112653"/>
                  </a:lnTo>
                  <a:lnTo>
                    <a:pt x="2906496" y="112653"/>
                  </a:lnTo>
                  <a:lnTo>
                    <a:pt x="2896643" y="112653"/>
                  </a:lnTo>
                  <a:lnTo>
                    <a:pt x="2886791" y="112653"/>
                  </a:lnTo>
                  <a:lnTo>
                    <a:pt x="2876938" y="112653"/>
                  </a:lnTo>
                  <a:lnTo>
                    <a:pt x="2867086" y="112653"/>
                  </a:lnTo>
                  <a:lnTo>
                    <a:pt x="2857233" y="112653"/>
                  </a:lnTo>
                  <a:lnTo>
                    <a:pt x="2847381" y="112653"/>
                  </a:lnTo>
                  <a:lnTo>
                    <a:pt x="2837528" y="112653"/>
                  </a:lnTo>
                  <a:lnTo>
                    <a:pt x="2827676" y="112653"/>
                  </a:lnTo>
                  <a:lnTo>
                    <a:pt x="2817823" y="112653"/>
                  </a:lnTo>
                  <a:lnTo>
                    <a:pt x="2807971" y="112653"/>
                  </a:lnTo>
                  <a:lnTo>
                    <a:pt x="2798118" y="112653"/>
                  </a:lnTo>
                  <a:lnTo>
                    <a:pt x="2788266" y="112653"/>
                  </a:lnTo>
                  <a:lnTo>
                    <a:pt x="2778413" y="112653"/>
                  </a:lnTo>
                  <a:lnTo>
                    <a:pt x="2768561" y="112653"/>
                  </a:lnTo>
                  <a:lnTo>
                    <a:pt x="2758708" y="112653"/>
                  </a:lnTo>
                  <a:lnTo>
                    <a:pt x="2748856" y="112653"/>
                  </a:lnTo>
                  <a:lnTo>
                    <a:pt x="2739003" y="112653"/>
                  </a:lnTo>
                  <a:lnTo>
                    <a:pt x="2729150" y="112653"/>
                  </a:lnTo>
                  <a:lnTo>
                    <a:pt x="2719298" y="112653"/>
                  </a:lnTo>
                  <a:lnTo>
                    <a:pt x="2709445" y="112653"/>
                  </a:lnTo>
                  <a:lnTo>
                    <a:pt x="2699593" y="112653"/>
                  </a:lnTo>
                  <a:lnTo>
                    <a:pt x="2689740" y="112653"/>
                  </a:lnTo>
                  <a:lnTo>
                    <a:pt x="2679888" y="112653"/>
                  </a:lnTo>
                  <a:lnTo>
                    <a:pt x="2670035" y="112653"/>
                  </a:lnTo>
                  <a:lnTo>
                    <a:pt x="2660183" y="112653"/>
                  </a:lnTo>
                  <a:lnTo>
                    <a:pt x="2650330" y="112653"/>
                  </a:lnTo>
                  <a:lnTo>
                    <a:pt x="2640478" y="112653"/>
                  </a:lnTo>
                  <a:lnTo>
                    <a:pt x="2630625" y="112653"/>
                  </a:lnTo>
                  <a:lnTo>
                    <a:pt x="2620773" y="112653"/>
                  </a:lnTo>
                  <a:lnTo>
                    <a:pt x="2610920" y="112653"/>
                  </a:lnTo>
                  <a:lnTo>
                    <a:pt x="2601068" y="112653"/>
                  </a:lnTo>
                  <a:lnTo>
                    <a:pt x="2591215" y="112653"/>
                  </a:lnTo>
                  <a:lnTo>
                    <a:pt x="2581363" y="112653"/>
                  </a:lnTo>
                  <a:lnTo>
                    <a:pt x="2571510" y="112653"/>
                  </a:lnTo>
                  <a:lnTo>
                    <a:pt x="2561657" y="112653"/>
                  </a:lnTo>
                  <a:lnTo>
                    <a:pt x="2551805" y="112653"/>
                  </a:lnTo>
                  <a:lnTo>
                    <a:pt x="2541952" y="112653"/>
                  </a:lnTo>
                  <a:lnTo>
                    <a:pt x="2532100" y="112653"/>
                  </a:lnTo>
                  <a:lnTo>
                    <a:pt x="2522247" y="112653"/>
                  </a:lnTo>
                  <a:lnTo>
                    <a:pt x="2512395" y="112653"/>
                  </a:lnTo>
                  <a:lnTo>
                    <a:pt x="2502542" y="112653"/>
                  </a:lnTo>
                  <a:lnTo>
                    <a:pt x="2492690" y="112653"/>
                  </a:lnTo>
                  <a:lnTo>
                    <a:pt x="2482837" y="112653"/>
                  </a:lnTo>
                  <a:lnTo>
                    <a:pt x="2472985" y="112653"/>
                  </a:lnTo>
                  <a:lnTo>
                    <a:pt x="2463132" y="112653"/>
                  </a:lnTo>
                  <a:lnTo>
                    <a:pt x="2453280" y="112653"/>
                  </a:lnTo>
                  <a:lnTo>
                    <a:pt x="2443427" y="112653"/>
                  </a:lnTo>
                  <a:lnTo>
                    <a:pt x="2433575" y="112653"/>
                  </a:lnTo>
                  <a:lnTo>
                    <a:pt x="2423722" y="112653"/>
                  </a:lnTo>
                  <a:lnTo>
                    <a:pt x="2413869" y="112653"/>
                  </a:lnTo>
                  <a:lnTo>
                    <a:pt x="2404017" y="112653"/>
                  </a:lnTo>
                  <a:lnTo>
                    <a:pt x="2394164" y="112653"/>
                  </a:lnTo>
                  <a:lnTo>
                    <a:pt x="2384312" y="112653"/>
                  </a:lnTo>
                  <a:lnTo>
                    <a:pt x="2374459" y="112653"/>
                  </a:lnTo>
                  <a:lnTo>
                    <a:pt x="2364607" y="112653"/>
                  </a:lnTo>
                  <a:lnTo>
                    <a:pt x="2354754" y="112653"/>
                  </a:lnTo>
                  <a:lnTo>
                    <a:pt x="2344902" y="112653"/>
                  </a:lnTo>
                  <a:lnTo>
                    <a:pt x="2335049" y="112653"/>
                  </a:lnTo>
                  <a:lnTo>
                    <a:pt x="2325197" y="112653"/>
                  </a:lnTo>
                  <a:lnTo>
                    <a:pt x="2315344" y="112653"/>
                  </a:lnTo>
                  <a:lnTo>
                    <a:pt x="2305492" y="112653"/>
                  </a:lnTo>
                  <a:lnTo>
                    <a:pt x="2295639" y="112653"/>
                  </a:lnTo>
                  <a:lnTo>
                    <a:pt x="2285787" y="112653"/>
                  </a:lnTo>
                  <a:lnTo>
                    <a:pt x="2275934" y="112653"/>
                  </a:lnTo>
                  <a:lnTo>
                    <a:pt x="2266082" y="112653"/>
                  </a:lnTo>
                  <a:lnTo>
                    <a:pt x="2256229" y="112653"/>
                  </a:lnTo>
                  <a:lnTo>
                    <a:pt x="2246376" y="112653"/>
                  </a:lnTo>
                  <a:lnTo>
                    <a:pt x="2236524" y="112653"/>
                  </a:lnTo>
                  <a:lnTo>
                    <a:pt x="2226671" y="112653"/>
                  </a:lnTo>
                  <a:lnTo>
                    <a:pt x="2216819" y="112653"/>
                  </a:lnTo>
                  <a:lnTo>
                    <a:pt x="2206966" y="112653"/>
                  </a:lnTo>
                  <a:lnTo>
                    <a:pt x="2197114" y="112653"/>
                  </a:lnTo>
                  <a:lnTo>
                    <a:pt x="2187261" y="112653"/>
                  </a:lnTo>
                  <a:lnTo>
                    <a:pt x="2177409" y="112653"/>
                  </a:lnTo>
                  <a:lnTo>
                    <a:pt x="2167556" y="112653"/>
                  </a:lnTo>
                  <a:lnTo>
                    <a:pt x="2157704" y="112653"/>
                  </a:lnTo>
                  <a:lnTo>
                    <a:pt x="2147851" y="112653"/>
                  </a:lnTo>
                  <a:lnTo>
                    <a:pt x="2137999" y="112653"/>
                  </a:lnTo>
                  <a:lnTo>
                    <a:pt x="2128146" y="112653"/>
                  </a:lnTo>
                  <a:lnTo>
                    <a:pt x="2118294" y="112653"/>
                  </a:lnTo>
                  <a:lnTo>
                    <a:pt x="2108441" y="112653"/>
                  </a:lnTo>
                  <a:lnTo>
                    <a:pt x="2098589" y="112653"/>
                  </a:lnTo>
                  <a:lnTo>
                    <a:pt x="2088736" y="112653"/>
                  </a:lnTo>
                  <a:lnTo>
                    <a:pt x="2078883" y="112653"/>
                  </a:lnTo>
                  <a:lnTo>
                    <a:pt x="2069031" y="112653"/>
                  </a:lnTo>
                  <a:lnTo>
                    <a:pt x="2059178" y="112653"/>
                  </a:lnTo>
                  <a:lnTo>
                    <a:pt x="2049326" y="112653"/>
                  </a:lnTo>
                  <a:lnTo>
                    <a:pt x="2039473" y="112653"/>
                  </a:lnTo>
                  <a:lnTo>
                    <a:pt x="2029621" y="112653"/>
                  </a:lnTo>
                  <a:lnTo>
                    <a:pt x="2019768" y="112653"/>
                  </a:lnTo>
                  <a:lnTo>
                    <a:pt x="2009916" y="112653"/>
                  </a:lnTo>
                  <a:lnTo>
                    <a:pt x="2000063" y="112653"/>
                  </a:lnTo>
                  <a:lnTo>
                    <a:pt x="1990211" y="112653"/>
                  </a:lnTo>
                  <a:lnTo>
                    <a:pt x="1980358" y="112653"/>
                  </a:lnTo>
                  <a:lnTo>
                    <a:pt x="1970506" y="112653"/>
                  </a:lnTo>
                  <a:lnTo>
                    <a:pt x="1960653" y="112653"/>
                  </a:lnTo>
                  <a:lnTo>
                    <a:pt x="1950801" y="112653"/>
                  </a:lnTo>
                  <a:lnTo>
                    <a:pt x="1940948" y="112653"/>
                  </a:lnTo>
                  <a:lnTo>
                    <a:pt x="1931095" y="112653"/>
                  </a:lnTo>
                  <a:lnTo>
                    <a:pt x="1921243" y="112653"/>
                  </a:lnTo>
                  <a:lnTo>
                    <a:pt x="1911390" y="112653"/>
                  </a:lnTo>
                  <a:lnTo>
                    <a:pt x="1901538" y="112653"/>
                  </a:lnTo>
                  <a:lnTo>
                    <a:pt x="1891685" y="112653"/>
                  </a:lnTo>
                  <a:lnTo>
                    <a:pt x="1881833" y="112653"/>
                  </a:lnTo>
                  <a:lnTo>
                    <a:pt x="1871980" y="112653"/>
                  </a:lnTo>
                  <a:lnTo>
                    <a:pt x="1862128" y="112653"/>
                  </a:lnTo>
                  <a:lnTo>
                    <a:pt x="1852275" y="112653"/>
                  </a:lnTo>
                  <a:lnTo>
                    <a:pt x="1842423" y="112653"/>
                  </a:lnTo>
                  <a:lnTo>
                    <a:pt x="1832570" y="112653"/>
                  </a:lnTo>
                  <a:lnTo>
                    <a:pt x="1822718" y="112653"/>
                  </a:lnTo>
                  <a:lnTo>
                    <a:pt x="1812865" y="112653"/>
                  </a:lnTo>
                  <a:lnTo>
                    <a:pt x="1803013" y="112653"/>
                  </a:lnTo>
                  <a:lnTo>
                    <a:pt x="1793160" y="112653"/>
                  </a:lnTo>
                  <a:lnTo>
                    <a:pt x="1783308" y="112653"/>
                  </a:lnTo>
                  <a:lnTo>
                    <a:pt x="1773455" y="112653"/>
                  </a:lnTo>
                  <a:lnTo>
                    <a:pt x="1763602" y="112653"/>
                  </a:lnTo>
                  <a:lnTo>
                    <a:pt x="1753750" y="112653"/>
                  </a:lnTo>
                  <a:lnTo>
                    <a:pt x="1743897" y="112653"/>
                  </a:lnTo>
                  <a:lnTo>
                    <a:pt x="1734045" y="112653"/>
                  </a:lnTo>
                  <a:lnTo>
                    <a:pt x="1724192" y="112653"/>
                  </a:lnTo>
                  <a:lnTo>
                    <a:pt x="1714340" y="112653"/>
                  </a:lnTo>
                  <a:lnTo>
                    <a:pt x="1704487" y="112653"/>
                  </a:lnTo>
                  <a:lnTo>
                    <a:pt x="1694635" y="112653"/>
                  </a:lnTo>
                  <a:lnTo>
                    <a:pt x="1684782" y="112653"/>
                  </a:lnTo>
                  <a:lnTo>
                    <a:pt x="1674930" y="112653"/>
                  </a:lnTo>
                  <a:lnTo>
                    <a:pt x="1665077" y="112653"/>
                  </a:lnTo>
                  <a:lnTo>
                    <a:pt x="1655225" y="112653"/>
                  </a:lnTo>
                  <a:lnTo>
                    <a:pt x="1645372" y="112653"/>
                  </a:lnTo>
                  <a:lnTo>
                    <a:pt x="1635520" y="112653"/>
                  </a:lnTo>
                  <a:lnTo>
                    <a:pt x="1625667" y="112653"/>
                  </a:lnTo>
                  <a:lnTo>
                    <a:pt x="1615815" y="112653"/>
                  </a:lnTo>
                  <a:lnTo>
                    <a:pt x="1605962" y="112653"/>
                  </a:lnTo>
                  <a:lnTo>
                    <a:pt x="1596109" y="112653"/>
                  </a:lnTo>
                  <a:lnTo>
                    <a:pt x="1586257" y="112653"/>
                  </a:lnTo>
                  <a:lnTo>
                    <a:pt x="1576404" y="112653"/>
                  </a:lnTo>
                  <a:lnTo>
                    <a:pt x="1566552" y="112653"/>
                  </a:lnTo>
                  <a:lnTo>
                    <a:pt x="1556699" y="112653"/>
                  </a:lnTo>
                  <a:lnTo>
                    <a:pt x="1546847" y="112653"/>
                  </a:lnTo>
                  <a:lnTo>
                    <a:pt x="1536994" y="112653"/>
                  </a:lnTo>
                  <a:lnTo>
                    <a:pt x="1527142" y="112653"/>
                  </a:lnTo>
                  <a:lnTo>
                    <a:pt x="1517289" y="112653"/>
                  </a:lnTo>
                  <a:lnTo>
                    <a:pt x="1507437" y="112653"/>
                  </a:lnTo>
                  <a:lnTo>
                    <a:pt x="1497584" y="112653"/>
                  </a:lnTo>
                  <a:lnTo>
                    <a:pt x="1487732" y="112653"/>
                  </a:lnTo>
                  <a:lnTo>
                    <a:pt x="1477879" y="112653"/>
                  </a:lnTo>
                  <a:lnTo>
                    <a:pt x="1468027" y="112653"/>
                  </a:lnTo>
                  <a:lnTo>
                    <a:pt x="1458174" y="112653"/>
                  </a:lnTo>
                  <a:lnTo>
                    <a:pt x="1448321" y="112653"/>
                  </a:lnTo>
                  <a:lnTo>
                    <a:pt x="1438469" y="112653"/>
                  </a:lnTo>
                  <a:lnTo>
                    <a:pt x="1428616" y="112653"/>
                  </a:lnTo>
                  <a:lnTo>
                    <a:pt x="1418764" y="112653"/>
                  </a:lnTo>
                  <a:lnTo>
                    <a:pt x="1408911" y="112653"/>
                  </a:lnTo>
                  <a:lnTo>
                    <a:pt x="1399059" y="112653"/>
                  </a:lnTo>
                  <a:lnTo>
                    <a:pt x="1389206" y="112653"/>
                  </a:lnTo>
                  <a:lnTo>
                    <a:pt x="1379354" y="112653"/>
                  </a:lnTo>
                  <a:lnTo>
                    <a:pt x="1369501" y="112653"/>
                  </a:lnTo>
                  <a:lnTo>
                    <a:pt x="1359649" y="112653"/>
                  </a:lnTo>
                  <a:lnTo>
                    <a:pt x="1349796" y="112653"/>
                  </a:lnTo>
                  <a:lnTo>
                    <a:pt x="1339944" y="112653"/>
                  </a:lnTo>
                  <a:lnTo>
                    <a:pt x="1330091" y="112653"/>
                  </a:lnTo>
                  <a:lnTo>
                    <a:pt x="1320239" y="112653"/>
                  </a:lnTo>
                  <a:lnTo>
                    <a:pt x="1310386" y="112653"/>
                  </a:lnTo>
                  <a:lnTo>
                    <a:pt x="1300534" y="112653"/>
                  </a:lnTo>
                  <a:lnTo>
                    <a:pt x="1290681" y="112653"/>
                  </a:lnTo>
                  <a:lnTo>
                    <a:pt x="1280828" y="112653"/>
                  </a:lnTo>
                  <a:lnTo>
                    <a:pt x="1270976" y="112653"/>
                  </a:lnTo>
                  <a:lnTo>
                    <a:pt x="1261123" y="112653"/>
                  </a:lnTo>
                  <a:lnTo>
                    <a:pt x="1251271" y="112653"/>
                  </a:lnTo>
                  <a:lnTo>
                    <a:pt x="1241418" y="112653"/>
                  </a:lnTo>
                  <a:lnTo>
                    <a:pt x="1231566" y="112653"/>
                  </a:lnTo>
                  <a:lnTo>
                    <a:pt x="1221713" y="112653"/>
                  </a:lnTo>
                  <a:lnTo>
                    <a:pt x="1211861" y="112653"/>
                  </a:lnTo>
                  <a:lnTo>
                    <a:pt x="1202008" y="112653"/>
                  </a:lnTo>
                  <a:lnTo>
                    <a:pt x="1192156" y="112653"/>
                  </a:lnTo>
                  <a:lnTo>
                    <a:pt x="1182303" y="112653"/>
                  </a:lnTo>
                  <a:lnTo>
                    <a:pt x="1172451" y="112653"/>
                  </a:lnTo>
                  <a:lnTo>
                    <a:pt x="1162598" y="112653"/>
                  </a:lnTo>
                  <a:lnTo>
                    <a:pt x="1152746" y="112653"/>
                  </a:lnTo>
                  <a:lnTo>
                    <a:pt x="1142893" y="112653"/>
                  </a:lnTo>
                  <a:lnTo>
                    <a:pt x="1133041" y="112653"/>
                  </a:lnTo>
                  <a:lnTo>
                    <a:pt x="1123188" y="112653"/>
                  </a:lnTo>
                  <a:lnTo>
                    <a:pt x="1113335" y="112653"/>
                  </a:lnTo>
                  <a:lnTo>
                    <a:pt x="1103483" y="112653"/>
                  </a:lnTo>
                  <a:lnTo>
                    <a:pt x="1093630" y="112653"/>
                  </a:lnTo>
                  <a:lnTo>
                    <a:pt x="1083778" y="112653"/>
                  </a:lnTo>
                  <a:lnTo>
                    <a:pt x="1073925" y="112653"/>
                  </a:lnTo>
                  <a:lnTo>
                    <a:pt x="1064073" y="112653"/>
                  </a:lnTo>
                  <a:lnTo>
                    <a:pt x="1054220" y="112653"/>
                  </a:lnTo>
                  <a:lnTo>
                    <a:pt x="1044368" y="112653"/>
                  </a:lnTo>
                  <a:lnTo>
                    <a:pt x="1034515" y="112653"/>
                  </a:lnTo>
                  <a:lnTo>
                    <a:pt x="1024663" y="112653"/>
                  </a:lnTo>
                  <a:lnTo>
                    <a:pt x="1014810" y="112653"/>
                  </a:lnTo>
                  <a:lnTo>
                    <a:pt x="1004958" y="112653"/>
                  </a:lnTo>
                  <a:lnTo>
                    <a:pt x="995105" y="112653"/>
                  </a:lnTo>
                  <a:lnTo>
                    <a:pt x="985253" y="112653"/>
                  </a:lnTo>
                  <a:lnTo>
                    <a:pt x="975400" y="112653"/>
                  </a:lnTo>
                  <a:lnTo>
                    <a:pt x="965547" y="112653"/>
                  </a:lnTo>
                  <a:lnTo>
                    <a:pt x="955695" y="112653"/>
                  </a:lnTo>
                  <a:lnTo>
                    <a:pt x="945842" y="112653"/>
                  </a:lnTo>
                  <a:lnTo>
                    <a:pt x="935990" y="112653"/>
                  </a:lnTo>
                  <a:lnTo>
                    <a:pt x="926137" y="112653"/>
                  </a:lnTo>
                  <a:lnTo>
                    <a:pt x="916285" y="112653"/>
                  </a:lnTo>
                  <a:lnTo>
                    <a:pt x="906432" y="112653"/>
                  </a:lnTo>
                  <a:lnTo>
                    <a:pt x="896580" y="112653"/>
                  </a:lnTo>
                  <a:lnTo>
                    <a:pt x="886727" y="112653"/>
                  </a:lnTo>
                  <a:lnTo>
                    <a:pt x="876875" y="112653"/>
                  </a:lnTo>
                  <a:lnTo>
                    <a:pt x="867022" y="112653"/>
                  </a:lnTo>
                  <a:lnTo>
                    <a:pt x="857170" y="112653"/>
                  </a:lnTo>
                  <a:lnTo>
                    <a:pt x="847317" y="112653"/>
                  </a:lnTo>
                  <a:lnTo>
                    <a:pt x="837465" y="112653"/>
                  </a:lnTo>
                  <a:lnTo>
                    <a:pt x="827612" y="112653"/>
                  </a:lnTo>
                  <a:lnTo>
                    <a:pt x="817760" y="112653"/>
                  </a:lnTo>
                  <a:lnTo>
                    <a:pt x="807907" y="112653"/>
                  </a:lnTo>
                  <a:lnTo>
                    <a:pt x="798054" y="112653"/>
                  </a:lnTo>
                  <a:lnTo>
                    <a:pt x="788202" y="112653"/>
                  </a:lnTo>
                  <a:lnTo>
                    <a:pt x="778349" y="112653"/>
                  </a:lnTo>
                  <a:lnTo>
                    <a:pt x="768497" y="112653"/>
                  </a:lnTo>
                  <a:lnTo>
                    <a:pt x="758644" y="112653"/>
                  </a:lnTo>
                  <a:lnTo>
                    <a:pt x="748792" y="112653"/>
                  </a:lnTo>
                  <a:lnTo>
                    <a:pt x="738939" y="112653"/>
                  </a:lnTo>
                  <a:lnTo>
                    <a:pt x="729087" y="112653"/>
                  </a:lnTo>
                  <a:lnTo>
                    <a:pt x="719234" y="112653"/>
                  </a:lnTo>
                  <a:lnTo>
                    <a:pt x="709382" y="112653"/>
                  </a:lnTo>
                  <a:lnTo>
                    <a:pt x="699529" y="112653"/>
                  </a:lnTo>
                  <a:lnTo>
                    <a:pt x="689677" y="112653"/>
                  </a:lnTo>
                  <a:lnTo>
                    <a:pt x="679824" y="112653"/>
                  </a:lnTo>
                  <a:lnTo>
                    <a:pt x="669972" y="112653"/>
                  </a:lnTo>
                  <a:lnTo>
                    <a:pt x="660119" y="112653"/>
                  </a:lnTo>
                  <a:lnTo>
                    <a:pt x="650267" y="112653"/>
                  </a:lnTo>
                  <a:lnTo>
                    <a:pt x="640414" y="112653"/>
                  </a:lnTo>
                  <a:lnTo>
                    <a:pt x="630561" y="112653"/>
                  </a:lnTo>
                  <a:lnTo>
                    <a:pt x="620709" y="112653"/>
                  </a:lnTo>
                  <a:lnTo>
                    <a:pt x="610856" y="112653"/>
                  </a:lnTo>
                  <a:lnTo>
                    <a:pt x="601004" y="112653"/>
                  </a:lnTo>
                  <a:lnTo>
                    <a:pt x="591151" y="112653"/>
                  </a:lnTo>
                  <a:lnTo>
                    <a:pt x="581299" y="112653"/>
                  </a:lnTo>
                  <a:lnTo>
                    <a:pt x="571446" y="112653"/>
                  </a:lnTo>
                  <a:lnTo>
                    <a:pt x="561594" y="112653"/>
                  </a:lnTo>
                  <a:lnTo>
                    <a:pt x="551741" y="112653"/>
                  </a:lnTo>
                  <a:lnTo>
                    <a:pt x="541889" y="112653"/>
                  </a:lnTo>
                  <a:lnTo>
                    <a:pt x="532036" y="112653"/>
                  </a:lnTo>
                  <a:lnTo>
                    <a:pt x="522184" y="112653"/>
                  </a:lnTo>
                  <a:lnTo>
                    <a:pt x="512331" y="112653"/>
                  </a:lnTo>
                  <a:lnTo>
                    <a:pt x="502479" y="112653"/>
                  </a:lnTo>
                  <a:lnTo>
                    <a:pt x="492626" y="112653"/>
                  </a:lnTo>
                  <a:lnTo>
                    <a:pt x="482773" y="112653"/>
                  </a:lnTo>
                  <a:lnTo>
                    <a:pt x="472921" y="112653"/>
                  </a:lnTo>
                  <a:lnTo>
                    <a:pt x="463068" y="112653"/>
                  </a:lnTo>
                  <a:lnTo>
                    <a:pt x="453216" y="112653"/>
                  </a:lnTo>
                  <a:lnTo>
                    <a:pt x="443363" y="112653"/>
                  </a:lnTo>
                  <a:lnTo>
                    <a:pt x="433511" y="112653"/>
                  </a:lnTo>
                  <a:lnTo>
                    <a:pt x="423658" y="112653"/>
                  </a:lnTo>
                  <a:lnTo>
                    <a:pt x="413806" y="112653"/>
                  </a:lnTo>
                  <a:lnTo>
                    <a:pt x="403953" y="112653"/>
                  </a:lnTo>
                  <a:lnTo>
                    <a:pt x="394101" y="112653"/>
                  </a:lnTo>
                  <a:lnTo>
                    <a:pt x="384248" y="112653"/>
                  </a:lnTo>
                  <a:lnTo>
                    <a:pt x="374396" y="112653"/>
                  </a:lnTo>
                  <a:lnTo>
                    <a:pt x="364543" y="112653"/>
                  </a:lnTo>
                  <a:lnTo>
                    <a:pt x="354691" y="112653"/>
                  </a:lnTo>
                  <a:lnTo>
                    <a:pt x="344838" y="112653"/>
                  </a:lnTo>
                  <a:lnTo>
                    <a:pt x="334986" y="112653"/>
                  </a:lnTo>
                  <a:lnTo>
                    <a:pt x="325133" y="112653"/>
                  </a:lnTo>
                  <a:lnTo>
                    <a:pt x="315280" y="112653"/>
                  </a:lnTo>
                  <a:lnTo>
                    <a:pt x="305428" y="112653"/>
                  </a:lnTo>
                  <a:lnTo>
                    <a:pt x="295575" y="112653"/>
                  </a:lnTo>
                  <a:lnTo>
                    <a:pt x="285723" y="112653"/>
                  </a:lnTo>
                  <a:lnTo>
                    <a:pt x="275870" y="112653"/>
                  </a:lnTo>
                  <a:lnTo>
                    <a:pt x="266018" y="112653"/>
                  </a:lnTo>
                  <a:lnTo>
                    <a:pt x="256165" y="112653"/>
                  </a:lnTo>
                  <a:lnTo>
                    <a:pt x="246313" y="112653"/>
                  </a:lnTo>
                  <a:lnTo>
                    <a:pt x="236460" y="112653"/>
                  </a:lnTo>
                  <a:lnTo>
                    <a:pt x="226608" y="112653"/>
                  </a:lnTo>
                  <a:lnTo>
                    <a:pt x="216755" y="112653"/>
                  </a:lnTo>
                  <a:lnTo>
                    <a:pt x="206903" y="112653"/>
                  </a:lnTo>
                  <a:lnTo>
                    <a:pt x="197050" y="112653"/>
                  </a:lnTo>
                  <a:lnTo>
                    <a:pt x="187198" y="112653"/>
                  </a:lnTo>
                  <a:lnTo>
                    <a:pt x="177345" y="112653"/>
                  </a:lnTo>
                  <a:lnTo>
                    <a:pt x="167493" y="112653"/>
                  </a:lnTo>
                  <a:lnTo>
                    <a:pt x="157640" y="112653"/>
                  </a:lnTo>
                  <a:lnTo>
                    <a:pt x="147787" y="112653"/>
                  </a:lnTo>
                  <a:lnTo>
                    <a:pt x="137935" y="112653"/>
                  </a:lnTo>
                  <a:lnTo>
                    <a:pt x="128082" y="112653"/>
                  </a:lnTo>
                  <a:lnTo>
                    <a:pt x="118230" y="112653"/>
                  </a:lnTo>
                  <a:lnTo>
                    <a:pt x="108377" y="112653"/>
                  </a:lnTo>
                  <a:lnTo>
                    <a:pt x="98525" y="112653"/>
                  </a:lnTo>
                  <a:lnTo>
                    <a:pt x="88672" y="112653"/>
                  </a:lnTo>
                  <a:lnTo>
                    <a:pt x="78820" y="112653"/>
                  </a:lnTo>
                  <a:lnTo>
                    <a:pt x="68967" y="112653"/>
                  </a:lnTo>
                  <a:lnTo>
                    <a:pt x="59115" y="112653"/>
                  </a:lnTo>
                  <a:lnTo>
                    <a:pt x="49262" y="112653"/>
                  </a:lnTo>
                  <a:lnTo>
                    <a:pt x="39410" y="112653"/>
                  </a:lnTo>
                  <a:lnTo>
                    <a:pt x="29557" y="112653"/>
                  </a:lnTo>
                  <a:lnTo>
                    <a:pt x="19705" y="112653"/>
                  </a:lnTo>
                  <a:lnTo>
                    <a:pt x="9852" y="112653"/>
                  </a:lnTo>
                  <a:lnTo>
                    <a:pt x="0" y="112653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8" name="pg37"/>
            <p:cNvSpPr/>
            <p:nvPr/>
          </p:nvSpPr>
          <p:spPr>
            <a:xfrm>
              <a:off x="4601169" y="2856337"/>
              <a:ext cx="0" cy="112653"/>
            </a:xfrm>
            <a:custGeom>
              <a:avLst/>
              <a:pathLst>
                <a:path w="0" h="112653">
                  <a:moveTo>
                    <a:pt x="0" y="0"/>
                  </a:moveTo>
                  <a:lnTo>
                    <a:pt x="0" y="112653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5884030" y="2610377"/>
              <a:ext cx="3896178" cy="0"/>
            </a:xfrm>
            <a:custGeom>
              <a:avLst/>
              <a:pathLst>
                <a:path w="3896178" h="0">
                  <a:moveTo>
                    <a:pt x="0" y="0"/>
                  </a:moveTo>
                  <a:lnTo>
                    <a:pt x="3896178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6480482" y="2735547"/>
              <a:ext cx="3739314" cy="0"/>
            </a:xfrm>
            <a:custGeom>
              <a:avLst/>
              <a:pathLst>
                <a:path w="3739314" h="0">
                  <a:moveTo>
                    <a:pt x="0" y="0"/>
                  </a:moveTo>
                  <a:lnTo>
                    <a:pt x="3739314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6554834" y="2485207"/>
              <a:ext cx="3508626" cy="0"/>
            </a:xfrm>
            <a:custGeom>
              <a:avLst/>
              <a:pathLst>
                <a:path w="3508626" h="0">
                  <a:moveTo>
                    <a:pt x="0" y="0"/>
                  </a:moveTo>
                  <a:lnTo>
                    <a:pt x="3508626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6496062" y="2234867"/>
              <a:ext cx="3441687" cy="0"/>
            </a:xfrm>
            <a:custGeom>
              <a:avLst/>
              <a:pathLst>
                <a:path w="3441687" h="0">
                  <a:moveTo>
                    <a:pt x="0" y="0"/>
                  </a:moveTo>
                  <a:lnTo>
                    <a:pt x="3441687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6449713" y="2860718"/>
              <a:ext cx="3437735" cy="0"/>
            </a:xfrm>
            <a:custGeom>
              <a:avLst/>
              <a:pathLst>
                <a:path w="3437735" h="0">
                  <a:moveTo>
                    <a:pt x="0" y="0"/>
                  </a:moveTo>
                  <a:lnTo>
                    <a:pt x="3437735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2701603" y="2860718"/>
              <a:ext cx="3414970" cy="0"/>
            </a:xfrm>
            <a:custGeom>
              <a:avLst/>
              <a:pathLst>
                <a:path w="3414970" h="0">
                  <a:moveTo>
                    <a:pt x="0" y="0"/>
                  </a:moveTo>
                  <a:lnTo>
                    <a:pt x="3414970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6744741" y="1984526"/>
              <a:ext cx="3058883" cy="0"/>
            </a:xfrm>
            <a:custGeom>
              <a:avLst/>
              <a:pathLst>
                <a:path w="3058883" h="0">
                  <a:moveTo>
                    <a:pt x="0" y="0"/>
                  </a:moveTo>
                  <a:lnTo>
                    <a:pt x="3058883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3963169" y="2485207"/>
              <a:ext cx="2425442" cy="0"/>
            </a:xfrm>
            <a:custGeom>
              <a:avLst/>
              <a:pathLst>
                <a:path w="2425442" h="0">
                  <a:moveTo>
                    <a:pt x="0" y="0"/>
                  </a:moveTo>
                  <a:lnTo>
                    <a:pt x="2425442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6646162" y="2735547"/>
              <a:ext cx="2296304" cy="0"/>
            </a:xfrm>
            <a:custGeom>
              <a:avLst/>
              <a:pathLst>
                <a:path w="2296304" h="0">
                  <a:moveTo>
                    <a:pt x="0" y="0"/>
                  </a:moveTo>
                  <a:lnTo>
                    <a:pt x="2296304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7193634" y="2485207"/>
              <a:ext cx="1925371" cy="0"/>
            </a:xfrm>
            <a:custGeom>
              <a:avLst/>
              <a:pathLst>
                <a:path w="1925371" h="0">
                  <a:moveTo>
                    <a:pt x="0" y="0"/>
                  </a:moveTo>
                  <a:lnTo>
                    <a:pt x="1925371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3351040" y="2735547"/>
              <a:ext cx="1909468" cy="0"/>
            </a:xfrm>
            <a:custGeom>
              <a:avLst/>
              <a:pathLst>
                <a:path w="1909468" h="0">
                  <a:moveTo>
                    <a:pt x="0" y="0"/>
                  </a:moveTo>
                  <a:lnTo>
                    <a:pt x="1909468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4542591" y="2610377"/>
              <a:ext cx="1677921" cy="0"/>
            </a:xfrm>
            <a:custGeom>
              <a:avLst/>
              <a:pathLst>
                <a:path w="1677921" h="0">
                  <a:moveTo>
                    <a:pt x="0" y="0"/>
                  </a:moveTo>
                  <a:lnTo>
                    <a:pt x="1677921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6746867" y="2610377"/>
              <a:ext cx="1473095" cy="0"/>
            </a:xfrm>
            <a:custGeom>
              <a:avLst/>
              <a:pathLst>
                <a:path w="1473095" h="0">
                  <a:moveTo>
                    <a:pt x="0" y="0"/>
                  </a:moveTo>
                  <a:lnTo>
                    <a:pt x="1473095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5008472" y="2109696"/>
              <a:ext cx="1438315" cy="0"/>
            </a:xfrm>
            <a:custGeom>
              <a:avLst/>
              <a:pathLst>
                <a:path w="1438315" h="0">
                  <a:moveTo>
                    <a:pt x="0" y="0"/>
                  </a:moveTo>
                  <a:lnTo>
                    <a:pt x="1438315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7340248" y="2860718"/>
              <a:ext cx="1343500" cy="0"/>
            </a:xfrm>
            <a:custGeom>
              <a:avLst/>
              <a:pathLst>
                <a:path w="1343500" h="0">
                  <a:moveTo>
                    <a:pt x="0" y="0"/>
                  </a:moveTo>
                  <a:lnTo>
                    <a:pt x="1343500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7571286" y="2109696"/>
              <a:ext cx="1232276" cy="0"/>
            </a:xfrm>
            <a:custGeom>
              <a:avLst/>
              <a:pathLst>
                <a:path w="1232276" h="0">
                  <a:moveTo>
                    <a:pt x="0" y="0"/>
                  </a:moveTo>
                  <a:lnTo>
                    <a:pt x="1232276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4263118" y="2860718"/>
              <a:ext cx="1210558" cy="0"/>
            </a:xfrm>
            <a:custGeom>
              <a:avLst/>
              <a:pathLst>
                <a:path w="1210558" h="0">
                  <a:moveTo>
                    <a:pt x="0" y="0"/>
                  </a:moveTo>
                  <a:lnTo>
                    <a:pt x="1210558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5"/>
            <p:cNvSpPr/>
            <p:nvPr/>
          </p:nvSpPr>
          <p:spPr>
            <a:xfrm>
              <a:off x="4222621" y="2735547"/>
              <a:ext cx="1004983" cy="0"/>
            </a:xfrm>
            <a:custGeom>
              <a:avLst/>
              <a:pathLst>
                <a:path w="1004983" h="0">
                  <a:moveTo>
                    <a:pt x="0" y="0"/>
                  </a:moveTo>
                  <a:lnTo>
                    <a:pt x="1004983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4737942" y="2485207"/>
              <a:ext cx="942822" cy="0"/>
            </a:xfrm>
            <a:custGeom>
              <a:avLst/>
              <a:pathLst>
                <a:path w="942822" h="0">
                  <a:moveTo>
                    <a:pt x="0" y="0"/>
                  </a:moveTo>
                  <a:lnTo>
                    <a:pt x="942822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5217617" y="2109696"/>
              <a:ext cx="918990" cy="0"/>
            </a:xfrm>
            <a:custGeom>
              <a:avLst/>
              <a:pathLst>
                <a:path w="918990" h="0">
                  <a:moveTo>
                    <a:pt x="0" y="0"/>
                  </a:moveTo>
                  <a:lnTo>
                    <a:pt x="918990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8"/>
            <p:cNvSpPr/>
            <p:nvPr/>
          </p:nvSpPr>
          <p:spPr>
            <a:xfrm>
              <a:off x="7620586" y="1984526"/>
              <a:ext cx="899940" cy="0"/>
            </a:xfrm>
            <a:custGeom>
              <a:avLst/>
              <a:pathLst>
                <a:path w="899940" h="0">
                  <a:moveTo>
                    <a:pt x="0" y="0"/>
                  </a:moveTo>
                  <a:lnTo>
                    <a:pt x="899940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7300427" y="2234867"/>
              <a:ext cx="879233" cy="0"/>
            </a:xfrm>
            <a:custGeom>
              <a:avLst/>
              <a:pathLst>
                <a:path w="879233" h="0">
                  <a:moveTo>
                    <a:pt x="0" y="0"/>
                  </a:moveTo>
                  <a:lnTo>
                    <a:pt x="879233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5287334" y="2610377"/>
              <a:ext cx="386587" cy="0"/>
            </a:xfrm>
            <a:custGeom>
              <a:avLst/>
              <a:pathLst>
                <a:path w="386587" h="0">
                  <a:moveTo>
                    <a:pt x="0" y="0"/>
                  </a:moveTo>
                  <a:lnTo>
                    <a:pt x="386587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7775954" y="2109696"/>
              <a:ext cx="384336" cy="0"/>
            </a:xfrm>
            <a:custGeom>
              <a:avLst/>
              <a:pathLst>
                <a:path w="384336" h="0">
                  <a:moveTo>
                    <a:pt x="0" y="0"/>
                  </a:moveTo>
                  <a:lnTo>
                    <a:pt x="384336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4601169" y="298588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4601169" y="298588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7234493" y="236003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7234493" y="236003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5146965" y="223486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5146965" y="223486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5963357" y="198452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5963357" y="198452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7234166" y="2588992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7113551" y="2714163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8070824" y="2463822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7739320" y="2213482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8173277" y="2839333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5025026" y="2839333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8118749" y="1963142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5289611" y="2463822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7094038" y="2694650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8051311" y="2444309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5169659" y="2714163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5510931" y="2588992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7214653" y="2569480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5991256" y="2088312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8153764" y="2819820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8125948" y="2088312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5005514" y="2819820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5150146" y="2694650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5270098" y="2444309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9"/>
            <p:cNvSpPr/>
            <p:nvPr/>
          </p:nvSpPr>
          <p:spPr>
            <a:xfrm>
              <a:off x="5971743" y="2068799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0"/>
            <p:cNvSpPr/>
            <p:nvPr/>
          </p:nvSpPr>
          <p:spPr>
            <a:xfrm>
              <a:off x="8099236" y="1943629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1"/>
            <p:cNvSpPr/>
            <p:nvPr/>
          </p:nvSpPr>
          <p:spPr>
            <a:xfrm>
              <a:off x="7719808" y="2193969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2"/>
            <p:cNvSpPr/>
            <p:nvPr/>
          </p:nvSpPr>
          <p:spPr>
            <a:xfrm>
              <a:off x="5491418" y="2569480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3"/>
            <p:cNvSpPr/>
            <p:nvPr/>
          </p:nvSpPr>
          <p:spPr>
            <a:xfrm>
              <a:off x="8106435" y="2068799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4"/>
            <p:cNvSpPr/>
            <p:nvPr/>
          </p:nvSpPr>
          <p:spPr>
            <a:xfrm>
              <a:off x="4560271" y="2944990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5"/>
            <p:cNvSpPr/>
            <p:nvPr/>
          </p:nvSpPr>
          <p:spPr>
            <a:xfrm>
              <a:off x="4579784" y="2964503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6"/>
            <p:cNvSpPr/>
            <p:nvPr/>
          </p:nvSpPr>
          <p:spPr>
            <a:xfrm>
              <a:off x="7193596" y="2319139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7"/>
            <p:cNvSpPr/>
            <p:nvPr/>
          </p:nvSpPr>
          <p:spPr>
            <a:xfrm>
              <a:off x="7213109" y="2338652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8"/>
            <p:cNvSpPr/>
            <p:nvPr/>
          </p:nvSpPr>
          <p:spPr>
            <a:xfrm>
              <a:off x="5106067" y="2193969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9"/>
            <p:cNvSpPr/>
            <p:nvPr/>
          </p:nvSpPr>
          <p:spPr>
            <a:xfrm>
              <a:off x="5125580" y="2213482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0"/>
            <p:cNvSpPr/>
            <p:nvPr/>
          </p:nvSpPr>
          <p:spPr>
            <a:xfrm>
              <a:off x="5922459" y="1943629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5941972" y="1963142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4587592" y="297231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8318918" y="284771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8639566" y="286114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5"/>
            <p:cNvSpPr/>
            <p:nvPr/>
          </p:nvSpPr>
          <p:spPr>
            <a:xfrm>
              <a:off x="5624145" y="286655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6"/>
            <p:cNvSpPr/>
            <p:nvPr/>
          </p:nvSpPr>
          <p:spPr>
            <a:xfrm>
              <a:off x="8982622" y="285418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7"/>
            <p:cNvSpPr/>
            <p:nvPr/>
          </p:nvSpPr>
          <p:spPr>
            <a:xfrm>
              <a:off x="3762288" y="284466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8"/>
            <p:cNvSpPr/>
            <p:nvPr/>
          </p:nvSpPr>
          <p:spPr>
            <a:xfrm>
              <a:off x="4196047" y="284540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09"/>
            <p:cNvSpPr/>
            <p:nvPr/>
          </p:nvSpPr>
          <p:spPr>
            <a:xfrm>
              <a:off x="6100079" y="2836469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0"/>
            <p:cNvSpPr/>
            <p:nvPr/>
          </p:nvSpPr>
          <p:spPr>
            <a:xfrm>
              <a:off x="8250336" y="285237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1"/>
            <p:cNvSpPr/>
            <p:nvPr/>
          </p:nvSpPr>
          <p:spPr>
            <a:xfrm>
              <a:off x="8016811" y="284988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2"/>
            <p:cNvSpPr/>
            <p:nvPr/>
          </p:nvSpPr>
          <p:spPr>
            <a:xfrm>
              <a:off x="4693033" y="286366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3"/>
            <p:cNvSpPr/>
            <p:nvPr/>
          </p:nvSpPr>
          <p:spPr>
            <a:xfrm>
              <a:off x="7744371" y="283875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5235328" y="284292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4992895" y="283535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4466386" y="285697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6669408" y="285064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9754483" y="284634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8684835" y="285368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5192909" y="282893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4112807" y="285879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3872232" y="284992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5822384" y="285534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3654700" y="285356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6753294" y="284032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5981931" y="2842839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9548082" y="284170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5961450" y="285834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5091947" y="284031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8759099" y="284076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8181086" y="284306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7893689" y="284161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6958296" y="284269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5185899" y="2851339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8047073" y="283205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9251314" y="284499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4491684" y="284117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4263232" y="2838154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7295485" y="285750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6158431" y="285802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7115953" y="284819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4868351" y="284591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4527067" y="284916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4235851" y="285246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9413789" y="284892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3887151" y="2838669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7357858" y="284606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5640595" y="284652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4642005" y="283214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5296238" y="283166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5511046" y="2848469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5242320" y="2854179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3"/>
            <p:cNvSpPr/>
            <p:nvPr/>
          </p:nvSpPr>
          <p:spPr>
            <a:xfrm>
              <a:off x="8257841" y="283843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4"/>
            <p:cNvSpPr/>
            <p:nvPr/>
          </p:nvSpPr>
          <p:spPr>
            <a:xfrm>
              <a:off x="6772313" y="285334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5"/>
            <p:cNvSpPr/>
            <p:nvPr/>
          </p:nvSpPr>
          <p:spPr>
            <a:xfrm>
              <a:off x="8252924" y="283377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6"/>
            <p:cNvSpPr/>
            <p:nvPr/>
          </p:nvSpPr>
          <p:spPr>
            <a:xfrm>
              <a:off x="6579429" y="284556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7"/>
            <p:cNvSpPr/>
            <p:nvPr/>
          </p:nvSpPr>
          <p:spPr>
            <a:xfrm>
              <a:off x="4887564" y="2855799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8"/>
            <p:cNvSpPr/>
            <p:nvPr/>
          </p:nvSpPr>
          <p:spPr>
            <a:xfrm>
              <a:off x="7275246" y="283679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59"/>
            <p:cNvSpPr/>
            <p:nvPr/>
          </p:nvSpPr>
          <p:spPr>
            <a:xfrm>
              <a:off x="8253787" y="285702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8355842" y="282968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1"/>
            <p:cNvSpPr/>
            <p:nvPr/>
          </p:nvSpPr>
          <p:spPr>
            <a:xfrm>
              <a:off x="5409155" y="283749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2"/>
            <p:cNvSpPr/>
            <p:nvPr/>
          </p:nvSpPr>
          <p:spPr>
            <a:xfrm>
              <a:off x="5032835" y="286182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2692295" y="2848623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4"/>
            <p:cNvSpPr/>
            <p:nvPr/>
          </p:nvSpPr>
          <p:spPr>
            <a:xfrm>
              <a:off x="5405961" y="285956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5"/>
            <p:cNvSpPr/>
            <p:nvPr/>
          </p:nvSpPr>
          <p:spPr>
            <a:xfrm>
              <a:off x="7826081" y="285710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6"/>
            <p:cNvSpPr/>
            <p:nvPr/>
          </p:nvSpPr>
          <p:spPr>
            <a:xfrm>
              <a:off x="5904426" y="283843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7"/>
            <p:cNvSpPr/>
            <p:nvPr/>
          </p:nvSpPr>
          <p:spPr>
            <a:xfrm>
              <a:off x="5540122" y="282749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8"/>
            <p:cNvSpPr/>
            <p:nvPr/>
          </p:nvSpPr>
          <p:spPr>
            <a:xfrm>
              <a:off x="10550410" y="284772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69"/>
            <p:cNvSpPr/>
            <p:nvPr/>
          </p:nvSpPr>
          <p:spPr>
            <a:xfrm>
              <a:off x="9605981" y="285296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0"/>
            <p:cNvSpPr/>
            <p:nvPr/>
          </p:nvSpPr>
          <p:spPr>
            <a:xfrm>
              <a:off x="6004912" y="285041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1"/>
            <p:cNvSpPr/>
            <p:nvPr/>
          </p:nvSpPr>
          <p:spPr>
            <a:xfrm>
              <a:off x="2606916" y="284714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2"/>
            <p:cNvSpPr/>
            <p:nvPr/>
          </p:nvSpPr>
          <p:spPr>
            <a:xfrm>
              <a:off x="3496825" y="284388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3"/>
            <p:cNvSpPr/>
            <p:nvPr/>
          </p:nvSpPr>
          <p:spPr>
            <a:xfrm>
              <a:off x="5212546" y="286539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4"/>
            <p:cNvSpPr/>
            <p:nvPr/>
          </p:nvSpPr>
          <p:spPr>
            <a:xfrm>
              <a:off x="7373996" y="285184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5"/>
            <p:cNvSpPr/>
            <p:nvPr/>
          </p:nvSpPr>
          <p:spPr>
            <a:xfrm>
              <a:off x="8655509" y="284692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6"/>
            <p:cNvSpPr/>
            <p:nvPr/>
          </p:nvSpPr>
          <p:spPr>
            <a:xfrm>
              <a:off x="8071385" y="286126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7"/>
            <p:cNvSpPr/>
            <p:nvPr/>
          </p:nvSpPr>
          <p:spPr>
            <a:xfrm>
              <a:off x="5250588" y="271676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8"/>
            <p:cNvSpPr/>
            <p:nvPr/>
          </p:nvSpPr>
          <p:spPr>
            <a:xfrm>
              <a:off x="6818675" y="270556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79"/>
            <p:cNvSpPr/>
            <p:nvPr/>
          </p:nvSpPr>
          <p:spPr>
            <a:xfrm>
              <a:off x="5177468" y="2727129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0"/>
            <p:cNvSpPr/>
            <p:nvPr/>
          </p:nvSpPr>
          <p:spPr>
            <a:xfrm>
              <a:off x="7121359" y="273624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1"/>
            <p:cNvSpPr/>
            <p:nvPr/>
          </p:nvSpPr>
          <p:spPr>
            <a:xfrm>
              <a:off x="6632586" y="272756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2"/>
            <p:cNvSpPr/>
            <p:nvPr/>
          </p:nvSpPr>
          <p:spPr>
            <a:xfrm>
              <a:off x="3240621" y="272197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3"/>
            <p:cNvSpPr/>
            <p:nvPr/>
          </p:nvSpPr>
          <p:spPr>
            <a:xfrm>
              <a:off x="6576742" y="271648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4"/>
            <p:cNvSpPr/>
            <p:nvPr/>
          </p:nvSpPr>
          <p:spPr>
            <a:xfrm>
              <a:off x="8928890" y="272515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5"/>
            <p:cNvSpPr/>
            <p:nvPr/>
          </p:nvSpPr>
          <p:spPr>
            <a:xfrm>
              <a:off x="8082405" y="272115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6"/>
            <p:cNvSpPr/>
            <p:nvPr/>
          </p:nvSpPr>
          <p:spPr>
            <a:xfrm>
              <a:off x="6439446" y="273692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7"/>
            <p:cNvSpPr/>
            <p:nvPr/>
          </p:nvSpPr>
          <p:spPr>
            <a:xfrm>
              <a:off x="9449200" y="271683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8"/>
            <p:cNvSpPr/>
            <p:nvPr/>
          </p:nvSpPr>
          <p:spPr>
            <a:xfrm>
              <a:off x="10395475" y="272550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89"/>
            <p:cNvSpPr/>
            <p:nvPr/>
          </p:nvSpPr>
          <p:spPr>
            <a:xfrm>
              <a:off x="5679206" y="260067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0"/>
            <p:cNvSpPr/>
            <p:nvPr/>
          </p:nvSpPr>
          <p:spPr>
            <a:xfrm>
              <a:off x="6063569" y="259445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1"/>
            <p:cNvSpPr/>
            <p:nvPr/>
          </p:nvSpPr>
          <p:spPr>
            <a:xfrm>
              <a:off x="6697309" y="259888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2"/>
            <p:cNvSpPr/>
            <p:nvPr/>
          </p:nvSpPr>
          <p:spPr>
            <a:xfrm>
              <a:off x="7252361" y="260088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3"/>
            <p:cNvSpPr/>
            <p:nvPr/>
          </p:nvSpPr>
          <p:spPr>
            <a:xfrm>
              <a:off x="6841238" y="258023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4"/>
            <p:cNvSpPr/>
            <p:nvPr/>
          </p:nvSpPr>
          <p:spPr>
            <a:xfrm>
              <a:off x="8447366" y="259759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5"/>
            <p:cNvSpPr/>
            <p:nvPr/>
          </p:nvSpPr>
          <p:spPr>
            <a:xfrm>
              <a:off x="5220438" y="260064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6"/>
            <p:cNvSpPr/>
            <p:nvPr/>
          </p:nvSpPr>
          <p:spPr>
            <a:xfrm>
              <a:off x="6282326" y="260805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7"/>
            <p:cNvSpPr/>
            <p:nvPr/>
          </p:nvSpPr>
          <p:spPr>
            <a:xfrm>
              <a:off x="8156498" y="260441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8"/>
            <p:cNvSpPr/>
            <p:nvPr/>
          </p:nvSpPr>
          <p:spPr>
            <a:xfrm>
              <a:off x="6218144" y="260373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199"/>
            <p:cNvSpPr/>
            <p:nvPr/>
          </p:nvSpPr>
          <p:spPr>
            <a:xfrm>
              <a:off x="6911230" y="261575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0"/>
            <p:cNvSpPr/>
            <p:nvPr/>
          </p:nvSpPr>
          <p:spPr>
            <a:xfrm>
              <a:off x="9633951" y="260020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1"/>
            <p:cNvSpPr/>
            <p:nvPr/>
          </p:nvSpPr>
          <p:spPr>
            <a:xfrm>
              <a:off x="4430240" y="259680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2"/>
            <p:cNvSpPr/>
            <p:nvPr/>
          </p:nvSpPr>
          <p:spPr>
            <a:xfrm>
              <a:off x="8154606" y="258750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3"/>
            <p:cNvSpPr/>
            <p:nvPr/>
          </p:nvSpPr>
          <p:spPr>
            <a:xfrm>
              <a:off x="5603762" y="260773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4"/>
            <p:cNvSpPr/>
            <p:nvPr/>
          </p:nvSpPr>
          <p:spPr>
            <a:xfrm>
              <a:off x="6264638" y="258544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5"/>
            <p:cNvSpPr/>
            <p:nvPr/>
          </p:nvSpPr>
          <p:spPr>
            <a:xfrm>
              <a:off x="9718287" y="259283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6"/>
            <p:cNvSpPr/>
            <p:nvPr/>
          </p:nvSpPr>
          <p:spPr>
            <a:xfrm>
              <a:off x="7231588" y="258991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7"/>
            <p:cNvSpPr/>
            <p:nvPr/>
          </p:nvSpPr>
          <p:spPr>
            <a:xfrm>
              <a:off x="6373906" y="259039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6979378" y="259546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7839150" y="260081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7073767" y="260657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6032537" y="261308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2"/>
            <p:cNvSpPr/>
            <p:nvPr/>
          </p:nvSpPr>
          <p:spPr>
            <a:xfrm>
              <a:off x="8592566" y="258644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8223016" y="259084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4"/>
            <p:cNvSpPr/>
            <p:nvPr/>
          </p:nvSpPr>
          <p:spPr>
            <a:xfrm>
              <a:off x="8661496" y="260658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5"/>
            <p:cNvSpPr/>
            <p:nvPr/>
          </p:nvSpPr>
          <p:spPr>
            <a:xfrm>
              <a:off x="7231327" y="261195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6"/>
            <p:cNvSpPr/>
            <p:nvPr/>
          </p:nvSpPr>
          <p:spPr>
            <a:xfrm>
              <a:off x="7119961" y="258413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7"/>
            <p:cNvSpPr/>
            <p:nvPr/>
          </p:nvSpPr>
          <p:spPr>
            <a:xfrm>
              <a:off x="9082153" y="259663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8"/>
            <p:cNvSpPr/>
            <p:nvPr/>
          </p:nvSpPr>
          <p:spPr>
            <a:xfrm>
              <a:off x="7451747" y="261155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19"/>
            <p:cNvSpPr/>
            <p:nvPr/>
          </p:nvSpPr>
          <p:spPr>
            <a:xfrm>
              <a:off x="7755479" y="259431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0"/>
            <p:cNvSpPr/>
            <p:nvPr/>
          </p:nvSpPr>
          <p:spPr>
            <a:xfrm>
              <a:off x="5433717" y="259084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1"/>
            <p:cNvSpPr/>
            <p:nvPr/>
          </p:nvSpPr>
          <p:spPr>
            <a:xfrm>
              <a:off x="5961319" y="258315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2"/>
            <p:cNvSpPr/>
            <p:nvPr/>
          </p:nvSpPr>
          <p:spPr>
            <a:xfrm>
              <a:off x="7442410" y="258188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3"/>
            <p:cNvSpPr/>
            <p:nvPr/>
          </p:nvSpPr>
          <p:spPr>
            <a:xfrm>
              <a:off x="5630899" y="259307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4"/>
            <p:cNvSpPr/>
            <p:nvPr/>
          </p:nvSpPr>
          <p:spPr>
            <a:xfrm>
              <a:off x="9894087" y="260150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5"/>
            <p:cNvSpPr/>
            <p:nvPr/>
          </p:nvSpPr>
          <p:spPr>
            <a:xfrm>
              <a:off x="6843679" y="249133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6"/>
            <p:cNvSpPr/>
            <p:nvPr/>
          </p:nvSpPr>
          <p:spPr>
            <a:xfrm>
              <a:off x="10070005" y="247847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7"/>
            <p:cNvSpPr/>
            <p:nvPr/>
          </p:nvSpPr>
          <p:spPr>
            <a:xfrm>
              <a:off x="9229478" y="246024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8"/>
            <p:cNvSpPr/>
            <p:nvPr/>
          </p:nvSpPr>
          <p:spPr>
            <a:xfrm>
              <a:off x="3845615" y="247163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29"/>
            <p:cNvSpPr/>
            <p:nvPr/>
          </p:nvSpPr>
          <p:spPr>
            <a:xfrm>
              <a:off x="5399757" y="248644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0"/>
            <p:cNvSpPr/>
            <p:nvPr/>
          </p:nvSpPr>
          <p:spPr>
            <a:xfrm>
              <a:off x="6985363" y="247023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1"/>
            <p:cNvSpPr/>
            <p:nvPr/>
          </p:nvSpPr>
          <p:spPr>
            <a:xfrm>
              <a:off x="4420637" y="246653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2"/>
            <p:cNvSpPr/>
            <p:nvPr/>
          </p:nvSpPr>
          <p:spPr>
            <a:xfrm>
              <a:off x="7066158" y="248148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3"/>
            <p:cNvSpPr/>
            <p:nvPr/>
          </p:nvSpPr>
          <p:spPr>
            <a:xfrm>
              <a:off x="5297419" y="245929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4"/>
            <p:cNvSpPr/>
            <p:nvPr/>
          </p:nvSpPr>
          <p:spPr>
            <a:xfrm>
              <a:off x="6395181" y="246631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5"/>
            <p:cNvSpPr/>
            <p:nvPr/>
          </p:nvSpPr>
          <p:spPr>
            <a:xfrm>
              <a:off x="7194259" y="248673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6"/>
            <p:cNvSpPr/>
            <p:nvPr/>
          </p:nvSpPr>
          <p:spPr>
            <a:xfrm>
              <a:off x="5231619" y="247562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7"/>
            <p:cNvSpPr/>
            <p:nvPr/>
          </p:nvSpPr>
          <p:spPr>
            <a:xfrm>
              <a:off x="5907792" y="248045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8"/>
            <p:cNvSpPr/>
            <p:nvPr/>
          </p:nvSpPr>
          <p:spPr>
            <a:xfrm>
              <a:off x="5810711" y="2462233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39"/>
            <p:cNvSpPr/>
            <p:nvPr/>
          </p:nvSpPr>
          <p:spPr>
            <a:xfrm>
              <a:off x="4724366" y="2480513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0"/>
            <p:cNvSpPr/>
            <p:nvPr/>
          </p:nvSpPr>
          <p:spPr>
            <a:xfrm>
              <a:off x="10033422" y="246642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1"/>
            <p:cNvSpPr/>
            <p:nvPr/>
          </p:nvSpPr>
          <p:spPr>
            <a:xfrm>
              <a:off x="9466569" y="247126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2"/>
            <p:cNvSpPr/>
            <p:nvPr/>
          </p:nvSpPr>
          <p:spPr>
            <a:xfrm>
              <a:off x="4810119" y="246853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3"/>
            <p:cNvSpPr/>
            <p:nvPr/>
          </p:nvSpPr>
          <p:spPr>
            <a:xfrm>
              <a:off x="7345809" y="247539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4"/>
            <p:cNvSpPr/>
            <p:nvPr/>
          </p:nvSpPr>
          <p:spPr>
            <a:xfrm>
              <a:off x="10032414" y="247622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5"/>
            <p:cNvSpPr/>
            <p:nvPr/>
          </p:nvSpPr>
          <p:spPr>
            <a:xfrm>
              <a:off x="6575281" y="247372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6"/>
            <p:cNvSpPr/>
            <p:nvPr/>
          </p:nvSpPr>
          <p:spPr>
            <a:xfrm>
              <a:off x="5479230" y="246950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7"/>
            <p:cNvSpPr/>
            <p:nvPr/>
          </p:nvSpPr>
          <p:spPr>
            <a:xfrm>
              <a:off x="4192207" y="247600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8"/>
            <p:cNvSpPr/>
            <p:nvPr/>
          </p:nvSpPr>
          <p:spPr>
            <a:xfrm>
              <a:off x="5667188" y="247774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49"/>
            <p:cNvSpPr/>
            <p:nvPr/>
          </p:nvSpPr>
          <p:spPr>
            <a:xfrm>
              <a:off x="8475283" y="248005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0"/>
            <p:cNvSpPr/>
            <p:nvPr/>
          </p:nvSpPr>
          <p:spPr>
            <a:xfrm>
              <a:off x="8981380" y="247240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1"/>
            <p:cNvSpPr/>
            <p:nvPr/>
          </p:nvSpPr>
          <p:spPr>
            <a:xfrm>
              <a:off x="8237886" y="247653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2"/>
            <p:cNvSpPr/>
            <p:nvPr/>
          </p:nvSpPr>
          <p:spPr>
            <a:xfrm>
              <a:off x="8078632" y="246876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3"/>
            <p:cNvSpPr/>
            <p:nvPr/>
          </p:nvSpPr>
          <p:spPr>
            <a:xfrm>
              <a:off x="7502914" y="245737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4"/>
            <p:cNvSpPr/>
            <p:nvPr/>
          </p:nvSpPr>
          <p:spPr>
            <a:xfrm>
              <a:off x="8048018" y="248394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5"/>
            <p:cNvSpPr/>
            <p:nvPr/>
          </p:nvSpPr>
          <p:spPr>
            <a:xfrm>
              <a:off x="7165857" y="245915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6"/>
            <p:cNvSpPr/>
            <p:nvPr/>
          </p:nvSpPr>
          <p:spPr>
            <a:xfrm>
              <a:off x="8615433" y="246549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7"/>
            <p:cNvSpPr/>
            <p:nvPr/>
          </p:nvSpPr>
          <p:spPr>
            <a:xfrm>
              <a:off x="8247227" y="246083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8"/>
            <p:cNvSpPr/>
            <p:nvPr/>
          </p:nvSpPr>
          <p:spPr>
            <a:xfrm>
              <a:off x="9274927" y="248332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59"/>
            <p:cNvSpPr/>
            <p:nvPr/>
          </p:nvSpPr>
          <p:spPr>
            <a:xfrm>
              <a:off x="7199984" y="246478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0"/>
            <p:cNvSpPr/>
            <p:nvPr/>
          </p:nvSpPr>
          <p:spPr>
            <a:xfrm>
              <a:off x="6660775" y="245570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1"/>
            <p:cNvSpPr/>
            <p:nvPr/>
          </p:nvSpPr>
          <p:spPr>
            <a:xfrm>
              <a:off x="7220917" y="234646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2"/>
            <p:cNvSpPr/>
            <p:nvPr/>
          </p:nvSpPr>
          <p:spPr>
            <a:xfrm>
              <a:off x="8706459" y="221990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3"/>
            <p:cNvSpPr/>
            <p:nvPr/>
          </p:nvSpPr>
          <p:spPr>
            <a:xfrm>
              <a:off x="6426372" y="222829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4"/>
            <p:cNvSpPr/>
            <p:nvPr/>
          </p:nvSpPr>
          <p:spPr>
            <a:xfrm>
              <a:off x="8166085" y="224032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5"/>
            <p:cNvSpPr/>
            <p:nvPr/>
          </p:nvSpPr>
          <p:spPr>
            <a:xfrm>
              <a:off x="7747129" y="222667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6"/>
            <p:cNvSpPr/>
            <p:nvPr/>
          </p:nvSpPr>
          <p:spPr>
            <a:xfrm>
              <a:off x="6706943" y="221369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7"/>
            <p:cNvSpPr/>
            <p:nvPr/>
          </p:nvSpPr>
          <p:spPr>
            <a:xfrm>
              <a:off x="5133388" y="222129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8"/>
            <p:cNvSpPr/>
            <p:nvPr/>
          </p:nvSpPr>
          <p:spPr>
            <a:xfrm>
              <a:off x="7430406" y="221585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69"/>
            <p:cNvSpPr/>
            <p:nvPr/>
          </p:nvSpPr>
          <p:spPr>
            <a:xfrm>
              <a:off x="10228602" y="222455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0"/>
            <p:cNvSpPr/>
            <p:nvPr/>
          </p:nvSpPr>
          <p:spPr>
            <a:xfrm>
              <a:off x="8133898" y="220471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1"/>
            <p:cNvSpPr/>
            <p:nvPr/>
          </p:nvSpPr>
          <p:spPr>
            <a:xfrm>
              <a:off x="7286851" y="223606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2"/>
            <p:cNvSpPr/>
            <p:nvPr/>
          </p:nvSpPr>
          <p:spPr>
            <a:xfrm>
              <a:off x="8148426" y="208325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3"/>
            <p:cNvSpPr/>
            <p:nvPr/>
          </p:nvSpPr>
          <p:spPr>
            <a:xfrm>
              <a:off x="5204040" y="210059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4"/>
            <p:cNvSpPr/>
            <p:nvPr/>
          </p:nvSpPr>
          <p:spPr>
            <a:xfrm>
              <a:off x="8133756" y="209351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5"/>
            <p:cNvSpPr/>
            <p:nvPr/>
          </p:nvSpPr>
          <p:spPr>
            <a:xfrm>
              <a:off x="7527503" y="209993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6"/>
            <p:cNvSpPr/>
            <p:nvPr/>
          </p:nvSpPr>
          <p:spPr>
            <a:xfrm>
              <a:off x="4971658" y="209612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7"/>
            <p:cNvSpPr/>
            <p:nvPr/>
          </p:nvSpPr>
          <p:spPr>
            <a:xfrm>
              <a:off x="6123031" y="2105214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8"/>
            <p:cNvSpPr/>
            <p:nvPr/>
          </p:nvSpPr>
          <p:spPr>
            <a:xfrm>
              <a:off x="7795872" y="211485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79"/>
            <p:cNvSpPr/>
            <p:nvPr/>
          </p:nvSpPr>
          <p:spPr>
            <a:xfrm>
              <a:off x="8145002" y="210386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0"/>
            <p:cNvSpPr/>
            <p:nvPr/>
          </p:nvSpPr>
          <p:spPr>
            <a:xfrm>
              <a:off x="6467676" y="209373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1"/>
            <p:cNvSpPr/>
            <p:nvPr/>
          </p:nvSpPr>
          <p:spPr>
            <a:xfrm>
              <a:off x="7728884" y="208091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2"/>
            <p:cNvSpPr/>
            <p:nvPr/>
          </p:nvSpPr>
          <p:spPr>
            <a:xfrm>
              <a:off x="5999064" y="209041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3"/>
            <p:cNvSpPr/>
            <p:nvPr/>
          </p:nvSpPr>
          <p:spPr>
            <a:xfrm>
              <a:off x="8903203" y="209992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4"/>
            <p:cNvSpPr/>
            <p:nvPr/>
          </p:nvSpPr>
          <p:spPr>
            <a:xfrm>
              <a:off x="8558844" y="197587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5"/>
            <p:cNvSpPr/>
            <p:nvPr/>
          </p:nvSpPr>
          <p:spPr>
            <a:xfrm>
              <a:off x="9965934" y="196327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6"/>
            <p:cNvSpPr/>
            <p:nvPr/>
          </p:nvSpPr>
          <p:spPr>
            <a:xfrm>
              <a:off x="5949780" y="197095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7"/>
            <p:cNvSpPr/>
            <p:nvPr/>
          </p:nvSpPr>
          <p:spPr>
            <a:xfrm>
              <a:off x="7901848" y="198585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8"/>
            <p:cNvSpPr/>
            <p:nvPr/>
          </p:nvSpPr>
          <p:spPr>
            <a:xfrm>
              <a:off x="8351266" y="196532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89"/>
            <p:cNvSpPr/>
            <p:nvPr/>
          </p:nvSpPr>
          <p:spPr>
            <a:xfrm>
              <a:off x="7508731" y="196320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0"/>
            <p:cNvSpPr/>
            <p:nvPr/>
          </p:nvSpPr>
          <p:spPr>
            <a:xfrm>
              <a:off x="6620084" y="197670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tx291"/>
            <p:cNvSpPr/>
            <p:nvPr/>
          </p:nvSpPr>
          <p:spPr>
            <a:xfrm>
              <a:off x="959150" y="2947163"/>
              <a:ext cx="516178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Scavenger</a:t>
              </a:r>
            </a:p>
          </p:txBody>
        </p:sp>
        <p:sp>
          <p:nvSpPr>
            <p:cNvPr id="293" name="tx292"/>
            <p:cNvSpPr/>
            <p:nvPr/>
          </p:nvSpPr>
          <p:spPr>
            <a:xfrm>
              <a:off x="971312" y="2821993"/>
              <a:ext cx="504017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Invertivore</a:t>
              </a:r>
            </a:p>
          </p:txBody>
        </p:sp>
        <p:sp>
          <p:nvSpPr>
            <p:cNvPr id="294" name="tx293"/>
            <p:cNvSpPr/>
            <p:nvPr/>
          </p:nvSpPr>
          <p:spPr>
            <a:xfrm>
              <a:off x="1001304" y="2696822"/>
              <a:ext cx="474024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Granivore</a:t>
              </a:r>
            </a:p>
          </p:txBody>
        </p:sp>
        <p:sp>
          <p:nvSpPr>
            <p:cNvPr id="295" name="tx294"/>
            <p:cNvSpPr/>
            <p:nvPr/>
          </p:nvSpPr>
          <p:spPr>
            <a:xfrm>
              <a:off x="683001" y="2571652"/>
              <a:ext cx="792327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Aquatic predator</a:t>
              </a:r>
            </a:p>
          </p:txBody>
        </p:sp>
        <p:sp>
          <p:nvSpPr>
            <p:cNvPr id="296" name="tx295"/>
            <p:cNvSpPr/>
            <p:nvPr/>
          </p:nvSpPr>
          <p:spPr>
            <a:xfrm>
              <a:off x="1007431" y="2446482"/>
              <a:ext cx="467898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Omnivore</a:t>
              </a:r>
            </a:p>
          </p:txBody>
        </p:sp>
        <p:sp>
          <p:nvSpPr>
            <p:cNvPr id="297" name="tx296"/>
            <p:cNvSpPr/>
            <p:nvPr/>
          </p:nvSpPr>
          <p:spPr>
            <a:xfrm>
              <a:off x="527371" y="2321312"/>
              <a:ext cx="947958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Herbivore terrestrial</a:t>
              </a:r>
            </a:p>
          </p:txBody>
        </p:sp>
        <p:sp>
          <p:nvSpPr>
            <p:cNvPr id="298" name="tx297"/>
            <p:cNvSpPr/>
            <p:nvPr/>
          </p:nvSpPr>
          <p:spPr>
            <a:xfrm>
              <a:off x="629052" y="2196142"/>
              <a:ext cx="846277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Herbivore aquatic</a:t>
              </a:r>
            </a:p>
          </p:txBody>
        </p:sp>
        <p:sp>
          <p:nvSpPr>
            <p:cNvPr id="299" name="tx298"/>
            <p:cNvSpPr/>
            <p:nvPr/>
          </p:nvSpPr>
          <p:spPr>
            <a:xfrm>
              <a:off x="1043366" y="2070972"/>
              <a:ext cx="431962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Vertivore</a:t>
              </a:r>
            </a:p>
          </p:txBody>
        </p:sp>
        <p:sp>
          <p:nvSpPr>
            <p:cNvPr id="300" name="tx299"/>
            <p:cNvSpPr/>
            <p:nvPr/>
          </p:nvSpPr>
          <p:spPr>
            <a:xfrm>
              <a:off x="1019318" y="1945801"/>
              <a:ext cx="456011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Frugivore</a:t>
              </a:r>
            </a:p>
          </p:txBody>
        </p:sp>
        <p:sp>
          <p:nvSpPr>
            <p:cNvPr id="301" name="tx300"/>
            <p:cNvSpPr/>
            <p:nvPr/>
          </p:nvSpPr>
          <p:spPr>
            <a:xfrm>
              <a:off x="1887275" y="3117926"/>
              <a:ext cx="150144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302" name="tx301"/>
            <p:cNvSpPr/>
            <p:nvPr/>
          </p:nvSpPr>
          <p:spPr>
            <a:xfrm>
              <a:off x="4206316" y="3117926"/>
              <a:ext cx="150144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303" name="tx302"/>
            <p:cNvSpPr/>
            <p:nvPr/>
          </p:nvSpPr>
          <p:spPr>
            <a:xfrm>
              <a:off x="6525356" y="3117926"/>
              <a:ext cx="150144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304" name="tx303"/>
            <p:cNvSpPr/>
            <p:nvPr/>
          </p:nvSpPr>
          <p:spPr>
            <a:xfrm>
              <a:off x="8844396" y="3117926"/>
              <a:ext cx="150144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305" name="tx304"/>
            <p:cNvSpPr/>
            <p:nvPr/>
          </p:nvSpPr>
          <p:spPr>
            <a:xfrm>
              <a:off x="5689655" y="3250873"/>
              <a:ext cx="1147023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Year-trend coefficient</a:t>
              </a:r>
            </a:p>
          </p:txBody>
        </p:sp>
        <p:sp>
          <p:nvSpPr>
            <p:cNvPr id="306" name="tx305"/>
            <p:cNvSpPr/>
            <p:nvPr/>
          </p:nvSpPr>
          <p:spPr>
            <a:xfrm>
              <a:off x="527371" y="1663417"/>
              <a:ext cx="999164" cy="109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Trophic niche</a:t>
              </a:r>
            </a:p>
          </p:txBody>
        </p:sp>
        <p:sp>
          <p:nvSpPr>
            <p:cNvPr id="307" name="pl306"/>
            <p:cNvSpPr/>
            <p:nvPr/>
          </p:nvSpPr>
          <p:spPr>
            <a:xfrm>
              <a:off x="1532266" y="4912890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7"/>
            <p:cNvSpPr/>
            <p:nvPr/>
          </p:nvSpPr>
          <p:spPr>
            <a:xfrm>
              <a:off x="1532266" y="4799363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8"/>
            <p:cNvSpPr/>
            <p:nvPr/>
          </p:nvSpPr>
          <p:spPr>
            <a:xfrm>
              <a:off x="1532266" y="4685837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09"/>
            <p:cNvSpPr/>
            <p:nvPr/>
          </p:nvSpPr>
          <p:spPr>
            <a:xfrm>
              <a:off x="1532266" y="4572310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0"/>
            <p:cNvSpPr/>
            <p:nvPr/>
          </p:nvSpPr>
          <p:spPr>
            <a:xfrm>
              <a:off x="1532266" y="4458784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1"/>
            <p:cNvSpPr/>
            <p:nvPr/>
          </p:nvSpPr>
          <p:spPr>
            <a:xfrm>
              <a:off x="1532266" y="4345257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2"/>
            <p:cNvSpPr/>
            <p:nvPr/>
          </p:nvSpPr>
          <p:spPr>
            <a:xfrm>
              <a:off x="1532266" y="4231731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3"/>
            <p:cNvSpPr/>
            <p:nvPr/>
          </p:nvSpPr>
          <p:spPr>
            <a:xfrm>
              <a:off x="1532266" y="4118205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4"/>
            <p:cNvSpPr/>
            <p:nvPr/>
          </p:nvSpPr>
          <p:spPr>
            <a:xfrm>
              <a:off x="1532266" y="4004678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5"/>
            <p:cNvSpPr/>
            <p:nvPr/>
          </p:nvSpPr>
          <p:spPr>
            <a:xfrm>
              <a:off x="1532266" y="3891152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6"/>
            <p:cNvSpPr/>
            <p:nvPr/>
          </p:nvSpPr>
          <p:spPr>
            <a:xfrm>
              <a:off x="1962347" y="3760596"/>
              <a:ext cx="0" cy="1220409"/>
            </a:xfrm>
            <a:custGeom>
              <a:avLst/>
              <a:pathLst>
                <a:path w="0" h="1220409">
                  <a:moveTo>
                    <a:pt x="0" y="12204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7"/>
            <p:cNvSpPr/>
            <p:nvPr/>
          </p:nvSpPr>
          <p:spPr>
            <a:xfrm>
              <a:off x="4281388" y="3760596"/>
              <a:ext cx="0" cy="1220409"/>
            </a:xfrm>
            <a:custGeom>
              <a:avLst/>
              <a:pathLst>
                <a:path w="0" h="1220409">
                  <a:moveTo>
                    <a:pt x="0" y="12204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8"/>
            <p:cNvSpPr/>
            <p:nvPr/>
          </p:nvSpPr>
          <p:spPr>
            <a:xfrm>
              <a:off x="6600428" y="3760596"/>
              <a:ext cx="0" cy="1220409"/>
            </a:xfrm>
            <a:custGeom>
              <a:avLst/>
              <a:pathLst>
                <a:path w="0" h="1220409">
                  <a:moveTo>
                    <a:pt x="0" y="12204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19"/>
            <p:cNvSpPr/>
            <p:nvPr/>
          </p:nvSpPr>
          <p:spPr>
            <a:xfrm>
              <a:off x="8919469" y="3760596"/>
              <a:ext cx="0" cy="1220409"/>
            </a:xfrm>
            <a:custGeom>
              <a:avLst/>
              <a:pathLst>
                <a:path w="0" h="1220409">
                  <a:moveTo>
                    <a:pt x="0" y="12204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0"/>
            <p:cNvSpPr/>
            <p:nvPr/>
          </p:nvSpPr>
          <p:spPr>
            <a:xfrm>
              <a:off x="1962347" y="3760596"/>
              <a:ext cx="0" cy="1220409"/>
            </a:xfrm>
            <a:custGeom>
              <a:avLst/>
              <a:pathLst>
                <a:path w="0" h="1220409">
                  <a:moveTo>
                    <a:pt x="0" y="12204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22" name="pg321"/>
            <p:cNvSpPr/>
            <p:nvPr/>
          </p:nvSpPr>
          <p:spPr>
            <a:xfrm>
              <a:off x="3254198" y="3773652"/>
              <a:ext cx="2663804" cy="102173"/>
            </a:xfrm>
            <a:custGeom>
              <a:avLst/>
              <a:pathLst>
                <a:path w="2663804" h="102173">
                  <a:moveTo>
                    <a:pt x="0" y="0"/>
                  </a:moveTo>
                  <a:lnTo>
                    <a:pt x="5327" y="0"/>
                  </a:lnTo>
                  <a:lnTo>
                    <a:pt x="10655" y="0"/>
                  </a:lnTo>
                  <a:lnTo>
                    <a:pt x="15982" y="0"/>
                  </a:lnTo>
                  <a:lnTo>
                    <a:pt x="21310" y="0"/>
                  </a:lnTo>
                  <a:lnTo>
                    <a:pt x="26638" y="0"/>
                  </a:lnTo>
                  <a:lnTo>
                    <a:pt x="31965" y="0"/>
                  </a:lnTo>
                  <a:lnTo>
                    <a:pt x="37293" y="0"/>
                  </a:lnTo>
                  <a:lnTo>
                    <a:pt x="42620" y="0"/>
                  </a:lnTo>
                  <a:lnTo>
                    <a:pt x="47948" y="0"/>
                  </a:lnTo>
                  <a:lnTo>
                    <a:pt x="53276" y="0"/>
                  </a:lnTo>
                  <a:lnTo>
                    <a:pt x="58603" y="0"/>
                  </a:lnTo>
                  <a:lnTo>
                    <a:pt x="63931" y="0"/>
                  </a:lnTo>
                  <a:lnTo>
                    <a:pt x="69258" y="0"/>
                  </a:lnTo>
                  <a:lnTo>
                    <a:pt x="74586" y="0"/>
                  </a:lnTo>
                  <a:lnTo>
                    <a:pt x="79914" y="0"/>
                  </a:lnTo>
                  <a:lnTo>
                    <a:pt x="85241" y="0"/>
                  </a:lnTo>
                  <a:lnTo>
                    <a:pt x="90569" y="0"/>
                  </a:lnTo>
                  <a:lnTo>
                    <a:pt x="95896" y="0"/>
                  </a:lnTo>
                  <a:lnTo>
                    <a:pt x="101224" y="0"/>
                  </a:lnTo>
                  <a:lnTo>
                    <a:pt x="106552" y="0"/>
                  </a:lnTo>
                  <a:lnTo>
                    <a:pt x="111879" y="0"/>
                  </a:lnTo>
                  <a:lnTo>
                    <a:pt x="117207" y="0"/>
                  </a:lnTo>
                  <a:lnTo>
                    <a:pt x="122535" y="0"/>
                  </a:lnTo>
                  <a:lnTo>
                    <a:pt x="127862" y="0"/>
                  </a:lnTo>
                  <a:lnTo>
                    <a:pt x="133190" y="0"/>
                  </a:lnTo>
                  <a:lnTo>
                    <a:pt x="138517" y="0"/>
                  </a:lnTo>
                  <a:lnTo>
                    <a:pt x="143845" y="0"/>
                  </a:lnTo>
                  <a:lnTo>
                    <a:pt x="149173" y="0"/>
                  </a:lnTo>
                  <a:lnTo>
                    <a:pt x="154500" y="0"/>
                  </a:lnTo>
                  <a:lnTo>
                    <a:pt x="159828" y="0"/>
                  </a:lnTo>
                  <a:lnTo>
                    <a:pt x="165155" y="0"/>
                  </a:lnTo>
                  <a:lnTo>
                    <a:pt x="170483" y="0"/>
                  </a:lnTo>
                  <a:lnTo>
                    <a:pt x="175811" y="0"/>
                  </a:lnTo>
                  <a:lnTo>
                    <a:pt x="181138" y="0"/>
                  </a:lnTo>
                  <a:lnTo>
                    <a:pt x="186466" y="0"/>
                  </a:lnTo>
                  <a:lnTo>
                    <a:pt x="191793" y="0"/>
                  </a:lnTo>
                  <a:lnTo>
                    <a:pt x="197121" y="0"/>
                  </a:lnTo>
                  <a:lnTo>
                    <a:pt x="202449" y="0"/>
                  </a:lnTo>
                  <a:lnTo>
                    <a:pt x="207776" y="0"/>
                  </a:lnTo>
                  <a:lnTo>
                    <a:pt x="213104" y="0"/>
                  </a:lnTo>
                  <a:lnTo>
                    <a:pt x="218432" y="0"/>
                  </a:lnTo>
                  <a:lnTo>
                    <a:pt x="223759" y="0"/>
                  </a:lnTo>
                  <a:lnTo>
                    <a:pt x="229087" y="0"/>
                  </a:lnTo>
                  <a:lnTo>
                    <a:pt x="234414" y="0"/>
                  </a:lnTo>
                  <a:lnTo>
                    <a:pt x="239742" y="0"/>
                  </a:lnTo>
                  <a:lnTo>
                    <a:pt x="245070" y="0"/>
                  </a:lnTo>
                  <a:lnTo>
                    <a:pt x="250397" y="0"/>
                  </a:lnTo>
                  <a:lnTo>
                    <a:pt x="255725" y="0"/>
                  </a:lnTo>
                  <a:lnTo>
                    <a:pt x="261052" y="0"/>
                  </a:lnTo>
                  <a:lnTo>
                    <a:pt x="266380" y="0"/>
                  </a:lnTo>
                  <a:lnTo>
                    <a:pt x="271708" y="0"/>
                  </a:lnTo>
                  <a:lnTo>
                    <a:pt x="277035" y="0"/>
                  </a:lnTo>
                  <a:lnTo>
                    <a:pt x="282363" y="0"/>
                  </a:lnTo>
                  <a:lnTo>
                    <a:pt x="287690" y="0"/>
                  </a:lnTo>
                  <a:lnTo>
                    <a:pt x="293018" y="0"/>
                  </a:lnTo>
                  <a:lnTo>
                    <a:pt x="298346" y="0"/>
                  </a:lnTo>
                  <a:lnTo>
                    <a:pt x="303673" y="0"/>
                  </a:lnTo>
                  <a:lnTo>
                    <a:pt x="309001" y="0"/>
                  </a:lnTo>
                  <a:lnTo>
                    <a:pt x="314328" y="0"/>
                  </a:lnTo>
                  <a:lnTo>
                    <a:pt x="319656" y="0"/>
                  </a:lnTo>
                  <a:lnTo>
                    <a:pt x="324984" y="0"/>
                  </a:lnTo>
                  <a:lnTo>
                    <a:pt x="330311" y="0"/>
                  </a:lnTo>
                  <a:lnTo>
                    <a:pt x="335639" y="0"/>
                  </a:lnTo>
                  <a:lnTo>
                    <a:pt x="340967" y="0"/>
                  </a:lnTo>
                  <a:lnTo>
                    <a:pt x="346294" y="0"/>
                  </a:lnTo>
                  <a:lnTo>
                    <a:pt x="351622" y="0"/>
                  </a:lnTo>
                  <a:lnTo>
                    <a:pt x="356949" y="0"/>
                  </a:lnTo>
                  <a:lnTo>
                    <a:pt x="362277" y="0"/>
                  </a:lnTo>
                  <a:lnTo>
                    <a:pt x="367605" y="0"/>
                  </a:lnTo>
                  <a:lnTo>
                    <a:pt x="372932" y="0"/>
                  </a:lnTo>
                  <a:lnTo>
                    <a:pt x="378260" y="0"/>
                  </a:lnTo>
                  <a:lnTo>
                    <a:pt x="383587" y="0"/>
                  </a:lnTo>
                  <a:lnTo>
                    <a:pt x="388915" y="0"/>
                  </a:lnTo>
                  <a:lnTo>
                    <a:pt x="394243" y="0"/>
                  </a:lnTo>
                  <a:lnTo>
                    <a:pt x="399570" y="0"/>
                  </a:lnTo>
                  <a:lnTo>
                    <a:pt x="404898" y="0"/>
                  </a:lnTo>
                  <a:lnTo>
                    <a:pt x="410225" y="0"/>
                  </a:lnTo>
                  <a:lnTo>
                    <a:pt x="415553" y="0"/>
                  </a:lnTo>
                  <a:lnTo>
                    <a:pt x="420881" y="0"/>
                  </a:lnTo>
                  <a:lnTo>
                    <a:pt x="426208" y="0"/>
                  </a:lnTo>
                  <a:lnTo>
                    <a:pt x="431536" y="0"/>
                  </a:lnTo>
                  <a:lnTo>
                    <a:pt x="436864" y="0"/>
                  </a:lnTo>
                  <a:lnTo>
                    <a:pt x="442191" y="0"/>
                  </a:lnTo>
                  <a:lnTo>
                    <a:pt x="447519" y="0"/>
                  </a:lnTo>
                  <a:lnTo>
                    <a:pt x="452846" y="0"/>
                  </a:lnTo>
                  <a:lnTo>
                    <a:pt x="458174" y="0"/>
                  </a:lnTo>
                  <a:lnTo>
                    <a:pt x="463502" y="0"/>
                  </a:lnTo>
                  <a:lnTo>
                    <a:pt x="468829" y="0"/>
                  </a:lnTo>
                  <a:lnTo>
                    <a:pt x="474157" y="0"/>
                  </a:lnTo>
                  <a:lnTo>
                    <a:pt x="479484" y="0"/>
                  </a:lnTo>
                  <a:lnTo>
                    <a:pt x="484812" y="0"/>
                  </a:lnTo>
                  <a:lnTo>
                    <a:pt x="490140" y="0"/>
                  </a:lnTo>
                  <a:lnTo>
                    <a:pt x="495467" y="0"/>
                  </a:lnTo>
                  <a:lnTo>
                    <a:pt x="500795" y="0"/>
                  </a:lnTo>
                  <a:lnTo>
                    <a:pt x="506122" y="0"/>
                  </a:lnTo>
                  <a:lnTo>
                    <a:pt x="511450" y="0"/>
                  </a:lnTo>
                  <a:lnTo>
                    <a:pt x="516778" y="0"/>
                  </a:lnTo>
                  <a:lnTo>
                    <a:pt x="522105" y="0"/>
                  </a:lnTo>
                  <a:lnTo>
                    <a:pt x="527433" y="0"/>
                  </a:lnTo>
                  <a:lnTo>
                    <a:pt x="532760" y="0"/>
                  </a:lnTo>
                  <a:lnTo>
                    <a:pt x="538088" y="0"/>
                  </a:lnTo>
                  <a:lnTo>
                    <a:pt x="543416" y="0"/>
                  </a:lnTo>
                  <a:lnTo>
                    <a:pt x="548743" y="0"/>
                  </a:lnTo>
                  <a:lnTo>
                    <a:pt x="554071" y="0"/>
                  </a:lnTo>
                  <a:lnTo>
                    <a:pt x="559399" y="0"/>
                  </a:lnTo>
                  <a:lnTo>
                    <a:pt x="564726" y="0"/>
                  </a:lnTo>
                  <a:lnTo>
                    <a:pt x="570054" y="0"/>
                  </a:lnTo>
                  <a:lnTo>
                    <a:pt x="575381" y="0"/>
                  </a:lnTo>
                  <a:lnTo>
                    <a:pt x="580709" y="0"/>
                  </a:lnTo>
                  <a:lnTo>
                    <a:pt x="586037" y="0"/>
                  </a:lnTo>
                  <a:lnTo>
                    <a:pt x="591364" y="0"/>
                  </a:lnTo>
                  <a:lnTo>
                    <a:pt x="596692" y="0"/>
                  </a:lnTo>
                  <a:lnTo>
                    <a:pt x="602019" y="0"/>
                  </a:lnTo>
                  <a:lnTo>
                    <a:pt x="607347" y="0"/>
                  </a:lnTo>
                  <a:lnTo>
                    <a:pt x="612675" y="0"/>
                  </a:lnTo>
                  <a:lnTo>
                    <a:pt x="618002" y="0"/>
                  </a:lnTo>
                  <a:lnTo>
                    <a:pt x="623330" y="0"/>
                  </a:lnTo>
                  <a:lnTo>
                    <a:pt x="628657" y="0"/>
                  </a:lnTo>
                  <a:lnTo>
                    <a:pt x="633985" y="0"/>
                  </a:lnTo>
                  <a:lnTo>
                    <a:pt x="639313" y="0"/>
                  </a:lnTo>
                  <a:lnTo>
                    <a:pt x="644640" y="0"/>
                  </a:lnTo>
                  <a:lnTo>
                    <a:pt x="649968" y="0"/>
                  </a:lnTo>
                  <a:lnTo>
                    <a:pt x="655296" y="0"/>
                  </a:lnTo>
                  <a:lnTo>
                    <a:pt x="660623" y="0"/>
                  </a:lnTo>
                  <a:lnTo>
                    <a:pt x="665951" y="0"/>
                  </a:lnTo>
                  <a:lnTo>
                    <a:pt x="671278" y="0"/>
                  </a:lnTo>
                  <a:lnTo>
                    <a:pt x="676606" y="0"/>
                  </a:lnTo>
                  <a:lnTo>
                    <a:pt x="681934" y="0"/>
                  </a:lnTo>
                  <a:lnTo>
                    <a:pt x="687261" y="0"/>
                  </a:lnTo>
                  <a:lnTo>
                    <a:pt x="692589" y="0"/>
                  </a:lnTo>
                  <a:lnTo>
                    <a:pt x="697916" y="0"/>
                  </a:lnTo>
                  <a:lnTo>
                    <a:pt x="703244" y="0"/>
                  </a:lnTo>
                  <a:lnTo>
                    <a:pt x="708572" y="0"/>
                  </a:lnTo>
                  <a:lnTo>
                    <a:pt x="713899" y="0"/>
                  </a:lnTo>
                  <a:lnTo>
                    <a:pt x="719227" y="0"/>
                  </a:lnTo>
                  <a:lnTo>
                    <a:pt x="724554" y="0"/>
                  </a:lnTo>
                  <a:lnTo>
                    <a:pt x="729882" y="0"/>
                  </a:lnTo>
                  <a:lnTo>
                    <a:pt x="735210" y="0"/>
                  </a:lnTo>
                  <a:lnTo>
                    <a:pt x="740537" y="0"/>
                  </a:lnTo>
                  <a:lnTo>
                    <a:pt x="745865" y="0"/>
                  </a:lnTo>
                  <a:lnTo>
                    <a:pt x="751193" y="0"/>
                  </a:lnTo>
                  <a:lnTo>
                    <a:pt x="756520" y="0"/>
                  </a:lnTo>
                  <a:lnTo>
                    <a:pt x="761848" y="0"/>
                  </a:lnTo>
                  <a:lnTo>
                    <a:pt x="767175" y="0"/>
                  </a:lnTo>
                  <a:lnTo>
                    <a:pt x="772503" y="0"/>
                  </a:lnTo>
                  <a:lnTo>
                    <a:pt x="777831" y="0"/>
                  </a:lnTo>
                  <a:lnTo>
                    <a:pt x="783158" y="0"/>
                  </a:lnTo>
                  <a:lnTo>
                    <a:pt x="788486" y="0"/>
                  </a:lnTo>
                  <a:lnTo>
                    <a:pt x="793813" y="0"/>
                  </a:lnTo>
                  <a:lnTo>
                    <a:pt x="799141" y="0"/>
                  </a:lnTo>
                  <a:lnTo>
                    <a:pt x="804469" y="0"/>
                  </a:lnTo>
                  <a:lnTo>
                    <a:pt x="809796" y="0"/>
                  </a:lnTo>
                  <a:lnTo>
                    <a:pt x="815124" y="0"/>
                  </a:lnTo>
                  <a:lnTo>
                    <a:pt x="820451" y="0"/>
                  </a:lnTo>
                  <a:lnTo>
                    <a:pt x="825779" y="0"/>
                  </a:lnTo>
                  <a:lnTo>
                    <a:pt x="831107" y="0"/>
                  </a:lnTo>
                  <a:lnTo>
                    <a:pt x="836434" y="0"/>
                  </a:lnTo>
                  <a:lnTo>
                    <a:pt x="841762" y="0"/>
                  </a:lnTo>
                  <a:lnTo>
                    <a:pt x="847089" y="0"/>
                  </a:lnTo>
                  <a:lnTo>
                    <a:pt x="852417" y="0"/>
                  </a:lnTo>
                  <a:lnTo>
                    <a:pt x="857745" y="0"/>
                  </a:lnTo>
                  <a:lnTo>
                    <a:pt x="863072" y="0"/>
                  </a:lnTo>
                  <a:lnTo>
                    <a:pt x="868400" y="0"/>
                  </a:lnTo>
                  <a:lnTo>
                    <a:pt x="873728" y="0"/>
                  </a:lnTo>
                  <a:lnTo>
                    <a:pt x="879055" y="0"/>
                  </a:lnTo>
                  <a:lnTo>
                    <a:pt x="884383" y="0"/>
                  </a:lnTo>
                  <a:lnTo>
                    <a:pt x="889710" y="0"/>
                  </a:lnTo>
                  <a:lnTo>
                    <a:pt x="895038" y="0"/>
                  </a:lnTo>
                  <a:lnTo>
                    <a:pt x="900366" y="0"/>
                  </a:lnTo>
                  <a:lnTo>
                    <a:pt x="905693" y="0"/>
                  </a:lnTo>
                  <a:lnTo>
                    <a:pt x="911021" y="0"/>
                  </a:lnTo>
                  <a:lnTo>
                    <a:pt x="916348" y="0"/>
                  </a:lnTo>
                  <a:lnTo>
                    <a:pt x="921676" y="0"/>
                  </a:lnTo>
                  <a:lnTo>
                    <a:pt x="927004" y="0"/>
                  </a:lnTo>
                  <a:lnTo>
                    <a:pt x="932331" y="0"/>
                  </a:lnTo>
                  <a:lnTo>
                    <a:pt x="937659" y="0"/>
                  </a:lnTo>
                  <a:lnTo>
                    <a:pt x="942986" y="0"/>
                  </a:lnTo>
                  <a:lnTo>
                    <a:pt x="948314" y="0"/>
                  </a:lnTo>
                  <a:lnTo>
                    <a:pt x="953642" y="0"/>
                  </a:lnTo>
                  <a:lnTo>
                    <a:pt x="958969" y="0"/>
                  </a:lnTo>
                  <a:lnTo>
                    <a:pt x="964297" y="0"/>
                  </a:lnTo>
                  <a:lnTo>
                    <a:pt x="969625" y="0"/>
                  </a:lnTo>
                  <a:lnTo>
                    <a:pt x="974952" y="0"/>
                  </a:lnTo>
                  <a:lnTo>
                    <a:pt x="980280" y="0"/>
                  </a:lnTo>
                  <a:lnTo>
                    <a:pt x="985607" y="0"/>
                  </a:lnTo>
                  <a:lnTo>
                    <a:pt x="990935" y="0"/>
                  </a:lnTo>
                  <a:lnTo>
                    <a:pt x="996263" y="0"/>
                  </a:lnTo>
                  <a:lnTo>
                    <a:pt x="1001590" y="0"/>
                  </a:lnTo>
                  <a:lnTo>
                    <a:pt x="1006918" y="0"/>
                  </a:lnTo>
                  <a:lnTo>
                    <a:pt x="1012245" y="0"/>
                  </a:lnTo>
                  <a:lnTo>
                    <a:pt x="1017573" y="0"/>
                  </a:lnTo>
                  <a:lnTo>
                    <a:pt x="1022901" y="0"/>
                  </a:lnTo>
                  <a:lnTo>
                    <a:pt x="1028228" y="0"/>
                  </a:lnTo>
                  <a:lnTo>
                    <a:pt x="1033556" y="0"/>
                  </a:lnTo>
                  <a:lnTo>
                    <a:pt x="1038883" y="0"/>
                  </a:lnTo>
                  <a:lnTo>
                    <a:pt x="1044211" y="0"/>
                  </a:lnTo>
                  <a:lnTo>
                    <a:pt x="1049539" y="0"/>
                  </a:lnTo>
                  <a:lnTo>
                    <a:pt x="1054866" y="0"/>
                  </a:lnTo>
                  <a:lnTo>
                    <a:pt x="1060194" y="0"/>
                  </a:lnTo>
                  <a:lnTo>
                    <a:pt x="1065521" y="0"/>
                  </a:lnTo>
                  <a:lnTo>
                    <a:pt x="1070849" y="0"/>
                  </a:lnTo>
                  <a:lnTo>
                    <a:pt x="1076177" y="0"/>
                  </a:lnTo>
                  <a:lnTo>
                    <a:pt x="1081504" y="0"/>
                  </a:lnTo>
                  <a:lnTo>
                    <a:pt x="1086832" y="0"/>
                  </a:lnTo>
                  <a:lnTo>
                    <a:pt x="1092160" y="0"/>
                  </a:lnTo>
                  <a:lnTo>
                    <a:pt x="1097487" y="0"/>
                  </a:lnTo>
                  <a:lnTo>
                    <a:pt x="1102815" y="0"/>
                  </a:lnTo>
                  <a:lnTo>
                    <a:pt x="1108142" y="0"/>
                  </a:lnTo>
                  <a:lnTo>
                    <a:pt x="1113470" y="0"/>
                  </a:lnTo>
                  <a:lnTo>
                    <a:pt x="1118798" y="0"/>
                  </a:lnTo>
                  <a:lnTo>
                    <a:pt x="1124125" y="0"/>
                  </a:lnTo>
                  <a:lnTo>
                    <a:pt x="1129453" y="0"/>
                  </a:lnTo>
                  <a:lnTo>
                    <a:pt x="1134780" y="0"/>
                  </a:lnTo>
                  <a:lnTo>
                    <a:pt x="1140108" y="0"/>
                  </a:lnTo>
                  <a:lnTo>
                    <a:pt x="1145436" y="0"/>
                  </a:lnTo>
                  <a:lnTo>
                    <a:pt x="1150763" y="0"/>
                  </a:lnTo>
                  <a:lnTo>
                    <a:pt x="1156091" y="0"/>
                  </a:lnTo>
                  <a:lnTo>
                    <a:pt x="1161418" y="0"/>
                  </a:lnTo>
                  <a:lnTo>
                    <a:pt x="1166746" y="0"/>
                  </a:lnTo>
                  <a:lnTo>
                    <a:pt x="1172074" y="0"/>
                  </a:lnTo>
                  <a:lnTo>
                    <a:pt x="1177401" y="0"/>
                  </a:lnTo>
                  <a:lnTo>
                    <a:pt x="1182729" y="0"/>
                  </a:lnTo>
                  <a:lnTo>
                    <a:pt x="1188057" y="0"/>
                  </a:lnTo>
                  <a:lnTo>
                    <a:pt x="1193384" y="0"/>
                  </a:lnTo>
                  <a:lnTo>
                    <a:pt x="1198712" y="0"/>
                  </a:lnTo>
                  <a:lnTo>
                    <a:pt x="1204039" y="0"/>
                  </a:lnTo>
                  <a:lnTo>
                    <a:pt x="1209367" y="0"/>
                  </a:lnTo>
                  <a:lnTo>
                    <a:pt x="1214695" y="0"/>
                  </a:lnTo>
                  <a:lnTo>
                    <a:pt x="1220022" y="0"/>
                  </a:lnTo>
                  <a:lnTo>
                    <a:pt x="1225350" y="0"/>
                  </a:lnTo>
                  <a:lnTo>
                    <a:pt x="1230677" y="0"/>
                  </a:lnTo>
                  <a:lnTo>
                    <a:pt x="1236005" y="0"/>
                  </a:lnTo>
                  <a:lnTo>
                    <a:pt x="1241333" y="0"/>
                  </a:lnTo>
                  <a:lnTo>
                    <a:pt x="1246660" y="0"/>
                  </a:lnTo>
                  <a:lnTo>
                    <a:pt x="1251988" y="0"/>
                  </a:lnTo>
                  <a:lnTo>
                    <a:pt x="1257315" y="0"/>
                  </a:lnTo>
                  <a:lnTo>
                    <a:pt x="1262643" y="0"/>
                  </a:lnTo>
                  <a:lnTo>
                    <a:pt x="1267971" y="0"/>
                  </a:lnTo>
                  <a:lnTo>
                    <a:pt x="1273298" y="0"/>
                  </a:lnTo>
                  <a:lnTo>
                    <a:pt x="1278626" y="0"/>
                  </a:lnTo>
                  <a:lnTo>
                    <a:pt x="1283954" y="0"/>
                  </a:lnTo>
                  <a:lnTo>
                    <a:pt x="1289281" y="0"/>
                  </a:lnTo>
                  <a:lnTo>
                    <a:pt x="1294609" y="0"/>
                  </a:lnTo>
                  <a:lnTo>
                    <a:pt x="1299936" y="0"/>
                  </a:lnTo>
                  <a:lnTo>
                    <a:pt x="1305264" y="0"/>
                  </a:lnTo>
                  <a:lnTo>
                    <a:pt x="1310592" y="0"/>
                  </a:lnTo>
                  <a:lnTo>
                    <a:pt x="1315919" y="0"/>
                  </a:lnTo>
                  <a:lnTo>
                    <a:pt x="1321247" y="0"/>
                  </a:lnTo>
                  <a:lnTo>
                    <a:pt x="1326574" y="0"/>
                  </a:lnTo>
                  <a:lnTo>
                    <a:pt x="1331902" y="0"/>
                  </a:lnTo>
                  <a:lnTo>
                    <a:pt x="1337230" y="0"/>
                  </a:lnTo>
                  <a:lnTo>
                    <a:pt x="1342557" y="0"/>
                  </a:lnTo>
                  <a:lnTo>
                    <a:pt x="1347885" y="0"/>
                  </a:lnTo>
                  <a:lnTo>
                    <a:pt x="1353212" y="0"/>
                  </a:lnTo>
                  <a:lnTo>
                    <a:pt x="1358540" y="0"/>
                  </a:lnTo>
                  <a:lnTo>
                    <a:pt x="1363868" y="0"/>
                  </a:lnTo>
                  <a:lnTo>
                    <a:pt x="1369195" y="0"/>
                  </a:lnTo>
                  <a:lnTo>
                    <a:pt x="1374523" y="0"/>
                  </a:lnTo>
                  <a:lnTo>
                    <a:pt x="1379850" y="0"/>
                  </a:lnTo>
                  <a:lnTo>
                    <a:pt x="1385178" y="0"/>
                  </a:lnTo>
                  <a:lnTo>
                    <a:pt x="1390506" y="0"/>
                  </a:lnTo>
                  <a:lnTo>
                    <a:pt x="1395833" y="0"/>
                  </a:lnTo>
                  <a:lnTo>
                    <a:pt x="1401161" y="0"/>
                  </a:lnTo>
                  <a:lnTo>
                    <a:pt x="1406489" y="0"/>
                  </a:lnTo>
                  <a:lnTo>
                    <a:pt x="1411816" y="0"/>
                  </a:lnTo>
                  <a:lnTo>
                    <a:pt x="1417144" y="0"/>
                  </a:lnTo>
                  <a:lnTo>
                    <a:pt x="1422471" y="0"/>
                  </a:lnTo>
                  <a:lnTo>
                    <a:pt x="1427799" y="0"/>
                  </a:lnTo>
                  <a:lnTo>
                    <a:pt x="1433127" y="0"/>
                  </a:lnTo>
                  <a:lnTo>
                    <a:pt x="1438454" y="0"/>
                  </a:lnTo>
                  <a:lnTo>
                    <a:pt x="1443782" y="0"/>
                  </a:lnTo>
                  <a:lnTo>
                    <a:pt x="1449109" y="0"/>
                  </a:lnTo>
                  <a:lnTo>
                    <a:pt x="1454437" y="0"/>
                  </a:lnTo>
                  <a:lnTo>
                    <a:pt x="1459765" y="0"/>
                  </a:lnTo>
                  <a:lnTo>
                    <a:pt x="1465092" y="0"/>
                  </a:lnTo>
                  <a:lnTo>
                    <a:pt x="1470420" y="0"/>
                  </a:lnTo>
                  <a:lnTo>
                    <a:pt x="1475747" y="0"/>
                  </a:lnTo>
                  <a:lnTo>
                    <a:pt x="1481075" y="0"/>
                  </a:lnTo>
                  <a:lnTo>
                    <a:pt x="1486403" y="0"/>
                  </a:lnTo>
                  <a:lnTo>
                    <a:pt x="1491730" y="0"/>
                  </a:lnTo>
                  <a:lnTo>
                    <a:pt x="1497058" y="0"/>
                  </a:lnTo>
                  <a:lnTo>
                    <a:pt x="1502386" y="0"/>
                  </a:lnTo>
                  <a:lnTo>
                    <a:pt x="1507713" y="0"/>
                  </a:lnTo>
                  <a:lnTo>
                    <a:pt x="1513041" y="0"/>
                  </a:lnTo>
                  <a:lnTo>
                    <a:pt x="1518368" y="0"/>
                  </a:lnTo>
                  <a:lnTo>
                    <a:pt x="1523696" y="0"/>
                  </a:lnTo>
                  <a:lnTo>
                    <a:pt x="1529024" y="0"/>
                  </a:lnTo>
                  <a:lnTo>
                    <a:pt x="1534351" y="0"/>
                  </a:lnTo>
                  <a:lnTo>
                    <a:pt x="1539679" y="0"/>
                  </a:lnTo>
                  <a:lnTo>
                    <a:pt x="1545006" y="0"/>
                  </a:lnTo>
                  <a:lnTo>
                    <a:pt x="1550334" y="0"/>
                  </a:lnTo>
                  <a:lnTo>
                    <a:pt x="1555662" y="0"/>
                  </a:lnTo>
                  <a:lnTo>
                    <a:pt x="1560989" y="0"/>
                  </a:lnTo>
                  <a:lnTo>
                    <a:pt x="1566317" y="0"/>
                  </a:lnTo>
                  <a:lnTo>
                    <a:pt x="1571644" y="0"/>
                  </a:lnTo>
                  <a:lnTo>
                    <a:pt x="1576972" y="0"/>
                  </a:lnTo>
                  <a:lnTo>
                    <a:pt x="1582300" y="0"/>
                  </a:lnTo>
                  <a:lnTo>
                    <a:pt x="1587627" y="0"/>
                  </a:lnTo>
                  <a:lnTo>
                    <a:pt x="1592955" y="0"/>
                  </a:lnTo>
                  <a:lnTo>
                    <a:pt x="1598282" y="0"/>
                  </a:lnTo>
                  <a:lnTo>
                    <a:pt x="1603610" y="0"/>
                  </a:lnTo>
                  <a:lnTo>
                    <a:pt x="1608938" y="0"/>
                  </a:lnTo>
                  <a:lnTo>
                    <a:pt x="1614265" y="0"/>
                  </a:lnTo>
                  <a:lnTo>
                    <a:pt x="1619593" y="0"/>
                  </a:lnTo>
                  <a:lnTo>
                    <a:pt x="1624921" y="0"/>
                  </a:lnTo>
                  <a:lnTo>
                    <a:pt x="1630248" y="0"/>
                  </a:lnTo>
                  <a:lnTo>
                    <a:pt x="1635576" y="0"/>
                  </a:lnTo>
                  <a:lnTo>
                    <a:pt x="1640903" y="0"/>
                  </a:lnTo>
                  <a:lnTo>
                    <a:pt x="1646231" y="0"/>
                  </a:lnTo>
                  <a:lnTo>
                    <a:pt x="1651559" y="0"/>
                  </a:lnTo>
                  <a:lnTo>
                    <a:pt x="1656886" y="0"/>
                  </a:lnTo>
                  <a:lnTo>
                    <a:pt x="1662214" y="0"/>
                  </a:lnTo>
                  <a:lnTo>
                    <a:pt x="1667541" y="0"/>
                  </a:lnTo>
                  <a:lnTo>
                    <a:pt x="1672869" y="0"/>
                  </a:lnTo>
                  <a:lnTo>
                    <a:pt x="1678197" y="0"/>
                  </a:lnTo>
                  <a:lnTo>
                    <a:pt x="1683524" y="0"/>
                  </a:lnTo>
                  <a:lnTo>
                    <a:pt x="1688852" y="0"/>
                  </a:lnTo>
                  <a:lnTo>
                    <a:pt x="1694179" y="0"/>
                  </a:lnTo>
                  <a:lnTo>
                    <a:pt x="1699507" y="0"/>
                  </a:lnTo>
                  <a:lnTo>
                    <a:pt x="1704835" y="0"/>
                  </a:lnTo>
                  <a:lnTo>
                    <a:pt x="1710162" y="0"/>
                  </a:lnTo>
                  <a:lnTo>
                    <a:pt x="1715490" y="0"/>
                  </a:lnTo>
                  <a:lnTo>
                    <a:pt x="1720818" y="0"/>
                  </a:lnTo>
                  <a:lnTo>
                    <a:pt x="1726145" y="0"/>
                  </a:lnTo>
                  <a:lnTo>
                    <a:pt x="1731473" y="0"/>
                  </a:lnTo>
                  <a:lnTo>
                    <a:pt x="1736800" y="0"/>
                  </a:lnTo>
                  <a:lnTo>
                    <a:pt x="1742128" y="0"/>
                  </a:lnTo>
                  <a:lnTo>
                    <a:pt x="1747456" y="0"/>
                  </a:lnTo>
                  <a:lnTo>
                    <a:pt x="1752783" y="0"/>
                  </a:lnTo>
                  <a:lnTo>
                    <a:pt x="1758111" y="0"/>
                  </a:lnTo>
                  <a:lnTo>
                    <a:pt x="1763438" y="0"/>
                  </a:lnTo>
                  <a:lnTo>
                    <a:pt x="1768766" y="0"/>
                  </a:lnTo>
                  <a:lnTo>
                    <a:pt x="1774094" y="0"/>
                  </a:lnTo>
                  <a:lnTo>
                    <a:pt x="1779421" y="0"/>
                  </a:lnTo>
                  <a:lnTo>
                    <a:pt x="1784749" y="0"/>
                  </a:lnTo>
                  <a:lnTo>
                    <a:pt x="1790076" y="0"/>
                  </a:lnTo>
                  <a:lnTo>
                    <a:pt x="1795404" y="0"/>
                  </a:lnTo>
                  <a:lnTo>
                    <a:pt x="1800732" y="0"/>
                  </a:lnTo>
                  <a:lnTo>
                    <a:pt x="1806059" y="0"/>
                  </a:lnTo>
                  <a:lnTo>
                    <a:pt x="1811387" y="0"/>
                  </a:lnTo>
                  <a:lnTo>
                    <a:pt x="1816715" y="0"/>
                  </a:lnTo>
                  <a:lnTo>
                    <a:pt x="1822042" y="0"/>
                  </a:lnTo>
                  <a:lnTo>
                    <a:pt x="1827370" y="0"/>
                  </a:lnTo>
                  <a:lnTo>
                    <a:pt x="1832697" y="0"/>
                  </a:lnTo>
                  <a:lnTo>
                    <a:pt x="1838025" y="0"/>
                  </a:lnTo>
                  <a:lnTo>
                    <a:pt x="1843353" y="0"/>
                  </a:lnTo>
                  <a:lnTo>
                    <a:pt x="1848680" y="0"/>
                  </a:lnTo>
                  <a:lnTo>
                    <a:pt x="1854008" y="0"/>
                  </a:lnTo>
                  <a:lnTo>
                    <a:pt x="1859335" y="0"/>
                  </a:lnTo>
                  <a:lnTo>
                    <a:pt x="1864663" y="0"/>
                  </a:lnTo>
                  <a:lnTo>
                    <a:pt x="1869991" y="0"/>
                  </a:lnTo>
                  <a:lnTo>
                    <a:pt x="1875318" y="0"/>
                  </a:lnTo>
                  <a:lnTo>
                    <a:pt x="1880646" y="0"/>
                  </a:lnTo>
                  <a:lnTo>
                    <a:pt x="1885973" y="0"/>
                  </a:lnTo>
                  <a:lnTo>
                    <a:pt x="1891301" y="0"/>
                  </a:lnTo>
                  <a:lnTo>
                    <a:pt x="1896629" y="0"/>
                  </a:lnTo>
                  <a:lnTo>
                    <a:pt x="1901956" y="0"/>
                  </a:lnTo>
                  <a:lnTo>
                    <a:pt x="1907284" y="0"/>
                  </a:lnTo>
                  <a:lnTo>
                    <a:pt x="1912611" y="0"/>
                  </a:lnTo>
                  <a:lnTo>
                    <a:pt x="1917939" y="0"/>
                  </a:lnTo>
                  <a:lnTo>
                    <a:pt x="1923267" y="0"/>
                  </a:lnTo>
                  <a:lnTo>
                    <a:pt x="1928594" y="0"/>
                  </a:lnTo>
                  <a:lnTo>
                    <a:pt x="1933922" y="0"/>
                  </a:lnTo>
                  <a:lnTo>
                    <a:pt x="1939250" y="0"/>
                  </a:lnTo>
                  <a:lnTo>
                    <a:pt x="1944577" y="0"/>
                  </a:lnTo>
                  <a:lnTo>
                    <a:pt x="1949905" y="0"/>
                  </a:lnTo>
                  <a:lnTo>
                    <a:pt x="1955232" y="0"/>
                  </a:lnTo>
                  <a:lnTo>
                    <a:pt x="1960560" y="0"/>
                  </a:lnTo>
                  <a:lnTo>
                    <a:pt x="1965888" y="0"/>
                  </a:lnTo>
                  <a:lnTo>
                    <a:pt x="1971215" y="0"/>
                  </a:lnTo>
                  <a:lnTo>
                    <a:pt x="1976543" y="0"/>
                  </a:lnTo>
                  <a:lnTo>
                    <a:pt x="1981870" y="0"/>
                  </a:lnTo>
                  <a:lnTo>
                    <a:pt x="1987198" y="0"/>
                  </a:lnTo>
                  <a:lnTo>
                    <a:pt x="1992526" y="0"/>
                  </a:lnTo>
                  <a:lnTo>
                    <a:pt x="1997853" y="0"/>
                  </a:lnTo>
                  <a:lnTo>
                    <a:pt x="2003181" y="0"/>
                  </a:lnTo>
                  <a:lnTo>
                    <a:pt x="2008508" y="0"/>
                  </a:lnTo>
                  <a:lnTo>
                    <a:pt x="2013836" y="0"/>
                  </a:lnTo>
                  <a:lnTo>
                    <a:pt x="2019164" y="0"/>
                  </a:lnTo>
                  <a:lnTo>
                    <a:pt x="2024491" y="0"/>
                  </a:lnTo>
                  <a:lnTo>
                    <a:pt x="2029819" y="0"/>
                  </a:lnTo>
                  <a:lnTo>
                    <a:pt x="2035147" y="0"/>
                  </a:lnTo>
                  <a:lnTo>
                    <a:pt x="2040474" y="0"/>
                  </a:lnTo>
                  <a:lnTo>
                    <a:pt x="2045802" y="0"/>
                  </a:lnTo>
                  <a:lnTo>
                    <a:pt x="2051129" y="0"/>
                  </a:lnTo>
                  <a:lnTo>
                    <a:pt x="2056457" y="0"/>
                  </a:lnTo>
                  <a:lnTo>
                    <a:pt x="2061785" y="0"/>
                  </a:lnTo>
                  <a:lnTo>
                    <a:pt x="2067112" y="0"/>
                  </a:lnTo>
                  <a:lnTo>
                    <a:pt x="2072440" y="0"/>
                  </a:lnTo>
                  <a:lnTo>
                    <a:pt x="2077767" y="0"/>
                  </a:lnTo>
                  <a:lnTo>
                    <a:pt x="2083095" y="0"/>
                  </a:lnTo>
                  <a:lnTo>
                    <a:pt x="2088423" y="0"/>
                  </a:lnTo>
                  <a:lnTo>
                    <a:pt x="2093750" y="0"/>
                  </a:lnTo>
                  <a:lnTo>
                    <a:pt x="2099078" y="0"/>
                  </a:lnTo>
                  <a:lnTo>
                    <a:pt x="2104405" y="0"/>
                  </a:lnTo>
                  <a:lnTo>
                    <a:pt x="2109733" y="0"/>
                  </a:lnTo>
                  <a:lnTo>
                    <a:pt x="2115061" y="0"/>
                  </a:lnTo>
                  <a:lnTo>
                    <a:pt x="2120388" y="0"/>
                  </a:lnTo>
                  <a:lnTo>
                    <a:pt x="2125716" y="0"/>
                  </a:lnTo>
                  <a:lnTo>
                    <a:pt x="2131043" y="0"/>
                  </a:lnTo>
                  <a:lnTo>
                    <a:pt x="2136371" y="0"/>
                  </a:lnTo>
                  <a:lnTo>
                    <a:pt x="2141699" y="0"/>
                  </a:lnTo>
                  <a:lnTo>
                    <a:pt x="2147026" y="0"/>
                  </a:lnTo>
                  <a:lnTo>
                    <a:pt x="2152354" y="0"/>
                  </a:lnTo>
                  <a:lnTo>
                    <a:pt x="2157682" y="0"/>
                  </a:lnTo>
                  <a:lnTo>
                    <a:pt x="2163009" y="0"/>
                  </a:lnTo>
                  <a:lnTo>
                    <a:pt x="2168337" y="0"/>
                  </a:lnTo>
                  <a:lnTo>
                    <a:pt x="2173664" y="0"/>
                  </a:lnTo>
                  <a:lnTo>
                    <a:pt x="2178992" y="0"/>
                  </a:lnTo>
                  <a:lnTo>
                    <a:pt x="2184320" y="0"/>
                  </a:lnTo>
                  <a:lnTo>
                    <a:pt x="2189647" y="0"/>
                  </a:lnTo>
                  <a:lnTo>
                    <a:pt x="2194975" y="0"/>
                  </a:lnTo>
                  <a:lnTo>
                    <a:pt x="2200302" y="0"/>
                  </a:lnTo>
                  <a:lnTo>
                    <a:pt x="2205630" y="0"/>
                  </a:lnTo>
                  <a:lnTo>
                    <a:pt x="2210958" y="0"/>
                  </a:lnTo>
                  <a:lnTo>
                    <a:pt x="2216285" y="0"/>
                  </a:lnTo>
                  <a:lnTo>
                    <a:pt x="2221613" y="0"/>
                  </a:lnTo>
                  <a:lnTo>
                    <a:pt x="2226940" y="0"/>
                  </a:lnTo>
                  <a:lnTo>
                    <a:pt x="2232268" y="0"/>
                  </a:lnTo>
                  <a:lnTo>
                    <a:pt x="2237596" y="0"/>
                  </a:lnTo>
                  <a:lnTo>
                    <a:pt x="2242923" y="0"/>
                  </a:lnTo>
                  <a:lnTo>
                    <a:pt x="2248251" y="0"/>
                  </a:lnTo>
                  <a:lnTo>
                    <a:pt x="2253579" y="0"/>
                  </a:lnTo>
                  <a:lnTo>
                    <a:pt x="2258906" y="0"/>
                  </a:lnTo>
                  <a:lnTo>
                    <a:pt x="2264234" y="0"/>
                  </a:lnTo>
                  <a:lnTo>
                    <a:pt x="2269561" y="0"/>
                  </a:lnTo>
                  <a:lnTo>
                    <a:pt x="2274889" y="0"/>
                  </a:lnTo>
                  <a:lnTo>
                    <a:pt x="2280217" y="0"/>
                  </a:lnTo>
                  <a:lnTo>
                    <a:pt x="2285544" y="0"/>
                  </a:lnTo>
                  <a:lnTo>
                    <a:pt x="2290872" y="0"/>
                  </a:lnTo>
                  <a:lnTo>
                    <a:pt x="2296199" y="0"/>
                  </a:lnTo>
                  <a:lnTo>
                    <a:pt x="2301527" y="0"/>
                  </a:lnTo>
                  <a:lnTo>
                    <a:pt x="2306855" y="0"/>
                  </a:lnTo>
                  <a:lnTo>
                    <a:pt x="2312182" y="0"/>
                  </a:lnTo>
                  <a:lnTo>
                    <a:pt x="2317510" y="0"/>
                  </a:lnTo>
                  <a:lnTo>
                    <a:pt x="2322837" y="0"/>
                  </a:lnTo>
                  <a:lnTo>
                    <a:pt x="2328165" y="0"/>
                  </a:lnTo>
                  <a:lnTo>
                    <a:pt x="2333493" y="0"/>
                  </a:lnTo>
                  <a:lnTo>
                    <a:pt x="2338820" y="0"/>
                  </a:lnTo>
                  <a:lnTo>
                    <a:pt x="2344148" y="0"/>
                  </a:lnTo>
                  <a:lnTo>
                    <a:pt x="2349476" y="0"/>
                  </a:lnTo>
                  <a:lnTo>
                    <a:pt x="2354803" y="0"/>
                  </a:lnTo>
                  <a:lnTo>
                    <a:pt x="2360131" y="0"/>
                  </a:lnTo>
                  <a:lnTo>
                    <a:pt x="2365458" y="0"/>
                  </a:lnTo>
                  <a:lnTo>
                    <a:pt x="2370786" y="0"/>
                  </a:lnTo>
                  <a:lnTo>
                    <a:pt x="2376114" y="0"/>
                  </a:lnTo>
                  <a:lnTo>
                    <a:pt x="2381441" y="0"/>
                  </a:lnTo>
                  <a:lnTo>
                    <a:pt x="2386769" y="0"/>
                  </a:lnTo>
                  <a:lnTo>
                    <a:pt x="2392096" y="0"/>
                  </a:lnTo>
                  <a:lnTo>
                    <a:pt x="2397424" y="0"/>
                  </a:lnTo>
                  <a:lnTo>
                    <a:pt x="2402752" y="0"/>
                  </a:lnTo>
                  <a:lnTo>
                    <a:pt x="2408079" y="0"/>
                  </a:lnTo>
                  <a:lnTo>
                    <a:pt x="2413407" y="0"/>
                  </a:lnTo>
                  <a:lnTo>
                    <a:pt x="2418734" y="0"/>
                  </a:lnTo>
                  <a:lnTo>
                    <a:pt x="2424062" y="0"/>
                  </a:lnTo>
                  <a:lnTo>
                    <a:pt x="2429390" y="0"/>
                  </a:lnTo>
                  <a:lnTo>
                    <a:pt x="2434717" y="0"/>
                  </a:lnTo>
                  <a:lnTo>
                    <a:pt x="2440045" y="0"/>
                  </a:lnTo>
                  <a:lnTo>
                    <a:pt x="2445372" y="0"/>
                  </a:lnTo>
                  <a:lnTo>
                    <a:pt x="2450700" y="0"/>
                  </a:lnTo>
                  <a:lnTo>
                    <a:pt x="2456028" y="0"/>
                  </a:lnTo>
                  <a:lnTo>
                    <a:pt x="2461355" y="0"/>
                  </a:lnTo>
                  <a:lnTo>
                    <a:pt x="2466683" y="0"/>
                  </a:lnTo>
                  <a:lnTo>
                    <a:pt x="2472011" y="0"/>
                  </a:lnTo>
                  <a:lnTo>
                    <a:pt x="2477338" y="0"/>
                  </a:lnTo>
                  <a:lnTo>
                    <a:pt x="2482666" y="0"/>
                  </a:lnTo>
                  <a:lnTo>
                    <a:pt x="2487993" y="0"/>
                  </a:lnTo>
                  <a:lnTo>
                    <a:pt x="2493321" y="0"/>
                  </a:lnTo>
                  <a:lnTo>
                    <a:pt x="2498649" y="0"/>
                  </a:lnTo>
                  <a:lnTo>
                    <a:pt x="2503976" y="0"/>
                  </a:lnTo>
                  <a:lnTo>
                    <a:pt x="2509304" y="0"/>
                  </a:lnTo>
                  <a:lnTo>
                    <a:pt x="2514631" y="0"/>
                  </a:lnTo>
                  <a:lnTo>
                    <a:pt x="2519959" y="0"/>
                  </a:lnTo>
                  <a:lnTo>
                    <a:pt x="2525287" y="0"/>
                  </a:lnTo>
                  <a:lnTo>
                    <a:pt x="2530614" y="0"/>
                  </a:lnTo>
                  <a:lnTo>
                    <a:pt x="2535942" y="0"/>
                  </a:lnTo>
                  <a:lnTo>
                    <a:pt x="2541269" y="0"/>
                  </a:lnTo>
                  <a:lnTo>
                    <a:pt x="2546597" y="0"/>
                  </a:lnTo>
                  <a:lnTo>
                    <a:pt x="2551925" y="0"/>
                  </a:lnTo>
                  <a:lnTo>
                    <a:pt x="2557252" y="0"/>
                  </a:lnTo>
                  <a:lnTo>
                    <a:pt x="2562580" y="0"/>
                  </a:lnTo>
                  <a:lnTo>
                    <a:pt x="2567908" y="0"/>
                  </a:lnTo>
                  <a:lnTo>
                    <a:pt x="2573235" y="0"/>
                  </a:lnTo>
                  <a:lnTo>
                    <a:pt x="2578563" y="0"/>
                  </a:lnTo>
                  <a:lnTo>
                    <a:pt x="2583890" y="0"/>
                  </a:lnTo>
                  <a:lnTo>
                    <a:pt x="2589218" y="0"/>
                  </a:lnTo>
                  <a:lnTo>
                    <a:pt x="2594546" y="0"/>
                  </a:lnTo>
                  <a:lnTo>
                    <a:pt x="2599873" y="0"/>
                  </a:lnTo>
                  <a:lnTo>
                    <a:pt x="2605201" y="0"/>
                  </a:lnTo>
                  <a:lnTo>
                    <a:pt x="2610528" y="0"/>
                  </a:lnTo>
                  <a:lnTo>
                    <a:pt x="2615856" y="0"/>
                  </a:lnTo>
                  <a:lnTo>
                    <a:pt x="2621184" y="0"/>
                  </a:lnTo>
                  <a:lnTo>
                    <a:pt x="2626511" y="0"/>
                  </a:lnTo>
                  <a:lnTo>
                    <a:pt x="2631839" y="0"/>
                  </a:lnTo>
                  <a:lnTo>
                    <a:pt x="2637166" y="0"/>
                  </a:lnTo>
                  <a:lnTo>
                    <a:pt x="2642494" y="0"/>
                  </a:lnTo>
                  <a:lnTo>
                    <a:pt x="2647822" y="0"/>
                  </a:lnTo>
                  <a:lnTo>
                    <a:pt x="2653149" y="0"/>
                  </a:lnTo>
                  <a:lnTo>
                    <a:pt x="2658477" y="0"/>
                  </a:lnTo>
                  <a:lnTo>
                    <a:pt x="2663804" y="0"/>
                  </a:lnTo>
                  <a:lnTo>
                    <a:pt x="2663804" y="102173"/>
                  </a:lnTo>
                  <a:lnTo>
                    <a:pt x="2658477" y="102173"/>
                  </a:lnTo>
                  <a:lnTo>
                    <a:pt x="2653149" y="102173"/>
                  </a:lnTo>
                  <a:lnTo>
                    <a:pt x="2647822" y="102173"/>
                  </a:lnTo>
                  <a:lnTo>
                    <a:pt x="2642494" y="102173"/>
                  </a:lnTo>
                  <a:lnTo>
                    <a:pt x="2637166" y="102173"/>
                  </a:lnTo>
                  <a:lnTo>
                    <a:pt x="2631839" y="102173"/>
                  </a:lnTo>
                  <a:lnTo>
                    <a:pt x="2626511" y="102173"/>
                  </a:lnTo>
                  <a:lnTo>
                    <a:pt x="2621184" y="102173"/>
                  </a:lnTo>
                  <a:lnTo>
                    <a:pt x="2615856" y="102173"/>
                  </a:lnTo>
                  <a:lnTo>
                    <a:pt x="2610528" y="102173"/>
                  </a:lnTo>
                  <a:lnTo>
                    <a:pt x="2605201" y="102173"/>
                  </a:lnTo>
                  <a:lnTo>
                    <a:pt x="2599873" y="102173"/>
                  </a:lnTo>
                  <a:lnTo>
                    <a:pt x="2594546" y="102173"/>
                  </a:lnTo>
                  <a:lnTo>
                    <a:pt x="2589218" y="102173"/>
                  </a:lnTo>
                  <a:lnTo>
                    <a:pt x="2583890" y="102173"/>
                  </a:lnTo>
                  <a:lnTo>
                    <a:pt x="2578563" y="102173"/>
                  </a:lnTo>
                  <a:lnTo>
                    <a:pt x="2573235" y="102173"/>
                  </a:lnTo>
                  <a:lnTo>
                    <a:pt x="2567908" y="102173"/>
                  </a:lnTo>
                  <a:lnTo>
                    <a:pt x="2562580" y="102173"/>
                  </a:lnTo>
                  <a:lnTo>
                    <a:pt x="2557252" y="102173"/>
                  </a:lnTo>
                  <a:lnTo>
                    <a:pt x="2551925" y="102173"/>
                  </a:lnTo>
                  <a:lnTo>
                    <a:pt x="2546597" y="102173"/>
                  </a:lnTo>
                  <a:lnTo>
                    <a:pt x="2541269" y="102173"/>
                  </a:lnTo>
                  <a:lnTo>
                    <a:pt x="2535942" y="102173"/>
                  </a:lnTo>
                  <a:lnTo>
                    <a:pt x="2530614" y="102173"/>
                  </a:lnTo>
                  <a:lnTo>
                    <a:pt x="2525287" y="102173"/>
                  </a:lnTo>
                  <a:lnTo>
                    <a:pt x="2519959" y="102173"/>
                  </a:lnTo>
                  <a:lnTo>
                    <a:pt x="2514631" y="102173"/>
                  </a:lnTo>
                  <a:lnTo>
                    <a:pt x="2509304" y="102173"/>
                  </a:lnTo>
                  <a:lnTo>
                    <a:pt x="2503976" y="102173"/>
                  </a:lnTo>
                  <a:lnTo>
                    <a:pt x="2498649" y="102173"/>
                  </a:lnTo>
                  <a:lnTo>
                    <a:pt x="2493321" y="102173"/>
                  </a:lnTo>
                  <a:lnTo>
                    <a:pt x="2487993" y="102173"/>
                  </a:lnTo>
                  <a:lnTo>
                    <a:pt x="2482666" y="102173"/>
                  </a:lnTo>
                  <a:lnTo>
                    <a:pt x="2477338" y="102173"/>
                  </a:lnTo>
                  <a:lnTo>
                    <a:pt x="2472011" y="102173"/>
                  </a:lnTo>
                  <a:lnTo>
                    <a:pt x="2466683" y="102173"/>
                  </a:lnTo>
                  <a:lnTo>
                    <a:pt x="2461355" y="102173"/>
                  </a:lnTo>
                  <a:lnTo>
                    <a:pt x="2456028" y="102173"/>
                  </a:lnTo>
                  <a:lnTo>
                    <a:pt x="2450700" y="102173"/>
                  </a:lnTo>
                  <a:lnTo>
                    <a:pt x="2445372" y="102173"/>
                  </a:lnTo>
                  <a:lnTo>
                    <a:pt x="2440045" y="102173"/>
                  </a:lnTo>
                  <a:lnTo>
                    <a:pt x="2434717" y="102173"/>
                  </a:lnTo>
                  <a:lnTo>
                    <a:pt x="2429390" y="102173"/>
                  </a:lnTo>
                  <a:lnTo>
                    <a:pt x="2424062" y="102173"/>
                  </a:lnTo>
                  <a:lnTo>
                    <a:pt x="2418734" y="102173"/>
                  </a:lnTo>
                  <a:lnTo>
                    <a:pt x="2413407" y="102173"/>
                  </a:lnTo>
                  <a:lnTo>
                    <a:pt x="2408079" y="102173"/>
                  </a:lnTo>
                  <a:lnTo>
                    <a:pt x="2402752" y="102173"/>
                  </a:lnTo>
                  <a:lnTo>
                    <a:pt x="2397424" y="102173"/>
                  </a:lnTo>
                  <a:lnTo>
                    <a:pt x="2392096" y="102173"/>
                  </a:lnTo>
                  <a:lnTo>
                    <a:pt x="2386769" y="102173"/>
                  </a:lnTo>
                  <a:lnTo>
                    <a:pt x="2381441" y="102173"/>
                  </a:lnTo>
                  <a:lnTo>
                    <a:pt x="2376114" y="102173"/>
                  </a:lnTo>
                  <a:lnTo>
                    <a:pt x="2370786" y="102173"/>
                  </a:lnTo>
                  <a:lnTo>
                    <a:pt x="2365458" y="102173"/>
                  </a:lnTo>
                  <a:lnTo>
                    <a:pt x="2360131" y="102173"/>
                  </a:lnTo>
                  <a:lnTo>
                    <a:pt x="2354803" y="102173"/>
                  </a:lnTo>
                  <a:lnTo>
                    <a:pt x="2349476" y="102173"/>
                  </a:lnTo>
                  <a:lnTo>
                    <a:pt x="2344148" y="102173"/>
                  </a:lnTo>
                  <a:lnTo>
                    <a:pt x="2338820" y="102173"/>
                  </a:lnTo>
                  <a:lnTo>
                    <a:pt x="2333493" y="102173"/>
                  </a:lnTo>
                  <a:lnTo>
                    <a:pt x="2328165" y="102173"/>
                  </a:lnTo>
                  <a:lnTo>
                    <a:pt x="2322837" y="102173"/>
                  </a:lnTo>
                  <a:lnTo>
                    <a:pt x="2317510" y="102173"/>
                  </a:lnTo>
                  <a:lnTo>
                    <a:pt x="2312182" y="102173"/>
                  </a:lnTo>
                  <a:lnTo>
                    <a:pt x="2306855" y="102173"/>
                  </a:lnTo>
                  <a:lnTo>
                    <a:pt x="2301527" y="102173"/>
                  </a:lnTo>
                  <a:lnTo>
                    <a:pt x="2296199" y="102173"/>
                  </a:lnTo>
                  <a:lnTo>
                    <a:pt x="2290872" y="102173"/>
                  </a:lnTo>
                  <a:lnTo>
                    <a:pt x="2285544" y="102173"/>
                  </a:lnTo>
                  <a:lnTo>
                    <a:pt x="2280217" y="102173"/>
                  </a:lnTo>
                  <a:lnTo>
                    <a:pt x="2274889" y="102173"/>
                  </a:lnTo>
                  <a:lnTo>
                    <a:pt x="2269561" y="102173"/>
                  </a:lnTo>
                  <a:lnTo>
                    <a:pt x="2264234" y="102173"/>
                  </a:lnTo>
                  <a:lnTo>
                    <a:pt x="2258906" y="102173"/>
                  </a:lnTo>
                  <a:lnTo>
                    <a:pt x="2253579" y="102173"/>
                  </a:lnTo>
                  <a:lnTo>
                    <a:pt x="2248251" y="102173"/>
                  </a:lnTo>
                  <a:lnTo>
                    <a:pt x="2242923" y="102173"/>
                  </a:lnTo>
                  <a:lnTo>
                    <a:pt x="2237596" y="102173"/>
                  </a:lnTo>
                  <a:lnTo>
                    <a:pt x="2232268" y="102173"/>
                  </a:lnTo>
                  <a:lnTo>
                    <a:pt x="2226940" y="102173"/>
                  </a:lnTo>
                  <a:lnTo>
                    <a:pt x="2221613" y="102173"/>
                  </a:lnTo>
                  <a:lnTo>
                    <a:pt x="2216285" y="102173"/>
                  </a:lnTo>
                  <a:lnTo>
                    <a:pt x="2210958" y="102173"/>
                  </a:lnTo>
                  <a:lnTo>
                    <a:pt x="2205630" y="102173"/>
                  </a:lnTo>
                  <a:lnTo>
                    <a:pt x="2200302" y="102173"/>
                  </a:lnTo>
                  <a:lnTo>
                    <a:pt x="2194975" y="102173"/>
                  </a:lnTo>
                  <a:lnTo>
                    <a:pt x="2189647" y="102173"/>
                  </a:lnTo>
                  <a:lnTo>
                    <a:pt x="2184320" y="102173"/>
                  </a:lnTo>
                  <a:lnTo>
                    <a:pt x="2178992" y="102173"/>
                  </a:lnTo>
                  <a:lnTo>
                    <a:pt x="2173664" y="102173"/>
                  </a:lnTo>
                  <a:lnTo>
                    <a:pt x="2168337" y="102173"/>
                  </a:lnTo>
                  <a:lnTo>
                    <a:pt x="2163009" y="102173"/>
                  </a:lnTo>
                  <a:lnTo>
                    <a:pt x="2157682" y="102173"/>
                  </a:lnTo>
                  <a:lnTo>
                    <a:pt x="2152354" y="102173"/>
                  </a:lnTo>
                  <a:lnTo>
                    <a:pt x="2147026" y="102173"/>
                  </a:lnTo>
                  <a:lnTo>
                    <a:pt x="2141699" y="102173"/>
                  </a:lnTo>
                  <a:lnTo>
                    <a:pt x="2136371" y="102173"/>
                  </a:lnTo>
                  <a:lnTo>
                    <a:pt x="2131043" y="102173"/>
                  </a:lnTo>
                  <a:lnTo>
                    <a:pt x="2125716" y="102173"/>
                  </a:lnTo>
                  <a:lnTo>
                    <a:pt x="2120388" y="102173"/>
                  </a:lnTo>
                  <a:lnTo>
                    <a:pt x="2115061" y="102173"/>
                  </a:lnTo>
                  <a:lnTo>
                    <a:pt x="2109733" y="102173"/>
                  </a:lnTo>
                  <a:lnTo>
                    <a:pt x="2104405" y="102173"/>
                  </a:lnTo>
                  <a:lnTo>
                    <a:pt x="2099078" y="102173"/>
                  </a:lnTo>
                  <a:lnTo>
                    <a:pt x="2093750" y="102173"/>
                  </a:lnTo>
                  <a:lnTo>
                    <a:pt x="2088423" y="102173"/>
                  </a:lnTo>
                  <a:lnTo>
                    <a:pt x="2083095" y="102173"/>
                  </a:lnTo>
                  <a:lnTo>
                    <a:pt x="2077767" y="102173"/>
                  </a:lnTo>
                  <a:lnTo>
                    <a:pt x="2072440" y="102173"/>
                  </a:lnTo>
                  <a:lnTo>
                    <a:pt x="2067112" y="102173"/>
                  </a:lnTo>
                  <a:lnTo>
                    <a:pt x="2061785" y="102173"/>
                  </a:lnTo>
                  <a:lnTo>
                    <a:pt x="2056457" y="102173"/>
                  </a:lnTo>
                  <a:lnTo>
                    <a:pt x="2051129" y="102173"/>
                  </a:lnTo>
                  <a:lnTo>
                    <a:pt x="2045802" y="102173"/>
                  </a:lnTo>
                  <a:lnTo>
                    <a:pt x="2040474" y="102173"/>
                  </a:lnTo>
                  <a:lnTo>
                    <a:pt x="2035147" y="102173"/>
                  </a:lnTo>
                  <a:lnTo>
                    <a:pt x="2029819" y="102173"/>
                  </a:lnTo>
                  <a:lnTo>
                    <a:pt x="2024491" y="102173"/>
                  </a:lnTo>
                  <a:lnTo>
                    <a:pt x="2019164" y="102173"/>
                  </a:lnTo>
                  <a:lnTo>
                    <a:pt x="2013836" y="102173"/>
                  </a:lnTo>
                  <a:lnTo>
                    <a:pt x="2008508" y="102173"/>
                  </a:lnTo>
                  <a:lnTo>
                    <a:pt x="2003181" y="102173"/>
                  </a:lnTo>
                  <a:lnTo>
                    <a:pt x="1997853" y="102173"/>
                  </a:lnTo>
                  <a:lnTo>
                    <a:pt x="1992526" y="102173"/>
                  </a:lnTo>
                  <a:lnTo>
                    <a:pt x="1987198" y="102173"/>
                  </a:lnTo>
                  <a:lnTo>
                    <a:pt x="1981870" y="102173"/>
                  </a:lnTo>
                  <a:lnTo>
                    <a:pt x="1976543" y="102173"/>
                  </a:lnTo>
                  <a:lnTo>
                    <a:pt x="1971215" y="102173"/>
                  </a:lnTo>
                  <a:lnTo>
                    <a:pt x="1965888" y="102173"/>
                  </a:lnTo>
                  <a:lnTo>
                    <a:pt x="1960560" y="102173"/>
                  </a:lnTo>
                  <a:lnTo>
                    <a:pt x="1955232" y="102173"/>
                  </a:lnTo>
                  <a:lnTo>
                    <a:pt x="1949905" y="102173"/>
                  </a:lnTo>
                  <a:lnTo>
                    <a:pt x="1944577" y="102173"/>
                  </a:lnTo>
                  <a:lnTo>
                    <a:pt x="1939250" y="102173"/>
                  </a:lnTo>
                  <a:lnTo>
                    <a:pt x="1933922" y="102173"/>
                  </a:lnTo>
                  <a:lnTo>
                    <a:pt x="1928594" y="102173"/>
                  </a:lnTo>
                  <a:lnTo>
                    <a:pt x="1923267" y="102173"/>
                  </a:lnTo>
                  <a:lnTo>
                    <a:pt x="1917939" y="102173"/>
                  </a:lnTo>
                  <a:lnTo>
                    <a:pt x="1912611" y="102173"/>
                  </a:lnTo>
                  <a:lnTo>
                    <a:pt x="1907284" y="102173"/>
                  </a:lnTo>
                  <a:lnTo>
                    <a:pt x="1901956" y="102173"/>
                  </a:lnTo>
                  <a:lnTo>
                    <a:pt x="1896629" y="102173"/>
                  </a:lnTo>
                  <a:lnTo>
                    <a:pt x="1891301" y="102173"/>
                  </a:lnTo>
                  <a:lnTo>
                    <a:pt x="1885973" y="102173"/>
                  </a:lnTo>
                  <a:lnTo>
                    <a:pt x="1880646" y="102173"/>
                  </a:lnTo>
                  <a:lnTo>
                    <a:pt x="1875318" y="102173"/>
                  </a:lnTo>
                  <a:lnTo>
                    <a:pt x="1869991" y="102173"/>
                  </a:lnTo>
                  <a:lnTo>
                    <a:pt x="1864663" y="102173"/>
                  </a:lnTo>
                  <a:lnTo>
                    <a:pt x="1859335" y="102173"/>
                  </a:lnTo>
                  <a:lnTo>
                    <a:pt x="1854008" y="102173"/>
                  </a:lnTo>
                  <a:lnTo>
                    <a:pt x="1848680" y="102173"/>
                  </a:lnTo>
                  <a:lnTo>
                    <a:pt x="1843353" y="102173"/>
                  </a:lnTo>
                  <a:lnTo>
                    <a:pt x="1838025" y="102173"/>
                  </a:lnTo>
                  <a:lnTo>
                    <a:pt x="1832697" y="102173"/>
                  </a:lnTo>
                  <a:lnTo>
                    <a:pt x="1827370" y="102173"/>
                  </a:lnTo>
                  <a:lnTo>
                    <a:pt x="1822042" y="102173"/>
                  </a:lnTo>
                  <a:lnTo>
                    <a:pt x="1816715" y="102173"/>
                  </a:lnTo>
                  <a:lnTo>
                    <a:pt x="1811387" y="102173"/>
                  </a:lnTo>
                  <a:lnTo>
                    <a:pt x="1806059" y="102173"/>
                  </a:lnTo>
                  <a:lnTo>
                    <a:pt x="1800732" y="102173"/>
                  </a:lnTo>
                  <a:lnTo>
                    <a:pt x="1795404" y="102173"/>
                  </a:lnTo>
                  <a:lnTo>
                    <a:pt x="1790076" y="102173"/>
                  </a:lnTo>
                  <a:lnTo>
                    <a:pt x="1784749" y="102173"/>
                  </a:lnTo>
                  <a:lnTo>
                    <a:pt x="1779421" y="102173"/>
                  </a:lnTo>
                  <a:lnTo>
                    <a:pt x="1774094" y="102173"/>
                  </a:lnTo>
                  <a:lnTo>
                    <a:pt x="1768766" y="102173"/>
                  </a:lnTo>
                  <a:lnTo>
                    <a:pt x="1763438" y="102173"/>
                  </a:lnTo>
                  <a:lnTo>
                    <a:pt x="1758111" y="102173"/>
                  </a:lnTo>
                  <a:lnTo>
                    <a:pt x="1752783" y="102173"/>
                  </a:lnTo>
                  <a:lnTo>
                    <a:pt x="1747456" y="102173"/>
                  </a:lnTo>
                  <a:lnTo>
                    <a:pt x="1742128" y="102173"/>
                  </a:lnTo>
                  <a:lnTo>
                    <a:pt x="1736800" y="102173"/>
                  </a:lnTo>
                  <a:lnTo>
                    <a:pt x="1731473" y="102173"/>
                  </a:lnTo>
                  <a:lnTo>
                    <a:pt x="1726145" y="102173"/>
                  </a:lnTo>
                  <a:lnTo>
                    <a:pt x="1720818" y="102173"/>
                  </a:lnTo>
                  <a:lnTo>
                    <a:pt x="1715490" y="102173"/>
                  </a:lnTo>
                  <a:lnTo>
                    <a:pt x="1710162" y="102173"/>
                  </a:lnTo>
                  <a:lnTo>
                    <a:pt x="1704835" y="102173"/>
                  </a:lnTo>
                  <a:lnTo>
                    <a:pt x="1699507" y="102173"/>
                  </a:lnTo>
                  <a:lnTo>
                    <a:pt x="1694179" y="102173"/>
                  </a:lnTo>
                  <a:lnTo>
                    <a:pt x="1688852" y="102173"/>
                  </a:lnTo>
                  <a:lnTo>
                    <a:pt x="1683524" y="102173"/>
                  </a:lnTo>
                  <a:lnTo>
                    <a:pt x="1678197" y="102173"/>
                  </a:lnTo>
                  <a:lnTo>
                    <a:pt x="1672869" y="102173"/>
                  </a:lnTo>
                  <a:lnTo>
                    <a:pt x="1667541" y="102173"/>
                  </a:lnTo>
                  <a:lnTo>
                    <a:pt x="1662214" y="102173"/>
                  </a:lnTo>
                  <a:lnTo>
                    <a:pt x="1656886" y="102173"/>
                  </a:lnTo>
                  <a:lnTo>
                    <a:pt x="1651559" y="102173"/>
                  </a:lnTo>
                  <a:lnTo>
                    <a:pt x="1646231" y="102173"/>
                  </a:lnTo>
                  <a:lnTo>
                    <a:pt x="1640903" y="102173"/>
                  </a:lnTo>
                  <a:lnTo>
                    <a:pt x="1635576" y="102173"/>
                  </a:lnTo>
                  <a:lnTo>
                    <a:pt x="1630248" y="102173"/>
                  </a:lnTo>
                  <a:lnTo>
                    <a:pt x="1624921" y="102173"/>
                  </a:lnTo>
                  <a:lnTo>
                    <a:pt x="1619593" y="102173"/>
                  </a:lnTo>
                  <a:lnTo>
                    <a:pt x="1614265" y="102173"/>
                  </a:lnTo>
                  <a:lnTo>
                    <a:pt x="1608938" y="102173"/>
                  </a:lnTo>
                  <a:lnTo>
                    <a:pt x="1603610" y="102173"/>
                  </a:lnTo>
                  <a:lnTo>
                    <a:pt x="1598282" y="102173"/>
                  </a:lnTo>
                  <a:lnTo>
                    <a:pt x="1592955" y="102173"/>
                  </a:lnTo>
                  <a:lnTo>
                    <a:pt x="1587627" y="102173"/>
                  </a:lnTo>
                  <a:lnTo>
                    <a:pt x="1582300" y="102173"/>
                  </a:lnTo>
                  <a:lnTo>
                    <a:pt x="1576972" y="102173"/>
                  </a:lnTo>
                  <a:lnTo>
                    <a:pt x="1571644" y="102173"/>
                  </a:lnTo>
                  <a:lnTo>
                    <a:pt x="1566317" y="102173"/>
                  </a:lnTo>
                  <a:lnTo>
                    <a:pt x="1560989" y="102173"/>
                  </a:lnTo>
                  <a:lnTo>
                    <a:pt x="1555662" y="102173"/>
                  </a:lnTo>
                  <a:lnTo>
                    <a:pt x="1550334" y="102173"/>
                  </a:lnTo>
                  <a:lnTo>
                    <a:pt x="1545006" y="102173"/>
                  </a:lnTo>
                  <a:lnTo>
                    <a:pt x="1539679" y="102173"/>
                  </a:lnTo>
                  <a:lnTo>
                    <a:pt x="1534351" y="102173"/>
                  </a:lnTo>
                  <a:lnTo>
                    <a:pt x="1529024" y="102173"/>
                  </a:lnTo>
                  <a:lnTo>
                    <a:pt x="1523696" y="102173"/>
                  </a:lnTo>
                  <a:lnTo>
                    <a:pt x="1518368" y="102173"/>
                  </a:lnTo>
                  <a:lnTo>
                    <a:pt x="1513041" y="102173"/>
                  </a:lnTo>
                  <a:lnTo>
                    <a:pt x="1507713" y="102173"/>
                  </a:lnTo>
                  <a:lnTo>
                    <a:pt x="1502386" y="102173"/>
                  </a:lnTo>
                  <a:lnTo>
                    <a:pt x="1497058" y="102173"/>
                  </a:lnTo>
                  <a:lnTo>
                    <a:pt x="1491730" y="102173"/>
                  </a:lnTo>
                  <a:lnTo>
                    <a:pt x="1486403" y="102173"/>
                  </a:lnTo>
                  <a:lnTo>
                    <a:pt x="1481075" y="102173"/>
                  </a:lnTo>
                  <a:lnTo>
                    <a:pt x="1475747" y="102173"/>
                  </a:lnTo>
                  <a:lnTo>
                    <a:pt x="1470420" y="102173"/>
                  </a:lnTo>
                  <a:lnTo>
                    <a:pt x="1465092" y="102173"/>
                  </a:lnTo>
                  <a:lnTo>
                    <a:pt x="1459765" y="102173"/>
                  </a:lnTo>
                  <a:lnTo>
                    <a:pt x="1454437" y="102173"/>
                  </a:lnTo>
                  <a:lnTo>
                    <a:pt x="1449109" y="102173"/>
                  </a:lnTo>
                  <a:lnTo>
                    <a:pt x="1443782" y="102173"/>
                  </a:lnTo>
                  <a:lnTo>
                    <a:pt x="1438454" y="102173"/>
                  </a:lnTo>
                  <a:lnTo>
                    <a:pt x="1433127" y="102173"/>
                  </a:lnTo>
                  <a:lnTo>
                    <a:pt x="1427799" y="102173"/>
                  </a:lnTo>
                  <a:lnTo>
                    <a:pt x="1422471" y="102173"/>
                  </a:lnTo>
                  <a:lnTo>
                    <a:pt x="1417144" y="102173"/>
                  </a:lnTo>
                  <a:lnTo>
                    <a:pt x="1411816" y="102173"/>
                  </a:lnTo>
                  <a:lnTo>
                    <a:pt x="1406489" y="102173"/>
                  </a:lnTo>
                  <a:lnTo>
                    <a:pt x="1401161" y="102173"/>
                  </a:lnTo>
                  <a:lnTo>
                    <a:pt x="1395833" y="102173"/>
                  </a:lnTo>
                  <a:lnTo>
                    <a:pt x="1390506" y="102173"/>
                  </a:lnTo>
                  <a:lnTo>
                    <a:pt x="1385178" y="102173"/>
                  </a:lnTo>
                  <a:lnTo>
                    <a:pt x="1379850" y="102173"/>
                  </a:lnTo>
                  <a:lnTo>
                    <a:pt x="1374523" y="102173"/>
                  </a:lnTo>
                  <a:lnTo>
                    <a:pt x="1369195" y="102173"/>
                  </a:lnTo>
                  <a:lnTo>
                    <a:pt x="1363868" y="102173"/>
                  </a:lnTo>
                  <a:lnTo>
                    <a:pt x="1358540" y="102173"/>
                  </a:lnTo>
                  <a:lnTo>
                    <a:pt x="1353212" y="102173"/>
                  </a:lnTo>
                  <a:lnTo>
                    <a:pt x="1347885" y="102173"/>
                  </a:lnTo>
                  <a:lnTo>
                    <a:pt x="1342557" y="102173"/>
                  </a:lnTo>
                  <a:lnTo>
                    <a:pt x="1337230" y="102173"/>
                  </a:lnTo>
                  <a:lnTo>
                    <a:pt x="1331902" y="102173"/>
                  </a:lnTo>
                  <a:lnTo>
                    <a:pt x="1326574" y="102173"/>
                  </a:lnTo>
                  <a:lnTo>
                    <a:pt x="1321247" y="102173"/>
                  </a:lnTo>
                  <a:lnTo>
                    <a:pt x="1315919" y="102173"/>
                  </a:lnTo>
                  <a:lnTo>
                    <a:pt x="1310592" y="102173"/>
                  </a:lnTo>
                  <a:lnTo>
                    <a:pt x="1305264" y="102173"/>
                  </a:lnTo>
                  <a:lnTo>
                    <a:pt x="1299936" y="102173"/>
                  </a:lnTo>
                  <a:lnTo>
                    <a:pt x="1294609" y="102173"/>
                  </a:lnTo>
                  <a:lnTo>
                    <a:pt x="1289281" y="102173"/>
                  </a:lnTo>
                  <a:lnTo>
                    <a:pt x="1283954" y="102173"/>
                  </a:lnTo>
                  <a:lnTo>
                    <a:pt x="1278626" y="102173"/>
                  </a:lnTo>
                  <a:lnTo>
                    <a:pt x="1273298" y="102173"/>
                  </a:lnTo>
                  <a:lnTo>
                    <a:pt x="1267971" y="102173"/>
                  </a:lnTo>
                  <a:lnTo>
                    <a:pt x="1262643" y="102173"/>
                  </a:lnTo>
                  <a:lnTo>
                    <a:pt x="1257315" y="102173"/>
                  </a:lnTo>
                  <a:lnTo>
                    <a:pt x="1251988" y="102173"/>
                  </a:lnTo>
                  <a:lnTo>
                    <a:pt x="1246660" y="102173"/>
                  </a:lnTo>
                  <a:lnTo>
                    <a:pt x="1241333" y="102173"/>
                  </a:lnTo>
                  <a:lnTo>
                    <a:pt x="1236005" y="102173"/>
                  </a:lnTo>
                  <a:lnTo>
                    <a:pt x="1230677" y="102173"/>
                  </a:lnTo>
                  <a:lnTo>
                    <a:pt x="1225350" y="102173"/>
                  </a:lnTo>
                  <a:lnTo>
                    <a:pt x="1220022" y="102173"/>
                  </a:lnTo>
                  <a:lnTo>
                    <a:pt x="1214695" y="102173"/>
                  </a:lnTo>
                  <a:lnTo>
                    <a:pt x="1209367" y="102173"/>
                  </a:lnTo>
                  <a:lnTo>
                    <a:pt x="1204039" y="102173"/>
                  </a:lnTo>
                  <a:lnTo>
                    <a:pt x="1198712" y="102173"/>
                  </a:lnTo>
                  <a:lnTo>
                    <a:pt x="1193384" y="102173"/>
                  </a:lnTo>
                  <a:lnTo>
                    <a:pt x="1188057" y="102173"/>
                  </a:lnTo>
                  <a:lnTo>
                    <a:pt x="1182729" y="102173"/>
                  </a:lnTo>
                  <a:lnTo>
                    <a:pt x="1177401" y="102173"/>
                  </a:lnTo>
                  <a:lnTo>
                    <a:pt x="1172074" y="102173"/>
                  </a:lnTo>
                  <a:lnTo>
                    <a:pt x="1166746" y="102173"/>
                  </a:lnTo>
                  <a:lnTo>
                    <a:pt x="1161418" y="102173"/>
                  </a:lnTo>
                  <a:lnTo>
                    <a:pt x="1156091" y="102173"/>
                  </a:lnTo>
                  <a:lnTo>
                    <a:pt x="1150763" y="102173"/>
                  </a:lnTo>
                  <a:lnTo>
                    <a:pt x="1145436" y="102173"/>
                  </a:lnTo>
                  <a:lnTo>
                    <a:pt x="1140108" y="102173"/>
                  </a:lnTo>
                  <a:lnTo>
                    <a:pt x="1134780" y="102173"/>
                  </a:lnTo>
                  <a:lnTo>
                    <a:pt x="1129453" y="102173"/>
                  </a:lnTo>
                  <a:lnTo>
                    <a:pt x="1124125" y="102173"/>
                  </a:lnTo>
                  <a:lnTo>
                    <a:pt x="1118798" y="102173"/>
                  </a:lnTo>
                  <a:lnTo>
                    <a:pt x="1113470" y="102173"/>
                  </a:lnTo>
                  <a:lnTo>
                    <a:pt x="1108142" y="102173"/>
                  </a:lnTo>
                  <a:lnTo>
                    <a:pt x="1102815" y="102173"/>
                  </a:lnTo>
                  <a:lnTo>
                    <a:pt x="1097487" y="102173"/>
                  </a:lnTo>
                  <a:lnTo>
                    <a:pt x="1092160" y="102173"/>
                  </a:lnTo>
                  <a:lnTo>
                    <a:pt x="1086832" y="102173"/>
                  </a:lnTo>
                  <a:lnTo>
                    <a:pt x="1081504" y="102173"/>
                  </a:lnTo>
                  <a:lnTo>
                    <a:pt x="1076177" y="102173"/>
                  </a:lnTo>
                  <a:lnTo>
                    <a:pt x="1070849" y="102173"/>
                  </a:lnTo>
                  <a:lnTo>
                    <a:pt x="1065521" y="102173"/>
                  </a:lnTo>
                  <a:lnTo>
                    <a:pt x="1060194" y="102173"/>
                  </a:lnTo>
                  <a:lnTo>
                    <a:pt x="1054866" y="102173"/>
                  </a:lnTo>
                  <a:lnTo>
                    <a:pt x="1049539" y="102173"/>
                  </a:lnTo>
                  <a:lnTo>
                    <a:pt x="1044211" y="102173"/>
                  </a:lnTo>
                  <a:lnTo>
                    <a:pt x="1038883" y="102173"/>
                  </a:lnTo>
                  <a:lnTo>
                    <a:pt x="1033556" y="102173"/>
                  </a:lnTo>
                  <a:lnTo>
                    <a:pt x="1028228" y="102173"/>
                  </a:lnTo>
                  <a:lnTo>
                    <a:pt x="1022901" y="102173"/>
                  </a:lnTo>
                  <a:lnTo>
                    <a:pt x="1017573" y="102173"/>
                  </a:lnTo>
                  <a:lnTo>
                    <a:pt x="1012245" y="102173"/>
                  </a:lnTo>
                  <a:lnTo>
                    <a:pt x="1006918" y="102173"/>
                  </a:lnTo>
                  <a:lnTo>
                    <a:pt x="1001590" y="102173"/>
                  </a:lnTo>
                  <a:lnTo>
                    <a:pt x="996263" y="102173"/>
                  </a:lnTo>
                  <a:lnTo>
                    <a:pt x="990935" y="102173"/>
                  </a:lnTo>
                  <a:lnTo>
                    <a:pt x="985607" y="102173"/>
                  </a:lnTo>
                  <a:lnTo>
                    <a:pt x="980280" y="102173"/>
                  </a:lnTo>
                  <a:lnTo>
                    <a:pt x="974952" y="102173"/>
                  </a:lnTo>
                  <a:lnTo>
                    <a:pt x="969625" y="102173"/>
                  </a:lnTo>
                  <a:lnTo>
                    <a:pt x="964297" y="102173"/>
                  </a:lnTo>
                  <a:lnTo>
                    <a:pt x="958969" y="102173"/>
                  </a:lnTo>
                  <a:lnTo>
                    <a:pt x="953642" y="102173"/>
                  </a:lnTo>
                  <a:lnTo>
                    <a:pt x="948314" y="102173"/>
                  </a:lnTo>
                  <a:lnTo>
                    <a:pt x="942986" y="102173"/>
                  </a:lnTo>
                  <a:lnTo>
                    <a:pt x="937659" y="102173"/>
                  </a:lnTo>
                  <a:lnTo>
                    <a:pt x="932331" y="102173"/>
                  </a:lnTo>
                  <a:lnTo>
                    <a:pt x="927004" y="102173"/>
                  </a:lnTo>
                  <a:lnTo>
                    <a:pt x="921676" y="102173"/>
                  </a:lnTo>
                  <a:lnTo>
                    <a:pt x="916348" y="102173"/>
                  </a:lnTo>
                  <a:lnTo>
                    <a:pt x="911021" y="102173"/>
                  </a:lnTo>
                  <a:lnTo>
                    <a:pt x="905693" y="102173"/>
                  </a:lnTo>
                  <a:lnTo>
                    <a:pt x="900366" y="102173"/>
                  </a:lnTo>
                  <a:lnTo>
                    <a:pt x="895038" y="102173"/>
                  </a:lnTo>
                  <a:lnTo>
                    <a:pt x="889710" y="102173"/>
                  </a:lnTo>
                  <a:lnTo>
                    <a:pt x="884383" y="102173"/>
                  </a:lnTo>
                  <a:lnTo>
                    <a:pt x="879055" y="102173"/>
                  </a:lnTo>
                  <a:lnTo>
                    <a:pt x="873728" y="102173"/>
                  </a:lnTo>
                  <a:lnTo>
                    <a:pt x="868400" y="102173"/>
                  </a:lnTo>
                  <a:lnTo>
                    <a:pt x="863072" y="102173"/>
                  </a:lnTo>
                  <a:lnTo>
                    <a:pt x="857745" y="102173"/>
                  </a:lnTo>
                  <a:lnTo>
                    <a:pt x="852417" y="102173"/>
                  </a:lnTo>
                  <a:lnTo>
                    <a:pt x="847089" y="102173"/>
                  </a:lnTo>
                  <a:lnTo>
                    <a:pt x="841762" y="102173"/>
                  </a:lnTo>
                  <a:lnTo>
                    <a:pt x="836434" y="102173"/>
                  </a:lnTo>
                  <a:lnTo>
                    <a:pt x="831107" y="102173"/>
                  </a:lnTo>
                  <a:lnTo>
                    <a:pt x="825779" y="102173"/>
                  </a:lnTo>
                  <a:lnTo>
                    <a:pt x="820451" y="102173"/>
                  </a:lnTo>
                  <a:lnTo>
                    <a:pt x="815124" y="102173"/>
                  </a:lnTo>
                  <a:lnTo>
                    <a:pt x="809796" y="102173"/>
                  </a:lnTo>
                  <a:lnTo>
                    <a:pt x="804469" y="102173"/>
                  </a:lnTo>
                  <a:lnTo>
                    <a:pt x="799141" y="102173"/>
                  </a:lnTo>
                  <a:lnTo>
                    <a:pt x="793813" y="102173"/>
                  </a:lnTo>
                  <a:lnTo>
                    <a:pt x="788486" y="102173"/>
                  </a:lnTo>
                  <a:lnTo>
                    <a:pt x="783158" y="102173"/>
                  </a:lnTo>
                  <a:lnTo>
                    <a:pt x="777831" y="102173"/>
                  </a:lnTo>
                  <a:lnTo>
                    <a:pt x="772503" y="102173"/>
                  </a:lnTo>
                  <a:lnTo>
                    <a:pt x="767175" y="102173"/>
                  </a:lnTo>
                  <a:lnTo>
                    <a:pt x="761848" y="102173"/>
                  </a:lnTo>
                  <a:lnTo>
                    <a:pt x="756520" y="102173"/>
                  </a:lnTo>
                  <a:lnTo>
                    <a:pt x="751193" y="102173"/>
                  </a:lnTo>
                  <a:lnTo>
                    <a:pt x="745865" y="102173"/>
                  </a:lnTo>
                  <a:lnTo>
                    <a:pt x="740537" y="102173"/>
                  </a:lnTo>
                  <a:lnTo>
                    <a:pt x="735210" y="102173"/>
                  </a:lnTo>
                  <a:lnTo>
                    <a:pt x="729882" y="102173"/>
                  </a:lnTo>
                  <a:lnTo>
                    <a:pt x="724554" y="102173"/>
                  </a:lnTo>
                  <a:lnTo>
                    <a:pt x="719227" y="102173"/>
                  </a:lnTo>
                  <a:lnTo>
                    <a:pt x="713899" y="102173"/>
                  </a:lnTo>
                  <a:lnTo>
                    <a:pt x="708572" y="102173"/>
                  </a:lnTo>
                  <a:lnTo>
                    <a:pt x="703244" y="102173"/>
                  </a:lnTo>
                  <a:lnTo>
                    <a:pt x="697916" y="102173"/>
                  </a:lnTo>
                  <a:lnTo>
                    <a:pt x="692589" y="102173"/>
                  </a:lnTo>
                  <a:lnTo>
                    <a:pt x="687261" y="102173"/>
                  </a:lnTo>
                  <a:lnTo>
                    <a:pt x="681934" y="102173"/>
                  </a:lnTo>
                  <a:lnTo>
                    <a:pt x="676606" y="102173"/>
                  </a:lnTo>
                  <a:lnTo>
                    <a:pt x="671278" y="102173"/>
                  </a:lnTo>
                  <a:lnTo>
                    <a:pt x="665951" y="102173"/>
                  </a:lnTo>
                  <a:lnTo>
                    <a:pt x="660623" y="102173"/>
                  </a:lnTo>
                  <a:lnTo>
                    <a:pt x="655296" y="102173"/>
                  </a:lnTo>
                  <a:lnTo>
                    <a:pt x="649968" y="102173"/>
                  </a:lnTo>
                  <a:lnTo>
                    <a:pt x="644640" y="102173"/>
                  </a:lnTo>
                  <a:lnTo>
                    <a:pt x="639313" y="102173"/>
                  </a:lnTo>
                  <a:lnTo>
                    <a:pt x="633985" y="102173"/>
                  </a:lnTo>
                  <a:lnTo>
                    <a:pt x="628657" y="102173"/>
                  </a:lnTo>
                  <a:lnTo>
                    <a:pt x="623330" y="102173"/>
                  </a:lnTo>
                  <a:lnTo>
                    <a:pt x="618002" y="102173"/>
                  </a:lnTo>
                  <a:lnTo>
                    <a:pt x="612675" y="102173"/>
                  </a:lnTo>
                  <a:lnTo>
                    <a:pt x="607347" y="102173"/>
                  </a:lnTo>
                  <a:lnTo>
                    <a:pt x="602019" y="102173"/>
                  </a:lnTo>
                  <a:lnTo>
                    <a:pt x="596692" y="102173"/>
                  </a:lnTo>
                  <a:lnTo>
                    <a:pt x="591364" y="102173"/>
                  </a:lnTo>
                  <a:lnTo>
                    <a:pt x="586037" y="102173"/>
                  </a:lnTo>
                  <a:lnTo>
                    <a:pt x="580709" y="102173"/>
                  </a:lnTo>
                  <a:lnTo>
                    <a:pt x="575381" y="102173"/>
                  </a:lnTo>
                  <a:lnTo>
                    <a:pt x="570054" y="102173"/>
                  </a:lnTo>
                  <a:lnTo>
                    <a:pt x="564726" y="102173"/>
                  </a:lnTo>
                  <a:lnTo>
                    <a:pt x="559399" y="102173"/>
                  </a:lnTo>
                  <a:lnTo>
                    <a:pt x="554071" y="102173"/>
                  </a:lnTo>
                  <a:lnTo>
                    <a:pt x="548743" y="102173"/>
                  </a:lnTo>
                  <a:lnTo>
                    <a:pt x="543416" y="102173"/>
                  </a:lnTo>
                  <a:lnTo>
                    <a:pt x="538088" y="102173"/>
                  </a:lnTo>
                  <a:lnTo>
                    <a:pt x="532760" y="102173"/>
                  </a:lnTo>
                  <a:lnTo>
                    <a:pt x="527433" y="102173"/>
                  </a:lnTo>
                  <a:lnTo>
                    <a:pt x="522105" y="102173"/>
                  </a:lnTo>
                  <a:lnTo>
                    <a:pt x="516778" y="102173"/>
                  </a:lnTo>
                  <a:lnTo>
                    <a:pt x="511450" y="102173"/>
                  </a:lnTo>
                  <a:lnTo>
                    <a:pt x="506122" y="102173"/>
                  </a:lnTo>
                  <a:lnTo>
                    <a:pt x="500795" y="102173"/>
                  </a:lnTo>
                  <a:lnTo>
                    <a:pt x="495467" y="102173"/>
                  </a:lnTo>
                  <a:lnTo>
                    <a:pt x="490140" y="102173"/>
                  </a:lnTo>
                  <a:lnTo>
                    <a:pt x="484812" y="102173"/>
                  </a:lnTo>
                  <a:lnTo>
                    <a:pt x="479484" y="102173"/>
                  </a:lnTo>
                  <a:lnTo>
                    <a:pt x="474157" y="102173"/>
                  </a:lnTo>
                  <a:lnTo>
                    <a:pt x="468829" y="102173"/>
                  </a:lnTo>
                  <a:lnTo>
                    <a:pt x="463502" y="102173"/>
                  </a:lnTo>
                  <a:lnTo>
                    <a:pt x="458174" y="102173"/>
                  </a:lnTo>
                  <a:lnTo>
                    <a:pt x="452846" y="102173"/>
                  </a:lnTo>
                  <a:lnTo>
                    <a:pt x="447519" y="102173"/>
                  </a:lnTo>
                  <a:lnTo>
                    <a:pt x="442191" y="102173"/>
                  </a:lnTo>
                  <a:lnTo>
                    <a:pt x="436864" y="102173"/>
                  </a:lnTo>
                  <a:lnTo>
                    <a:pt x="431536" y="102173"/>
                  </a:lnTo>
                  <a:lnTo>
                    <a:pt x="426208" y="102173"/>
                  </a:lnTo>
                  <a:lnTo>
                    <a:pt x="420881" y="102173"/>
                  </a:lnTo>
                  <a:lnTo>
                    <a:pt x="415553" y="102173"/>
                  </a:lnTo>
                  <a:lnTo>
                    <a:pt x="410225" y="102173"/>
                  </a:lnTo>
                  <a:lnTo>
                    <a:pt x="404898" y="102173"/>
                  </a:lnTo>
                  <a:lnTo>
                    <a:pt x="399570" y="102173"/>
                  </a:lnTo>
                  <a:lnTo>
                    <a:pt x="394243" y="102173"/>
                  </a:lnTo>
                  <a:lnTo>
                    <a:pt x="388915" y="102173"/>
                  </a:lnTo>
                  <a:lnTo>
                    <a:pt x="383587" y="102173"/>
                  </a:lnTo>
                  <a:lnTo>
                    <a:pt x="378260" y="102173"/>
                  </a:lnTo>
                  <a:lnTo>
                    <a:pt x="372932" y="102173"/>
                  </a:lnTo>
                  <a:lnTo>
                    <a:pt x="367605" y="102173"/>
                  </a:lnTo>
                  <a:lnTo>
                    <a:pt x="362277" y="102173"/>
                  </a:lnTo>
                  <a:lnTo>
                    <a:pt x="356949" y="102173"/>
                  </a:lnTo>
                  <a:lnTo>
                    <a:pt x="351622" y="102173"/>
                  </a:lnTo>
                  <a:lnTo>
                    <a:pt x="346294" y="102173"/>
                  </a:lnTo>
                  <a:lnTo>
                    <a:pt x="340967" y="102173"/>
                  </a:lnTo>
                  <a:lnTo>
                    <a:pt x="335639" y="102173"/>
                  </a:lnTo>
                  <a:lnTo>
                    <a:pt x="330311" y="102173"/>
                  </a:lnTo>
                  <a:lnTo>
                    <a:pt x="324984" y="102173"/>
                  </a:lnTo>
                  <a:lnTo>
                    <a:pt x="319656" y="102173"/>
                  </a:lnTo>
                  <a:lnTo>
                    <a:pt x="314328" y="102173"/>
                  </a:lnTo>
                  <a:lnTo>
                    <a:pt x="309001" y="102173"/>
                  </a:lnTo>
                  <a:lnTo>
                    <a:pt x="303673" y="102173"/>
                  </a:lnTo>
                  <a:lnTo>
                    <a:pt x="298346" y="102173"/>
                  </a:lnTo>
                  <a:lnTo>
                    <a:pt x="293018" y="102173"/>
                  </a:lnTo>
                  <a:lnTo>
                    <a:pt x="287690" y="102173"/>
                  </a:lnTo>
                  <a:lnTo>
                    <a:pt x="282363" y="102173"/>
                  </a:lnTo>
                  <a:lnTo>
                    <a:pt x="277035" y="102173"/>
                  </a:lnTo>
                  <a:lnTo>
                    <a:pt x="271708" y="102173"/>
                  </a:lnTo>
                  <a:lnTo>
                    <a:pt x="266380" y="102173"/>
                  </a:lnTo>
                  <a:lnTo>
                    <a:pt x="261052" y="102173"/>
                  </a:lnTo>
                  <a:lnTo>
                    <a:pt x="255725" y="102173"/>
                  </a:lnTo>
                  <a:lnTo>
                    <a:pt x="250397" y="102173"/>
                  </a:lnTo>
                  <a:lnTo>
                    <a:pt x="245070" y="102173"/>
                  </a:lnTo>
                  <a:lnTo>
                    <a:pt x="239742" y="102173"/>
                  </a:lnTo>
                  <a:lnTo>
                    <a:pt x="234414" y="102173"/>
                  </a:lnTo>
                  <a:lnTo>
                    <a:pt x="229087" y="102173"/>
                  </a:lnTo>
                  <a:lnTo>
                    <a:pt x="223759" y="102173"/>
                  </a:lnTo>
                  <a:lnTo>
                    <a:pt x="218432" y="102173"/>
                  </a:lnTo>
                  <a:lnTo>
                    <a:pt x="213104" y="102173"/>
                  </a:lnTo>
                  <a:lnTo>
                    <a:pt x="207776" y="102173"/>
                  </a:lnTo>
                  <a:lnTo>
                    <a:pt x="202449" y="102173"/>
                  </a:lnTo>
                  <a:lnTo>
                    <a:pt x="197121" y="102173"/>
                  </a:lnTo>
                  <a:lnTo>
                    <a:pt x="191793" y="102173"/>
                  </a:lnTo>
                  <a:lnTo>
                    <a:pt x="186466" y="102173"/>
                  </a:lnTo>
                  <a:lnTo>
                    <a:pt x="181138" y="102173"/>
                  </a:lnTo>
                  <a:lnTo>
                    <a:pt x="175811" y="102173"/>
                  </a:lnTo>
                  <a:lnTo>
                    <a:pt x="170483" y="102173"/>
                  </a:lnTo>
                  <a:lnTo>
                    <a:pt x="165155" y="102173"/>
                  </a:lnTo>
                  <a:lnTo>
                    <a:pt x="159828" y="102173"/>
                  </a:lnTo>
                  <a:lnTo>
                    <a:pt x="154500" y="102173"/>
                  </a:lnTo>
                  <a:lnTo>
                    <a:pt x="149173" y="102173"/>
                  </a:lnTo>
                  <a:lnTo>
                    <a:pt x="143845" y="102173"/>
                  </a:lnTo>
                  <a:lnTo>
                    <a:pt x="138517" y="102173"/>
                  </a:lnTo>
                  <a:lnTo>
                    <a:pt x="133190" y="102173"/>
                  </a:lnTo>
                  <a:lnTo>
                    <a:pt x="127862" y="102173"/>
                  </a:lnTo>
                  <a:lnTo>
                    <a:pt x="122535" y="102173"/>
                  </a:lnTo>
                  <a:lnTo>
                    <a:pt x="117207" y="102173"/>
                  </a:lnTo>
                  <a:lnTo>
                    <a:pt x="111879" y="102173"/>
                  </a:lnTo>
                  <a:lnTo>
                    <a:pt x="106552" y="102173"/>
                  </a:lnTo>
                  <a:lnTo>
                    <a:pt x="101224" y="102173"/>
                  </a:lnTo>
                  <a:lnTo>
                    <a:pt x="95896" y="102173"/>
                  </a:lnTo>
                  <a:lnTo>
                    <a:pt x="90569" y="102173"/>
                  </a:lnTo>
                  <a:lnTo>
                    <a:pt x="85241" y="102173"/>
                  </a:lnTo>
                  <a:lnTo>
                    <a:pt x="79914" y="102173"/>
                  </a:lnTo>
                  <a:lnTo>
                    <a:pt x="74586" y="102173"/>
                  </a:lnTo>
                  <a:lnTo>
                    <a:pt x="69258" y="102173"/>
                  </a:lnTo>
                  <a:lnTo>
                    <a:pt x="63931" y="102173"/>
                  </a:lnTo>
                  <a:lnTo>
                    <a:pt x="58603" y="102173"/>
                  </a:lnTo>
                  <a:lnTo>
                    <a:pt x="53276" y="102173"/>
                  </a:lnTo>
                  <a:lnTo>
                    <a:pt x="47948" y="102173"/>
                  </a:lnTo>
                  <a:lnTo>
                    <a:pt x="42620" y="102173"/>
                  </a:lnTo>
                  <a:lnTo>
                    <a:pt x="37293" y="102173"/>
                  </a:lnTo>
                  <a:lnTo>
                    <a:pt x="31965" y="102173"/>
                  </a:lnTo>
                  <a:lnTo>
                    <a:pt x="26638" y="102173"/>
                  </a:lnTo>
                  <a:lnTo>
                    <a:pt x="21310" y="102173"/>
                  </a:lnTo>
                  <a:lnTo>
                    <a:pt x="15982" y="102173"/>
                  </a:lnTo>
                  <a:lnTo>
                    <a:pt x="10655" y="102173"/>
                  </a:lnTo>
                  <a:lnTo>
                    <a:pt x="5327" y="102173"/>
                  </a:lnTo>
                  <a:lnTo>
                    <a:pt x="0" y="102173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23" name="pg322"/>
            <p:cNvSpPr/>
            <p:nvPr/>
          </p:nvSpPr>
          <p:spPr>
            <a:xfrm>
              <a:off x="6633660" y="3773652"/>
              <a:ext cx="2985897" cy="102173"/>
            </a:xfrm>
            <a:custGeom>
              <a:avLst/>
              <a:pathLst>
                <a:path w="2985897" h="102173">
                  <a:moveTo>
                    <a:pt x="0" y="0"/>
                  </a:moveTo>
                  <a:lnTo>
                    <a:pt x="5971" y="0"/>
                  </a:lnTo>
                  <a:lnTo>
                    <a:pt x="11943" y="0"/>
                  </a:lnTo>
                  <a:lnTo>
                    <a:pt x="17915" y="0"/>
                  </a:lnTo>
                  <a:lnTo>
                    <a:pt x="23887" y="0"/>
                  </a:lnTo>
                  <a:lnTo>
                    <a:pt x="29858" y="0"/>
                  </a:lnTo>
                  <a:lnTo>
                    <a:pt x="35830" y="0"/>
                  </a:lnTo>
                  <a:lnTo>
                    <a:pt x="41802" y="0"/>
                  </a:lnTo>
                  <a:lnTo>
                    <a:pt x="47774" y="0"/>
                  </a:lnTo>
                  <a:lnTo>
                    <a:pt x="53746" y="0"/>
                  </a:lnTo>
                  <a:lnTo>
                    <a:pt x="59717" y="0"/>
                  </a:lnTo>
                  <a:lnTo>
                    <a:pt x="65689" y="0"/>
                  </a:lnTo>
                  <a:lnTo>
                    <a:pt x="71661" y="0"/>
                  </a:lnTo>
                  <a:lnTo>
                    <a:pt x="77633" y="0"/>
                  </a:lnTo>
                  <a:lnTo>
                    <a:pt x="83605" y="0"/>
                  </a:lnTo>
                  <a:lnTo>
                    <a:pt x="89576" y="0"/>
                  </a:lnTo>
                  <a:lnTo>
                    <a:pt x="95548" y="0"/>
                  </a:lnTo>
                  <a:lnTo>
                    <a:pt x="101520" y="0"/>
                  </a:lnTo>
                  <a:lnTo>
                    <a:pt x="107492" y="0"/>
                  </a:lnTo>
                  <a:lnTo>
                    <a:pt x="113464" y="0"/>
                  </a:lnTo>
                  <a:lnTo>
                    <a:pt x="119435" y="0"/>
                  </a:lnTo>
                  <a:lnTo>
                    <a:pt x="125407" y="0"/>
                  </a:lnTo>
                  <a:lnTo>
                    <a:pt x="131379" y="0"/>
                  </a:lnTo>
                  <a:lnTo>
                    <a:pt x="137351" y="0"/>
                  </a:lnTo>
                  <a:lnTo>
                    <a:pt x="143323" y="0"/>
                  </a:lnTo>
                  <a:lnTo>
                    <a:pt x="149294" y="0"/>
                  </a:lnTo>
                  <a:lnTo>
                    <a:pt x="155266" y="0"/>
                  </a:lnTo>
                  <a:lnTo>
                    <a:pt x="161238" y="0"/>
                  </a:lnTo>
                  <a:lnTo>
                    <a:pt x="167210" y="0"/>
                  </a:lnTo>
                  <a:lnTo>
                    <a:pt x="173182" y="0"/>
                  </a:lnTo>
                  <a:lnTo>
                    <a:pt x="179153" y="0"/>
                  </a:lnTo>
                  <a:lnTo>
                    <a:pt x="185125" y="0"/>
                  </a:lnTo>
                  <a:lnTo>
                    <a:pt x="191097" y="0"/>
                  </a:lnTo>
                  <a:lnTo>
                    <a:pt x="197069" y="0"/>
                  </a:lnTo>
                  <a:lnTo>
                    <a:pt x="203041" y="0"/>
                  </a:lnTo>
                  <a:lnTo>
                    <a:pt x="209012" y="0"/>
                  </a:lnTo>
                  <a:lnTo>
                    <a:pt x="214984" y="0"/>
                  </a:lnTo>
                  <a:lnTo>
                    <a:pt x="220956" y="0"/>
                  </a:lnTo>
                  <a:lnTo>
                    <a:pt x="226928" y="0"/>
                  </a:lnTo>
                  <a:lnTo>
                    <a:pt x="232899" y="0"/>
                  </a:lnTo>
                  <a:lnTo>
                    <a:pt x="238871" y="0"/>
                  </a:lnTo>
                  <a:lnTo>
                    <a:pt x="244843" y="0"/>
                  </a:lnTo>
                  <a:lnTo>
                    <a:pt x="250815" y="0"/>
                  </a:lnTo>
                  <a:lnTo>
                    <a:pt x="256787" y="0"/>
                  </a:lnTo>
                  <a:lnTo>
                    <a:pt x="262758" y="0"/>
                  </a:lnTo>
                  <a:lnTo>
                    <a:pt x="268730" y="0"/>
                  </a:lnTo>
                  <a:lnTo>
                    <a:pt x="274702" y="0"/>
                  </a:lnTo>
                  <a:lnTo>
                    <a:pt x="280674" y="0"/>
                  </a:lnTo>
                  <a:lnTo>
                    <a:pt x="286646" y="0"/>
                  </a:lnTo>
                  <a:lnTo>
                    <a:pt x="292617" y="0"/>
                  </a:lnTo>
                  <a:lnTo>
                    <a:pt x="298589" y="0"/>
                  </a:lnTo>
                  <a:lnTo>
                    <a:pt x="304561" y="0"/>
                  </a:lnTo>
                  <a:lnTo>
                    <a:pt x="310533" y="0"/>
                  </a:lnTo>
                  <a:lnTo>
                    <a:pt x="316505" y="0"/>
                  </a:lnTo>
                  <a:lnTo>
                    <a:pt x="322476" y="0"/>
                  </a:lnTo>
                  <a:lnTo>
                    <a:pt x="328448" y="0"/>
                  </a:lnTo>
                  <a:lnTo>
                    <a:pt x="334420" y="0"/>
                  </a:lnTo>
                  <a:lnTo>
                    <a:pt x="340392" y="0"/>
                  </a:lnTo>
                  <a:lnTo>
                    <a:pt x="346364" y="0"/>
                  </a:lnTo>
                  <a:lnTo>
                    <a:pt x="352335" y="0"/>
                  </a:lnTo>
                  <a:lnTo>
                    <a:pt x="358307" y="0"/>
                  </a:lnTo>
                  <a:lnTo>
                    <a:pt x="364279" y="0"/>
                  </a:lnTo>
                  <a:lnTo>
                    <a:pt x="370251" y="0"/>
                  </a:lnTo>
                  <a:lnTo>
                    <a:pt x="376223" y="0"/>
                  </a:lnTo>
                  <a:lnTo>
                    <a:pt x="382194" y="0"/>
                  </a:lnTo>
                  <a:lnTo>
                    <a:pt x="388166" y="0"/>
                  </a:lnTo>
                  <a:lnTo>
                    <a:pt x="394138" y="0"/>
                  </a:lnTo>
                  <a:lnTo>
                    <a:pt x="400110" y="0"/>
                  </a:lnTo>
                  <a:lnTo>
                    <a:pt x="406082" y="0"/>
                  </a:lnTo>
                  <a:lnTo>
                    <a:pt x="412053" y="0"/>
                  </a:lnTo>
                  <a:lnTo>
                    <a:pt x="418025" y="0"/>
                  </a:lnTo>
                  <a:lnTo>
                    <a:pt x="423997" y="0"/>
                  </a:lnTo>
                  <a:lnTo>
                    <a:pt x="429969" y="0"/>
                  </a:lnTo>
                  <a:lnTo>
                    <a:pt x="435940" y="0"/>
                  </a:lnTo>
                  <a:lnTo>
                    <a:pt x="441912" y="0"/>
                  </a:lnTo>
                  <a:lnTo>
                    <a:pt x="447884" y="0"/>
                  </a:lnTo>
                  <a:lnTo>
                    <a:pt x="453856" y="0"/>
                  </a:lnTo>
                  <a:lnTo>
                    <a:pt x="459828" y="0"/>
                  </a:lnTo>
                  <a:lnTo>
                    <a:pt x="465799" y="0"/>
                  </a:lnTo>
                  <a:lnTo>
                    <a:pt x="471771" y="0"/>
                  </a:lnTo>
                  <a:lnTo>
                    <a:pt x="477743" y="0"/>
                  </a:lnTo>
                  <a:lnTo>
                    <a:pt x="483715" y="0"/>
                  </a:lnTo>
                  <a:lnTo>
                    <a:pt x="489687" y="0"/>
                  </a:lnTo>
                  <a:lnTo>
                    <a:pt x="495658" y="0"/>
                  </a:lnTo>
                  <a:lnTo>
                    <a:pt x="501630" y="0"/>
                  </a:lnTo>
                  <a:lnTo>
                    <a:pt x="507602" y="0"/>
                  </a:lnTo>
                  <a:lnTo>
                    <a:pt x="513574" y="0"/>
                  </a:lnTo>
                  <a:lnTo>
                    <a:pt x="519546" y="0"/>
                  </a:lnTo>
                  <a:lnTo>
                    <a:pt x="525517" y="0"/>
                  </a:lnTo>
                  <a:lnTo>
                    <a:pt x="531489" y="0"/>
                  </a:lnTo>
                  <a:lnTo>
                    <a:pt x="537461" y="0"/>
                  </a:lnTo>
                  <a:lnTo>
                    <a:pt x="543433" y="0"/>
                  </a:lnTo>
                  <a:lnTo>
                    <a:pt x="549405" y="0"/>
                  </a:lnTo>
                  <a:lnTo>
                    <a:pt x="555376" y="0"/>
                  </a:lnTo>
                  <a:lnTo>
                    <a:pt x="561348" y="0"/>
                  </a:lnTo>
                  <a:lnTo>
                    <a:pt x="567320" y="0"/>
                  </a:lnTo>
                  <a:lnTo>
                    <a:pt x="573292" y="0"/>
                  </a:lnTo>
                  <a:lnTo>
                    <a:pt x="579264" y="0"/>
                  </a:lnTo>
                  <a:lnTo>
                    <a:pt x="585235" y="0"/>
                  </a:lnTo>
                  <a:lnTo>
                    <a:pt x="591207" y="0"/>
                  </a:lnTo>
                  <a:lnTo>
                    <a:pt x="597179" y="0"/>
                  </a:lnTo>
                  <a:lnTo>
                    <a:pt x="603151" y="0"/>
                  </a:lnTo>
                  <a:lnTo>
                    <a:pt x="609123" y="0"/>
                  </a:lnTo>
                  <a:lnTo>
                    <a:pt x="615094" y="0"/>
                  </a:lnTo>
                  <a:lnTo>
                    <a:pt x="621066" y="0"/>
                  </a:lnTo>
                  <a:lnTo>
                    <a:pt x="627038" y="0"/>
                  </a:lnTo>
                  <a:lnTo>
                    <a:pt x="633010" y="0"/>
                  </a:lnTo>
                  <a:lnTo>
                    <a:pt x="638981" y="0"/>
                  </a:lnTo>
                  <a:lnTo>
                    <a:pt x="644953" y="0"/>
                  </a:lnTo>
                  <a:lnTo>
                    <a:pt x="650925" y="0"/>
                  </a:lnTo>
                  <a:lnTo>
                    <a:pt x="656897" y="0"/>
                  </a:lnTo>
                  <a:lnTo>
                    <a:pt x="662869" y="0"/>
                  </a:lnTo>
                  <a:lnTo>
                    <a:pt x="668840" y="0"/>
                  </a:lnTo>
                  <a:lnTo>
                    <a:pt x="674812" y="0"/>
                  </a:lnTo>
                  <a:lnTo>
                    <a:pt x="680784" y="0"/>
                  </a:lnTo>
                  <a:lnTo>
                    <a:pt x="686756" y="0"/>
                  </a:lnTo>
                  <a:lnTo>
                    <a:pt x="692728" y="0"/>
                  </a:lnTo>
                  <a:lnTo>
                    <a:pt x="698699" y="0"/>
                  </a:lnTo>
                  <a:lnTo>
                    <a:pt x="704671" y="0"/>
                  </a:lnTo>
                  <a:lnTo>
                    <a:pt x="710643" y="0"/>
                  </a:lnTo>
                  <a:lnTo>
                    <a:pt x="716615" y="0"/>
                  </a:lnTo>
                  <a:lnTo>
                    <a:pt x="722587" y="0"/>
                  </a:lnTo>
                  <a:lnTo>
                    <a:pt x="728558" y="0"/>
                  </a:lnTo>
                  <a:lnTo>
                    <a:pt x="734530" y="0"/>
                  </a:lnTo>
                  <a:lnTo>
                    <a:pt x="740502" y="0"/>
                  </a:lnTo>
                  <a:lnTo>
                    <a:pt x="746474" y="0"/>
                  </a:lnTo>
                  <a:lnTo>
                    <a:pt x="752446" y="0"/>
                  </a:lnTo>
                  <a:lnTo>
                    <a:pt x="758417" y="0"/>
                  </a:lnTo>
                  <a:lnTo>
                    <a:pt x="764389" y="0"/>
                  </a:lnTo>
                  <a:lnTo>
                    <a:pt x="770361" y="0"/>
                  </a:lnTo>
                  <a:lnTo>
                    <a:pt x="776333" y="0"/>
                  </a:lnTo>
                  <a:lnTo>
                    <a:pt x="782305" y="0"/>
                  </a:lnTo>
                  <a:lnTo>
                    <a:pt x="788276" y="0"/>
                  </a:lnTo>
                  <a:lnTo>
                    <a:pt x="794248" y="0"/>
                  </a:lnTo>
                  <a:lnTo>
                    <a:pt x="800220" y="0"/>
                  </a:lnTo>
                  <a:lnTo>
                    <a:pt x="806192" y="0"/>
                  </a:lnTo>
                  <a:lnTo>
                    <a:pt x="812164" y="0"/>
                  </a:lnTo>
                  <a:lnTo>
                    <a:pt x="818135" y="0"/>
                  </a:lnTo>
                  <a:lnTo>
                    <a:pt x="824107" y="0"/>
                  </a:lnTo>
                  <a:lnTo>
                    <a:pt x="830079" y="0"/>
                  </a:lnTo>
                  <a:lnTo>
                    <a:pt x="836051" y="0"/>
                  </a:lnTo>
                  <a:lnTo>
                    <a:pt x="842023" y="0"/>
                  </a:lnTo>
                  <a:lnTo>
                    <a:pt x="847994" y="0"/>
                  </a:lnTo>
                  <a:lnTo>
                    <a:pt x="853966" y="0"/>
                  </a:lnTo>
                  <a:lnTo>
                    <a:pt x="859938" y="0"/>
                  </a:lnTo>
                  <a:lnTo>
                    <a:pt x="865910" y="0"/>
                  </a:lnTo>
                  <a:lnTo>
                    <a:pt x="871881" y="0"/>
                  </a:lnTo>
                  <a:lnTo>
                    <a:pt x="877853" y="0"/>
                  </a:lnTo>
                  <a:lnTo>
                    <a:pt x="883825" y="0"/>
                  </a:lnTo>
                  <a:lnTo>
                    <a:pt x="889797" y="0"/>
                  </a:lnTo>
                  <a:lnTo>
                    <a:pt x="895769" y="0"/>
                  </a:lnTo>
                  <a:lnTo>
                    <a:pt x="901740" y="0"/>
                  </a:lnTo>
                  <a:lnTo>
                    <a:pt x="907712" y="0"/>
                  </a:lnTo>
                  <a:lnTo>
                    <a:pt x="913684" y="0"/>
                  </a:lnTo>
                  <a:lnTo>
                    <a:pt x="919656" y="0"/>
                  </a:lnTo>
                  <a:lnTo>
                    <a:pt x="925628" y="0"/>
                  </a:lnTo>
                  <a:lnTo>
                    <a:pt x="931599" y="0"/>
                  </a:lnTo>
                  <a:lnTo>
                    <a:pt x="937571" y="0"/>
                  </a:lnTo>
                  <a:lnTo>
                    <a:pt x="943543" y="0"/>
                  </a:lnTo>
                  <a:lnTo>
                    <a:pt x="949515" y="0"/>
                  </a:lnTo>
                  <a:lnTo>
                    <a:pt x="955487" y="0"/>
                  </a:lnTo>
                  <a:lnTo>
                    <a:pt x="961458" y="0"/>
                  </a:lnTo>
                  <a:lnTo>
                    <a:pt x="967430" y="0"/>
                  </a:lnTo>
                  <a:lnTo>
                    <a:pt x="973402" y="0"/>
                  </a:lnTo>
                  <a:lnTo>
                    <a:pt x="979374" y="0"/>
                  </a:lnTo>
                  <a:lnTo>
                    <a:pt x="985346" y="0"/>
                  </a:lnTo>
                  <a:lnTo>
                    <a:pt x="991317" y="0"/>
                  </a:lnTo>
                  <a:lnTo>
                    <a:pt x="997289" y="0"/>
                  </a:lnTo>
                  <a:lnTo>
                    <a:pt x="1003261" y="0"/>
                  </a:lnTo>
                  <a:lnTo>
                    <a:pt x="1009233" y="0"/>
                  </a:lnTo>
                  <a:lnTo>
                    <a:pt x="1015205" y="0"/>
                  </a:lnTo>
                  <a:lnTo>
                    <a:pt x="1021176" y="0"/>
                  </a:lnTo>
                  <a:lnTo>
                    <a:pt x="1027148" y="0"/>
                  </a:lnTo>
                  <a:lnTo>
                    <a:pt x="1033120" y="0"/>
                  </a:lnTo>
                  <a:lnTo>
                    <a:pt x="1039092" y="0"/>
                  </a:lnTo>
                  <a:lnTo>
                    <a:pt x="1045064" y="0"/>
                  </a:lnTo>
                  <a:lnTo>
                    <a:pt x="1051035" y="0"/>
                  </a:lnTo>
                  <a:lnTo>
                    <a:pt x="1057007" y="0"/>
                  </a:lnTo>
                  <a:lnTo>
                    <a:pt x="1062979" y="0"/>
                  </a:lnTo>
                  <a:lnTo>
                    <a:pt x="1068951" y="0"/>
                  </a:lnTo>
                  <a:lnTo>
                    <a:pt x="1074922" y="0"/>
                  </a:lnTo>
                  <a:lnTo>
                    <a:pt x="1080894" y="0"/>
                  </a:lnTo>
                  <a:lnTo>
                    <a:pt x="1086866" y="0"/>
                  </a:lnTo>
                  <a:lnTo>
                    <a:pt x="1092838" y="0"/>
                  </a:lnTo>
                  <a:lnTo>
                    <a:pt x="1098810" y="0"/>
                  </a:lnTo>
                  <a:lnTo>
                    <a:pt x="1104781" y="0"/>
                  </a:lnTo>
                  <a:lnTo>
                    <a:pt x="1110753" y="0"/>
                  </a:lnTo>
                  <a:lnTo>
                    <a:pt x="1116725" y="0"/>
                  </a:lnTo>
                  <a:lnTo>
                    <a:pt x="1122697" y="0"/>
                  </a:lnTo>
                  <a:lnTo>
                    <a:pt x="1128669" y="0"/>
                  </a:lnTo>
                  <a:lnTo>
                    <a:pt x="1134640" y="0"/>
                  </a:lnTo>
                  <a:lnTo>
                    <a:pt x="1140612" y="0"/>
                  </a:lnTo>
                  <a:lnTo>
                    <a:pt x="1146584" y="0"/>
                  </a:lnTo>
                  <a:lnTo>
                    <a:pt x="1152556" y="0"/>
                  </a:lnTo>
                  <a:lnTo>
                    <a:pt x="1158528" y="0"/>
                  </a:lnTo>
                  <a:lnTo>
                    <a:pt x="1164499" y="0"/>
                  </a:lnTo>
                  <a:lnTo>
                    <a:pt x="1170471" y="0"/>
                  </a:lnTo>
                  <a:lnTo>
                    <a:pt x="1176443" y="0"/>
                  </a:lnTo>
                  <a:lnTo>
                    <a:pt x="1182415" y="0"/>
                  </a:lnTo>
                  <a:lnTo>
                    <a:pt x="1188387" y="0"/>
                  </a:lnTo>
                  <a:lnTo>
                    <a:pt x="1194358" y="0"/>
                  </a:lnTo>
                  <a:lnTo>
                    <a:pt x="1200330" y="0"/>
                  </a:lnTo>
                  <a:lnTo>
                    <a:pt x="1206302" y="0"/>
                  </a:lnTo>
                  <a:lnTo>
                    <a:pt x="1212274" y="0"/>
                  </a:lnTo>
                  <a:lnTo>
                    <a:pt x="1218246" y="0"/>
                  </a:lnTo>
                  <a:lnTo>
                    <a:pt x="1224217" y="0"/>
                  </a:lnTo>
                  <a:lnTo>
                    <a:pt x="1230189" y="0"/>
                  </a:lnTo>
                  <a:lnTo>
                    <a:pt x="1236161" y="0"/>
                  </a:lnTo>
                  <a:lnTo>
                    <a:pt x="1242133" y="0"/>
                  </a:lnTo>
                  <a:lnTo>
                    <a:pt x="1248105" y="0"/>
                  </a:lnTo>
                  <a:lnTo>
                    <a:pt x="1254076" y="0"/>
                  </a:lnTo>
                  <a:lnTo>
                    <a:pt x="1260048" y="0"/>
                  </a:lnTo>
                  <a:lnTo>
                    <a:pt x="1266020" y="0"/>
                  </a:lnTo>
                  <a:lnTo>
                    <a:pt x="1271992" y="0"/>
                  </a:lnTo>
                  <a:lnTo>
                    <a:pt x="1277963" y="0"/>
                  </a:lnTo>
                  <a:lnTo>
                    <a:pt x="1283935" y="0"/>
                  </a:lnTo>
                  <a:lnTo>
                    <a:pt x="1289907" y="0"/>
                  </a:lnTo>
                  <a:lnTo>
                    <a:pt x="1295879" y="0"/>
                  </a:lnTo>
                  <a:lnTo>
                    <a:pt x="1301851" y="0"/>
                  </a:lnTo>
                  <a:lnTo>
                    <a:pt x="1307822" y="0"/>
                  </a:lnTo>
                  <a:lnTo>
                    <a:pt x="1313794" y="0"/>
                  </a:lnTo>
                  <a:lnTo>
                    <a:pt x="1319766" y="0"/>
                  </a:lnTo>
                  <a:lnTo>
                    <a:pt x="1325738" y="0"/>
                  </a:lnTo>
                  <a:lnTo>
                    <a:pt x="1331710" y="0"/>
                  </a:lnTo>
                  <a:lnTo>
                    <a:pt x="1337681" y="0"/>
                  </a:lnTo>
                  <a:lnTo>
                    <a:pt x="1343653" y="0"/>
                  </a:lnTo>
                  <a:lnTo>
                    <a:pt x="1349625" y="0"/>
                  </a:lnTo>
                  <a:lnTo>
                    <a:pt x="1355597" y="0"/>
                  </a:lnTo>
                  <a:lnTo>
                    <a:pt x="1361569" y="0"/>
                  </a:lnTo>
                  <a:lnTo>
                    <a:pt x="1367540" y="0"/>
                  </a:lnTo>
                  <a:lnTo>
                    <a:pt x="1373512" y="0"/>
                  </a:lnTo>
                  <a:lnTo>
                    <a:pt x="1379484" y="0"/>
                  </a:lnTo>
                  <a:lnTo>
                    <a:pt x="1385456" y="0"/>
                  </a:lnTo>
                  <a:lnTo>
                    <a:pt x="1391428" y="0"/>
                  </a:lnTo>
                  <a:lnTo>
                    <a:pt x="1397399" y="0"/>
                  </a:lnTo>
                  <a:lnTo>
                    <a:pt x="1403371" y="0"/>
                  </a:lnTo>
                  <a:lnTo>
                    <a:pt x="1409343" y="0"/>
                  </a:lnTo>
                  <a:lnTo>
                    <a:pt x="1415315" y="0"/>
                  </a:lnTo>
                  <a:lnTo>
                    <a:pt x="1421287" y="0"/>
                  </a:lnTo>
                  <a:lnTo>
                    <a:pt x="1427258" y="0"/>
                  </a:lnTo>
                  <a:lnTo>
                    <a:pt x="1433230" y="0"/>
                  </a:lnTo>
                  <a:lnTo>
                    <a:pt x="1439202" y="0"/>
                  </a:lnTo>
                  <a:lnTo>
                    <a:pt x="1445174" y="0"/>
                  </a:lnTo>
                  <a:lnTo>
                    <a:pt x="1451146" y="0"/>
                  </a:lnTo>
                  <a:lnTo>
                    <a:pt x="1457117" y="0"/>
                  </a:lnTo>
                  <a:lnTo>
                    <a:pt x="1463089" y="0"/>
                  </a:lnTo>
                  <a:lnTo>
                    <a:pt x="1469061" y="0"/>
                  </a:lnTo>
                  <a:lnTo>
                    <a:pt x="1475033" y="0"/>
                  </a:lnTo>
                  <a:lnTo>
                    <a:pt x="1481005" y="0"/>
                  </a:lnTo>
                  <a:lnTo>
                    <a:pt x="1486976" y="0"/>
                  </a:lnTo>
                  <a:lnTo>
                    <a:pt x="1492948" y="0"/>
                  </a:lnTo>
                  <a:lnTo>
                    <a:pt x="1498920" y="0"/>
                  </a:lnTo>
                  <a:lnTo>
                    <a:pt x="1504892" y="0"/>
                  </a:lnTo>
                  <a:lnTo>
                    <a:pt x="1510863" y="0"/>
                  </a:lnTo>
                  <a:lnTo>
                    <a:pt x="1516835" y="0"/>
                  </a:lnTo>
                  <a:lnTo>
                    <a:pt x="1522807" y="0"/>
                  </a:lnTo>
                  <a:lnTo>
                    <a:pt x="1528779" y="0"/>
                  </a:lnTo>
                  <a:lnTo>
                    <a:pt x="1534751" y="0"/>
                  </a:lnTo>
                  <a:lnTo>
                    <a:pt x="1540722" y="0"/>
                  </a:lnTo>
                  <a:lnTo>
                    <a:pt x="1546694" y="0"/>
                  </a:lnTo>
                  <a:lnTo>
                    <a:pt x="1552666" y="0"/>
                  </a:lnTo>
                  <a:lnTo>
                    <a:pt x="1558638" y="0"/>
                  </a:lnTo>
                  <a:lnTo>
                    <a:pt x="1564610" y="0"/>
                  </a:lnTo>
                  <a:lnTo>
                    <a:pt x="1570581" y="0"/>
                  </a:lnTo>
                  <a:lnTo>
                    <a:pt x="1576553" y="0"/>
                  </a:lnTo>
                  <a:lnTo>
                    <a:pt x="1582525" y="0"/>
                  </a:lnTo>
                  <a:lnTo>
                    <a:pt x="1588497" y="0"/>
                  </a:lnTo>
                  <a:lnTo>
                    <a:pt x="1594469" y="0"/>
                  </a:lnTo>
                  <a:lnTo>
                    <a:pt x="1600440" y="0"/>
                  </a:lnTo>
                  <a:lnTo>
                    <a:pt x="1606412" y="0"/>
                  </a:lnTo>
                  <a:lnTo>
                    <a:pt x="1612384" y="0"/>
                  </a:lnTo>
                  <a:lnTo>
                    <a:pt x="1618356" y="0"/>
                  </a:lnTo>
                  <a:lnTo>
                    <a:pt x="1624328" y="0"/>
                  </a:lnTo>
                  <a:lnTo>
                    <a:pt x="1630299" y="0"/>
                  </a:lnTo>
                  <a:lnTo>
                    <a:pt x="1636271" y="0"/>
                  </a:lnTo>
                  <a:lnTo>
                    <a:pt x="1642243" y="0"/>
                  </a:lnTo>
                  <a:lnTo>
                    <a:pt x="1648215" y="0"/>
                  </a:lnTo>
                  <a:lnTo>
                    <a:pt x="1654187" y="0"/>
                  </a:lnTo>
                  <a:lnTo>
                    <a:pt x="1660158" y="0"/>
                  </a:lnTo>
                  <a:lnTo>
                    <a:pt x="1666130" y="0"/>
                  </a:lnTo>
                  <a:lnTo>
                    <a:pt x="1672102" y="0"/>
                  </a:lnTo>
                  <a:lnTo>
                    <a:pt x="1678074" y="0"/>
                  </a:lnTo>
                  <a:lnTo>
                    <a:pt x="1684046" y="0"/>
                  </a:lnTo>
                  <a:lnTo>
                    <a:pt x="1690017" y="0"/>
                  </a:lnTo>
                  <a:lnTo>
                    <a:pt x="1695989" y="0"/>
                  </a:lnTo>
                  <a:lnTo>
                    <a:pt x="1701961" y="0"/>
                  </a:lnTo>
                  <a:lnTo>
                    <a:pt x="1707933" y="0"/>
                  </a:lnTo>
                  <a:lnTo>
                    <a:pt x="1713904" y="0"/>
                  </a:lnTo>
                  <a:lnTo>
                    <a:pt x="1719876" y="0"/>
                  </a:lnTo>
                  <a:lnTo>
                    <a:pt x="1725848" y="0"/>
                  </a:lnTo>
                  <a:lnTo>
                    <a:pt x="1731820" y="0"/>
                  </a:lnTo>
                  <a:lnTo>
                    <a:pt x="1737792" y="0"/>
                  </a:lnTo>
                  <a:lnTo>
                    <a:pt x="1743763" y="0"/>
                  </a:lnTo>
                  <a:lnTo>
                    <a:pt x="1749735" y="0"/>
                  </a:lnTo>
                  <a:lnTo>
                    <a:pt x="1755707" y="0"/>
                  </a:lnTo>
                  <a:lnTo>
                    <a:pt x="1761679" y="0"/>
                  </a:lnTo>
                  <a:lnTo>
                    <a:pt x="1767651" y="0"/>
                  </a:lnTo>
                  <a:lnTo>
                    <a:pt x="1773622" y="0"/>
                  </a:lnTo>
                  <a:lnTo>
                    <a:pt x="1779594" y="0"/>
                  </a:lnTo>
                  <a:lnTo>
                    <a:pt x="1785566" y="0"/>
                  </a:lnTo>
                  <a:lnTo>
                    <a:pt x="1791538" y="0"/>
                  </a:lnTo>
                  <a:lnTo>
                    <a:pt x="1797510" y="0"/>
                  </a:lnTo>
                  <a:lnTo>
                    <a:pt x="1803481" y="0"/>
                  </a:lnTo>
                  <a:lnTo>
                    <a:pt x="1809453" y="0"/>
                  </a:lnTo>
                  <a:lnTo>
                    <a:pt x="1815425" y="0"/>
                  </a:lnTo>
                  <a:lnTo>
                    <a:pt x="1821397" y="0"/>
                  </a:lnTo>
                  <a:lnTo>
                    <a:pt x="1827369" y="0"/>
                  </a:lnTo>
                  <a:lnTo>
                    <a:pt x="1833340" y="0"/>
                  </a:lnTo>
                  <a:lnTo>
                    <a:pt x="1839312" y="0"/>
                  </a:lnTo>
                  <a:lnTo>
                    <a:pt x="1845284" y="0"/>
                  </a:lnTo>
                  <a:lnTo>
                    <a:pt x="1851256" y="0"/>
                  </a:lnTo>
                  <a:lnTo>
                    <a:pt x="1857228" y="0"/>
                  </a:lnTo>
                  <a:lnTo>
                    <a:pt x="1863199" y="0"/>
                  </a:lnTo>
                  <a:lnTo>
                    <a:pt x="1869171" y="0"/>
                  </a:lnTo>
                  <a:lnTo>
                    <a:pt x="1875143" y="0"/>
                  </a:lnTo>
                  <a:lnTo>
                    <a:pt x="1881115" y="0"/>
                  </a:lnTo>
                  <a:lnTo>
                    <a:pt x="1887087" y="0"/>
                  </a:lnTo>
                  <a:lnTo>
                    <a:pt x="1893058" y="0"/>
                  </a:lnTo>
                  <a:lnTo>
                    <a:pt x="1899030" y="0"/>
                  </a:lnTo>
                  <a:lnTo>
                    <a:pt x="1905002" y="0"/>
                  </a:lnTo>
                  <a:lnTo>
                    <a:pt x="1910974" y="0"/>
                  </a:lnTo>
                  <a:lnTo>
                    <a:pt x="1916945" y="0"/>
                  </a:lnTo>
                  <a:lnTo>
                    <a:pt x="1922917" y="0"/>
                  </a:lnTo>
                  <a:lnTo>
                    <a:pt x="1928889" y="0"/>
                  </a:lnTo>
                  <a:lnTo>
                    <a:pt x="1934861" y="0"/>
                  </a:lnTo>
                  <a:lnTo>
                    <a:pt x="1940833" y="0"/>
                  </a:lnTo>
                  <a:lnTo>
                    <a:pt x="1946804" y="0"/>
                  </a:lnTo>
                  <a:lnTo>
                    <a:pt x="1952776" y="0"/>
                  </a:lnTo>
                  <a:lnTo>
                    <a:pt x="1958748" y="0"/>
                  </a:lnTo>
                  <a:lnTo>
                    <a:pt x="1964720" y="0"/>
                  </a:lnTo>
                  <a:lnTo>
                    <a:pt x="1970692" y="0"/>
                  </a:lnTo>
                  <a:lnTo>
                    <a:pt x="1976663" y="0"/>
                  </a:lnTo>
                  <a:lnTo>
                    <a:pt x="1982635" y="0"/>
                  </a:lnTo>
                  <a:lnTo>
                    <a:pt x="1988607" y="0"/>
                  </a:lnTo>
                  <a:lnTo>
                    <a:pt x="1994579" y="0"/>
                  </a:lnTo>
                  <a:lnTo>
                    <a:pt x="2000551" y="0"/>
                  </a:lnTo>
                  <a:lnTo>
                    <a:pt x="2006522" y="0"/>
                  </a:lnTo>
                  <a:lnTo>
                    <a:pt x="2012494" y="0"/>
                  </a:lnTo>
                  <a:lnTo>
                    <a:pt x="2018466" y="0"/>
                  </a:lnTo>
                  <a:lnTo>
                    <a:pt x="2024438" y="0"/>
                  </a:lnTo>
                  <a:lnTo>
                    <a:pt x="2030410" y="0"/>
                  </a:lnTo>
                  <a:lnTo>
                    <a:pt x="2036381" y="0"/>
                  </a:lnTo>
                  <a:lnTo>
                    <a:pt x="2042353" y="0"/>
                  </a:lnTo>
                  <a:lnTo>
                    <a:pt x="2048325" y="0"/>
                  </a:lnTo>
                  <a:lnTo>
                    <a:pt x="2054297" y="0"/>
                  </a:lnTo>
                  <a:lnTo>
                    <a:pt x="2060269" y="0"/>
                  </a:lnTo>
                  <a:lnTo>
                    <a:pt x="2066240" y="0"/>
                  </a:lnTo>
                  <a:lnTo>
                    <a:pt x="2072212" y="0"/>
                  </a:lnTo>
                  <a:lnTo>
                    <a:pt x="2078184" y="0"/>
                  </a:lnTo>
                  <a:lnTo>
                    <a:pt x="2084156" y="0"/>
                  </a:lnTo>
                  <a:lnTo>
                    <a:pt x="2090128" y="0"/>
                  </a:lnTo>
                  <a:lnTo>
                    <a:pt x="2096099" y="0"/>
                  </a:lnTo>
                  <a:lnTo>
                    <a:pt x="2102071" y="0"/>
                  </a:lnTo>
                  <a:lnTo>
                    <a:pt x="2108043" y="0"/>
                  </a:lnTo>
                  <a:lnTo>
                    <a:pt x="2114015" y="0"/>
                  </a:lnTo>
                  <a:lnTo>
                    <a:pt x="2119987" y="0"/>
                  </a:lnTo>
                  <a:lnTo>
                    <a:pt x="2125958" y="0"/>
                  </a:lnTo>
                  <a:lnTo>
                    <a:pt x="2131930" y="0"/>
                  </a:lnTo>
                  <a:lnTo>
                    <a:pt x="2137902" y="0"/>
                  </a:lnTo>
                  <a:lnTo>
                    <a:pt x="2143874" y="0"/>
                  </a:lnTo>
                  <a:lnTo>
                    <a:pt x="2149845" y="0"/>
                  </a:lnTo>
                  <a:lnTo>
                    <a:pt x="2155817" y="0"/>
                  </a:lnTo>
                  <a:lnTo>
                    <a:pt x="2161789" y="0"/>
                  </a:lnTo>
                  <a:lnTo>
                    <a:pt x="2167761" y="0"/>
                  </a:lnTo>
                  <a:lnTo>
                    <a:pt x="2173733" y="0"/>
                  </a:lnTo>
                  <a:lnTo>
                    <a:pt x="2179704" y="0"/>
                  </a:lnTo>
                  <a:lnTo>
                    <a:pt x="2185676" y="0"/>
                  </a:lnTo>
                  <a:lnTo>
                    <a:pt x="2191648" y="0"/>
                  </a:lnTo>
                  <a:lnTo>
                    <a:pt x="2197620" y="0"/>
                  </a:lnTo>
                  <a:lnTo>
                    <a:pt x="2203592" y="0"/>
                  </a:lnTo>
                  <a:lnTo>
                    <a:pt x="2209563" y="0"/>
                  </a:lnTo>
                  <a:lnTo>
                    <a:pt x="2215535" y="0"/>
                  </a:lnTo>
                  <a:lnTo>
                    <a:pt x="2221507" y="0"/>
                  </a:lnTo>
                  <a:lnTo>
                    <a:pt x="2227479" y="0"/>
                  </a:lnTo>
                  <a:lnTo>
                    <a:pt x="2233451" y="0"/>
                  </a:lnTo>
                  <a:lnTo>
                    <a:pt x="2239422" y="0"/>
                  </a:lnTo>
                  <a:lnTo>
                    <a:pt x="2245394" y="0"/>
                  </a:lnTo>
                  <a:lnTo>
                    <a:pt x="2251366" y="0"/>
                  </a:lnTo>
                  <a:lnTo>
                    <a:pt x="2257338" y="0"/>
                  </a:lnTo>
                  <a:lnTo>
                    <a:pt x="2263310" y="0"/>
                  </a:lnTo>
                  <a:lnTo>
                    <a:pt x="2269281" y="0"/>
                  </a:lnTo>
                  <a:lnTo>
                    <a:pt x="2275253" y="0"/>
                  </a:lnTo>
                  <a:lnTo>
                    <a:pt x="2281225" y="0"/>
                  </a:lnTo>
                  <a:lnTo>
                    <a:pt x="2287197" y="0"/>
                  </a:lnTo>
                  <a:lnTo>
                    <a:pt x="2293169" y="0"/>
                  </a:lnTo>
                  <a:lnTo>
                    <a:pt x="2299140" y="0"/>
                  </a:lnTo>
                  <a:lnTo>
                    <a:pt x="2305112" y="0"/>
                  </a:lnTo>
                  <a:lnTo>
                    <a:pt x="2311084" y="0"/>
                  </a:lnTo>
                  <a:lnTo>
                    <a:pt x="2317056" y="0"/>
                  </a:lnTo>
                  <a:lnTo>
                    <a:pt x="2323028" y="0"/>
                  </a:lnTo>
                  <a:lnTo>
                    <a:pt x="2328999" y="0"/>
                  </a:lnTo>
                  <a:lnTo>
                    <a:pt x="2334971" y="0"/>
                  </a:lnTo>
                  <a:lnTo>
                    <a:pt x="2340943" y="0"/>
                  </a:lnTo>
                  <a:lnTo>
                    <a:pt x="2346915" y="0"/>
                  </a:lnTo>
                  <a:lnTo>
                    <a:pt x="2352886" y="0"/>
                  </a:lnTo>
                  <a:lnTo>
                    <a:pt x="2358858" y="0"/>
                  </a:lnTo>
                  <a:lnTo>
                    <a:pt x="2364830" y="0"/>
                  </a:lnTo>
                  <a:lnTo>
                    <a:pt x="2370802" y="0"/>
                  </a:lnTo>
                  <a:lnTo>
                    <a:pt x="2376774" y="0"/>
                  </a:lnTo>
                  <a:lnTo>
                    <a:pt x="2382745" y="0"/>
                  </a:lnTo>
                  <a:lnTo>
                    <a:pt x="2388717" y="0"/>
                  </a:lnTo>
                  <a:lnTo>
                    <a:pt x="2394689" y="0"/>
                  </a:lnTo>
                  <a:lnTo>
                    <a:pt x="2400661" y="0"/>
                  </a:lnTo>
                  <a:lnTo>
                    <a:pt x="2406633" y="0"/>
                  </a:lnTo>
                  <a:lnTo>
                    <a:pt x="2412604" y="0"/>
                  </a:lnTo>
                  <a:lnTo>
                    <a:pt x="2418576" y="0"/>
                  </a:lnTo>
                  <a:lnTo>
                    <a:pt x="2424548" y="0"/>
                  </a:lnTo>
                  <a:lnTo>
                    <a:pt x="2430520" y="0"/>
                  </a:lnTo>
                  <a:lnTo>
                    <a:pt x="2436492" y="0"/>
                  </a:lnTo>
                  <a:lnTo>
                    <a:pt x="2442463" y="0"/>
                  </a:lnTo>
                  <a:lnTo>
                    <a:pt x="2448435" y="0"/>
                  </a:lnTo>
                  <a:lnTo>
                    <a:pt x="2454407" y="0"/>
                  </a:lnTo>
                  <a:lnTo>
                    <a:pt x="2460379" y="0"/>
                  </a:lnTo>
                  <a:lnTo>
                    <a:pt x="2466351" y="0"/>
                  </a:lnTo>
                  <a:lnTo>
                    <a:pt x="2472322" y="0"/>
                  </a:lnTo>
                  <a:lnTo>
                    <a:pt x="2478294" y="0"/>
                  </a:lnTo>
                  <a:lnTo>
                    <a:pt x="2484266" y="0"/>
                  </a:lnTo>
                  <a:lnTo>
                    <a:pt x="2490238" y="0"/>
                  </a:lnTo>
                  <a:lnTo>
                    <a:pt x="2496210" y="0"/>
                  </a:lnTo>
                  <a:lnTo>
                    <a:pt x="2502181" y="0"/>
                  </a:lnTo>
                  <a:lnTo>
                    <a:pt x="2508153" y="0"/>
                  </a:lnTo>
                  <a:lnTo>
                    <a:pt x="2514125" y="0"/>
                  </a:lnTo>
                  <a:lnTo>
                    <a:pt x="2520097" y="0"/>
                  </a:lnTo>
                  <a:lnTo>
                    <a:pt x="2526069" y="0"/>
                  </a:lnTo>
                  <a:lnTo>
                    <a:pt x="2532040" y="0"/>
                  </a:lnTo>
                  <a:lnTo>
                    <a:pt x="2538012" y="0"/>
                  </a:lnTo>
                  <a:lnTo>
                    <a:pt x="2543984" y="0"/>
                  </a:lnTo>
                  <a:lnTo>
                    <a:pt x="2549956" y="0"/>
                  </a:lnTo>
                  <a:lnTo>
                    <a:pt x="2555927" y="0"/>
                  </a:lnTo>
                  <a:lnTo>
                    <a:pt x="2561899" y="0"/>
                  </a:lnTo>
                  <a:lnTo>
                    <a:pt x="2567871" y="0"/>
                  </a:lnTo>
                  <a:lnTo>
                    <a:pt x="2573843" y="0"/>
                  </a:lnTo>
                  <a:lnTo>
                    <a:pt x="2579815" y="0"/>
                  </a:lnTo>
                  <a:lnTo>
                    <a:pt x="2585786" y="0"/>
                  </a:lnTo>
                  <a:lnTo>
                    <a:pt x="2591758" y="0"/>
                  </a:lnTo>
                  <a:lnTo>
                    <a:pt x="2597730" y="0"/>
                  </a:lnTo>
                  <a:lnTo>
                    <a:pt x="2603702" y="0"/>
                  </a:lnTo>
                  <a:lnTo>
                    <a:pt x="2609674" y="0"/>
                  </a:lnTo>
                  <a:lnTo>
                    <a:pt x="2615645" y="0"/>
                  </a:lnTo>
                  <a:lnTo>
                    <a:pt x="2621617" y="0"/>
                  </a:lnTo>
                  <a:lnTo>
                    <a:pt x="2627589" y="0"/>
                  </a:lnTo>
                  <a:lnTo>
                    <a:pt x="2633561" y="0"/>
                  </a:lnTo>
                  <a:lnTo>
                    <a:pt x="2639533" y="0"/>
                  </a:lnTo>
                  <a:lnTo>
                    <a:pt x="2645504" y="0"/>
                  </a:lnTo>
                  <a:lnTo>
                    <a:pt x="2651476" y="0"/>
                  </a:lnTo>
                  <a:lnTo>
                    <a:pt x="2657448" y="0"/>
                  </a:lnTo>
                  <a:lnTo>
                    <a:pt x="2663420" y="0"/>
                  </a:lnTo>
                  <a:lnTo>
                    <a:pt x="2669392" y="0"/>
                  </a:lnTo>
                  <a:lnTo>
                    <a:pt x="2675363" y="0"/>
                  </a:lnTo>
                  <a:lnTo>
                    <a:pt x="2681335" y="0"/>
                  </a:lnTo>
                  <a:lnTo>
                    <a:pt x="2687307" y="0"/>
                  </a:lnTo>
                  <a:lnTo>
                    <a:pt x="2693279" y="0"/>
                  </a:lnTo>
                  <a:lnTo>
                    <a:pt x="2699251" y="0"/>
                  </a:lnTo>
                  <a:lnTo>
                    <a:pt x="2705222" y="0"/>
                  </a:lnTo>
                  <a:lnTo>
                    <a:pt x="2711194" y="0"/>
                  </a:lnTo>
                  <a:lnTo>
                    <a:pt x="2717166" y="0"/>
                  </a:lnTo>
                  <a:lnTo>
                    <a:pt x="2723138" y="0"/>
                  </a:lnTo>
                  <a:lnTo>
                    <a:pt x="2729110" y="0"/>
                  </a:lnTo>
                  <a:lnTo>
                    <a:pt x="2735081" y="0"/>
                  </a:lnTo>
                  <a:lnTo>
                    <a:pt x="2741053" y="0"/>
                  </a:lnTo>
                  <a:lnTo>
                    <a:pt x="2747025" y="0"/>
                  </a:lnTo>
                  <a:lnTo>
                    <a:pt x="2752997" y="0"/>
                  </a:lnTo>
                  <a:lnTo>
                    <a:pt x="2758969" y="0"/>
                  </a:lnTo>
                  <a:lnTo>
                    <a:pt x="2764940" y="0"/>
                  </a:lnTo>
                  <a:lnTo>
                    <a:pt x="2770912" y="0"/>
                  </a:lnTo>
                  <a:lnTo>
                    <a:pt x="2776884" y="0"/>
                  </a:lnTo>
                  <a:lnTo>
                    <a:pt x="2782856" y="0"/>
                  </a:lnTo>
                  <a:lnTo>
                    <a:pt x="2788827" y="0"/>
                  </a:lnTo>
                  <a:lnTo>
                    <a:pt x="2794799" y="0"/>
                  </a:lnTo>
                  <a:lnTo>
                    <a:pt x="2800771" y="0"/>
                  </a:lnTo>
                  <a:lnTo>
                    <a:pt x="2806743" y="0"/>
                  </a:lnTo>
                  <a:lnTo>
                    <a:pt x="2812715" y="0"/>
                  </a:lnTo>
                  <a:lnTo>
                    <a:pt x="2818686" y="0"/>
                  </a:lnTo>
                  <a:lnTo>
                    <a:pt x="2824658" y="0"/>
                  </a:lnTo>
                  <a:lnTo>
                    <a:pt x="2830630" y="0"/>
                  </a:lnTo>
                  <a:lnTo>
                    <a:pt x="2836602" y="0"/>
                  </a:lnTo>
                  <a:lnTo>
                    <a:pt x="2842574" y="0"/>
                  </a:lnTo>
                  <a:lnTo>
                    <a:pt x="2848545" y="0"/>
                  </a:lnTo>
                  <a:lnTo>
                    <a:pt x="2854517" y="0"/>
                  </a:lnTo>
                  <a:lnTo>
                    <a:pt x="2860489" y="0"/>
                  </a:lnTo>
                  <a:lnTo>
                    <a:pt x="2866461" y="0"/>
                  </a:lnTo>
                  <a:lnTo>
                    <a:pt x="2872433" y="0"/>
                  </a:lnTo>
                  <a:lnTo>
                    <a:pt x="2878404" y="0"/>
                  </a:lnTo>
                  <a:lnTo>
                    <a:pt x="2884376" y="0"/>
                  </a:lnTo>
                  <a:lnTo>
                    <a:pt x="2890348" y="0"/>
                  </a:lnTo>
                  <a:lnTo>
                    <a:pt x="2896320" y="0"/>
                  </a:lnTo>
                  <a:lnTo>
                    <a:pt x="2902292" y="0"/>
                  </a:lnTo>
                  <a:lnTo>
                    <a:pt x="2908263" y="0"/>
                  </a:lnTo>
                  <a:lnTo>
                    <a:pt x="2914235" y="0"/>
                  </a:lnTo>
                  <a:lnTo>
                    <a:pt x="2920207" y="0"/>
                  </a:lnTo>
                  <a:lnTo>
                    <a:pt x="2926179" y="0"/>
                  </a:lnTo>
                  <a:lnTo>
                    <a:pt x="2932151" y="0"/>
                  </a:lnTo>
                  <a:lnTo>
                    <a:pt x="2938122" y="0"/>
                  </a:lnTo>
                  <a:lnTo>
                    <a:pt x="2944094" y="0"/>
                  </a:lnTo>
                  <a:lnTo>
                    <a:pt x="2950066" y="0"/>
                  </a:lnTo>
                  <a:lnTo>
                    <a:pt x="2956038" y="0"/>
                  </a:lnTo>
                  <a:lnTo>
                    <a:pt x="2962010" y="0"/>
                  </a:lnTo>
                  <a:lnTo>
                    <a:pt x="2967981" y="0"/>
                  </a:lnTo>
                  <a:lnTo>
                    <a:pt x="2973953" y="0"/>
                  </a:lnTo>
                  <a:lnTo>
                    <a:pt x="2979925" y="0"/>
                  </a:lnTo>
                  <a:lnTo>
                    <a:pt x="2985897" y="0"/>
                  </a:lnTo>
                  <a:lnTo>
                    <a:pt x="2985897" y="102173"/>
                  </a:lnTo>
                  <a:lnTo>
                    <a:pt x="2979925" y="102173"/>
                  </a:lnTo>
                  <a:lnTo>
                    <a:pt x="2973953" y="102173"/>
                  </a:lnTo>
                  <a:lnTo>
                    <a:pt x="2967981" y="102173"/>
                  </a:lnTo>
                  <a:lnTo>
                    <a:pt x="2962010" y="102173"/>
                  </a:lnTo>
                  <a:lnTo>
                    <a:pt x="2956038" y="102173"/>
                  </a:lnTo>
                  <a:lnTo>
                    <a:pt x="2950066" y="102173"/>
                  </a:lnTo>
                  <a:lnTo>
                    <a:pt x="2944094" y="102173"/>
                  </a:lnTo>
                  <a:lnTo>
                    <a:pt x="2938122" y="102173"/>
                  </a:lnTo>
                  <a:lnTo>
                    <a:pt x="2932151" y="102173"/>
                  </a:lnTo>
                  <a:lnTo>
                    <a:pt x="2926179" y="102173"/>
                  </a:lnTo>
                  <a:lnTo>
                    <a:pt x="2920207" y="102173"/>
                  </a:lnTo>
                  <a:lnTo>
                    <a:pt x="2914235" y="102173"/>
                  </a:lnTo>
                  <a:lnTo>
                    <a:pt x="2908263" y="102173"/>
                  </a:lnTo>
                  <a:lnTo>
                    <a:pt x="2902292" y="102173"/>
                  </a:lnTo>
                  <a:lnTo>
                    <a:pt x="2896320" y="102173"/>
                  </a:lnTo>
                  <a:lnTo>
                    <a:pt x="2890348" y="102173"/>
                  </a:lnTo>
                  <a:lnTo>
                    <a:pt x="2884376" y="102173"/>
                  </a:lnTo>
                  <a:lnTo>
                    <a:pt x="2878404" y="102173"/>
                  </a:lnTo>
                  <a:lnTo>
                    <a:pt x="2872433" y="102173"/>
                  </a:lnTo>
                  <a:lnTo>
                    <a:pt x="2866461" y="102173"/>
                  </a:lnTo>
                  <a:lnTo>
                    <a:pt x="2860489" y="102173"/>
                  </a:lnTo>
                  <a:lnTo>
                    <a:pt x="2854517" y="102173"/>
                  </a:lnTo>
                  <a:lnTo>
                    <a:pt x="2848545" y="102173"/>
                  </a:lnTo>
                  <a:lnTo>
                    <a:pt x="2842574" y="102173"/>
                  </a:lnTo>
                  <a:lnTo>
                    <a:pt x="2836602" y="102173"/>
                  </a:lnTo>
                  <a:lnTo>
                    <a:pt x="2830630" y="102173"/>
                  </a:lnTo>
                  <a:lnTo>
                    <a:pt x="2824658" y="102173"/>
                  </a:lnTo>
                  <a:lnTo>
                    <a:pt x="2818686" y="102173"/>
                  </a:lnTo>
                  <a:lnTo>
                    <a:pt x="2812715" y="102173"/>
                  </a:lnTo>
                  <a:lnTo>
                    <a:pt x="2806743" y="102173"/>
                  </a:lnTo>
                  <a:lnTo>
                    <a:pt x="2800771" y="102173"/>
                  </a:lnTo>
                  <a:lnTo>
                    <a:pt x="2794799" y="102173"/>
                  </a:lnTo>
                  <a:lnTo>
                    <a:pt x="2788827" y="102173"/>
                  </a:lnTo>
                  <a:lnTo>
                    <a:pt x="2782856" y="102173"/>
                  </a:lnTo>
                  <a:lnTo>
                    <a:pt x="2776884" y="102173"/>
                  </a:lnTo>
                  <a:lnTo>
                    <a:pt x="2770912" y="102173"/>
                  </a:lnTo>
                  <a:lnTo>
                    <a:pt x="2764940" y="102173"/>
                  </a:lnTo>
                  <a:lnTo>
                    <a:pt x="2758969" y="102173"/>
                  </a:lnTo>
                  <a:lnTo>
                    <a:pt x="2752997" y="102173"/>
                  </a:lnTo>
                  <a:lnTo>
                    <a:pt x="2747025" y="102173"/>
                  </a:lnTo>
                  <a:lnTo>
                    <a:pt x="2741053" y="102173"/>
                  </a:lnTo>
                  <a:lnTo>
                    <a:pt x="2735081" y="102173"/>
                  </a:lnTo>
                  <a:lnTo>
                    <a:pt x="2729110" y="102173"/>
                  </a:lnTo>
                  <a:lnTo>
                    <a:pt x="2723138" y="102173"/>
                  </a:lnTo>
                  <a:lnTo>
                    <a:pt x="2717166" y="102173"/>
                  </a:lnTo>
                  <a:lnTo>
                    <a:pt x="2711194" y="102173"/>
                  </a:lnTo>
                  <a:lnTo>
                    <a:pt x="2705222" y="102173"/>
                  </a:lnTo>
                  <a:lnTo>
                    <a:pt x="2699251" y="102173"/>
                  </a:lnTo>
                  <a:lnTo>
                    <a:pt x="2693279" y="102173"/>
                  </a:lnTo>
                  <a:lnTo>
                    <a:pt x="2687307" y="102173"/>
                  </a:lnTo>
                  <a:lnTo>
                    <a:pt x="2681335" y="102173"/>
                  </a:lnTo>
                  <a:lnTo>
                    <a:pt x="2675363" y="102173"/>
                  </a:lnTo>
                  <a:lnTo>
                    <a:pt x="2669392" y="102173"/>
                  </a:lnTo>
                  <a:lnTo>
                    <a:pt x="2663420" y="102173"/>
                  </a:lnTo>
                  <a:lnTo>
                    <a:pt x="2657448" y="102173"/>
                  </a:lnTo>
                  <a:lnTo>
                    <a:pt x="2651476" y="102173"/>
                  </a:lnTo>
                  <a:lnTo>
                    <a:pt x="2645504" y="102173"/>
                  </a:lnTo>
                  <a:lnTo>
                    <a:pt x="2639533" y="102173"/>
                  </a:lnTo>
                  <a:lnTo>
                    <a:pt x="2633561" y="102173"/>
                  </a:lnTo>
                  <a:lnTo>
                    <a:pt x="2627589" y="102173"/>
                  </a:lnTo>
                  <a:lnTo>
                    <a:pt x="2621617" y="102173"/>
                  </a:lnTo>
                  <a:lnTo>
                    <a:pt x="2615645" y="102173"/>
                  </a:lnTo>
                  <a:lnTo>
                    <a:pt x="2609674" y="102173"/>
                  </a:lnTo>
                  <a:lnTo>
                    <a:pt x="2603702" y="102173"/>
                  </a:lnTo>
                  <a:lnTo>
                    <a:pt x="2597730" y="102173"/>
                  </a:lnTo>
                  <a:lnTo>
                    <a:pt x="2591758" y="102173"/>
                  </a:lnTo>
                  <a:lnTo>
                    <a:pt x="2585786" y="102173"/>
                  </a:lnTo>
                  <a:lnTo>
                    <a:pt x="2579815" y="102173"/>
                  </a:lnTo>
                  <a:lnTo>
                    <a:pt x="2573843" y="102173"/>
                  </a:lnTo>
                  <a:lnTo>
                    <a:pt x="2567871" y="102173"/>
                  </a:lnTo>
                  <a:lnTo>
                    <a:pt x="2561899" y="102173"/>
                  </a:lnTo>
                  <a:lnTo>
                    <a:pt x="2555927" y="102173"/>
                  </a:lnTo>
                  <a:lnTo>
                    <a:pt x="2549956" y="102173"/>
                  </a:lnTo>
                  <a:lnTo>
                    <a:pt x="2543984" y="102173"/>
                  </a:lnTo>
                  <a:lnTo>
                    <a:pt x="2538012" y="102173"/>
                  </a:lnTo>
                  <a:lnTo>
                    <a:pt x="2532040" y="102173"/>
                  </a:lnTo>
                  <a:lnTo>
                    <a:pt x="2526069" y="102173"/>
                  </a:lnTo>
                  <a:lnTo>
                    <a:pt x="2520097" y="102173"/>
                  </a:lnTo>
                  <a:lnTo>
                    <a:pt x="2514125" y="102173"/>
                  </a:lnTo>
                  <a:lnTo>
                    <a:pt x="2508153" y="102173"/>
                  </a:lnTo>
                  <a:lnTo>
                    <a:pt x="2502181" y="102173"/>
                  </a:lnTo>
                  <a:lnTo>
                    <a:pt x="2496210" y="102173"/>
                  </a:lnTo>
                  <a:lnTo>
                    <a:pt x="2490238" y="102173"/>
                  </a:lnTo>
                  <a:lnTo>
                    <a:pt x="2484266" y="102173"/>
                  </a:lnTo>
                  <a:lnTo>
                    <a:pt x="2478294" y="102173"/>
                  </a:lnTo>
                  <a:lnTo>
                    <a:pt x="2472322" y="102173"/>
                  </a:lnTo>
                  <a:lnTo>
                    <a:pt x="2466351" y="102173"/>
                  </a:lnTo>
                  <a:lnTo>
                    <a:pt x="2460379" y="102173"/>
                  </a:lnTo>
                  <a:lnTo>
                    <a:pt x="2454407" y="102173"/>
                  </a:lnTo>
                  <a:lnTo>
                    <a:pt x="2448435" y="102173"/>
                  </a:lnTo>
                  <a:lnTo>
                    <a:pt x="2442463" y="102173"/>
                  </a:lnTo>
                  <a:lnTo>
                    <a:pt x="2436492" y="102173"/>
                  </a:lnTo>
                  <a:lnTo>
                    <a:pt x="2430520" y="102173"/>
                  </a:lnTo>
                  <a:lnTo>
                    <a:pt x="2424548" y="102173"/>
                  </a:lnTo>
                  <a:lnTo>
                    <a:pt x="2418576" y="102173"/>
                  </a:lnTo>
                  <a:lnTo>
                    <a:pt x="2412604" y="102173"/>
                  </a:lnTo>
                  <a:lnTo>
                    <a:pt x="2406633" y="102173"/>
                  </a:lnTo>
                  <a:lnTo>
                    <a:pt x="2400661" y="102173"/>
                  </a:lnTo>
                  <a:lnTo>
                    <a:pt x="2394689" y="102173"/>
                  </a:lnTo>
                  <a:lnTo>
                    <a:pt x="2388717" y="102173"/>
                  </a:lnTo>
                  <a:lnTo>
                    <a:pt x="2382745" y="102173"/>
                  </a:lnTo>
                  <a:lnTo>
                    <a:pt x="2376774" y="102173"/>
                  </a:lnTo>
                  <a:lnTo>
                    <a:pt x="2370802" y="102173"/>
                  </a:lnTo>
                  <a:lnTo>
                    <a:pt x="2364830" y="102173"/>
                  </a:lnTo>
                  <a:lnTo>
                    <a:pt x="2358858" y="102173"/>
                  </a:lnTo>
                  <a:lnTo>
                    <a:pt x="2352886" y="102173"/>
                  </a:lnTo>
                  <a:lnTo>
                    <a:pt x="2346915" y="102173"/>
                  </a:lnTo>
                  <a:lnTo>
                    <a:pt x="2340943" y="102173"/>
                  </a:lnTo>
                  <a:lnTo>
                    <a:pt x="2334971" y="102173"/>
                  </a:lnTo>
                  <a:lnTo>
                    <a:pt x="2328999" y="102173"/>
                  </a:lnTo>
                  <a:lnTo>
                    <a:pt x="2323028" y="102173"/>
                  </a:lnTo>
                  <a:lnTo>
                    <a:pt x="2317056" y="102173"/>
                  </a:lnTo>
                  <a:lnTo>
                    <a:pt x="2311084" y="102173"/>
                  </a:lnTo>
                  <a:lnTo>
                    <a:pt x="2305112" y="102173"/>
                  </a:lnTo>
                  <a:lnTo>
                    <a:pt x="2299140" y="102173"/>
                  </a:lnTo>
                  <a:lnTo>
                    <a:pt x="2293169" y="102173"/>
                  </a:lnTo>
                  <a:lnTo>
                    <a:pt x="2287197" y="102173"/>
                  </a:lnTo>
                  <a:lnTo>
                    <a:pt x="2281225" y="102173"/>
                  </a:lnTo>
                  <a:lnTo>
                    <a:pt x="2275253" y="102173"/>
                  </a:lnTo>
                  <a:lnTo>
                    <a:pt x="2269281" y="102173"/>
                  </a:lnTo>
                  <a:lnTo>
                    <a:pt x="2263310" y="102173"/>
                  </a:lnTo>
                  <a:lnTo>
                    <a:pt x="2257338" y="102173"/>
                  </a:lnTo>
                  <a:lnTo>
                    <a:pt x="2251366" y="102173"/>
                  </a:lnTo>
                  <a:lnTo>
                    <a:pt x="2245394" y="102173"/>
                  </a:lnTo>
                  <a:lnTo>
                    <a:pt x="2239422" y="102173"/>
                  </a:lnTo>
                  <a:lnTo>
                    <a:pt x="2233451" y="102173"/>
                  </a:lnTo>
                  <a:lnTo>
                    <a:pt x="2227479" y="102173"/>
                  </a:lnTo>
                  <a:lnTo>
                    <a:pt x="2221507" y="102173"/>
                  </a:lnTo>
                  <a:lnTo>
                    <a:pt x="2215535" y="102173"/>
                  </a:lnTo>
                  <a:lnTo>
                    <a:pt x="2209563" y="102173"/>
                  </a:lnTo>
                  <a:lnTo>
                    <a:pt x="2203592" y="102173"/>
                  </a:lnTo>
                  <a:lnTo>
                    <a:pt x="2197620" y="102173"/>
                  </a:lnTo>
                  <a:lnTo>
                    <a:pt x="2191648" y="102173"/>
                  </a:lnTo>
                  <a:lnTo>
                    <a:pt x="2185676" y="102173"/>
                  </a:lnTo>
                  <a:lnTo>
                    <a:pt x="2179704" y="102173"/>
                  </a:lnTo>
                  <a:lnTo>
                    <a:pt x="2173733" y="102173"/>
                  </a:lnTo>
                  <a:lnTo>
                    <a:pt x="2167761" y="102173"/>
                  </a:lnTo>
                  <a:lnTo>
                    <a:pt x="2161789" y="102173"/>
                  </a:lnTo>
                  <a:lnTo>
                    <a:pt x="2155817" y="102173"/>
                  </a:lnTo>
                  <a:lnTo>
                    <a:pt x="2149845" y="102173"/>
                  </a:lnTo>
                  <a:lnTo>
                    <a:pt x="2143874" y="102173"/>
                  </a:lnTo>
                  <a:lnTo>
                    <a:pt x="2137902" y="102173"/>
                  </a:lnTo>
                  <a:lnTo>
                    <a:pt x="2131930" y="102173"/>
                  </a:lnTo>
                  <a:lnTo>
                    <a:pt x="2125958" y="102173"/>
                  </a:lnTo>
                  <a:lnTo>
                    <a:pt x="2119987" y="102173"/>
                  </a:lnTo>
                  <a:lnTo>
                    <a:pt x="2114015" y="102173"/>
                  </a:lnTo>
                  <a:lnTo>
                    <a:pt x="2108043" y="102173"/>
                  </a:lnTo>
                  <a:lnTo>
                    <a:pt x="2102071" y="102173"/>
                  </a:lnTo>
                  <a:lnTo>
                    <a:pt x="2096099" y="102173"/>
                  </a:lnTo>
                  <a:lnTo>
                    <a:pt x="2090128" y="102173"/>
                  </a:lnTo>
                  <a:lnTo>
                    <a:pt x="2084156" y="102173"/>
                  </a:lnTo>
                  <a:lnTo>
                    <a:pt x="2078184" y="102173"/>
                  </a:lnTo>
                  <a:lnTo>
                    <a:pt x="2072212" y="102173"/>
                  </a:lnTo>
                  <a:lnTo>
                    <a:pt x="2066240" y="102173"/>
                  </a:lnTo>
                  <a:lnTo>
                    <a:pt x="2060269" y="102173"/>
                  </a:lnTo>
                  <a:lnTo>
                    <a:pt x="2054297" y="102173"/>
                  </a:lnTo>
                  <a:lnTo>
                    <a:pt x="2048325" y="102173"/>
                  </a:lnTo>
                  <a:lnTo>
                    <a:pt x="2042353" y="102173"/>
                  </a:lnTo>
                  <a:lnTo>
                    <a:pt x="2036381" y="102173"/>
                  </a:lnTo>
                  <a:lnTo>
                    <a:pt x="2030410" y="102173"/>
                  </a:lnTo>
                  <a:lnTo>
                    <a:pt x="2024438" y="102173"/>
                  </a:lnTo>
                  <a:lnTo>
                    <a:pt x="2018466" y="102173"/>
                  </a:lnTo>
                  <a:lnTo>
                    <a:pt x="2012494" y="102173"/>
                  </a:lnTo>
                  <a:lnTo>
                    <a:pt x="2006522" y="102173"/>
                  </a:lnTo>
                  <a:lnTo>
                    <a:pt x="2000551" y="102173"/>
                  </a:lnTo>
                  <a:lnTo>
                    <a:pt x="1994579" y="102173"/>
                  </a:lnTo>
                  <a:lnTo>
                    <a:pt x="1988607" y="102173"/>
                  </a:lnTo>
                  <a:lnTo>
                    <a:pt x="1982635" y="102173"/>
                  </a:lnTo>
                  <a:lnTo>
                    <a:pt x="1976663" y="102173"/>
                  </a:lnTo>
                  <a:lnTo>
                    <a:pt x="1970692" y="102173"/>
                  </a:lnTo>
                  <a:lnTo>
                    <a:pt x="1964720" y="102173"/>
                  </a:lnTo>
                  <a:lnTo>
                    <a:pt x="1958748" y="102173"/>
                  </a:lnTo>
                  <a:lnTo>
                    <a:pt x="1952776" y="102173"/>
                  </a:lnTo>
                  <a:lnTo>
                    <a:pt x="1946804" y="102173"/>
                  </a:lnTo>
                  <a:lnTo>
                    <a:pt x="1940833" y="102173"/>
                  </a:lnTo>
                  <a:lnTo>
                    <a:pt x="1934861" y="102173"/>
                  </a:lnTo>
                  <a:lnTo>
                    <a:pt x="1928889" y="102173"/>
                  </a:lnTo>
                  <a:lnTo>
                    <a:pt x="1922917" y="102173"/>
                  </a:lnTo>
                  <a:lnTo>
                    <a:pt x="1916945" y="102173"/>
                  </a:lnTo>
                  <a:lnTo>
                    <a:pt x="1910974" y="102173"/>
                  </a:lnTo>
                  <a:lnTo>
                    <a:pt x="1905002" y="102173"/>
                  </a:lnTo>
                  <a:lnTo>
                    <a:pt x="1899030" y="102173"/>
                  </a:lnTo>
                  <a:lnTo>
                    <a:pt x="1893058" y="102173"/>
                  </a:lnTo>
                  <a:lnTo>
                    <a:pt x="1887087" y="102173"/>
                  </a:lnTo>
                  <a:lnTo>
                    <a:pt x="1881115" y="102173"/>
                  </a:lnTo>
                  <a:lnTo>
                    <a:pt x="1875143" y="102173"/>
                  </a:lnTo>
                  <a:lnTo>
                    <a:pt x="1869171" y="102173"/>
                  </a:lnTo>
                  <a:lnTo>
                    <a:pt x="1863199" y="102173"/>
                  </a:lnTo>
                  <a:lnTo>
                    <a:pt x="1857228" y="102173"/>
                  </a:lnTo>
                  <a:lnTo>
                    <a:pt x="1851256" y="102173"/>
                  </a:lnTo>
                  <a:lnTo>
                    <a:pt x="1845284" y="102173"/>
                  </a:lnTo>
                  <a:lnTo>
                    <a:pt x="1839312" y="102173"/>
                  </a:lnTo>
                  <a:lnTo>
                    <a:pt x="1833340" y="102173"/>
                  </a:lnTo>
                  <a:lnTo>
                    <a:pt x="1827369" y="102173"/>
                  </a:lnTo>
                  <a:lnTo>
                    <a:pt x="1821397" y="102173"/>
                  </a:lnTo>
                  <a:lnTo>
                    <a:pt x="1815425" y="102173"/>
                  </a:lnTo>
                  <a:lnTo>
                    <a:pt x="1809453" y="102173"/>
                  </a:lnTo>
                  <a:lnTo>
                    <a:pt x="1803481" y="102173"/>
                  </a:lnTo>
                  <a:lnTo>
                    <a:pt x="1797510" y="102173"/>
                  </a:lnTo>
                  <a:lnTo>
                    <a:pt x="1791538" y="102173"/>
                  </a:lnTo>
                  <a:lnTo>
                    <a:pt x="1785566" y="102173"/>
                  </a:lnTo>
                  <a:lnTo>
                    <a:pt x="1779594" y="102173"/>
                  </a:lnTo>
                  <a:lnTo>
                    <a:pt x="1773622" y="102173"/>
                  </a:lnTo>
                  <a:lnTo>
                    <a:pt x="1767651" y="102173"/>
                  </a:lnTo>
                  <a:lnTo>
                    <a:pt x="1761679" y="102173"/>
                  </a:lnTo>
                  <a:lnTo>
                    <a:pt x="1755707" y="102173"/>
                  </a:lnTo>
                  <a:lnTo>
                    <a:pt x="1749735" y="102173"/>
                  </a:lnTo>
                  <a:lnTo>
                    <a:pt x="1743763" y="102173"/>
                  </a:lnTo>
                  <a:lnTo>
                    <a:pt x="1737792" y="102173"/>
                  </a:lnTo>
                  <a:lnTo>
                    <a:pt x="1731820" y="102173"/>
                  </a:lnTo>
                  <a:lnTo>
                    <a:pt x="1725848" y="102173"/>
                  </a:lnTo>
                  <a:lnTo>
                    <a:pt x="1719876" y="102173"/>
                  </a:lnTo>
                  <a:lnTo>
                    <a:pt x="1713904" y="102173"/>
                  </a:lnTo>
                  <a:lnTo>
                    <a:pt x="1707933" y="102173"/>
                  </a:lnTo>
                  <a:lnTo>
                    <a:pt x="1701961" y="102173"/>
                  </a:lnTo>
                  <a:lnTo>
                    <a:pt x="1695989" y="102173"/>
                  </a:lnTo>
                  <a:lnTo>
                    <a:pt x="1690017" y="102173"/>
                  </a:lnTo>
                  <a:lnTo>
                    <a:pt x="1684046" y="102173"/>
                  </a:lnTo>
                  <a:lnTo>
                    <a:pt x="1678074" y="102173"/>
                  </a:lnTo>
                  <a:lnTo>
                    <a:pt x="1672102" y="102173"/>
                  </a:lnTo>
                  <a:lnTo>
                    <a:pt x="1666130" y="102173"/>
                  </a:lnTo>
                  <a:lnTo>
                    <a:pt x="1660158" y="102173"/>
                  </a:lnTo>
                  <a:lnTo>
                    <a:pt x="1654187" y="102173"/>
                  </a:lnTo>
                  <a:lnTo>
                    <a:pt x="1648215" y="102173"/>
                  </a:lnTo>
                  <a:lnTo>
                    <a:pt x="1642243" y="102173"/>
                  </a:lnTo>
                  <a:lnTo>
                    <a:pt x="1636271" y="102173"/>
                  </a:lnTo>
                  <a:lnTo>
                    <a:pt x="1630299" y="102173"/>
                  </a:lnTo>
                  <a:lnTo>
                    <a:pt x="1624328" y="102173"/>
                  </a:lnTo>
                  <a:lnTo>
                    <a:pt x="1618356" y="102173"/>
                  </a:lnTo>
                  <a:lnTo>
                    <a:pt x="1612384" y="102173"/>
                  </a:lnTo>
                  <a:lnTo>
                    <a:pt x="1606412" y="102173"/>
                  </a:lnTo>
                  <a:lnTo>
                    <a:pt x="1600440" y="102173"/>
                  </a:lnTo>
                  <a:lnTo>
                    <a:pt x="1594469" y="102173"/>
                  </a:lnTo>
                  <a:lnTo>
                    <a:pt x="1588497" y="102173"/>
                  </a:lnTo>
                  <a:lnTo>
                    <a:pt x="1582525" y="102173"/>
                  </a:lnTo>
                  <a:lnTo>
                    <a:pt x="1576553" y="102173"/>
                  </a:lnTo>
                  <a:lnTo>
                    <a:pt x="1570581" y="102173"/>
                  </a:lnTo>
                  <a:lnTo>
                    <a:pt x="1564610" y="102173"/>
                  </a:lnTo>
                  <a:lnTo>
                    <a:pt x="1558638" y="102173"/>
                  </a:lnTo>
                  <a:lnTo>
                    <a:pt x="1552666" y="102173"/>
                  </a:lnTo>
                  <a:lnTo>
                    <a:pt x="1546694" y="102173"/>
                  </a:lnTo>
                  <a:lnTo>
                    <a:pt x="1540722" y="102173"/>
                  </a:lnTo>
                  <a:lnTo>
                    <a:pt x="1534751" y="102173"/>
                  </a:lnTo>
                  <a:lnTo>
                    <a:pt x="1528779" y="102173"/>
                  </a:lnTo>
                  <a:lnTo>
                    <a:pt x="1522807" y="102173"/>
                  </a:lnTo>
                  <a:lnTo>
                    <a:pt x="1516835" y="102173"/>
                  </a:lnTo>
                  <a:lnTo>
                    <a:pt x="1510863" y="102173"/>
                  </a:lnTo>
                  <a:lnTo>
                    <a:pt x="1504892" y="102173"/>
                  </a:lnTo>
                  <a:lnTo>
                    <a:pt x="1498920" y="102173"/>
                  </a:lnTo>
                  <a:lnTo>
                    <a:pt x="1492948" y="102173"/>
                  </a:lnTo>
                  <a:lnTo>
                    <a:pt x="1486976" y="102173"/>
                  </a:lnTo>
                  <a:lnTo>
                    <a:pt x="1481005" y="102173"/>
                  </a:lnTo>
                  <a:lnTo>
                    <a:pt x="1475033" y="102173"/>
                  </a:lnTo>
                  <a:lnTo>
                    <a:pt x="1469061" y="102173"/>
                  </a:lnTo>
                  <a:lnTo>
                    <a:pt x="1463089" y="102173"/>
                  </a:lnTo>
                  <a:lnTo>
                    <a:pt x="1457117" y="102173"/>
                  </a:lnTo>
                  <a:lnTo>
                    <a:pt x="1451146" y="102173"/>
                  </a:lnTo>
                  <a:lnTo>
                    <a:pt x="1445174" y="102173"/>
                  </a:lnTo>
                  <a:lnTo>
                    <a:pt x="1439202" y="102173"/>
                  </a:lnTo>
                  <a:lnTo>
                    <a:pt x="1433230" y="102173"/>
                  </a:lnTo>
                  <a:lnTo>
                    <a:pt x="1427258" y="102173"/>
                  </a:lnTo>
                  <a:lnTo>
                    <a:pt x="1421287" y="102173"/>
                  </a:lnTo>
                  <a:lnTo>
                    <a:pt x="1415315" y="102173"/>
                  </a:lnTo>
                  <a:lnTo>
                    <a:pt x="1409343" y="102173"/>
                  </a:lnTo>
                  <a:lnTo>
                    <a:pt x="1403371" y="102173"/>
                  </a:lnTo>
                  <a:lnTo>
                    <a:pt x="1397399" y="102173"/>
                  </a:lnTo>
                  <a:lnTo>
                    <a:pt x="1391428" y="102173"/>
                  </a:lnTo>
                  <a:lnTo>
                    <a:pt x="1385456" y="102173"/>
                  </a:lnTo>
                  <a:lnTo>
                    <a:pt x="1379484" y="102173"/>
                  </a:lnTo>
                  <a:lnTo>
                    <a:pt x="1373512" y="102173"/>
                  </a:lnTo>
                  <a:lnTo>
                    <a:pt x="1367540" y="102173"/>
                  </a:lnTo>
                  <a:lnTo>
                    <a:pt x="1361569" y="102173"/>
                  </a:lnTo>
                  <a:lnTo>
                    <a:pt x="1355597" y="102173"/>
                  </a:lnTo>
                  <a:lnTo>
                    <a:pt x="1349625" y="102173"/>
                  </a:lnTo>
                  <a:lnTo>
                    <a:pt x="1343653" y="102173"/>
                  </a:lnTo>
                  <a:lnTo>
                    <a:pt x="1337681" y="102173"/>
                  </a:lnTo>
                  <a:lnTo>
                    <a:pt x="1331710" y="102173"/>
                  </a:lnTo>
                  <a:lnTo>
                    <a:pt x="1325738" y="102173"/>
                  </a:lnTo>
                  <a:lnTo>
                    <a:pt x="1319766" y="102173"/>
                  </a:lnTo>
                  <a:lnTo>
                    <a:pt x="1313794" y="102173"/>
                  </a:lnTo>
                  <a:lnTo>
                    <a:pt x="1307822" y="102173"/>
                  </a:lnTo>
                  <a:lnTo>
                    <a:pt x="1301851" y="102173"/>
                  </a:lnTo>
                  <a:lnTo>
                    <a:pt x="1295879" y="102173"/>
                  </a:lnTo>
                  <a:lnTo>
                    <a:pt x="1289907" y="102173"/>
                  </a:lnTo>
                  <a:lnTo>
                    <a:pt x="1283935" y="102173"/>
                  </a:lnTo>
                  <a:lnTo>
                    <a:pt x="1277963" y="102173"/>
                  </a:lnTo>
                  <a:lnTo>
                    <a:pt x="1271992" y="102173"/>
                  </a:lnTo>
                  <a:lnTo>
                    <a:pt x="1266020" y="102173"/>
                  </a:lnTo>
                  <a:lnTo>
                    <a:pt x="1260048" y="102173"/>
                  </a:lnTo>
                  <a:lnTo>
                    <a:pt x="1254076" y="102173"/>
                  </a:lnTo>
                  <a:lnTo>
                    <a:pt x="1248105" y="102173"/>
                  </a:lnTo>
                  <a:lnTo>
                    <a:pt x="1242133" y="102173"/>
                  </a:lnTo>
                  <a:lnTo>
                    <a:pt x="1236161" y="102173"/>
                  </a:lnTo>
                  <a:lnTo>
                    <a:pt x="1230189" y="102173"/>
                  </a:lnTo>
                  <a:lnTo>
                    <a:pt x="1224217" y="102173"/>
                  </a:lnTo>
                  <a:lnTo>
                    <a:pt x="1218246" y="102173"/>
                  </a:lnTo>
                  <a:lnTo>
                    <a:pt x="1212274" y="102173"/>
                  </a:lnTo>
                  <a:lnTo>
                    <a:pt x="1206302" y="102173"/>
                  </a:lnTo>
                  <a:lnTo>
                    <a:pt x="1200330" y="102173"/>
                  </a:lnTo>
                  <a:lnTo>
                    <a:pt x="1194358" y="102173"/>
                  </a:lnTo>
                  <a:lnTo>
                    <a:pt x="1188387" y="102173"/>
                  </a:lnTo>
                  <a:lnTo>
                    <a:pt x="1182415" y="102173"/>
                  </a:lnTo>
                  <a:lnTo>
                    <a:pt x="1176443" y="102173"/>
                  </a:lnTo>
                  <a:lnTo>
                    <a:pt x="1170471" y="102173"/>
                  </a:lnTo>
                  <a:lnTo>
                    <a:pt x="1164499" y="102173"/>
                  </a:lnTo>
                  <a:lnTo>
                    <a:pt x="1158528" y="102173"/>
                  </a:lnTo>
                  <a:lnTo>
                    <a:pt x="1152556" y="102173"/>
                  </a:lnTo>
                  <a:lnTo>
                    <a:pt x="1146584" y="102173"/>
                  </a:lnTo>
                  <a:lnTo>
                    <a:pt x="1140612" y="102173"/>
                  </a:lnTo>
                  <a:lnTo>
                    <a:pt x="1134640" y="102173"/>
                  </a:lnTo>
                  <a:lnTo>
                    <a:pt x="1128669" y="102173"/>
                  </a:lnTo>
                  <a:lnTo>
                    <a:pt x="1122697" y="102173"/>
                  </a:lnTo>
                  <a:lnTo>
                    <a:pt x="1116725" y="102173"/>
                  </a:lnTo>
                  <a:lnTo>
                    <a:pt x="1110753" y="102173"/>
                  </a:lnTo>
                  <a:lnTo>
                    <a:pt x="1104781" y="102173"/>
                  </a:lnTo>
                  <a:lnTo>
                    <a:pt x="1098810" y="102173"/>
                  </a:lnTo>
                  <a:lnTo>
                    <a:pt x="1092838" y="102173"/>
                  </a:lnTo>
                  <a:lnTo>
                    <a:pt x="1086866" y="102173"/>
                  </a:lnTo>
                  <a:lnTo>
                    <a:pt x="1080894" y="102173"/>
                  </a:lnTo>
                  <a:lnTo>
                    <a:pt x="1074922" y="102173"/>
                  </a:lnTo>
                  <a:lnTo>
                    <a:pt x="1068951" y="102173"/>
                  </a:lnTo>
                  <a:lnTo>
                    <a:pt x="1062979" y="102173"/>
                  </a:lnTo>
                  <a:lnTo>
                    <a:pt x="1057007" y="102173"/>
                  </a:lnTo>
                  <a:lnTo>
                    <a:pt x="1051035" y="102173"/>
                  </a:lnTo>
                  <a:lnTo>
                    <a:pt x="1045064" y="102173"/>
                  </a:lnTo>
                  <a:lnTo>
                    <a:pt x="1039092" y="102173"/>
                  </a:lnTo>
                  <a:lnTo>
                    <a:pt x="1033120" y="102173"/>
                  </a:lnTo>
                  <a:lnTo>
                    <a:pt x="1027148" y="102173"/>
                  </a:lnTo>
                  <a:lnTo>
                    <a:pt x="1021176" y="102173"/>
                  </a:lnTo>
                  <a:lnTo>
                    <a:pt x="1015205" y="102173"/>
                  </a:lnTo>
                  <a:lnTo>
                    <a:pt x="1009233" y="102173"/>
                  </a:lnTo>
                  <a:lnTo>
                    <a:pt x="1003261" y="102173"/>
                  </a:lnTo>
                  <a:lnTo>
                    <a:pt x="997289" y="102173"/>
                  </a:lnTo>
                  <a:lnTo>
                    <a:pt x="991317" y="102173"/>
                  </a:lnTo>
                  <a:lnTo>
                    <a:pt x="985346" y="102173"/>
                  </a:lnTo>
                  <a:lnTo>
                    <a:pt x="979374" y="102173"/>
                  </a:lnTo>
                  <a:lnTo>
                    <a:pt x="973402" y="102173"/>
                  </a:lnTo>
                  <a:lnTo>
                    <a:pt x="967430" y="102173"/>
                  </a:lnTo>
                  <a:lnTo>
                    <a:pt x="961458" y="102173"/>
                  </a:lnTo>
                  <a:lnTo>
                    <a:pt x="955487" y="102173"/>
                  </a:lnTo>
                  <a:lnTo>
                    <a:pt x="949515" y="102173"/>
                  </a:lnTo>
                  <a:lnTo>
                    <a:pt x="943543" y="102173"/>
                  </a:lnTo>
                  <a:lnTo>
                    <a:pt x="937571" y="102173"/>
                  </a:lnTo>
                  <a:lnTo>
                    <a:pt x="931599" y="102173"/>
                  </a:lnTo>
                  <a:lnTo>
                    <a:pt x="925628" y="102173"/>
                  </a:lnTo>
                  <a:lnTo>
                    <a:pt x="919656" y="102173"/>
                  </a:lnTo>
                  <a:lnTo>
                    <a:pt x="913684" y="102173"/>
                  </a:lnTo>
                  <a:lnTo>
                    <a:pt x="907712" y="102173"/>
                  </a:lnTo>
                  <a:lnTo>
                    <a:pt x="901740" y="102173"/>
                  </a:lnTo>
                  <a:lnTo>
                    <a:pt x="895769" y="102173"/>
                  </a:lnTo>
                  <a:lnTo>
                    <a:pt x="889797" y="102173"/>
                  </a:lnTo>
                  <a:lnTo>
                    <a:pt x="883825" y="102173"/>
                  </a:lnTo>
                  <a:lnTo>
                    <a:pt x="877853" y="102173"/>
                  </a:lnTo>
                  <a:lnTo>
                    <a:pt x="871881" y="102173"/>
                  </a:lnTo>
                  <a:lnTo>
                    <a:pt x="865910" y="102173"/>
                  </a:lnTo>
                  <a:lnTo>
                    <a:pt x="859938" y="102173"/>
                  </a:lnTo>
                  <a:lnTo>
                    <a:pt x="853966" y="102173"/>
                  </a:lnTo>
                  <a:lnTo>
                    <a:pt x="847994" y="102173"/>
                  </a:lnTo>
                  <a:lnTo>
                    <a:pt x="842023" y="102173"/>
                  </a:lnTo>
                  <a:lnTo>
                    <a:pt x="836051" y="102173"/>
                  </a:lnTo>
                  <a:lnTo>
                    <a:pt x="830079" y="102173"/>
                  </a:lnTo>
                  <a:lnTo>
                    <a:pt x="824107" y="102173"/>
                  </a:lnTo>
                  <a:lnTo>
                    <a:pt x="818135" y="102173"/>
                  </a:lnTo>
                  <a:lnTo>
                    <a:pt x="812164" y="102173"/>
                  </a:lnTo>
                  <a:lnTo>
                    <a:pt x="806192" y="102173"/>
                  </a:lnTo>
                  <a:lnTo>
                    <a:pt x="800220" y="102173"/>
                  </a:lnTo>
                  <a:lnTo>
                    <a:pt x="794248" y="102173"/>
                  </a:lnTo>
                  <a:lnTo>
                    <a:pt x="788276" y="102173"/>
                  </a:lnTo>
                  <a:lnTo>
                    <a:pt x="782305" y="102173"/>
                  </a:lnTo>
                  <a:lnTo>
                    <a:pt x="776333" y="102173"/>
                  </a:lnTo>
                  <a:lnTo>
                    <a:pt x="770361" y="102173"/>
                  </a:lnTo>
                  <a:lnTo>
                    <a:pt x="764389" y="102173"/>
                  </a:lnTo>
                  <a:lnTo>
                    <a:pt x="758417" y="102173"/>
                  </a:lnTo>
                  <a:lnTo>
                    <a:pt x="752446" y="102173"/>
                  </a:lnTo>
                  <a:lnTo>
                    <a:pt x="746474" y="102173"/>
                  </a:lnTo>
                  <a:lnTo>
                    <a:pt x="740502" y="102173"/>
                  </a:lnTo>
                  <a:lnTo>
                    <a:pt x="734530" y="102173"/>
                  </a:lnTo>
                  <a:lnTo>
                    <a:pt x="728558" y="102173"/>
                  </a:lnTo>
                  <a:lnTo>
                    <a:pt x="722587" y="102173"/>
                  </a:lnTo>
                  <a:lnTo>
                    <a:pt x="716615" y="102173"/>
                  </a:lnTo>
                  <a:lnTo>
                    <a:pt x="710643" y="102173"/>
                  </a:lnTo>
                  <a:lnTo>
                    <a:pt x="704671" y="102173"/>
                  </a:lnTo>
                  <a:lnTo>
                    <a:pt x="698699" y="102173"/>
                  </a:lnTo>
                  <a:lnTo>
                    <a:pt x="692728" y="102173"/>
                  </a:lnTo>
                  <a:lnTo>
                    <a:pt x="686756" y="102173"/>
                  </a:lnTo>
                  <a:lnTo>
                    <a:pt x="680784" y="102173"/>
                  </a:lnTo>
                  <a:lnTo>
                    <a:pt x="674812" y="102173"/>
                  </a:lnTo>
                  <a:lnTo>
                    <a:pt x="668840" y="102173"/>
                  </a:lnTo>
                  <a:lnTo>
                    <a:pt x="662869" y="102173"/>
                  </a:lnTo>
                  <a:lnTo>
                    <a:pt x="656897" y="102173"/>
                  </a:lnTo>
                  <a:lnTo>
                    <a:pt x="650925" y="102173"/>
                  </a:lnTo>
                  <a:lnTo>
                    <a:pt x="644953" y="102173"/>
                  </a:lnTo>
                  <a:lnTo>
                    <a:pt x="638981" y="102173"/>
                  </a:lnTo>
                  <a:lnTo>
                    <a:pt x="633010" y="102173"/>
                  </a:lnTo>
                  <a:lnTo>
                    <a:pt x="627038" y="102173"/>
                  </a:lnTo>
                  <a:lnTo>
                    <a:pt x="621066" y="102173"/>
                  </a:lnTo>
                  <a:lnTo>
                    <a:pt x="615094" y="102173"/>
                  </a:lnTo>
                  <a:lnTo>
                    <a:pt x="609123" y="102173"/>
                  </a:lnTo>
                  <a:lnTo>
                    <a:pt x="603151" y="102173"/>
                  </a:lnTo>
                  <a:lnTo>
                    <a:pt x="597179" y="102173"/>
                  </a:lnTo>
                  <a:lnTo>
                    <a:pt x="591207" y="102173"/>
                  </a:lnTo>
                  <a:lnTo>
                    <a:pt x="585235" y="102173"/>
                  </a:lnTo>
                  <a:lnTo>
                    <a:pt x="579264" y="102173"/>
                  </a:lnTo>
                  <a:lnTo>
                    <a:pt x="573292" y="102173"/>
                  </a:lnTo>
                  <a:lnTo>
                    <a:pt x="567320" y="102173"/>
                  </a:lnTo>
                  <a:lnTo>
                    <a:pt x="561348" y="102173"/>
                  </a:lnTo>
                  <a:lnTo>
                    <a:pt x="555376" y="102173"/>
                  </a:lnTo>
                  <a:lnTo>
                    <a:pt x="549405" y="102173"/>
                  </a:lnTo>
                  <a:lnTo>
                    <a:pt x="543433" y="102173"/>
                  </a:lnTo>
                  <a:lnTo>
                    <a:pt x="537461" y="102173"/>
                  </a:lnTo>
                  <a:lnTo>
                    <a:pt x="531489" y="102173"/>
                  </a:lnTo>
                  <a:lnTo>
                    <a:pt x="525517" y="102173"/>
                  </a:lnTo>
                  <a:lnTo>
                    <a:pt x="519546" y="102173"/>
                  </a:lnTo>
                  <a:lnTo>
                    <a:pt x="513574" y="102173"/>
                  </a:lnTo>
                  <a:lnTo>
                    <a:pt x="507602" y="102173"/>
                  </a:lnTo>
                  <a:lnTo>
                    <a:pt x="501630" y="102173"/>
                  </a:lnTo>
                  <a:lnTo>
                    <a:pt x="495658" y="102173"/>
                  </a:lnTo>
                  <a:lnTo>
                    <a:pt x="489687" y="102173"/>
                  </a:lnTo>
                  <a:lnTo>
                    <a:pt x="483715" y="102173"/>
                  </a:lnTo>
                  <a:lnTo>
                    <a:pt x="477743" y="102173"/>
                  </a:lnTo>
                  <a:lnTo>
                    <a:pt x="471771" y="102173"/>
                  </a:lnTo>
                  <a:lnTo>
                    <a:pt x="465799" y="102173"/>
                  </a:lnTo>
                  <a:lnTo>
                    <a:pt x="459828" y="102173"/>
                  </a:lnTo>
                  <a:lnTo>
                    <a:pt x="453856" y="102173"/>
                  </a:lnTo>
                  <a:lnTo>
                    <a:pt x="447884" y="102173"/>
                  </a:lnTo>
                  <a:lnTo>
                    <a:pt x="441912" y="102173"/>
                  </a:lnTo>
                  <a:lnTo>
                    <a:pt x="435940" y="102173"/>
                  </a:lnTo>
                  <a:lnTo>
                    <a:pt x="429969" y="102173"/>
                  </a:lnTo>
                  <a:lnTo>
                    <a:pt x="423997" y="102173"/>
                  </a:lnTo>
                  <a:lnTo>
                    <a:pt x="418025" y="102173"/>
                  </a:lnTo>
                  <a:lnTo>
                    <a:pt x="412053" y="102173"/>
                  </a:lnTo>
                  <a:lnTo>
                    <a:pt x="406082" y="102173"/>
                  </a:lnTo>
                  <a:lnTo>
                    <a:pt x="400110" y="102173"/>
                  </a:lnTo>
                  <a:lnTo>
                    <a:pt x="394138" y="102173"/>
                  </a:lnTo>
                  <a:lnTo>
                    <a:pt x="388166" y="102173"/>
                  </a:lnTo>
                  <a:lnTo>
                    <a:pt x="382194" y="102173"/>
                  </a:lnTo>
                  <a:lnTo>
                    <a:pt x="376223" y="102173"/>
                  </a:lnTo>
                  <a:lnTo>
                    <a:pt x="370251" y="102173"/>
                  </a:lnTo>
                  <a:lnTo>
                    <a:pt x="364279" y="102173"/>
                  </a:lnTo>
                  <a:lnTo>
                    <a:pt x="358307" y="102173"/>
                  </a:lnTo>
                  <a:lnTo>
                    <a:pt x="352335" y="102173"/>
                  </a:lnTo>
                  <a:lnTo>
                    <a:pt x="346364" y="102173"/>
                  </a:lnTo>
                  <a:lnTo>
                    <a:pt x="340392" y="102173"/>
                  </a:lnTo>
                  <a:lnTo>
                    <a:pt x="334420" y="102173"/>
                  </a:lnTo>
                  <a:lnTo>
                    <a:pt x="328448" y="102173"/>
                  </a:lnTo>
                  <a:lnTo>
                    <a:pt x="322476" y="102173"/>
                  </a:lnTo>
                  <a:lnTo>
                    <a:pt x="316505" y="102173"/>
                  </a:lnTo>
                  <a:lnTo>
                    <a:pt x="310533" y="102173"/>
                  </a:lnTo>
                  <a:lnTo>
                    <a:pt x="304561" y="102173"/>
                  </a:lnTo>
                  <a:lnTo>
                    <a:pt x="298589" y="102173"/>
                  </a:lnTo>
                  <a:lnTo>
                    <a:pt x="292617" y="102173"/>
                  </a:lnTo>
                  <a:lnTo>
                    <a:pt x="286646" y="102173"/>
                  </a:lnTo>
                  <a:lnTo>
                    <a:pt x="280674" y="102173"/>
                  </a:lnTo>
                  <a:lnTo>
                    <a:pt x="274702" y="102173"/>
                  </a:lnTo>
                  <a:lnTo>
                    <a:pt x="268730" y="102173"/>
                  </a:lnTo>
                  <a:lnTo>
                    <a:pt x="262758" y="102173"/>
                  </a:lnTo>
                  <a:lnTo>
                    <a:pt x="256787" y="102173"/>
                  </a:lnTo>
                  <a:lnTo>
                    <a:pt x="250815" y="102173"/>
                  </a:lnTo>
                  <a:lnTo>
                    <a:pt x="244843" y="102173"/>
                  </a:lnTo>
                  <a:lnTo>
                    <a:pt x="238871" y="102173"/>
                  </a:lnTo>
                  <a:lnTo>
                    <a:pt x="232899" y="102173"/>
                  </a:lnTo>
                  <a:lnTo>
                    <a:pt x="226928" y="102173"/>
                  </a:lnTo>
                  <a:lnTo>
                    <a:pt x="220956" y="102173"/>
                  </a:lnTo>
                  <a:lnTo>
                    <a:pt x="214984" y="102173"/>
                  </a:lnTo>
                  <a:lnTo>
                    <a:pt x="209012" y="102173"/>
                  </a:lnTo>
                  <a:lnTo>
                    <a:pt x="203041" y="102173"/>
                  </a:lnTo>
                  <a:lnTo>
                    <a:pt x="197069" y="102173"/>
                  </a:lnTo>
                  <a:lnTo>
                    <a:pt x="191097" y="102173"/>
                  </a:lnTo>
                  <a:lnTo>
                    <a:pt x="185125" y="102173"/>
                  </a:lnTo>
                  <a:lnTo>
                    <a:pt x="179153" y="102173"/>
                  </a:lnTo>
                  <a:lnTo>
                    <a:pt x="173182" y="102173"/>
                  </a:lnTo>
                  <a:lnTo>
                    <a:pt x="167210" y="102173"/>
                  </a:lnTo>
                  <a:lnTo>
                    <a:pt x="161238" y="102173"/>
                  </a:lnTo>
                  <a:lnTo>
                    <a:pt x="155266" y="102173"/>
                  </a:lnTo>
                  <a:lnTo>
                    <a:pt x="149294" y="102173"/>
                  </a:lnTo>
                  <a:lnTo>
                    <a:pt x="143323" y="102173"/>
                  </a:lnTo>
                  <a:lnTo>
                    <a:pt x="137351" y="102173"/>
                  </a:lnTo>
                  <a:lnTo>
                    <a:pt x="131379" y="102173"/>
                  </a:lnTo>
                  <a:lnTo>
                    <a:pt x="125407" y="102173"/>
                  </a:lnTo>
                  <a:lnTo>
                    <a:pt x="119435" y="102173"/>
                  </a:lnTo>
                  <a:lnTo>
                    <a:pt x="113464" y="102173"/>
                  </a:lnTo>
                  <a:lnTo>
                    <a:pt x="107492" y="102173"/>
                  </a:lnTo>
                  <a:lnTo>
                    <a:pt x="101520" y="102173"/>
                  </a:lnTo>
                  <a:lnTo>
                    <a:pt x="95548" y="102173"/>
                  </a:lnTo>
                  <a:lnTo>
                    <a:pt x="89576" y="102173"/>
                  </a:lnTo>
                  <a:lnTo>
                    <a:pt x="83605" y="102173"/>
                  </a:lnTo>
                  <a:lnTo>
                    <a:pt x="77633" y="102173"/>
                  </a:lnTo>
                  <a:lnTo>
                    <a:pt x="71661" y="102173"/>
                  </a:lnTo>
                  <a:lnTo>
                    <a:pt x="65689" y="102173"/>
                  </a:lnTo>
                  <a:lnTo>
                    <a:pt x="59717" y="102173"/>
                  </a:lnTo>
                  <a:lnTo>
                    <a:pt x="53746" y="102173"/>
                  </a:lnTo>
                  <a:lnTo>
                    <a:pt x="47774" y="102173"/>
                  </a:lnTo>
                  <a:lnTo>
                    <a:pt x="41802" y="102173"/>
                  </a:lnTo>
                  <a:lnTo>
                    <a:pt x="35830" y="102173"/>
                  </a:lnTo>
                  <a:lnTo>
                    <a:pt x="29858" y="102173"/>
                  </a:lnTo>
                  <a:lnTo>
                    <a:pt x="23887" y="102173"/>
                  </a:lnTo>
                  <a:lnTo>
                    <a:pt x="17915" y="102173"/>
                  </a:lnTo>
                  <a:lnTo>
                    <a:pt x="11943" y="102173"/>
                  </a:lnTo>
                  <a:lnTo>
                    <a:pt x="5971" y="102173"/>
                  </a:lnTo>
                  <a:lnTo>
                    <a:pt x="0" y="102173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24" name="pg323"/>
            <p:cNvSpPr/>
            <p:nvPr/>
          </p:nvSpPr>
          <p:spPr>
            <a:xfrm>
              <a:off x="4706609" y="3887178"/>
              <a:ext cx="706724" cy="102173"/>
            </a:xfrm>
            <a:custGeom>
              <a:avLst/>
              <a:pathLst>
                <a:path w="706724" h="102173">
                  <a:moveTo>
                    <a:pt x="0" y="0"/>
                  </a:moveTo>
                  <a:lnTo>
                    <a:pt x="1413" y="0"/>
                  </a:lnTo>
                  <a:lnTo>
                    <a:pt x="2826" y="0"/>
                  </a:lnTo>
                  <a:lnTo>
                    <a:pt x="4240" y="0"/>
                  </a:lnTo>
                  <a:lnTo>
                    <a:pt x="5653" y="0"/>
                  </a:lnTo>
                  <a:lnTo>
                    <a:pt x="7067" y="0"/>
                  </a:lnTo>
                  <a:lnTo>
                    <a:pt x="8480" y="0"/>
                  </a:lnTo>
                  <a:lnTo>
                    <a:pt x="9894" y="0"/>
                  </a:lnTo>
                  <a:lnTo>
                    <a:pt x="11307" y="0"/>
                  </a:lnTo>
                  <a:lnTo>
                    <a:pt x="12721" y="0"/>
                  </a:lnTo>
                  <a:lnTo>
                    <a:pt x="14134" y="0"/>
                  </a:lnTo>
                  <a:lnTo>
                    <a:pt x="15547" y="0"/>
                  </a:lnTo>
                  <a:lnTo>
                    <a:pt x="16961" y="0"/>
                  </a:lnTo>
                  <a:lnTo>
                    <a:pt x="18374" y="0"/>
                  </a:lnTo>
                  <a:lnTo>
                    <a:pt x="19788" y="0"/>
                  </a:lnTo>
                  <a:lnTo>
                    <a:pt x="21201" y="0"/>
                  </a:lnTo>
                  <a:lnTo>
                    <a:pt x="22615" y="0"/>
                  </a:lnTo>
                  <a:lnTo>
                    <a:pt x="24028" y="0"/>
                  </a:lnTo>
                  <a:lnTo>
                    <a:pt x="25442" y="0"/>
                  </a:lnTo>
                  <a:lnTo>
                    <a:pt x="26855" y="0"/>
                  </a:lnTo>
                  <a:lnTo>
                    <a:pt x="28268" y="0"/>
                  </a:lnTo>
                  <a:lnTo>
                    <a:pt x="29682" y="0"/>
                  </a:lnTo>
                  <a:lnTo>
                    <a:pt x="31095" y="0"/>
                  </a:lnTo>
                  <a:lnTo>
                    <a:pt x="32509" y="0"/>
                  </a:lnTo>
                  <a:lnTo>
                    <a:pt x="33922" y="0"/>
                  </a:lnTo>
                  <a:lnTo>
                    <a:pt x="35336" y="0"/>
                  </a:lnTo>
                  <a:lnTo>
                    <a:pt x="36749" y="0"/>
                  </a:lnTo>
                  <a:lnTo>
                    <a:pt x="38163" y="0"/>
                  </a:lnTo>
                  <a:lnTo>
                    <a:pt x="39576" y="0"/>
                  </a:lnTo>
                  <a:lnTo>
                    <a:pt x="40990" y="0"/>
                  </a:lnTo>
                  <a:lnTo>
                    <a:pt x="42403" y="0"/>
                  </a:lnTo>
                  <a:lnTo>
                    <a:pt x="43816" y="0"/>
                  </a:lnTo>
                  <a:lnTo>
                    <a:pt x="45230" y="0"/>
                  </a:lnTo>
                  <a:lnTo>
                    <a:pt x="46643" y="0"/>
                  </a:lnTo>
                  <a:lnTo>
                    <a:pt x="48057" y="0"/>
                  </a:lnTo>
                  <a:lnTo>
                    <a:pt x="49470" y="0"/>
                  </a:lnTo>
                  <a:lnTo>
                    <a:pt x="50884" y="0"/>
                  </a:lnTo>
                  <a:lnTo>
                    <a:pt x="52297" y="0"/>
                  </a:lnTo>
                  <a:lnTo>
                    <a:pt x="53711" y="0"/>
                  </a:lnTo>
                  <a:lnTo>
                    <a:pt x="55124" y="0"/>
                  </a:lnTo>
                  <a:lnTo>
                    <a:pt x="56537" y="0"/>
                  </a:lnTo>
                  <a:lnTo>
                    <a:pt x="57951" y="0"/>
                  </a:lnTo>
                  <a:lnTo>
                    <a:pt x="59364" y="0"/>
                  </a:lnTo>
                  <a:lnTo>
                    <a:pt x="60778" y="0"/>
                  </a:lnTo>
                  <a:lnTo>
                    <a:pt x="62191" y="0"/>
                  </a:lnTo>
                  <a:lnTo>
                    <a:pt x="63605" y="0"/>
                  </a:lnTo>
                  <a:lnTo>
                    <a:pt x="65018" y="0"/>
                  </a:lnTo>
                  <a:lnTo>
                    <a:pt x="66432" y="0"/>
                  </a:lnTo>
                  <a:lnTo>
                    <a:pt x="67845" y="0"/>
                  </a:lnTo>
                  <a:lnTo>
                    <a:pt x="69258" y="0"/>
                  </a:lnTo>
                  <a:lnTo>
                    <a:pt x="70672" y="0"/>
                  </a:lnTo>
                  <a:lnTo>
                    <a:pt x="72085" y="0"/>
                  </a:lnTo>
                  <a:lnTo>
                    <a:pt x="73499" y="0"/>
                  </a:lnTo>
                  <a:lnTo>
                    <a:pt x="74912" y="0"/>
                  </a:lnTo>
                  <a:lnTo>
                    <a:pt x="76326" y="0"/>
                  </a:lnTo>
                  <a:lnTo>
                    <a:pt x="77739" y="0"/>
                  </a:lnTo>
                  <a:lnTo>
                    <a:pt x="79153" y="0"/>
                  </a:lnTo>
                  <a:lnTo>
                    <a:pt x="80566" y="0"/>
                  </a:lnTo>
                  <a:lnTo>
                    <a:pt x="81980" y="0"/>
                  </a:lnTo>
                  <a:lnTo>
                    <a:pt x="83393" y="0"/>
                  </a:lnTo>
                  <a:lnTo>
                    <a:pt x="84806" y="0"/>
                  </a:lnTo>
                  <a:lnTo>
                    <a:pt x="86220" y="0"/>
                  </a:lnTo>
                  <a:lnTo>
                    <a:pt x="87633" y="0"/>
                  </a:lnTo>
                  <a:lnTo>
                    <a:pt x="89047" y="0"/>
                  </a:lnTo>
                  <a:lnTo>
                    <a:pt x="90460" y="0"/>
                  </a:lnTo>
                  <a:lnTo>
                    <a:pt x="91874" y="0"/>
                  </a:lnTo>
                  <a:lnTo>
                    <a:pt x="93287" y="0"/>
                  </a:lnTo>
                  <a:lnTo>
                    <a:pt x="94701" y="0"/>
                  </a:lnTo>
                  <a:lnTo>
                    <a:pt x="96114" y="0"/>
                  </a:lnTo>
                  <a:lnTo>
                    <a:pt x="97527" y="0"/>
                  </a:lnTo>
                  <a:lnTo>
                    <a:pt x="98941" y="0"/>
                  </a:lnTo>
                  <a:lnTo>
                    <a:pt x="100354" y="0"/>
                  </a:lnTo>
                  <a:lnTo>
                    <a:pt x="101768" y="0"/>
                  </a:lnTo>
                  <a:lnTo>
                    <a:pt x="103181" y="0"/>
                  </a:lnTo>
                  <a:lnTo>
                    <a:pt x="104595" y="0"/>
                  </a:lnTo>
                  <a:lnTo>
                    <a:pt x="106008" y="0"/>
                  </a:lnTo>
                  <a:lnTo>
                    <a:pt x="107422" y="0"/>
                  </a:lnTo>
                  <a:lnTo>
                    <a:pt x="108835" y="0"/>
                  </a:lnTo>
                  <a:lnTo>
                    <a:pt x="110248" y="0"/>
                  </a:lnTo>
                  <a:lnTo>
                    <a:pt x="111662" y="0"/>
                  </a:lnTo>
                  <a:lnTo>
                    <a:pt x="113075" y="0"/>
                  </a:lnTo>
                  <a:lnTo>
                    <a:pt x="114489" y="0"/>
                  </a:lnTo>
                  <a:lnTo>
                    <a:pt x="115902" y="0"/>
                  </a:lnTo>
                  <a:lnTo>
                    <a:pt x="117316" y="0"/>
                  </a:lnTo>
                  <a:lnTo>
                    <a:pt x="118729" y="0"/>
                  </a:lnTo>
                  <a:lnTo>
                    <a:pt x="120143" y="0"/>
                  </a:lnTo>
                  <a:lnTo>
                    <a:pt x="121556" y="0"/>
                  </a:lnTo>
                  <a:lnTo>
                    <a:pt x="122970" y="0"/>
                  </a:lnTo>
                  <a:lnTo>
                    <a:pt x="124383" y="0"/>
                  </a:lnTo>
                  <a:lnTo>
                    <a:pt x="125796" y="0"/>
                  </a:lnTo>
                  <a:lnTo>
                    <a:pt x="127210" y="0"/>
                  </a:lnTo>
                  <a:lnTo>
                    <a:pt x="128623" y="0"/>
                  </a:lnTo>
                  <a:lnTo>
                    <a:pt x="130037" y="0"/>
                  </a:lnTo>
                  <a:lnTo>
                    <a:pt x="131450" y="0"/>
                  </a:lnTo>
                  <a:lnTo>
                    <a:pt x="132864" y="0"/>
                  </a:lnTo>
                  <a:lnTo>
                    <a:pt x="134277" y="0"/>
                  </a:lnTo>
                  <a:lnTo>
                    <a:pt x="135691" y="0"/>
                  </a:lnTo>
                  <a:lnTo>
                    <a:pt x="137104" y="0"/>
                  </a:lnTo>
                  <a:lnTo>
                    <a:pt x="138517" y="0"/>
                  </a:lnTo>
                  <a:lnTo>
                    <a:pt x="139931" y="0"/>
                  </a:lnTo>
                  <a:lnTo>
                    <a:pt x="141344" y="0"/>
                  </a:lnTo>
                  <a:lnTo>
                    <a:pt x="142758" y="0"/>
                  </a:lnTo>
                  <a:lnTo>
                    <a:pt x="144171" y="0"/>
                  </a:lnTo>
                  <a:lnTo>
                    <a:pt x="145585" y="0"/>
                  </a:lnTo>
                  <a:lnTo>
                    <a:pt x="146998" y="0"/>
                  </a:lnTo>
                  <a:lnTo>
                    <a:pt x="148412" y="0"/>
                  </a:lnTo>
                  <a:lnTo>
                    <a:pt x="149825" y="0"/>
                  </a:lnTo>
                  <a:lnTo>
                    <a:pt x="151238" y="0"/>
                  </a:lnTo>
                  <a:lnTo>
                    <a:pt x="152652" y="0"/>
                  </a:lnTo>
                  <a:lnTo>
                    <a:pt x="154065" y="0"/>
                  </a:lnTo>
                  <a:lnTo>
                    <a:pt x="155479" y="0"/>
                  </a:lnTo>
                  <a:lnTo>
                    <a:pt x="156892" y="0"/>
                  </a:lnTo>
                  <a:lnTo>
                    <a:pt x="158306" y="0"/>
                  </a:lnTo>
                  <a:lnTo>
                    <a:pt x="159719" y="0"/>
                  </a:lnTo>
                  <a:lnTo>
                    <a:pt x="161133" y="0"/>
                  </a:lnTo>
                  <a:lnTo>
                    <a:pt x="162546" y="0"/>
                  </a:lnTo>
                  <a:lnTo>
                    <a:pt x="163960" y="0"/>
                  </a:lnTo>
                  <a:lnTo>
                    <a:pt x="165373" y="0"/>
                  </a:lnTo>
                  <a:lnTo>
                    <a:pt x="166786" y="0"/>
                  </a:lnTo>
                  <a:lnTo>
                    <a:pt x="168200" y="0"/>
                  </a:lnTo>
                  <a:lnTo>
                    <a:pt x="169613" y="0"/>
                  </a:lnTo>
                  <a:lnTo>
                    <a:pt x="171027" y="0"/>
                  </a:lnTo>
                  <a:lnTo>
                    <a:pt x="172440" y="0"/>
                  </a:lnTo>
                  <a:lnTo>
                    <a:pt x="173854" y="0"/>
                  </a:lnTo>
                  <a:lnTo>
                    <a:pt x="175267" y="0"/>
                  </a:lnTo>
                  <a:lnTo>
                    <a:pt x="176681" y="0"/>
                  </a:lnTo>
                  <a:lnTo>
                    <a:pt x="178094" y="0"/>
                  </a:lnTo>
                  <a:lnTo>
                    <a:pt x="179507" y="0"/>
                  </a:lnTo>
                  <a:lnTo>
                    <a:pt x="180921" y="0"/>
                  </a:lnTo>
                  <a:lnTo>
                    <a:pt x="182334" y="0"/>
                  </a:lnTo>
                  <a:lnTo>
                    <a:pt x="183748" y="0"/>
                  </a:lnTo>
                  <a:lnTo>
                    <a:pt x="185161" y="0"/>
                  </a:lnTo>
                  <a:lnTo>
                    <a:pt x="186575" y="0"/>
                  </a:lnTo>
                  <a:lnTo>
                    <a:pt x="187988" y="0"/>
                  </a:lnTo>
                  <a:lnTo>
                    <a:pt x="189402" y="0"/>
                  </a:lnTo>
                  <a:lnTo>
                    <a:pt x="190815" y="0"/>
                  </a:lnTo>
                  <a:lnTo>
                    <a:pt x="192228" y="0"/>
                  </a:lnTo>
                  <a:lnTo>
                    <a:pt x="193642" y="0"/>
                  </a:lnTo>
                  <a:lnTo>
                    <a:pt x="195055" y="0"/>
                  </a:lnTo>
                  <a:lnTo>
                    <a:pt x="196469" y="0"/>
                  </a:lnTo>
                  <a:lnTo>
                    <a:pt x="197882" y="0"/>
                  </a:lnTo>
                  <a:lnTo>
                    <a:pt x="199296" y="0"/>
                  </a:lnTo>
                  <a:lnTo>
                    <a:pt x="200709" y="0"/>
                  </a:lnTo>
                  <a:lnTo>
                    <a:pt x="202123" y="0"/>
                  </a:lnTo>
                  <a:lnTo>
                    <a:pt x="203536" y="0"/>
                  </a:lnTo>
                  <a:lnTo>
                    <a:pt x="204950" y="0"/>
                  </a:lnTo>
                  <a:lnTo>
                    <a:pt x="206363" y="0"/>
                  </a:lnTo>
                  <a:lnTo>
                    <a:pt x="207776" y="0"/>
                  </a:lnTo>
                  <a:lnTo>
                    <a:pt x="209190" y="0"/>
                  </a:lnTo>
                  <a:lnTo>
                    <a:pt x="210603" y="0"/>
                  </a:lnTo>
                  <a:lnTo>
                    <a:pt x="212017" y="0"/>
                  </a:lnTo>
                  <a:lnTo>
                    <a:pt x="213430" y="0"/>
                  </a:lnTo>
                  <a:lnTo>
                    <a:pt x="214844" y="0"/>
                  </a:lnTo>
                  <a:lnTo>
                    <a:pt x="216257" y="0"/>
                  </a:lnTo>
                  <a:lnTo>
                    <a:pt x="217671" y="0"/>
                  </a:lnTo>
                  <a:lnTo>
                    <a:pt x="219084" y="0"/>
                  </a:lnTo>
                  <a:lnTo>
                    <a:pt x="220497" y="0"/>
                  </a:lnTo>
                  <a:lnTo>
                    <a:pt x="221911" y="0"/>
                  </a:lnTo>
                  <a:lnTo>
                    <a:pt x="223324" y="0"/>
                  </a:lnTo>
                  <a:lnTo>
                    <a:pt x="224738" y="0"/>
                  </a:lnTo>
                  <a:lnTo>
                    <a:pt x="226151" y="0"/>
                  </a:lnTo>
                  <a:lnTo>
                    <a:pt x="227565" y="0"/>
                  </a:lnTo>
                  <a:lnTo>
                    <a:pt x="228978" y="0"/>
                  </a:lnTo>
                  <a:lnTo>
                    <a:pt x="230392" y="0"/>
                  </a:lnTo>
                  <a:lnTo>
                    <a:pt x="231805" y="0"/>
                  </a:lnTo>
                  <a:lnTo>
                    <a:pt x="233218" y="0"/>
                  </a:lnTo>
                  <a:lnTo>
                    <a:pt x="234632" y="0"/>
                  </a:lnTo>
                  <a:lnTo>
                    <a:pt x="236045" y="0"/>
                  </a:lnTo>
                  <a:lnTo>
                    <a:pt x="237459" y="0"/>
                  </a:lnTo>
                  <a:lnTo>
                    <a:pt x="238872" y="0"/>
                  </a:lnTo>
                  <a:lnTo>
                    <a:pt x="240286" y="0"/>
                  </a:lnTo>
                  <a:lnTo>
                    <a:pt x="241699" y="0"/>
                  </a:lnTo>
                  <a:lnTo>
                    <a:pt x="243113" y="0"/>
                  </a:lnTo>
                  <a:lnTo>
                    <a:pt x="244526" y="0"/>
                  </a:lnTo>
                  <a:lnTo>
                    <a:pt x="245940" y="0"/>
                  </a:lnTo>
                  <a:lnTo>
                    <a:pt x="247353" y="0"/>
                  </a:lnTo>
                  <a:lnTo>
                    <a:pt x="248766" y="0"/>
                  </a:lnTo>
                  <a:lnTo>
                    <a:pt x="250180" y="0"/>
                  </a:lnTo>
                  <a:lnTo>
                    <a:pt x="251593" y="0"/>
                  </a:lnTo>
                  <a:lnTo>
                    <a:pt x="253007" y="0"/>
                  </a:lnTo>
                  <a:lnTo>
                    <a:pt x="254420" y="0"/>
                  </a:lnTo>
                  <a:lnTo>
                    <a:pt x="255834" y="0"/>
                  </a:lnTo>
                  <a:lnTo>
                    <a:pt x="257247" y="0"/>
                  </a:lnTo>
                  <a:lnTo>
                    <a:pt x="258661" y="0"/>
                  </a:lnTo>
                  <a:lnTo>
                    <a:pt x="260074" y="0"/>
                  </a:lnTo>
                  <a:lnTo>
                    <a:pt x="261487" y="0"/>
                  </a:lnTo>
                  <a:lnTo>
                    <a:pt x="262901" y="0"/>
                  </a:lnTo>
                  <a:lnTo>
                    <a:pt x="264314" y="0"/>
                  </a:lnTo>
                  <a:lnTo>
                    <a:pt x="265728" y="0"/>
                  </a:lnTo>
                  <a:lnTo>
                    <a:pt x="267141" y="0"/>
                  </a:lnTo>
                  <a:lnTo>
                    <a:pt x="268555" y="0"/>
                  </a:lnTo>
                  <a:lnTo>
                    <a:pt x="269968" y="0"/>
                  </a:lnTo>
                  <a:lnTo>
                    <a:pt x="271382" y="0"/>
                  </a:lnTo>
                  <a:lnTo>
                    <a:pt x="272795" y="0"/>
                  </a:lnTo>
                  <a:lnTo>
                    <a:pt x="274208" y="0"/>
                  </a:lnTo>
                  <a:lnTo>
                    <a:pt x="275622" y="0"/>
                  </a:lnTo>
                  <a:lnTo>
                    <a:pt x="277035" y="0"/>
                  </a:lnTo>
                  <a:lnTo>
                    <a:pt x="278449" y="0"/>
                  </a:lnTo>
                  <a:lnTo>
                    <a:pt x="279862" y="0"/>
                  </a:lnTo>
                  <a:lnTo>
                    <a:pt x="281276" y="0"/>
                  </a:lnTo>
                  <a:lnTo>
                    <a:pt x="282689" y="0"/>
                  </a:lnTo>
                  <a:lnTo>
                    <a:pt x="284103" y="0"/>
                  </a:lnTo>
                  <a:lnTo>
                    <a:pt x="285516" y="0"/>
                  </a:lnTo>
                  <a:lnTo>
                    <a:pt x="286930" y="0"/>
                  </a:lnTo>
                  <a:lnTo>
                    <a:pt x="288343" y="0"/>
                  </a:lnTo>
                  <a:lnTo>
                    <a:pt x="289756" y="0"/>
                  </a:lnTo>
                  <a:lnTo>
                    <a:pt x="291170" y="0"/>
                  </a:lnTo>
                  <a:lnTo>
                    <a:pt x="292583" y="0"/>
                  </a:lnTo>
                  <a:lnTo>
                    <a:pt x="293997" y="0"/>
                  </a:lnTo>
                  <a:lnTo>
                    <a:pt x="295410" y="0"/>
                  </a:lnTo>
                  <a:lnTo>
                    <a:pt x="296824" y="0"/>
                  </a:lnTo>
                  <a:lnTo>
                    <a:pt x="298237" y="0"/>
                  </a:lnTo>
                  <a:lnTo>
                    <a:pt x="299651" y="0"/>
                  </a:lnTo>
                  <a:lnTo>
                    <a:pt x="301064" y="0"/>
                  </a:lnTo>
                  <a:lnTo>
                    <a:pt x="302477" y="0"/>
                  </a:lnTo>
                  <a:lnTo>
                    <a:pt x="303891" y="0"/>
                  </a:lnTo>
                  <a:lnTo>
                    <a:pt x="305304" y="0"/>
                  </a:lnTo>
                  <a:lnTo>
                    <a:pt x="306718" y="0"/>
                  </a:lnTo>
                  <a:lnTo>
                    <a:pt x="308131" y="0"/>
                  </a:lnTo>
                  <a:lnTo>
                    <a:pt x="309545" y="0"/>
                  </a:lnTo>
                  <a:lnTo>
                    <a:pt x="310958" y="0"/>
                  </a:lnTo>
                  <a:lnTo>
                    <a:pt x="312372" y="0"/>
                  </a:lnTo>
                  <a:lnTo>
                    <a:pt x="313785" y="0"/>
                  </a:lnTo>
                  <a:lnTo>
                    <a:pt x="315198" y="0"/>
                  </a:lnTo>
                  <a:lnTo>
                    <a:pt x="316612" y="0"/>
                  </a:lnTo>
                  <a:lnTo>
                    <a:pt x="318025" y="0"/>
                  </a:lnTo>
                  <a:lnTo>
                    <a:pt x="319439" y="0"/>
                  </a:lnTo>
                  <a:lnTo>
                    <a:pt x="320852" y="0"/>
                  </a:lnTo>
                  <a:lnTo>
                    <a:pt x="322266" y="0"/>
                  </a:lnTo>
                  <a:lnTo>
                    <a:pt x="323679" y="0"/>
                  </a:lnTo>
                  <a:lnTo>
                    <a:pt x="325093" y="0"/>
                  </a:lnTo>
                  <a:lnTo>
                    <a:pt x="326506" y="0"/>
                  </a:lnTo>
                  <a:lnTo>
                    <a:pt x="327920" y="0"/>
                  </a:lnTo>
                  <a:lnTo>
                    <a:pt x="329333" y="0"/>
                  </a:lnTo>
                  <a:lnTo>
                    <a:pt x="330746" y="0"/>
                  </a:lnTo>
                  <a:lnTo>
                    <a:pt x="332160" y="0"/>
                  </a:lnTo>
                  <a:lnTo>
                    <a:pt x="333573" y="0"/>
                  </a:lnTo>
                  <a:lnTo>
                    <a:pt x="334987" y="0"/>
                  </a:lnTo>
                  <a:lnTo>
                    <a:pt x="336400" y="0"/>
                  </a:lnTo>
                  <a:lnTo>
                    <a:pt x="337814" y="0"/>
                  </a:lnTo>
                  <a:lnTo>
                    <a:pt x="339227" y="0"/>
                  </a:lnTo>
                  <a:lnTo>
                    <a:pt x="340641" y="0"/>
                  </a:lnTo>
                  <a:lnTo>
                    <a:pt x="342054" y="0"/>
                  </a:lnTo>
                  <a:lnTo>
                    <a:pt x="343467" y="0"/>
                  </a:lnTo>
                  <a:lnTo>
                    <a:pt x="344881" y="0"/>
                  </a:lnTo>
                  <a:lnTo>
                    <a:pt x="346294" y="0"/>
                  </a:lnTo>
                  <a:lnTo>
                    <a:pt x="347708" y="0"/>
                  </a:lnTo>
                  <a:lnTo>
                    <a:pt x="349121" y="0"/>
                  </a:lnTo>
                  <a:lnTo>
                    <a:pt x="350535" y="0"/>
                  </a:lnTo>
                  <a:lnTo>
                    <a:pt x="351948" y="0"/>
                  </a:lnTo>
                  <a:lnTo>
                    <a:pt x="353362" y="0"/>
                  </a:lnTo>
                  <a:lnTo>
                    <a:pt x="354775" y="0"/>
                  </a:lnTo>
                  <a:lnTo>
                    <a:pt x="356189" y="0"/>
                  </a:lnTo>
                  <a:lnTo>
                    <a:pt x="357602" y="0"/>
                  </a:lnTo>
                  <a:lnTo>
                    <a:pt x="359015" y="0"/>
                  </a:lnTo>
                  <a:lnTo>
                    <a:pt x="360429" y="0"/>
                  </a:lnTo>
                  <a:lnTo>
                    <a:pt x="361842" y="0"/>
                  </a:lnTo>
                  <a:lnTo>
                    <a:pt x="363256" y="0"/>
                  </a:lnTo>
                  <a:lnTo>
                    <a:pt x="364669" y="0"/>
                  </a:lnTo>
                  <a:lnTo>
                    <a:pt x="366083" y="0"/>
                  </a:lnTo>
                  <a:lnTo>
                    <a:pt x="367496" y="0"/>
                  </a:lnTo>
                  <a:lnTo>
                    <a:pt x="368910" y="0"/>
                  </a:lnTo>
                  <a:lnTo>
                    <a:pt x="370323" y="0"/>
                  </a:lnTo>
                  <a:lnTo>
                    <a:pt x="371736" y="0"/>
                  </a:lnTo>
                  <a:lnTo>
                    <a:pt x="373150" y="0"/>
                  </a:lnTo>
                  <a:lnTo>
                    <a:pt x="374563" y="0"/>
                  </a:lnTo>
                  <a:lnTo>
                    <a:pt x="375977" y="0"/>
                  </a:lnTo>
                  <a:lnTo>
                    <a:pt x="377390" y="0"/>
                  </a:lnTo>
                  <a:lnTo>
                    <a:pt x="378804" y="0"/>
                  </a:lnTo>
                  <a:lnTo>
                    <a:pt x="380217" y="0"/>
                  </a:lnTo>
                  <a:lnTo>
                    <a:pt x="381631" y="0"/>
                  </a:lnTo>
                  <a:lnTo>
                    <a:pt x="383044" y="0"/>
                  </a:lnTo>
                  <a:lnTo>
                    <a:pt x="384457" y="0"/>
                  </a:lnTo>
                  <a:lnTo>
                    <a:pt x="385871" y="0"/>
                  </a:lnTo>
                  <a:lnTo>
                    <a:pt x="387284" y="0"/>
                  </a:lnTo>
                  <a:lnTo>
                    <a:pt x="388698" y="0"/>
                  </a:lnTo>
                  <a:lnTo>
                    <a:pt x="390111" y="0"/>
                  </a:lnTo>
                  <a:lnTo>
                    <a:pt x="391525" y="0"/>
                  </a:lnTo>
                  <a:lnTo>
                    <a:pt x="392938" y="0"/>
                  </a:lnTo>
                  <a:lnTo>
                    <a:pt x="394352" y="0"/>
                  </a:lnTo>
                  <a:lnTo>
                    <a:pt x="395765" y="0"/>
                  </a:lnTo>
                  <a:lnTo>
                    <a:pt x="397179" y="0"/>
                  </a:lnTo>
                  <a:lnTo>
                    <a:pt x="398592" y="0"/>
                  </a:lnTo>
                  <a:lnTo>
                    <a:pt x="400005" y="0"/>
                  </a:lnTo>
                  <a:lnTo>
                    <a:pt x="401419" y="0"/>
                  </a:lnTo>
                  <a:lnTo>
                    <a:pt x="402832" y="0"/>
                  </a:lnTo>
                  <a:lnTo>
                    <a:pt x="404246" y="0"/>
                  </a:lnTo>
                  <a:lnTo>
                    <a:pt x="405659" y="0"/>
                  </a:lnTo>
                  <a:lnTo>
                    <a:pt x="407073" y="0"/>
                  </a:lnTo>
                  <a:lnTo>
                    <a:pt x="408486" y="0"/>
                  </a:lnTo>
                  <a:lnTo>
                    <a:pt x="409900" y="0"/>
                  </a:lnTo>
                  <a:lnTo>
                    <a:pt x="411313" y="0"/>
                  </a:lnTo>
                  <a:lnTo>
                    <a:pt x="412726" y="0"/>
                  </a:lnTo>
                  <a:lnTo>
                    <a:pt x="414140" y="0"/>
                  </a:lnTo>
                  <a:lnTo>
                    <a:pt x="415553" y="0"/>
                  </a:lnTo>
                  <a:lnTo>
                    <a:pt x="416967" y="0"/>
                  </a:lnTo>
                  <a:lnTo>
                    <a:pt x="418380" y="0"/>
                  </a:lnTo>
                  <a:lnTo>
                    <a:pt x="419794" y="0"/>
                  </a:lnTo>
                  <a:lnTo>
                    <a:pt x="421207" y="0"/>
                  </a:lnTo>
                  <a:lnTo>
                    <a:pt x="422621" y="0"/>
                  </a:lnTo>
                  <a:lnTo>
                    <a:pt x="424034" y="0"/>
                  </a:lnTo>
                  <a:lnTo>
                    <a:pt x="425447" y="0"/>
                  </a:lnTo>
                  <a:lnTo>
                    <a:pt x="426861" y="0"/>
                  </a:lnTo>
                  <a:lnTo>
                    <a:pt x="428274" y="0"/>
                  </a:lnTo>
                  <a:lnTo>
                    <a:pt x="429688" y="0"/>
                  </a:lnTo>
                  <a:lnTo>
                    <a:pt x="431101" y="0"/>
                  </a:lnTo>
                  <a:lnTo>
                    <a:pt x="432515" y="0"/>
                  </a:lnTo>
                  <a:lnTo>
                    <a:pt x="433928" y="0"/>
                  </a:lnTo>
                  <a:lnTo>
                    <a:pt x="435342" y="0"/>
                  </a:lnTo>
                  <a:lnTo>
                    <a:pt x="436755" y="0"/>
                  </a:lnTo>
                  <a:lnTo>
                    <a:pt x="438169" y="0"/>
                  </a:lnTo>
                  <a:lnTo>
                    <a:pt x="439582" y="0"/>
                  </a:lnTo>
                  <a:lnTo>
                    <a:pt x="440995" y="0"/>
                  </a:lnTo>
                  <a:lnTo>
                    <a:pt x="442409" y="0"/>
                  </a:lnTo>
                  <a:lnTo>
                    <a:pt x="443822" y="0"/>
                  </a:lnTo>
                  <a:lnTo>
                    <a:pt x="445236" y="0"/>
                  </a:lnTo>
                  <a:lnTo>
                    <a:pt x="446649" y="0"/>
                  </a:lnTo>
                  <a:lnTo>
                    <a:pt x="448063" y="0"/>
                  </a:lnTo>
                  <a:lnTo>
                    <a:pt x="449476" y="0"/>
                  </a:lnTo>
                  <a:lnTo>
                    <a:pt x="450890" y="0"/>
                  </a:lnTo>
                  <a:lnTo>
                    <a:pt x="452303" y="0"/>
                  </a:lnTo>
                  <a:lnTo>
                    <a:pt x="453716" y="0"/>
                  </a:lnTo>
                  <a:lnTo>
                    <a:pt x="455130" y="0"/>
                  </a:lnTo>
                  <a:lnTo>
                    <a:pt x="456543" y="0"/>
                  </a:lnTo>
                  <a:lnTo>
                    <a:pt x="457957" y="0"/>
                  </a:lnTo>
                  <a:lnTo>
                    <a:pt x="459370" y="0"/>
                  </a:lnTo>
                  <a:lnTo>
                    <a:pt x="460784" y="0"/>
                  </a:lnTo>
                  <a:lnTo>
                    <a:pt x="462197" y="0"/>
                  </a:lnTo>
                  <a:lnTo>
                    <a:pt x="463611" y="0"/>
                  </a:lnTo>
                  <a:lnTo>
                    <a:pt x="465024" y="0"/>
                  </a:lnTo>
                  <a:lnTo>
                    <a:pt x="466437" y="0"/>
                  </a:lnTo>
                  <a:lnTo>
                    <a:pt x="467851" y="0"/>
                  </a:lnTo>
                  <a:lnTo>
                    <a:pt x="469264" y="0"/>
                  </a:lnTo>
                  <a:lnTo>
                    <a:pt x="470678" y="0"/>
                  </a:lnTo>
                  <a:lnTo>
                    <a:pt x="472091" y="0"/>
                  </a:lnTo>
                  <a:lnTo>
                    <a:pt x="473505" y="0"/>
                  </a:lnTo>
                  <a:lnTo>
                    <a:pt x="474918" y="0"/>
                  </a:lnTo>
                  <a:lnTo>
                    <a:pt x="476332" y="0"/>
                  </a:lnTo>
                  <a:lnTo>
                    <a:pt x="477745" y="0"/>
                  </a:lnTo>
                  <a:lnTo>
                    <a:pt x="479159" y="0"/>
                  </a:lnTo>
                  <a:lnTo>
                    <a:pt x="480572" y="0"/>
                  </a:lnTo>
                  <a:lnTo>
                    <a:pt x="481985" y="0"/>
                  </a:lnTo>
                  <a:lnTo>
                    <a:pt x="483399" y="0"/>
                  </a:lnTo>
                  <a:lnTo>
                    <a:pt x="484812" y="0"/>
                  </a:lnTo>
                  <a:lnTo>
                    <a:pt x="486226" y="0"/>
                  </a:lnTo>
                  <a:lnTo>
                    <a:pt x="487639" y="0"/>
                  </a:lnTo>
                  <a:lnTo>
                    <a:pt x="489053" y="0"/>
                  </a:lnTo>
                  <a:lnTo>
                    <a:pt x="490466" y="0"/>
                  </a:lnTo>
                  <a:lnTo>
                    <a:pt x="491880" y="0"/>
                  </a:lnTo>
                  <a:lnTo>
                    <a:pt x="493293" y="0"/>
                  </a:lnTo>
                  <a:lnTo>
                    <a:pt x="494706" y="0"/>
                  </a:lnTo>
                  <a:lnTo>
                    <a:pt x="496120" y="0"/>
                  </a:lnTo>
                  <a:lnTo>
                    <a:pt x="497533" y="0"/>
                  </a:lnTo>
                  <a:lnTo>
                    <a:pt x="498947" y="0"/>
                  </a:lnTo>
                  <a:lnTo>
                    <a:pt x="500360" y="0"/>
                  </a:lnTo>
                  <a:lnTo>
                    <a:pt x="501774" y="0"/>
                  </a:lnTo>
                  <a:lnTo>
                    <a:pt x="503187" y="0"/>
                  </a:lnTo>
                  <a:lnTo>
                    <a:pt x="504601" y="0"/>
                  </a:lnTo>
                  <a:lnTo>
                    <a:pt x="506014" y="0"/>
                  </a:lnTo>
                  <a:lnTo>
                    <a:pt x="507427" y="0"/>
                  </a:lnTo>
                  <a:lnTo>
                    <a:pt x="508841" y="0"/>
                  </a:lnTo>
                  <a:lnTo>
                    <a:pt x="510254" y="0"/>
                  </a:lnTo>
                  <a:lnTo>
                    <a:pt x="511668" y="0"/>
                  </a:lnTo>
                  <a:lnTo>
                    <a:pt x="513081" y="0"/>
                  </a:lnTo>
                  <a:lnTo>
                    <a:pt x="514495" y="0"/>
                  </a:lnTo>
                  <a:lnTo>
                    <a:pt x="515908" y="0"/>
                  </a:lnTo>
                  <a:lnTo>
                    <a:pt x="517322" y="0"/>
                  </a:lnTo>
                  <a:lnTo>
                    <a:pt x="518735" y="0"/>
                  </a:lnTo>
                  <a:lnTo>
                    <a:pt x="520149" y="0"/>
                  </a:lnTo>
                  <a:lnTo>
                    <a:pt x="521562" y="0"/>
                  </a:lnTo>
                  <a:lnTo>
                    <a:pt x="522975" y="0"/>
                  </a:lnTo>
                  <a:lnTo>
                    <a:pt x="524389" y="0"/>
                  </a:lnTo>
                  <a:lnTo>
                    <a:pt x="525802" y="0"/>
                  </a:lnTo>
                  <a:lnTo>
                    <a:pt x="527216" y="0"/>
                  </a:lnTo>
                  <a:lnTo>
                    <a:pt x="528629" y="0"/>
                  </a:lnTo>
                  <a:lnTo>
                    <a:pt x="530043" y="0"/>
                  </a:lnTo>
                  <a:lnTo>
                    <a:pt x="531456" y="0"/>
                  </a:lnTo>
                  <a:lnTo>
                    <a:pt x="532870" y="0"/>
                  </a:lnTo>
                  <a:lnTo>
                    <a:pt x="534283" y="0"/>
                  </a:lnTo>
                  <a:lnTo>
                    <a:pt x="535696" y="0"/>
                  </a:lnTo>
                  <a:lnTo>
                    <a:pt x="537110" y="0"/>
                  </a:lnTo>
                  <a:lnTo>
                    <a:pt x="538523" y="0"/>
                  </a:lnTo>
                  <a:lnTo>
                    <a:pt x="539937" y="0"/>
                  </a:lnTo>
                  <a:lnTo>
                    <a:pt x="541350" y="0"/>
                  </a:lnTo>
                  <a:lnTo>
                    <a:pt x="542764" y="0"/>
                  </a:lnTo>
                  <a:lnTo>
                    <a:pt x="544177" y="0"/>
                  </a:lnTo>
                  <a:lnTo>
                    <a:pt x="545591" y="0"/>
                  </a:lnTo>
                  <a:lnTo>
                    <a:pt x="547004" y="0"/>
                  </a:lnTo>
                  <a:lnTo>
                    <a:pt x="548417" y="0"/>
                  </a:lnTo>
                  <a:lnTo>
                    <a:pt x="549831" y="0"/>
                  </a:lnTo>
                  <a:lnTo>
                    <a:pt x="551244" y="0"/>
                  </a:lnTo>
                  <a:lnTo>
                    <a:pt x="552658" y="0"/>
                  </a:lnTo>
                  <a:lnTo>
                    <a:pt x="554071" y="0"/>
                  </a:lnTo>
                  <a:lnTo>
                    <a:pt x="555485" y="0"/>
                  </a:lnTo>
                  <a:lnTo>
                    <a:pt x="556898" y="0"/>
                  </a:lnTo>
                  <a:lnTo>
                    <a:pt x="558312" y="0"/>
                  </a:lnTo>
                  <a:lnTo>
                    <a:pt x="559725" y="0"/>
                  </a:lnTo>
                  <a:lnTo>
                    <a:pt x="561139" y="0"/>
                  </a:lnTo>
                  <a:lnTo>
                    <a:pt x="562552" y="0"/>
                  </a:lnTo>
                  <a:lnTo>
                    <a:pt x="563965" y="0"/>
                  </a:lnTo>
                  <a:lnTo>
                    <a:pt x="565379" y="0"/>
                  </a:lnTo>
                  <a:lnTo>
                    <a:pt x="566792" y="0"/>
                  </a:lnTo>
                  <a:lnTo>
                    <a:pt x="568206" y="0"/>
                  </a:lnTo>
                  <a:lnTo>
                    <a:pt x="569619" y="0"/>
                  </a:lnTo>
                  <a:lnTo>
                    <a:pt x="571033" y="0"/>
                  </a:lnTo>
                  <a:lnTo>
                    <a:pt x="572446" y="0"/>
                  </a:lnTo>
                  <a:lnTo>
                    <a:pt x="573860" y="0"/>
                  </a:lnTo>
                  <a:lnTo>
                    <a:pt x="575273" y="0"/>
                  </a:lnTo>
                  <a:lnTo>
                    <a:pt x="576686" y="0"/>
                  </a:lnTo>
                  <a:lnTo>
                    <a:pt x="578100" y="0"/>
                  </a:lnTo>
                  <a:lnTo>
                    <a:pt x="579513" y="0"/>
                  </a:lnTo>
                  <a:lnTo>
                    <a:pt x="580927" y="0"/>
                  </a:lnTo>
                  <a:lnTo>
                    <a:pt x="582340" y="0"/>
                  </a:lnTo>
                  <a:lnTo>
                    <a:pt x="583754" y="0"/>
                  </a:lnTo>
                  <a:lnTo>
                    <a:pt x="585167" y="0"/>
                  </a:lnTo>
                  <a:lnTo>
                    <a:pt x="586581" y="0"/>
                  </a:lnTo>
                  <a:lnTo>
                    <a:pt x="587994" y="0"/>
                  </a:lnTo>
                  <a:lnTo>
                    <a:pt x="589407" y="0"/>
                  </a:lnTo>
                  <a:lnTo>
                    <a:pt x="590821" y="0"/>
                  </a:lnTo>
                  <a:lnTo>
                    <a:pt x="592234" y="0"/>
                  </a:lnTo>
                  <a:lnTo>
                    <a:pt x="593648" y="0"/>
                  </a:lnTo>
                  <a:lnTo>
                    <a:pt x="595061" y="0"/>
                  </a:lnTo>
                  <a:lnTo>
                    <a:pt x="596475" y="0"/>
                  </a:lnTo>
                  <a:lnTo>
                    <a:pt x="597888" y="0"/>
                  </a:lnTo>
                  <a:lnTo>
                    <a:pt x="599302" y="0"/>
                  </a:lnTo>
                  <a:lnTo>
                    <a:pt x="600715" y="0"/>
                  </a:lnTo>
                  <a:lnTo>
                    <a:pt x="602129" y="0"/>
                  </a:lnTo>
                  <a:lnTo>
                    <a:pt x="603542" y="0"/>
                  </a:lnTo>
                  <a:lnTo>
                    <a:pt x="604955" y="0"/>
                  </a:lnTo>
                  <a:lnTo>
                    <a:pt x="606369" y="0"/>
                  </a:lnTo>
                  <a:lnTo>
                    <a:pt x="607782" y="0"/>
                  </a:lnTo>
                  <a:lnTo>
                    <a:pt x="609196" y="0"/>
                  </a:lnTo>
                  <a:lnTo>
                    <a:pt x="610609" y="0"/>
                  </a:lnTo>
                  <a:lnTo>
                    <a:pt x="612023" y="0"/>
                  </a:lnTo>
                  <a:lnTo>
                    <a:pt x="613436" y="0"/>
                  </a:lnTo>
                  <a:lnTo>
                    <a:pt x="614850" y="0"/>
                  </a:lnTo>
                  <a:lnTo>
                    <a:pt x="616263" y="0"/>
                  </a:lnTo>
                  <a:lnTo>
                    <a:pt x="617676" y="0"/>
                  </a:lnTo>
                  <a:lnTo>
                    <a:pt x="619090" y="0"/>
                  </a:lnTo>
                  <a:lnTo>
                    <a:pt x="620503" y="0"/>
                  </a:lnTo>
                  <a:lnTo>
                    <a:pt x="621917" y="0"/>
                  </a:lnTo>
                  <a:lnTo>
                    <a:pt x="623330" y="0"/>
                  </a:lnTo>
                  <a:lnTo>
                    <a:pt x="624744" y="0"/>
                  </a:lnTo>
                  <a:lnTo>
                    <a:pt x="626157" y="0"/>
                  </a:lnTo>
                  <a:lnTo>
                    <a:pt x="627571" y="0"/>
                  </a:lnTo>
                  <a:lnTo>
                    <a:pt x="628984" y="0"/>
                  </a:lnTo>
                  <a:lnTo>
                    <a:pt x="630397" y="0"/>
                  </a:lnTo>
                  <a:lnTo>
                    <a:pt x="631811" y="0"/>
                  </a:lnTo>
                  <a:lnTo>
                    <a:pt x="633224" y="0"/>
                  </a:lnTo>
                  <a:lnTo>
                    <a:pt x="634638" y="0"/>
                  </a:lnTo>
                  <a:lnTo>
                    <a:pt x="636051" y="0"/>
                  </a:lnTo>
                  <a:lnTo>
                    <a:pt x="637465" y="0"/>
                  </a:lnTo>
                  <a:lnTo>
                    <a:pt x="638878" y="0"/>
                  </a:lnTo>
                  <a:lnTo>
                    <a:pt x="640292" y="0"/>
                  </a:lnTo>
                  <a:lnTo>
                    <a:pt x="641705" y="0"/>
                  </a:lnTo>
                  <a:lnTo>
                    <a:pt x="643119" y="0"/>
                  </a:lnTo>
                  <a:lnTo>
                    <a:pt x="644532" y="0"/>
                  </a:lnTo>
                  <a:lnTo>
                    <a:pt x="645945" y="0"/>
                  </a:lnTo>
                  <a:lnTo>
                    <a:pt x="647359" y="0"/>
                  </a:lnTo>
                  <a:lnTo>
                    <a:pt x="648772" y="0"/>
                  </a:lnTo>
                  <a:lnTo>
                    <a:pt x="650186" y="0"/>
                  </a:lnTo>
                  <a:lnTo>
                    <a:pt x="651599" y="0"/>
                  </a:lnTo>
                  <a:lnTo>
                    <a:pt x="653013" y="0"/>
                  </a:lnTo>
                  <a:lnTo>
                    <a:pt x="654426" y="0"/>
                  </a:lnTo>
                  <a:lnTo>
                    <a:pt x="655840" y="0"/>
                  </a:lnTo>
                  <a:lnTo>
                    <a:pt x="657253" y="0"/>
                  </a:lnTo>
                  <a:lnTo>
                    <a:pt x="658666" y="0"/>
                  </a:lnTo>
                  <a:lnTo>
                    <a:pt x="660080" y="0"/>
                  </a:lnTo>
                  <a:lnTo>
                    <a:pt x="661493" y="0"/>
                  </a:lnTo>
                  <a:lnTo>
                    <a:pt x="662907" y="0"/>
                  </a:lnTo>
                  <a:lnTo>
                    <a:pt x="664320" y="0"/>
                  </a:lnTo>
                  <a:lnTo>
                    <a:pt x="665734" y="0"/>
                  </a:lnTo>
                  <a:lnTo>
                    <a:pt x="667147" y="0"/>
                  </a:lnTo>
                  <a:lnTo>
                    <a:pt x="668561" y="0"/>
                  </a:lnTo>
                  <a:lnTo>
                    <a:pt x="669974" y="0"/>
                  </a:lnTo>
                  <a:lnTo>
                    <a:pt x="671387" y="0"/>
                  </a:lnTo>
                  <a:lnTo>
                    <a:pt x="672801" y="0"/>
                  </a:lnTo>
                  <a:lnTo>
                    <a:pt x="674214" y="0"/>
                  </a:lnTo>
                  <a:lnTo>
                    <a:pt x="675628" y="0"/>
                  </a:lnTo>
                  <a:lnTo>
                    <a:pt x="677041" y="0"/>
                  </a:lnTo>
                  <a:lnTo>
                    <a:pt x="678455" y="0"/>
                  </a:lnTo>
                  <a:lnTo>
                    <a:pt x="679868" y="0"/>
                  </a:lnTo>
                  <a:lnTo>
                    <a:pt x="681282" y="0"/>
                  </a:lnTo>
                  <a:lnTo>
                    <a:pt x="682695" y="0"/>
                  </a:lnTo>
                  <a:lnTo>
                    <a:pt x="684109" y="0"/>
                  </a:lnTo>
                  <a:lnTo>
                    <a:pt x="685522" y="0"/>
                  </a:lnTo>
                  <a:lnTo>
                    <a:pt x="686935" y="0"/>
                  </a:lnTo>
                  <a:lnTo>
                    <a:pt x="688349" y="0"/>
                  </a:lnTo>
                  <a:lnTo>
                    <a:pt x="689762" y="0"/>
                  </a:lnTo>
                  <a:lnTo>
                    <a:pt x="691176" y="0"/>
                  </a:lnTo>
                  <a:lnTo>
                    <a:pt x="692589" y="0"/>
                  </a:lnTo>
                  <a:lnTo>
                    <a:pt x="694003" y="0"/>
                  </a:lnTo>
                  <a:lnTo>
                    <a:pt x="695416" y="0"/>
                  </a:lnTo>
                  <a:lnTo>
                    <a:pt x="696830" y="0"/>
                  </a:lnTo>
                  <a:lnTo>
                    <a:pt x="698243" y="0"/>
                  </a:lnTo>
                  <a:lnTo>
                    <a:pt x="699656" y="0"/>
                  </a:lnTo>
                  <a:lnTo>
                    <a:pt x="701070" y="0"/>
                  </a:lnTo>
                  <a:lnTo>
                    <a:pt x="702483" y="0"/>
                  </a:lnTo>
                  <a:lnTo>
                    <a:pt x="703897" y="0"/>
                  </a:lnTo>
                  <a:lnTo>
                    <a:pt x="705310" y="0"/>
                  </a:lnTo>
                  <a:lnTo>
                    <a:pt x="706724" y="0"/>
                  </a:lnTo>
                  <a:lnTo>
                    <a:pt x="706724" y="102173"/>
                  </a:lnTo>
                  <a:lnTo>
                    <a:pt x="705310" y="102173"/>
                  </a:lnTo>
                  <a:lnTo>
                    <a:pt x="703897" y="102173"/>
                  </a:lnTo>
                  <a:lnTo>
                    <a:pt x="702483" y="102173"/>
                  </a:lnTo>
                  <a:lnTo>
                    <a:pt x="701070" y="102173"/>
                  </a:lnTo>
                  <a:lnTo>
                    <a:pt x="699656" y="102173"/>
                  </a:lnTo>
                  <a:lnTo>
                    <a:pt x="698243" y="102173"/>
                  </a:lnTo>
                  <a:lnTo>
                    <a:pt x="696830" y="102173"/>
                  </a:lnTo>
                  <a:lnTo>
                    <a:pt x="695416" y="102173"/>
                  </a:lnTo>
                  <a:lnTo>
                    <a:pt x="694003" y="102173"/>
                  </a:lnTo>
                  <a:lnTo>
                    <a:pt x="692589" y="102173"/>
                  </a:lnTo>
                  <a:lnTo>
                    <a:pt x="691176" y="102173"/>
                  </a:lnTo>
                  <a:lnTo>
                    <a:pt x="689762" y="102173"/>
                  </a:lnTo>
                  <a:lnTo>
                    <a:pt x="688349" y="102173"/>
                  </a:lnTo>
                  <a:lnTo>
                    <a:pt x="686935" y="102173"/>
                  </a:lnTo>
                  <a:lnTo>
                    <a:pt x="685522" y="102173"/>
                  </a:lnTo>
                  <a:lnTo>
                    <a:pt x="684109" y="102173"/>
                  </a:lnTo>
                  <a:lnTo>
                    <a:pt x="682695" y="102173"/>
                  </a:lnTo>
                  <a:lnTo>
                    <a:pt x="681282" y="102173"/>
                  </a:lnTo>
                  <a:lnTo>
                    <a:pt x="679868" y="102173"/>
                  </a:lnTo>
                  <a:lnTo>
                    <a:pt x="678455" y="102173"/>
                  </a:lnTo>
                  <a:lnTo>
                    <a:pt x="677041" y="102173"/>
                  </a:lnTo>
                  <a:lnTo>
                    <a:pt x="675628" y="102173"/>
                  </a:lnTo>
                  <a:lnTo>
                    <a:pt x="674214" y="102173"/>
                  </a:lnTo>
                  <a:lnTo>
                    <a:pt x="672801" y="102173"/>
                  </a:lnTo>
                  <a:lnTo>
                    <a:pt x="671387" y="102173"/>
                  </a:lnTo>
                  <a:lnTo>
                    <a:pt x="669974" y="102173"/>
                  </a:lnTo>
                  <a:lnTo>
                    <a:pt x="668561" y="102173"/>
                  </a:lnTo>
                  <a:lnTo>
                    <a:pt x="667147" y="102173"/>
                  </a:lnTo>
                  <a:lnTo>
                    <a:pt x="665734" y="102173"/>
                  </a:lnTo>
                  <a:lnTo>
                    <a:pt x="664320" y="102173"/>
                  </a:lnTo>
                  <a:lnTo>
                    <a:pt x="662907" y="102173"/>
                  </a:lnTo>
                  <a:lnTo>
                    <a:pt x="661493" y="102173"/>
                  </a:lnTo>
                  <a:lnTo>
                    <a:pt x="660080" y="102173"/>
                  </a:lnTo>
                  <a:lnTo>
                    <a:pt x="658666" y="102173"/>
                  </a:lnTo>
                  <a:lnTo>
                    <a:pt x="657253" y="102173"/>
                  </a:lnTo>
                  <a:lnTo>
                    <a:pt x="655840" y="102173"/>
                  </a:lnTo>
                  <a:lnTo>
                    <a:pt x="654426" y="102173"/>
                  </a:lnTo>
                  <a:lnTo>
                    <a:pt x="653013" y="102173"/>
                  </a:lnTo>
                  <a:lnTo>
                    <a:pt x="651599" y="102173"/>
                  </a:lnTo>
                  <a:lnTo>
                    <a:pt x="650186" y="102173"/>
                  </a:lnTo>
                  <a:lnTo>
                    <a:pt x="648772" y="102173"/>
                  </a:lnTo>
                  <a:lnTo>
                    <a:pt x="647359" y="102173"/>
                  </a:lnTo>
                  <a:lnTo>
                    <a:pt x="645945" y="102173"/>
                  </a:lnTo>
                  <a:lnTo>
                    <a:pt x="644532" y="102173"/>
                  </a:lnTo>
                  <a:lnTo>
                    <a:pt x="643119" y="102173"/>
                  </a:lnTo>
                  <a:lnTo>
                    <a:pt x="641705" y="102173"/>
                  </a:lnTo>
                  <a:lnTo>
                    <a:pt x="640292" y="102173"/>
                  </a:lnTo>
                  <a:lnTo>
                    <a:pt x="638878" y="102173"/>
                  </a:lnTo>
                  <a:lnTo>
                    <a:pt x="637465" y="102173"/>
                  </a:lnTo>
                  <a:lnTo>
                    <a:pt x="636051" y="102173"/>
                  </a:lnTo>
                  <a:lnTo>
                    <a:pt x="634638" y="102173"/>
                  </a:lnTo>
                  <a:lnTo>
                    <a:pt x="633224" y="102173"/>
                  </a:lnTo>
                  <a:lnTo>
                    <a:pt x="631811" y="102173"/>
                  </a:lnTo>
                  <a:lnTo>
                    <a:pt x="630397" y="102173"/>
                  </a:lnTo>
                  <a:lnTo>
                    <a:pt x="628984" y="102173"/>
                  </a:lnTo>
                  <a:lnTo>
                    <a:pt x="627571" y="102173"/>
                  </a:lnTo>
                  <a:lnTo>
                    <a:pt x="626157" y="102173"/>
                  </a:lnTo>
                  <a:lnTo>
                    <a:pt x="624744" y="102173"/>
                  </a:lnTo>
                  <a:lnTo>
                    <a:pt x="623330" y="102173"/>
                  </a:lnTo>
                  <a:lnTo>
                    <a:pt x="621917" y="102173"/>
                  </a:lnTo>
                  <a:lnTo>
                    <a:pt x="620503" y="102173"/>
                  </a:lnTo>
                  <a:lnTo>
                    <a:pt x="619090" y="102173"/>
                  </a:lnTo>
                  <a:lnTo>
                    <a:pt x="617676" y="102173"/>
                  </a:lnTo>
                  <a:lnTo>
                    <a:pt x="616263" y="102173"/>
                  </a:lnTo>
                  <a:lnTo>
                    <a:pt x="614850" y="102173"/>
                  </a:lnTo>
                  <a:lnTo>
                    <a:pt x="613436" y="102173"/>
                  </a:lnTo>
                  <a:lnTo>
                    <a:pt x="612023" y="102173"/>
                  </a:lnTo>
                  <a:lnTo>
                    <a:pt x="610609" y="102173"/>
                  </a:lnTo>
                  <a:lnTo>
                    <a:pt x="609196" y="102173"/>
                  </a:lnTo>
                  <a:lnTo>
                    <a:pt x="607782" y="102173"/>
                  </a:lnTo>
                  <a:lnTo>
                    <a:pt x="606369" y="102173"/>
                  </a:lnTo>
                  <a:lnTo>
                    <a:pt x="604955" y="102173"/>
                  </a:lnTo>
                  <a:lnTo>
                    <a:pt x="603542" y="102173"/>
                  </a:lnTo>
                  <a:lnTo>
                    <a:pt x="602129" y="102173"/>
                  </a:lnTo>
                  <a:lnTo>
                    <a:pt x="600715" y="102173"/>
                  </a:lnTo>
                  <a:lnTo>
                    <a:pt x="599302" y="102173"/>
                  </a:lnTo>
                  <a:lnTo>
                    <a:pt x="597888" y="102173"/>
                  </a:lnTo>
                  <a:lnTo>
                    <a:pt x="596475" y="102173"/>
                  </a:lnTo>
                  <a:lnTo>
                    <a:pt x="595061" y="102173"/>
                  </a:lnTo>
                  <a:lnTo>
                    <a:pt x="593648" y="102173"/>
                  </a:lnTo>
                  <a:lnTo>
                    <a:pt x="592234" y="102173"/>
                  </a:lnTo>
                  <a:lnTo>
                    <a:pt x="590821" y="102173"/>
                  </a:lnTo>
                  <a:lnTo>
                    <a:pt x="589407" y="102173"/>
                  </a:lnTo>
                  <a:lnTo>
                    <a:pt x="587994" y="102173"/>
                  </a:lnTo>
                  <a:lnTo>
                    <a:pt x="586581" y="102173"/>
                  </a:lnTo>
                  <a:lnTo>
                    <a:pt x="585167" y="102173"/>
                  </a:lnTo>
                  <a:lnTo>
                    <a:pt x="583754" y="102173"/>
                  </a:lnTo>
                  <a:lnTo>
                    <a:pt x="582340" y="102173"/>
                  </a:lnTo>
                  <a:lnTo>
                    <a:pt x="580927" y="102173"/>
                  </a:lnTo>
                  <a:lnTo>
                    <a:pt x="579513" y="102173"/>
                  </a:lnTo>
                  <a:lnTo>
                    <a:pt x="578100" y="102173"/>
                  </a:lnTo>
                  <a:lnTo>
                    <a:pt x="576686" y="102173"/>
                  </a:lnTo>
                  <a:lnTo>
                    <a:pt x="575273" y="102173"/>
                  </a:lnTo>
                  <a:lnTo>
                    <a:pt x="573860" y="102173"/>
                  </a:lnTo>
                  <a:lnTo>
                    <a:pt x="572446" y="102173"/>
                  </a:lnTo>
                  <a:lnTo>
                    <a:pt x="571033" y="102173"/>
                  </a:lnTo>
                  <a:lnTo>
                    <a:pt x="569619" y="102173"/>
                  </a:lnTo>
                  <a:lnTo>
                    <a:pt x="568206" y="102173"/>
                  </a:lnTo>
                  <a:lnTo>
                    <a:pt x="566792" y="102173"/>
                  </a:lnTo>
                  <a:lnTo>
                    <a:pt x="565379" y="102173"/>
                  </a:lnTo>
                  <a:lnTo>
                    <a:pt x="563965" y="102173"/>
                  </a:lnTo>
                  <a:lnTo>
                    <a:pt x="562552" y="102173"/>
                  </a:lnTo>
                  <a:lnTo>
                    <a:pt x="561139" y="102173"/>
                  </a:lnTo>
                  <a:lnTo>
                    <a:pt x="559725" y="102173"/>
                  </a:lnTo>
                  <a:lnTo>
                    <a:pt x="558312" y="102173"/>
                  </a:lnTo>
                  <a:lnTo>
                    <a:pt x="556898" y="102173"/>
                  </a:lnTo>
                  <a:lnTo>
                    <a:pt x="555485" y="102173"/>
                  </a:lnTo>
                  <a:lnTo>
                    <a:pt x="554071" y="102173"/>
                  </a:lnTo>
                  <a:lnTo>
                    <a:pt x="552658" y="102173"/>
                  </a:lnTo>
                  <a:lnTo>
                    <a:pt x="551244" y="102173"/>
                  </a:lnTo>
                  <a:lnTo>
                    <a:pt x="549831" y="102173"/>
                  </a:lnTo>
                  <a:lnTo>
                    <a:pt x="548417" y="102173"/>
                  </a:lnTo>
                  <a:lnTo>
                    <a:pt x="547004" y="102173"/>
                  </a:lnTo>
                  <a:lnTo>
                    <a:pt x="545591" y="102173"/>
                  </a:lnTo>
                  <a:lnTo>
                    <a:pt x="544177" y="102173"/>
                  </a:lnTo>
                  <a:lnTo>
                    <a:pt x="542764" y="102173"/>
                  </a:lnTo>
                  <a:lnTo>
                    <a:pt x="541350" y="102173"/>
                  </a:lnTo>
                  <a:lnTo>
                    <a:pt x="539937" y="102173"/>
                  </a:lnTo>
                  <a:lnTo>
                    <a:pt x="538523" y="102173"/>
                  </a:lnTo>
                  <a:lnTo>
                    <a:pt x="537110" y="102173"/>
                  </a:lnTo>
                  <a:lnTo>
                    <a:pt x="535696" y="102173"/>
                  </a:lnTo>
                  <a:lnTo>
                    <a:pt x="534283" y="102173"/>
                  </a:lnTo>
                  <a:lnTo>
                    <a:pt x="532870" y="102173"/>
                  </a:lnTo>
                  <a:lnTo>
                    <a:pt x="531456" y="102173"/>
                  </a:lnTo>
                  <a:lnTo>
                    <a:pt x="530043" y="102173"/>
                  </a:lnTo>
                  <a:lnTo>
                    <a:pt x="528629" y="102173"/>
                  </a:lnTo>
                  <a:lnTo>
                    <a:pt x="527216" y="102173"/>
                  </a:lnTo>
                  <a:lnTo>
                    <a:pt x="525802" y="102173"/>
                  </a:lnTo>
                  <a:lnTo>
                    <a:pt x="524389" y="102173"/>
                  </a:lnTo>
                  <a:lnTo>
                    <a:pt x="522975" y="102173"/>
                  </a:lnTo>
                  <a:lnTo>
                    <a:pt x="521562" y="102173"/>
                  </a:lnTo>
                  <a:lnTo>
                    <a:pt x="520149" y="102173"/>
                  </a:lnTo>
                  <a:lnTo>
                    <a:pt x="518735" y="102173"/>
                  </a:lnTo>
                  <a:lnTo>
                    <a:pt x="517322" y="102173"/>
                  </a:lnTo>
                  <a:lnTo>
                    <a:pt x="515908" y="102173"/>
                  </a:lnTo>
                  <a:lnTo>
                    <a:pt x="514495" y="102173"/>
                  </a:lnTo>
                  <a:lnTo>
                    <a:pt x="513081" y="102173"/>
                  </a:lnTo>
                  <a:lnTo>
                    <a:pt x="511668" y="102173"/>
                  </a:lnTo>
                  <a:lnTo>
                    <a:pt x="510254" y="102173"/>
                  </a:lnTo>
                  <a:lnTo>
                    <a:pt x="508841" y="102173"/>
                  </a:lnTo>
                  <a:lnTo>
                    <a:pt x="507427" y="102173"/>
                  </a:lnTo>
                  <a:lnTo>
                    <a:pt x="506014" y="102173"/>
                  </a:lnTo>
                  <a:lnTo>
                    <a:pt x="504601" y="102173"/>
                  </a:lnTo>
                  <a:lnTo>
                    <a:pt x="503187" y="102173"/>
                  </a:lnTo>
                  <a:lnTo>
                    <a:pt x="501774" y="102173"/>
                  </a:lnTo>
                  <a:lnTo>
                    <a:pt x="500360" y="102173"/>
                  </a:lnTo>
                  <a:lnTo>
                    <a:pt x="498947" y="102173"/>
                  </a:lnTo>
                  <a:lnTo>
                    <a:pt x="497533" y="102173"/>
                  </a:lnTo>
                  <a:lnTo>
                    <a:pt x="496120" y="102173"/>
                  </a:lnTo>
                  <a:lnTo>
                    <a:pt x="494706" y="102173"/>
                  </a:lnTo>
                  <a:lnTo>
                    <a:pt x="493293" y="102173"/>
                  </a:lnTo>
                  <a:lnTo>
                    <a:pt x="491880" y="102173"/>
                  </a:lnTo>
                  <a:lnTo>
                    <a:pt x="490466" y="102173"/>
                  </a:lnTo>
                  <a:lnTo>
                    <a:pt x="489053" y="102173"/>
                  </a:lnTo>
                  <a:lnTo>
                    <a:pt x="487639" y="102173"/>
                  </a:lnTo>
                  <a:lnTo>
                    <a:pt x="486226" y="102173"/>
                  </a:lnTo>
                  <a:lnTo>
                    <a:pt x="484812" y="102173"/>
                  </a:lnTo>
                  <a:lnTo>
                    <a:pt x="483399" y="102173"/>
                  </a:lnTo>
                  <a:lnTo>
                    <a:pt x="481985" y="102173"/>
                  </a:lnTo>
                  <a:lnTo>
                    <a:pt x="480572" y="102173"/>
                  </a:lnTo>
                  <a:lnTo>
                    <a:pt x="479159" y="102173"/>
                  </a:lnTo>
                  <a:lnTo>
                    <a:pt x="477745" y="102173"/>
                  </a:lnTo>
                  <a:lnTo>
                    <a:pt x="476332" y="102173"/>
                  </a:lnTo>
                  <a:lnTo>
                    <a:pt x="474918" y="102173"/>
                  </a:lnTo>
                  <a:lnTo>
                    <a:pt x="473505" y="102173"/>
                  </a:lnTo>
                  <a:lnTo>
                    <a:pt x="472091" y="102173"/>
                  </a:lnTo>
                  <a:lnTo>
                    <a:pt x="470678" y="102173"/>
                  </a:lnTo>
                  <a:lnTo>
                    <a:pt x="469264" y="102173"/>
                  </a:lnTo>
                  <a:lnTo>
                    <a:pt x="467851" y="102173"/>
                  </a:lnTo>
                  <a:lnTo>
                    <a:pt x="466437" y="102173"/>
                  </a:lnTo>
                  <a:lnTo>
                    <a:pt x="465024" y="102173"/>
                  </a:lnTo>
                  <a:lnTo>
                    <a:pt x="463611" y="102173"/>
                  </a:lnTo>
                  <a:lnTo>
                    <a:pt x="462197" y="102173"/>
                  </a:lnTo>
                  <a:lnTo>
                    <a:pt x="460784" y="102173"/>
                  </a:lnTo>
                  <a:lnTo>
                    <a:pt x="459370" y="102173"/>
                  </a:lnTo>
                  <a:lnTo>
                    <a:pt x="457957" y="102173"/>
                  </a:lnTo>
                  <a:lnTo>
                    <a:pt x="456543" y="102173"/>
                  </a:lnTo>
                  <a:lnTo>
                    <a:pt x="455130" y="102173"/>
                  </a:lnTo>
                  <a:lnTo>
                    <a:pt x="453716" y="102173"/>
                  </a:lnTo>
                  <a:lnTo>
                    <a:pt x="452303" y="102173"/>
                  </a:lnTo>
                  <a:lnTo>
                    <a:pt x="450890" y="102173"/>
                  </a:lnTo>
                  <a:lnTo>
                    <a:pt x="449476" y="102173"/>
                  </a:lnTo>
                  <a:lnTo>
                    <a:pt x="448063" y="102173"/>
                  </a:lnTo>
                  <a:lnTo>
                    <a:pt x="446649" y="102173"/>
                  </a:lnTo>
                  <a:lnTo>
                    <a:pt x="445236" y="102173"/>
                  </a:lnTo>
                  <a:lnTo>
                    <a:pt x="443822" y="102173"/>
                  </a:lnTo>
                  <a:lnTo>
                    <a:pt x="442409" y="102173"/>
                  </a:lnTo>
                  <a:lnTo>
                    <a:pt x="440995" y="102173"/>
                  </a:lnTo>
                  <a:lnTo>
                    <a:pt x="439582" y="102173"/>
                  </a:lnTo>
                  <a:lnTo>
                    <a:pt x="438169" y="102173"/>
                  </a:lnTo>
                  <a:lnTo>
                    <a:pt x="436755" y="102173"/>
                  </a:lnTo>
                  <a:lnTo>
                    <a:pt x="435342" y="102173"/>
                  </a:lnTo>
                  <a:lnTo>
                    <a:pt x="433928" y="102173"/>
                  </a:lnTo>
                  <a:lnTo>
                    <a:pt x="432515" y="102173"/>
                  </a:lnTo>
                  <a:lnTo>
                    <a:pt x="431101" y="102173"/>
                  </a:lnTo>
                  <a:lnTo>
                    <a:pt x="429688" y="102173"/>
                  </a:lnTo>
                  <a:lnTo>
                    <a:pt x="428274" y="102173"/>
                  </a:lnTo>
                  <a:lnTo>
                    <a:pt x="426861" y="102173"/>
                  </a:lnTo>
                  <a:lnTo>
                    <a:pt x="425447" y="102173"/>
                  </a:lnTo>
                  <a:lnTo>
                    <a:pt x="424034" y="102173"/>
                  </a:lnTo>
                  <a:lnTo>
                    <a:pt x="422621" y="102173"/>
                  </a:lnTo>
                  <a:lnTo>
                    <a:pt x="421207" y="102173"/>
                  </a:lnTo>
                  <a:lnTo>
                    <a:pt x="419794" y="102173"/>
                  </a:lnTo>
                  <a:lnTo>
                    <a:pt x="418380" y="102173"/>
                  </a:lnTo>
                  <a:lnTo>
                    <a:pt x="416967" y="102173"/>
                  </a:lnTo>
                  <a:lnTo>
                    <a:pt x="415553" y="102173"/>
                  </a:lnTo>
                  <a:lnTo>
                    <a:pt x="414140" y="102173"/>
                  </a:lnTo>
                  <a:lnTo>
                    <a:pt x="412726" y="102173"/>
                  </a:lnTo>
                  <a:lnTo>
                    <a:pt x="411313" y="102173"/>
                  </a:lnTo>
                  <a:lnTo>
                    <a:pt x="409900" y="102173"/>
                  </a:lnTo>
                  <a:lnTo>
                    <a:pt x="408486" y="102173"/>
                  </a:lnTo>
                  <a:lnTo>
                    <a:pt x="407073" y="102173"/>
                  </a:lnTo>
                  <a:lnTo>
                    <a:pt x="405659" y="102173"/>
                  </a:lnTo>
                  <a:lnTo>
                    <a:pt x="404246" y="102173"/>
                  </a:lnTo>
                  <a:lnTo>
                    <a:pt x="402832" y="102173"/>
                  </a:lnTo>
                  <a:lnTo>
                    <a:pt x="401419" y="102173"/>
                  </a:lnTo>
                  <a:lnTo>
                    <a:pt x="400005" y="102173"/>
                  </a:lnTo>
                  <a:lnTo>
                    <a:pt x="398592" y="102173"/>
                  </a:lnTo>
                  <a:lnTo>
                    <a:pt x="397179" y="102173"/>
                  </a:lnTo>
                  <a:lnTo>
                    <a:pt x="395765" y="102173"/>
                  </a:lnTo>
                  <a:lnTo>
                    <a:pt x="394352" y="102173"/>
                  </a:lnTo>
                  <a:lnTo>
                    <a:pt x="392938" y="102173"/>
                  </a:lnTo>
                  <a:lnTo>
                    <a:pt x="391525" y="102173"/>
                  </a:lnTo>
                  <a:lnTo>
                    <a:pt x="390111" y="102173"/>
                  </a:lnTo>
                  <a:lnTo>
                    <a:pt x="388698" y="102173"/>
                  </a:lnTo>
                  <a:lnTo>
                    <a:pt x="387284" y="102173"/>
                  </a:lnTo>
                  <a:lnTo>
                    <a:pt x="385871" y="102173"/>
                  </a:lnTo>
                  <a:lnTo>
                    <a:pt x="384457" y="102173"/>
                  </a:lnTo>
                  <a:lnTo>
                    <a:pt x="383044" y="102173"/>
                  </a:lnTo>
                  <a:lnTo>
                    <a:pt x="381631" y="102173"/>
                  </a:lnTo>
                  <a:lnTo>
                    <a:pt x="380217" y="102173"/>
                  </a:lnTo>
                  <a:lnTo>
                    <a:pt x="378804" y="102173"/>
                  </a:lnTo>
                  <a:lnTo>
                    <a:pt x="377390" y="102173"/>
                  </a:lnTo>
                  <a:lnTo>
                    <a:pt x="375977" y="102173"/>
                  </a:lnTo>
                  <a:lnTo>
                    <a:pt x="374563" y="102173"/>
                  </a:lnTo>
                  <a:lnTo>
                    <a:pt x="373150" y="102173"/>
                  </a:lnTo>
                  <a:lnTo>
                    <a:pt x="371736" y="102173"/>
                  </a:lnTo>
                  <a:lnTo>
                    <a:pt x="370323" y="102173"/>
                  </a:lnTo>
                  <a:lnTo>
                    <a:pt x="368910" y="102173"/>
                  </a:lnTo>
                  <a:lnTo>
                    <a:pt x="367496" y="102173"/>
                  </a:lnTo>
                  <a:lnTo>
                    <a:pt x="366083" y="102173"/>
                  </a:lnTo>
                  <a:lnTo>
                    <a:pt x="364669" y="102173"/>
                  </a:lnTo>
                  <a:lnTo>
                    <a:pt x="363256" y="102173"/>
                  </a:lnTo>
                  <a:lnTo>
                    <a:pt x="361842" y="102173"/>
                  </a:lnTo>
                  <a:lnTo>
                    <a:pt x="360429" y="102173"/>
                  </a:lnTo>
                  <a:lnTo>
                    <a:pt x="359015" y="102173"/>
                  </a:lnTo>
                  <a:lnTo>
                    <a:pt x="357602" y="102173"/>
                  </a:lnTo>
                  <a:lnTo>
                    <a:pt x="356189" y="102173"/>
                  </a:lnTo>
                  <a:lnTo>
                    <a:pt x="354775" y="102173"/>
                  </a:lnTo>
                  <a:lnTo>
                    <a:pt x="353362" y="102173"/>
                  </a:lnTo>
                  <a:lnTo>
                    <a:pt x="351948" y="102173"/>
                  </a:lnTo>
                  <a:lnTo>
                    <a:pt x="350535" y="102173"/>
                  </a:lnTo>
                  <a:lnTo>
                    <a:pt x="349121" y="102173"/>
                  </a:lnTo>
                  <a:lnTo>
                    <a:pt x="347708" y="102173"/>
                  </a:lnTo>
                  <a:lnTo>
                    <a:pt x="346294" y="102173"/>
                  </a:lnTo>
                  <a:lnTo>
                    <a:pt x="344881" y="102173"/>
                  </a:lnTo>
                  <a:lnTo>
                    <a:pt x="343467" y="102173"/>
                  </a:lnTo>
                  <a:lnTo>
                    <a:pt x="342054" y="102173"/>
                  </a:lnTo>
                  <a:lnTo>
                    <a:pt x="340641" y="102173"/>
                  </a:lnTo>
                  <a:lnTo>
                    <a:pt x="339227" y="102173"/>
                  </a:lnTo>
                  <a:lnTo>
                    <a:pt x="337814" y="102173"/>
                  </a:lnTo>
                  <a:lnTo>
                    <a:pt x="336400" y="102173"/>
                  </a:lnTo>
                  <a:lnTo>
                    <a:pt x="334987" y="102173"/>
                  </a:lnTo>
                  <a:lnTo>
                    <a:pt x="333573" y="102173"/>
                  </a:lnTo>
                  <a:lnTo>
                    <a:pt x="332160" y="102173"/>
                  </a:lnTo>
                  <a:lnTo>
                    <a:pt x="330746" y="102173"/>
                  </a:lnTo>
                  <a:lnTo>
                    <a:pt x="329333" y="102173"/>
                  </a:lnTo>
                  <a:lnTo>
                    <a:pt x="327920" y="102173"/>
                  </a:lnTo>
                  <a:lnTo>
                    <a:pt x="326506" y="102173"/>
                  </a:lnTo>
                  <a:lnTo>
                    <a:pt x="325093" y="102173"/>
                  </a:lnTo>
                  <a:lnTo>
                    <a:pt x="323679" y="102173"/>
                  </a:lnTo>
                  <a:lnTo>
                    <a:pt x="322266" y="102173"/>
                  </a:lnTo>
                  <a:lnTo>
                    <a:pt x="320852" y="102173"/>
                  </a:lnTo>
                  <a:lnTo>
                    <a:pt x="319439" y="102173"/>
                  </a:lnTo>
                  <a:lnTo>
                    <a:pt x="318025" y="102173"/>
                  </a:lnTo>
                  <a:lnTo>
                    <a:pt x="316612" y="102173"/>
                  </a:lnTo>
                  <a:lnTo>
                    <a:pt x="315198" y="102173"/>
                  </a:lnTo>
                  <a:lnTo>
                    <a:pt x="313785" y="102173"/>
                  </a:lnTo>
                  <a:lnTo>
                    <a:pt x="312372" y="102173"/>
                  </a:lnTo>
                  <a:lnTo>
                    <a:pt x="310958" y="102173"/>
                  </a:lnTo>
                  <a:lnTo>
                    <a:pt x="309545" y="102173"/>
                  </a:lnTo>
                  <a:lnTo>
                    <a:pt x="308131" y="102173"/>
                  </a:lnTo>
                  <a:lnTo>
                    <a:pt x="306718" y="102173"/>
                  </a:lnTo>
                  <a:lnTo>
                    <a:pt x="305304" y="102173"/>
                  </a:lnTo>
                  <a:lnTo>
                    <a:pt x="303891" y="102173"/>
                  </a:lnTo>
                  <a:lnTo>
                    <a:pt x="302477" y="102173"/>
                  </a:lnTo>
                  <a:lnTo>
                    <a:pt x="301064" y="102173"/>
                  </a:lnTo>
                  <a:lnTo>
                    <a:pt x="299651" y="102173"/>
                  </a:lnTo>
                  <a:lnTo>
                    <a:pt x="298237" y="102173"/>
                  </a:lnTo>
                  <a:lnTo>
                    <a:pt x="296824" y="102173"/>
                  </a:lnTo>
                  <a:lnTo>
                    <a:pt x="295410" y="102173"/>
                  </a:lnTo>
                  <a:lnTo>
                    <a:pt x="293997" y="102173"/>
                  </a:lnTo>
                  <a:lnTo>
                    <a:pt x="292583" y="102173"/>
                  </a:lnTo>
                  <a:lnTo>
                    <a:pt x="291170" y="102173"/>
                  </a:lnTo>
                  <a:lnTo>
                    <a:pt x="289756" y="102173"/>
                  </a:lnTo>
                  <a:lnTo>
                    <a:pt x="288343" y="102173"/>
                  </a:lnTo>
                  <a:lnTo>
                    <a:pt x="286930" y="102173"/>
                  </a:lnTo>
                  <a:lnTo>
                    <a:pt x="285516" y="102173"/>
                  </a:lnTo>
                  <a:lnTo>
                    <a:pt x="284103" y="102173"/>
                  </a:lnTo>
                  <a:lnTo>
                    <a:pt x="282689" y="102173"/>
                  </a:lnTo>
                  <a:lnTo>
                    <a:pt x="281276" y="102173"/>
                  </a:lnTo>
                  <a:lnTo>
                    <a:pt x="279862" y="102173"/>
                  </a:lnTo>
                  <a:lnTo>
                    <a:pt x="278449" y="102173"/>
                  </a:lnTo>
                  <a:lnTo>
                    <a:pt x="277035" y="102173"/>
                  </a:lnTo>
                  <a:lnTo>
                    <a:pt x="275622" y="102173"/>
                  </a:lnTo>
                  <a:lnTo>
                    <a:pt x="274208" y="102173"/>
                  </a:lnTo>
                  <a:lnTo>
                    <a:pt x="272795" y="102173"/>
                  </a:lnTo>
                  <a:lnTo>
                    <a:pt x="271382" y="102173"/>
                  </a:lnTo>
                  <a:lnTo>
                    <a:pt x="269968" y="102173"/>
                  </a:lnTo>
                  <a:lnTo>
                    <a:pt x="268555" y="102173"/>
                  </a:lnTo>
                  <a:lnTo>
                    <a:pt x="267141" y="102173"/>
                  </a:lnTo>
                  <a:lnTo>
                    <a:pt x="265728" y="102173"/>
                  </a:lnTo>
                  <a:lnTo>
                    <a:pt x="264314" y="102173"/>
                  </a:lnTo>
                  <a:lnTo>
                    <a:pt x="262901" y="102173"/>
                  </a:lnTo>
                  <a:lnTo>
                    <a:pt x="261487" y="102173"/>
                  </a:lnTo>
                  <a:lnTo>
                    <a:pt x="260074" y="102173"/>
                  </a:lnTo>
                  <a:lnTo>
                    <a:pt x="258661" y="102173"/>
                  </a:lnTo>
                  <a:lnTo>
                    <a:pt x="257247" y="102173"/>
                  </a:lnTo>
                  <a:lnTo>
                    <a:pt x="255834" y="102173"/>
                  </a:lnTo>
                  <a:lnTo>
                    <a:pt x="254420" y="102173"/>
                  </a:lnTo>
                  <a:lnTo>
                    <a:pt x="253007" y="102173"/>
                  </a:lnTo>
                  <a:lnTo>
                    <a:pt x="251593" y="102173"/>
                  </a:lnTo>
                  <a:lnTo>
                    <a:pt x="250180" y="102173"/>
                  </a:lnTo>
                  <a:lnTo>
                    <a:pt x="248766" y="102173"/>
                  </a:lnTo>
                  <a:lnTo>
                    <a:pt x="247353" y="102173"/>
                  </a:lnTo>
                  <a:lnTo>
                    <a:pt x="245940" y="102173"/>
                  </a:lnTo>
                  <a:lnTo>
                    <a:pt x="244526" y="102173"/>
                  </a:lnTo>
                  <a:lnTo>
                    <a:pt x="243113" y="102173"/>
                  </a:lnTo>
                  <a:lnTo>
                    <a:pt x="241699" y="102173"/>
                  </a:lnTo>
                  <a:lnTo>
                    <a:pt x="240286" y="102173"/>
                  </a:lnTo>
                  <a:lnTo>
                    <a:pt x="238872" y="102173"/>
                  </a:lnTo>
                  <a:lnTo>
                    <a:pt x="237459" y="102173"/>
                  </a:lnTo>
                  <a:lnTo>
                    <a:pt x="236045" y="102173"/>
                  </a:lnTo>
                  <a:lnTo>
                    <a:pt x="234632" y="102173"/>
                  </a:lnTo>
                  <a:lnTo>
                    <a:pt x="233218" y="102173"/>
                  </a:lnTo>
                  <a:lnTo>
                    <a:pt x="231805" y="102173"/>
                  </a:lnTo>
                  <a:lnTo>
                    <a:pt x="230392" y="102173"/>
                  </a:lnTo>
                  <a:lnTo>
                    <a:pt x="228978" y="102173"/>
                  </a:lnTo>
                  <a:lnTo>
                    <a:pt x="227565" y="102173"/>
                  </a:lnTo>
                  <a:lnTo>
                    <a:pt x="226151" y="102173"/>
                  </a:lnTo>
                  <a:lnTo>
                    <a:pt x="224738" y="102173"/>
                  </a:lnTo>
                  <a:lnTo>
                    <a:pt x="223324" y="102173"/>
                  </a:lnTo>
                  <a:lnTo>
                    <a:pt x="221911" y="102173"/>
                  </a:lnTo>
                  <a:lnTo>
                    <a:pt x="220497" y="102173"/>
                  </a:lnTo>
                  <a:lnTo>
                    <a:pt x="219084" y="102173"/>
                  </a:lnTo>
                  <a:lnTo>
                    <a:pt x="217671" y="102173"/>
                  </a:lnTo>
                  <a:lnTo>
                    <a:pt x="216257" y="102173"/>
                  </a:lnTo>
                  <a:lnTo>
                    <a:pt x="214844" y="102173"/>
                  </a:lnTo>
                  <a:lnTo>
                    <a:pt x="213430" y="102173"/>
                  </a:lnTo>
                  <a:lnTo>
                    <a:pt x="212017" y="102173"/>
                  </a:lnTo>
                  <a:lnTo>
                    <a:pt x="210603" y="102173"/>
                  </a:lnTo>
                  <a:lnTo>
                    <a:pt x="209190" y="102173"/>
                  </a:lnTo>
                  <a:lnTo>
                    <a:pt x="207776" y="102173"/>
                  </a:lnTo>
                  <a:lnTo>
                    <a:pt x="206363" y="102173"/>
                  </a:lnTo>
                  <a:lnTo>
                    <a:pt x="204950" y="102173"/>
                  </a:lnTo>
                  <a:lnTo>
                    <a:pt x="203536" y="102173"/>
                  </a:lnTo>
                  <a:lnTo>
                    <a:pt x="202123" y="102173"/>
                  </a:lnTo>
                  <a:lnTo>
                    <a:pt x="200709" y="102173"/>
                  </a:lnTo>
                  <a:lnTo>
                    <a:pt x="199296" y="102173"/>
                  </a:lnTo>
                  <a:lnTo>
                    <a:pt x="197882" y="102173"/>
                  </a:lnTo>
                  <a:lnTo>
                    <a:pt x="196469" y="102173"/>
                  </a:lnTo>
                  <a:lnTo>
                    <a:pt x="195055" y="102173"/>
                  </a:lnTo>
                  <a:lnTo>
                    <a:pt x="193642" y="102173"/>
                  </a:lnTo>
                  <a:lnTo>
                    <a:pt x="192228" y="102173"/>
                  </a:lnTo>
                  <a:lnTo>
                    <a:pt x="190815" y="102173"/>
                  </a:lnTo>
                  <a:lnTo>
                    <a:pt x="189402" y="102173"/>
                  </a:lnTo>
                  <a:lnTo>
                    <a:pt x="187988" y="102173"/>
                  </a:lnTo>
                  <a:lnTo>
                    <a:pt x="186575" y="102173"/>
                  </a:lnTo>
                  <a:lnTo>
                    <a:pt x="185161" y="102173"/>
                  </a:lnTo>
                  <a:lnTo>
                    <a:pt x="183748" y="102173"/>
                  </a:lnTo>
                  <a:lnTo>
                    <a:pt x="182334" y="102173"/>
                  </a:lnTo>
                  <a:lnTo>
                    <a:pt x="180921" y="102173"/>
                  </a:lnTo>
                  <a:lnTo>
                    <a:pt x="179507" y="102173"/>
                  </a:lnTo>
                  <a:lnTo>
                    <a:pt x="178094" y="102173"/>
                  </a:lnTo>
                  <a:lnTo>
                    <a:pt x="176681" y="102173"/>
                  </a:lnTo>
                  <a:lnTo>
                    <a:pt x="175267" y="102173"/>
                  </a:lnTo>
                  <a:lnTo>
                    <a:pt x="173854" y="102173"/>
                  </a:lnTo>
                  <a:lnTo>
                    <a:pt x="172440" y="102173"/>
                  </a:lnTo>
                  <a:lnTo>
                    <a:pt x="171027" y="102173"/>
                  </a:lnTo>
                  <a:lnTo>
                    <a:pt x="169613" y="102173"/>
                  </a:lnTo>
                  <a:lnTo>
                    <a:pt x="168200" y="102173"/>
                  </a:lnTo>
                  <a:lnTo>
                    <a:pt x="166786" y="102173"/>
                  </a:lnTo>
                  <a:lnTo>
                    <a:pt x="165373" y="102173"/>
                  </a:lnTo>
                  <a:lnTo>
                    <a:pt x="163960" y="102173"/>
                  </a:lnTo>
                  <a:lnTo>
                    <a:pt x="162546" y="102173"/>
                  </a:lnTo>
                  <a:lnTo>
                    <a:pt x="161133" y="102173"/>
                  </a:lnTo>
                  <a:lnTo>
                    <a:pt x="159719" y="102173"/>
                  </a:lnTo>
                  <a:lnTo>
                    <a:pt x="158306" y="102173"/>
                  </a:lnTo>
                  <a:lnTo>
                    <a:pt x="156892" y="102173"/>
                  </a:lnTo>
                  <a:lnTo>
                    <a:pt x="155479" y="102173"/>
                  </a:lnTo>
                  <a:lnTo>
                    <a:pt x="154065" y="102173"/>
                  </a:lnTo>
                  <a:lnTo>
                    <a:pt x="152652" y="102173"/>
                  </a:lnTo>
                  <a:lnTo>
                    <a:pt x="151238" y="102173"/>
                  </a:lnTo>
                  <a:lnTo>
                    <a:pt x="149825" y="102173"/>
                  </a:lnTo>
                  <a:lnTo>
                    <a:pt x="148412" y="102173"/>
                  </a:lnTo>
                  <a:lnTo>
                    <a:pt x="146998" y="102173"/>
                  </a:lnTo>
                  <a:lnTo>
                    <a:pt x="145585" y="102173"/>
                  </a:lnTo>
                  <a:lnTo>
                    <a:pt x="144171" y="102173"/>
                  </a:lnTo>
                  <a:lnTo>
                    <a:pt x="142758" y="102173"/>
                  </a:lnTo>
                  <a:lnTo>
                    <a:pt x="141344" y="102173"/>
                  </a:lnTo>
                  <a:lnTo>
                    <a:pt x="139931" y="102173"/>
                  </a:lnTo>
                  <a:lnTo>
                    <a:pt x="138517" y="102173"/>
                  </a:lnTo>
                  <a:lnTo>
                    <a:pt x="137104" y="102173"/>
                  </a:lnTo>
                  <a:lnTo>
                    <a:pt x="135691" y="102173"/>
                  </a:lnTo>
                  <a:lnTo>
                    <a:pt x="134277" y="102173"/>
                  </a:lnTo>
                  <a:lnTo>
                    <a:pt x="132864" y="102173"/>
                  </a:lnTo>
                  <a:lnTo>
                    <a:pt x="131450" y="102173"/>
                  </a:lnTo>
                  <a:lnTo>
                    <a:pt x="130037" y="102173"/>
                  </a:lnTo>
                  <a:lnTo>
                    <a:pt x="128623" y="102173"/>
                  </a:lnTo>
                  <a:lnTo>
                    <a:pt x="127210" y="102173"/>
                  </a:lnTo>
                  <a:lnTo>
                    <a:pt x="125796" y="102173"/>
                  </a:lnTo>
                  <a:lnTo>
                    <a:pt x="124383" y="102173"/>
                  </a:lnTo>
                  <a:lnTo>
                    <a:pt x="122970" y="102173"/>
                  </a:lnTo>
                  <a:lnTo>
                    <a:pt x="121556" y="102173"/>
                  </a:lnTo>
                  <a:lnTo>
                    <a:pt x="120143" y="102173"/>
                  </a:lnTo>
                  <a:lnTo>
                    <a:pt x="118729" y="102173"/>
                  </a:lnTo>
                  <a:lnTo>
                    <a:pt x="117316" y="102173"/>
                  </a:lnTo>
                  <a:lnTo>
                    <a:pt x="115902" y="102173"/>
                  </a:lnTo>
                  <a:lnTo>
                    <a:pt x="114489" y="102173"/>
                  </a:lnTo>
                  <a:lnTo>
                    <a:pt x="113075" y="102173"/>
                  </a:lnTo>
                  <a:lnTo>
                    <a:pt x="111662" y="102173"/>
                  </a:lnTo>
                  <a:lnTo>
                    <a:pt x="110248" y="102173"/>
                  </a:lnTo>
                  <a:lnTo>
                    <a:pt x="108835" y="102173"/>
                  </a:lnTo>
                  <a:lnTo>
                    <a:pt x="107422" y="102173"/>
                  </a:lnTo>
                  <a:lnTo>
                    <a:pt x="106008" y="102173"/>
                  </a:lnTo>
                  <a:lnTo>
                    <a:pt x="104595" y="102173"/>
                  </a:lnTo>
                  <a:lnTo>
                    <a:pt x="103181" y="102173"/>
                  </a:lnTo>
                  <a:lnTo>
                    <a:pt x="101768" y="102173"/>
                  </a:lnTo>
                  <a:lnTo>
                    <a:pt x="100354" y="102173"/>
                  </a:lnTo>
                  <a:lnTo>
                    <a:pt x="98941" y="102173"/>
                  </a:lnTo>
                  <a:lnTo>
                    <a:pt x="97527" y="102173"/>
                  </a:lnTo>
                  <a:lnTo>
                    <a:pt x="96114" y="102173"/>
                  </a:lnTo>
                  <a:lnTo>
                    <a:pt x="94701" y="102173"/>
                  </a:lnTo>
                  <a:lnTo>
                    <a:pt x="93287" y="102173"/>
                  </a:lnTo>
                  <a:lnTo>
                    <a:pt x="91874" y="102173"/>
                  </a:lnTo>
                  <a:lnTo>
                    <a:pt x="90460" y="102173"/>
                  </a:lnTo>
                  <a:lnTo>
                    <a:pt x="89047" y="102173"/>
                  </a:lnTo>
                  <a:lnTo>
                    <a:pt x="87633" y="102173"/>
                  </a:lnTo>
                  <a:lnTo>
                    <a:pt x="86220" y="102173"/>
                  </a:lnTo>
                  <a:lnTo>
                    <a:pt x="84806" y="102173"/>
                  </a:lnTo>
                  <a:lnTo>
                    <a:pt x="83393" y="102173"/>
                  </a:lnTo>
                  <a:lnTo>
                    <a:pt x="81980" y="102173"/>
                  </a:lnTo>
                  <a:lnTo>
                    <a:pt x="80566" y="102173"/>
                  </a:lnTo>
                  <a:lnTo>
                    <a:pt x="79153" y="102173"/>
                  </a:lnTo>
                  <a:lnTo>
                    <a:pt x="77739" y="102173"/>
                  </a:lnTo>
                  <a:lnTo>
                    <a:pt x="76326" y="102173"/>
                  </a:lnTo>
                  <a:lnTo>
                    <a:pt x="74912" y="102173"/>
                  </a:lnTo>
                  <a:lnTo>
                    <a:pt x="73499" y="102173"/>
                  </a:lnTo>
                  <a:lnTo>
                    <a:pt x="72085" y="102173"/>
                  </a:lnTo>
                  <a:lnTo>
                    <a:pt x="70672" y="102173"/>
                  </a:lnTo>
                  <a:lnTo>
                    <a:pt x="69258" y="102173"/>
                  </a:lnTo>
                  <a:lnTo>
                    <a:pt x="67845" y="102173"/>
                  </a:lnTo>
                  <a:lnTo>
                    <a:pt x="66432" y="102173"/>
                  </a:lnTo>
                  <a:lnTo>
                    <a:pt x="65018" y="102173"/>
                  </a:lnTo>
                  <a:lnTo>
                    <a:pt x="63605" y="102173"/>
                  </a:lnTo>
                  <a:lnTo>
                    <a:pt x="62191" y="102173"/>
                  </a:lnTo>
                  <a:lnTo>
                    <a:pt x="60778" y="102173"/>
                  </a:lnTo>
                  <a:lnTo>
                    <a:pt x="59364" y="102173"/>
                  </a:lnTo>
                  <a:lnTo>
                    <a:pt x="57951" y="102173"/>
                  </a:lnTo>
                  <a:lnTo>
                    <a:pt x="56537" y="102173"/>
                  </a:lnTo>
                  <a:lnTo>
                    <a:pt x="55124" y="102173"/>
                  </a:lnTo>
                  <a:lnTo>
                    <a:pt x="53711" y="102173"/>
                  </a:lnTo>
                  <a:lnTo>
                    <a:pt x="52297" y="102173"/>
                  </a:lnTo>
                  <a:lnTo>
                    <a:pt x="50884" y="102173"/>
                  </a:lnTo>
                  <a:lnTo>
                    <a:pt x="49470" y="102173"/>
                  </a:lnTo>
                  <a:lnTo>
                    <a:pt x="48057" y="102173"/>
                  </a:lnTo>
                  <a:lnTo>
                    <a:pt x="46643" y="102173"/>
                  </a:lnTo>
                  <a:lnTo>
                    <a:pt x="45230" y="102173"/>
                  </a:lnTo>
                  <a:lnTo>
                    <a:pt x="43816" y="102173"/>
                  </a:lnTo>
                  <a:lnTo>
                    <a:pt x="42403" y="102173"/>
                  </a:lnTo>
                  <a:lnTo>
                    <a:pt x="40990" y="102173"/>
                  </a:lnTo>
                  <a:lnTo>
                    <a:pt x="39576" y="102173"/>
                  </a:lnTo>
                  <a:lnTo>
                    <a:pt x="38163" y="102173"/>
                  </a:lnTo>
                  <a:lnTo>
                    <a:pt x="36749" y="102173"/>
                  </a:lnTo>
                  <a:lnTo>
                    <a:pt x="35336" y="102173"/>
                  </a:lnTo>
                  <a:lnTo>
                    <a:pt x="33922" y="102173"/>
                  </a:lnTo>
                  <a:lnTo>
                    <a:pt x="32509" y="102173"/>
                  </a:lnTo>
                  <a:lnTo>
                    <a:pt x="31095" y="102173"/>
                  </a:lnTo>
                  <a:lnTo>
                    <a:pt x="29682" y="102173"/>
                  </a:lnTo>
                  <a:lnTo>
                    <a:pt x="28268" y="102173"/>
                  </a:lnTo>
                  <a:lnTo>
                    <a:pt x="26855" y="102173"/>
                  </a:lnTo>
                  <a:lnTo>
                    <a:pt x="25442" y="102173"/>
                  </a:lnTo>
                  <a:lnTo>
                    <a:pt x="24028" y="102173"/>
                  </a:lnTo>
                  <a:lnTo>
                    <a:pt x="22615" y="102173"/>
                  </a:lnTo>
                  <a:lnTo>
                    <a:pt x="21201" y="102173"/>
                  </a:lnTo>
                  <a:lnTo>
                    <a:pt x="19788" y="102173"/>
                  </a:lnTo>
                  <a:lnTo>
                    <a:pt x="18374" y="102173"/>
                  </a:lnTo>
                  <a:lnTo>
                    <a:pt x="16961" y="102173"/>
                  </a:lnTo>
                  <a:lnTo>
                    <a:pt x="15547" y="102173"/>
                  </a:lnTo>
                  <a:lnTo>
                    <a:pt x="14134" y="102173"/>
                  </a:lnTo>
                  <a:lnTo>
                    <a:pt x="12721" y="102173"/>
                  </a:lnTo>
                  <a:lnTo>
                    <a:pt x="11307" y="102173"/>
                  </a:lnTo>
                  <a:lnTo>
                    <a:pt x="9894" y="102173"/>
                  </a:lnTo>
                  <a:lnTo>
                    <a:pt x="8480" y="102173"/>
                  </a:lnTo>
                  <a:lnTo>
                    <a:pt x="7067" y="102173"/>
                  </a:lnTo>
                  <a:lnTo>
                    <a:pt x="5653" y="102173"/>
                  </a:lnTo>
                  <a:lnTo>
                    <a:pt x="4240" y="102173"/>
                  </a:lnTo>
                  <a:lnTo>
                    <a:pt x="2826" y="102173"/>
                  </a:lnTo>
                  <a:lnTo>
                    <a:pt x="1413" y="102173"/>
                  </a:lnTo>
                  <a:lnTo>
                    <a:pt x="0" y="102173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25" name="pg324"/>
            <p:cNvSpPr/>
            <p:nvPr/>
          </p:nvSpPr>
          <p:spPr>
            <a:xfrm>
              <a:off x="7079734" y="3887178"/>
              <a:ext cx="1409124" cy="102173"/>
            </a:xfrm>
            <a:custGeom>
              <a:avLst/>
              <a:pathLst>
                <a:path w="1409124" h="102173">
                  <a:moveTo>
                    <a:pt x="0" y="0"/>
                  </a:moveTo>
                  <a:lnTo>
                    <a:pt x="2818" y="0"/>
                  </a:lnTo>
                  <a:lnTo>
                    <a:pt x="5636" y="0"/>
                  </a:lnTo>
                  <a:lnTo>
                    <a:pt x="8454" y="0"/>
                  </a:lnTo>
                  <a:lnTo>
                    <a:pt x="11272" y="0"/>
                  </a:lnTo>
                  <a:lnTo>
                    <a:pt x="14091" y="0"/>
                  </a:lnTo>
                  <a:lnTo>
                    <a:pt x="16909" y="0"/>
                  </a:lnTo>
                  <a:lnTo>
                    <a:pt x="19727" y="0"/>
                  </a:lnTo>
                  <a:lnTo>
                    <a:pt x="22545" y="0"/>
                  </a:lnTo>
                  <a:lnTo>
                    <a:pt x="25364" y="0"/>
                  </a:lnTo>
                  <a:lnTo>
                    <a:pt x="28182" y="0"/>
                  </a:lnTo>
                  <a:lnTo>
                    <a:pt x="31000" y="0"/>
                  </a:lnTo>
                  <a:lnTo>
                    <a:pt x="33818" y="0"/>
                  </a:lnTo>
                  <a:lnTo>
                    <a:pt x="36637" y="0"/>
                  </a:lnTo>
                  <a:lnTo>
                    <a:pt x="39455" y="0"/>
                  </a:lnTo>
                  <a:lnTo>
                    <a:pt x="42273" y="0"/>
                  </a:lnTo>
                  <a:lnTo>
                    <a:pt x="45091" y="0"/>
                  </a:lnTo>
                  <a:lnTo>
                    <a:pt x="47910" y="0"/>
                  </a:lnTo>
                  <a:lnTo>
                    <a:pt x="50728" y="0"/>
                  </a:lnTo>
                  <a:lnTo>
                    <a:pt x="53546" y="0"/>
                  </a:lnTo>
                  <a:lnTo>
                    <a:pt x="56364" y="0"/>
                  </a:lnTo>
                  <a:lnTo>
                    <a:pt x="59183" y="0"/>
                  </a:lnTo>
                  <a:lnTo>
                    <a:pt x="62001" y="0"/>
                  </a:lnTo>
                  <a:lnTo>
                    <a:pt x="64819" y="0"/>
                  </a:lnTo>
                  <a:lnTo>
                    <a:pt x="67637" y="0"/>
                  </a:lnTo>
                  <a:lnTo>
                    <a:pt x="70456" y="0"/>
                  </a:lnTo>
                  <a:lnTo>
                    <a:pt x="73274" y="0"/>
                  </a:lnTo>
                  <a:lnTo>
                    <a:pt x="76092" y="0"/>
                  </a:lnTo>
                  <a:lnTo>
                    <a:pt x="78910" y="0"/>
                  </a:lnTo>
                  <a:lnTo>
                    <a:pt x="81729" y="0"/>
                  </a:lnTo>
                  <a:lnTo>
                    <a:pt x="84547" y="0"/>
                  </a:lnTo>
                  <a:lnTo>
                    <a:pt x="87365" y="0"/>
                  </a:lnTo>
                  <a:lnTo>
                    <a:pt x="90183" y="0"/>
                  </a:lnTo>
                  <a:lnTo>
                    <a:pt x="93002" y="0"/>
                  </a:lnTo>
                  <a:lnTo>
                    <a:pt x="95820" y="0"/>
                  </a:lnTo>
                  <a:lnTo>
                    <a:pt x="98638" y="0"/>
                  </a:lnTo>
                  <a:lnTo>
                    <a:pt x="101456" y="0"/>
                  </a:lnTo>
                  <a:lnTo>
                    <a:pt x="104275" y="0"/>
                  </a:lnTo>
                  <a:lnTo>
                    <a:pt x="107093" y="0"/>
                  </a:lnTo>
                  <a:lnTo>
                    <a:pt x="109911" y="0"/>
                  </a:lnTo>
                  <a:lnTo>
                    <a:pt x="112729" y="0"/>
                  </a:lnTo>
                  <a:lnTo>
                    <a:pt x="115548" y="0"/>
                  </a:lnTo>
                  <a:lnTo>
                    <a:pt x="118366" y="0"/>
                  </a:lnTo>
                  <a:lnTo>
                    <a:pt x="121184" y="0"/>
                  </a:lnTo>
                  <a:lnTo>
                    <a:pt x="124002" y="0"/>
                  </a:lnTo>
                  <a:lnTo>
                    <a:pt x="126821" y="0"/>
                  </a:lnTo>
                  <a:lnTo>
                    <a:pt x="129639" y="0"/>
                  </a:lnTo>
                  <a:lnTo>
                    <a:pt x="132457" y="0"/>
                  </a:lnTo>
                  <a:lnTo>
                    <a:pt x="135275" y="0"/>
                  </a:lnTo>
                  <a:lnTo>
                    <a:pt x="138094" y="0"/>
                  </a:lnTo>
                  <a:lnTo>
                    <a:pt x="140912" y="0"/>
                  </a:lnTo>
                  <a:lnTo>
                    <a:pt x="143730" y="0"/>
                  </a:lnTo>
                  <a:lnTo>
                    <a:pt x="146548" y="0"/>
                  </a:lnTo>
                  <a:lnTo>
                    <a:pt x="149367" y="0"/>
                  </a:lnTo>
                  <a:lnTo>
                    <a:pt x="152185" y="0"/>
                  </a:lnTo>
                  <a:lnTo>
                    <a:pt x="155003" y="0"/>
                  </a:lnTo>
                  <a:lnTo>
                    <a:pt x="157821" y="0"/>
                  </a:lnTo>
                  <a:lnTo>
                    <a:pt x="160640" y="0"/>
                  </a:lnTo>
                  <a:lnTo>
                    <a:pt x="163458" y="0"/>
                  </a:lnTo>
                  <a:lnTo>
                    <a:pt x="166276" y="0"/>
                  </a:lnTo>
                  <a:lnTo>
                    <a:pt x="169094" y="0"/>
                  </a:lnTo>
                  <a:lnTo>
                    <a:pt x="171913" y="0"/>
                  </a:lnTo>
                  <a:lnTo>
                    <a:pt x="174731" y="0"/>
                  </a:lnTo>
                  <a:lnTo>
                    <a:pt x="177549" y="0"/>
                  </a:lnTo>
                  <a:lnTo>
                    <a:pt x="180367" y="0"/>
                  </a:lnTo>
                  <a:lnTo>
                    <a:pt x="183186" y="0"/>
                  </a:lnTo>
                  <a:lnTo>
                    <a:pt x="186004" y="0"/>
                  </a:lnTo>
                  <a:lnTo>
                    <a:pt x="188822" y="0"/>
                  </a:lnTo>
                  <a:lnTo>
                    <a:pt x="191640" y="0"/>
                  </a:lnTo>
                  <a:lnTo>
                    <a:pt x="194459" y="0"/>
                  </a:lnTo>
                  <a:lnTo>
                    <a:pt x="197277" y="0"/>
                  </a:lnTo>
                  <a:lnTo>
                    <a:pt x="200095" y="0"/>
                  </a:lnTo>
                  <a:lnTo>
                    <a:pt x="202913" y="0"/>
                  </a:lnTo>
                  <a:lnTo>
                    <a:pt x="205732" y="0"/>
                  </a:lnTo>
                  <a:lnTo>
                    <a:pt x="208550" y="0"/>
                  </a:lnTo>
                  <a:lnTo>
                    <a:pt x="211368" y="0"/>
                  </a:lnTo>
                  <a:lnTo>
                    <a:pt x="214186" y="0"/>
                  </a:lnTo>
                  <a:lnTo>
                    <a:pt x="217005" y="0"/>
                  </a:lnTo>
                  <a:lnTo>
                    <a:pt x="219823" y="0"/>
                  </a:lnTo>
                  <a:lnTo>
                    <a:pt x="222641" y="0"/>
                  </a:lnTo>
                  <a:lnTo>
                    <a:pt x="225459" y="0"/>
                  </a:lnTo>
                  <a:lnTo>
                    <a:pt x="228278" y="0"/>
                  </a:lnTo>
                  <a:lnTo>
                    <a:pt x="231096" y="0"/>
                  </a:lnTo>
                  <a:lnTo>
                    <a:pt x="233914" y="0"/>
                  </a:lnTo>
                  <a:lnTo>
                    <a:pt x="236732" y="0"/>
                  </a:lnTo>
                  <a:lnTo>
                    <a:pt x="239551" y="0"/>
                  </a:lnTo>
                  <a:lnTo>
                    <a:pt x="242369" y="0"/>
                  </a:lnTo>
                  <a:lnTo>
                    <a:pt x="245187" y="0"/>
                  </a:lnTo>
                  <a:lnTo>
                    <a:pt x="248005" y="0"/>
                  </a:lnTo>
                  <a:lnTo>
                    <a:pt x="250824" y="0"/>
                  </a:lnTo>
                  <a:lnTo>
                    <a:pt x="253642" y="0"/>
                  </a:lnTo>
                  <a:lnTo>
                    <a:pt x="256460" y="0"/>
                  </a:lnTo>
                  <a:lnTo>
                    <a:pt x="259278" y="0"/>
                  </a:lnTo>
                  <a:lnTo>
                    <a:pt x="262097" y="0"/>
                  </a:lnTo>
                  <a:lnTo>
                    <a:pt x="264915" y="0"/>
                  </a:lnTo>
                  <a:lnTo>
                    <a:pt x="267733" y="0"/>
                  </a:lnTo>
                  <a:lnTo>
                    <a:pt x="270551" y="0"/>
                  </a:lnTo>
                  <a:lnTo>
                    <a:pt x="273370" y="0"/>
                  </a:lnTo>
                  <a:lnTo>
                    <a:pt x="276188" y="0"/>
                  </a:lnTo>
                  <a:lnTo>
                    <a:pt x="279006" y="0"/>
                  </a:lnTo>
                  <a:lnTo>
                    <a:pt x="281824" y="0"/>
                  </a:lnTo>
                  <a:lnTo>
                    <a:pt x="284643" y="0"/>
                  </a:lnTo>
                  <a:lnTo>
                    <a:pt x="287461" y="0"/>
                  </a:lnTo>
                  <a:lnTo>
                    <a:pt x="290279" y="0"/>
                  </a:lnTo>
                  <a:lnTo>
                    <a:pt x="293097" y="0"/>
                  </a:lnTo>
                  <a:lnTo>
                    <a:pt x="295916" y="0"/>
                  </a:lnTo>
                  <a:lnTo>
                    <a:pt x="298734" y="0"/>
                  </a:lnTo>
                  <a:lnTo>
                    <a:pt x="301552" y="0"/>
                  </a:lnTo>
                  <a:lnTo>
                    <a:pt x="304370" y="0"/>
                  </a:lnTo>
                  <a:lnTo>
                    <a:pt x="307189" y="0"/>
                  </a:lnTo>
                  <a:lnTo>
                    <a:pt x="310007" y="0"/>
                  </a:lnTo>
                  <a:lnTo>
                    <a:pt x="312825" y="0"/>
                  </a:lnTo>
                  <a:lnTo>
                    <a:pt x="315643" y="0"/>
                  </a:lnTo>
                  <a:lnTo>
                    <a:pt x="318462" y="0"/>
                  </a:lnTo>
                  <a:lnTo>
                    <a:pt x="321280" y="0"/>
                  </a:lnTo>
                  <a:lnTo>
                    <a:pt x="324098" y="0"/>
                  </a:lnTo>
                  <a:lnTo>
                    <a:pt x="326916" y="0"/>
                  </a:lnTo>
                  <a:lnTo>
                    <a:pt x="329735" y="0"/>
                  </a:lnTo>
                  <a:lnTo>
                    <a:pt x="332553" y="0"/>
                  </a:lnTo>
                  <a:lnTo>
                    <a:pt x="335371" y="0"/>
                  </a:lnTo>
                  <a:lnTo>
                    <a:pt x="338189" y="0"/>
                  </a:lnTo>
                  <a:lnTo>
                    <a:pt x="341008" y="0"/>
                  </a:lnTo>
                  <a:lnTo>
                    <a:pt x="343826" y="0"/>
                  </a:lnTo>
                  <a:lnTo>
                    <a:pt x="346644" y="0"/>
                  </a:lnTo>
                  <a:lnTo>
                    <a:pt x="349462" y="0"/>
                  </a:lnTo>
                  <a:lnTo>
                    <a:pt x="352281" y="0"/>
                  </a:lnTo>
                  <a:lnTo>
                    <a:pt x="355099" y="0"/>
                  </a:lnTo>
                  <a:lnTo>
                    <a:pt x="357917" y="0"/>
                  </a:lnTo>
                  <a:lnTo>
                    <a:pt x="360735" y="0"/>
                  </a:lnTo>
                  <a:lnTo>
                    <a:pt x="363554" y="0"/>
                  </a:lnTo>
                  <a:lnTo>
                    <a:pt x="366372" y="0"/>
                  </a:lnTo>
                  <a:lnTo>
                    <a:pt x="369190" y="0"/>
                  </a:lnTo>
                  <a:lnTo>
                    <a:pt x="372008" y="0"/>
                  </a:lnTo>
                  <a:lnTo>
                    <a:pt x="374827" y="0"/>
                  </a:lnTo>
                  <a:lnTo>
                    <a:pt x="377645" y="0"/>
                  </a:lnTo>
                  <a:lnTo>
                    <a:pt x="380463" y="0"/>
                  </a:lnTo>
                  <a:lnTo>
                    <a:pt x="383281" y="0"/>
                  </a:lnTo>
                  <a:lnTo>
                    <a:pt x="386100" y="0"/>
                  </a:lnTo>
                  <a:lnTo>
                    <a:pt x="388918" y="0"/>
                  </a:lnTo>
                  <a:lnTo>
                    <a:pt x="391736" y="0"/>
                  </a:lnTo>
                  <a:lnTo>
                    <a:pt x="394554" y="0"/>
                  </a:lnTo>
                  <a:lnTo>
                    <a:pt x="397373" y="0"/>
                  </a:lnTo>
                  <a:lnTo>
                    <a:pt x="400191" y="0"/>
                  </a:lnTo>
                  <a:lnTo>
                    <a:pt x="403009" y="0"/>
                  </a:lnTo>
                  <a:lnTo>
                    <a:pt x="405827" y="0"/>
                  </a:lnTo>
                  <a:lnTo>
                    <a:pt x="408646" y="0"/>
                  </a:lnTo>
                  <a:lnTo>
                    <a:pt x="411464" y="0"/>
                  </a:lnTo>
                  <a:lnTo>
                    <a:pt x="414282" y="0"/>
                  </a:lnTo>
                  <a:lnTo>
                    <a:pt x="417100" y="0"/>
                  </a:lnTo>
                  <a:lnTo>
                    <a:pt x="419919" y="0"/>
                  </a:lnTo>
                  <a:lnTo>
                    <a:pt x="422737" y="0"/>
                  </a:lnTo>
                  <a:lnTo>
                    <a:pt x="425555" y="0"/>
                  </a:lnTo>
                  <a:lnTo>
                    <a:pt x="428373" y="0"/>
                  </a:lnTo>
                  <a:lnTo>
                    <a:pt x="431192" y="0"/>
                  </a:lnTo>
                  <a:lnTo>
                    <a:pt x="434010" y="0"/>
                  </a:lnTo>
                  <a:lnTo>
                    <a:pt x="436828" y="0"/>
                  </a:lnTo>
                  <a:lnTo>
                    <a:pt x="439646" y="0"/>
                  </a:lnTo>
                  <a:lnTo>
                    <a:pt x="442465" y="0"/>
                  </a:lnTo>
                  <a:lnTo>
                    <a:pt x="445283" y="0"/>
                  </a:lnTo>
                  <a:lnTo>
                    <a:pt x="448101" y="0"/>
                  </a:lnTo>
                  <a:lnTo>
                    <a:pt x="450919" y="0"/>
                  </a:lnTo>
                  <a:lnTo>
                    <a:pt x="453738" y="0"/>
                  </a:lnTo>
                  <a:lnTo>
                    <a:pt x="456556" y="0"/>
                  </a:lnTo>
                  <a:lnTo>
                    <a:pt x="459374" y="0"/>
                  </a:lnTo>
                  <a:lnTo>
                    <a:pt x="462192" y="0"/>
                  </a:lnTo>
                  <a:lnTo>
                    <a:pt x="465011" y="0"/>
                  </a:lnTo>
                  <a:lnTo>
                    <a:pt x="467829" y="0"/>
                  </a:lnTo>
                  <a:lnTo>
                    <a:pt x="470647" y="0"/>
                  </a:lnTo>
                  <a:lnTo>
                    <a:pt x="473465" y="0"/>
                  </a:lnTo>
                  <a:lnTo>
                    <a:pt x="476284" y="0"/>
                  </a:lnTo>
                  <a:lnTo>
                    <a:pt x="479102" y="0"/>
                  </a:lnTo>
                  <a:lnTo>
                    <a:pt x="481920" y="0"/>
                  </a:lnTo>
                  <a:lnTo>
                    <a:pt x="484738" y="0"/>
                  </a:lnTo>
                  <a:lnTo>
                    <a:pt x="487557" y="0"/>
                  </a:lnTo>
                  <a:lnTo>
                    <a:pt x="490375" y="0"/>
                  </a:lnTo>
                  <a:lnTo>
                    <a:pt x="493193" y="0"/>
                  </a:lnTo>
                  <a:lnTo>
                    <a:pt x="496011" y="0"/>
                  </a:lnTo>
                  <a:lnTo>
                    <a:pt x="498830" y="0"/>
                  </a:lnTo>
                  <a:lnTo>
                    <a:pt x="501648" y="0"/>
                  </a:lnTo>
                  <a:lnTo>
                    <a:pt x="504466" y="0"/>
                  </a:lnTo>
                  <a:lnTo>
                    <a:pt x="507284" y="0"/>
                  </a:lnTo>
                  <a:lnTo>
                    <a:pt x="510103" y="0"/>
                  </a:lnTo>
                  <a:lnTo>
                    <a:pt x="512921" y="0"/>
                  </a:lnTo>
                  <a:lnTo>
                    <a:pt x="515739" y="0"/>
                  </a:lnTo>
                  <a:lnTo>
                    <a:pt x="518557" y="0"/>
                  </a:lnTo>
                  <a:lnTo>
                    <a:pt x="521376" y="0"/>
                  </a:lnTo>
                  <a:lnTo>
                    <a:pt x="524194" y="0"/>
                  </a:lnTo>
                  <a:lnTo>
                    <a:pt x="527012" y="0"/>
                  </a:lnTo>
                  <a:lnTo>
                    <a:pt x="529830" y="0"/>
                  </a:lnTo>
                  <a:lnTo>
                    <a:pt x="532649" y="0"/>
                  </a:lnTo>
                  <a:lnTo>
                    <a:pt x="535467" y="0"/>
                  </a:lnTo>
                  <a:lnTo>
                    <a:pt x="538285" y="0"/>
                  </a:lnTo>
                  <a:lnTo>
                    <a:pt x="541103" y="0"/>
                  </a:lnTo>
                  <a:lnTo>
                    <a:pt x="543922" y="0"/>
                  </a:lnTo>
                  <a:lnTo>
                    <a:pt x="546740" y="0"/>
                  </a:lnTo>
                  <a:lnTo>
                    <a:pt x="549558" y="0"/>
                  </a:lnTo>
                  <a:lnTo>
                    <a:pt x="552376" y="0"/>
                  </a:lnTo>
                  <a:lnTo>
                    <a:pt x="555195" y="0"/>
                  </a:lnTo>
                  <a:lnTo>
                    <a:pt x="558013" y="0"/>
                  </a:lnTo>
                  <a:lnTo>
                    <a:pt x="560831" y="0"/>
                  </a:lnTo>
                  <a:lnTo>
                    <a:pt x="563649" y="0"/>
                  </a:lnTo>
                  <a:lnTo>
                    <a:pt x="566468" y="0"/>
                  </a:lnTo>
                  <a:lnTo>
                    <a:pt x="569286" y="0"/>
                  </a:lnTo>
                  <a:lnTo>
                    <a:pt x="572104" y="0"/>
                  </a:lnTo>
                  <a:lnTo>
                    <a:pt x="574922" y="0"/>
                  </a:lnTo>
                  <a:lnTo>
                    <a:pt x="577741" y="0"/>
                  </a:lnTo>
                  <a:lnTo>
                    <a:pt x="580559" y="0"/>
                  </a:lnTo>
                  <a:lnTo>
                    <a:pt x="583377" y="0"/>
                  </a:lnTo>
                  <a:lnTo>
                    <a:pt x="586195" y="0"/>
                  </a:lnTo>
                  <a:lnTo>
                    <a:pt x="589014" y="0"/>
                  </a:lnTo>
                  <a:lnTo>
                    <a:pt x="591832" y="0"/>
                  </a:lnTo>
                  <a:lnTo>
                    <a:pt x="594650" y="0"/>
                  </a:lnTo>
                  <a:lnTo>
                    <a:pt x="597468" y="0"/>
                  </a:lnTo>
                  <a:lnTo>
                    <a:pt x="600287" y="0"/>
                  </a:lnTo>
                  <a:lnTo>
                    <a:pt x="603105" y="0"/>
                  </a:lnTo>
                  <a:lnTo>
                    <a:pt x="605923" y="0"/>
                  </a:lnTo>
                  <a:lnTo>
                    <a:pt x="608741" y="0"/>
                  </a:lnTo>
                  <a:lnTo>
                    <a:pt x="611560" y="0"/>
                  </a:lnTo>
                  <a:lnTo>
                    <a:pt x="614378" y="0"/>
                  </a:lnTo>
                  <a:lnTo>
                    <a:pt x="617196" y="0"/>
                  </a:lnTo>
                  <a:lnTo>
                    <a:pt x="620014" y="0"/>
                  </a:lnTo>
                  <a:lnTo>
                    <a:pt x="622833" y="0"/>
                  </a:lnTo>
                  <a:lnTo>
                    <a:pt x="625651" y="0"/>
                  </a:lnTo>
                  <a:lnTo>
                    <a:pt x="628469" y="0"/>
                  </a:lnTo>
                  <a:lnTo>
                    <a:pt x="631287" y="0"/>
                  </a:lnTo>
                  <a:lnTo>
                    <a:pt x="634106" y="0"/>
                  </a:lnTo>
                  <a:lnTo>
                    <a:pt x="636924" y="0"/>
                  </a:lnTo>
                  <a:lnTo>
                    <a:pt x="639742" y="0"/>
                  </a:lnTo>
                  <a:lnTo>
                    <a:pt x="642560" y="0"/>
                  </a:lnTo>
                  <a:lnTo>
                    <a:pt x="645379" y="0"/>
                  </a:lnTo>
                  <a:lnTo>
                    <a:pt x="648197" y="0"/>
                  </a:lnTo>
                  <a:lnTo>
                    <a:pt x="651015" y="0"/>
                  </a:lnTo>
                  <a:lnTo>
                    <a:pt x="653833" y="0"/>
                  </a:lnTo>
                  <a:lnTo>
                    <a:pt x="656652" y="0"/>
                  </a:lnTo>
                  <a:lnTo>
                    <a:pt x="659470" y="0"/>
                  </a:lnTo>
                  <a:lnTo>
                    <a:pt x="662288" y="0"/>
                  </a:lnTo>
                  <a:lnTo>
                    <a:pt x="665106" y="0"/>
                  </a:lnTo>
                  <a:lnTo>
                    <a:pt x="667925" y="0"/>
                  </a:lnTo>
                  <a:lnTo>
                    <a:pt x="670743" y="0"/>
                  </a:lnTo>
                  <a:lnTo>
                    <a:pt x="673561" y="0"/>
                  </a:lnTo>
                  <a:lnTo>
                    <a:pt x="676379" y="0"/>
                  </a:lnTo>
                  <a:lnTo>
                    <a:pt x="679198" y="0"/>
                  </a:lnTo>
                  <a:lnTo>
                    <a:pt x="682016" y="0"/>
                  </a:lnTo>
                  <a:lnTo>
                    <a:pt x="684834" y="0"/>
                  </a:lnTo>
                  <a:lnTo>
                    <a:pt x="687652" y="0"/>
                  </a:lnTo>
                  <a:lnTo>
                    <a:pt x="690471" y="0"/>
                  </a:lnTo>
                  <a:lnTo>
                    <a:pt x="693289" y="0"/>
                  </a:lnTo>
                  <a:lnTo>
                    <a:pt x="696107" y="0"/>
                  </a:lnTo>
                  <a:lnTo>
                    <a:pt x="698925" y="0"/>
                  </a:lnTo>
                  <a:lnTo>
                    <a:pt x="701744" y="0"/>
                  </a:lnTo>
                  <a:lnTo>
                    <a:pt x="704562" y="0"/>
                  </a:lnTo>
                  <a:lnTo>
                    <a:pt x="707380" y="0"/>
                  </a:lnTo>
                  <a:lnTo>
                    <a:pt x="710198" y="0"/>
                  </a:lnTo>
                  <a:lnTo>
                    <a:pt x="713017" y="0"/>
                  </a:lnTo>
                  <a:lnTo>
                    <a:pt x="715835" y="0"/>
                  </a:lnTo>
                  <a:lnTo>
                    <a:pt x="718653" y="0"/>
                  </a:lnTo>
                  <a:lnTo>
                    <a:pt x="721471" y="0"/>
                  </a:lnTo>
                  <a:lnTo>
                    <a:pt x="724290" y="0"/>
                  </a:lnTo>
                  <a:lnTo>
                    <a:pt x="727108" y="0"/>
                  </a:lnTo>
                  <a:lnTo>
                    <a:pt x="729926" y="0"/>
                  </a:lnTo>
                  <a:lnTo>
                    <a:pt x="732744" y="0"/>
                  </a:lnTo>
                  <a:lnTo>
                    <a:pt x="735562" y="0"/>
                  </a:lnTo>
                  <a:lnTo>
                    <a:pt x="738381" y="0"/>
                  </a:lnTo>
                  <a:lnTo>
                    <a:pt x="741199" y="0"/>
                  </a:lnTo>
                  <a:lnTo>
                    <a:pt x="744017" y="0"/>
                  </a:lnTo>
                  <a:lnTo>
                    <a:pt x="746835" y="0"/>
                  </a:lnTo>
                  <a:lnTo>
                    <a:pt x="749654" y="0"/>
                  </a:lnTo>
                  <a:lnTo>
                    <a:pt x="752472" y="0"/>
                  </a:lnTo>
                  <a:lnTo>
                    <a:pt x="755290" y="0"/>
                  </a:lnTo>
                  <a:lnTo>
                    <a:pt x="758108" y="0"/>
                  </a:lnTo>
                  <a:lnTo>
                    <a:pt x="760927" y="0"/>
                  </a:lnTo>
                  <a:lnTo>
                    <a:pt x="763745" y="0"/>
                  </a:lnTo>
                  <a:lnTo>
                    <a:pt x="766563" y="0"/>
                  </a:lnTo>
                  <a:lnTo>
                    <a:pt x="769381" y="0"/>
                  </a:lnTo>
                  <a:lnTo>
                    <a:pt x="772200" y="0"/>
                  </a:lnTo>
                  <a:lnTo>
                    <a:pt x="775018" y="0"/>
                  </a:lnTo>
                  <a:lnTo>
                    <a:pt x="777836" y="0"/>
                  </a:lnTo>
                  <a:lnTo>
                    <a:pt x="780654" y="0"/>
                  </a:lnTo>
                  <a:lnTo>
                    <a:pt x="783473" y="0"/>
                  </a:lnTo>
                  <a:lnTo>
                    <a:pt x="786291" y="0"/>
                  </a:lnTo>
                  <a:lnTo>
                    <a:pt x="789109" y="0"/>
                  </a:lnTo>
                  <a:lnTo>
                    <a:pt x="791927" y="0"/>
                  </a:lnTo>
                  <a:lnTo>
                    <a:pt x="794746" y="0"/>
                  </a:lnTo>
                  <a:lnTo>
                    <a:pt x="797564" y="0"/>
                  </a:lnTo>
                  <a:lnTo>
                    <a:pt x="800382" y="0"/>
                  </a:lnTo>
                  <a:lnTo>
                    <a:pt x="803200" y="0"/>
                  </a:lnTo>
                  <a:lnTo>
                    <a:pt x="806019" y="0"/>
                  </a:lnTo>
                  <a:lnTo>
                    <a:pt x="808837" y="0"/>
                  </a:lnTo>
                  <a:lnTo>
                    <a:pt x="811655" y="0"/>
                  </a:lnTo>
                  <a:lnTo>
                    <a:pt x="814473" y="0"/>
                  </a:lnTo>
                  <a:lnTo>
                    <a:pt x="817292" y="0"/>
                  </a:lnTo>
                  <a:lnTo>
                    <a:pt x="820110" y="0"/>
                  </a:lnTo>
                  <a:lnTo>
                    <a:pt x="822928" y="0"/>
                  </a:lnTo>
                  <a:lnTo>
                    <a:pt x="825746" y="0"/>
                  </a:lnTo>
                  <a:lnTo>
                    <a:pt x="828565" y="0"/>
                  </a:lnTo>
                  <a:lnTo>
                    <a:pt x="831383" y="0"/>
                  </a:lnTo>
                  <a:lnTo>
                    <a:pt x="834201" y="0"/>
                  </a:lnTo>
                  <a:lnTo>
                    <a:pt x="837019" y="0"/>
                  </a:lnTo>
                  <a:lnTo>
                    <a:pt x="839838" y="0"/>
                  </a:lnTo>
                  <a:lnTo>
                    <a:pt x="842656" y="0"/>
                  </a:lnTo>
                  <a:lnTo>
                    <a:pt x="845474" y="0"/>
                  </a:lnTo>
                  <a:lnTo>
                    <a:pt x="848292" y="0"/>
                  </a:lnTo>
                  <a:lnTo>
                    <a:pt x="851111" y="0"/>
                  </a:lnTo>
                  <a:lnTo>
                    <a:pt x="853929" y="0"/>
                  </a:lnTo>
                  <a:lnTo>
                    <a:pt x="856747" y="0"/>
                  </a:lnTo>
                  <a:lnTo>
                    <a:pt x="859565" y="0"/>
                  </a:lnTo>
                  <a:lnTo>
                    <a:pt x="862384" y="0"/>
                  </a:lnTo>
                  <a:lnTo>
                    <a:pt x="865202" y="0"/>
                  </a:lnTo>
                  <a:lnTo>
                    <a:pt x="868020" y="0"/>
                  </a:lnTo>
                  <a:lnTo>
                    <a:pt x="870838" y="0"/>
                  </a:lnTo>
                  <a:lnTo>
                    <a:pt x="873657" y="0"/>
                  </a:lnTo>
                  <a:lnTo>
                    <a:pt x="876475" y="0"/>
                  </a:lnTo>
                  <a:lnTo>
                    <a:pt x="879293" y="0"/>
                  </a:lnTo>
                  <a:lnTo>
                    <a:pt x="882111" y="0"/>
                  </a:lnTo>
                  <a:lnTo>
                    <a:pt x="884930" y="0"/>
                  </a:lnTo>
                  <a:lnTo>
                    <a:pt x="887748" y="0"/>
                  </a:lnTo>
                  <a:lnTo>
                    <a:pt x="890566" y="0"/>
                  </a:lnTo>
                  <a:lnTo>
                    <a:pt x="893384" y="0"/>
                  </a:lnTo>
                  <a:lnTo>
                    <a:pt x="896203" y="0"/>
                  </a:lnTo>
                  <a:lnTo>
                    <a:pt x="899021" y="0"/>
                  </a:lnTo>
                  <a:lnTo>
                    <a:pt x="901839" y="0"/>
                  </a:lnTo>
                  <a:lnTo>
                    <a:pt x="904657" y="0"/>
                  </a:lnTo>
                  <a:lnTo>
                    <a:pt x="907476" y="0"/>
                  </a:lnTo>
                  <a:lnTo>
                    <a:pt x="910294" y="0"/>
                  </a:lnTo>
                  <a:lnTo>
                    <a:pt x="913112" y="0"/>
                  </a:lnTo>
                  <a:lnTo>
                    <a:pt x="915930" y="0"/>
                  </a:lnTo>
                  <a:lnTo>
                    <a:pt x="918749" y="0"/>
                  </a:lnTo>
                  <a:lnTo>
                    <a:pt x="921567" y="0"/>
                  </a:lnTo>
                  <a:lnTo>
                    <a:pt x="924385" y="0"/>
                  </a:lnTo>
                  <a:lnTo>
                    <a:pt x="927203" y="0"/>
                  </a:lnTo>
                  <a:lnTo>
                    <a:pt x="930022" y="0"/>
                  </a:lnTo>
                  <a:lnTo>
                    <a:pt x="932840" y="0"/>
                  </a:lnTo>
                  <a:lnTo>
                    <a:pt x="935658" y="0"/>
                  </a:lnTo>
                  <a:lnTo>
                    <a:pt x="938476" y="0"/>
                  </a:lnTo>
                  <a:lnTo>
                    <a:pt x="941295" y="0"/>
                  </a:lnTo>
                  <a:lnTo>
                    <a:pt x="944113" y="0"/>
                  </a:lnTo>
                  <a:lnTo>
                    <a:pt x="946931" y="0"/>
                  </a:lnTo>
                  <a:lnTo>
                    <a:pt x="949749" y="0"/>
                  </a:lnTo>
                  <a:lnTo>
                    <a:pt x="952568" y="0"/>
                  </a:lnTo>
                  <a:lnTo>
                    <a:pt x="955386" y="0"/>
                  </a:lnTo>
                  <a:lnTo>
                    <a:pt x="958204" y="0"/>
                  </a:lnTo>
                  <a:lnTo>
                    <a:pt x="961022" y="0"/>
                  </a:lnTo>
                  <a:lnTo>
                    <a:pt x="963841" y="0"/>
                  </a:lnTo>
                  <a:lnTo>
                    <a:pt x="966659" y="0"/>
                  </a:lnTo>
                  <a:lnTo>
                    <a:pt x="969477" y="0"/>
                  </a:lnTo>
                  <a:lnTo>
                    <a:pt x="972295" y="0"/>
                  </a:lnTo>
                  <a:lnTo>
                    <a:pt x="975114" y="0"/>
                  </a:lnTo>
                  <a:lnTo>
                    <a:pt x="977932" y="0"/>
                  </a:lnTo>
                  <a:lnTo>
                    <a:pt x="980750" y="0"/>
                  </a:lnTo>
                  <a:lnTo>
                    <a:pt x="983568" y="0"/>
                  </a:lnTo>
                  <a:lnTo>
                    <a:pt x="986387" y="0"/>
                  </a:lnTo>
                  <a:lnTo>
                    <a:pt x="989205" y="0"/>
                  </a:lnTo>
                  <a:lnTo>
                    <a:pt x="992023" y="0"/>
                  </a:lnTo>
                  <a:lnTo>
                    <a:pt x="994841" y="0"/>
                  </a:lnTo>
                  <a:lnTo>
                    <a:pt x="997660" y="0"/>
                  </a:lnTo>
                  <a:lnTo>
                    <a:pt x="1000478" y="0"/>
                  </a:lnTo>
                  <a:lnTo>
                    <a:pt x="1003296" y="0"/>
                  </a:lnTo>
                  <a:lnTo>
                    <a:pt x="1006114" y="0"/>
                  </a:lnTo>
                  <a:lnTo>
                    <a:pt x="1008933" y="0"/>
                  </a:lnTo>
                  <a:lnTo>
                    <a:pt x="1011751" y="0"/>
                  </a:lnTo>
                  <a:lnTo>
                    <a:pt x="1014569" y="0"/>
                  </a:lnTo>
                  <a:lnTo>
                    <a:pt x="1017387" y="0"/>
                  </a:lnTo>
                  <a:lnTo>
                    <a:pt x="1020206" y="0"/>
                  </a:lnTo>
                  <a:lnTo>
                    <a:pt x="1023024" y="0"/>
                  </a:lnTo>
                  <a:lnTo>
                    <a:pt x="1025842" y="0"/>
                  </a:lnTo>
                  <a:lnTo>
                    <a:pt x="1028660" y="0"/>
                  </a:lnTo>
                  <a:lnTo>
                    <a:pt x="1031479" y="0"/>
                  </a:lnTo>
                  <a:lnTo>
                    <a:pt x="1034297" y="0"/>
                  </a:lnTo>
                  <a:lnTo>
                    <a:pt x="1037115" y="0"/>
                  </a:lnTo>
                  <a:lnTo>
                    <a:pt x="1039933" y="0"/>
                  </a:lnTo>
                  <a:lnTo>
                    <a:pt x="1042752" y="0"/>
                  </a:lnTo>
                  <a:lnTo>
                    <a:pt x="1045570" y="0"/>
                  </a:lnTo>
                  <a:lnTo>
                    <a:pt x="1048388" y="0"/>
                  </a:lnTo>
                  <a:lnTo>
                    <a:pt x="1051206" y="0"/>
                  </a:lnTo>
                  <a:lnTo>
                    <a:pt x="1054025" y="0"/>
                  </a:lnTo>
                  <a:lnTo>
                    <a:pt x="1056843" y="0"/>
                  </a:lnTo>
                  <a:lnTo>
                    <a:pt x="1059661" y="0"/>
                  </a:lnTo>
                  <a:lnTo>
                    <a:pt x="1062479" y="0"/>
                  </a:lnTo>
                  <a:lnTo>
                    <a:pt x="1065298" y="0"/>
                  </a:lnTo>
                  <a:lnTo>
                    <a:pt x="1068116" y="0"/>
                  </a:lnTo>
                  <a:lnTo>
                    <a:pt x="1070934" y="0"/>
                  </a:lnTo>
                  <a:lnTo>
                    <a:pt x="1073752" y="0"/>
                  </a:lnTo>
                  <a:lnTo>
                    <a:pt x="1076571" y="0"/>
                  </a:lnTo>
                  <a:lnTo>
                    <a:pt x="1079389" y="0"/>
                  </a:lnTo>
                  <a:lnTo>
                    <a:pt x="1082207" y="0"/>
                  </a:lnTo>
                  <a:lnTo>
                    <a:pt x="1085025" y="0"/>
                  </a:lnTo>
                  <a:lnTo>
                    <a:pt x="1087844" y="0"/>
                  </a:lnTo>
                  <a:lnTo>
                    <a:pt x="1090662" y="0"/>
                  </a:lnTo>
                  <a:lnTo>
                    <a:pt x="1093480" y="0"/>
                  </a:lnTo>
                  <a:lnTo>
                    <a:pt x="1096298" y="0"/>
                  </a:lnTo>
                  <a:lnTo>
                    <a:pt x="1099117" y="0"/>
                  </a:lnTo>
                  <a:lnTo>
                    <a:pt x="1101935" y="0"/>
                  </a:lnTo>
                  <a:lnTo>
                    <a:pt x="1104753" y="0"/>
                  </a:lnTo>
                  <a:lnTo>
                    <a:pt x="1107571" y="0"/>
                  </a:lnTo>
                  <a:lnTo>
                    <a:pt x="1110390" y="0"/>
                  </a:lnTo>
                  <a:lnTo>
                    <a:pt x="1113208" y="0"/>
                  </a:lnTo>
                  <a:lnTo>
                    <a:pt x="1116026" y="0"/>
                  </a:lnTo>
                  <a:lnTo>
                    <a:pt x="1118844" y="0"/>
                  </a:lnTo>
                  <a:lnTo>
                    <a:pt x="1121663" y="0"/>
                  </a:lnTo>
                  <a:lnTo>
                    <a:pt x="1124481" y="0"/>
                  </a:lnTo>
                  <a:lnTo>
                    <a:pt x="1127299" y="0"/>
                  </a:lnTo>
                  <a:lnTo>
                    <a:pt x="1130117" y="0"/>
                  </a:lnTo>
                  <a:lnTo>
                    <a:pt x="1132936" y="0"/>
                  </a:lnTo>
                  <a:lnTo>
                    <a:pt x="1135754" y="0"/>
                  </a:lnTo>
                  <a:lnTo>
                    <a:pt x="1138572" y="0"/>
                  </a:lnTo>
                  <a:lnTo>
                    <a:pt x="1141390" y="0"/>
                  </a:lnTo>
                  <a:lnTo>
                    <a:pt x="1144209" y="0"/>
                  </a:lnTo>
                  <a:lnTo>
                    <a:pt x="1147027" y="0"/>
                  </a:lnTo>
                  <a:lnTo>
                    <a:pt x="1149845" y="0"/>
                  </a:lnTo>
                  <a:lnTo>
                    <a:pt x="1152663" y="0"/>
                  </a:lnTo>
                  <a:lnTo>
                    <a:pt x="1155482" y="0"/>
                  </a:lnTo>
                  <a:lnTo>
                    <a:pt x="1158300" y="0"/>
                  </a:lnTo>
                  <a:lnTo>
                    <a:pt x="1161118" y="0"/>
                  </a:lnTo>
                  <a:lnTo>
                    <a:pt x="1163936" y="0"/>
                  </a:lnTo>
                  <a:lnTo>
                    <a:pt x="1166755" y="0"/>
                  </a:lnTo>
                  <a:lnTo>
                    <a:pt x="1169573" y="0"/>
                  </a:lnTo>
                  <a:lnTo>
                    <a:pt x="1172391" y="0"/>
                  </a:lnTo>
                  <a:lnTo>
                    <a:pt x="1175209" y="0"/>
                  </a:lnTo>
                  <a:lnTo>
                    <a:pt x="1178028" y="0"/>
                  </a:lnTo>
                  <a:lnTo>
                    <a:pt x="1180846" y="0"/>
                  </a:lnTo>
                  <a:lnTo>
                    <a:pt x="1183664" y="0"/>
                  </a:lnTo>
                  <a:lnTo>
                    <a:pt x="1186482" y="0"/>
                  </a:lnTo>
                  <a:lnTo>
                    <a:pt x="1189301" y="0"/>
                  </a:lnTo>
                  <a:lnTo>
                    <a:pt x="1192119" y="0"/>
                  </a:lnTo>
                  <a:lnTo>
                    <a:pt x="1194937" y="0"/>
                  </a:lnTo>
                  <a:lnTo>
                    <a:pt x="1197755" y="0"/>
                  </a:lnTo>
                  <a:lnTo>
                    <a:pt x="1200574" y="0"/>
                  </a:lnTo>
                  <a:lnTo>
                    <a:pt x="1203392" y="0"/>
                  </a:lnTo>
                  <a:lnTo>
                    <a:pt x="1206210" y="0"/>
                  </a:lnTo>
                  <a:lnTo>
                    <a:pt x="1209028" y="0"/>
                  </a:lnTo>
                  <a:lnTo>
                    <a:pt x="1211847" y="0"/>
                  </a:lnTo>
                  <a:lnTo>
                    <a:pt x="1214665" y="0"/>
                  </a:lnTo>
                  <a:lnTo>
                    <a:pt x="1217483" y="0"/>
                  </a:lnTo>
                  <a:lnTo>
                    <a:pt x="1220301" y="0"/>
                  </a:lnTo>
                  <a:lnTo>
                    <a:pt x="1223120" y="0"/>
                  </a:lnTo>
                  <a:lnTo>
                    <a:pt x="1225938" y="0"/>
                  </a:lnTo>
                  <a:lnTo>
                    <a:pt x="1228756" y="0"/>
                  </a:lnTo>
                  <a:lnTo>
                    <a:pt x="1231574" y="0"/>
                  </a:lnTo>
                  <a:lnTo>
                    <a:pt x="1234393" y="0"/>
                  </a:lnTo>
                  <a:lnTo>
                    <a:pt x="1237211" y="0"/>
                  </a:lnTo>
                  <a:lnTo>
                    <a:pt x="1240029" y="0"/>
                  </a:lnTo>
                  <a:lnTo>
                    <a:pt x="1242847" y="0"/>
                  </a:lnTo>
                  <a:lnTo>
                    <a:pt x="1245666" y="0"/>
                  </a:lnTo>
                  <a:lnTo>
                    <a:pt x="1248484" y="0"/>
                  </a:lnTo>
                  <a:lnTo>
                    <a:pt x="1251302" y="0"/>
                  </a:lnTo>
                  <a:lnTo>
                    <a:pt x="1254120" y="0"/>
                  </a:lnTo>
                  <a:lnTo>
                    <a:pt x="1256939" y="0"/>
                  </a:lnTo>
                  <a:lnTo>
                    <a:pt x="1259757" y="0"/>
                  </a:lnTo>
                  <a:lnTo>
                    <a:pt x="1262575" y="0"/>
                  </a:lnTo>
                  <a:lnTo>
                    <a:pt x="1265393" y="0"/>
                  </a:lnTo>
                  <a:lnTo>
                    <a:pt x="1268212" y="0"/>
                  </a:lnTo>
                  <a:lnTo>
                    <a:pt x="1271030" y="0"/>
                  </a:lnTo>
                  <a:lnTo>
                    <a:pt x="1273848" y="0"/>
                  </a:lnTo>
                  <a:lnTo>
                    <a:pt x="1276666" y="0"/>
                  </a:lnTo>
                  <a:lnTo>
                    <a:pt x="1279485" y="0"/>
                  </a:lnTo>
                  <a:lnTo>
                    <a:pt x="1282303" y="0"/>
                  </a:lnTo>
                  <a:lnTo>
                    <a:pt x="1285121" y="0"/>
                  </a:lnTo>
                  <a:lnTo>
                    <a:pt x="1287939" y="0"/>
                  </a:lnTo>
                  <a:lnTo>
                    <a:pt x="1290758" y="0"/>
                  </a:lnTo>
                  <a:lnTo>
                    <a:pt x="1293576" y="0"/>
                  </a:lnTo>
                  <a:lnTo>
                    <a:pt x="1296394" y="0"/>
                  </a:lnTo>
                  <a:lnTo>
                    <a:pt x="1299212" y="0"/>
                  </a:lnTo>
                  <a:lnTo>
                    <a:pt x="1302031" y="0"/>
                  </a:lnTo>
                  <a:lnTo>
                    <a:pt x="1304849" y="0"/>
                  </a:lnTo>
                  <a:lnTo>
                    <a:pt x="1307667" y="0"/>
                  </a:lnTo>
                  <a:lnTo>
                    <a:pt x="1310485" y="0"/>
                  </a:lnTo>
                  <a:lnTo>
                    <a:pt x="1313304" y="0"/>
                  </a:lnTo>
                  <a:lnTo>
                    <a:pt x="1316122" y="0"/>
                  </a:lnTo>
                  <a:lnTo>
                    <a:pt x="1318940" y="0"/>
                  </a:lnTo>
                  <a:lnTo>
                    <a:pt x="1321758" y="0"/>
                  </a:lnTo>
                  <a:lnTo>
                    <a:pt x="1324577" y="0"/>
                  </a:lnTo>
                  <a:lnTo>
                    <a:pt x="1327395" y="0"/>
                  </a:lnTo>
                  <a:lnTo>
                    <a:pt x="1330213" y="0"/>
                  </a:lnTo>
                  <a:lnTo>
                    <a:pt x="1333031" y="0"/>
                  </a:lnTo>
                  <a:lnTo>
                    <a:pt x="1335850" y="0"/>
                  </a:lnTo>
                  <a:lnTo>
                    <a:pt x="1338668" y="0"/>
                  </a:lnTo>
                  <a:lnTo>
                    <a:pt x="1341486" y="0"/>
                  </a:lnTo>
                  <a:lnTo>
                    <a:pt x="1344304" y="0"/>
                  </a:lnTo>
                  <a:lnTo>
                    <a:pt x="1347123" y="0"/>
                  </a:lnTo>
                  <a:lnTo>
                    <a:pt x="1349941" y="0"/>
                  </a:lnTo>
                  <a:lnTo>
                    <a:pt x="1352759" y="0"/>
                  </a:lnTo>
                  <a:lnTo>
                    <a:pt x="1355577" y="0"/>
                  </a:lnTo>
                  <a:lnTo>
                    <a:pt x="1358396" y="0"/>
                  </a:lnTo>
                  <a:lnTo>
                    <a:pt x="1361214" y="0"/>
                  </a:lnTo>
                  <a:lnTo>
                    <a:pt x="1364032" y="0"/>
                  </a:lnTo>
                  <a:lnTo>
                    <a:pt x="1366850" y="0"/>
                  </a:lnTo>
                  <a:lnTo>
                    <a:pt x="1369669" y="0"/>
                  </a:lnTo>
                  <a:lnTo>
                    <a:pt x="1372487" y="0"/>
                  </a:lnTo>
                  <a:lnTo>
                    <a:pt x="1375305" y="0"/>
                  </a:lnTo>
                  <a:lnTo>
                    <a:pt x="1378123" y="0"/>
                  </a:lnTo>
                  <a:lnTo>
                    <a:pt x="1380942" y="0"/>
                  </a:lnTo>
                  <a:lnTo>
                    <a:pt x="1383760" y="0"/>
                  </a:lnTo>
                  <a:lnTo>
                    <a:pt x="1386578" y="0"/>
                  </a:lnTo>
                  <a:lnTo>
                    <a:pt x="1389396" y="0"/>
                  </a:lnTo>
                  <a:lnTo>
                    <a:pt x="1392215" y="0"/>
                  </a:lnTo>
                  <a:lnTo>
                    <a:pt x="1395033" y="0"/>
                  </a:lnTo>
                  <a:lnTo>
                    <a:pt x="1397851" y="0"/>
                  </a:lnTo>
                  <a:lnTo>
                    <a:pt x="1400669" y="0"/>
                  </a:lnTo>
                  <a:lnTo>
                    <a:pt x="1403488" y="0"/>
                  </a:lnTo>
                  <a:lnTo>
                    <a:pt x="1406306" y="0"/>
                  </a:lnTo>
                  <a:lnTo>
                    <a:pt x="1409124" y="0"/>
                  </a:lnTo>
                  <a:lnTo>
                    <a:pt x="1409124" y="102173"/>
                  </a:lnTo>
                  <a:lnTo>
                    <a:pt x="1406306" y="102173"/>
                  </a:lnTo>
                  <a:lnTo>
                    <a:pt x="1403488" y="102173"/>
                  </a:lnTo>
                  <a:lnTo>
                    <a:pt x="1400669" y="102173"/>
                  </a:lnTo>
                  <a:lnTo>
                    <a:pt x="1397851" y="102173"/>
                  </a:lnTo>
                  <a:lnTo>
                    <a:pt x="1395033" y="102173"/>
                  </a:lnTo>
                  <a:lnTo>
                    <a:pt x="1392215" y="102173"/>
                  </a:lnTo>
                  <a:lnTo>
                    <a:pt x="1389396" y="102173"/>
                  </a:lnTo>
                  <a:lnTo>
                    <a:pt x="1386578" y="102173"/>
                  </a:lnTo>
                  <a:lnTo>
                    <a:pt x="1383760" y="102173"/>
                  </a:lnTo>
                  <a:lnTo>
                    <a:pt x="1380942" y="102173"/>
                  </a:lnTo>
                  <a:lnTo>
                    <a:pt x="1378123" y="102173"/>
                  </a:lnTo>
                  <a:lnTo>
                    <a:pt x="1375305" y="102173"/>
                  </a:lnTo>
                  <a:lnTo>
                    <a:pt x="1372487" y="102173"/>
                  </a:lnTo>
                  <a:lnTo>
                    <a:pt x="1369669" y="102173"/>
                  </a:lnTo>
                  <a:lnTo>
                    <a:pt x="1366850" y="102173"/>
                  </a:lnTo>
                  <a:lnTo>
                    <a:pt x="1364032" y="102173"/>
                  </a:lnTo>
                  <a:lnTo>
                    <a:pt x="1361214" y="102173"/>
                  </a:lnTo>
                  <a:lnTo>
                    <a:pt x="1358396" y="102173"/>
                  </a:lnTo>
                  <a:lnTo>
                    <a:pt x="1355577" y="102173"/>
                  </a:lnTo>
                  <a:lnTo>
                    <a:pt x="1352759" y="102173"/>
                  </a:lnTo>
                  <a:lnTo>
                    <a:pt x="1349941" y="102173"/>
                  </a:lnTo>
                  <a:lnTo>
                    <a:pt x="1347123" y="102173"/>
                  </a:lnTo>
                  <a:lnTo>
                    <a:pt x="1344304" y="102173"/>
                  </a:lnTo>
                  <a:lnTo>
                    <a:pt x="1341486" y="102173"/>
                  </a:lnTo>
                  <a:lnTo>
                    <a:pt x="1338668" y="102173"/>
                  </a:lnTo>
                  <a:lnTo>
                    <a:pt x="1335850" y="102173"/>
                  </a:lnTo>
                  <a:lnTo>
                    <a:pt x="1333031" y="102173"/>
                  </a:lnTo>
                  <a:lnTo>
                    <a:pt x="1330213" y="102173"/>
                  </a:lnTo>
                  <a:lnTo>
                    <a:pt x="1327395" y="102173"/>
                  </a:lnTo>
                  <a:lnTo>
                    <a:pt x="1324577" y="102173"/>
                  </a:lnTo>
                  <a:lnTo>
                    <a:pt x="1321758" y="102173"/>
                  </a:lnTo>
                  <a:lnTo>
                    <a:pt x="1318940" y="102173"/>
                  </a:lnTo>
                  <a:lnTo>
                    <a:pt x="1316122" y="102173"/>
                  </a:lnTo>
                  <a:lnTo>
                    <a:pt x="1313304" y="102173"/>
                  </a:lnTo>
                  <a:lnTo>
                    <a:pt x="1310485" y="102173"/>
                  </a:lnTo>
                  <a:lnTo>
                    <a:pt x="1307667" y="102173"/>
                  </a:lnTo>
                  <a:lnTo>
                    <a:pt x="1304849" y="102173"/>
                  </a:lnTo>
                  <a:lnTo>
                    <a:pt x="1302031" y="102173"/>
                  </a:lnTo>
                  <a:lnTo>
                    <a:pt x="1299212" y="102173"/>
                  </a:lnTo>
                  <a:lnTo>
                    <a:pt x="1296394" y="102173"/>
                  </a:lnTo>
                  <a:lnTo>
                    <a:pt x="1293576" y="102173"/>
                  </a:lnTo>
                  <a:lnTo>
                    <a:pt x="1290758" y="102173"/>
                  </a:lnTo>
                  <a:lnTo>
                    <a:pt x="1287939" y="102173"/>
                  </a:lnTo>
                  <a:lnTo>
                    <a:pt x="1285121" y="102173"/>
                  </a:lnTo>
                  <a:lnTo>
                    <a:pt x="1282303" y="102173"/>
                  </a:lnTo>
                  <a:lnTo>
                    <a:pt x="1279485" y="102173"/>
                  </a:lnTo>
                  <a:lnTo>
                    <a:pt x="1276666" y="102173"/>
                  </a:lnTo>
                  <a:lnTo>
                    <a:pt x="1273848" y="102173"/>
                  </a:lnTo>
                  <a:lnTo>
                    <a:pt x="1271030" y="102173"/>
                  </a:lnTo>
                  <a:lnTo>
                    <a:pt x="1268212" y="102173"/>
                  </a:lnTo>
                  <a:lnTo>
                    <a:pt x="1265393" y="102173"/>
                  </a:lnTo>
                  <a:lnTo>
                    <a:pt x="1262575" y="102173"/>
                  </a:lnTo>
                  <a:lnTo>
                    <a:pt x="1259757" y="102173"/>
                  </a:lnTo>
                  <a:lnTo>
                    <a:pt x="1256939" y="102173"/>
                  </a:lnTo>
                  <a:lnTo>
                    <a:pt x="1254120" y="102173"/>
                  </a:lnTo>
                  <a:lnTo>
                    <a:pt x="1251302" y="102173"/>
                  </a:lnTo>
                  <a:lnTo>
                    <a:pt x="1248484" y="102173"/>
                  </a:lnTo>
                  <a:lnTo>
                    <a:pt x="1245666" y="102173"/>
                  </a:lnTo>
                  <a:lnTo>
                    <a:pt x="1242847" y="102173"/>
                  </a:lnTo>
                  <a:lnTo>
                    <a:pt x="1240029" y="102173"/>
                  </a:lnTo>
                  <a:lnTo>
                    <a:pt x="1237211" y="102173"/>
                  </a:lnTo>
                  <a:lnTo>
                    <a:pt x="1234393" y="102173"/>
                  </a:lnTo>
                  <a:lnTo>
                    <a:pt x="1231574" y="102173"/>
                  </a:lnTo>
                  <a:lnTo>
                    <a:pt x="1228756" y="102173"/>
                  </a:lnTo>
                  <a:lnTo>
                    <a:pt x="1225938" y="102173"/>
                  </a:lnTo>
                  <a:lnTo>
                    <a:pt x="1223120" y="102173"/>
                  </a:lnTo>
                  <a:lnTo>
                    <a:pt x="1220301" y="102173"/>
                  </a:lnTo>
                  <a:lnTo>
                    <a:pt x="1217483" y="102173"/>
                  </a:lnTo>
                  <a:lnTo>
                    <a:pt x="1214665" y="102173"/>
                  </a:lnTo>
                  <a:lnTo>
                    <a:pt x="1211847" y="102173"/>
                  </a:lnTo>
                  <a:lnTo>
                    <a:pt x="1209028" y="102173"/>
                  </a:lnTo>
                  <a:lnTo>
                    <a:pt x="1206210" y="102173"/>
                  </a:lnTo>
                  <a:lnTo>
                    <a:pt x="1203392" y="102173"/>
                  </a:lnTo>
                  <a:lnTo>
                    <a:pt x="1200574" y="102173"/>
                  </a:lnTo>
                  <a:lnTo>
                    <a:pt x="1197755" y="102173"/>
                  </a:lnTo>
                  <a:lnTo>
                    <a:pt x="1194937" y="102173"/>
                  </a:lnTo>
                  <a:lnTo>
                    <a:pt x="1192119" y="102173"/>
                  </a:lnTo>
                  <a:lnTo>
                    <a:pt x="1189301" y="102173"/>
                  </a:lnTo>
                  <a:lnTo>
                    <a:pt x="1186482" y="102173"/>
                  </a:lnTo>
                  <a:lnTo>
                    <a:pt x="1183664" y="102173"/>
                  </a:lnTo>
                  <a:lnTo>
                    <a:pt x="1180846" y="102173"/>
                  </a:lnTo>
                  <a:lnTo>
                    <a:pt x="1178028" y="102173"/>
                  </a:lnTo>
                  <a:lnTo>
                    <a:pt x="1175209" y="102173"/>
                  </a:lnTo>
                  <a:lnTo>
                    <a:pt x="1172391" y="102173"/>
                  </a:lnTo>
                  <a:lnTo>
                    <a:pt x="1169573" y="102173"/>
                  </a:lnTo>
                  <a:lnTo>
                    <a:pt x="1166755" y="102173"/>
                  </a:lnTo>
                  <a:lnTo>
                    <a:pt x="1163936" y="102173"/>
                  </a:lnTo>
                  <a:lnTo>
                    <a:pt x="1161118" y="102173"/>
                  </a:lnTo>
                  <a:lnTo>
                    <a:pt x="1158300" y="102173"/>
                  </a:lnTo>
                  <a:lnTo>
                    <a:pt x="1155482" y="102173"/>
                  </a:lnTo>
                  <a:lnTo>
                    <a:pt x="1152663" y="102173"/>
                  </a:lnTo>
                  <a:lnTo>
                    <a:pt x="1149845" y="102173"/>
                  </a:lnTo>
                  <a:lnTo>
                    <a:pt x="1147027" y="102173"/>
                  </a:lnTo>
                  <a:lnTo>
                    <a:pt x="1144209" y="102173"/>
                  </a:lnTo>
                  <a:lnTo>
                    <a:pt x="1141390" y="102173"/>
                  </a:lnTo>
                  <a:lnTo>
                    <a:pt x="1138572" y="102173"/>
                  </a:lnTo>
                  <a:lnTo>
                    <a:pt x="1135754" y="102173"/>
                  </a:lnTo>
                  <a:lnTo>
                    <a:pt x="1132936" y="102173"/>
                  </a:lnTo>
                  <a:lnTo>
                    <a:pt x="1130117" y="102173"/>
                  </a:lnTo>
                  <a:lnTo>
                    <a:pt x="1127299" y="102173"/>
                  </a:lnTo>
                  <a:lnTo>
                    <a:pt x="1124481" y="102173"/>
                  </a:lnTo>
                  <a:lnTo>
                    <a:pt x="1121663" y="102173"/>
                  </a:lnTo>
                  <a:lnTo>
                    <a:pt x="1118844" y="102173"/>
                  </a:lnTo>
                  <a:lnTo>
                    <a:pt x="1116026" y="102173"/>
                  </a:lnTo>
                  <a:lnTo>
                    <a:pt x="1113208" y="102173"/>
                  </a:lnTo>
                  <a:lnTo>
                    <a:pt x="1110390" y="102173"/>
                  </a:lnTo>
                  <a:lnTo>
                    <a:pt x="1107571" y="102173"/>
                  </a:lnTo>
                  <a:lnTo>
                    <a:pt x="1104753" y="102173"/>
                  </a:lnTo>
                  <a:lnTo>
                    <a:pt x="1101935" y="102173"/>
                  </a:lnTo>
                  <a:lnTo>
                    <a:pt x="1099117" y="102173"/>
                  </a:lnTo>
                  <a:lnTo>
                    <a:pt x="1096298" y="102173"/>
                  </a:lnTo>
                  <a:lnTo>
                    <a:pt x="1093480" y="102173"/>
                  </a:lnTo>
                  <a:lnTo>
                    <a:pt x="1090662" y="102173"/>
                  </a:lnTo>
                  <a:lnTo>
                    <a:pt x="1087844" y="102173"/>
                  </a:lnTo>
                  <a:lnTo>
                    <a:pt x="1085025" y="102173"/>
                  </a:lnTo>
                  <a:lnTo>
                    <a:pt x="1082207" y="102173"/>
                  </a:lnTo>
                  <a:lnTo>
                    <a:pt x="1079389" y="102173"/>
                  </a:lnTo>
                  <a:lnTo>
                    <a:pt x="1076571" y="102173"/>
                  </a:lnTo>
                  <a:lnTo>
                    <a:pt x="1073752" y="102173"/>
                  </a:lnTo>
                  <a:lnTo>
                    <a:pt x="1070934" y="102173"/>
                  </a:lnTo>
                  <a:lnTo>
                    <a:pt x="1068116" y="102173"/>
                  </a:lnTo>
                  <a:lnTo>
                    <a:pt x="1065298" y="102173"/>
                  </a:lnTo>
                  <a:lnTo>
                    <a:pt x="1062479" y="102173"/>
                  </a:lnTo>
                  <a:lnTo>
                    <a:pt x="1059661" y="102173"/>
                  </a:lnTo>
                  <a:lnTo>
                    <a:pt x="1056843" y="102173"/>
                  </a:lnTo>
                  <a:lnTo>
                    <a:pt x="1054025" y="102173"/>
                  </a:lnTo>
                  <a:lnTo>
                    <a:pt x="1051206" y="102173"/>
                  </a:lnTo>
                  <a:lnTo>
                    <a:pt x="1048388" y="102173"/>
                  </a:lnTo>
                  <a:lnTo>
                    <a:pt x="1045570" y="102173"/>
                  </a:lnTo>
                  <a:lnTo>
                    <a:pt x="1042752" y="102173"/>
                  </a:lnTo>
                  <a:lnTo>
                    <a:pt x="1039933" y="102173"/>
                  </a:lnTo>
                  <a:lnTo>
                    <a:pt x="1037115" y="102173"/>
                  </a:lnTo>
                  <a:lnTo>
                    <a:pt x="1034297" y="102173"/>
                  </a:lnTo>
                  <a:lnTo>
                    <a:pt x="1031479" y="102173"/>
                  </a:lnTo>
                  <a:lnTo>
                    <a:pt x="1028660" y="102173"/>
                  </a:lnTo>
                  <a:lnTo>
                    <a:pt x="1025842" y="102173"/>
                  </a:lnTo>
                  <a:lnTo>
                    <a:pt x="1023024" y="102173"/>
                  </a:lnTo>
                  <a:lnTo>
                    <a:pt x="1020206" y="102173"/>
                  </a:lnTo>
                  <a:lnTo>
                    <a:pt x="1017387" y="102173"/>
                  </a:lnTo>
                  <a:lnTo>
                    <a:pt x="1014569" y="102173"/>
                  </a:lnTo>
                  <a:lnTo>
                    <a:pt x="1011751" y="102173"/>
                  </a:lnTo>
                  <a:lnTo>
                    <a:pt x="1008933" y="102173"/>
                  </a:lnTo>
                  <a:lnTo>
                    <a:pt x="1006114" y="102173"/>
                  </a:lnTo>
                  <a:lnTo>
                    <a:pt x="1003296" y="102173"/>
                  </a:lnTo>
                  <a:lnTo>
                    <a:pt x="1000478" y="102173"/>
                  </a:lnTo>
                  <a:lnTo>
                    <a:pt x="997660" y="102173"/>
                  </a:lnTo>
                  <a:lnTo>
                    <a:pt x="994841" y="102173"/>
                  </a:lnTo>
                  <a:lnTo>
                    <a:pt x="992023" y="102173"/>
                  </a:lnTo>
                  <a:lnTo>
                    <a:pt x="989205" y="102173"/>
                  </a:lnTo>
                  <a:lnTo>
                    <a:pt x="986387" y="102173"/>
                  </a:lnTo>
                  <a:lnTo>
                    <a:pt x="983568" y="102173"/>
                  </a:lnTo>
                  <a:lnTo>
                    <a:pt x="980750" y="102173"/>
                  </a:lnTo>
                  <a:lnTo>
                    <a:pt x="977932" y="102173"/>
                  </a:lnTo>
                  <a:lnTo>
                    <a:pt x="975114" y="102173"/>
                  </a:lnTo>
                  <a:lnTo>
                    <a:pt x="972295" y="102173"/>
                  </a:lnTo>
                  <a:lnTo>
                    <a:pt x="969477" y="102173"/>
                  </a:lnTo>
                  <a:lnTo>
                    <a:pt x="966659" y="102173"/>
                  </a:lnTo>
                  <a:lnTo>
                    <a:pt x="963841" y="102173"/>
                  </a:lnTo>
                  <a:lnTo>
                    <a:pt x="961022" y="102173"/>
                  </a:lnTo>
                  <a:lnTo>
                    <a:pt x="958204" y="102173"/>
                  </a:lnTo>
                  <a:lnTo>
                    <a:pt x="955386" y="102173"/>
                  </a:lnTo>
                  <a:lnTo>
                    <a:pt x="952568" y="102173"/>
                  </a:lnTo>
                  <a:lnTo>
                    <a:pt x="949749" y="102173"/>
                  </a:lnTo>
                  <a:lnTo>
                    <a:pt x="946931" y="102173"/>
                  </a:lnTo>
                  <a:lnTo>
                    <a:pt x="944113" y="102173"/>
                  </a:lnTo>
                  <a:lnTo>
                    <a:pt x="941295" y="102173"/>
                  </a:lnTo>
                  <a:lnTo>
                    <a:pt x="938476" y="102173"/>
                  </a:lnTo>
                  <a:lnTo>
                    <a:pt x="935658" y="102173"/>
                  </a:lnTo>
                  <a:lnTo>
                    <a:pt x="932840" y="102173"/>
                  </a:lnTo>
                  <a:lnTo>
                    <a:pt x="930022" y="102173"/>
                  </a:lnTo>
                  <a:lnTo>
                    <a:pt x="927203" y="102173"/>
                  </a:lnTo>
                  <a:lnTo>
                    <a:pt x="924385" y="102173"/>
                  </a:lnTo>
                  <a:lnTo>
                    <a:pt x="921567" y="102173"/>
                  </a:lnTo>
                  <a:lnTo>
                    <a:pt x="918749" y="102173"/>
                  </a:lnTo>
                  <a:lnTo>
                    <a:pt x="915930" y="102173"/>
                  </a:lnTo>
                  <a:lnTo>
                    <a:pt x="913112" y="102173"/>
                  </a:lnTo>
                  <a:lnTo>
                    <a:pt x="910294" y="102173"/>
                  </a:lnTo>
                  <a:lnTo>
                    <a:pt x="907476" y="102173"/>
                  </a:lnTo>
                  <a:lnTo>
                    <a:pt x="904657" y="102173"/>
                  </a:lnTo>
                  <a:lnTo>
                    <a:pt x="901839" y="102173"/>
                  </a:lnTo>
                  <a:lnTo>
                    <a:pt x="899021" y="102173"/>
                  </a:lnTo>
                  <a:lnTo>
                    <a:pt x="896203" y="102173"/>
                  </a:lnTo>
                  <a:lnTo>
                    <a:pt x="893384" y="102173"/>
                  </a:lnTo>
                  <a:lnTo>
                    <a:pt x="890566" y="102173"/>
                  </a:lnTo>
                  <a:lnTo>
                    <a:pt x="887748" y="102173"/>
                  </a:lnTo>
                  <a:lnTo>
                    <a:pt x="884930" y="102173"/>
                  </a:lnTo>
                  <a:lnTo>
                    <a:pt x="882111" y="102173"/>
                  </a:lnTo>
                  <a:lnTo>
                    <a:pt x="879293" y="102173"/>
                  </a:lnTo>
                  <a:lnTo>
                    <a:pt x="876475" y="102173"/>
                  </a:lnTo>
                  <a:lnTo>
                    <a:pt x="873657" y="102173"/>
                  </a:lnTo>
                  <a:lnTo>
                    <a:pt x="870838" y="102173"/>
                  </a:lnTo>
                  <a:lnTo>
                    <a:pt x="868020" y="102173"/>
                  </a:lnTo>
                  <a:lnTo>
                    <a:pt x="865202" y="102173"/>
                  </a:lnTo>
                  <a:lnTo>
                    <a:pt x="862384" y="102173"/>
                  </a:lnTo>
                  <a:lnTo>
                    <a:pt x="859565" y="102173"/>
                  </a:lnTo>
                  <a:lnTo>
                    <a:pt x="856747" y="102173"/>
                  </a:lnTo>
                  <a:lnTo>
                    <a:pt x="853929" y="102173"/>
                  </a:lnTo>
                  <a:lnTo>
                    <a:pt x="851111" y="102173"/>
                  </a:lnTo>
                  <a:lnTo>
                    <a:pt x="848292" y="102173"/>
                  </a:lnTo>
                  <a:lnTo>
                    <a:pt x="845474" y="102173"/>
                  </a:lnTo>
                  <a:lnTo>
                    <a:pt x="842656" y="102173"/>
                  </a:lnTo>
                  <a:lnTo>
                    <a:pt x="839838" y="102173"/>
                  </a:lnTo>
                  <a:lnTo>
                    <a:pt x="837019" y="102173"/>
                  </a:lnTo>
                  <a:lnTo>
                    <a:pt x="834201" y="102173"/>
                  </a:lnTo>
                  <a:lnTo>
                    <a:pt x="831383" y="102173"/>
                  </a:lnTo>
                  <a:lnTo>
                    <a:pt x="828565" y="102173"/>
                  </a:lnTo>
                  <a:lnTo>
                    <a:pt x="825746" y="102173"/>
                  </a:lnTo>
                  <a:lnTo>
                    <a:pt x="822928" y="102173"/>
                  </a:lnTo>
                  <a:lnTo>
                    <a:pt x="820110" y="102173"/>
                  </a:lnTo>
                  <a:lnTo>
                    <a:pt x="817292" y="102173"/>
                  </a:lnTo>
                  <a:lnTo>
                    <a:pt x="814473" y="102173"/>
                  </a:lnTo>
                  <a:lnTo>
                    <a:pt x="811655" y="102173"/>
                  </a:lnTo>
                  <a:lnTo>
                    <a:pt x="808837" y="102173"/>
                  </a:lnTo>
                  <a:lnTo>
                    <a:pt x="806019" y="102173"/>
                  </a:lnTo>
                  <a:lnTo>
                    <a:pt x="803200" y="102173"/>
                  </a:lnTo>
                  <a:lnTo>
                    <a:pt x="800382" y="102173"/>
                  </a:lnTo>
                  <a:lnTo>
                    <a:pt x="797564" y="102173"/>
                  </a:lnTo>
                  <a:lnTo>
                    <a:pt x="794746" y="102173"/>
                  </a:lnTo>
                  <a:lnTo>
                    <a:pt x="791927" y="102173"/>
                  </a:lnTo>
                  <a:lnTo>
                    <a:pt x="789109" y="102173"/>
                  </a:lnTo>
                  <a:lnTo>
                    <a:pt x="786291" y="102173"/>
                  </a:lnTo>
                  <a:lnTo>
                    <a:pt x="783473" y="102173"/>
                  </a:lnTo>
                  <a:lnTo>
                    <a:pt x="780654" y="102173"/>
                  </a:lnTo>
                  <a:lnTo>
                    <a:pt x="777836" y="102173"/>
                  </a:lnTo>
                  <a:lnTo>
                    <a:pt x="775018" y="102173"/>
                  </a:lnTo>
                  <a:lnTo>
                    <a:pt x="772200" y="102173"/>
                  </a:lnTo>
                  <a:lnTo>
                    <a:pt x="769381" y="102173"/>
                  </a:lnTo>
                  <a:lnTo>
                    <a:pt x="766563" y="102173"/>
                  </a:lnTo>
                  <a:lnTo>
                    <a:pt x="763745" y="102173"/>
                  </a:lnTo>
                  <a:lnTo>
                    <a:pt x="760927" y="102173"/>
                  </a:lnTo>
                  <a:lnTo>
                    <a:pt x="758108" y="102173"/>
                  </a:lnTo>
                  <a:lnTo>
                    <a:pt x="755290" y="102173"/>
                  </a:lnTo>
                  <a:lnTo>
                    <a:pt x="752472" y="102173"/>
                  </a:lnTo>
                  <a:lnTo>
                    <a:pt x="749654" y="102173"/>
                  </a:lnTo>
                  <a:lnTo>
                    <a:pt x="746835" y="102173"/>
                  </a:lnTo>
                  <a:lnTo>
                    <a:pt x="744017" y="102173"/>
                  </a:lnTo>
                  <a:lnTo>
                    <a:pt x="741199" y="102173"/>
                  </a:lnTo>
                  <a:lnTo>
                    <a:pt x="738381" y="102173"/>
                  </a:lnTo>
                  <a:lnTo>
                    <a:pt x="735562" y="102173"/>
                  </a:lnTo>
                  <a:lnTo>
                    <a:pt x="732744" y="102173"/>
                  </a:lnTo>
                  <a:lnTo>
                    <a:pt x="729926" y="102173"/>
                  </a:lnTo>
                  <a:lnTo>
                    <a:pt x="727108" y="102173"/>
                  </a:lnTo>
                  <a:lnTo>
                    <a:pt x="724290" y="102173"/>
                  </a:lnTo>
                  <a:lnTo>
                    <a:pt x="721471" y="102173"/>
                  </a:lnTo>
                  <a:lnTo>
                    <a:pt x="718653" y="102173"/>
                  </a:lnTo>
                  <a:lnTo>
                    <a:pt x="715835" y="102173"/>
                  </a:lnTo>
                  <a:lnTo>
                    <a:pt x="713017" y="102173"/>
                  </a:lnTo>
                  <a:lnTo>
                    <a:pt x="710198" y="102173"/>
                  </a:lnTo>
                  <a:lnTo>
                    <a:pt x="707380" y="102173"/>
                  </a:lnTo>
                  <a:lnTo>
                    <a:pt x="704562" y="102173"/>
                  </a:lnTo>
                  <a:lnTo>
                    <a:pt x="701744" y="102173"/>
                  </a:lnTo>
                  <a:lnTo>
                    <a:pt x="698925" y="102173"/>
                  </a:lnTo>
                  <a:lnTo>
                    <a:pt x="696107" y="102173"/>
                  </a:lnTo>
                  <a:lnTo>
                    <a:pt x="693289" y="102173"/>
                  </a:lnTo>
                  <a:lnTo>
                    <a:pt x="690471" y="102173"/>
                  </a:lnTo>
                  <a:lnTo>
                    <a:pt x="687652" y="102173"/>
                  </a:lnTo>
                  <a:lnTo>
                    <a:pt x="684834" y="102173"/>
                  </a:lnTo>
                  <a:lnTo>
                    <a:pt x="682016" y="102173"/>
                  </a:lnTo>
                  <a:lnTo>
                    <a:pt x="679198" y="102173"/>
                  </a:lnTo>
                  <a:lnTo>
                    <a:pt x="676379" y="102173"/>
                  </a:lnTo>
                  <a:lnTo>
                    <a:pt x="673561" y="102173"/>
                  </a:lnTo>
                  <a:lnTo>
                    <a:pt x="670743" y="102173"/>
                  </a:lnTo>
                  <a:lnTo>
                    <a:pt x="667925" y="102173"/>
                  </a:lnTo>
                  <a:lnTo>
                    <a:pt x="665106" y="102173"/>
                  </a:lnTo>
                  <a:lnTo>
                    <a:pt x="662288" y="102173"/>
                  </a:lnTo>
                  <a:lnTo>
                    <a:pt x="659470" y="102173"/>
                  </a:lnTo>
                  <a:lnTo>
                    <a:pt x="656652" y="102173"/>
                  </a:lnTo>
                  <a:lnTo>
                    <a:pt x="653833" y="102173"/>
                  </a:lnTo>
                  <a:lnTo>
                    <a:pt x="651015" y="102173"/>
                  </a:lnTo>
                  <a:lnTo>
                    <a:pt x="648197" y="102173"/>
                  </a:lnTo>
                  <a:lnTo>
                    <a:pt x="645379" y="102173"/>
                  </a:lnTo>
                  <a:lnTo>
                    <a:pt x="642560" y="102173"/>
                  </a:lnTo>
                  <a:lnTo>
                    <a:pt x="639742" y="102173"/>
                  </a:lnTo>
                  <a:lnTo>
                    <a:pt x="636924" y="102173"/>
                  </a:lnTo>
                  <a:lnTo>
                    <a:pt x="634106" y="102173"/>
                  </a:lnTo>
                  <a:lnTo>
                    <a:pt x="631287" y="102173"/>
                  </a:lnTo>
                  <a:lnTo>
                    <a:pt x="628469" y="102173"/>
                  </a:lnTo>
                  <a:lnTo>
                    <a:pt x="625651" y="102173"/>
                  </a:lnTo>
                  <a:lnTo>
                    <a:pt x="622833" y="102173"/>
                  </a:lnTo>
                  <a:lnTo>
                    <a:pt x="620014" y="102173"/>
                  </a:lnTo>
                  <a:lnTo>
                    <a:pt x="617196" y="102173"/>
                  </a:lnTo>
                  <a:lnTo>
                    <a:pt x="614378" y="102173"/>
                  </a:lnTo>
                  <a:lnTo>
                    <a:pt x="611560" y="102173"/>
                  </a:lnTo>
                  <a:lnTo>
                    <a:pt x="608741" y="102173"/>
                  </a:lnTo>
                  <a:lnTo>
                    <a:pt x="605923" y="102173"/>
                  </a:lnTo>
                  <a:lnTo>
                    <a:pt x="603105" y="102173"/>
                  </a:lnTo>
                  <a:lnTo>
                    <a:pt x="600287" y="102173"/>
                  </a:lnTo>
                  <a:lnTo>
                    <a:pt x="597468" y="102173"/>
                  </a:lnTo>
                  <a:lnTo>
                    <a:pt x="594650" y="102173"/>
                  </a:lnTo>
                  <a:lnTo>
                    <a:pt x="591832" y="102173"/>
                  </a:lnTo>
                  <a:lnTo>
                    <a:pt x="589014" y="102173"/>
                  </a:lnTo>
                  <a:lnTo>
                    <a:pt x="586195" y="102173"/>
                  </a:lnTo>
                  <a:lnTo>
                    <a:pt x="583377" y="102173"/>
                  </a:lnTo>
                  <a:lnTo>
                    <a:pt x="580559" y="102173"/>
                  </a:lnTo>
                  <a:lnTo>
                    <a:pt x="577741" y="102173"/>
                  </a:lnTo>
                  <a:lnTo>
                    <a:pt x="574922" y="102173"/>
                  </a:lnTo>
                  <a:lnTo>
                    <a:pt x="572104" y="102173"/>
                  </a:lnTo>
                  <a:lnTo>
                    <a:pt x="569286" y="102173"/>
                  </a:lnTo>
                  <a:lnTo>
                    <a:pt x="566468" y="102173"/>
                  </a:lnTo>
                  <a:lnTo>
                    <a:pt x="563649" y="102173"/>
                  </a:lnTo>
                  <a:lnTo>
                    <a:pt x="560831" y="102173"/>
                  </a:lnTo>
                  <a:lnTo>
                    <a:pt x="558013" y="102173"/>
                  </a:lnTo>
                  <a:lnTo>
                    <a:pt x="555195" y="102173"/>
                  </a:lnTo>
                  <a:lnTo>
                    <a:pt x="552376" y="102173"/>
                  </a:lnTo>
                  <a:lnTo>
                    <a:pt x="549558" y="102173"/>
                  </a:lnTo>
                  <a:lnTo>
                    <a:pt x="546740" y="102173"/>
                  </a:lnTo>
                  <a:lnTo>
                    <a:pt x="543922" y="102173"/>
                  </a:lnTo>
                  <a:lnTo>
                    <a:pt x="541103" y="102173"/>
                  </a:lnTo>
                  <a:lnTo>
                    <a:pt x="538285" y="102173"/>
                  </a:lnTo>
                  <a:lnTo>
                    <a:pt x="535467" y="102173"/>
                  </a:lnTo>
                  <a:lnTo>
                    <a:pt x="532649" y="102173"/>
                  </a:lnTo>
                  <a:lnTo>
                    <a:pt x="529830" y="102173"/>
                  </a:lnTo>
                  <a:lnTo>
                    <a:pt x="527012" y="102173"/>
                  </a:lnTo>
                  <a:lnTo>
                    <a:pt x="524194" y="102173"/>
                  </a:lnTo>
                  <a:lnTo>
                    <a:pt x="521376" y="102173"/>
                  </a:lnTo>
                  <a:lnTo>
                    <a:pt x="518557" y="102173"/>
                  </a:lnTo>
                  <a:lnTo>
                    <a:pt x="515739" y="102173"/>
                  </a:lnTo>
                  <a:lnTo>
                    <a:pt x="512921" y="102173"/>
                  </a:lnTo>
                  <a:lnTo>
                    <a:pt x="510103" y="102173"/>
                  </a:lnTo>
                  <a:lnTo>
                    <a:pt x="507284" y="102173"/>
                  </a:lnTo>
                  <a:lnTo>
                    <a:pt x="504466" y="102173"/>
                  </a:lnTo>
                  <a:lnTo>
                    <a:pt x="501648" y="102173"/>
                  </a:lnTo>
                  <a:lnTo>
                    <a:pt x="498830" y="102173"/>
                  </a:lnTo>
                  <a:lnTo>
                    <a:pt x="496011" y="102173"/>
                  </a:lnTo>
                  <a:lnTo>
                    <a:pt x="493193" y="102173"/>
                  </a:lnTo>
                  <a:lnTo>
                    <a:pt x="490375" y="102173"/>
                  </a:lnTo>
                  <a:lnTo>
                    <a:pt x="487557" y="102173"/>
                  </a:lnTo>
                  <a:lnTo>
                    <a:pt x="484738" y="102173"/>
                  </a:lnTo>
                  <a:lnTo>
                    <a:pt x="481920" y="102173"/>
                  </a:lnTo>
                  <a:lnTo>
                    <a:pt x="479102" y="102173"/>
                  </a:lnTo>
                  <a:lnTo>
                    <a:pt x="476284" y="102173"/>
                  </a:lnTo>
                  <a:lnTo>
                    <a:pt x="473465" y="102173"/>
                  </a:lnTo>
                  <a:lnTo>
                    <a:pt x="470647" y="102173"/>
                  </a:lnTo>
                  <a:lnTo>
                    <a:pt x="467829" y="102173"/>
                  </a:lnTo>
                  <a:lnTo>
                    <a:pt x="465011" y="102173"/>
                  </a:lnTo>
                  <a:lnTo>
                    <a:pt x="462192" y="102173"/>
                  </a:lnTo>
                  <a:lnTo>
                    <a:pt x="459374" y="102173"/>
                  </a:lnTo>
                  <a:lnTo>
                    <a:pt x="456556" y="102173"/>
                  </a:lnTo>
                  <a:lnTo>
                    <a:pt x="453738" y="102173"/>
                  </a:lnTo>
                  <a:lnTo>
                    <a:pt x="450919" y="102173"/>
                  </a:lnTo>
                  <a:lnTo>
                    <a:pt x="448101" y="102173"/>
                  </a:lnTo>
                  <a:lnTo>
                    <a:pt x="445283" y="102173"/>
                  </a:lnTo>
                  <a:lnTo>
                    <a:pt x="442465" y="102173"/>
                  </a:lnTo>
                  <a:lnTo>
                    <a:pt x="439646" y="102173"/>
                  </a:lnTo>
                  <a:lnTo>
                    <a:pt x="436828" y="102173"/>
                  </a:lnTo>
                  <a:lnTo>
                    <a:pt x="434010" y="102173"/>
                  </a:lnTo>
                  <a:lnTo>
                    <a:pt x="431192" y="102173"/>
                  </a:lnTo>
                  <a:lnTo>
                    <a:pt x="428373" y="102173"/>
                  </a:lnTo>
                  <a:lnTo>
                    <a:pt x="425555" y="102173"/>
                  </a:lnTo>
                  <a:lnTo>
                    <a:pt x="422737" y="102173"/>
                  </a:lnTo>
                  <a:lnTo>
                    <a:pt x="419919" y="102173"/>
                  </a:lnTo>
                  <a:lnTo>
                    <a:pt x="417100" y="102173"/>
                  </a:lnTo>
                  <a:lnTo>
                    <a:pt x="414282" y="102173"/>
                  </a:lnTo>
                  <a:lnTo>
                    <a:pt x="411464" y="102173"/>
                  </a:lnTo>
                  <a:lnTo>
                    <a:pt x="408646" y="102173"/>
                  </a:lnTo>
                  <a:lnTo>
                    <a:pt x="405827" y="102173"/>
                  </a:lnTo>
                  <a:lnTo>
                    <a:pt x="403009" y="102173"/>
                  </a:lnTo>
                  <a:lnTo>
                    <a:pt x="400191" y="102173"/>
                  </a:lnTo>
                  <a:lnTo>
                    <a:pt x="397373" y="102173"/>
                  </a:lnTo>
                  <a:lnTo>
                    <a:pt x="394554" y="102173"/>
                  </a:lnTo>
                  <a:lnTo>
                    <a:pt x="391736" y="102173"/>
                  </a:lnTo>
                  <a:lnTo>
                    <a:pt x="388918" y="102173"/>
                  </a:lnTo>
                  <a:lnTo>
                    <a:pt x="386100" y="102173"/>
                  </a:lnTo>
                  <a:lnTo>
                    <a:pt x="383281" y="102173"/>
                  </a:lnTo>
                  <a:lnTo>
                    <a:pt x="380463" y="102173"/>
                  </a:lnTo>
                  <a:lnTo>
                    <a:pt x="377645" y="102173"/>
                  </a:lnTo>
                  <a:lnTo>
                    <a:pt x="374827" y="102173"/>
                  </a:lnTo>
                  <a:lnTo>
                    <a:pt x="372008" y="102173"/>
                  </a:lnTo>
                  <a:lnTo>
                    <a:pt x="369190" y="102173"/>
                  </a:lnTo>
                  <a:lnTo>
                    <a:pt x="366372" y="102173"/>
                  </a:lnTo>
                  <a:lnTo>
                    <a:pt x="363554" y="102173"/>
                  </a:lnTo>
                  <a:lnTo>
                    <a:pt x="360735" y="102173"/>
                  </a:lnTo>
                  <a:lnTo>
                    <a:pt x="357917" y="102173"/>
                  </a:lnTo>
                  <a:lnTo>
                    <a:pt x="355099" y="102173"/>
                  </a:lnTo>
                  <a:lnTo>
                    <a:pt x="352281" y="102173"/>
                  </a:lnTo>
                  <a:lnTo>
                    <a:pt x="349462" y="102173"/>
                  </a:lnTo>
                  <a:lnTo>
                    <a:pt x="346644" y="102173"/>
                  </a:lnTo>
                  <a:lnTo>
                    <a:pt x="343826" y="102173"/>
                  </a:lnTo>
                  <a:lnTo>
                    <a:pt x="341008" y="102173"/>
                  </a:lnTo>
                  <a:lnTo>
                    <a:pt x="338189" y="102173"/>
                  </a:lnTo>
                  <a:lnTo>
                    <a:pt x="335371" y="102173"/>
                  </a:lnTo>
                  <a:lnTo>
                    <a:pt x="332553" y="102173"/>
                  </a:lnTo>
                  <a:lnTo>
                    <a:pt x="329735" y="102173"/>
                  </a:lnTo>
                  <a:lnTo>
                    <a:pt x="326916" y="102173"/>
                  </a:lnTo>
                  <a:lnTo>
                    <a:pt x="324098" y="102173"/>
                  </a:lnTo>
                  <a:lnTo>
                    <a:pt x="321280" y="102173"/>
                  </a:lnTo>
                  <a:lnTo>
                    <a:pt x="318462" y="102173"/>
                  </a:lnTo>
                  <a:lnTo>
                    <a:pt x="315643" y="102173"/>
                  </a:lnTo>
                  <a:lnTo>
                    <a:pt x="312825" y="102173"/>
                  </a:lnTo>
                  <a:lnTo>
                    <a:pt x="310007" y="102173"/>
                  </a:lnTo>
                  <a:lnTo>
                    <a:pt x="307189" y="102173"/>
                  </a:lnTo>
                  <a:lnTo>
                    <a:pt x="304370" y="102173"/>
                  </a:lnTo>
                  <a:lnTo>
                    <a:pt x="301552" y="102173"/>
                  </a:lnTo>
                  <a:lnTo>
                    <a:pt x="298734" y="102173"/>
                  </a:lnTo>
                  <a:lnTo>
                    <a:pt x="295916" y="102173"/>
                  </a:lnTo>
                  <a:lnTo>
                    <a:pt x="293097" y="102173"/>
                  </a:lnTo>
                  <a:lnTo>
                    <a:pt x="290279" y="102173"/>
                  </a:lnTo>
                  <a:lnTo>
                    <a:pt x="287461" y="102173"/>
                  </a:lnTo>
                  <a:lnTo>
                    <a:pt x="284643" y="102173"/>
                  </a:lnTo>
                  <a:lnTo>
                    <a:pt x="281824" y="102173"/>
                  </a:lnTo>
                  <a:lnTo>
                    <a:pt x="279006" y="102173"/>
                  </a:lnTo>
                  <a:lnTo>
                    <a:pt x="276188" y="102173"/>
                  </a:lnTo>
                  <a:lnTo>
                    <a:pt x="273370" y="102173"/>
                  </a:lnTo>
                  <a:lnTo>
                    <a:pt x="270551" y="102173"/>
                  </a:lnTo>
                  <a:lnTo>
                    <a:pt x="267733" y="102173"/>
                  </a:lnTo>
                  <a:lnTo>
                    <a:pt x="264915" y="102173"/>
                  </a:lnTo>
                  <a:lnTo>
                    <a:pt x="262097" y="102173"/>
                  </a:lnTo>
                  <a:lnTo>
                    <a:pt x="259278" y="102173"/>
                  </a:lnTo>
                  <a:lnTo>
                    <a:pt x="256460" y="102173"/>
                  </a:lnTo>
                  <a:lnTo>
                    <a:pt x="253642" y="102173"/>
                  </a:lnTo>
                  <a:lnTo>
                    <a:pt x="250824" y="102173"/>
                  </a:lnTo>
                  <a:lnTo>
                    <a:pt x="248005" y="102173"/>
                  </a:lnTo>
                  <a:lnTo>
                    <a:pt x="245187" y="102173"/>
                  </a:lnTo>
                  <a:lnTo>
                    <a:pt x="242369" y="102173"/>
                  </a:lnTo>
                  <a:lnTo>
                    <a:pt x="239551" y="102173"/>
                  </a:lnTo>
                  <a:lnTo>
                    <a:pt x="236732" y="102173"/>
                  </a:lnTo>
                  <a:lnTo>
                    <a:pt x="233914" y="102173"/>
                  </a:lnTo>
                  <a:lnTo>
                    <a:pt x="231096" y="102173"/>
                  </a:lnTo>
                  <a:lnTo>
                    <a:pt x="228278" y="102173"/>
                  </a:lnTo>
                  <a:lnTo>
                    <a:pt x="225459" y="102173"/>
                  </a:lnTo>
                  <a:lnTo>
                    <a:pt x="222641" y="102173"/>
                  </a:lnTo>
                  <a:lnTo>
                    <a:pt x="219823" y="102173"/>
                  </a:lnTo>
                  <a:lnTo>
                    <a:pt x="217005" y="102173"/>
                  </a:lnTo>
                  <a:lnTo>
                    <a:pt x="214186" y="102173"/>
                  </a:lnTo>
                  <a:lnTo>
                    <a:pt x="211368" y="102173"/>
                  </a:lnTo>
                  <a:lnTo>
                    <a:pt x="208550" y="102173"/>
                  </a:lnTo>
                  <a:lnTo>
                    <a:pt x="205732" y="102173"/>
                  </a:lnTo>
                  <a:lnTo>
                    <a:pt x="202913" y="102173"/>
                  </a:lnTo>
                  <a:lnTo>
                    <a:pt x="200095" y="102173"/>
                  </a:lnTo>
                  <a:lnTo>
                    <a:pt x="197277" y="102173"/>
                  </a:lnTo>
                  <a:lnTo>
                    <a:pt x="194459" y="102173"/>
                  </a:lnTo>
                  <a:lnTo>
                    <a:pt x="191640" y="102173"/>
                  </a:lnTo>
                  <a:lnTo>
                    <a:pt x="188822" y="102173"/>
                  </a:lnTo>
                  <a:lnTo>
                    <a:pt x="186004" y="102173"/>
                  </a:lnTo>
                  <a:lnTo>
                    <a:pt x="183186" y="102173"/>
                  </a:lnTo>
                  <a:lnTo>
                    <a:pt x="180367" y="102173"/>
                  </a:lnTo>
                  <a:lnTo>
                    <a:pt x="177549" y="102173"/>
                  </a:lnTo>
                  <a:lnTo>
                    <a:pt x="174731" y="102173"/>
                  </a:lnTo>
                  <a:lnTo>
                    <a:pt x="171913" y="102173"/>
                  </a:lnTo>
                  <a:lnTo>
                    <a:pt x="169094" y="102173"/>
                  </a:lnTo>
                  <a:lnTo>
                    <a:pt x="166276" y="102173"/>
                  </a:lnTo>
                  <a:lnTo>
                    <a:pt x="163458" y="102173"/>
                  </a:lnTo>
                  <a:lnTo>
                    <a:pt x="160640" y="102173"/>
                  </a:lnTo>
                  <a:lnTo>
                    <a:pt x="157821" y="102173"/>
                  </a:lnTo>
                  <a:lnTo>
                    <a:pt x="155003" y="102173"/>
                  </a:lnTo>
                  <a:lnTo>
                    <a:pt x="152185" y="102173"/>
                  </a:lnTo>
                  <a:lnTo>
                    <a:pt x="149367" y="102173"/>
                  </a:lnTo>
                  <a:lnTo>
                    <a:pt x="146548" y="102173"/>
                  </a:lnTo>
                  <a:lnTo>
                    <a:pt x="143730" y="102173"/>
                  </a:lnTo>
                  <a:lnTo>
                    <a:pt x="140912" y="102173"/>
                  </a:lnTo>
                  <a:lnTo>
                    <a:pt x="138094" y="102173"/>
                  </a:lnTo>
                  <a:lnTo>
                    <a:pt x="135275" y="102173"/>
                  </a:lnTo>
                  <a:lnTo>
                    <a:pt x="132457" y="102173"/>
                  </a:lnTo>
                  <a:lnTo>
                    <a:pt x="129639" y="102173"/>
                  </a:lnTo>
                  <a:lnTo>
                    <a:pt x="126821" y="102173"/>
                  </a:lnTo>
                  <a:lnTo>
                    <a:pt x="124002" y="102173"/>
                  </a:lnTo>
                  <a:lnTo>
                    <a:pt x="121184" y="102173"/>
                  </a:lnTo>
                  <a:lnTo>
                    <a:pt x="118366" y="102173"/>
                  </a:lnTo>
                  <a:lnTo>
                    <a:pt x="115548" y="102173"/>
                  </a:lnTo>
                  <a:lnTo>
                    <a:pt x="112729" y="102173"/>
                  </a:lnTo>
                  <a:lnTo>
                    <a:pt x="109911" y="102173"/>
                  </a:lnTo>
                  <a:lnTo>
                    <a:pt x="107093" y="102173"/>
                  </a:lnTo>
                  <a:lnTo>
                    <a:pt x="104275" y="102173"/>
                  </a:lnTo>
                  <a:lnTo>
                    <a:pt x="101456" y="102173"/>
                  </a:lnTo>
                  <a:lnTo>
                    <a:pt x="98638" y="102173"/>
                  </a:lnTo>
                  <a:lnTo>
                    <a:pt x="95820" y="102173"/>
                  </a:lnTo>
                  <a:lnTo>
                    <a:pt x="93002" y="102173"/>
                  </a:lnTo>
                  <a:lnTo>
                    <a:pt x="90183" y="102173"/>
                  </a:lnTo>
                  <a:lnTo>
                    <a:pt x="87365" y="102173"/>
                  </a:lnTo>
                  <a:lnTo>
                    <a:pt x="84547" y="102173"/>
                  </a:lnTo>
                  <a:lnTo>
                    <a:pt x="81729" y="102173"/>
                  </a:lnTo>
                  <a:lnTo>
                    <a:pt x="78910" y="102173"/>
                  </a:lnTo>
                  <a:lnTo>
                    <a:pt x="76092" y="102173"/>
                  </a:lnTo>
                  <a:lnTo>
                    <a:pt x="73274" y="102173"/>
                  </a:lnTo>
                  <a:lnTo>
                    <a:pt x="70456" y="102173"/>
                  </a:lnTo>
                  <a:lnTo>
                    <a:pt x="67637" y="102173"/>
                  </a:lnTo>
                  <a:lnTo>
                    <a:pt x="64819" y="102173"/>
                  </a:lnTo>
                  <a:lnTo>
                    <a:pt x="62001" y="102173"/>
                  </a:lnTo>
                  <a:lnTo>
                    <a:pt x="59183" y="102173"/>
                  </a:lnTo>
                  <a:lnTo>
                    <a:pt x="56364" y="102173"/>
                  </a:lnTo>
                  <a:lnTo>
                    <a:pt x="53546" y="102173"/>
                  </a:lnTo>
                  <a:lnTo>
                    <a:pt x="50728" y="102173"/>
                  </a:lnTo>
                  <a:lnTo>
                    <a:pt x="47910" y="102173"/>
                  </a:lnTo>
                  <a:lnTo>
                    <a:pt x="45091" y="102173"/>
                  </a:lnTo>
                  <a:lnTo>
                    <a:pt x="42273" y="102173"/>
                  </a:lnTo>
                  <a:lnTo>
                    <a:pt x="39455" y="102173"/>
                  </a:lnTo>
                  <a:lnTo>
                    <a:pt x="36637" y="102173"/>
                  </a:lnTo>
                  <a:lnTo>
                    <a:pt x="33818" y="102173"/>
                  </a:lnTo>
                  <a:lnTo>
                    <a:pt x="31000" y="102173"/>
                  </a:lnTo>
                  <a:lnTo>
                    <a:pt x="28182" y="102173"/>
                  </a:lnTo>
                  <a:lnTo>
                    <a:pt x="25364" y="102173"/>
                  </a:lnTo>
                  <a:lnTo>
                    <a:pt x="22545" y="102173"/>
                  </a:lnTo>
                  <a:lnTo>
                    <a:pt x="19727" y="102173"/>
                  </a:lnTo>
                  <a:lnTo>
                    <a:pt x="16909" y="102173"/>
                  </a:lnTo>
                  <a:lnTo>
                    <a:pt x="14091" y="102173"/>
                  </a:lnTo>
                  <a:lnTo>
                    <a:pt x="11272" y="102173"/>
                  </a:lnTo>
                  <a:lnTo>
                    <a:pt x="8454" y="102173"/>
                  </a:lnTo>
                  <a:lnTo>
                    <a:pt x="5636" y="102173"/>
                  </a:lnTo>
                  <a:lnTo>
                    <a:pt x="2818" y="102173"/>
                  </a:lnTo>
                  <a:lnTo>
                    <a:pt x="0" y="102173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26" name="pg325"/>
            <p:cNvSpPr/>
            <p:nvPr/>
          </p:nvSpPr>
          <p:spPr>
            <a:xfrm>
              <a:off x="5146965" y="4000705"/>
              <a:ext cx="1441893" cy="102173"/>
            </a:xfrm>
            <a:custGeom>
              <a:avLst/>
              <a:pathLst>
                <a:path w="1441893" h="102173">
                  <a:moveTo>
                    <a:pt x="0" y="0"/>
                  </a:moveTo>
                  <a:lnTo>
                    <a:pt x="2883" y="0"/>
                  </a:lnTo>
                  <a:lnTo>
                    <a:pt x="5767" y="0"/>
                  </a:lnTo>
                  <a:lnTo>
                    <a:pt x="8651" y="0"/>
                  </a:lnTo>
                  <a:lnTo>
                    <a:pt x="11535" y="0"/>
                  </a:lnTo>
                  <a:lnTo>
                    <a:pt x="14418" y="0"/>
                  </a:lnTo>
                  <a:lnTo>
                    <a:pt x="17302" y="0"/>
                  </a:lnTo>
                  <a:lnTo>
                    <a:pt x="20186" y="0"/>
                  </a:lnTo>
                  <a:lnTo>
                    <a:pt x="23070" y="0"/>
                  </a:lnTo>
                  <a:lnTo>
                    <a:pt x="25954" y="0"/>
                  </a:lnTo>
                  <a:lnTo>
                    <a:pt x="28837" y="0"/>
                  </a:lnTo>
                  <a:lnTo>
                    <a:pt x="31721" y="0"/>
                  </a:lnTo>
                  <a:lnTo>
                    <a:pt x="34605" y="0"/>
                  </a:lnTo>
                  <a:lnTo>
                    <a:pt x="37489" y="0"/>
                  </a:lnTo>
                  <a:lnTo>
                    <a:pt x="40373" y="0"/>
                  </a:lnTo>
                  <a:lnTo>
                    <a:pt x="43256" y="0"/>
                  </a:lnTo>
                  <a:lnTo>
                    <a:pt x="46140" y="0"/>
                  </a:lnTo>
                  <a:lnTo>
                    <a:pt x="49024" y="0"/>
                  </a:lnTo>
                  <a:lnTo>
                    <a:pt x="51908" y="0"/>
                  </a:lnTo>
                  <a:lnTo>
                    <a:pt x="54791" y="0"/>
                  </a:lnTo>
                  <a:lnTo>
                    <a:pt x="57675" y="0"/>
                  </a:lnTo>
                  <a:lnTo>
                    <a:pt x="60559" y="0"/>
                  </a:lnTo>
                  <a:lnTo>
                    <a:pt x="63443" y="0"/>
                  </a:lnTo>
                  <a:lnTo>
                    <a:pt x="66327" y="0"/>
                  </a:lnTo>
                  <a:lnTo>
                    <a:pt x="69210" y="0"/>
                  </a:lnTo>
                  <a:lnTo>
                    <a:pt x="72094" y="0"/>
                  </a:lnTo>
                  <a:lnTo>
                    <a:pt x="74978" y="0"/>
                  </a:lnTo>
                  <a:lnTo>
                    <a:pt x="77862" y="0"/>
                  </a:lnTo>
                  <a:lnTo>
                    <a:pt x="80746" y="0"/>
                  </a:lnTo>
                  <a:lnTo>
                    <a:pt x="83629" y="0"/>
                  </a:lnTo>
                  <a:lnTo>
                    <a:pt x="86513" y="0"/>
                  </a:lnTo>
                  <a:lnTo>
                    <a:pt x="89397" y="0"/>
                  </a:lnTo>
                  <a:lnTo>
                    <a:pt x="92281" y="0"/>
                  </a:lnTo>
                  <a:lnTo>
                    <a:pt x="95164" y="0"/>
                  </a:lnTo>
                  <a:lnTo>
                    <a:pt x="98048" y="0"/>
                  </a:lnTo>
                  <a:lnTo>
                    <a:pt x="100932" y="0"/>
                  </a:lnTo>
                  <a:lnTo>
                    <a:pt x="103816" y="0"/>
                  </a:lnTo>
                  <a:lnTo>
                    <a:pt x="106700" y="0"/>
                  </a:lnTo>
                  <a:lnTo>
                    <a:pt x="109583" y="0"/>
                  </a:lnTo>
                  <a:lnTo>
                    <a:pt x="112467" y="0"/>
                  </a:lnTo>
                  <a:lnTo>
                    <a:pt x="115351" y="0"/>
                  </a:lnTo>
                  <a:lnTo>
                    <a:pt x="118235" y="0"/>
                  </a:lnTo>
                  <a:lnTo>
                    <a:pt x="121119" y="0"/>
                  </a:lnTo>
                  <a:lnTo>
                    <a:pt x="124002" y="0"/>
                  </a:lnTo>
                  <a:lnTo>
                    <a:pt x="126886" y="0"/>
                  </a:lnTo>
                  <a:lnTo>
                    <a:pt x="129770" y="0"/>
                  </a:lnTo>
                  <a:lnTo>
                    <a:pt x="132654" y="0"/>
                  </a:lnTo>
                  <a:lnTo>
                    <a:pt x="135537" y="0"/>
                  </a:lnTo>
                  <a:lnTo>
                    <a:pt x="138421" y="0"/>
                  </a:lnTo>
                  <a:lnTo>
                    <a:pt x="141305" y="0"/>
                  </a:lnTo>
                  <a:lnTo>
                    <a:pt x="144189" y="0"/>
                  </a:lnTo>
                  <a:lnTo>
                    <a:pt x="147073" y="0"/>
                  </a:lnTo>
                  <a:lnTo>
                    <a:pt x="149956" y="0"/>
                  </a:lnTo>
                  <a:lnTo>
                    <a:pt x="152840" y="0"/>
                  </a:lnTo>
                  <a:lnTo>
                    <a:pt x="155724" y="0"/>
                  </a:lnTo>
                  <a:lnTo>
                    <a:pt x="158608" y="0"/>
                  </a:lnTo>
                  <a:lnTo>
                    <a:pt x="161492" y="0"/>
                  </a:lnTo>
                  <a:lnTo>
                    <a:pt x="164375" y="0"/>
                  </a:lnTo>
                  <a:lnTo>
                    <a:pt x="167259" y="0"/>
                  </a:lnTo>
                  <a:lnTo>
                    <a:pt x="170143" y="0"/>
                  </a:lnTo>
                  <a:lnTo>
                    <a:pt x="173027" y="0"/>
                  </a:lnTo>
                  <a:lnTo>
                    <a:pt x="175910" y="0"/>
                  </a:lnTo>
                  <a:lnTo>
                    <a:pt x="178794" y="0"/>
                  </a:lnTo>
                  <a:lnTo>
                    <a:pt x="181678" y="0"/>
                  </a:lnTo>
                  <a:lnTo>
                    <a:pt x="184562" y="0"/>
                  </a:lnTo>
                  <a:lnTo>
                    <a:pt x="187446" y="0"/>
                  </a:lnTo>
                  <a:lnTo>
                    <a:pt x="190329" y="0"/>
                  </a:lnTo>
                  <a:lnTo>
                    <a:pt x="193213" y="0"/>
                  </a:lnTo>
                  <a:lnTo>
                    <a:pt x="196097" y="0"/>
                  </a:lnTo>
                  <a:lnTo>
                    <a:pt x="198981" y="0"/>
                  </a:lnTo>
                  <a:lnTo>
                    <a:pt x="201865" y="0"/>
                  </a:lnTo>
                  <a:lnTo>
                    <a:pt x="204748" y="0"/>
                  </a:lnTo>
                  <a:lnTo>
                    <a:pt x="207632" y="0"/>
                  </a:lnTo>
                  <a:lnTo>
                    <a:pt x="210516" y="0"/>
                  </a:lnTo>
                  <a:lnTo>
                    <a:pt x="213400" y="0"/>
                  </a:lnTo>
                  <a:lnTo>
                    <a:pt x="216283" y="0"/>
                  </a:lnTo>
                  <a:lnTo>
                    <a:pt x="219167" y="0"/>
                  </a:lnTo>
                  <a:lnTo>
                    <a:pt x="222051" y="0"/>
                  </a:lnTo>
                  <a:lnTo>
                    <a:pt x="224935" y="0"/>
                  </a:lnTo>
                  <a:lnTo>
                    <a:pt x="227819" y="0"/>
                  </a:lnTo>
                  <a:lnTo>
                    <a:pt x="230702" y="0"/>
                  </a:lnTo>
                  <a:lnTo>
                    <a:pt x="233586" y="0"/>
                  </a:lnTo>
                  <a:lnTo>
                    <a:pt x="236470" y="0"/>
                  </a:lnTo>
                  <a:lnTo>
                    <a:pt x="239354" y="0"/>
                  </a:lnTo>
                  <a:lnTo>
                    <a:pt x="242238" y="0"/>
                  </a:lnTo>
                  <a:lnTo>
                    <a:pt x="245121" y="0"/>
                  </a:lnTo>
                  <a:lnTo>
                    <a:pt x="248005" y="0"/>
                  </a:lnTo>
                  <a:lnTo>
                    <a:pt x="250889" y="0"/>
                  </a:lnTo>
                  <a:lnTo>
                    <a:pt x="253773" y="0"/>
                  </a:lnTo>
                  <a:lnTo>
                    <a:pt x="256656" y="0"/>
                  </a:lnTo>
                  <a:lnTo>
                    <a:pt x="259540" y="0"/>
                  </a:lnTo>
                  <a:lnTo>
                    <a:pt x="262424" y="0"/>
                  </a:lnTo>
                  <a:lnTo>
                    <a:pt x="265308" y="0"/>
                  </a:lnTo>
                  <a:lnTo>
                    <a:pt x="268192" y="0"/>
                  </a:lnTo>
                  <a:lnTo>
                    <a:pt x="271075" y="0"/>
                  </a:lnTo>
                  <a:lnTo>
                    <a:pt x="273959" y="0"/>
                  </a:lnTo>
                  <a:lnTo>
                    <a:pt x="276843" y="0"/>
                  </a:lnTo>
                  <a:lnTo>
                    <a:pt x="279727" y="0"/>
                  </a:lnTo>
                  <a:lnTo>
                    <a:pt x="282611" y="0"/>
                  </a:lnTo>
                  <a:lnTo>
                    <a:pt x="285494" y="0"/>
                  </a:lnTo>
                  <a:lnTo>
                    <a:pt x="288378" y="0"/>
                  </a:lnTo>
                  <a:lnTo>
                    <a:pt x="291262" y="0"/>
                  </a:lnTo>
                  <a:lnTo>
                    <a:pt x="294146" y="0"/>
                  </a:lnTo>
                  <a:lnTo>
                    <a:pt x="297029" y="0"/>
                  </a:lnTo>
                  <a:lnTo>
                    <a:pt x="299913" y="0"/>
                  </a:lnTo>
                  <a:lnTo>
                    <a:pt x="302797" y="0"/>
                  </a:lnTo>
                  <a:lnTo>
                    <a:pt x="305681" y="0"/>
                  </a:lnTo>
                  <a:lnTo>
                    <a:pt x="308565" y="0"/>
                  </a:lnTo>
                  <a:lnTo>
                    <a:pt x="311448" y="0"/>
                  </a:lnTo>
                  <a:lnTo>
                    <a:pt x="314332" y="0"/>
                  </a:lnTo>
                  <a:lnTo>
                    <a:pt x="317216" y="0"/>
                  </a:lnTo>
                  <a:lnTo>
                    <a:pt x="320100" y="0"/>
                  </a:lnTo>
                  <a:lnTo>
                    <a:pt x="322984" y="0"/>
                  </a:lnTo>
                  <a:lnTo>
                    <a:pt x="325867" y="0"/>
                  </a:lnTo>
                  <a:lnTo>
                    <a:pt x="328751" y="0"/>
                  </a:lnTo>
                  <a:lnTo>
                    <a:pt x="331635" y="0"/>
                  </a:lnTo>
                  <a:lnTo>
                    <a:pt x="334519" y="0"/>
                  </a:lnTo>
                  <a:lnTo>
                    <a:pt x="337402" y="0"/>
                  </a:lnTo>
                  <a:lnTo>
                    <a:pt x="340286" y="0"/>
                  </a:lnTo>
                  <a:lnTo>
                    <a:pt x="343170" y="0"/>
                  </a:lnTo>
                  <a:lnTo>
                    <a:pt x="346054" y="0"/>
                  </a:lnTo>
                  <a:lnTo>
                    <a:pt x="348938" y="0"/>
                  </a:lnTo>
                  <a:lnTo>
                    <a:pt x="351821" y="0"/>
                  </a:lnTo>
                  <a:lnTo>
                    <a:pt x="354705" y="0"/>
                  </a:lnTo>
                  <a:lnTo>
                    <a:pt x="357589" y="0"/>
                  </a:lnTo>
                  <a:lnTo>
                    <a:pt x="360473" y="0"/>
                  </a:lnTo>
                  <a:lnTo>
                    <a:pt x="363357" y="0"/>
                  </a:lnTo>
                  <a:lnTo>
                    <a:pt x="366240" y="0"/>
                  </a:lnTo>
                  <a:lnTo>
                    <a:pt x="369124" y="0"/>
                  </a:lnTo>
                  <a:lnTo>
                    <a:pt x="372008" y="0"/>
                  </a:lnTo>
                  <a:lnTo>
                    <a:pt x="374892" y="0"/>
                  </a:lnTo>
                  <a:lnTo>
                    <a:pt x="377775" y="0"/>
                  </a:lnTo>
                  <a:lnTo>
                    <a:pt x="380659" y="0"/>
                  </a:lnTo>
                  <a:lnTo>
                    <a:pt x="383543" y="0"/>
                  </a:lnTo>
                  <a:lnTo>
                    <a:pt x="386427" y="0"/>
                  </a:lnTo>
                  <a:lnTo>
                    <a:pt x="389311" y="0"/>
                  </a:lnTo>
                  <a:lnTo>
                    <a:pt x="392194" y="0"/>
                  </a:lnTo>
                  <a:lnTo>
                    <a:pt x="395078" y="0"/>
                  </a:lnTo>
                  <a:lnTo>
                    <a:pt x="397962" y="0"/>
                  </a:lnTo>
                  <a:lnTo>
                    <a:pt x="400846" y="0"/>
                  </a:lnTo>
                  <a:lnTo>
                    <a:pt x="403730" y="0"/>
                  </a:lnTo>
                  <a:lnTo>
                    <a:pt x="406613" y="0"/>
                  </a:lnTo>
                  <a:lnTo>
                    <a:pt x="409497" y="0"/>
                  </a:lnTo>
                  <a:lnTo>
                    <a:pt x="412381" y="0"/>
                  </a:lnTo>
                  <a:lnTo>
                    <a:pt x="415265" y="0"/>
                  </a:lnTo>
                  <a:lnTo>
                    <a:pt x="418148" y="0"/>
                  </a:lnTo>
                  <a:lnTo>
                    <a:pt x="421032" y="0"/>
                  </a:lnTo>
                  <a:lnTo>
                    <a:pt x="423916" y="0"/>
                  </a:lnTo>
                  <a:lnTo>
                    <a:pt x="426800" y="0"/>
                  </a:lnTo>
                  <a:lnTo>
                    <a:pt x="429684" y="0"/>
                  </a:lnTo>
                  <a:lnTo>
                    <a:pt x="432567" y="0"/>
                  </a:lnTo>
                  <a:lnTo>
                    <a:pt x="435451" y="0"/>
                  </a:lnTo>
                  <a:lnTo>
                    <a:pt x="438335" y="0"/>
                  </a:lnTo>
                  <a:lnTo>
                    <a:pt x="441219" y="0"/>
                  </a:lnTo>
                  <a:lnTo>
                    <a:pt x="444103" y="0"/>
                  </a:lnTo>
                  <a:lnTo>
                    <a:pt x="446986" y="0"/>
                  </a:lnTo>
                  <a:lnTo>
                    <a:pt x="449870" y="0"/>
                  </a:lnTo>
                  <a:lnTo>
                    <a:pt x="452754" y="0"/>
                  </a:lnTo>
                  <a:lnTo>
                    <a:pt x="455638" y="0"/>
                  </a:lnTo>
                  <a:lnTo>
                    <a:pt x="458521" y="0"/>
                  </a:lnTo>
                  <a:lnTo>
                    <a:pt x="461405" y="0"/>
                  </a:lnTo>
                  <a:lnTo>
                    <a:pt x="464289" y="0"/>
                  </a:lnTo>
                  <a:lnTo>
                    <a:pt x="467173" y="0"/>
                  </a:lnTo>
                  <a:lnTo>
                    <a:pt x="470057" y="0"/>
                  </a:lnTo>
                  <a:lnTo>
                    <a:pt x="472940" y="0"/>
                  </a:lnTo>
                  <a:lnTo>
                    <a:pt x="475824" y="0"/>
                  </a:lnTo>
                  <a:lnTo>
                    <a:pt x="478708" y="0"/>
                  </a:lnTo>
                  <a:lnTo>
                    <a:pt x="481592" y="0"/>
                  </a:lnTo>
                  <a:lnTo>
                    <a:pt x="484476" y="0"/>
                  </a:lnTo>
                  <a:lnTo>
                    <a:pt x="487359" y="0"/>
                  </a:lnTo>
                  <a:lnTo>
                    <a:pt x="490243" y="0"/>
                  </a:lnTo>
                  <a:lnTo>
                    <a:pt x="493127" y="0"/>
                  </a:lnTo>
                  <a:lnTo>
                    <a:pt x="496011" y="0"/>
                  </a:lnTo>
                  <a:lnTo>
                    <a:pt x="498894" y="0"/>
                  </a:lnTo>
                  <a:lnTo>
                    <a:pt x="501778" y="0"/>
                  </a:lnTo>
                  <a:lnTo>
                    <a:pt x="504662" y="0"/>
                  </a:lnTo>
                  <a:lnTo>
                    <a:pt x="507546" y="0"/>
                  </a:lnTo>
                  <a:lnTo>
                    <a:pt x="510430" y="0"/>
                  </a:lnTo>
                  <a:lnTo>
                    <a:pt x="513313" y="0"/>
                  </a:lnTo>
                  <a:lnTo>
                    <a:pt x="516197" y="0"/>
                  </a:lnTo>
                  <a:lnTo>
                    <a:pt x="519081" y="0"/>
                  </a:lnTo>
                  <a:lnTo>
                    <a:pt x="521965" y="0"/>
                  </a:lnTo>
                  <a:lnTo>
                    <a:pt x="524849" y="0"/>
                  </a:lnTo>
                  <a:lnTo>
                    <a:pt x="527732" y="0"/>
                  </a:lnTo>
                  <a:lnTo>
                    <a:pt x="530616" y="0"/>
                  </a:lnTo>
                  <a:lnTo>
                    <a:pt x="533500" y="0"/>
                  </a:lnTo>
                  <a:lnTo>
                    <a:pt x="536384" y="0"/>
                  </a:lnTo>
                  <a:lnTo>
                    <a:pt x="539267" y="0"/>
                  </a:lnTo>
                  <a:lnTo>
                    <a:pt x="542151" y="0"/>
                  </a:lnTo>
                  <a:lnTo>
                    <a:pt x="545035" y="0"/>
                  </a:lnTo>
                  <a:lnTo>
                    <a:pt x="547919" y="0"/>
                  </a:lnTo>
                  <a:lnTo>
                    <a:pt x="550803" y="0"/>
                  </a:lnTo>
                  <a:lnTo>
                    <a:pt x="553686" y="0"/>
                  </a:lnTo>
                  <a:lnTo>
                    <a:pt x="556570" y="0"/>
                  </a:lnTo>
                  <a:lnTo>
                    <a:pt x="559454" y="0"/>
                  </a:lnTo>
                  <a:lnTo>
                    <a:pt x="562338" y="0"/>
                  </a:lnTo>
                  <a:lnTo>
                    <a:pt x="565222" y="0"/>
                  </a:lnTo>
                  <a:lnTo>
                    <a:pt x="568105" y="0"/>
                  </a:lnTo>
                  <a:lnTo>
                    <a:pt x="570989" y="0"/>
                  </a:lnTo>
                  <a:lnTo>
                    <a:pt x="573873" y="0"/>
                  </a:lnTo>
                  <a:lnTo>
                    <a:pt x="576757" y="0"/>
                  </a:lnTo>
                  <a:lnTo>
                    <a:pt x="579640" y="0"/>
                  </a:lnTo>
                  <a:lnTo>
                    <a:pt x="582524" y="0"/>
                  </a:lnTo>
                  <a:lnTo>
                    <a:pt x="585408" y="0"/>
                  </a:lnTo>
                  <a:lnTo>
                    <a:pt x="588292" y="0"/>
                  </a:lnTo>
                  <a:lnTo>
                    <a:pt x="591176" y="0"/>
                  </a:lnTo>
                  <a:lnTo>
                    <a:pt x="594059" y="0"/>
                  </a:lnTo>
                  <a:lnTo>
                    <a:pt x="596943" y="0"/>
                  </a:lnTo>
                  <a:lnTo>
                    <a:pt x="599827" y="0"/>
                  </a:lnTo>
                  <a:lnTo>
                    <a:pt x="602711" y="0"/>
                  </a:lnTo>
                  <a:lnTo>
                    <a:pt x="605595" y="0"/>
                  </a:lnTo>
                  <a:lnTo>
                    <a:pt x="608478" y="0"/>
                  </a:lnTo>
                  <a:lnTo>
                    <a:pt x="611362" y="0"/>
                  </a:lnTo>
                  <a:lnTo>
                    <a:pt x="614246" y="0"/>
                  </a:lnTo>
                  <a:lnTo>
                    <a:pt x="617130" y="0"/>
                  </a:lnTo>
                  <a:lnTo>
                    <a:pt x="620013" y="0"/>
                  </a:lnTo>
                  <a:lnTo>
                    <a:pt x="622897" y="0"/>
                  </a:lnTo>
                  <a:lnTo>
                    <a:pt x="625781" y="0"/>
                  </a:lnTo>
                  <a:lnTo>
                    <a:pt x="628665" y="0"/>
                  </a:lnTo>
                  <a:lnTo>
                    <a:pt x="631549" y="0"/>
                  </a:lnTo>
                  <a:lnTo>
                    <a:pt x="634432" y="0"/>
                  </a:lnTo>
                  <a:lnTo>
                    <a:pt x="637316" y="0"/>
                  </a:lnTo>
                  <a:lnTo>
                    <a:pt x="640200" y="0"/>
                  </a:lnTo>
                  <a:lnTo>
                    <a:pt x="643084" y="0"/>
                  </a:lnTo>
                  <a:lnTo>
                    <a:pt x="645968" y="0"/>
                  </a:lnTo>
                  <a:lnTo>
                    <a:pt x="648851" y="0"/>
                  </a:lnTo>
                  <a:lnTo>
                    <a:pt x="651735" y="0"/>
                  </a:lnTo>
                  <a:lnTo>
                    <a:pt x="654619" y="0"/>
                  </a:lnTo>
                  <a:lnTo>
                    <a:pt x="657503" y="0"/>
                  </a:lnTo>
                  <a:lnTo>
                    <a:pt x="660387" y="0"/>
                  </a:lnTo>
                  <a:lnTo>
                    <a:pt x="663270" y="0"/>
                  </a:lnTo>
                  <a:lnTo>
                    <a:pt x="666154" y="0"/>
                  </a:lnTo>
                  <a:lnTo>
                    <a:pt x="669038" y="0"/>
                  </a:lnTo>
                  <a:lnTo>
                    <a:pt x="671922" y="0"/>
                  </a:lnTo>
                  <a:lnTo>
                    <a:pt x="674805" y="0"/>
                  </a:lnTo>
                  <a:lnTo>
                    <a:pt x="677689" y="0"/>
                  </a:lnTo>
                  <a:lnTo>
                    <a:pt x="680573" y="0"/>
                  </a:lnTo>
                  <a:lnTo>
                    <a:pt x="683457" y="0"/>
                  </a:lnTo>
                  <a:lnTo>
                    <a:pt x="686341" y="0"/>
                  </a:lnTo>
                  <a:lnTo>
                    <a:pt x="689224" y="0"/>
                  </a:lnTo>
                  <a:lnTo>
                    <a:pt x="692108" y="0"/>
                  </a:lnTo>
                  <a:lnTo>
                    <a:pt x="694992" y="0"/>
                  </a:lnTo>
                  <a:lnTo>
                    <a:pt x="697876" y="0"/>
                  </a:lnTo>
                  <a:lnTo>
                    <a:pt x="700760" y="0"/>
                  </a:lnTo>
                  <a:lnTo>
                    <a:pt x="703643" y="0"/>
                  </a:lnTo>
                  <a:lnTo>
                    <a:pt x="706527" y="0"/>
                  </a:lnTo>
                  <a:lnTo>
                    <a:pt x="709411" y="0"/>
                  </a:lnTo>
                  <a:lnTo>
                    <a:pt x="712295" y="0"/>
                  </a:lnTo>
                  <a:lnTo>
                    <a:pt x="715178" y="0"/>
                  </a:lnTo>
                  <a:lnTo>
                    <a:pt x="718062" y="0"/>
                  </a:lnTo>
                  <a:lnTo>
                    <a:pt x="720946" y="0"/>
                  </a:lnTo>
                  <a:lnTo>
                    <a:pt x="723830" y="0"/>
                  </a:lnTo>
                  <a:lnTo>
                    <a:pt x="726714" y="0"/>
                  </a:lnTo>
                  <a:lnTo>
                    <a:pt x="729597" y="0"/>
                  </a:lnTo>
                  <a:lnTo>
                    <a:pt x="732481" y="0"/>
                  </a:lnTo>
                  <a:lnTo>
                    <a:pt x="735365" y="0"/>
                  </a:lnTo>
                  <a:lnTo>
                    <a:pt x="738249" y="0"/>
                  </a:lnTo>
                  <a:lnTo>
                    <a:pt x="741133" y="0"/>
                  </a:lnTo>
                  <a:lnTo>
                    <a:pt x="744016" y="0"/>
                  </a:lnTo>
                  <a:lnTo>
                    <a:pt x="746900" y="0"/>
                  </a:lnTo>
                  <a:lnTo>
                    <a:pt x="749784" y="0"/>
                  </a:lnTo>
                  <a:lnTo>
                    <a:pt x="752668" y="0"/>
                  </a:lnTo>
                  <a:lnTo>
                    <a:pt x="755551" y="0"/>
                  </a:lnTo>
                  <a:lnTo>
                    <a:pt x="758435" y="0"/>
                  </a:lnTo>
                  <a:lnTo>
                    <a:pt x="761319" y="0"/>
                  </a:lnTo>
                  <a:lnTo>
                    <a:pt x="764203" y="0"/>
                  </a:lnTo>
                  <a:lnTo>
                    <a:pt x="767087" y="0"/>
                  </a:lnTo>
                  <a:lnTo>
                    <a:pt x="769970" y="0"/>
                  </a:lnTo>
                  <a:lnTo>
                    <a:pt x="772854" y="0"/>
                  </a:lnTo>
                  <a:lnTo>
                    <a:pt x="775738" y="0"/>
                  </a:lnTo>
                  <a:lnTo>
                    <a:pt x="778622" y="0"/>
                  </a:lnTo>
                  <a:lnTo>
                    <a:pt x="781506" y="0"/>
                  </a:lnTo>
                  <a:lnTo>
                    <a:pt x="784389" y="0"/>
                  </a:lnTo>
                  <a:lnTo>
                    <a:pt x="787273" y="0"/>
                  </a:lnTo>
                  <a:lnTo>
                    <a:pt x="790157" y="0"/>
                  </a:lnTo>
                  <a:lnTo>
                    <a:pt x="793041" y="0"/>
                  </a:lnTo>
                  <a:lnTo>
                    <a:pt x="795924" y="0"/>
                  </a:lnTo>
                  <a:lnTo>
                    <a:pt x="798808" y="0"/>
                  </a:lnTo>
                  <a:lnTo>
                    <a:pt x="801692" y="0"/>
                  </a:lnTo>
                  <a:lnTo>
                    <a:pt x="804576" y="0"/>
                  </a:lnTo>
                  <a:lnTo>
                    <a:pt x="807460" y="0"/>
                  </a:lnTo>
                  <a:lnTo>
                    <a:pt x="810343" y="0"/>
                  </a:lnTo>
                  <a:lnTo>
                    <a:pt x="813227" y="0"/>
                  </a:lnTo>
                  <a:lnTo>
                    <a:pt x="816111" y="0"/>
                  </a:lnTo>
                  <a:lnTo>
                    <a:pt x="818995" y="0"/>
                  </a:lnTo>
                  <a:lnTo>
                    <a:pt x="821879" y="0"/>
                  </a:lnTo>
                  <a:lnTo>
                    <a:pt x="824762" y="0"/>
                  </a:lnTo>
                  <a:lnTo>
                    <a:pt x="827646" y="0"/>
                  </a:lnTo>
                  <a:lnTo>
                    <a:pt x="830530" y="0"/>
                  </a:lnTo>
                  <a:lnTo>
                    <a:pt x="833414" y="0"/>
                  </a:lnTo>
                  <a:lnTo>
                    <a:pt x="836297" y="0"/>
                  </a:lnTo>
                  <a:lnTo>
                    <a:pt x="839181" y="0"/>
                  </a:lnTo>
                  <a:lnTo>
                    <a:pt x="842065" y="0"/>
                  </a:lnTo>
                  <a:lnTo>
                    <a:pt x="844949" y="0"/>
                  </a:lnTo>
                  <a:lnTo>
                    <a:pt x="847833" y="0"/>
                  </a:lnTo>
                  <a:lnTo>
                    <a:pt x="850716" y="0"/>
                  </a:lnTo>
                  <a:lnTo>
                    <a:pt x="853600" y="0"/>
                  </a:lnTo>
                  <a:lnTo>
                    <a:pt x="856484" y="0"/>
                  </a:lnTo>
                  <a:lnTo>
                    <a:pt x="859368" y="0"/>
                  </a:lnTo>
                  <a:lnTo>
                    <a:pt x="862252" y="0"/>
                  </a:lnTo>
                  <a:lnTo>
                    <a:pt x="865135" y="0"/>
                  </a:lnTo>
                  <a:lnTo>
                    <a:pt x="868019" y="0"/>
                  </a:lnTo>
                  <a:lnTo>
                    <a:pt x="870903" y="0"/>
                  </a:lnTo>
                  <a:lnTo>
                    <a:pt x="873787" y="0"/>
                  </a:lnTo>
                  <a:lnTo>
                    <a:pt x="876670" y="0"/>
                  </a:lnTo>
                  <a:lnTo>
                    <a:pt x="879554" y="0"/>
                  </a:lnTo>
                  <a:lnTo>
                    <a:pt x="882438" y="0"/>
                  </a:lnTo>
                  <a:lnTo>
                    <a:pt x="885322" y="0"/>
                  </a:lnTo>
                  <a:lnTo>
                    <a:pt x="888206" y="0"/>
                  </a:lnTo>
                  <a:lnTo>
                    <a:pt x="891089" y="0"/>
                  </a:lnTo>
                  <a:lnTo>
                    <a:pt x="893973" y="0"/>
                  </a:lnTo>
                  <a:lnTo>
                    <a:pt x="896857" y="0"/>
                  </a:lnTo>
                  <a:lnTo>
                    <a:pt x="899741" y="0"/>
                  </a:lnTo>
                  <a:lnTo>
                    <a:pt x="902625" y="0"/>
                  </a:lnTo>
                  <a:lnTo>
                    <a:pt x="905508" y="0"/>
                  </a:lnTo>
                  <a:lnTo>
                    <a:pt x="908392" y="0"/>
                  </a:lnTo>
                  <a:lnTo>
                    <a:pt x="911276" y="0"/>
                  </a:lnTo>
                  <a:lnTo>
                    <a:pt x="914160" y="0"/>
                  </a:lnTo>
                  <a:lnTo>
                    <a:pt x="917043" y="0"/>
                  </a:lnTo>
                  <a:lnTo>
                    <a:pt x="919927" y="0"/>
                  </a:lnTo>
                  <a:lnTo>
                    <a:pt x="922811" y="0"/>
                  </a:lnTo>
                  <a:lnTo>
                    <a:pt x="925695" y="0"/>
                  </a:lnTo>
                  <a:lnTo>
                    <a:pt x="928579" y="0"/>
                  </a:lnTo>
                  <a:lnTo>
                    <a:pt x="931462" y="0"/>
                  </a:lnTo>
                  <a:lnTo>
                    <a:pt x="934346" y="0"/>
                  </a:lnTo>
                  <a:lnTo>
                    <a:pt x="937230" y="0"/>
                  </a:lnTo>
                  <a:lnTo>
                    <a:pt x="940114" y="0"/>
                  </a:lnTo>
                  <a:lnTo>
                    <a:pt x="942998" y="0"/>
                  </a:lnTo>
                  <a:lnTo>
                    <a:pt x="945881" y="0"/>
                  </a:lnTo>
                  <a:lnTo>
                    <a:pt x="948765" y="0"/>
                  </a:lnTo>
                  <a:lnTo>
                    <a:pt x="951649" y="0"/>
                  </a:lnTo>
                  <a:lnTo>
                    <a:pt x="954533" y="0"/>
                  </a:lnTo>
                  <a:lnTo>
                    <a:pt x="957416" y="0"/>
                  </a:lnTo>
                  <a:lnTo>
                    <a:pt x="960300" y="0"/>
                  </a:lnTo>
                  <a:lnTo>
                    <a:pt x="963184" y="0"/>
                  </a:lnTo>
                  <a:lnTo>
                    <a:pt x="966068" y="0"/>
                  </a:lnTo>
                  <a:lnTo>
                    <a:pt x="968952" y="0"/>
                  </a:lnTo>
                  <a:lnTo>
                    <a:pt x="971835" y="0"/>
                  </a:lnTo>
                  <a:lnTo>
                    <a:pt x="974719" y="0"/>
                  </a:lnTo>
                  <a:lnTo>
                    <a:pt x="977603" y="0"/>
                  </a:lnTo>
                  <a:lnTo>
                    <a:pt x="980487" y="0"/>
                  </a:lnTo>
                  <a:lnTo>
                    <a:pt x="983371" y="0"/>
                  </a:lnTo>
                  <a:lnTo>
                    <a:pt x="986254" y="0"/>
                  </a:lnTo>
                  <a:lnTo>
                    <a:pt x="989138" y="0"/>
                  </a:lnTo>
                  <a:lnTo>
                    <a:pt x="992022" y="0"/>
                  </a:lnTo>
                  <a:lnTo>
                    <a:pt x="994906" y="0"/>
                  </a:lnTo>
                  <a:lnTo>
                    <a:pt x="997789" y="0"/>
                  </a:lnTo>
                  <a:lnTo>
                    <a:pt x="1000673" y="0"/>
                  </a:lnTo>
                  <a:lnTo>
                    <a:pt x="1003557" y="0"/>
                  </a:lnTo>
                  <a:lnTo>
                    <a:pt x="1006441" y="0"/>
                  </a:lnTo>
                  <a:lnTo>
                    <a:pt x="1009325" y="0"/>
                  </a:lnTo>
                  <a:lnTo>
                    <a:pt x="1012208" y="0"/>
                  </a:lnTo>
                  <a:lnTo>
                    <a:pt x="1015092" y="0"/>
                  </a:lnTo>
                  <a:lnTo>
                    <a:pt x="1017976" y="0"/>
                  </a:lnTo>
                  <a:lnTo>
                    <a:pt x="1020860" y="0"/>
                  </a:lnTo>
                  <a:lnTo>
                    <a:pt x="1023744" y="0"/>
                  </a:lnTo>
                  <a:lnTo>
                    <a:pt x="1026627" y="0"/>
                  </a:lnTo>
                  <a:lnTo>
                    <a:pt x="1029511" y="0"/>
                  </a:lnTo>
                  <a:lnTo>
                    <a:pt x="1032395" y="0"/>
                  </a:lnTo>
                  <a:lnTo>
                    <a:pt x="1035279" y="0"/>
                  </a:lnTo>
                  <a:lnTo>
                    <a:pt x="1038162" y="0"/>
                  </a:lnTo>
                  <a:lnTo>
                    <a:pt x="1041046" y="0"/>
                  </a:lnTo>
                  <a:lnTo>
                    <a:pt x="1043930" y="0"/>
                  </a:lnTo>
                  <a:lnTo>
                    <a:pt x="1046814" y="0"/>
                  </a:lnTo>
                  <a:lnTo>
                    <a:pt x="1049698" y="0"/>
                  </a:lnTo>
                  <a:lnTo>
                    <a:pt x="1052581" y="0"/>
                  </a:lnTo>
                  <a:lnTo>
                    <a:pt x="1055465" y="0"/>
                  </a:lnTo>
                  <a:lnTo>
                    <a:pt x="1058349" y="0"/>
                  </a:lnTo>
                  <a:lnTo>
                    <a:pt x="1061233" y="0"/>
                  </a:lnTo>
                  <a:lnTo>
                    <a:pt x="1064117" y="0"/>
                  </a:lnTo>
                  <a:lnTo>
                    <a:pt x="1067000" y="0"/>
                  </a:lnTo>
                  <a:lnTo>
                    <a:pt x="1069884" y="0"/>
                  </a:lnTo>
                  <a:lnTo>
                    <a:pt x="1072768" y="0"/>
                  </a:lnTo>
                  <a:lnTo>
                    <a:pt x="1075652" y="0"/>
                  </a:lnTo>
                  <a:lnTo>
                    <a:pt x="1078535" y="0"/>
                  </a:lnTo>
                  <a:lnTo>
                    <a:pt x="1081419" y="0"/>
                  </a:lnTo>
                  <a:lnTo>
                    <a:pt x="1084303" y="0"/>
                  </a:lnTo>
                  <a:lnTo>
                    <a:pt x="1087187" y="0"/>
                  </a:lnTo>
                  <a:lnTo>
                    <a:pt x="1090071" y="0"/>
                  </a:lnTo>
                  <a:lnTo>
                    <a:pt x="1092954" y="0"/>
                  </a:lnTo>
                  <a:lnTo>
                    <a:pt x="1095838" y="0"/>
                  </a:lnTo>
                  <a:lnTo>
                    <a:pt x="1098722" y="0"/>
                  </a:lnTo>
                  <a:lnTo>
                    <a:pt x="1101606" y="0"/>
                  </a:lnTo>
                  <a:lnTo>
                    <a:pt x="1104490" y="0"/>
                  </a:lnTo>
                  <a:lnTo>
                    <a:pt x="1107373" y="0"/>
                  </a:lnTo>
                  <a:lnTo>
                    <a:pt x="1110257" y="0"/>
                  </a:lnTo>
                  <a:lnTo>
                    <a:pt x="1113141" y="0"/>
                  </a:lnTo>
                  <a:lnTo>
                    <a:pt x="1116025" y="0"/>
                  </a:lnTo>
                  <a:lnTo>
                    <a:pt x="1118908" y="0"/>
                  </a:lnTo>
                  <a:lnTo>
                    <a:pt x="1121792" y="0"/>
                  </a:lnTo>
                  <a:lnTo>
                    <a:pt x="1124676" y="0"/>
                  </a:lnTo>
                  <a:lnTo>
                    <a:pt x="1127560" y="0"/>
                  </a:lnTo>
                  <a:lnTo>
                    <a:pt x="1130444" y="0"/>
                  </a:lnTo>
                  <a:lnTo>
                    <a:pt x="1133327" y="0"/>
                  </a:lnTo>
                  <a:lnTo>
                    <a:pt x="1136211" y="0"/>
                  </a:lnTo>
                  <a:lnTo>
                    <a:pt x="1139095" y="0"/>
                  </a:lnTo>
                  <a:lnTo>
                    <a:pt x="1141979" y="0"/>
                  </a:lnTo>
                  <a:lnTo>
                    <a:pt x="1144863" y="0"/>
                  </a:lnTo>
                  <a:lnTo>
                    <a:pt x="1147746" y="0"/>
                  </a:lnTo>
                  <a:lnTo>
                    <a:pt x="1150630" y="0"/>
                  </a:lnTo>
                  <a:lnTo>
                    <a:pt x="1153514" y="0"/>
                  </a:lnTo>
                  <a:lnTo>
                    <a:pt x="1156398" y="0"/>
                  </a:lnTo>
                  <a:lnTo>
                    <a:pt x="1159281" y="0"/>
                  </a:lnTo>
                  <a:lnTo>
                    <a:pt x="1162165" y="0"/>
                  </a:lnTo>
                  <a:lnTo>
                    <a:pt x="1165049" y="0"/>
                  </a:lnTo>
                  <a:lnTo>
                    <a:pt x="1167933" y="0"/>
                  </a:lnTo>
                  <a:lnTo>
                    <a:pt x="1170817" y="0"/>
                  </a:lnTo>
                  <a:lnTo>
                    <a:pt x="1173700" y="0"/>
                  </a:lnTo>
                  <a:lnTo>
                    <a:pt x="1176584" y="0"/>
                  </a:lnTo>
                  <a:lnTo>
                    <a:pt x="1179468" y="0"/>
                  </a:lnTo>
                  <a:lnTo>
                    <a:pt x="1182352" y="0"/>
                  </a:lnTo>
                  <a:lnTo>
                    <a:pt x="1185236" y="0"/>
                  </a:lnTo>
                  <a:lnTo>
                    <a:pt x="1188119" y="0"/>
                  </a:lnTo>
                  <a:lnTo>
                    <a:pt x="1191003" y="0"/>
                  </a:lnTo>
                  <a:lnTo>
                    <a:pt x="1193887" y="0"/>
                  </a:lnTo>
                  <a:lnTo>
                    <a:pt x="1196771" y="0"/>
                  </a:lnTo>
                  <a:lnTo>
                    <a:pt x="1199654" y="0"/>
                  </a:lnTo>
                  <a:lnTo>
                    <a:pt x="1202538" y="0"/>
                  </a:lnTo>
                  <a:lnTo>
                    <a:pt x="1205422" y="0"/>
                  </a:lnTo>
                  <a:lnTo>
                    <a:pt x="1208306" y="0"/>
                  </a:lnTo>
                  <a:lnTo>
                    <a:pt x="1211190" y="0"/>
                  </a:lnTo>
                  <a:lnTo>
                    <a:pt x="1214073" y="0"/>
                  </a:lnTo>
                  <a:lnTo>
                    <a:pt x="1216957" y="0"/>
                  </a:lnTo>
                  <a:lnTo>
                    <a:pt x="1219841" y="0"/>
                  </a:lnTo>
                  <a:lnTo>
                    <a:pt x="1222725" y="0"/>
                  </a:lnTo>
                  <a:lnTo>
                    <a:pt x="1225609" y="0"/>
                  </a:lnTo>
                  <a:lnTo>
                    <a:pt x="1228492" y="0"/>
                  </a:lnTo>
                  <a:lnTo>
                    <a:pt x="1231376" y="0"/>
                  </a:lnTo>
                  <a:lnTo>
                    <a:pt x="1234260" y="0"/>
                  </a:lnTo>
                  <a:lnTo>
                    <a:pt x="1237144" y="0"/>
                  </a:lnTo>
                  <a:lnTo>
                    <a:pt x="1240027" y="0"/>
                  </a:lnTo>
                  <a:lnTo>
                    <a:pt x="1242911" y="0"/>
                  </a:lnTo>
                  <a:lnTo>
                    <a:pt x="1245795" y="0"/>
                  </a:lnTo>
                  <a:lnTo>
                    <a:pt x="1248679" y="0"/>
                  </a:lnTo>
                  <a:lnTo>
                    <a:pt x="1251563" y="0"/>
                  </a:lnTo>
                  <a:lnTo>
                    <a:pt x="1254446" y="0"/>
                  </a:lnTo>
                  <a:lnTo>
                    <a:pt x="1257330" y="0"/>
                  </a:lnTo>
                  <a:lnTo>
                    <a:pt x="1260214" y="0"/>
                  </a:lnTo>
                  <a:lnTo>
                    <a:pt x="1263098" y="0"/>
                  </a:lnTo>
                  <a:lnTo>
                    <a:pt x="1265982" y="0"/>
                  </a:lnTo>
                  <a:lnTo>
                    <a:pt x="1268865" y="0"/>
                  </a:lnTo>
                  <a:lnTo>
                    <a:pt x="1271749" y="0"/>
                  </a:lnTo>
                  <a:lnTo>
                    <a:pt x="1274633" y="0"/>
                  </a:lnTo>
                  <a:lnTo>
                    <a:pt x="1277517" y="0"/>
                  </a:lnTo>
                  <a:lnTo>
                    <a:pt x="1280401" y="0"/>
                  </a:lnTo>
                  <a:lnTo>
                    <a:pt x="1283284" y="0"/>
                  </a:lnTo>
                  <a:lnTo>
                    <a:pt x="1286168" y="0"/>
                  </a:lnTo>
                  <a:lnTo>
                    <a:pt x="1289052" y="0"/>
                  </a:lnTo>
                  <a:lnTo>
                    <a:pt x="1291936" y="0"/>
                  </a:lnTo>
                  <a:lnTo>
                    <a:pt x="1294819" y="0"/>
                  </a:lnTo>
                  <a:lnTo>
                    <a:pt x="1297703" y="0"/>
                  </a:lnTo>
                  <a:lnTo>
                    <a:pt x="1300587" y="0"/>
                  </a:lnTo>
                  <a:lnTo>
                    <a:pt x="1303471" y="0"/>
                  </a:lnTo>
                  <a:lnTo>
                    <a:pt x="1306355" y="0"/>
                  </a:lnTo>
                  <a:lnTo>
                    <a:pt x="1309238" y="0"/>
                  </a:lnTo>
                  <a:lnTo>
                    <a:pt x="1312122" y="0"/>
                  </a:lnTo>
                  <a:lnTo>
                    <a:pt x="1315006" y="0"/>
                  </a:lnTo>
                  <a:lnTo>
                    <a:pt x="1317890" y="0"/>
                  </a:lnTo>
                  <a:lnTo>
                    <a:pt x="1320774" y="0"/>
                  </a:lnTo>
                  <a:lnTo>
                    <a:pt x="1323657" y="0"/>
                  </a:lnTo>
                  <a:lnTo>
                    <a:pt x="1326541" y="0"/>
                  </a:lnTo>
                  <a:lnTo>
                    <a:pt x="1329425" y="0"/>
                  </a:lnTo>
                  <a:lnTo>
                    <a:pt x="1332309" y="0"/>
                  </a:lnTo>
                  <a:lnTo>
                    <a:pt x="1335192" y="0"/>
                  </a:lnTo>
                  <a:lnTo>
                    <a:pt x="1338076" y="0"/>
                  </a:lnTo>
                  <a:lnTo>
                    <a:pt x="1340960" y="0"/>
                  </a:lnTo>
                  <a:lnTo>
                    <a:pt x="1343844" y="0"/>
                  </a:lnTo>
                  <a:lnTo>
                    <a:pt x="1346728" y="0"/>
                  </a:lnTo>
                  <a:lnTo>
                    <a:pt x="1349611" y="0"/>
                  </a:lnTo>
                  <a:lnTo>
                    <a:pt x="1352495" y="0"/>
                  </a:lnTo>
                  <a:lnTo>
                    <a:pt x="1355379" y="0"/>
                  </a:lnTo>
                  <a:lnTo>
                    <a:pt x="1358263" y="0"/>
                  </a:lnTo>
                  <a:lnTo>
                    <a:pt x="1361147" y="0"/>
                  </a:lnTo>
                  <a:lnTo>
                    <a:pt x="1364030" y="0"/>
                  </a:lnTo>
                  <a:lnTo>
                    <a:pt x="1366914" y="0"/>
                  </a:lnTo>
                  <a:lnTo>
                    <a:pt x="1369798" y="0"/>
                  </a:lnTo>
                  <a:lnTo>
                    <a:pt x="1372682" y="0"/>
                  </a:lnTo>
                  <a:lnTo>
                    <a:pt x="1375565" y="0"/>
                  </a:lnTo>
                  <a:lnTo>
                    <a:pt x="1378449" y="0"/>
                  </a:lnTo>
                  <a:lnTo>
                    <a:pt x="1381333" y="0"/>
                  </a:lnTo>
                  <a:lnTo>
                    <a:pt x="1384217" y="0"/>
                  </a:lnTo>
                  <a:lnTo>
                    <a:pt x="1387101" y="0"/>
                  </a:lnTo>
                  <a:lnTo>
                    <a:pt x="1389984" y="0"/>
                  </a:lnTo>
                  <a:lnTo>
                    <a:pt x="1392868" y="0"/>
                  </a:lnTo>
                  <a:lnTo>
                    <a:pt x="1395752" y="0"/>
                  </a:lnTo>
                  <a:lnTo>
                    <a:pt x="1398636" y="0"/>
                  </a:lnTo>
                  <a:lnTo>
                    <a:pt x="1401520" y="0"/>
                  </a:lnTo>
                  <a:lnTo>
                    <a:pt x="1404403" y="0"/>
                  </a:lnTo>
                  <a:lnTo>
                    <a:pt x="1407287" y="0"/>
                  </a:lnTo>
                  <a:lnTo>
                    <a:pt x="1410171" y="0"/>
                  </a:lnTo>
                  <a:lnTo>
                    <a:pt x="1413055" y="0"/>
                  </a:lnTo>
                  <a:lnTo>
                    <a:pt x="1415938" y="0"/>
                  </a:lnTo>
                  <a:lnTo>
                    <a:pt x="1418822" y="0"/>
                  </a:lnTo>
                  <a:lnTo>
                    <a:pt x="1421706" y="0"/>
                  </a:lnTo>
                  <a:lnTo>
                    <a:pt x="1424590" y="0"/>
                  </a:lnTo>
                  <a:lnTo>
                    <a:pt x="1427474" y="0"/>
                  </a:lnTo>
                  <a:lnTo>
                    <a:pt x="1430357" y="0"/>
                  </a:lnTo>
                  <a:lnTo>
                    <a:pt x="1433241" y="0"/>
                  </a:lnTo>
                  <a:lnTo>
                    <a:pt x="1436125" y="0"/>
                  </a:lnTo>
                  <a:lnTo>
                    <a:pt x="1439009" y="0"/>
                  </a:lnTo>
                  <a:lnTo>
                    <a:pt x="1441893" y="0"/>
                  </a:lnTo>
                  <a:lnTo>
                    <a:pt x="1441893" y="102173"/>
                  </a:lnTo>
                  <a:lnTo>
                    <a:pt x="1439009" y="102173"/>
                  </a:lnTo>
                  <a:lnTo>
                    <a:pt x="1436125" y="102173"/>
                  </a:lnTo>
                  <a:lnTo>
                    <a:pt x="1433241" y="102173"/>
                  </a:lnTo>
                  <a:lnTo>
                    <a:pt x="1430357" y="102173"/>
                  </a:lnTo>
                  <a:lnTo>
                    <a:pt x="1427474" y="102173"/>
                  </a:lnTo>
                  <a:lnTo>
                    <a:pt x="1424590" y="102173"/>
                  </a:lnTo>
                  <a:lnTo>
                    <a:pt x="1421706" y="102173"/>
                  </a:lnTo>
                  <a:lnTo>
                    <a:pt x="1418822" y="102173"/>
                  </a:lnTo>
                  <a:lnTo>
                    <a:pt x="1415938" y="102173"/>
                  </a:lnTo>
                  <a:lnTo>
                    <a:pt x="1413055" y="102173"/>
                  </a:lnTo>
                  <a:lnTo>
                    <a:pt x="1410171" y="102173"/>
                  </a:lnTo>
                  <a:lnTo>
                    <a:pt x="1407287" y="102173"/>
                  </a:lnTo>
                  <a:lnTo>
                    <a:pt x="1404403" y="102173"/>
                  </a:lnTo>
                  <a:lnTo>
                    <a:pt x="1401520" y="102173"/>
                  </a:lnTo>
                  <a:lnTo>
                    <a:pt x="1398636" y="102173"/>
                  </a:lnTo>
                  <a:lnTo>
                    <a:pt x="1395752" y="102173"/>
                  </a:lnTo>
                  <a:lnTo>
                    <a:pt x="1392868" y="102173"/>
                  </a:lnTo>
                  <a:lnTo>
                    <a:pt x="1389984" y="102173"/>
                  </a:lnTo>
                  <a:lnTo>
                    <a:pt x="1387101" y="102173"/>
                  </a:lnTo>
                  <a:lnTo>
                    <a:pt x="1384217" y="102173"/>
                  </a:lnTo>
                  <a:lnTo>
                    <a:pt x="1381333" y="102173"/>
                  </a:lnTo>
                  <a:lnTo>
                    <a:pt x="1378449" y="102173"/>
                  </a:lnTo>
                  <a:lnTo>
                    <a:pt x="1375565" y="102173"/>
                  </a:lnTo>
                  <a:lnTo>
                    <a:pt x="1372682" y="102173"/>
                  </a:lnTo>
                  <a:lnTo>
                    <a:pt x="1369798" y="102173"/>
                  </a:lnTo>
                  <a:lnTo>
                    <a:pt x="1366914" y="102173"/>
                  </a:lnTo>
                  <a:lnTo>
                    <a:pt x="1364030" y="102173"/>
                  </a:lnTo>
                  <a:lnTo>
                    <a:pt x="1361147" y="102173"/>
                  </a:lnTo>
                  <a:lnTo>
                    <a:pt x="1358263" y="102173"/>
                  </a:lnTo>
                  <a:lnTo>
                    <a:pt x="1355379" y="102173"/>
                  </a:lnTo>
                  <a:lnTo>
                    <a:pt x="1352495" y="102173"/>
                  </a:lnTo>
                  <a:lnTo>
                    <a:pt x="1349611" y="102173"/>
                  </a:lnTo>
                  <a:lnTo>
                    <a:pt x="1346728" y="102173"/>
                  </a:lnTo>
                  <a:lnTo>
                    <a:pt x="1343844" y="102173"/>
                  </a:lnTo>
                  <a:lnTo>
                    <a:pt x="1340960" y="102173"/>
                  </a:lnTo>
                  <a:lnTo>
                    <a:pt x="1338076" y="102173"/>
                  </a:lnTo>
                  <a:lnTo>
                    <a:pt x="1335192" y="102173"/>
                  </a:lnTo>
                  <a:lnTo>
                    <a:pt x="1332309" y="102173"/>
                  </a:lnTo>
                  <a:lnTo>
                    <a:pt x="1329425" y="102173"/>
                  </a:lnTo>
                  <a:lnTo>
                    <a:pt x="1326541" y="102173"/>
                  </a:lnTo>
                  <a:lnTo>
                    <a:pt x="1323657" y="102173"/>
                  </a:lnTo>
                  <a:lnTo>
                    <a:pt x="1320774" y="102173"/>
                  </a:lnTo>
                  <a:lnTo>
                    <a:pt x="1317890" y="102173"/>
                  </a:lnTo>
                  <a:lnTo>
                    <a:pt x="1315006" y="102173"/>
                  </a:lnTo>
                  <a:lnTo>
                    <a:pt x="1312122" y="102173"/>
                  </a:lnTo>
                  <a:lnTo>
                    <a:pt x="1309238" y="102173"/>
                  </a:lnTo>
                  <a:lnTo>
                    <a:pt x="1306355" y="102173"/>
                  </a:lnTo>
                  <a:lnTo>
                    <a:pt x="1303471" y="102173"/>
                  </a:lnTo>
                  <a:lnTo>
                    <a:pt x="1300587" y="102173"/>
                  </a:lnTo>
                  <a:lnTo>
                    <a:pt x="1297703" y="102173"/>
                  </a:lnTo>
                  <a:lnTo>
                    <a:pt x="1294819" y="102173"/>
                  </a:lnTo>
                  <a:lnTo>
                    <a:pt x="1291936" y="102173"/>
                  </a:lnTo>
                  <a:lnTo>
                    <a:pt x="1289052" y="102173"/>
                  </a:lnTo>
                  <a:lnTo>
                    <a:pt x="1286168" y="102173"/>
                  </a:lnTo>
                  <a:lnTo>
                    <a:pt x="1283284" y="102173"/>
                  </a:lnTo>
                  <a:lnTo>
                    <a:pt x="1280401" y="102173"/>
                  </a:lnTo>
                  <a:lnTo>
                    <a:pt x="1277517" y="102173"/>
                  </a:lnTo>
                  <a:lnTo>
                    <a:pt x="1274633" y="102173"/>
                  </a:lnTo>
                  <a:lnTo>
                    <a:pt x="1271749" y="102173"/>
                  </a:lnTo>
                  <a:lnTo>
                    <a:pt x="1268865" y="102173"/>
                  </a:lnTo>
                  <a:lnTo>
                    <a:pt x="1265982" y="102173"/>
                  </a:lnTo>
                  <a:lnTo>
                    <a:pt x="1263098" y="102173"/>
                  </a:lnTo>
                  <a:lnTo>
                    <a:pt x="1260214" y="102173"/>
                  </a:lnTo>
                  <a:lnTo>
                    <a:pt x="1257330" y="102173"/>
                  </a:lnTo>
                  <a:lnTo>
                    <a:pt x="1254446" y="102173"/>
                  </a:lnTo>
                  <a:lnTo>
                    <a:pt x="1251563" y="102173"/>
                  </a:lnTo>
                  <a:lnTo>
                    <a:pt x="1248679" y="102173"/>
                  </a:lnTo>
                  <a:lnTo>
                    <a:pt x="1245795" y="102173"/>
                  </a:lnTo>
                  <a:lnTo>
                    <a:pt x="1242911" y="102173"/>
                  </a:lnTo>
                  <a:lnTo>
                    <a:pt x="1240027" y="102173"/>
                  </a:lnTo>
                  <a:lnTo>
                    <a:pt x="1237144" y="102173"/>
                  </a:lnTo>
                  <a:lnTo>
                    <a:pt x="1234260" y="102173"/>
                  </a:lnTo>
                  <a:lnTo>
                    <a:pt x="1231376" y="102173"/>
                  </a:lnTo>
                  <a:lnTo>
                    <a:pt x="1228492" y="102173"/>
                  </a:lnTo>
                  <a:lnTo>
                    <a:pt x="1225609" y="102173"/>
                  </a:lnTo>
                  <a:lnTo>
                    <a:pt x="1222725" y="102173"/>
                  </a:lnTo>
                  <a:lnTo>
                    <a:pt x="1219841" y="102173"/>
                  </a:lnTo>
                  <a:lnTo>
                    <a:pt x="1216957" y="102173"/>
                  </a:lnTo>
                  <a:lnTo>
                    <a:pt x="1214073" y="102173"/>
                  </a:lnTo>
                  <a:lnTo>
                    <a:pt x="1211190" y="102173"/>
                  </a:lnTo>
                  <a:lnTo>
                    <a:pt x="1208306" y="102173"/>
                  </a:lnTo>
                  <a:lnTo>
                    <a:pt x="1205422" y="102173"/>
                  </a:lnTo>
                  <a:lnTo>
                    <a:pt x="1202538" y="102173"/>
                  </a:lnTo>
                  <a:lnTo>
                    <a:pt x="1199654" y="102173"/>
                  </a:lnTo>
                  <a:lnTo>
                    <a:pt x="1196771" y="102173"/>
                  </a:lnTo>
                  <a:lnTo>
                    <a:pt x="1193887" y="102173"/>
                  </a:lnTo>
                  <a:lnTo>
                    <a:pt x="1191003" y="102173"/>
                  </a:lnTo>
                  <a:lnTo>
                    <a:pt x="1188119" y="102173"/>
                  </a:lnTo>
                  <a:lnTo>
                    <a:pt x="1185236" y="102173"/>
                  </a:lnTo>
                  <a:lnTo>
                    <a:pt x="1182352" y="102173"/>
                  </a:lnTo>
                  <a:lnTo>
                    <a:pt x="1179468" y="102173"/>
                  </a:lnTo>
                  <a:lnTo>
                    <a:pt x="1176584" y="102173"/>
                  </a:lnTo>
                  <a:lnTo>
                    <a:pt x="1173700" y="102173"/>
                  </a:lnTo>
                  <a:lnTo>
                    <a:pt x="1170817" y="102173"/>
                  </a:lnTo>
                  <a:lnTo>
                    <a:pt x="1167933" y="102173"/>
                  </a:lnTo>
                  <a:lnTo>
                    <a:pt x="1165049" y="102173"/>
                  </a:lnTo>
                  <a:lnTo>
                    <a:pt x="1162165" y="102173"/>
                  </a:lnTo>
                  <a:lnTo>
                    <a:pt x="1159281" y="102173"/>
                  </a:lnTo>
                  <a:lnTo>
                    <a:pt x="1156398" y="102173"/>
                  </a:lnTo>
                  <a:lnTo>
                    <a:pt x="1153514" y="102173"/>
                  </a:lnTo>
                  <a:lnTo>
                    <a:pt x="1150630" y="102173"/>
                  </a:lnTo>
                  <a:lnTo>
                    <a:pt x="1147746" y="102173"/>
                  </a:lnTo>
                  <a:lnTo>
                    <a:pt x="1144863" y="102173"/>
                  </a:lnTo>
                  <a:lnTo>
                    <a:pt x="1141979" y="102173"/>
                  </a:lnTo>
                  <a:lnTo>
                    <a:pt x="1139095" y="102173"/>
                  </a:lnTo>
                  <a:lnTo>
                    <a:pt x="1136211" y="102173"/>
                  </a:lnTo>
                  <a:lnTo>
                    <a:pt x="1133327" y="102173"/>
                  </a:lnTo>
                  <a:lnTo>
                    <a:pt x="1130444" y="102173"/>
                  </a:lnTo>
                  <a:lnTo>
                    <a:pt x="1127560" y="102173"/>
                  </a:lnTo>
                  <a:lnTo>
                    <a:pt x="1124676" y="102173"/>
                  </a:lnTo>
                  <a:lnTo>
                    <a:pt x="1121792" y="102173"/>
                  </a:lnTo>
                  <a:lnTo>
                    <a:pt x="1118908" y="102173"/>
                  </a:lnTo>
                  <a:lnTo>
                    <a:pt x="1116025" y="102173"/>
                  </a:lnTo>
                  <a:lnTo>
                    <a:pt x="1113141" y="102173"/>
                  </a:lnTo>
                  <a:lnTo>
                    <a:pt x="1110257" y="102173"/>
                  </a:lnTo>
                  <a:lnTo>
                    <a:pt x="1107373" y="102173"/>
                  </a:lnTo>
                  <a:lnTo>
                    <a:pt x="1104490" y="102173"/>
                  </a:lnTo>
                  <a:lnTo>
                    <a:pt x="1101606" y="102173"/>
                  </a:lnTo>
                  <a:lnTo>
                    <a:pt x="1098722" y="102173"/>
                  </a:lnTo>
                  <a:lnTo>
                    <a:pt x="1095838" y="102173"/>
                  </a:lnTo>
                  <a:lnTo>
                    <a:pt x="1092954" y="102173"/>
                  </a:lnTo>
                  <a:lnTo>
                    <a:pt x="1090071" y="102173"/>
                  </a:lnTo>
                  <a:lnTo>
                    <a:pt x="1087187" y="102173"/>
                  </a:lnTo>
                  <a:lnTo>
                    <a:pt x="1084303" y="102173"/>
                  </a:lnTo>
                  <a:lnTo>
                    <a:pt x="1081419" y="102173"/>
                  </a:lnTo>
                  <a:lnTo>
                    <a:pt x="1078535" y="102173"/>
                  </a:lnTo>
                  <a:lnTo>
                    <a:pt x="1075652" y="102173"/>
                  </a:lnTo>
                  <a:lnTo>
                    <a:pt x="1072768" y="102173"/>
                  </a:lnTo>
                  <a:lnTo>
                    <a:pt x="1069884" y="102173"/>
                  </a:lnTo>
                  <a:lnTo>
                    <a:pt x="1067000" y="102173"/>
                  </a:lnTo>
                  <a:lnTo>
                    <a:pt x="1064117" y="102173"/>
                  </a:lnTo>
                  <a:lnTo>
                    <a:pt x="1061233" y="102173"/>
                  </a:lnTo>
                  <a:lnTo>
                    <a:pt x="1058349" y="102173"/>
                  </a:lnTo>
                  <a:lnTo>
                    <a:pt x="1055465" y="102173"/>
                  </a:lnTo>
                  <a:lnTo>
                    <a:pt x="1052581" y="102173"/>
                  </a:lnTo>
                  <a:lnTo>
                    <a:pt x="1049698" y="102173"/>
                  </a:lnTo>
                  <a:lnTo>
                    <a:pt x="1046814" y="102173"/>
                  </a:lnTo>
                  <a:lnTo>
                    <a:pt x="1043930" y="102173"/>
                  </a:lnTo>
                  <a:lnTo>
                    <a:pt x="1041046" y="102173"/>
                  </a:lnTo>
                  <a:lnTo>
                    <a:pt x="1038162" y="102173"/>
                  </a:lnTo>
                  <a:lnTo>
                    <a:pt x="1035279" y="102173"/>
                  </a:lnTo>
                  <a:lnTo>
                    <a:pt x="1032395" y="102173"/>
                  </a:lnTo>
                  <a:lnTo>
                    <a:pt x="1029511" y="102173"/>
                  </a:lnTo>
                  <a:lnTo>
                    <a:pt x="1026627" y="102173"/>
                  </a:lnTo>
                  <a:lnTo>
                    <a:pt x="1023744" y="102173"/>
                  </a:lnTo>
                  <a:lnTo>
                    <a:pt x="1020860" y="102173"/>
                  </a:lnTo>
                  <a:lnTo>
                    <a:pt x="1017976" y="102173"/>
                  </a:lnTo>
                  <a:lnTo>
                    <a:pt x="1015092" y="102173"/>
                  </a:lnTo>
                  <a:lnTo>
                    <a:pt x="1012208" y="102173"/>
                  </a:lnTo>
                  <a:lnTo>
                    <a:pt x="1009325" y="102173"/>
                  </a:lnTo>
                  <a:lnTo>
                    <a:pt x="1006441" y="102173"/>
                  </a:lnTo>
                  <a:lnTo>
                    <a:pt x="1003557" y="102173"/>
                  </a:lnTo>
                  <a:lnTo>
                    <a:pt x="1000673" y="102173"/>
                  </a:lnTo>
                  <a:lnTo>
                    <a:pt x="997789" y="102173"/>
                  </a:lnTo>
                  <a:lnTo>
                    <a:pt x="994906" y="102173"/>
                  </a:lnTo>
                  <a:lnTo>
                    <a:pt x="992022" y="102173"/>
                  </a:lnTo>
                  <a:lnTo>
                    <a:pt x="989138" y="102173"/>
                  </a:lnTo>
                  <a:lnTo>
                    <a:pt x="986254" y="102173"/>
                  </a:lnTo>
                  <a:lnTo>
                    <a:pt x="983371" y="102173"/>
                  </a:lnTo>
                  <a:lnTo>
                    <a:pt x="980487" y="102173"/>
                  </a:lnTo>
                  <a:lnTo>
                    <a:pt x="977603" y="102173"/>
                  </a:lnTo>
                  <a:lnTo>
                    <a:pt x="974719" y="102173"/>
                  </a:lnTo>
                  <a:lnTo>
                    <a:pt x="971835" y="102173"/>
                  </a:lnTo>
                  <a:lnTo>
                    <a:pt x="968952" y="102173"/>
                  </a:lnTo>
                  <a:lnTo>
                    <a:pt x="966068" y="102173"/>
                  </a:lnTo>
                  <a:lnTo>
                    <a:pt x="963184" y="102173"/>
                  </a:lnTo>
                  <a:lnTo>
                    <a:pt x="960300" y="102173"/>
                  </a:lnTo>
                  <a:lnTo>
                    <a:pt x="957416" y="102173"/>
                  </a:lnTo>
                  <a:lnTo>
                    <a:pt x="954533" y="102173"/>
                  </a:lnTo>
                  <a:lnTo>
                    <a:pt x="951649" y="102173"/>
                  </a:lnTo>
                  <a:lnTo>
                    <a:pt x="948765" y="102173"/>
                  </a:lnTo>
                  <a:lnTo>
                    <a:pt x="945881" y="102173"/>
                  </a:lnTo>
                  <a:lnTo>
                    <a:pt x="942998" y="102173"/>
                  </a:lnTo>
                  <a:lnTo>
                    <a:pt x="940114" y="102173"/>
                  </a:lnTo>
                  <a:lnTo>
                    <a:pt x="937230" y="102173"/>
                  </a:lnTo>
                  <a:lnTo>
                    <a:pt x="934346" y="102173"/>
                  </a:lnTo>
                  <a:lnTo>
                    <a:pt x="931462" y="102173"/>
                  </a:lnTo>
                  <a:lnTo>
                    <a:pt x="928579" y="102173"/>
                  </a:lnTo>
                  <a:lnTo>
                    <a:pt x="925695" y="102173"/>
                  </a:lnTo>
                  <a:lnTo>
                    <a:pt x="922811" y="102173"/>
                  </a:lnTo>
                  <a:lnTo>
                    <a:pt x="919927" y="102173"/>
                  </a:lnTo>
                  <a:lnTo>
                    <a:pt x="917043" y="102173"/>
                  </a:lnTo>
                  <a:lnTo>
                    <a:pt x="914160" y="102173"/>
                  </a:lnTo>
                  <a:lnTo>
                    <a:pt x="911276" y="102173"/>
                  </a:lnTo>
                  <a:lnTo>
                    <a:pt x="908392" y="102173"/>
                  </a:lnTo>
                  <a:lnTo>
                    <a:pt x="905508" y="102173"/>
                  </a:lnTo>
                  <a:lnTo>
                    <a:pt x="902625" y="102173"/>
                  </a:lnTo>
                  <a:lnTo>
                    <a:pt x="899741" y="102173"/>
                  </a:lnTo>
                  <a:lnTo>
                    <a:pt x="896857" y="102173"/>
                  </a:lnTo>
                  <a:lnTo>
                    <a:pt x="893973" y="102173"/>
                  </a:lnTo>
                  <a:lnTo>
                    <a:pt x="891089" y="102173"/>
                  </a:lnTo>
                  <a:lnTo>
                    <a:pt x="888206" y="102173"/>
                  </a:lnTo>
                  <a:lnTo>
                    <a:pt x="885322" y="102173"/>
                  </a:lnTo>
                  <a:lnTo>
                    <a:pt x="882438" y="102173"/>
                  </a:lnTo>
                  <a:lnTo>
                    <a:pt x="879554" y="102173"/>
                  </a:lnTo>
                  <a:lnTo>
                    <a:pt x="876670" y="102173"/>
                  </a:lnTo>
                  <a:lnTo>
                    <a:pt x="873787" y="102173"/>
                  </a:lnTo>
                  <a:lnTo>
                    <a:pt x="870903" y="102173"/>
                  </a:lnTo>
                  <a:lnTo>
                    <a:pt x="868019" y="102173"/>
                  </a:lnTo>
                  <a:lnTo>
                    <a:pt x="865135" y="102173"/>
                  </a:lnTo>
                  <a:lnTo>
                    <a:pt x="862252" y="102173"/>
                  </a:lnTo>
                  <a:lnTo>
                    <a:pt x="859368" y="102173"/>
                  </a:lnTo>
                  <a:lnTo>
                    <a:pt x="856484" y="102173"/>
                  </a:lnTo>
                  <a:lnTo>
                    <a:pt x="853600" y="102173"/>
                  </a:lnTo>
                  <a:lnTo>
                    <a:pt x="850716" y="102173"/>
                  </a:lnTo>
                  <a:lnTo>
                    <a:pt x="847833" y="102173"/>
                  </a:lnTo>
                  <a:lnTo>
                    <a:pt x="844949" y="102173"/>
                  </a:lnTo>
                  <a:lnTo>
                    <a:pt x="842065" y="102173"/>
                  </a:lnTo>
                  <a:lnTo>
                    <a:pt x="839181" y="102173"/>
                  </a:lnTo>
                  <a:lnTo>
                    <a:pt x="836297" y="102173"/>
                  </a:lnTo>
                  <a:lnTo>
                    <a:pt x="833414" y="102173"/>
                  </a:lnTo>
                  <a:lnTo>
                    <a:pt x="830530" y="102173"/>
                  </a:lnTo>
                  <a:lnTo>
                    <a:pt x="827646" y="102173"/>
                  </a:lnTo>
                  <a:lnTo>
                    <a:pt x="824762" y="102173"/>
                  </a:lnTo>
                  <a:lnTo>
                    <a:pt x="821879" y="102173"/>
                  </a:lnTo>
                  <a:lnTo>
                    <a:pt x="818995" y="102173"/>
                  </a:lnTo>
                  <a:lnTo>
                    <a:pt x="816111" y="102173"/>
                  </a:lnTo>
                  <a:lnTo>
                    <a:pt x="813227" y="102173"/>
                  </a:lnTo>
                  <a:lnTo>
                    <a:pt x="810343" y="102173"/>
                  </a:lnTo>
                  <a:lnTo>
                    <a:pt x="807460" y="102173"/>
                  </a:lnTo>
                  <a:lnTo>
                    <a:pt x="804576" y="102173"/>
                  </a:lnTo>
                  <a:lnTo>
                    <a:pt x="801692" y="102173"/>
                  </a:lnTo>
                  <a:lnTo>
                    <a:pt x="798808" y="102173"/>
                  </a:lnTo>
                  <a:lnTo>
                    <a:pt x="795924" y="102173"/>
                  </a:lnTo>
                  <a:lnTo>
                    <a:pt x="793041" y="102173"/>
                  </a:lnTo>
                  <a:lnTo>
                    <a:pt x="790157" y="102173"/>
                  </a:lnTo>
                  <a:lnTo>
                    <a:pt x="787273" y="102173"/>
                  </a:lnTo>
                  <a:lnTo>
                    <a:pt x="784389" y="102173"/>
                  </a:lnTo>
                  <a:lnTo>
                    <a:pt x="781506" y="102173"/>
                  </a:lnTo>
                  <a:lnTo>
                    <a:pt x="778622" y="102173"/>
                  </a:lnTo>
                  <a:lnTo>
                    <a:pt x="775738" y="102173"/>
                  </a:lnTo>
                  <a:lnTo>
                    <a:pt x="772854" y="102173"/>
                  </a:lnTo>
                  <a:lnTo>
                    <a:pt x="769970" y="102173"/>
                  </a:lnTo>
                  <a:lnTo>
                    <a:pt x="767087" y="102173"/>
                  </a:lnTo>
                  <a:lnTo>
                    <a:pt x="764203" y="102173"/>
                  </a:lnTo>
                  <a:lnTo>
                    <a:pt x="761319" y="102173"/>
                  </a:lnTo>
                  <a:lnTo>
                    <a:pt x="758435" y="102173"/>
                  </a:lnTo>
                  <a:lnTo>
                    <a:pt x="755551" y="102173"/>
                  </a:lnTo>
                  <a:lnTo>
                    <a:pt x="752668" y="102173"/>
                  </a:lnTo>
                  <a:lnTo>
                    <a:pt x="749784" y="102173"/>
                  </a:lnTo>
                  <a:lnTo>
                    <a:pt x="746900" y="102173"/>
                  </a:lnTo>
                  <a:lnTo>
                    <a:pt x="744016" y="102173"/>
                  </a:lnTo>
                  <a:lnTo>
                    <a:pt x="741133" y="102173"/>
                  </a:lnTo>
                  <a:lnTo>
                    <a:pt x="738249" y="102173"/>
                  </a:lnTo>
                  <a:lnTo>
                    <a:pt x="735365" y="102173"/>
                  </a:lnTo>
                  <a:lnTo>
                    <a:pt x="732481" y="102173"/>
                  </a:lnTo>
                  <a:lnTo>
                    <a:pt x="729597" y="102173"/>
                  </a:lnTo>
                  <a:lnTo>
                    <a:pt x="726714" y="102173"/>
                  </a:lnTo>
                  <a:lnTo>
                    <a:pt x="723830" y="102173"/>
                  </a:lnTo>
                  <a:lnTo>
                    <a:pt x="720946" y="102173"/>
                  </a:lnTo>
                  <a:lnTo>
                    <a:pt x="718062" y="102173"/>
                  </a:lnTo>
                  <a:lnTo>
                    <a:pt x="715178" y="102173"/>
                  </a:lnTo>
                  <a:lnTo>
                    <a:pt x="712295" y="102173"/>
                  </a:lnTo>
                  <a:lnTo>
                    <a:pt x="709411" y="102173"/>
                  </a:lnTo>
                  <a:lnTo>
                    <a:pt x="706527" y="102173"/>
                  </a:lnTo>
                  <a:lnTo>
                    <a:pt x="703643" y="102173"/>
                  </a:lnTo>
                  <a:lnTo>
                    <a:pt x="700760" y="102173"/>
                  </a:lnTo>
                  <a:lnTo>
                    <a:pt x="697876" y="102173"/>
                  </a:lnTo>
                  <a:lnTo>
                    <a:pt x="694992" y="102173"/>
                  </a:lnTo>
                  <a:lnTo>
                    <a:pt x="692108" y="102173"/>
                  </a:lnTo>
                  <a:lnTo>
                    <a:pt x="689224" y="102173"/>
                  </a:lnTo>
                  <a:lnTo>
                    <a:pt x="686341" y="102173"/>
                  </a:lnTo>
                  <a:lnTo>
                    <a:pt x="683457" y="102173"/>
                  </a:lnTo>
                  <a:lnTo>
                    <a:pt x="680573" y="102173"/>
                  </a:lnTo>
                  <a:lnTo>
                    <a:pt x="677689" y="102173"/>
                  </a:lnTo>
                  <a:lnTo>
                    <a:pt x="674805" y="102173"/>
                  </a:lnTo>
                  <a:lnTo>
                    <a:pt x="671922" y="102173"/>
                  </a:lnTo>
                  <a:lnTo>
                    <a:pt x="669038" y="102173"/>
                  </a:lnTo>
                  <a:lnTo>
                    <a:pt x="666154" y="102173"/>
                  </a:lnTo>
                  <a:lnTo>
                    <a:pt x="663270" y="102173"/>
                  </a:lnTo>
                  <a:lnTo>
                    <a:pt x="660387" y="102173"/>
                  </a:lnTo>
                  <a:lnTo>
                    <a:pt x="657503" y="102173"/>
                  </a:lnTo>
                  <a:lnTo>
                    <a:pt x="654619" y="102173"/>
                  </a:lnTo>
                  <a:lnTo>
                    <a:pt x="651735" y="102173"/>
                  </a:lnTo>
                  <a:lnTo>
                    <a:pt x="648851" y="102173"/>
                  </a:lnTo>
                  <a:lnTo>
                    <a:pt x="645968" y="102173"/>
                  </a:lnTo>
                  <a:lnTo>
                    <a:pt x="643084" y="102173"/>
                  </a:lnTo>
                  <a:lnTo>
                    <a:pt x="640200" y="102173"/>
                  </a:lnTo>
                  <a:lnTo>
                    <a:pt x="637316" y="102173"/>
                  </a:lnTo>
                  <a:lnTo>
                    <a:pt x="634432" y="102173"/>
                  </a:lnTo>
                  <a:lnTo>
                    <a:pt x="631549" y="102173"/>
                  </a:lnTo>
                  <a:lnTo>
                    <a:pt x="628665" y="102173"/>
                  </a:lnTo>
                  <a:lnTo>
                    <a:pt x="625781" y="102173"/>
                  </a:lnTo>
                  <a:lnTo>
                    <a:pt x="622897" y="102173"/>
                  </a:lnTo>
                  <a:lnTo>
                    <a:pt x="620013" y="102173"/>
                  </a:lnTo>
                  <a:lnTo>
                    <a:pt x="617130" y="102173"/>
                  </a:lnTo>
                  <a:lnTo>
                    <a:pt x="614246" y="102173"/>
                  </a:lnTo>
                  <a:lnTo>
                    <a:pt x="611362" y="102173"/>
                  </a:lnTo>
                  <a:lnTo>
                    <a:pt x="608478" y="102173"/>
                  </a:lnTo>
                  <a:lnTo>
                    <a:pt x="605595" y="102173"/>
                  </a:lnTo>
                  <a:lnTo>
                    <a:pt x="602711" y="102173"/>
                  </a:lnTo>
                  <a:lnTo>
                    <a:pt x="599827" y="102173"/>
                  </a:lnTo>
                  <a:lnTo>
                    <a:pt x="596943" y="102173"/>
                  </a:lnTo>
                  <a:lnTo>
                    <a:pt x="594059" y="102173"/>
                  </a:lnTo>
                  <a:lnTo>
                    <a:pt x="591176" y="102173"/>
                  </a:lnTo>
                  <a:lnTo>
                    <a:pt x="588292" y="102173"/>
                  </a:lnTo>
                  <a:lnTo>
                    <a:pt x="585408" y="102173"/>
                  </a:lnTo>
                  <a:lnTo>
                    <a:pt x="582524" y="102173"/>
                  </a:lnTo>
                  <a:lnTo>
                    <a:pt x="579640" y="102173"/>
                  </a:lnTo>
                  <a:lnTo>
                    <a:pt x="576757" y="102173"/>
                  </a:lnTo>
                  <a:lnTo>
                    <a:pt x="573873" y="102173"/>
                  </a:lnTo>
                  <a:lnTo>
                    <a:pt x="570989" y="102173"/>
                  </a:lnTo>
                  <a:lnTo>
                    <a:pt x="568105" y="102173"/>
                  </a:lnTo>
                  <a:lnTo>
                    <a:pt x="565222" y="102173"/>
                  </a:lnTo>
                  <a:lnTo>
                    <a:pt x="562338" y="102173"/>
                  </a:lnTo>
                  <a:lnTo>
                    <a:pt x="559454" y="102173"/>
                  </a:lnTo>
                  <a:lnTo>
                    <a:pt x="556570" y="102173"/>
                  </a:lnTo>
                  <a:lnTo>
                    <a:pt x="553686" y="102173"/>
                  </a:lnTo>
                  <a:lnTo>
                    <a:pt x="550803" y="102173"/>
                  </a:lnTo>
                  <a:lnTo>
                    <a:pt x="547919" y="102173"/>
                  </a:lnTo>
                  <a:lnTo>
                    <a:pt x="545035" y="102173"/>
                  </a:lnTo>
                  <a:lnTo>
                    <a:pt x="542151" y="102173"/>
                  </a:lnTo>
                  <a:lnTo>
                    <a:pt x="539267" y="102173"/>
                  </a:lnTo>
                  <a:lnTo>
                    <a:pt x="536384" y="102173"/>
                  </a:lnTo>
                  <a:lnTo>
                    <a:pt x="533500" y="102173"/>
                  </a:lnTo>
                  <a:lnTo>
                    <a:pt x="530616" y="102173"/>
                  </a:lnTo>
                  <a:lnTo>
                    <a:pt x="527732" y="102173"/>
                  </a:lnTo>
                  <a:lnTo>
                    <a:pt x="524849" y="102173"/>
                  </a:lnTo>
                  <a:lnTo>
                    <a:pt x="521965" y="102173"/>
                  </a:lnTo>
                  <a:lnTo>
                    <a:pt x="519081" y="102173"/>
                  </a:lnTo>
                  <a:lnTo>
                    <a:pt x="516197" y="102173"/>
                  </a:lnTo>
                  <a:lnTo>
                    <a:pt x="513313" y="102173"/>
                  </a:lnTo>
                  <a:lnTo>
                    <a:pt x="510430" y="102173"/>
                  </a:lnTo>
                  <a:lnTo>
                    <a:pt x="507546" y="102173"/>
                  </a:lnTo>
                  <a:lnTo>
                    <a:pt x="504662" y="102173"/>
                  </a:lnTo>
                  <a:lnTo>
                    <a:pt x="501778" y="102173"/>
                  </a:lnTo>
                  <a:lnTo>
                    <a:pt x="498894" y="102173"/>
                  </a:lnTo>
                  <a:lnTo>
                    <a:pt x="496011" y="102173"/>
                  </a:lnTo>
                  <a:lnTo>
                    <a:pt x="493127" y="102173"/>
                  </a:lnTo>
                  <a:lnTo>
                    <a:pt x="490243" y="102173"/>
                  </a:lnTo>
                  <a:lnTo>
                    <a:pt x="487359" y="102173"/>
                  </a:lnTo>
                  <a:lnTo>
                    <a:pt x="484476" y="102173"/>
                  </a:lnTo>
                  <a:lnTo>
                    <a:pt x="481592" y="102173"/>
                  </a:lnTo>
                  <a:lnTo>
                    <a:pt x="478708" y="102173"/>
                  </a:lnTo>
                  <a:lnTo>
                    <a:pt x="475824" y="102173"/>
                  </a:lnTo>
                  <a:lnTo>
                    <a:pt x="472940" y="102173"/>
                  </a:lnTo>
                  <a:lnTo>
                    <a:pt x="470057" y="102173"/>
                  </a:lnTo>
                  <a:lnTo>
                    <a:pt x="467173" y="102173"/>
                  </a:lnTo>
                  <a:lnTo>
                    <a:pt x="464289" y="102173"/>
                  </a:lnTo>
                  <a:lnTo>
                    <a:pt x="461405" y="102173"/>
                  </a:lnTo>
                  <a:lnTo>
                    <a:pt x="458521" y="102173"/>
                  </a:lnTo>
                  <a:lnTo>
                    <a:pt x="455638" y="102173"/>
                  </a:lnTo>
                  <a:lnTo>
                    <a:pt x="452754" y="102173"/>
                  </a:lnTo>
                  <a:lnTo>
                    <a:pt x="449870" y="102173"/>
                  </a:lnTo>
                  <a:lnTo>
                    <a:pt x="446986" y="102173"/>
                  </a:lnTo>
                  <a:lnTo>
                    <a:pt x="444103" y="102173"/>
                  </a:lnTo>
                  <a:lnTo>
                    <a:pt x="441219" y="102173"/>
                  </a:lnTo>
                  <a:lnTo>
                    <a:pt x="438335" y="102173"/>
                  </a:lnTo>
                  <a:lnTo>
                    <a:pt x="435451" y="102173"/>
                  </a:lnTo>
                  <a:lnTo>
                    <a:pt x="432567" y="102173"/>
                  </a:lnTo>
                  <a:lnTo>
                    <a:pt x="429684" y="102173"/>
                  </a:lnTo>
                  <a:lnTo>
                    <a:pt x="426800" y="102173"/>
                  </a:lnTo>
                  <a:lnTo>
                    <a:pt x="423916" y="102173"/>
                  </a:lnTo>
                  <a:lnTo>
                    <a:pt x="421032" y="102173"/>
                  </a:lnTo>
                  <a:lnTo>
                    <a:pt x="418148" y="102173"/>
                  </a:lnTo>
                  <a:lnTo>
                    <a:pt x="415265" y="102173"/>
                  </a:lnTo>
                  <a:lnTo>
                    <a:pt x="412381" y="102173"/>
                  </a:lnTo>
                  <a:lnTo>
                    <a:pt x="409497" y="102173"/>
                  </a:lnTo>
                  <a:lnTo>
                    <a:pt x="406613" y="102173"/>
                  </a:lnTo>
                  <a:lnTo>
                    <a:pt x="403730" y="102173"/>
                  </a:lnTo>
                  <a:lnTo>
                    <a:pt x="400846" y="102173"/>
                  </a:lnTo>
                  <a:lnTo>
                    <a:pt x="397962" y="102173"/>
                  </a:lnTo>
                  <a:lnTo>
                    <a:pt x="395078" y="102173"/>
                  </a:lnTo>
                  <a:lnTo>
                    <a:pt x="392194" y="102173"/>
                  </a:lnTo>
                  <a:lnTo>
                    <a:pt x="389311" y="102173"/>
                  </a:lnTo>
                  <a:lnTo>
                    <a:pt x="386427" y="102173"/>
                  </a:lnTo>
                  <a:lnTo>
                    <a:pt x="383543" y="102173"/>
                  </a:lnTo>
                  <a:lnTo>
                    <a:pt x="380659" y="102173"/>
                  </a:lnTo>
                  <a:lnTo>
                    <a:pt x="377775" y="102173"/>
                  </a:lnTo>
                  <a:lnTo>
                    <a:pt x="374892" y="102173"/>
                  </a:lnTo>
                  <a:lnTo>
                    <a:pt x="372008" y="102173"/>
                  </a:lnTo>
                  <a:lnTo>
                    <a:pt x="369124" y="102173"/>
                  </a:lnTo>
                  <a:lnTo>
                    <a:pt x="366240" y="102173"/>
                  </a:lnTo>
                  <a:lnTo>
                    <a:pt x="363357" y="102173"/>
                  </a:lnTo>
                  <a:lnTo>
                    <a:pt x="360473" y="102173"/>
                  </a:lnTo>
                  <a:lnTo>
                    <a:pt x="357589" y="102173"/>
                  </a:lnTo>
                  <a:lnTo>
                    <a:pt x="354705" y="102173"/>
                  </a:lnTo>
                  <a:lnTo>
                    <a:pt x="351821" y="102173"/>
                  </a:lnTo>
                  <a:lnTo>
                    <a:pt x="348938" y="102173"/>
                  </a:lnTo>
                  <a:lnTo>
                    <a:pt x="346054" y="102173"/>
                  </a:lnTo>
                  <a:lnTo>
                    <a:pt x="343170" y="102173"/>
                  </a:lnTo>
                  <a:lnTo>
                    <a:pt x="340286" y="102173"/>
                  </a:lnTo>
                  <a:lnTo>
                    <a:pt x="337402" y="102173"/>
                  </a:lnTo>
                  <a:lnTo>
                    <a:pt x="334519" y="102173"/>
                  </a:lnTo>
                  <a:lnTo>
                    <a:pt x="331635" y="102173"/>
                  </a:lnTo>
                  <a:lnTo>
                    <a:pt x="328751" y="102173"/>
                  </a:lnTo>
                  <a:lnTo>
                    <a:pt x="325867" y="102173"/>
                  </a:lnTo>
                  <a:lnTo>
                    <a:pt x="322984" y="102173"/>
                  </a:lnTo>
                  <a:lnTo>
                    <a:pt x="320100" y="102173"/>
                  </a:lnTo>
                  <a:lnTo>
                    <a:pt x="317216" y="102173"/>
                  </a:lnTo>
                  <a:lnTo>
                    <a:pt x="314332" y="102173"/>
                  </a:lnTo>
                  <a:lnTo>
                    <a:pt x="311448" y="102173"/>
                  </a:lnTo>
                  <a:lnTo>
                    <a:pt x="308565" y="102173"/>
                  </a:lnTo>
                  <a:lnTo>
                    <a:pt x="305681" y="102173"/>
                  </a:lnTo>
                  <a:lnTo>
                    <a:pt x="302797" y="102173"/>
                  </a:lnTo>
                  <a:lnTo>
                    <a:pt x="299913" y="102173"/>
                  </a:lnTo>
                  <a:lnTo>
                    <a:pt x="297029" y="102173"/>
                  </a:lnTo>
                  <a:lnTo>
                    <a:pt x="294146" y="102173"/>
                  </a:lnTo>
                  <a:lnTo>
                    <a:pt x="291262" y="102173"/>
                  </a:lnTo>
                  <a:lnTo>
                    <a:pt x="288378" y="102173"/>
                  </a:lnTo>
                  <a:lnTo>
                    <a:pt x="285494" y="102173"/>
                  </a:lnTo>
                  <a:lnTo>
                    <a:pt x="282611" y="102173"/>
                  </a:lnTo>
                  <a:lnTo>
                    <a:pt x="279727" y="102173"/>
                  </a:lnTo>
                  <a:lnTo>
                    <a:pt x="276843" y="102173"/>
                  </a:lnTo>
                  <a:lnTo>
                    <a:pt x="273959" y="102173"/>
                  </a:lnTo>
                  <a:lnTo>
                    <a:pt x="271075" y="102173"/>
                  </a:lnTo>
                  <a:lnTo>
                    <a:pt x="268192" y="102173"/>
                  </a:lnTo>
                  <a:lnTo>
                    <a:pt x="265308" y="102173"/>
                  </a:lnTo>
                  <a:lnTo>
                    <a:pt x="262424" y="102173"/>
                  </a:lnTo>
                  <a:lnTo>
                    <a:pt x="259540" y="102173"/>
                  </a:lnTo>
                  <a:lnTo>
                    <a:pt x="256656" y="102173"/>
                  </a:lnTo>
                  <a:lnTo>
                    <a:pt x="253773" y="102173"/>
                  </a:lnTo>
                  <a:lnTo>
                    <a:pt x="250889" y="102173"/>
                  </a:lnTo>
                  <a:lnTo>
                    <a:pt x="248005" y="102173"/>
                  </a:lnTo>
                  <a:lnTo>
                    <a:pt x="245121" y="102173"/>
                  </a:lnTo>
                  <a:lnTo>
                    <a:pt x="242238" y="102173"/>
                  </a:lnTo>
                  <a:lnTo>
                    <a:pt x="239354" y="102173"/>
                  </a:lnTo>
                  <a:lnTo>
                    <a:pt x="236470" y="102173"/>
                  </a:lnTo>
                  <a:lnTo>
                    <a:pt x="233586" y="102173"/>
                  </a:lnTo>
                  <a:lnTo>
                    <a:pt x="230702" y="102173"/>
                  </a:lnTo>
                  <a:lnTo>
                    <a:pt x="227819" y="102173"/>
                  </a:lnTo>
                  <a:lnTo>
                    <a:pt x="224935" y="102173"/>
                  </a:lnTo>
                  <a:lnTo>
                    <a:pt x="222051" y="102173"/>
                  </a:lnTo>
                  <a:lnTo>
                    <a:pt x="219167" y="102173"/>
                  </a:lnTo>
                  <a:lnTo>
                    <a:pt x="216283" y="102173"/>
                  </a:lnTo>
                  <a:lnTo>
                    <a:pt x="213400" y="102173"/>
                  </a:lnTo>
                  <a:lnTo>
                    <a:pt x="210516" y="102173"/>
                  </a:lnTo>
                  <a:lnTo>
                    <a:pt x="207632" y="102173"/>
                  </a:lnTo>
                  <a:lnTo>
                    <a:pt x="204748" y="102173"/>
                  </a:lnTo>
                  <a:lnTo>
                    <a:pt x="201865" y="102173"/>
                  </a:lnTo>
                  <a:lnTo>
                    <a:pt x="198981" y="102173"/>
                  </a:lnTo>
                  <a:lnTo>
                    <a:pt x="196097" y="102173"/>
                  </a:lnTo>
                  <a:lnTo>
                    <a:pt x="193213" y="102173"/>
                  </a:lnTo>
                  <a:lnTo>
                    <a:pt x="190329" y="102173"/>
                  </a:lnTo>
                  <a:lnTo>
                    <a:pt x="187446" y="102173"/>
                  </a:lnTo>
                  <a:lnTo>
                    <a:pt x="184562" y="102173"/>
                  </a:lnTo>
                  <a:lnTo>
                    <a:pt x="181678" y="102173"/>
                  </a:lnTo>
                  <a:lnTo>
                    <a:pt x="178794" y="102173"/>
                  </a:lnTo>
                  <a:lnTo>
                    <a:pt x="175910" y="102173"/>
                  </a:lnTo>
                  <a:lnTo>
                    <a:pt x="173027" y="102173"/>
                  </a:lnTo>
                  <a:lnTo>
                    <a:pt x="170143" y="102173"/>
                  </a:lnTo>
                  <a:lnTo>
                    <a:pt x="167259" y="102173"/>
                  </a:lnTo>
                  <a:lnTo>
                    <a:pt x="164375" y="102173"/>
                  </a:lnTo>
                  <a:lnTo>
                    <a:pt x="161492" y="102173"/>
                  </a:lnTo>
                  <a:lnTo>
                    <a:pt x="158608" y="102173"/>
                  </a:lnTo>
                  <a:lnTo>
                    <a:pt x="155724" y="102173"/>
                  </a:lnTo>
                  <a:lnTo>
                    <a:pt x="152840" y="102173"/>
                  </a:lnTo>
                  <a:lnTo>
                    <a:pt x="149956" y="102173"/>
                  </a:lnTo>
                  <a:lnTo>
                    <a:pt x="147073" y="102173"/>
                  </a:lnTo>
                  <a:lnTo>
                    <a:pt x="144189" y="102173"/>
                  </a:lnTo>
                  <a:lnTo>
                    <a:pt x="141305" y="102173"/>
                  </a:lnTo>
                  <a:lnTo>
                    <a:pt x="138421" y="102173"/>
                  </a:lnTo>
                  <a:lnTo>
                    <a:pt x="135537" y="102173"/>
                  </a:lnTo>
                  <a:lnTo>
                    <a:pt x="132654" y="102173"/>
                  </a:lnTo>
                  <a:lnTo>
                    <a:pt x="129770" y="102173"/>
                  </a:lnTo>
                  <a:lnTo>
                    <a:pt x="126886" y="102173"/>
                  </a:lnTo>
                  <a:lnTo>
                    <a:pt x="124002" y="102173"/>
                  </a:lnTo>
                  <a:lnTo>
                    <a:pt x="121119" y="102173"/>
                  </a:lnTo>
                  <a:lnTo>
                    <a:pt x="118235" y="102173"/>
                  </a:lnTo>
                  <a:lnTo>
                    <a:pt x="115351" y="102173"/>
                  </a:lnTo>
                  <a:lnTo>
                    <a:pt x="112467" y="102173"/>
                  </a:lnTo>
                  <a:lnTo>
                    <a:pt x="109583" y="102173"/>
                  </a:lnTo>
                  <a:lnTo>
                    <a:pt x="106700" y="102173"/>
                  </a:lnTo>
                  <a:lnTo>
                    <a:pt x="103816" y="102173"/>
                  </a:lnTo>
                  <a:lnTo>
                    <a:pt x="100932" y="102173"/>
                  </a:lnTo>
                  <a:lnTo>
                    <a:pt x="98048" y="102173"/>
                  </a:lnTo>
                  <a:lnTo>
                    <a:pt x="95164" y="102173"/>
                  </a:lnTo>
                  <a:lnTo>
                    <a:pt x="92281" y="102173"/>
                  </a:lnTo>
                  <a:lnTo>
                    <a:pt x="89397" y="102173"/>
                  </a:lnTo>
                  <a:lnTo>
                    <a:pt x="86513" y="102173"/>
                  </a:lnTo>
                  <a:lnTo>
                    <a:pt x="83629" y="102173"/>
                  </a:lnTo>
                  <a:lnTo>
                    <a:pt x="80746" y="102173"/>
                  </a:lnTo>
                  <a:lnTo>
                    <a:pt x="77862" y="102173"/>
                  </a:lnTo>
                  <a:lnTo>
                    <a:pt x="74978" y="102173"/>
                  </a:lnTo>
                  <a:lnTo>
                    <a:pt x="72094" y="102173"/>
                  </a:lnTo>
                  <a:lnTo>
                    <a:pt x="69210" y="102173"/>
                  </a:lnTo>
                  <a:lnTo>
                    <a:pt x="66327" y="102173"/>
                  </a:lnTo>
                  <a:lnTo>
                    <a:pt x="63443" y="102173"/>
                  </a:lnTo>
                  <a:lnTo>
                    <a:pt x="60559" y="102173"/>
                  </a:lnTo>
                  <a:lnTo>
                    <a:pt x="57675" y="102173"/>
                  </a:lnTo>
                  <a:lnTo>
                    <a:pt x="54791" y="102173"/>
                  </a:lnTo>
                  <a:lnTo>
                    <a:pt x="51908" y="102173"/>
                  </a:lnTo>
                  <a:lnTo>
                    <a:pt x="49024" y="102173"/>
                  </a:lnTo>
                  <a:lnTo>
                    <a:pt x="46140" y="102173"/>
                  </a:lnTo>
                  <a:lnTo>
                    <a:pt x="43256" y="102173"/>
                  </a:lnTo>
                  <a:lnTo>
                    <a:pt x="40373" y="102173"/>
                  </a:lnTo>
                  <a:lnTo>
                    <a:pt x="37489" y="102173"/>
                  </a:lnTo>
                  <a:lnTo>
                    <a:pt x="34605" y="102173"/>
                  </a:lnTo>
                  <a:lnTo>
                    <a:pt x="31721" y="102173"/>
                  </a:lnTo>
                  <a:lnTo>
                    <a:pt x="28837" y="102173"/>
                  </a:lnTo>
                  <a:lnTo>
                    <a:pt x="25954" y="102173"/>
                  </a:lnTo>
                  <a:lnTo>
                    <a:pt x="23070" y="102173"/>
                  </a:lnTo>
                  <a:lnTo>
                    <a:pt x="20186" y="102173"/>
                  </a:lnTo>
                  <a:lnTo>
                    <a:pt x="17302" y="102173"/>
                  </a:lnTo>
                  <a:lnTo>
                    <a:pt x="14418" y="102173"/>
                  </a:lnTo>
                  <a:lnTo>
                    <a:pt x="11535" y="102173"/>
                  </a:lnTo>
                  <a:lnTo>
                    <a:pt x="8651" y="102173"/>
                  </a:lnTo>
                  <a:lnTo>
                    <a:pt x="5767" y="102173"/>
                  </a:lnTo>
                  <a:lnTo>
                    <a:pt x="2883" y="102173"/>
                  </a:lnTo>
                  <a:lnTo>
                    <a:pt x="0" y="102173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27" name="pg326"/>
            <p:cNvSpPr/>
            <p:nvPr/>
          </p:nvSpPr>
          <p:spPr>
            <a:xfrm>
              <a:off x="5644475" y="4000705"/>
              <a:ext cx="4597702" cy="102173"/>
            </a:xfrm>
            <a:custGeom>
              <a:avLst/>
              <a:pathLst>
                <a:path w="4597702" h="102173">
                  <a:moveTo>
                    <a:pt x="0" y="0"/>
                  </a:moveTo>
                  <a:lnTo>
                    <a:pt x="9195" y="0"/>
                  </a:lnTo>
                  <a:lnTo>
                    <a:pt x="18390" y="0"/>
                  </a:lnTo>
                  <a:lnTo>
                    <a:pt x="27586" y="0"/>
                  </a:lnTo>
                  <a:lnTo>
                    <a:pt x="36781" y="0"/>
                  </a:lnTo>
                  <a:lnTo>
                    <a:pt x="45977" y="0"/>
                  </a:lnTo>
                  <a:lnTo>
                    <a:pt x="55172" y="0"/>
                  </a:lnTo>
                  <a:lnTo>
                    <a:pt x="64367" y="0"/>
                  </a:lnTo>
                  <a:lnTo>
                    <a:pt x="73563" y="0"/>
                  </a:lnTo>
                  <a:lnTo>
                    <a:pt x="82758" y="0"/>
                  </a:lnTo>
                  <a:lnTo>
                    <a:pt x="91954" y="0"/>
                  </a:lnTo>
                  <a:lnTo>
                    <a:pt x="101149" y="0"/>
                  </a:lnTo>
                  <a:lnTo>
                    <a:pt x="110344" y="0"/>
                  </a:lnTo>
                  <a:lnTo>
                    <a:pt x="119540" y="0"/>
                  </a:lnTo>
                  <a:lnTo>
                    <a:pt x="128735" y="0"/>
                  </a:lnTo>
                  <a:lnTo>
                    <a:pt x="137931" y="0"/>
                  </a:lnTo>
                  <a:lnTo>
                    <a:pt x="147126" y="0"/>
                  </a:lnTo>
                  <a:lnTo>
                    <a:pt x="156321" y="0"/>
                  </a:lnTo>
                  <a:lnTo>
                    <a:pt x="165517" y="0"/>
                  </a:lnTo>
                  <a:lnTo>
                    <a:pt x="174712" y="0"/>
                  </a:lnTo>
                  <a:lnTo>
                    <a:pt x="183908" y="0"/>
                  </a:lnTo>
                  <a:lnTo>
                    <a:pt x="193103" y="0"/>
                  </a:lnTo>
                  <a:lnTo>
                    <a:pt x="202298" y="0"/>
                  </a:lnTo>
                  <a:lnTo>
                    <a:pt x="211494" y="0"/>
                  </a:lnTo>
                  <a:lnTo>
                    <a:pt x="220689" y="0"/>
                  </a:lnTo>
                  <a:lnTo>
                    <a:pt x="229885" y="0"/>
                  </a:lnTo>
                  <a:lnTo>
                    <a:pt x="239080" y="0"/>
                  </a:lnTo>
                  <a:lnTo>
                    <a:pt x="248275" y="0"/>
                  </a:lnTo>
                  <a:lnTo>
                    <a:pt x="257471" y="0"/>
                  </a:lnTo>
                  <a:lnTo>
                    <a:pt x="266666" y="0"/>
                  </a:lnTo>
                  <a:lnTo>
                    <a:pt x="275862" y="0"/>
                  </a:lnTo>
                  <a:lnTo>
                    <a:pt x="285057" y="0"/>
                  </a:lnTo>
                  <a:lnTo>
                    <a:pt x="294252" y="0"/>
                  </a:lnTo>
                  <a:lnTo>
                    <a:pt x="303448" y="0"/>
                  </a:lnTo>
                  <a:lnTo>
                    <a:pt x="312643" y="0"/>
                  </a:lnTo>
                  <a:lnTo>
                    <a:pt x="321839" y="0"/>
                  </a:lnTo>
                  <a:lnTo>
                    <a:pt x="331034" y="0"/>
                  </a:lnTo>
                  <a:lnTo>
                    <a:pt x="340229" y="0"/>
                  </a:lnTo>
                  <a:lnTo>
                    <a:pt x="349425" y="0"/>
                  </a:lnTo>
                  <a:lnTo>
                    <a:pt x="358620" y="0"/>
                  </a:lnTo>
                  <a:lnTo>
                    <a:pt x="367816" y="0"/>
                  </a:lnTo>
                  <a:lnTo>
                    <a:pt x="377011" y="0"/>
                  </a:lnTo>
                  <a:lnTo>
                    <a:pt x="386207" y="0"/>
                  </a:lnTo>
                  <a:lnTo>
                    <a:pt x="395402" y="0"/>
                  </a:lnTo>
                  <a:lnTo>
                    <a:pt x="404597" y="0"/>
                  </a:lnTo>
                  <a:lnTo>
                    <a:pt x="413793" y="0"/>
                  </a:lnTo>
                  <a:lnTo>
                    <a:pt x="422988" y="0"/>
                  </a:lnTo>
                  <a:lnTo>
                    <a:pt x="432184" y="0"/>
                  </a:lnTo>
                  <a:lnTo>
                    <a:pt x="441379" y="0"/>
                  </a:lnTo>
                  <a:lnTo>
                    <a:pt x="450574" y="0"/>
                  </a:lnTo>
                  <a:lnTo>
                    <a:pt x="459770" y="0"/>
                  </a:lnTo>
                  <a:lnTo>
                    <a:pt x="468965" y="0"/>
                  </a:lnTo>
                  <a:lnTo>
                    <a:pt x="478161" y="0"/>
                  </a:lnTo>
                  <a:lnTo>
                    <a:pt x="487356" y="0"/>
                  </a:lnTo>
                  <a:lnTo>
                    <a:pt x="496551" y="0"/>
                  </a:lnTo>
                  <a:lnTo>
                    <a:pt x="505747" y="0"/>
                  </a:lnTo>
                  <a:lnTo>
                    <a:pt x="514942" y="0"/>
                  </a:lnTo>
                  <a:lnTo>
                    <a:pt x="524138" y="0"/>
                  </a:lnTo>
                  <a:lnTo>
                    <a:pt x="533333" y="0"/>
                  </a:lnTo>
                  <a:lnTo>
                    <a:pt x="542528" y="0"/>
                  </a:lnTo>
                  <a:lnTo>
                    <a:pt x="551724" y="0"/>
                  </a:lnTo>
                  <a:lnTo>
                    <a:pt x="560919" y="0"/>
                  </a:lnTo>
                  <a:lnTo>
                    <a:pt x="570115" y="0"/>
                  </a:lnTo>
                  <a:lnTo>
                    <a:pt x="579310" y="0"/>
                  </a:lnTo>
                  <a:lnTo>
                    <a:pt x="588505" y="0"/>
                  </a:lnTo>
                  <a:lnTo>
                    <a:pt x="597701" y="0"/>
                  </a:lnTo>
                  <a:lnTo>
                    <a:pt x="606896" y="0"/>
                  </a:lnTo>
                  <a:lnTo>
                    <a:pt x="616092" y="0"/>
                  </a:lnTo>
                  <a:lnTo>
                    <a:pt x="625287" y="0"/>
                  </a:lnTo>
                  <a:lnTo>
                    <a:pt x="634482" y="0"/>
                  </a:lnTo>
                  <a:lnTo>
                    <a:pt x="643678" y="0"/>
                  </a:lnTo>
                  <a:lnTo>
                    <a:pt x="652873" y="0"/>
                  </a:lnTo>
                  <a:lnTo>
                    <a:pt x="662069" y="0"/>
                  </a:lnTo>
                  <a:lnTo>
                    <a:pt x="671264" y="0"/>
                  </a:lnTo>
                  <a:lnTo>
                    <a:pt x="680459" y="0"/>
                  </a:lnTo>
                  <a:lnTo>
                    <a:pt x="689655" y="0"/>
                  </a:lnTo>
                  <a:lnTo>
                    <a:pt x="698850" y="0"/>
                  </a:lnTo>
                  <a:lnTo>
                    <a:pt x="708046" y="0"/>
                  </a:lnTo>
                  <a:lnTo>
                    <a:pt x="717241" y="0"/>
                  </a:lnTo>
                  <a:lnTo>
                    <a:pt x="726437" y="0"/>
                  </a:lnTo>
                  <a:lnTo>
                    <a:pt x="735632" y="0"/>
                  </a:lnTo>
                  <a:lnTo>
                    <a:pt x="744827" y="0"/>
                  </a:lnTo>
                  <a:lnTo>
                    <a:pt x="754023" y="0"/>
                  </a:lnTo>
                  <a:lnTo>
                    <a:pt x="763218" y="0"/>
                  </a:lnTo>
                  <a:lnTo>
                    <a:pt x="772414" y="0"/>
                  </a:lnTo>
                  <a:lnTo>
                    <a:pt x="781609" y="0"/>
                  </a:lnTo>
                  <a:lnTo>
                    <a:pt x="790804" y="0"/>
                  </a:lnTo>
                  <a:lnTo>
                    <a:pt x="800000" y="0"/>
                  </a:lnTo>
                  <a:lnTo>
                    <a:pt x="809195" y="0"/>
                  </a:lnTo>
                  <a:lnTo>
                    <a:pt x="818391" y="0"/>
                  </a:lnTo>
                  <a:lnTo>
                    <a:pt x="827586" y="0"/>
                  </a:lnTo>
                  <a:lnTo>
                    <a:pt x="836781" y="0"/>
                  </a:lnTo>
                  <a:lnTo>
                    <a:pt x="845977" y="0"/>
                  </a:lnTo>
                  <a:lnTo>
                    <a:pt x="855172" y="0"/>
                  </a:lnTo>
                  <a:lnTo>
                    <a:pt x="864368" y="0"/>
                  </a:lnTo>
                  <a:lnTo>
                    <a:pt x="873563" y="0"/>
                  </a:lnTo>
                  <a:lnTo>
                    <a:pt x="882758" y="0"/>
                  </a:lnTo>
                  <a:lnTo>
                    <a:pt x="891954" y="0"/>
                  </a:lnTo>
                  <a:lnTo>
                    <a:pt x="901149" y="0"/>
                  </a:lnTo>
                  <a:lnTo>
                    <a:pt x="910345" y="0"/>
                  </a:lnTo>
                  <a:lnTo>
                    <a:pt x="919540" y="0"/>
                  </a:lnTo>
                  <a:lnTo>
                    <a:pt x="928735" y="0"/>
                  </a:lnTo>
                  <a:lnTo>
                    <a:pt x="937931" y="0"/>
                  </a:lnTo>
                  <a:lnTo>
                    <a:pt x="947126" y="0"/>
                  </a:lnTo>
                  <a:lnTo>
                    <a:pt x="956322" y="0"/>
                  </a:lnTo>
                  <a:lnTo>
                    <a:pt x="965517" y="0"/>
                  </a:lnTo>
                  <a:lnTo>
                    <a:pt x="974712" y="0"/>
                  </a:lnTo>
                  <a:lnTo>
                    <a:pt x="983908" y="0"/>
                  </a:lnTo>
                  <a:lnTo>
                    <a:pt x="993103" y="0"/>
                  </a:lnTo>
                  <a:lnTo>
                    <a:pt x="1002299" y="0"/>
                  </a:lnTo>
                  <a:lnTo>
                    <a:pt x="1011494" y="0"/>
                  </a:lnTo>
                  <a:lnTo>
                    <a:pt x="1020689" y="0"/>
                  </a:lnTo>
                  <a:lnTo>
                    <a:pt x="1029885" y="0"/>
                  </a:lnTo>
                  <a:lnTo>
                    <a:pt x="1039080" y="0"/>
                  </a:lnTo>
                  <a:lnTo>
                    <a:pt x="1048276" y="0"/>
                  </a:lnTo>
                  <a:lnTo>
                    <a:pt x="1057471" y="0"/>
                  </a:lnTo>
                  <a:lnTo>
                    <a:pt x="1066667" y="0"/>
                  </a:lnTo>
                  <a:lnTo>
                    <a:pt x="1075862" y="0"/>
                  </a:lnTo>
                  <a:lnTo>
                    <a:pt x="1085057" y="0"/>
                  </a:lnTo>
                  <a:lnTo>
                    <a:pt x="1094253" y="0"/>
                  </a:lnTo>
                  <a:lnTo>
                    <a:pt x="1103448" y="0"/>
                  </a:lnTo>
                  <a:lnTo>
                    <a:pt x="1112644" y="0"/>
                  </a:lnTo>
                  <a:lnTo>
                    <a:pt x="1121839" y="0"/>
                  </a:lnTo>
                  <a:lnTo>
                    <a:pt x="1131034" y="0"/>
                  </a:lnTo>
                  <a:lnTo>
                    <a:pt x="1140230" y="0"/>
                  </a:lnTo>
                  <a:lnTo>
                    <a:pt x="1149425" y="0"/>
                  </a:lnTo>
                  <a:lnTo>
                    <a:pt x="1158621" y="0"/>
                  </a:lnTo>
                  <a:lnTo>
                    <a:pt x="1167816" y="0"/>
                  </a:lnTo>
                  <a:lnTo>
                    <a:pt x="1177011" y="0"/>
                  </a:lnTo>
                  <a:lnTo>
                    <a:pt x="1186207" y="0"/>
                  </a:lnTo>
                  <a:lnTo>
                    <a:pt x="1195402" y="0"/>
                  </a:lnTo>
                  <a:lnTo>
                    <a:pt x="1204598" y="0"/>
                  </a:lnTo>
                  <a:lnTo>
                    <a:pt x="1213793" y="0"/>
                  </a:lnTo>
                  <a:lnTo>
                    <a:pt x="1222988" y="0"/>
                  </a:lnTo>
                  <a:lnTo>
                    <a:pt x="1232184" y="0"/>
                  </a:lnTo>
                  <a:lnTo>
                    <a:pt x="1241379" y="0"/>
                  </a:lnTo>
                  <a:lnTo>
                    <a:pt x="1250575" y="0"/>
                  </a:lnTo>
                  <a:lnTo>
                    <a:pt x="1259770" y="0"/>
                  </a:lnTo>
                  <a:lnTo>
                    <a:pt x="1268965" y="0"/>
                  </a:lnTo>
                  <a:lnTo>
                    <a:pt x="1278161" y="0"/>
                  </a:lnTo>
                  <a:lnTo>
                    <a:pt x="1287356" y="0"/>
                  </a:lnTo>
                  <a:lnTo>
                    <a:pt x="1296552" y="0"/>
                  </a:lnTo>
                  <a:lnTo>
                    <a:pt x="1305747" y="0"/>
                  </a:lnTo>
                  <a:lnTo>
                    <a:pt x="1314942" y="0"/>
                  </a:lnTo>
                  <a:lnTo>
                    <a:pt x="1324138" y="0"/>
                  </a:lnTo>
                  <a:lnTo>
                    <a:pt x="1333333" y="0"/>
                  </a:lnTo>
                  <a:lnTo>
                    <a:pt x="1342529" y="0"/>
                  </a:lnTo>
                  <a:lnTo>
                    <a:pt x="1351724" y="0"/>
                  </a:lnTo>
                  <a:lnTo>
                    <a:pt x="1360919" y="0"/>
                  </a:lnTo>
                  <a:lnTo>
                    <a:pt x="1370115" y="0"/>
                  </a:lnTo>
                  <a:lnTo>
                    <a:pt x="1379310" y="0"/>
                  </a:lnTo>
                  <a:lnTo>
                    <a:pt x="1388506" y="0"/>
                  </a:lnTo>
                  <a:lnTo>
                    <a:pt x="1397701" y="0"/>
                  </a:lnTo>
                  <a:lnTo>
                    <a:pt x="1406897" y="0"/>
                  </a:lnTo>
                  <a:lnTo>
                    <a:pt x="1416092" y="0"/>
                  </a:lnTo>
                  <a:lnTo>
                    <a:pt x="1425287" y="0"/>
                  </a:lnTo>
                  <a:lnTo>
                    <a:pt x="1434483" y="0"/>
                  </a:lnTo>
                  <a:lnTo>
                    <a:pt x="1443678" y="0"/>
                  </a:lnTo>
                  <a:lnTo>
                    <a:pt x="1452874" y="0"/>
                  </a:lnTo>
                  <a:lnTo>
                    <a:pt x="1462069" y="0"/>
                  </a:lnTo>
                  <a:lnTo>
                    <a:pt x="1471264" y="0"/>
                  </a:lnTo>
                  <a:lnTo>
                    <a:pt x="1480460" y="0"/>
                  </a:lnTo>
                  <a:lnTo>
                    <a:pt x="1489655" y="0"/>
                  </a:lnTo>
                  <a:lnTo>
                    <a:pt x="1498851" y="0"/>
                  </a:lnTo>
                  <a:lnTo>
                    <a:pt x="1508046" y="0"/>
                  </a:lnTo>
                  <a:lnTo>
                    <a:pt x="1517241" y="0"/>
                  </a:lnTo>
                  <a:lnTo>
                    <a:pt x="1526437" y="0"/>
                  </a:lnTo>
                  <a:lnTo>
                    <a:pt x="1535632" y="0"/>
                  </a:lnTo>
                  <a:lnTo>
                    <a:pt x="1544828" y="0"/>
                  </a:lnTo>
                  <a:lnTo>
                    <a:pt x="1554023" y="0"/>
                  </a:lnTo>
                  <a:lnTo>
                    <a:pt x="1563218" y="0"/>
                  </a:lnTo>
                  <a:lnTo>
                    <a:pt x="1572414" y="0"/>
                  </a:lnTo>
                  <a:lnTo>
                    <a:pt x="1581609" y="0"/>
                  </a:lnTo>
                  <a:lnTo>
                    <a:pt x="1590805" y="0"/>
                  </a:lnTo>
                  <a:lnTo>
                    <a:pt x="1600000" y="0"/>
                  </a:lnTo>
                  <a:lnTo>
                    <a:pt x="1609195" y="0"/>
                  </a:lnTo>
                  <a:lnTo>
                    <a:pt x="1618391" y="0"/>
                  </a:lnTo>
                  <a:lnTo>
                    <a:pt x="1627586" y="0"/>
                  </a:lnTo>
                  <a:lnTo>
                    <a:pt x="1636782" y="0"/>
                  </a:lnTo>
                  <a:lnTo>
                    <a:pt x="1645977" y="0"/>
                  </a:lnTo>
                  <a:lnTo>
                    <a:pt x="1655172" y="0"/>
                  </a:lnTo>
                  <a:lnTo>
                    <a:pt x="1664368" y="0"/>
                  </a:lnTo>
                  <a:lnTo>
                    <a:pt x="1673563" y="0"/>
                  </a:lnTo>
                  <a:lnTo>
                    <a:pt x="1682759" y="0"/>
                  </a:lnTo>
                  <a:lnTo>
                    <a:pt x="1691954" y="0"/>
                  </a:lnTo>
                  <a:lnTo>
                    <a:pt x="1701149" y="0"/>
                  </a:lnTo>
                  <a:lnTo>
                    <a:pt x="1710345" y="0"/>
                  </a:lnTo>
                  <a:lnTo>
                    <a:pt x="1719540" y="0"/>
                  </a:lnTo>
                  <a:lnTo>
                    <a:pt x="1728736" y="0"/>
                  </a:lnTo>
                  <a:lnTo>
                    <a:pt x="1737931" y="0"/>
                  </a:lnTo>
                  <a:lnTo>
                    <a:pt x="1747127" y="0"/>
                  </a:lnTo>
                  <a:lnTo>
                    <a:pt x="1756322" y="0"/>
                  </a:lnTo>
                  <a:lnTo>
                    <a:pt x="1765517" y="0"/>
                  </a:lnTo>
                  <a:lnTo>
                    <a:pt x="1774713" y="0"/>
                  </a:lnTo>
                  <a:lnTo>
                    <a:pt x="1783908" y="0"/>
                  </a:lnTo>
                  <a:lnTo>
                    <a:pt x="1793104" y="0"/>
                  </a:lnTo>
                  <a:lnTo>
                    <a:pt x="1802299" y="0"/>
                  </a:lnTo>
                  <a:lnTo>
                    <a:pt x="1811494" y="0"/>
                  </a:lnTo>
                  <a:lnTo>
                    <a:pt x="1820690" y="0"/>
                  </a:lnTo>
                  <a:lnTo>
                    <a:pt x="1829885" y="0"/>
                  </a:lnTo>
                  <a:lnTo>
                    <a:pt x="1839081" y="0"/>
                  </a:lnTo>
                  <a:lnTo>
                    <a:pt x="1848276" y="0"/>
                  </a:lnTo>
                  <a:lnTo>
                    <a:pt x="1857471" y="0"/>
                  </a:lnTo>
                  <a:lnTo>
                    <a:pt x="1866667" y="0"/>
                  </a:lnTo>
                  <a:lnTo>
                    <a:pt x="1875862" y="0"/>
                  </a:lnTo>
                  <a:lnTo>
                    <a:pt x="1885058" y="0"/>
                  </a:lnTo>
                  <a:lnTo>
                    <a:pt x="1894253" y="0"/>
                  </a:lnTo>
                  <a:lnTo>
                    <a:pt x="1903448" y="0"/>
                  </a:lnTo>
                  <a:lnTo>
                    <a:pt x="1912644" y="0"/>
                  </a:lnTo>
                  <a:lnTo>
                    <a:pt x="1921839" y="0"/>
                  </a:lnTo>
                  <a:lnTo>
                    <a:pt x="1931035" y="0"/>
                  </a:lnTo>
                  <a:lnTo>
                    <a:pt x="1940230" y="0"/>
                  </a:lnTo>
                  <a:lnTo>
                    <a:pt x="1949425" y="0"/>
                  </a:lnTo>
                  <a:lnTo>
                    <a:pt x="1958621" y="0"/>
                  </a:lnTo>
                  <a:lnTo>
                    <a:pt x="1967816" y="0"/>
                  </a:lnTo>
                  <a:lnTo>
                    <a:pt x="1977012" y="0"/>
                  </a:lnTo>
                  <a:lnTo>
                    <a:pt x="1986207" y="0"/>
                  </a:lnTo>
                  <a:lnTo>
                    <a:pt x="1995402" y="0"/>
                  </a:lnTo>
                  <a:lnTo>
                    <a:pt x="2004598" y="0"/>
                  </a:lnTo>
                  <a:lnTo>
                    <a:pt x="2013793" y="0"/>
                  </a:lnTo>
                  <a:lnTo>
                    <a:pt x="2022989" y="0"/>
                  </a:lnTo>
                  <a:lnTo>
                    <a:pt x="2032184" y="0"/>
                  </a:lnTo>
                  <a:lnTo>
                    <a:pt x="2041379" y="0"/>
                  </a:lnTo>
                  <a:lnTo>
                    <a:pt x="2050575" y="0"/>
                  </a:lnTo>
                  <a:lnTo>
                    <a:pt x="2059770" y="0"/>
                  </a:lnTo>
                  <a:lnTo>
                    <a:pt x="2068966" y="0"/>
                  </a:lnTo>
                  <a:lnTo>
                    <a:pt x="2078161" y="0"/>
                  </a:lnTo>
                  <a:lnTo>
                    <a:pt x="2087357" y="0"/>
                  </a:lnTo>
                  <a:lnTo>
                    <a:pt x="2096552" y="0"/>
                  </a:lnTo>
                  <a:lnTo>
                    <a:pt x="2105747" y="0"/>
                  </a:lnTo>
                  <a:lnTo>
                    <a:pt x="2114943" y="0"/>
                  </a:lnTo>
                  <a:lnTo>
                    <a:pt x="2124138" y="0"/>
                  </a:lnTo>
                  <a:lnTo>
                    <a:pt x="2133334" y="0"/>
                  </a:lnTo>
                  <a:lnTo>
                    <a:pt x="2142529" y="0"/>
                  </a:lnTo>
                  <a:lnTo>
                    <a:pt x="2151724" y="0"/>
                  </a:lnTo>
                  <a:lnTo>
                    <a:pt x="2160920" y="0"/>
                  </a:lnTo>
                  <a:lnTo>
                    <a:pt x="2170115" y="0"/>
                  </a:lnTo>
                  <a:lnTo>
                    <a:pt x="2179311" y="0"/>
                  </a:lnTo>
                  <a:lnTo>
                    <a:pt x="2188506" y="0"/>
                  </a:lnTo>
                  <a:lnTo>
                    <a:pt x="2197701" y="0"/>
                  </a:lnTo>
                  <a:lnTo>
                    <a:pt x="2206897" y="0"/>
                  </a:lnTo>
                  <a:lnTo>
                    <a:pt x="2216092" y="0"/>
                  </a:lnTo>
                  <a:lnTo>
                    <a:pt x="2225288" y="0"/>
                  </a:lnTo>
                  <a:lnTo>
                    <a:pt x="2234483" y="0"/>
                  </a:lnTo>
                  <a:lnTo>
                    <a:pt x="2243678" y="0"/>
                  </a:lnTo>
                  <a:lnTo>
                    <a:pt x="2252874" y="0"/>
                  </a:lnTo>
                  <a:lnTo>
                    <a:pt x="2262069" y="0"/>
                  </a:lnTo>
                  <a:lnTo>
                    <a:pt x="2271265" y="0"/>
                  </a:lnTo>
                  <a:lnTo>
                    <a:pt x="2280460" y="0"/>
                  </a:lnTo>
                  <a:lnTo>
                    <a:pt x="2289655" y="0"/>
                  </a:lnTo>
                  <a:lnTo>
                    <a:pt x="2298851" y="0"/>
                  </a:lnTo>
                  <a:lnTo>
                    <a:pt x="2308046" y="0"/>
                  </a:lnTo>
                  <a:lnTo>
                    <a:pt x="2317242" y="0"/>
                  </a:lnTo>
                  <a:lnTo>
                    <a:pt x="2326437" y="0"/>
                  </a:lnTo>
                  <a:lnTo>
                    <a:pt x="2335632" y="0"/>
                  </a:lnTo>
                  <a:lnTo>
                    <a:pt x="2344828" y="0"/>
                  </a:lnTo>
                  <a:lnTo>
                    <a:pt x="2354023" y="0"/>
                  </a:lnTo>
                  <a:lnTo>
                    <a:pt x="2363219" y="0"/>
                  </a:lnTo>
                  <a:lnTo>
                    <a:pt x="2372414" y="0"/>
                  </a:lnTo>
                  <a:lnTo>
                    <a:pt x="2381609" y="0"/>
                  </a:lnTo>
                  <a:lnTo>
                    <a:pt x="2390805" y="0"/>
                  </a:lnTo>
                  <a:lnTo>
                    <a:pt x="2400000" y="0"/>
                  </a:lnTo>
                  <a:lnTo>
                    <a:pt x="2409196" y="0"/>
                  </a:lnTo>
                  <a:lnTo>
                    <a:pt x="2418391" y="0"/>
                  </a:lnTo>
                  <a:lnTo>
                    <a:pt x="2427587" y="0"/>
                  </a:lnTo>
                  <a:lnTo>
                    <a:pt x="2436782" y="0"/>
                  </a:lnTo>
                  <a:lnTo>
                    <a:pt x="2445977" y="0"/>
                  </a:lnTo>
                  <a:lnTo>
                    <a:pt x="2455173" y="0"/>
                  </a:lnTo>
                  <a:lnTo>
                    <a:pt x="2464368" y="0"/>
                  </a:lnTo>
                  <a:lnTo>
                    <a:pt x="2473564" y="0"/>
                  </a:lnTo>
                  <a:lnTo>
                    <a:pt x="2482759" y="0"/>
                  </a:lnTo>
                  <a:lnTo>
                    <a:pt x="2491954" y="0"/>
                  </a:lnTo>
                  <a:lnTo>
                    <a:pt x="2501150" y="0"/>
                  </a:lnTo>
                  <a:lnTo>
                    <a:pt x="2510345" y="0"/>
                  </a:lnTo>
                  <a:lnTo>
                    <a:pt x="2519541" y="0"/>
                  </a:lnTo>
                  <a:lnTo>
                    <a:pt x="2528736" y="0"/>
                  </a:lnTo>
                  <a:lnTo>
                    <a:pt x="2537931" y="0"/>
                  </a:lnTo>
                  <a:lnTo>
                    <a:pt x="2547127" y="0"/>
                  </a:lnTo>
                  <a:lnTo>
                    <a:pt x="2556322" y="0"/>
                  </a:lnTo>
                  <a:lnTo>
                    <a:pt x="2565518" y="0"/>
                  </a:lnTo>
                  <a:lnTo>
                    <a:pt x="2574713" y="0"/>
                  </a:lnTo>
                  <a:lnTo>
                    <a:pt x="2583908" y="0"/>
                  </a:lnTo>
                  <a:lnTo>
                    <a:pt x="2593104" y="0"/>
                  </a:lnTo>
                  <a:lnTo>
                    <a:pt x="2602299" y="0"/>
                  </a:lnTo>
                  <a:lnTo>
                    <a:pt x="2611495" y="0"/>
                  </a:lnTo>
                  <a:lnTo>
                    <a:pt x="2620690" y="0"/>
                  </a:lnTo>
                  <a:lnTo>
                    <a:pt x="2629885" y="0"/>
                  </a:lnTo>
                  <a:lnTo>
                    <a:pt x="2639081" y="0"/>
                  </a:lnTo>
                  <a:lnTo>
                    <a:pt x="2648276" y="0"/>
                  </a:lnTo>
                  <a:lnTo>
                    <a:pt x="2657472" y="0"/>
                  </a:lnTo>
                  <a:lnTo>
                    <a:pt x="2666667" y="0"/>
                  </a:lnTo>
                  <a:lnTo>
                    <a:pt x="2675862" y="0"/>
                  </a:lnTo>
                  <a:lnTo>
                    <a:pt x="2685058" y="0"/>
                  </a:lnTo>
                  <a:lnTo>
                    <a:pt x="2694253" y="0"/>
                  </a:lnTo>
                  <a:lnTo>
                    <a:pt x="2703449" y="0"/>
                  </a:lnTo>
                  <a:lnTo>
                    <a:pt x="2712644" y="0"/>
                  </a:lnTo>
                  <a:lnTo>
                    <a:pt x="2721839" y="0"/>
                  </a:lnTo>
                  <a:lnTo>
                    <a:pt x="2731035" y="0"/>
                  </a:lnTo>
                  <a:lnTo>
                    <a:pt x="2740230" y="0"/>
                  </a:lnTo>
                  <a:lnTo>
                    <a:pt x="2749426" y="0"/>
                  </a:lnTo>
                  <a:lnTo>
                    <a:pt x="2758621" y="0"/>
                  </a:lnTo>
                  <a:lnTo>
                    <a:pt x="2767817" y="0"/>
                  </a:lnTo>
                  <a:lnTo>
                    <a:pt x="2777012" y="0"/>
                  </a:lnTo>
                  <a:lnTo>
                    <a:pt x="2786207" y="0"/>
                  </a:lnTo>
                  <a:lnTo>
                    <a:pt x="2795403" y="0"/>
                  </a:lnTo>
                  <a:lnTo>
                    <a:pt x="2804598" y="0"/>
                  </a:lnTo>
                  <a:lnTo>
                    <a:pt x="2813794" y="0"/>
                  </a:lnTo>
                  <a:lnTo>
                    <a:pt x="2822989" y="0"/>
                  </a:lnTo>
                  <a:lnTo>
                    <a:pt x="2832184" y="0"/>
                  </a:lnTo>
                  <a:lnTo>
                    <a:pt x="2841380" y="0"/>
                  </a:lnTo>
                  <a:lnTo>
                    <a:pt x="2850575" y="0"/>
                  </a:lnTo>
                  <a:lnTo>
                    <a:pt x="2859771" y="0"/>
                  </a:lnTo>
                  <a:lnTo>
                    <a:pt x="2868966" y="0"/>
                  </a:lnTo>
                  <a:lnTo>
                    <a:pt x="2878161" y="0"/>
                  </a:lnTo>
                  <a:lnTo>
                    <a:pt x="2887357" y="0"/>
                  </a:lnTo>
                  <a:lnTo>
                    <a:pt x="2896552" y="0"/>
                  </a:lnTo>
                  <a:lnTo>
                    <a:pt x="2905748" y="0"/>
                  </a:lnTo>
                  <a:lnTo>
                    <a:pt x="2914943" y="0"/>
                  </a:lnTo>
                  <a:lnTo>
                    <a:pt x="2924138" y="0"/>
                  </a:lnTo>
                  <a:lnTo>
                    <a:pt x="2933334" y="0"/>
                  </a:lnTo>
                  <a:lnTo>
                    <a:pt x="2942529" y="0"/>
                  </a:lnTo>
                  <a:lnTo>
                    <a:pt x="2951725" y="0"/>
                  </a:lnTo>
                  <a:lnTo>
                    <a:pt x="2960920" y="0"/>
                  </a:lnTo>
                  <a:lnTo>
                    <a:pt x="2970115" y="0"/>
                  </a:lnTo>
                  <a:lnTo>
                    <a:pt x="2979311" y="0"/>
                  </a:lnTo>
                  <a:lnTo>
                    <a:pt x="2988506" y="0"/>
                  </a:lnTo>
                  <a:lnTo>
                    <a:pt x="2997702" y="0"/>
                  </a:lnTo>
                  <a:lnTo>
                    <a:pt x="3006897" y="0"/>
                  </a:lnTo>
                  <a:lnTo>
                    <a:pt x="3016092" y="0"/>
                  </a:lnTo>
                  <a:lnTo>
                    <a:pt x="3025288" y="0"/>
                  </a:lnTo>
                  <a:lnTo>
                    <a:pt x="3034483" y="0"/>
                  </a:lnTo>
                  <a:lnTo>
                    <a:pt x="3043679" y="0"/>
                  </a:lnTo>
                  <a:lnTo>
                    <a:pt x="3052874" y="0"/>
                  </a:lnTo>
                  <a:lnTo>
                    <a:pt x="3062069" y="0"/>
                  </a:lnTo>
                  <a:lnTo>
                    <a:pt x="3071265" y="0"/>
                  </a:lnTo>
                  <a:lnTo>
                    <a:pt x="3080460" y="0"/>
                  </a:lnTo>
                  <a:lnTo>
                    <a:pt x="3089656" y="0"/>
                  </a:lnTo>
                  <a:lnTo>
                    <a:pt x="3098851" y="0"/>
                  </a:lnTo>
                  <a:lnTo>
                    <a:pt x="3108047" y="0"/>
                  </a:lnTo>
                  <a:lnTo>
                    <a:pt x="3117242" y="0"/>
                  </a:lnTo>
                  <a:lnTo>
                    <a:pt x="3126437" y="0"/>
                  </a:lnTo>
                  <a:lnTo>
                    <a:pt x="3135633" y="0"/>
                  </a:lnTo>
                  <a:lnTo>
                    <a:pt x="3144828" y="0"/>
                  </a:lnTo>
                  <a:lnTo>
                    <a:pt x="3154024" y="0"/>
                  </a:lnTo>
                  <a:lnTo>
                    <a:pt x="3163219" y="0"/>
                  </a:lnTo>
                  <a:lnTo>
                    <a:pt x="3172414" y="0"/>
                  </a:lnTo>
                  <a:lnTo>
                    <a:pt x="3181610" y="0"/>
                  </a:lnTo>
                  <a:lnTo>
                    <a:pt x="3190805" y="0"/>
                  </a:lnTo>
                  <a:lnTo>
                    <a:pt x="3200001" y="0"/>
                  </a:lnTo>
                  <a:lnTo>
                    <a:pt x="3209196" y="0"/>
                  </a:lnTo>
                  <a:lnTo>
                    <a:pt x="3218391" y="0"/>
                  </a:lnTo>
                  <a:lnTo>
                    <a:pt x="3227587" y="0"/>
                  </a:lnTo>
                  <a:lnTo>
                    <a:pt x="3236782" y="0"/>
                  </a:lnTo>
                  <a:lnTo>
                    <a:pt x="3245978" y="0"/>
                  </a:lnTo>
                  <a:lnTo>
                    <a:pt x="3255173" y="0"/>
                  </a:lnTo>
                  <a:lnTo>
                    <a:pt x="3264368" y="0"/>
                  </a:lnTo>
                  <a:lnTo>
                    <a:pt x="3273564" y="0"/>
                  </a:lnTo>
                  <a:lnTo>
                    <a:pt x="3282759" y="0"/>
                  </a:lnTo>
                  <a:lnTo>
                    <a:pt x="3291955" y="0"/>
                  </a:lnTo>
                  <a:lnTo>
                    <a:pt x="3301150" y="0"/>
                  </a:lnTo>
                  <a:lnTo>
                    <a:pt x="3310345" y="0"/>
                  </a:lnTo>
                  <a:lnTo>
                    <a:pt x="3319541" y="0"/>
                  </a:lnTo>
                  <a:lnTo>
                    <a:pt x="3328736" y="0"/>
                  </a:lnTo>
                  <a:lnTo>
                    <a:pt x="3337932" y="0"/>
                  </a:lnTo>
                  <a:lnTo>
                    <a:pt x="3347127" y="0"/>
                  </a:lnTo>
                  <a:lnTo>
                    <a:pt x="3356322" y="0"/>
                  </a:lnTo>
                  <a:lnTo>
                    <a:pt x="3365518" y="0"/>
                  </a:lnTo>
                  <a:lnTo>
                    <a:pt x="3374713" y="0"/>
                  </a:lnTo>
                  <a:lnTo>
                    <a:pt x="3383909" y="0"/>
                  </a:lnTo>
                  <a:lnTo>
                    <a:pt x="3393104" y="0"/>
                  </a:lnTo>
                  <a:lnTo>
                    <a:pt x="3402299" y="0"/>
                  </a:lnTo>
                  <a:lnTo>
                    <a:pt x="3411495" y="0"/>
                  </a:lnTo>
                  <a:lnTo>
                    <a:pt x="3420690" y="0"/>
                  </a:lnTo>
                  <a:lnTo>
                    <a:pt x="3429886" y="0"/>
                  </a:lnTo>
                  <a:lnTo>
                    <a:pt x="3439081" y="0"/>
                  </a:lnTo>
                  <a:lnTo>
                    <a:pt x="3448277" y="0"/>
                  </a:lnTo>
                  <a:lnTo>
                    <a:pt x="3457472" y="0"/>
                  </a:lnTo>
                  <a:lnTo>
                    <a:pt x="3466667" y="0"/>
                  </a:lnTo>
                  <a:lnTo>
                    <a:pt x="3475863" y="0"/>
                  </a:lnTo>
                  <a:lnTo>
                    <a:pt x="3485058" y="0"/>
                  </a:lnTo>
                  <a:lnTo>
                    <a:pt x="3494254" y="0"/>
                  </a:lnTo>
                  <a:lnTo>
                    <a:pt x="3503449" y="0"/>
                  </a:lnTo>
                  <a:lnTo>
                    <a:pt x="3512644" y="0"/>
                  </a:lnTo>
                  <a:lnTo>
                    <a:pt x="3521840" y="0"/>
                  </a:lnTo>
                  <a:lnTo>
                    <a:pt x="3531035" y="0"/>
                  </a:lnTo>
                  <a:lnTo>
                    <a:pt x="3540231" y="0"/>
                  </a:lnTo>
                  <a:lnTo>
                    <a:pt x="3549426" y="0"/>
                  </a:lnTo>
                  <a:lnTo>
                    <a:pt x="3558621" y="0"/>
                  </a:lnTo>
                  <a:lnTo>
                    <a:pt x="3567817" y="0"/>
                  </a:lnTo>
                  <a:lnTo>
                    <a:pt x="3577012" y="0"/>
                  </a:lnTo>
                  <a:lnTo>
                    <a:pt x="3586208" y="0"/>
                  </a:lnTo>
                  <a:lnTo>
                    <a:pt x="3595403" y="0"/>
                  </a:lnTo>
                  <a:lnTo>
                    <a:pt x="3604598" y="0"/>
                  </a:lnTo>
                  <a:lnTo>
                    <a:pt x="3613794" y="0"/>
                  </a:lnTo>
                  <a:lnTo>
                    <a:pt x="3622989" y="0"/>
                  </a:lnTo>
                  <a:lnTo>
                    <a:pt x="3632185" y="0"/>
                  </a:lnTo>
                  <a:lnTo>
                    <a:pt x="3641380" y="0"/>
                  </a:lnTo>
                  <a:lnTo>
                    <a:pt x="3650575" y="0"/>
                  </a:lnTo>
                  <a:lnTo>
                    <a:pt x="3659771" y="0"/>
                  </a:lnTo>
                  <a:lnTo>
                    <a:pt x="3668966" y="0"/>
                  </a:lnTo>
                  <a:lnTo>
                    <a:pt x="3678162" y="0"/>
                  </a:lnTo>
                  <a:lnTo>
                    <a:pt x="3687357" y="0"/>
                  </a:lnTo>
                  <a:lnTo>
                    <a:pt x="3696552" y="0"/>
                  </a:lnTo>
                  <a:lnTo>
                    <a:pt x="3705748" y="0"/>
                  </a:lnTo>
                  <a:lnTo>
                    <a:pt x="3714943" y="0"/>
                  </a:lnTo>
                  <a:lnTo>
                    <a:pt x="3724139" y="0"/>
                  </a:lnTo>
                  <a:lnTo>
                    <a:pt x="3733334" y="0"/>
                  </a:lnTo>
                  <a:lnTo>
                    <a:pt x="3742529" y="0"/>
                  </a:lnTo>
                  <a:lnTo>
                    <a:pt x="3751725" y="0"/>
                  </a:lnTo>
                  <a:lnTo>
                    <a:pt x="3760920" y="0"/>
                  </a:lnTo>
                  <a:lnTo>
                    <a:pt x="3770116" y="0"/>
                  </a:lnTo>
                  <a:lnTo>
                    <a:pt x="3779311" y="0"/>
                  </a:lnTo>
                  <a:lnTo>
                    <a:pt x="3788507" y="0"/>
                  </a:lnTo>
                  <a:lnTo>
                    <a:pt x="3797702" y="0"/>
                  </a:lnTo>
                  <a:lnTo>
                    <a:pt x="3806897" y="0"/>
                  </a:lnTo>
                  <a:lnTo>
                    <a:pt x="3816093" y="0"/>
                  </a:lnTo>
                  <a:lnTo>
                    <a:pt x="3825288" y="0"/>
                  </a:lnTo>
                  <a:lnTo>
                    <a:pt x="3834484" y="0"/>
                  </a:lnTo>
                  <a:lnTo>
                    <a:pt x="3843679" y="0"/>
                  </a:lnTo>
                  <a:lnTo>
                    <a:pt x="3852874" y="0"/>
                  </a:lnTo>
                  <a:lnTo>
                    <a:pt x="3862070" y="0"/>
                  </a:lnTo>
                  <a:lnTo>
                    <a:pt x="3871265" y="0"/>
                  </a:lnTo>
                  <a:lnTo>
                    <a:pt x="3880461" y="0"/>
                  </a:lnTo>
                  <a:lnTo>
                    <a:pt x="3889656" y="0"/>
                  </a:lnTo>
                  <a:lnTo>
                    <a:pt x="3898851" y="0"/>
                  </a:lnTo>
                  <a:lnTo>
                    <a:pt x="3908047" y="0"/>
                  </a:lnTo>
                  <a:lnTo>
                    <a:pt x="3917242" y="0"/>
                  </a:lnTo>
                  <a:lnTo>
                    <a:pt x="3926438" y="0"/>
                  </a:lnTo>
                  <a:lnTo>
                    <a:pt x="3935633" y="0"/>
                  </a:lnTo>
                  <a:lnTo>
                    <a:pt x="3944828" y="0"/>
                  </a:lnTo>
                  <a:lnTo>
                    <a:pt x="3954024" y="0"/>
                  </a:lnTo>
                  <a:lnTo>
                    <a:pt x="3963219" y="0"/>
                  </a:lnTo>
                  <a:lnTo>
                    <a:pt x="3972415" y="0"/>
                  </a:lnTo>
                  <a:lnTo>
                    <a:pt x="3981610" y="0"/>
                  </a:lnTo>
                  <a:lnTo>
                    <a:pt x="3990805" y="0"/>
                  </a:lnTo>
                  <a:lnTo>
                    <a:pt x="4000001" y="0"/>
                  </a:lnTo>
                  <a:lnTo>
                    <a:pt x="4009196" y="0"/>
                  </a:lnTo>
                  <a:lnTo>
                    <a:pt x="4018392" y="0"/>
                  </a:lnTo>
                  <a:lnTo>
                    <a:pt x="4027587" y="0"/>
                  </a:lnTo>
                  <a:lnTo>
                    <a:pt x="4036782" y="0"/>
                  </a:lnTo>
                  <a:lnTo>
                    <a:pt x="4045978" y="0"/>
                  </a:lnTo>
                  <a:lnTo>
                    <a:pt x="4055173" y="0"/>
                  </a:lnTo>
                  <a:lnTo>
                    <a:pt x="4064369" y="0"/>
                  </a:lnTo>
                  <a:lnTo>
                    <a:pt x="4073564" y="0"/>
                  </a:lnTo>
                  <a:lnTo>
                    <a:pt x="4082759" y="0"/>
                  </a:lnTo>
                  <a:lnTo>
                    <a:pt x="4091955" y="0"/>
                  </a:lnTo>
                  <a:lnTo>
                    <a:pt x="4101150" y="0"/>
                  </a:lnTo>
                  <a:lnTo>
                    <a:pt x="4110346" y="0"/>
                  </a:lnTo>
                  <a:lnTo>
                    <a:pt x="4119541" y="0"/>
                  </a:lnTo>
                  <a:lnTo>
                    <a:pt x="4128737" y="0"/>
                  </a:lnTo>
                  <a:lnTo>
                    <a:pt x="4137932" y="0"/>
                  </a:lnTo>
                  <a:lnTo>
                    <a:pt x="4147127" y="0"/>
                  </a:lnTo>
                  <a:lnTo>
                    <a:pt x="4156323" y="0"/>
                  </a:lnTo>
                  <a:lnTo>
                    <a:pt x="4165518" y="0"/>
                  </a:lnTo>
                  <a:lnTo>
                    <a:pt x="4174714" y="0"/>
                  </a:lnTo>
                  <a:lnTo>
                    <a:pt x="4183909" y="0"/>
                  </a:lnTo>
                  <a:lnTo>
                    <a:pt x="4193104" y="0"/>
                  </a:lnTo>
                  <a:lnTo>
                    <a:pt x="4202300" y="0"/>
                  </a:lnTo>
                  <a:lnTo>
                    <a:pt x="4211495" y="0"/>
                  </a:lnTo>
                  <a:lnTo>
                    <a:pt x="4220691" y="0"/>
                  </a:lnTo>
                  <a:lnTo>
                    <a:pt x="4229886" y="0"/>
                  </a:lnTo>
                  <a:lnTo>
                    <a:pt x="4239081" y="0"/>
                  </a:lnTo>
                  <a:lnTo>
                    <a:pt x="4248277" y="0"/>
                  </a:lnTo>
                  <a:lnTo>
                    <a:pt x="4257472" y="0"/>
                  </a:lnTo>
                  <a:lnTo>
                    <a:pt x="4266668" y="0"/>
                  </a:lnTo>
                  <a:lnTo>
                    <a:pt x="4275863" y="0"/>
                  </a:lnTo>
                  <a:lnTo>
                    <a:pt x="4285058" y="0"/>
                  </a:lnTo>
                  <a:lnTo>
                    <a:pt x="4294254" y="0"/>
                  </a:lnTo>
                  <a:lnTo>
                    <a:pt x="4303449" y="0"/>
                  </a:lnTo>
                  <a:lnTo>
                    <a:pt x="4312645" y="0"/>
                  </a:lnTo>
                  <a:lnTo>
                    <a:pt x="4321840" y="0"/>
                  </a:lnTo>
                  <a:lnTo>
                    <a:pt x="4331035" y="0"/>
                  </a:lnTo>
                  <a:lnTo>
                    <a:pt x="4340231" y="0"/>
                  </a:lnTo>
                  <a:lnTo>
                    <a:pt x="4349426" y="0"/>
                  </a:lnTo>
                  <a:lnTo>
                    <a:pt x="4358622" y="0"/>
                  </a:lnTo>
                  <a:lnTo>
                    <a:pt x="4367817" y="0"/>
                  </a:lnTo>
                  <a:lnTo>
                    <a:pt x="4377012" y="0"/>
                  </a:lnTo>
                  <a:lnTo>
                    <a:pt x="4386208" y="0"/>
                  </a:lnTo>
                  <a:lnTo>
                    <a:pt x="4395403" y="0"/>
                  </a:lnTo>
                  <a:lnTo>
                    <a:pt x="4404599" y="0"/>
                  </a:lnTo>
                  <a:lnTo>
                    <a:pt x="4413794" y="0"/>
                  </a:lnTo>
                  <a:lnTo>
                    <a:pt x="4422989" y="0"/>
                  </a:lnTo>
                  <a:lnTo>
                    <a:pt x="4432185" y="0"/>
                  </a:lnTo>
                  <a:lnTo>
                    <a:pt x="4441380" y="0"/>
                  </a:lnTo>
                  <a:lnTo>
                    <a:pt x="4450576" y="0"/>
                  </a:lnTo>
                  <a:lnTo>
                    <a:pt x="4459771" y="0"/>
                  </a:lnTo>
                  <a:lnTo>
                    <a:pt x="4468967" y="0"/>
                  </a:lnTo>
                  <a:lnTo>
                    <a:pt x="4478162" y="0"/>
                  </a:lnTo>
                  <a:lnTo>
                    <a:pt x="4487357" y="0"/>
                  </a:lnTo>
                  <a:lnTo>
                    <a:pt x="4496553" y="0"/>
                  </a:lnTo>
                  <a:lnTo>
                    <a:pt x="4505748" y="0"/>
                  </a:lnTo>
                  <a:lnTo>
                    <a:pt x="4514944" y="0"/>
                  </a:lnTo>
                  <a:lnTo>
                    <a:pt x="4524139" y="0"/>
                  </a:lnTo>
                  <a:lnTo>
                    <a:pt x="4533334" y="0"/>
                  </a:lnTo>
                  <a:lnTo>
                    <a:pt x="4542530" y="0"/>
                  </a:lnTo>
                  <a:lnTo>
                    <a:pt x="4551725" y="0"/>
                  </a:lnTo>
                  <a:lnTo>
                    <a:pt x="4560921" y="0"/>
                  </a:lnTo>
                  <a:lnTo>
                    <a:pt x="4570116" y="0"/>
                  </a:lnTo>
                  <a:lnTo>
                    <a:pt x="4579311" y="0"/>
                  </a:lnTo>
                  <a:lnTo>
                    <a:pt x="4588507" y="0"/>
                  </a:lnTo>
                  <a:lnTo>
                    <a:pt x="4597702" y="0"/>
                  </a:lnTo>
                  <a:lnTo>
                    <a:pt x="4597702" y="102173"/>
                  </a:lnTo>
                  <a:lnTo>
                    <a:pt x="4588507" y="102173"/>
                  </a:lnTo>
                  <a:lnTo>
                    <a:pt x="4579311" y="102173"/>
                  </a:lnTo>
                  <a:lnTo>
                    <a:pt x="4570116" y="102173"/>
                  </a:lnTo>
                  <a:lnTo>
                    <a:pt x="4560921" y="102173"/>
                  </a:lnTo>
                  <a:lnTo>
                    <a:pt x="4551725" y="102173"/>
                  </a:lnTo>
                  <a:lnTo>
                    <a:pt x="4542530" y="102173"/>
                  </a:lnTo>
                  <a:lnTo>
                    <a:pt x="4533334" y="102173"/>
                  </a:lnTo>
                  <a:lnTo>
                    <a:pt x="4524139" y="102173"/>
                  </a:lnTo>
                  <a:lnTo>
                    <a:pt x="4514944" y="102173"/>
                  </a:lnTo>
                  <a:lnTo>
                    <a:pt x="4505748" y="102173"/>
                  </a:lnTo>
                  <a:lnTo>
                    <a:pt x="4496553" y="102173"/>
                  </a:lnTo>
                  <a:lnTo>
                    <a:pt x="4487357" y="102173"/>
                  </a:lnTo>
                  <a:lnTo>
                    <a:pt x="4478162" y="102173"/>
                  </a:lnTo>
                  <a:lnTo>
                    <a:pt x="4468967" y="102173"/>
                  </a:lnTo>
                  <a:lnTo>
                    <a:pt x="4459771" y="102173"/>
                  </a:lnTo>
                  <a:lnTo>
                    <a:pt x="4450576" y="102173"/>
                  </a:lnTo>
                  <a:lnTo>
                    <a:pt x="4441380" y="102173"/>
                  </a:lnTo>
                  <a:lnTo>
                    <a:pt x="4432185" y="102173"/>
                  </a:lnTo>
                  <a:lnTo>
                    <a:pt x="4422989" y="102173"/>
                  </a:lnTo>
                  <a:lnTo>
                    <a:pt x="4413794" y="102173"/>
                  </a:lnTo>
                  <a:lnTo>
                    <a:pt x="4404599" y="102173"/>
                  </a:lnTo>
                  <a:lnTo>
                    <a:pt x="4395403" y="102173"/>
                  </a:lnTo>
                  <a:lnTo>
                    <a:pt x="4386208" y="102173"/>
                  </a:lnTo>
                  <a:lnTo>
                    <a:pt x="4377012" y="102173"/>
                  </a:lnTo>
                  <a:lnTo>
                    <a:pt x="4367817" y="102173"/>
                  </a:lnTo>
                  <a:lnTo>
                    <a:pt x="4358622" y="102173"/>
                  </a:lnTo>
                  <a:lnTo>
                    <a:pt x="4349426" y="102173"/>
                  </a:lnTo>
                  <a:lnTo>
                    <a:pt x="4340231" y="102173"/>
                  </a:lnTo>
                  <a:lnTo>
                    <a:pt x="4331035" y="102173"/>
                  </a:lnTo>
                  <a:lnTo>
                    <a:pt x="4321840" y="102173"/>
                  </a:lnTo>
                  <a:lnTo>
                    <a:pt x="4312645" y="102173"/>
                  </a:lnTo>
                  <a:lnTo>
                    <a:pt x="4303449" y="102173"/>
                  </a:lnTo>
                  <a:lnTo>
                    <a:pt x="4294254" y="102173"/>
                  </a:lnTo>
                  <a:lnTo>
                    <a:pt x="4285058" y="102173"/>
                  </a:lnTo>
                  <a:lnTo>
                    <a:pt x="4275863" y="102173"/>
                  </a:lnTo>
                  <a:lnTo>
                    <a:pt x="4266668" y="102173"/>
                  </a:lnTo>
                  <a:lnTo>
                    <a:pt x="4257472" y="102173"/>
                  </a:lnTo>
                  <a:lnTo>
                    <a:pt x="4248277" y="102173"/>
                  </a:lnTo>
                  <a:lnTo>
                    <a:pt x="4239081" y="102173"/>
                  </a:lnTo>
                  <a:lnTo>
                    <a:pt x="4229886" y="102173"/>
                  </a:lnTo>
                  <a:lnTo>
                    <a:pt x="4220691" y="102173"/>
                  </a:lnTo>
                  <a:lnTo>
                    <a:pt x="4211495" y="102173"/>
                  </a:lnTo>
                  <a:lnTo>
                    <a:pt x="4202300" y="102173"/>
                  </a:lnTo>
                  <a:lnTo>
                    <a:pt x="4193104" y="102173"/>
                  </a:lnTo>
                  <a:lnTo>
                    <a:pt x="4183909" y="102173"/>
                  </a:lnTo>
                  <a:lnTo>
                    <a:pt x="4174714" y="102173"/>
                  </a:lnTo>
                  <a:lnTo>
                    <a:pt x="4165518" y="102173"/>
                  </a:lnTo>
                  <a:lnTo>
                    <a:pt x="4156323" y="102173"/>
                  </a:lnTo>
                  <a:lnTo>
                    <a:pt x="4147127" y="102173"/>
                  </a:lnTo>
                  <a:lnTo>
                    <a:pt x="4137932" y="102173"/>
                  </a:lnTo>
                  <a:lnTo>
                    <a:pt x="4128737" y="102173"/>
                  </a:lnTo>
                  <a:lnTo>
                    <a:pt x="4119541" y="102173"/>
                  </a:lnTo>
                  <a:lnTo>
                    <a:pt x="4110346" y="102173"/>
                  </a:lnTo>
                  <a:lnTo>
                    <a:pt x="4101150" y="102173"/>
                  </a:lnTo>
                  <a:lnTo>
                    <a:pt x="4091955" y="102173"/>
                  </a:lnTo>
                  <a:lnTo>
                    <a:pt x="4082759" y="102173"/>
                  </a:lnTo>
                  <a:lnTo>
                    <a:pt x="4073564" y="102173"/>
                  </a:lnTo>
                  <a:lnTo>
                    <a:pt x="4064369" y="102173"/>
                  </a:lnTo>
                  <a:lnTo>
                    <a:pt x="4055173" y="102173"/>
                  </a:lnTo>
                  <a:lnTo>
                    <a:pt x="4045978" y="102173"/>
                  </a:lnTo>
                  <a:lnTo>
                    <a:pt x="4036782" y="102173"/>
                  </a:lnTo>
                  <a:lnTo>
                    <a:pt x="4027587" y="102173"/>
                  </a:lnTo>
                  <a:lnTo>
                    <a:pt x="4018392" y="102173"/>
                  </a:lnTo>
                  <a:lnTo>
                    <a:pt x="4009196" y="102173"/>
                  </a:lnTo>
                  <a:lnTo>
                    <a:pt x="4000001" y="102173"/>
                  </a:lnTo>
                  <a:lnTo>
                    <a:pt x="3990805" y="102173"/>
                  </a:lnTo>
                  <a:lnTo>
                    <a:pt x="3981610" y="102173"/>
                  </a:lnTo>
                  <a:lnTo>
                    <a:pt x="3972415" y="102173"/>
                  </a:lnTo>
                  <a:lnTo>
                    <a:pt x="3963219" y="102173"/>
                  </a:lnTo>
                  <a:lnTo>
                    <a:pt x="3954024" y="102173"/>
                  </a:lnTo>
                  <a:lnTo>
                    <a:pt x="3944828" y="102173"/>
                  </a:lnTo>
                  <a:lnTo>
                    <a:pt x="3935633" y="102173"/>
                  </a:lnTo>
                  <a:lnTo>
                    <a:pt x="3926438" y="102173"/>
                  </a:lnTo>
                  <a:lnTo>
                    <a:pt x="3917242" y="102173"/>
                  </a:lnTo>
                  <a:lnTo>
                    <a:pt x="3908047" y="102173"/>
                  </a:lnTo>
                  <a:lnTo>
                    <a:pt x="3898851" y="102173"/>
                  </a:lnTo>
                  <a:lnTo>
                    <a:pt x="3889656" y="102173"/>
                  </a:lnTo>
                  <a:lnTo>
                    <a:pt x="3880461" y="102173"/>
                  </a:lnTo>
                  <a:lnTo>
                    <a:pt x="3871265" y="102173"/>
                  </a:lnTo>
                  <a:lnTo>
                    <a:pt x="3862070" y="102173"/>
                  </a:lnTo>
                  <a:lnTo>
                    <a:pt x="3852874" y="102173"/>
                  </a:lnTo>
                  <a:lnTo>
                    <a:pt x="3843679" y="102173"/>
                  </a:lnTo>
                  <a:lnTo>
                    <a:pt x="3834484" y="102173"/>
                  </a:lnTo>
                  <a:lnTo>
                    <a:pt x="3825288" y="102173"/>
                  </a:lnTo>
                  <a:lnTo>
                    <a:pt x="3816093" y="102173"/>
                  </a:lnTo>
                  <a:lnTo>
                    <a:pt x="3806897" y="102173"/>
                  </a:lnTo>
                  <a:lnTo>
                    <a:pt x="3797702" y="102173"/>
                  </a:lnTo>
                  <a:lnTo>
                    <a:pt x="3788507" y="102173"/>
                  </a:lnTo>
                  <a:lnTo>
                    <a:pt x="3779311" y="102173"/>
                  </a:lnTo>
                  <a:lnTo>
                    <a:pt x="3770116" y="102173"/>
                  </a:lnTo>
                  <a:lnTo>
                    <a:pt x="3760920" y="102173"/>
                  </a:lnTo>
                  <a:lnTo>
                    <a:pt x="3751725" y="102173"/>
                  </a:lnTo>
                  <a:lnTo>
                    <a:pt x="3742529" y="102173"/>
                  </a:lnTo>
                  <a:lnTo>
                    <a:pt x="3733334" y="102173"/>
                  </a:lnTo>
                  <a:lnTo>
                    <a:pt x="3724139" y="102173"/>
                  </a:lnTo>
                  <a:lnTo>
                    <a:pt x="3714943" y="102173"/>
                  </a:lnTo>
                  <a:lnTo>
                    <a:pt x="3705748" y="102173"/>
                  </a:lnTo>
                  <a:lnTo>
                    <a:pt x="3696552" y="102173"/>
                  </a:lnTo>
                  <a:lnTo>
                    <a:pt x="3687357" y="102173"/>
                  </a:lnTo>
                  <a:lnTo>
                    <a:pt x="3678162" y="102173"/>
                  </a:lnTo>
                  <a:lnTo>
                    <a:pt x="3668966" y="102173"/>
                  </a:lnTo>
                  <a:lnTo>
                    <a:pt x="3659771" y="102173"/>
                  </a:lnTo>
                  <a:lnTo>
                    <a:pt x="3650575" y="102173"/>
                  </a:lnTo>
                  <a:lnTo>
                    <a:pt x="3641380" y="102173"/>
                  </a:lnTo>
                  <a:lnTo>
                    <a:pt x="3632185" y="102173"/>
                  </a:lnTo>
                  <a:lnTo>
                    <a:pt x="3622989" y="102173"/>
                  </a:lnTo>
                  <a:lnTo>
                    <a:pt x="3613794" y="102173"/>
                  </a:lnTo>
                  <a:lnTo>
                    <a:pt x="3604598" y="102173"/>
                  </a:lnTo>
                  <a:lnTo>
                    <a:pt x="3595403" y="102173"/>
                  </a:lnTo>
                  <a:lnTo>
                    <a:pt x="3586208" y="102173"/>
                  </a:lnTo>
                  <a:lnTo>
                    <a:pt x="3577012" y="102173"/>
                  </a:lnTo>
                  <a:lnTo>
                    <a:pt x="3567817" y="102173"/>
                  </a:lnTo>
                  <a:lnTo>
                    <a:pt x="3558621" y="102173"/>
                  </a:lnTo>
                  <a:lnTo>
                    <a:pt x="3549426" y="102173"/>
                  </a:lnTo>
                  <a:lnTo>
                    <a:pt x="3540231" y="102173"/>
                  </a:lnTo>
                  <a:lnTo>
                    <a:pt x="3531035" y="102173"/>
                  </a:lnTo>
                  <a:lnTo>
                    <a:pt x="3521840" y="102173"/>
                  </a:lnTo>
                  <a:lnTo>
                    <a:pt x="3512644" y="102173"/>
                  </a:lnTo>
                  <a:lnTo>
                    <a:pt x="3503449" y="102173"/>
                  </a:lnTo>
                  <a:lnTo>
                    <a:pt x="3494254" y="102173"/>
                  </a:lnTo>
                  <a:lnTo>
                    <a:pt x="3485058" y="102173"/>
                  </a:lnTo>
                  <a:lnTo>
                    <a:pt x="3475863" y="102173"/>
                  </a:lnTo>
                  <a:lnTo>
                    <a:pt x="3466667" y="102173"/>
                  </a:lnTo>
                  <a:lnTo>
                    <a:pt x="3457472" y="102173"/>
                  </a:lnTo>
                  <a:lnTo>
                    <a:pt x="3448277" y="102173"/>
                  </a:lnTo>
                  <a:lnTo>
                    <a:pt x="3439081" y="102173"/>
                  </a:lnTo>
                  <a:lnTo>
                    <a:pt x="3429886" y="102173"/>
                  </a:lnTo>
                  <a:lnTo>
                    <a:pt x="3420690" y="102173"/>
                  </a:lnTo>
                  <a:lnTo>
                    <a:pt x="3411495" y="102173"/>
                  </a:lnTo>
                  <a:lnTo>
                    <a:pt x="3402299" y="102173"/>
                  </a:lnTo>
                  <a:lnTo>
                    <a:pt x="3393104" y="102173"/>
                  </a:lnTo>
                  <a:lnTo>
                    <a:pt x="3383909" y="102173"/>
                  </a:lnTo>
                  <a:lnTo>
                    <a:pt x="3374713" y="102173"/>
                  </a:lnTo>
                  <a:lnTo>
                    <a:pt x="3365518" y="102173"/>
                  </a:lnTo>
                  <a:lnTo>
                    <a:pt x="3356322" y="102173"/>
                  </a:lnTo>
                  <a:lnTo>
                    <a:pt x="3347127" y="102173"/>
                  </a:lnTo>
                  <a:lnTo>
                    <a:pt x="3337932" y="102173"/>
                  </a:lnTo>
                  <a:lnTo>
                    <a:pt x="3328736" y="102173"/>
                  </a:lnTo>
                  <a:lnTo>
                    <a:pt x="3319541" y="102173"/>
                  </a:lnTo>
                  <a:lnTo>
                    <a:pt x="3310345" y="102173"/>
                  </a:lnTo>
                  <a:lnTo>
                    <a:pt x="3301150" y="102173"/>
                  </a:lnTo>
                  <a:lnTo>
                    <a:pt x="3291955" y="102173"/>
                  </a:lnTo>
                  <a:lnTo>
                    <a:pt x="3282759" y="102173"/>
                  </a:lnTo>
                  <a:lnTo>
                    <a:pt x="3273564" y="102173"/>
                  </a:lnTo>
                  <a:lnTo>
                    <a:pt x="3264368" y="102173"/>
                  </a:lnTo>
                  <a:lnTo>
                    <a:pt x="3255173" y="102173"/>
                  </a:lnTo>
                  <a:lnTo>
                    <a:pt x="3245978" y="102173"/>
                  </a:lnTo>
                  <a:lnTo>
                    <a:pt x="3236782" y="102173"/>
                  </a:lnTo>
                  <a:lnTo>
                    <a:pt x="3227587" y="102173"/>
                  </a:lnTo>
                  <a:lnTo>
                    <a:pt x="3218391" y="102173"/>
                  </a:lnTo>
                  <a:lnTo>
                    <a:pt x="3209196" y="102173"/>
                  </a:lnTo>
                  <a:lnTo>
                    <a:pt x="3200001" y="102173"/>
                  </a:lnTo>
                  <a:lnTo>
                    <a:pt x="3190805" y="102173"/>
                  </a:lnTo>
                  <a:lnTo>
                    <a:pt x="3181610" y="102173"/>
                  </a:lnTo>
                  <a:lnTo>
                    <a:pt x="3172414" y="102173"/>
                  </a:lnTo>
                  <a:lnTo>
                    <a:pt x="3163219" y="102173"/>
                  </a:lnTo>
                  <a:lnTo>
                    <a:pt x="3154024" y="102173"/>
                  </a:lnTo>
                  <a:lnTo>
                    <a:pt x="3144828" y="102173"/>
                  </a:lnTo>
                  <a:lnTo>
                    <a:pt x="3135633" y="102173"/>
                  </a:lnTo>
                  <a:lnTo>
                    <a:pt x="3126437" y="102173"/>
                  </a:lnTo>
                  <a:lnTo>
                    <a:pt x="3117242" y="102173"/>
                  </a:lnTo>
                  <a:lnTo>
                    <a:pt x="3108047" y="102173"/>
                  </a:lnTo>
                  <a:lnTo>
                    <a:pt x="3098851" y="102173"/>
                  </a:lnTo>
                  <a:lnTo>
                    <a:pt x="3089656" y="102173"/>
                  </a:lnTo>
                  <a:lnTo>
                    <a:pt x="3080460" y="102173"/>
                  </a:lnTo>
                  <a:lnTo>
                    <a:pt x="3071265" y="102173"/>
                  </a:lnTo>
                  <a:lnTo>
                    <a:pt x="3062069" y="102173"/>
                  </a:lnTo>
                  <a:lnTo>
                    <a:pt x="3052874" y="102173"/>
                  </a:lnTo>
                  <a:lnTo>
                    <a:pt x="3043679" y="102173"/>
                  </a:lnTo>
                  <a:lnTo>
                    <a:pt x="3034483" y="102173"/>
                  </a:lnTo>
                  <a:lnTo>
                    <a:pt x="3025288" y="102173"/>
                  </a:lnTo>
                  <a:lnTo>
                    <a:pt x="3016092" y="102173"/>
                  </a:lnTo>
                  <a:lnTo>
                    <a:pt x="3006897" y="102173"/>
                  </a:lnTo>
                  <a:lnTo>
                    <a:pt x="2997702" y="102173"/>
                  </a:lnTo>
                  <a:lnTo>
                    <a:pt x="2988506" y="102173"/>
                  </a:lnTo>
                  <a:lnTo>
                    <a:pt x="2979311" y="102173"/>
                  </a:lnTo>
                  <a:lnTo>
                    <a:pt x="2970115" y="102173"/>
                  </a:lnTo>
                  <a:lnTo>
                    <a:pt x="2960920" y="102173"/>
                  </a:lnTo>
                  <a:lnTo>
                    <a:pt x="2951725" y="102173"/>
                  </a:lnTo>
                  <a:lnTo>
                    <a:pt x="2942529" y="102173"/>
                  </a:lnTo>
                  <a:lnTo>
                    <a:pt x="2933334" y="102173"/>
                  </a:lnTo>
                  <a:lnTo>
                    <a:pt x="2924138" y="102173"/>
                  </a:lnTo>
                  <a:lnTo>
                    <a:pt x="2914943" y="102173"/>
                  </a:lnTo>
                  <a:lnTo>
                    <a:pt x="2905748" y="102173"/>
                  </a:lnTo>
                  <a:lnTo>
                    <a:pt x="2896552" y="102173"/>
                  </a:lnTo>
                  <a:lnTo>
                    <a:pt x="2887357" y="102173"/>
                  </a:lnTo>
                  <a:lnTo>
                    <a:pt x="2878161" y="102173"/>
                  </a:lnTo>
                  <a:lnTo>
                    <a:pt x="2868966" y="102173"/>
                  </a:lnTo>
                  <a:lnTo>
                    <a:pt x="2859771" y="102173"/>
                  </a:lnTo>
                  <a:lnTo>
                    <a:pt x="2850575" y="102173"/>
                  </a:lnTo>
                  <a:lnTo>
                    <a:pt x="2841380" y="102173"/>
                  </a:lnTo>
                  <a:lnTo>
                    <a:pt x="2832184" y="102173"/>
                  </a:lnTo>
                  <a:lnTo>
                    <a:pt x="2822989" y="102173"/>
                  </a:lnTo>
                  <a:lnTo>
                    <a:pt x="2813794" y="102173"/>
                  </a:lnTo>
                  <a:lnTo>
                    <a:pt x="2804598" y="102173"/>
                  </a:lnTo>
                  <a:lnTo>
                    <a:pt x="2795403" y="102173"/>
                  </a:lnTo>
                  <a:lnTo>
                    <a:pt x="2786207" y="102173"/>
                  </a:lnTo>
                  <a:lnTo>
                    <a:pt x="2777012" y="102173"/>
                  </a:lnTo>
                  <a:lnTo>
                    <a:pt x="2767817" y="102173"/>
                  </a:lnTo>
                  <a:lnTo>
                    <a:pt x="2758621" y="102173"/>
                  </a:lnTo>
                  <a:lnTo>
                    <a:pt x="2749426" y="102173"/>
                  </a:lnTo>
                  <a:lnTo>
                    <a:pt x="2740230" y="102173"/>
                  </a:lnTo>
                  <a:lnTo>
                    <a:pt x="2731035" y="102173"/>
                  </a:lnTo>
                  <a:lnTo>
                    <a:pt x="2721839" y="102173"/>
                  </a:lnTo>
                  <a:lnTo>
                    <a:pt x="2712644" y="102173"/>
                  </a:lnTo>
                  <a:lnTo>
                    <a:pt x="2703449" y="102173"/>
                  </a:lnTo>
                  <a:lnTo>
                    <a:pt x="2694253" y="102173"/>
                  </a:lnTo>
                  <a:lnTo>
                    <a:pt x="2685058" y="102173"/>
                  </a:lnTo>
                  <a:lnTo>
                    <a:pt x="2675862" y="102173"/>
                  </a:lnTo>
                  <a:lnTo>
                    <a:pt x="2666667" y="102173"/>
                  </a:lnTo>
                  <a:lnTo>
                    <a:pt x="2657472" y="102173"/>
                  </a:lnTo>
                  <a:lnTo>
                    <a:pt x="2648276" y="102173"/>
                  </a:lnTo>
                  <a:lnTo>
                    <a:pt x="2639081" y="102173"/>
                  </a:lnTo>
                  <a:lnTo>
                    <a:pt x="2629885" y="102173"/>
                  </a:lnTo>
                  <a:lnTo>
                    <a:pt x="2620690" y="102173"/>
                  </a:lnTo>
                  <a:lnTo>
                    <a:pt x="2611495" y="102173"/>
                  </a:lnTo>
                  <a:lnTo>
                    <a:pt x="2602299" y="102173"/>
                  </a:lnTo>
                  <a:lnTo>
                    <a:pt x="2593104" y="102173"/>
                  </a:lnTo>
                  <a:lnTo>
                    <a:pt x="2583908" y="102173"/>
                  </a:lnTo>
                  <a:lnTo>
                    <a:pt x="2574713" y="102173"/>
                  </a:lnTo>
                  <a:lnTo>
                    <a:pt x="2565518" y="102173"/>
                  </a:lnTo>
                  <a:lnTo>
                    <a:pt x="2556322" y="102173"/>
                  </a:lnTo>
                  <a:lnTo>
                    <a:pt x="2547127" y="102173"/>
                  </a:lnTo>
                  <a:lnTo>
                    <a:pt x="2537931" y="102173"/>
                  </a:lnTo>
                  <a:lnTo>
                    <a:pt x="2528736" y="102173"/>
                  </a:lnTo>
                  <a:lnTo>
                    <a:pt x="2519541" y="102173"/>
                  </a:lnTo>
                  <a:lnTo>
                    <a:pt x="2510345" y="102173"/>
                  </a:lnTo>
                  <a:lnTo>
                    <a:pt x="2501150" y="102173"/>
                  </a:lnTo>
                  <a:lnTo>
                    <a:pt x="2491954" y="102173"/>
                  </a:lnTo>
                  <a:lnTo>
                    <a:pt x="2482759" y="102173"/>
                  </a:lnTo>
                  <a:lnTo>
                    <a:pt x="2473564" y="102173"/>
                  </a:lnTo>
                  <a:lnTo>
                    <a:pt x="2464368" y="102173"/>
                  </a:lnTo>
                  <a:lnTo>
                    <a:pt x="2455173" y="102173"/>
                  </a:lnTo>
                  <a:lnTo>
                    <a:pt x="2445977" y="102173"/>
                  </a:lnTo>
                  <a:lnTo>
                    <a:pt x="2436782" y="102173"/>
                  </a:lnTo>
                  <a:lnTo>
                    <a:pt x="2427587" y="102173"/>
                  </a:lnTo>
                  <a:lnTo>
                    <a:pt x="2418391" y="102173"/>
                  </a:lnTo>
                  <a:lnTo>
                    <a:pt x="2409196" y="102173"/>
                  </a:lnTo>
                  <a:lnTo>
                    <a:pt x="2400000" y="102173"/>
                  </a:lnTo>
                  <a:lnTo>
                    <a:pt x="2390805" y="102173"/>
                  </a:lnTo>
                  <a:lnTo>
                    <a:pt x="2381609" y="102173"/>
                  </a:lnTo>
                  <a:lnTo>
                    <a:pt x="2372414" y="102173"/>
                  </a:lnTo>
                  <a:lnTo>
                    <a:pt x="2363219" y="102173"/>
                  </a:lnTo>
                  <a:lnTo>
                    <a:pt x="2354023" y="102173"/>
                  </a:lnTo>
                  <a:lnTo>
                    <a:pt x="2344828" y="102173"/>
                  </a:lnTo>
                  <a:lnTo>
                    <a:pt x="2335632" y="102173"/>
                  </a:lnTo>
                  <a:lnTo>
                    <a:pt x="2326437" y="102173"/>
                  </a:lnTo>
                  <a:lnTo>
                    <a:pt x="2317242" y="102173"/>
                  </a:lnTo>
                  <a:lnTo>
                    <a:pt x="2308046" y="102173"/>
                  </a:lnTo>
                  <a:lnTo>
                    <a:pt x="2298851" y="102173"/>
                  </a:lnTo>
                  <a:lnTo>
                    <a:pt x="2289655" y="102173"/>
                  </a:lnTo>
                  <a:lnTo>
                    <a:pt x="2280460" y="102173"/>
                  </a:lnTo>
                  <a:lnTo>
                    <a:pt x="2271265" y="102173"/>
                  </a:lnTo>
                  <a:lnTo>
                    <a:pt x="2262069" y="102173"/>
                  </a:lnTo>
                  <a:lnTo>
                    <a:pt x="2252874" y="102173"/>
                  </a:lnTo>
                  <a:lnTo>
                    <a:pt x="2243678" y="102173"/>
                  </a:lnTo>
                  <a:lnTo>
                    <a:pt x="2234483" y="102173"/>
                  </a:lnTo>
                  <a:lnTo>
                    <a:pt x="2225288" y="102173"/>
                  </a:lnTo>
                  <a:lnTo>
                    <a:pt x="2216092" y="102173"/>
                  </a:lnTo>
                  <a:lnTo>
                    <a:pt x="2206897" y="102173"/>
                  </a:lnTo>
                  <a:lnTo>
                    <a:pt x="2197701" y="102173"/>
                  </a:lnTo>
                  <a:lnTo>
                    <a:pt x="2188506" y="102173"/>
                  </a:lnTo>
                  <a:lnTo>
                    <a:pt x="2179311" y="102173"/>
                  </a:lnTo>
                  <a:lnTo>
                    <a:pt x="2170115" y="102173"/>
                  </a:lnTo>
                  <a:lnTo>
                    <a:pt x="2160920" y="102173"/>
                  </a:lnTo>
                  <a:lnTo>
                    <a:pt x="2151724" y="102173"/>
                  </a:lnTo>
                  <a:lnTo>
                    <a:pt x="2142529" y="102173"/>
                  </a:lnTo>
                  <a:lnTo>
                    <a:pt x="2133334" y="102173"/>
                  </a:lnTo>
                  <a:lnTo>
                    <a:pt x="2124138" y="102173"/>
                  </a:lnTo>
                  <a:lnTo>
                    <a:pt x="2114943" y="102173"/>
                  </a:lnTo>
                  <a:lnTo>
                    <a:pt x="2105747" y="102173"/>
                  </a:lnTo>
                  <a:lnTo>
                    <a:pt x="2096552" y="102173"/>
                  </a:lnTo>
                  <a:lnTo>
                    <a:pt x="2087357" y="102173"/>
                  </a:lnTo>
                  <a:lnTo>
                    <a:pt x="2078161" y="102173"/>
                  </a:lnTo>
                  <a:lnTo>
                    <a:pt x="2068966" y="102173"/>
                  </a:lnTo>
                  <a:lnTo>
                    <a:pt x="2059770" y="102173"/>
                  </a:lnTo>
                  <a:lnTo>
                    <a:pt x="2050575" y="102173"/>
                  </a:lnTo>
                  <a:lnTo>
                    <a:pt x="2041379" y="102173"/>
                  </a:lnTo>
                  <a:lnTo>
                    <a:pt x="2032184" y="102173"/>
                  </a:lnTo>
                  <a:lnTo>
                    <a:pt x="2022989" y="102173"/>
                  </a:lnTo>
                  <a:lnTo>
                    <a:pt x="2013793" y="102173"/>
                  </a:lnTo>
                  <a:lnTo>
                    <a:pt x="2004598" y="102173"/>
                  </a:lnTo>
                  <a:lnTo>
                    <a:pt x="1995402" y="102173"/>
                  </a:lnTo>
                  <a:lnTo>
                    <a:pt x="1986207" y="102173"/>
                  </a:lnTo>
                  <a:lnTo>
                    <a:pt x="1977012" y="102173"/>
                  </a:lnTo>
                  <a:lnTo>
                    <a:pt x="1967816" y="102173"/>
                  </a:lnTo>
                  <a:lnTo>
                    <a:pt x="1958621" y="102173"/>
                  </a:lnTo>
                  <a:lnTo>
                    <a:pt x="1949425" y="102173"/>
                  </a:lnTo>
                  <a:lnTo>
                    <a:pt x="1940230" y="102173"/>
                  </a:lnTo>
                  <a:lnTo>
                    <a:pt x="1931035" y="102173"/>
                  </a:lnTo>
                  <a:lnTo>
                    <a:pt x="1921839" y="102173"/>
                  </a:lnTo>
                  <a:lnTo>
                    <a:pt x="1912644" y="102173"/>
                  </a:lnTo>
                  <a:lnTo>
                    <a:pt x="1903448" y="102173"/>
                  </a:lnTo>
                  <a:lnTo>
                    <a:pt x="1894253" y="102173"/>
                  </a:lnTo>
                  <a:lnTo>
                    <a:pt x="1885058" y="102173"/>
                  </a:lnTo>
                  <a:lnTo>
                    <a:pt x="1875862" y="102173"/>
                  </a:lnTo>
                  <a:lnTo>
                    <a:pt x="1866667" y="102173"/>
                  </a:lnTo>
                  <a:lnTo>
                    <a:pt x="1857471" y="102173"/>
                  </a:lnTo>
                  <a:lnTo>
                    <a:pt x="1848276" y="102173"/>
                  </a:lnTo>
                  <a:lnTo>
                    <a:pt x="1839081" y="102173"/>
                  </a:lnTo>
                  <a:lnTo>
                    <a:pt x="1829885" y="102173"/>
                  </a:lnTo>
                  <a:lnTo>
                    <a:pt x="1820690" y="102173"/>
                  </a:lnTo>
                  <a:lnTo>
                    <a:pt x="1811494" y="102173"/>
                  </a:lnTo>
                  <a:lnTo>
                    <a:pt x="1802299" y="102173"/>
                  </a:lnTo>
                  <a:lnTo>
                    <a:pt x="1793104" y="102173"/>
                  </a:lnTo>
                  <a:lnTo>
                    <a:pt x="1783908" y="102173"/>
                  </a:lnTo>
                  <a:lnTo>
                    <a:pt x="1774713" y="102173"/>
                  </a:lnTo>
                  <a:lnTo>
                    <a:pt x="1765517" y="102173"/>
                  </a:lnTo>
                  <a:lnTo>
                    <a:pt x="1756322" y="102173"/>
                  </a:lnTo>
                  <a:lnTo>
                    <a:pt x="1747127" y="102173"/>
                  </a:lnTo>
                  <a:lnTo>
                    <a:pt x="1737931" y="102173"/>
                  </a:lnTo>
                  <a:lnTo>
                    <a:pt x="1728736" y="102173"/>
                  </a:lnTo>
                  <a:lnTo>
                    <a:pt x="1719540" y="102173"/>
                  </a:lnTo>
                  <a:lnTo>
                    <a:pt x="1710345" y="102173"/>
                  </a:lnTo>
                  <a:lnTo>
                    <a:pt x="1701149" y="102173"/>
                  </a:lnTo>
                  <a:lnTo>
                    <a:pt x="1691954" y="102173"/>
                  </a:lnTo>
                  <a:lnTo>
                    <a:pt x="1682759" y="102173"/>
                  </a:lnTo>
                  <a:lnTo>
                    <a:pt x="1673563" y="102173"/>
                  </a:lnTo>
                  <a:lnTo>
                    <a:pt x="1664368" y="102173"/>
                  </a:lnTo>
                  <a:lnTo>
                    <a:pt x="1655172" y="102173"/>
                  </a:lnTo>
                  <a:lnTo>
                    <a:pt x="1645977" y="102173"/>
                  </a:lnTo>
                  <a:lnTo>
                    <a:pt x="1636782" y="102173"/>
                  </a:lnTo>
                  <a:lnTo>
                    <a:pt x="1627586" y="102173"/>
                  </a:lnTo>
                  <a:lnTo>
                    <a:pt x="1618391" y="102173"/>
                  </a:lnTo>
                  <a:lnTo>
                    <a:pt x="1609195" y="102173"/>
                  </a:lnTo>
                  <a:lnTo>
                    <a:pt x="1600000" y="102173"/>
                  </a:lnTo>
                  <a:lnTo>
                    <a:pt x="1590805" y="102173"/>
                  </a:lnTo>
                  <a:lnTo>
                    <a:pt x="1581609" y="102173"/>
                  </a:lnTo>
                  <a:lnTo>
                    <a:pt x="1572414" y="102173"/>
                  </a:lnTo>
                  <a:lnTo>
                    <a:pt x="1563218" y="102173"/>
                  </a:lnTo>
                  <a:lnTo>
                    <a:pt x="1554023" y="102173"/>
                  </a:lnTo>
                  <a:lnTo>
                    <a:pt x="1544828" y="102173"/>
                  </a:lnTo>
                  <a:lnTo>
                    <a:pt x="1535632" y="102173"/>
                  </a:lnTo>
                  <a:lnTo>
                    <a:pt x="1526437" y="102173"/>
                  </a:lnTo>
                  <a:lnTo>
                    <a:pt x="1517241" y="102173"/>
                  </a:lnTo>
                  <a:lnTo>
                    <a:pt x="1508046" y="102173"/>
                  </a:lnTo>
                  <a:lnTo>
                    <a:pt x="1498851" y="102173"/>
                  </a:lnTo>
                  <a:lnTo>
                    <a:pt x="1489655" y="102173"/>
                  </a:lnTo>
                  <a:lnTo>
                    <a:pt x="1480460" y="102173"/>
                  </a:lnTo>
                  <a:lnTo>
                    <a:pt x="1471264" y="102173"/>
                  </a:lnTo>
                  <a:lnTo>
                    <a:pt x="1462069" y="102173"/>
                  </a:lnTo>
                  <a:lnTo>
                    <a:pt x="1452874" y="102173"/>
                  </a:lnTo>
                  <a:lnTo>
                    <a:pt x="1443678" y="102173"/>
                  </a:lnTo>
                  <a:lnTo>
                    <a:pt x="1434483" y="102173"/>
                  </a:lnTo>
                  <a:lnTo>
                    <a:pt x="1425287" y="102173"/>
                  </a:lnTo>
                  <a:lnTo>
                    <a:pt x="1416092" y="102173"/>
                  </a:lnTo>
                  <a:lnTo>
                    <a:pt x="1406897" y="102173"/>
                  </a:lnTo>
                  <a:lnTo>
                    <a:pt x="1397701" y="102173"/>
                  </a:lnTo>
                  <a:lnTo>
                    <a:pt x="1388506" y="102173"/>
                  </a:lnTo>
                  <a:lnTo>
                    <a:pt x="1379310" y="102173"/>
                  </a:lnTo>
                  <a:lnTo>
                    <a:pt x="1370115" y="102173"/>
                  </a:lnTo>
                  <a:lnTo>
                    <a:pt x="1360919" y="102173"/>
                  </a:lnTo>
                  <a:lnTo>
                    <a:pt x="1351724" y="102173"/>
                  </a:lnTo>
                  <a:lnTo>
                    <a:pt x="1342529" y="102173"/>
                  </a:lnTo>
                  <a:lnTo>
                    <a:pt x="1333333" y="102173"/>
                  </a:lnTo>
                  <a:lnTo>
                    <a:pt x="1324138" y="102173"/>
                  </a:lnTo>
                  <a:lnTo>
                    <a:pt x="1314942" y="102173"/>
                  </a:lnTo>
                  <a:lnTo>
                    <a:pt x="1305747" y="102173"/>
                  </a:lnTo>
                  <a:lnTo>
                    <a:pt x="1296552" y="102173"/>
                  </a:lnTo>
                  <a:lnTo>
                    <a:pt x="1287356" y="102173"/>
                  </a:lnTo>
                  <a:lnTo>
                    <a:pt x="1278161" y="102173"/>
                  </a:lnTo>
                  <a:lnTo>
                    <a:pt x="1268965" y="102173"/>
                  </a:lnTo>
                  <a:lnTo>
                    <a:pt x="1259770" y="102173"/>
                  </a:lnTo>
                  <a:lnTo>
                    <a:pt x="1250575" y="102173"/>
                  </a:lnTo>
                  <a:lnTo>
                    <a:pt x="1241379" y="102173"/>
                  </a:lnTo>
                  <a:lnTo>
                    <a:pt x="1232184" y="102173"/>
                  </a:lnTo>
                  <a:lnTo>
                    <a:pt x="1222988" y="102173"/>
                  </a:lnTo>
                  <a:lnTo>
                    <a:pt x="1213793" y="102173"/>
                  </a:lnTo>
                  <a:lnTo>
                    <a:pt x="1204598" y="102173"/>
                  </a:lnTo>
                  <a:lnTo>
                    <a:pt x="1195402" y="102173"/>
                  </a:lnTo>
                  <a:lnTo>
                    <a:pt x="1186207" y="102173"/>
                  </a:lnTo>
                  <a:lnTo>
                    <a:pt x="1177011" y="102173"/>
                  </a:lnTo>
                  <a:lnTo>
                    <a:pt x="1167816" y="102173"/>
                  </a:lnTo>
                  <a:lnTo>
                    <a:pt x="1158621" y="102173"/>
                  </a:lnTo>
                  <a:lnTo>
                    <a:pt x="1149425" y="102173"/>
                  </a:lnTo>
                  <a:lnTo>
                    <a:pt x="1140230" y="102173"/>
                  </a:lnTo>
                  <a:lnTo>
                    <a:pt x="1131034" y="102173"/>
                  </a:lnTo>
                  <a:lnTo>
                    <a:pt x="1121839" y="102173"/>
                  </a:lnTo>
                  <a:lnTo>
                    <a:pt x="1112644" y="102173"/>
                  </a:lnTo>
                  <a:lnTo>
                    <a:pt x="1103448" y="102173"/>
                  </a:lnTo>
                  <a:lnTo>
                    <a:pt x="1094253" y="102173"/>
                  </a:lnTo>
                  <a:lnTo>
                    <a:pt x="1085057" y="102173"/>
                  </a:lnTo>
                  <a:lnTo>
                    <a:pt x="1075862" y="102173"/>
                  </a:lnTo>
                  <a:lnTo>
                    <a:pt x="1066667" y="102173"/>
                  </a:lnTo>
                  <a:lnTo>
                    <a:pt x="1057471" y="102173"/>
                  </a:lnTo>
                  <a:lnTo>
                    <a:pt x="1048276" y="102173"/>
                  </a:lnTo>
                  <a:lnTo>
                    <a:pt x="1039080" y="102173"/>
                  </a:lnTo>
                  <a:lnTo>
                    <a:pt x="1029885" y="102173"/>
                  </a:lnTo>
                  <a:lnTo>
                    <a:pt x="1020689" y="102173"/>
                  </a:lnTo>
                  <a:lnTo>
                    <a:pt x="1011494" y="102173"/>
                  </a:lnTo>
                  <a:lnTo>
                    <a:pt x="1002299" y="102173"/>
                  </a:lnTo>
                  <a:lnTo>
                    <a:pt x="993103" y="102173"/>
                  </a:lnTo>
                  <a:lnTo>
                    <a:pt x="983908" y="102173"/>
                  </a:lnTo>
                  <a:lnTo>
                    <a:pt x="974712" y="102173"/>
                  </a:lnTo>
                  <a:lnTo>
                    <a:pt x="965517" y="102173"/>
                  </a:lnTo>
                  <a:lnTo>
                    <a:pt x="956322" y="102173"/>
                  </a:lnTo>
                  <a:lnTo>
                    <a:pt x="947126" y="102173"/>
                  </a:lnTo>
                  <a:lnTo>
                    <a:pt x="937931" y="102173"/>
                  </a:lnTo>
                  <a:lnTo>
                    <a:pt x="928735" y="102173"/>
                  </a:lnTo>
                  <a:lnTo>
                    <a:pt x="919540" y="102173"/>
                  </a:lnTo>
                  <a:lnTo>
                    <a:pt x="910345" y="102173"/>
                  </a:lnTo>
                  <a:lnTo>
                    <a:pt x="901149" y="102173"/>
                  </a:lnTo>
                  <a:lnTo>
                    <a:pt x="891954" y="102173"/>
                  </a:lnTo>
                  <a:lnTo>
                    <a:pt x="882758" y="102173"/>
                  </a:lnTo>
                  <a:lnTo>
                    <a:pt x="873563" y="102173"/>
                  </a:lnTo>
                  <a:lnTo>
                    <a:pt x="864368" y="102173"/>
                  </a:lnTo>
                  <a:lnTo>
                    <a:pt x="855172" y="102173"/>
                  </a:lnTo>
                  <a:lnTo>
                    <a:pt x="845977" y="102173"/>
                  </a:lnTo>
                  <a:lnTo>
                    <a:pt x="836781" y="102173"/>
                  </a:lnTo>
                  <a:lnTo>
                    <a:pt x="827586" y="102173"/>
                  </a:lnTo>
                  <a:lnTo>
                    <a:pt x="818391" y="102173"/>
                  </a:lnTo>
                  <a:lnTo>
                    <a:pt x="809195" y="102173"/>
                  </a:lnTo>
                  <a:lnTo>
                    <a:pt x="800000" y="102173"/>
                  </a:lnTo>
                  <a:lnTo>
                    <a:pt x="790804" y="102173"/>
                  </a:lnTo>
                  <a:lnTo>
                    <a:pt x="781609" y="102173"/>
                  </a:lnTo>
                  <a:lnTo>
                    <a:pt x="772414" y="102173"/>
                  </a:lnTo>
                  <a:lnTo>
                    <a:pt x="763218" y="102173"/>
                  </a:lnTo>
                  <a:lnTo>
                    <a:pt x="754023" y="102173"/>
                  </a:lnTo>
                  <a:lnTo>
                    <a:pt x="744827" y="102173"/>
                  </a:lnTo>
                  <a:lnTo>
                    <a:pt x="735632" y="102173"/>
                  </a:lnTo>
                  <a:lnTo>
                    <a:pt x="726437" y="102173"/>
                  </a:lnTo>
                  <a:lnTo>
                    <a:pt x="717241" y="102173"/>
                  </a:lnTo>
                  <a:lnTo>
                    <a:pt x="708046" y="102173"/>
                  </a:lnTo>
                  <a:lnTo>
                    <a:pt x="698850" y="102173"/>
                  </a:lnTo>
                  <a:lnTo>
                    <a:pt x="689655" y="102173"/>
                  </a:lnTo>
                  <a:lnTo>
                    <a:pt x="680459" y="102173"/>
                  </a:lnTo>
                  <a:lnTo>
                    <a:pt x="671264" y="102173"/>
                  </a:lnTo>
                  <a:lnTo>
                    <a:pt x="662069" y="102173"/>
                  </a:lnTo>
                  <a:lnTo>
                    <a:pt x="652873" y="102173"/>
                  </a:lnTo>
                  <a:lnTo>
                    <a:pt x="643678" y="102173"/>
                  </a:lnTo>
                  <a:lnTo>
                    <a:pt x="634482" y="102173"/>
                  </a:lnTo>
                  <a:lnTo>
                    <a:pt x="625287" y="102173"/>
                  </a:lnTo>
                  <a:lnTo>
                    <a:pt x="616092" y="102173"/>
                  </a:lnTo>
                  <a:lnTo>
                    <a:pt x="606896" y="102173"/>
                  </a:lnTo>
                  <a:lnTo>
                    <a:pt x="597701" y="102173"/>
                  </a:lnTo>
                  <a:lnTo>
                    <a:pt x="588505" y="102173"/>
                  </a:lnTo>
                  <a:lnTo>
                    <a:pt x="579310" y="102173"/>
                  </a:lnTo>
                  <a:lnTo>
                    <a:pt x="570115" y="102173"/>
                  </a:lnTo>
                  <a:lnTo>
                    <a:pt x="560919" y="102173"/>
                  </a:lnTo>
                  <a:lnTo>
                    <a:pt x="551724" y="102173"/>
                  </a:lnTo>
                  <a:lnTo>
                    <a:pt x="542528" y="102173"/>
                  </a:lnTo>
                  <a:lnTo>
                    <a:pt x="533333" y="102173"/>
                  </a:lnTo>
                  <a:lnTo>
                    <a:pt x="524138" y="102173"/>
                  </a:lnTo>
                  <a:lnTo>
                    <a:pt x="514942" y="102173"/>
                  </a:lnTo>
                  <a:lnTo>
                    <a:pt x="505747" y="102173"/>
                  </a:lnTo>
                  <a:lnTo>
                    <a:pt x="496551" y="102173"/>
                  </a:lnTo>
                  <a:lnTo>
                    <a:pt x="487356" y="102173"/>
                  </a:lnTo>
                  <a:lnTo>
                    <a:pt x="478161" y="102173"/>
                  </a:lnTo>
                  <a:lnTo>
                    <a:pt x="468965" y="102173"/>
                  </a:lnTo>
                  <a:lnTo>
                    <a:pt x="459770" y="102173"/>
                  </a:lnTo>
                  <a:lnTo>
                    <a:pt x="450574" y="102173"/>
                  </a:lnTo>
                  <a:lnTo>
                    <a:pt x="441379" y="102173"/>
                  </a:lnTo>
                  <a:lnTo>
                    <a:pt x="432184" y="102173"/>
                  </a:lnTo>
                  <a:lnTo>
                    <a:pt x="422988" y="102173"/>
                  </a:lnTo>
                  <a:lnTo>
                    <a:pt x="413793" y="102173"/>
                  </a:lnTo>
                  <a:lnTo>
                    <a:pt x="404597" y="102173"/>
                  </a:lnTo>
                  <a:lnTo>
                    <a:pt x="395402" y="102173"/>
                  </a:lnTo>
                  <a:lnTo>
                    <a:pt x="386207" y="102173"/>
                  </a:lnTo>
                  <a:lnTo>
                    <a:pt x="377011" y="102173"/>
                  </a:lnTo>
                  <a:lnTo>
                    <a:pt x="367816" y="102173"/>
                  </a:lnTo>
                  <a:lnTo>
                    <a:pt x="358620" y="102173"/>
                  </a:lnTo>
                  <a:lnTo>
                    <a:pt x="349425" y="102173"/>
                  </a:lnTo>
                  <a:lnTo>
                    <a:pt x="340229" y="102173"/>
                  </a:lnTo>
                  <a:lnTo>
                    <a:pt x="331034" y="102173"/>
                  </a:lnTo>
                  <a:lnTo>
                    <a:pt x="321839" y="102173"/>
                  </a:lnTo>
                  <a:lnTo>
                    <a:pt x="312643" y="102173"/>
                  </a:lnTo>
                  <a:lnTo>
                    <a:pt x="303448" y="102173"/>
                  </a:lnTo>
                  <a:lnTo>
                    <a:pt x="294252" y="102173"/>
                  </a:lnTo>
                  <a:lnTo>
                    <a:pt x="285057" y="102173"/>
                  </a:lnTo>
                  <a:lnTo>
                    <a:pt x="275862" y="102173"/>
                  </a:lnTo>
                  <a:lnTo>
                    <a:pt x="266666" y="102173"/>
                  </a:lnTo>
                  <a:lnTo>
                    <a:pt x="257471" y="102173"/>
                  </a:lnTo>
                  <a:lnTo>
                    <a:pt x="248275" y="102173"/>
                  </a:lnTo>
                  <a:lnTo>
                    <a:pt x="239080" y="102173"/>
                  </a:lnTo>
                  <a:lnTo>
                    <a:pt x="229885" y="102173"/>
                  </a:lnTo>
                  <a:lnTo>
                    <a:pt x="220689" y="102173"/>
                  </a:lnTo>
                  <a:lnTo>
                    <a:pt x="211494" y="102173"/>
                  </a:lnTo>
                  <a:lnTo>
                    <a:pt x="202298" y="102173"/>
                  </a:lnTo>
                  <a:lnTo>
                    <a:pt x="193103" y="102173"/>
                  </a:lnTo>
                  <a:lnTo>
                    <a:pt x="183908" y="102173"/>
                  </a:lnTo>
                  <a:lnTo>
                    <a:pt x="174712" y="102173"/>
                  </a:lnTo>
                  <a:lnTo>
                    <a:pt x="165517" y="102173"/>
                  </a:lnTo>
                  <a:lnTo>
                    <a:pt x="156321" y="102173"/>
                  </a:lnTo>
                  <a:lnTo>
                    <a:pt x="147126" y="102173"/>
                  </a:lnTo>
                  <a:lnTo>
                    <a:pt x="137931" y="102173"/>
                  </a:lnTo>
                  <a:lnTo>
                    <a:pt x="128735" y="102173"/>
                  </a:lnTo>
                  <a:lnTo>
                    <a:pt x="119540" y="102173"/>
                  </a:lnTo>
                  <a:lnTo>
                    <a:pt x="110344" y="102173"/>
                  </a:lnTo>
                  <a:lnTo>
                    <a:pt x="101149" y="102173"/>
                  </a:lnTo>
                  <a:lnTo>
                    <a:pt x="91954" y="102173"/>
                  </a:lnTo>
                  <a:lnTo>
                    <a:pt x="82758" y="102173"/>
                  </a:lnTo>
                  <a:lnTo>
                    <a:pt x="73563" y="102173"/>
                  </a:lnTo>
                  <a:lnTo>
                    <a:pt x="64367" y="102173"/>
                  </a:lnTo>
                  <a:lnTo>
                    <a:pt x="55172" y="102173"/>
                  </a:lnTo>
                  <a:lnTo>
                    <a:pt x="45977" y="102173"/>
                  </a:lnTo>
                  <a:lnTo>
                    <a:pt x="36781" y="102173"/>
                  </a:lnTo>
                  <a:lnTo>
                    <a:pt x="27586" y="102173"/>
                  </a:lnTo>
                  <a:lnTo>
                    <a:pt x="18390" y="102173"/>
                  </a:lnTo>
                  <a:lnTo>
                    <a:pt x="9195" y="102173"/>
                  </a:lnTo>
                  <a:lnTo>
                    <a:pt x="0" y="102173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28" name="pg327"/>
            <p:cNvSpPr/>
            <p:nvPr/>
          </p:nvSpPr>
          <p:spPr>
            <a:xfrm>
              <a:off x="7133537" y="4114231"/>
              <a:ext cx="0" cy="102173"/>
            </a:xfrm>
            <a:custGeom>
              <a:avLst/>
              <a:pathLst>
                <a:path w="0" h="102173">
                  <a:moveTo>
                    <a:pt x="0" y="0"/>
                  </a:moveTo>
                  <a:lnTo>
                    <a:pt x="0" y="102173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29" name="pg328"/>
            <p:cNvSpPr/>
            <p:nvPr/>
          </p:nvSpPr>
          <p:spPr>
            <a:xfrm>
              <a:off x="3775864" y="4227758"/>
              <a:ext cx="2360742" cy="102173"/>
            </a:xfrm>
            <a:custGeom>
              <a:avLst/>
              <a:pathLst>
                <a:path w="2360742" h="102173">
                  <a:moveTo>
                    <a:pt x="0" y="0"/>
                  </a:moveTo>
                  <a:lnTo>
                    <a:pt x="4721" y="0"/>
                  </a:lnTo>
                  <a:lnTo>
                    <a:pt x="9442" y="0"/>
                  </a:lnTo>
                  <a:lnTo>
                    <a:pt x="14164" y="0"/>
                  </a:lnTo>
                  <a:lnTo>
                    <a:pt x="18885" y="0"/>
                  </a:lnTo>
                  <a:lnTo>
                    <a:pt x="23607" y="0"/>
                  </a:lnTo>
                  <a:lnTo>
                    <a:pt x="28328" y="0"/>
                  </a:lnTo>
                  <a:lnTo>
                    <a:pt x="33050" y="0"/>
                  </a:lnTo>
                  <a:lnTo>
                    <a:pt x="37771" y="0"/>
                  </a:lnTo>
                  <a:lnTo>
                    <a:pt x="42493" y="0"/>
                  </a:lnTo>
                  <a:lnTo>
                    <a:pt x="47214" y="0"/>
                  </a:lnTo>
                  <a:lnTo>
                    <a:pt x="51936" y="0"/>
                  </a:lnTo>
                  <a:lnTo>
                    <a:pt x="56657" y="0"/>
                  </a:lnTo>
                  <a:lnTo>
                    <a:pt x="61379" y="0"/>
                  </a:lnTo>
                  <a:lnTo>
                    <a:pt x="66100" y="0"/>
                  </a:lnTo>
                  <a:lnTo>
                    <a:pt x="70822" y="0"/>
                  </a:lnTo>
                  <a:lnTo>
                    <a:pt x="75543" y="0"/>
                  </a:lnTo>
                  <a:lnTo>
                    <a:pt x="80265" y="0"/>
                  </a:lnTo>
                  <a:lnTo>
                    <a:pt x="84986" y="0"/>
                  </a:lnTo>
                  <a:lnTo>
                    <a:pt x="89708" y="0"/>
                  </a:lnTo>
                  <a:lnTo>
                    <a:pt x="94429" y="0"/>
                  </a:lnTo>
                  <a:lnTo>
                    <a:pt x="99151" y="0"/>
                  </a:lnTo>
                  <a:lnTo>
                    <a:pt x="103872" y="0"/>
                  </a:lnTo>
                  <a:lnTo>
                    <a:pt x="108594" y="0"/>
                  </a:lnTo>
                  <a:lnTo>
                    <a:pt x="113315" y="0"/>
                  </a:lnTo>
                  <a:lnTo>
                    <a:pt x="118037" y="0"/>
                  </a:lnTo>
                  <a:lnTo>
                    <a:pt x="122758" y="0"/>
                  </a:lnTo>
                  <a:lnTo>
                    <a:pt x="127480" y="0"/>
                  </a:lnTo>
                  <a:lnTo>
                    <a:pt x="132201" y="0"/>
                  </a:lnTo>
                  <a:lnTo>
                    <a:pt x="136923" y="0"/>
                  </a:lnTo>
                  <a:lnTo>
                    <a:pt x="141644" y="0"/>
                  </a:lnTo>
                  <a:lnTo>
                    <a:pt x="146366" y="0"/>
                  </a:lnTo>
                  <a:lnTo>
                    <a:pt x="151087" y="0"/>
                  </a:lnTo>
                  <a:lnTo>
                    <a:pt x="155809" y="0"/>
                  </a:lnTo>
                  <a:lnTo>
                    <a:pt x="160530" y="0"/>
                  </a:lnTo>
                  <a:lnTo>
                    <a:pt x="165252" y="0"/>
                  </a:lnTo>
                  <a:lnTo>
                    <a:pt x="169973" y="0"/>
                  </a:lnTo>
                  <a:lnTo>
                    <a:pt x="174694" y="0"/>
                  </a:lnTo>
                  <a:lnTo>
                    <a:pt x="179416" y="0"/>
                  </a:lnTo>
                  <a:lnTo>
                    <a:pt x="184137" y="0"/>
                  </a:lnTo>
                  <a:lnTo>
                    <a:pt x="188859" y="0"/>
                  </a:lnTo>
                  <a:lnTo>
                    <a:pt x="193580" y="0"/>
                  </a:lnTo>
                  <a:lnTo>
                    <a:pt x="198302" y="0"/>
                  </a:lnTo>
                  <a:lnTo>
                    <a:pt x="203023" y="0"/>
                  </a:lnTo>
                  <a:lnTo>
                    <a:pt x="207745" y="0"/>
                  </a:lnTo>
                  <a:lnTo>
                    <a:pt x="212466" y="0"/>
                  </a:lnTo>
                  <a:lnTo>
                    <a:pt x="217188" y="0"/>
                  </a:lnTo>
                  <a:lnTo>
                    <a:pt x="221909" y="0"/>
                  </a:lnTo>
                  <a:lnTo>
                    <a:pt x="226631" y="0"/>
                  </a:lnTo>
                  <a:lnTo>
                    <a:pt x="231352" y="0"/>
                  </a:lnTo>
                  <a:lnTo>
                    <a:pt x="236074" y="0"/>
                  </a:lnTo>
                  <a:lnTo>
                    <a:pt x="240795" y="0"/>
                  </a:lnTo>
                  <a:lnTo>
                    <a:pt x="245517" y="0"/>
                  </a:lnTo>
                  <a:lnTo>
                    <a:pt x="250238" y="0"/>
                  </a:lnTo>
                  <a:lnTo>
                    <a:pt x="254960" y="0"/>
                  </a:lnTo>
                  <a:lnTo>
                    <a:pt x="259681" y="0"/>
                  </a:lnTo>
                  <a:lnTo>
                    <a:pt x="264403" y="0"/>
                  </a:lnTo>
                  <a:lnTo>
                    <a:pt x="269124" y="0"/>
                  </a:lnTo>
                  <a:lnTo>
                    <a:pt x="273846" y="0"/>
                  </a:lnTo>
                  <a:lnTo>
                    <a:pt x="278567" y="0"/>
                  </a:lnTo>
                  <a:lnTo>
                    <a:pt x="283289" y="0"/>
                  </a:lnTo>
                  <a:lnTo>
                    <a:pt x="288010" y="0"/>
                  </a:lnTo>
                  <a:lnTo>
                    <a:pt x="292732" y="0"/>
                  </a:lnTo>
                  <a:lnTo>
                    <a:pt x="297453" y="0"/>
                  </a:lnTo>
                  <a:lnTo>
                    <a:pt x="302175" y="0"/>
                  </a:lnTo>
                  <a:lnTo>
                    <a:pt x="306896" y="0"/>
                  </a:lnTo>
                  <a:lnTo>
                    <a:pt x="311618" y="0"/>
                  </a:lnTo>
                  <a:lnTo>
                    <a:pt x="316339" y="0"/>
                  </a:lnTo>
                  <a:lnTo>
                    <a:pt x="321061" y="0"/>
                  </a:lnTo>
                  <a:lnTo>
                    <a:pt x="325782" y="0"/>
                  </a:lnTo>
                  <a:lnTo>
                    <a:pt x="330504" y="0"/>
                  </a:lnTo>
                  <a:lnTo>
                    <a:pt x="335225" y="0"/>
                  </a:lnTo>
                  <a:lnTo>
                    <a:pt x="339946" y="0"/>
                  </a:lnTo>
                  <a:lnTo>
                    <a:pt x="344668" y="0"/>
                  </a:lnTo>
                  <a:lnTo>
                    <a:pt x="349389" y="0"/>
                  </a:lnTo>
                  <a:lnTo>
                    <a:pt x="354111" y="0"/>
                  </a:lnTo>
                  <a:lnTo>
                    <a:pt x="358832" y="0"/>
                  </a:lnTo>
                  <a:lnTo>
                    <a:pt x="363554" y="0"/>
                  </a:lnTo>
                  <a:lnTo>
                    <a:pt x="368275" y="0"/>
                  </a:lnTo>
                  <a:lnTo>
                    <a:pt x="372997" y="0"/>
                  </a:lnTo>
                  <a:lnTo>
                    <a:pt x="377718" y="0"/>
                  </a:lnTo>
                  <a:lnTo>
                    <a:pt x="382440" y="0"/>
                  </a:lnTo>
                  <a:lnTo>
                    <a:pt x="387161" y="0"/>
                  </a:lnTo>
                  <a:lnTo>
                    <a:pt x="391883" y="0"/>
                  </a:lnTo>
                  <a:lnTo>
                    <a:pt x="396604" y="0"/>
                  </a:lnTo>
                  <a:lnTo>
                    <a:pt x="401326" y="0"/>
                  </a:lnTo>
                  <a:lnTo>
                    <a:pt x="406047" y="0"/>
                  </a:lnTo>
                  <a:lnTo>
                    <a:pt x="410769" y="0"/>
                  </a:lnTo>
                  <a:lnTo>
                    <a:pt x="415490" y="0"/>
                  </a:lnTo>
                  <a:lnTo>
                    <a:pt x="420212" y="0"/>
                  </a:lnTo>
                  <a:lnTo>
                    <a:pt x="424933" y="0"/>
                  </a:lnTo>
                  <a:lnTo>
                    <a:pt x="429655" y="0"/>
                  </a:lnTo>
                  <a:lnTo>
                    <a:pt x="434376" y="0"/>
                  </a:lnTo>
                  <a:lnTo>
                    <a:pt x="439098" y="0"/>
                  </a:lnTo>
                  <a:lnTo>
                    <a:pt x="443819" y="0"/>
                  </a:lnTo>
                  <a:lnTo>
                    <a:pt x="448541" y="0"/>
                  </a:lnTo>
                  <a:lnTo>
                    <a:pt x="453262" y="0"/>
                  </a:lnTo>
                  <a:lnTo>
                    <a:pt x="457984" y="0"/>
                  </a:lnTo>
                  <a:lnTo>
                    <a:pt x="462705" y="0"/>
                  </a:lnTo>
                  <a:lnTo>
                    <a:pt x="467427" y="0"/>
                  </a:lnTo>
                  <a:lnTo>
                    <a:pt x="472148" y="0"/>
                  </a:lnTo>
                  <a:lnTo>
                    <a:pt x="476870" y="0"/>
                  </a:lnTo>
                  <a:lnTo>
                    <a:pt x="481591" y="0"/>
                  </a:lnTo>
                  <a:lnTo>
                    <a:pt x="486313" y="0"/>
                  </a:lnTo>
                  <a:lnTo>
                    <a:pt x="491034" y="0"/>
                  </a:lnTo>
                  <a:lnTo>
                    <a:pt x="495756" y="0"/>
                  </a:lnTo>
                  <a:lnTo>
                    <a:pt x="500477" y="0"/>
                  </a:lnTo>
                  <a:lnTo>
                    <a:pt x="505198" y="0"/>
                  </a:lnTo>
                  <a:lnTo>
                    <a:pt x="509920" y="0"/>
                  </a:lnTo>
                  <a:lnTo>
                    <a:pt x="514641" y="0"/>
                  </a:lnTo>
                  <a:lnTo>
                    <a:pt x="519363" y="0"/>
                  </a:lnTo>
                  <a:lnTo>
                    <a:pt x="524084" y="0"/>
                  </a:lnTo>
                  <a:lnTo>
                    <a:pt x="528806" y="0"/>
                  </a:lnTo>
                  <a:lnTo>
                    <a:pt x="533527" y="0"/>
                  </a:lnTo>
                  <a:lnTo>
                    <a:pt x="538249" y="0"/>
                  </a:lnTo>
                  <a:lnTo>
                    <a:pt x="542970" y="0"/>
                  </a:lnTo>
                  <a:lnTo>
                    <a:pt x="547692" y="0"/>
                  </a:lnTo>
                  <a:lnTo>
                    <a:pt x="552413" y="0"/>
                  </a:lnTo>
                  <a:lnTo>
                    <a:pt x="557135" y="0"/>
                  </a:lnTo>
                  <a:lnTo>
                    <a:pt x="561856" y="0"/>
                  </a:lnTo>
                  <a:lnTo>
                    <a:pt x="566578" y="0"/>
                  </a:lnTo>
                  <a:lnTo>
                    <a:pt x="571299" y="0"/>
                  </a:lnTo>
                  <a:lnTo>
                    <a:pt x="576021" y="0"/>
                  </a:lnTo>
                  <a:lnTo>
                    <a:pt x="580742" y="0"/>
                  </a:lnTo>
                  <a:lnTo>
                    <a:pt x="585464" y="0"/>
                  </a:lnTo>
                  <a:lnTo>
                    <a:pt x="590185" y="0"/>
                  </a:lnTo>
                  <a:lnTo>
                    <a:pt x="594907" y="0"/>
                  </a:lnTo>
                  <a:lnTo>
                    <a:pt x="599628" y="0"/>
                  </a:lnTo>
                  <a:lnTo>
                    <a:pt x="604350" y="0"/>
                  </a:lnTo>
                  <a:lnTo>
                    <a:pt x="609071" y="0"/>
                  </a:lnTo>
                  <a:lnTo>
                    <a:pt x="613793" y="0"/>
                  </a:lnTo>
                  <a:lnTo>
                    <a:pt x="618514" y="0"/>
                  </a:lnTo>
                  <a:lnTo>
                    <a:pt x="623236" y="0"/>
                  </a:lnTo>
                  <a:lnTo>
                    <a:pt x="627957" y="0"/>
                  </a:lnTo>
                  <a:lnTo>
                    <a:pt x="632679" y="0"/>
                  </a:lnTo>
                  <a:lnTo>
                    <a:pt x="637400" y="0"/>
                  </a:lnTo>
                  <a:lnTo>
                    <a:pt x="642122" y="0"/>
                  </a:lnTo>
                  <a:lnTo>
                    <a:pt x="646843" y="0"/>
                  </a:lnTo>
                  <a:lnTo>
                    <a:pt x="651565" y="0"/>
                  </a:lnTo>
                  <a:lnTo>
                    <a:pt x="656286" y="0"/>
                  </a:lnTo>
                  <a:lnTo>
                    <a:pt x="661008" y="0"/>
                  </a:lnTo>
                  <a:lnTo>
                    <a:pt x="665729" y="0"/>
                  </a:lnTo>
                  <a:lnTo>
                    <a:pt x="670450" y="0"/>
                  </a:lnTo>
                  <a:lnTo>
                    <a:pt x="675172" y="0"/>
                  </a:lnTo>
                  <a:lnTo>
                    <a:pt x="679893" y="0"/>
                  </a:lnTo>
                  <a:lnTo>
                    <a:pt x="684615" y="0"/>
                  </a:lnTo>
                  <a:lnTo>
                    <a:pt x="689336" y="0"/>
                  </a:lnTo>
                  <a:lnTo>
                    <a:pt x="694058" y="0"/>
                  </a:lnTo>
                  <a:lnTo>
                    <a:pt x="698779" y="0"/>
                  </a:lnTo>
                  <a:lnTo>
                    <a:pt x="703501" y="0"/>
                  </a:lnTo>
                  <a:lnTo>
                    <a:pt x="708222" y="0"/>
                  </a:lnTo>
                  <a:lnTo>
                    <a:pt x="712944" y="0"/>
                  </a:lnTo>
                  <a:lnTo>
                    <a:pt x="717665" y="0"/>
                  </a:lnTo>
                  <a:lnTo>
                    <a:pt x="722387" y="0"/>
                  </a:lnTo>
                  <a:lnTo>
                    <a:pt x="727108" y="0"/>
                  </a:lnTo>
                  <a:lnTo>
                    <a:pt x="731830" y="0"/>
                  </a:lnTo>
                  <a:lnTo>
                    <a:pt x="736551" y="0"/>
                  </a:lnTo>
                  <a:lnTo>
                    <a:pt x="741273" y="0"/>
                  </a:lnTo>
                  <a:lnTo>
                    <a:pt x="745994" y="0"/>
                  </a:lnTo>
                  <a:lnTo>
                    <a:pt x="750716" y="0"/>
                  </a:lnTo>
                  <a:lnTo>
                    <a:pt x="755437" y="0"/>
                  </a:lnTo>
                  <a:lnTo>
                    <a:pt x="760159" y="0"/>
                  </a:lnTo>
                  <a:lnTo>
                    <a:pt x="764880" y="0"/>
                  </a:lnTo>
                  <a:lnTo>
                    <a:pt x="769602" y="0"/>
                  </a:lnTo>
                  <a:lnTo>
                    <a:pt x="774323" y="0"/>
                  </a:lnTo>
                  <a:lnTo>
                    <a:pt x="779045" y="0"/>
                  </a:lnTo>
                  <a:lnTo>
                    <a:pt x="783766" y="0"/>
                  </a:lnTo>
                  <a:lnTo>
                    <a:pt x="788488" y="0"/>
                  </a:lnTo>
                  <a:lnTo>
                    <a:pt x="793209" y="0"/>
                  </a:lnTo>
                  <a:lnTo>
                    <a:pt x="797931" y="0"/>
                  </a:lnTo>
                  <a:lnTo>
                    <a:pt x="802652" y="0"/>
                  </a:lnTo>
                  <a:lnTo>
                    <a:pt x="807374" y="0"/>
                  </a:lnTo>
                  <a:lnTo>
                    <a:pt x="812095" y="0"/>
                  </a:lnTo>
                  <a:lnTo>
                    <a:pt x="816817" y="0"/>
                  </a:lnTo>
                  <a:lnTo>
                    <a:pt x="821538" y="0"/>
                  </a:lnTo>
                  <a:lnTo>
                    <a:pt x="826260" y="0"/>
                  </a:lnTo>
                  <a:lnTo>
                    <a:pt x="830981" y="0"/>
                  </a:lnTo>
                  <a:lnTo>
                    <a:pt x="835702" y="0"/>
                  </a:lnTo>
                  <a:lnTo>
                    <a:pt x="840424" y="0"/>
                  </a:lnTo>
                  <a:lnTo>
                    <a:pt x="845145" y="0"/>
                  </a:lnTo>
                  <a:lnTo>
                    <a:pt x="849867" y="0"/>
                  </a:lnTo>
                  <a:lnTo>
                    <a:pt x="854588" y="0"/>
                  </a:lnTo>
                  <a:lnTo>
                    <a:pt x="859310" y="0"/>
                  </a:lnTo>
                  <a:lnTo>
                    <a:pt x="864031" y="0"/>
                  </a:lnTo>
                  <a:lnTo>
                    <a:pt x="868753" y="0"/>
                  </a:lnTo>
                  <a:lnTo>
                    <a:pt x="873474" y="0"/>
                  </a:lnTo>
                  <a:lnTo>
                    <a:pt x="878196" y="0"/>
                  </a:lnTo>
                  <a:lnTo>
                    <a:pt x="882917" y="0"/>
                  </a:lnTo>
                  <a:lnTo>
                    <a:pt x="887639" y="0"/>
                  </a:lnTo>
                  <a:lnTo>
                    <a:pt x="892360" y="0"/>
                  </a:lnTo>
                  <a:lnTo>
                    <a:pt x="897082" y="0"/>
                  </a:lnTo>
                  <a:lnTo>
                    <a:pt x="901803" y="0"/>
                  </a:lnTo>
                  <a:lnTo>
                    <a:pt x="906525" y="0"/>
                  </a:lnTo>
                  <a:lnTo>
                    <a:pt x="911246" y="0"/>
                  </a:lnTo>
                  <a:lnTo>
                    <a:pt x="915968" y="0"/>
                  </a:lnTo>
                  <a:lnTo>
                    <a:pt x="920689" y="0"/>
                  </a:lnTo>
                  <a:lnTo>
                    <a:pt x="925411" y="0"/>
                  </a:lnTo>
                  <a:lnTo>
                    <a:pt x="930132" y="0"/>
                  </a:lnTo>
                  <a:lnTo>
                    <a:pt x="934854" y="0"/>
                  </a:lnTo>
                  <a:lnTo>
                    <a:pt x="939575" y="0"/>
                  </a:lnTo>
                  <a:lnTo>
                    <a:pt x="944297" y="0"/>
                  </a:lnTo>
                  <a:lnTo>
                    <a:pt x="949018" y="0"/>
                  </a:lnTo>
                  <a:lnTo>
                    <a:pt x="953740" y="0"/>
                  </a:lnTo>
                  <a:lnTo>
                    <a:pt x="958461" y="0"/>
                  </a:lnTo>
                  <a:lnTo>
                    <a:pt x="963183" y="0"/>
                  </a:lnTo>
                  <a:lnTo>
                    <a:pt x="967904" y="0"/>
                  </a:lnTo>
                  <a:lnTo>
                    <a:pt x="972626" y="0"/>
                  </a:lnTo>
                  <a:lnTo>
                    <a:pt x="977347" y="0"/>
                  </a:lnTo>
                  <a:lnTo>
                    <a:pt x="982069" y="0"/>
                  </a:lnTo>
                  <a:lnTo>
                    <a:pt x="986790" y="0"/>
                  </a:lnTo>
                  <a:lnTo>
                    <a:pt x="991512" y="0"/>
                  </a:lnTo>
                  <a:lnTo>
                    <a:pt x="996233" y="0"/>
                  </a:lnTo>
                  <a:lnTo>
                    <a:pt x="1000954" y="0"/>
                  </a:lnTo>
                  <a:lnTo>
                    <a:pt x="1005676" y="0"/>
                  </a:lnTo>
                  <a:lnTo>
                    <a:pt x="1010397" y="0"/>
                  </a:lnTo>
                  <a:lnTo>
                    <a:pt x="1015119" y="0"/>
                  </a:lnTo>
                  <a:lnTo>
                    <a:pt x="1019840" y="0"/>
                  </a:lnTo>
                  <a:lnTo>
                    <a:pt x="1024562" y="0"/>
                  </a:lnTo>
                  <a:lnTo>
                    <a:pt x="1029283" y="0"/>
                  </a:lnTo>
                  <a:lnTo>
                    <a:pt x="1034005" y="0"/>
                  </a:lnTo>
                  <a:lnTo>
                    <a:pt x="1038726" y="0"/>
                  </a:lnTo>
                  <a:lnTo>
                    <a:pt x="1043448" y="0"/>
                  </a:lnTo>
                  <a:lnTo>
                    <a:pt x="1048169" y="0"/>
                  </a:lnTo>
                  <a:lnTo>
                    <a:pt x="1052891" y="0"/>
                  </a:lnTo>
                  <a:lnTo>
                    <a:pt x="1057612" y="0"/>
                  </a:lnTo>
                  <a:lnTo>
                    <a:pt x="1062334" y="0"/>
                  </a:lnTo>
                  <a:lnTo>
                    <a:pt x="1067055" y="0"/>
                  </a:lnTo>
                  <a:lnTo>
                    <a:pt x="1071777" y="0"/>
                  </a:lnTo>
                  <a:lnTo>
                    <a:pt x="1076498" y="0"/>
                  </a:lnTo>
                  <a:lnTo>
                    <a:pt x="1081220" y="0"/>
                  </a:lnTo>
                  <a:lnTo>
                    <a:pt x="1085941" y="0"/>
                  </a:lnTo>
                  <a:lnTo>
                    <a:pt x="1090663" y="0"/>
                  </a:lnTo>
                  <a:lnTo>
                    <a:pt x="1095384" y="0"/>
                  </a:lnTo>
                  <a:lnTo>
                    <a:pt x="1100106" y="0"/>
                  </a:lnTo>
                  <a:lnTo>
                    <a:pt x="1104827" y="0"/>
                  </a:lnTo>
                  <a:lnTo>
                    <a:pt x="1109549" y="0"/>
                  </a:lnTo>
                  <a:lnTo>
                    <a:pt x="1114270" y="0"/>
                  </a:lnTo>
                  <a:lnTo>
                    <a:pt x="1118992" y="0"/>
                  </a:lnTo>
                  <a:lnTo>
                    <a:pt x="1123713" y="0"/>
                  </a:lnTo>
                  <a:lnTo>
                    <a:pt x="1128435" y="0"/>
                  </a:lnTo>
                  <a:lnTo>
                    <a:pt x="1133156" y="0"/>
                  </a:lnTo>
                  <a:lnTo>
                    <a:pt x="1137878" y="0"/>
                  </a:lnTo>
                  <a:lnTo>
                    <a:pt x="1142599" y="0"/>
                  </a:lnTo>
                  <a:lnTo>
                    <a:pt x="1147321" y="0"/>
                  </a:lnTo>
                  <a:lnTo>
                    <a:pt x="1152042" y="0"/>
                  </a:lnTo>
                  <a:lnTo>
                    <a:pt x="1156764" y="0"/>
                  </a:lnTo>
                  <a:lnTo>
                    <a:pt x="1161485" y="0"/>
                  </a:lnTo>
                  <a:lnTo>
                    <a:pt x="1166207" y="0"/>
                  </a:lnTo>
                  <a:lnTo>
                    <a:pt x="1170928" y="0"/>
                  </a:lnTo>
                  <a:lnTo>
                    <a:pt x="1175649" y="0"/>
                  </a:lnTo>
                  <a:lnTo>
                    <a:pt x="1180371" y="0"/>
                  </a:lnTo>
                  <a:lnTo>
                    <a:pt x="1185092" y="0"/>
                  </a:lnTo>
                  <a:lnTo>
                    <a:pt x="1189814" y="0"/>
                  </a:lnTo>
                  <a:lnTo>
                    <a:pt x="1194535" y="0"/>
                  </a:lnTo>
                  <a:lnTo>
                    <a:pt x="1199257" y="0"/>
                  </a:lnTo>
                  <a:lnTo>
                    <a:pt x="1203978" y="0"/>
                  </a:lnTo>
                  <a:lnTo>
                    <a:pt x="1208700" y="0"/>
                  </a:lnTo>
                  <a:lnTo>
                    <a:pt x="1213421" y="0"/>
                  </a:lnTo>
                  <a:lnTo>
                    <a:pt x="1218143" y="0"/>
                  </a:lnTo>
                  <a:lnTo>
                    <a:pt x="1222864" y="0"/>
                  </a:lnTo>
                  <a:lnTo>
                    <a:pt x="1227586" y="0"/>
                  </a:lnTo>
                  <a:lnTo>
                    <a:pt x="1232307" y="0"/>
                  </a:lnTo>
                  <a:lnTo>
                    <a:pt x="1237029" y="0"/>
                  </a:lnTo>
                  <a:lnTo>
                    <a:pt x="1241750" y="0"/>
                  </a:lnTo>
                  <a:lnTo>
                    <a:pt x="1246472" y="0"/>
                  </a:lnTo>
                  <a:lnTo>
                    <a:pt x="1251193" y="0"/>
                  </a:lnTo>
                  <a:lnTo>
                    <a:pt x="1255915" y="0"/>
                  </a:lnTo>
                  <a:lnTo>
                    <a:pt x="1260636" y="0"/>
                  </a:lnTo>
                  <a:lnTo>
                    <a:pt x="1265358" y="0"/>
                  </a:lnTo>
                  <a:lnTo>
                    <a:pt x="1270079" y="0"/>
                  </a:lnTo>
                  <a:lnTo>
                    <a:pt x="1274801" y="0"/>
                  </a:lnTo>
                  <a:lnTo>
                    <a:pt x="1279522" y="0"/>
                  </a:lnTo>
                  <a:lnTo>
                    <a:pt x="1284244" y="0"/>
                  </a:lnTo>
                  <a:lnTo>
                    <a:pt x="1288965" y="0"/>
                  </a:lnTo>
                  <a:lnTo>
                    <a:pt x="1293687" y="0"/>
                  </a:lnTo>
                  <a:lnTo>
                    <a:pt x="1298408" y="0"/>
                  </a:lnTo>
                  <a:lnTo>
                    <a:pt x="1303130" y="0"/>
                  </a:lnTo>
                  <a:lnTo>
                    <a:pt x="1307851" y="0"/>
                  </a:lnTo>
                  <a:lnTo>
                    <a:pt x="1312573" y="0"/>
                  </a:lnTo>
                  <a:lnTo>
                    <a:pt x="1317294" y="0"/>
                  </a:lnTo>
                  <a:lnTo>
                    <a:pt x="1322016" y="0"/>
                  </a:lnTo>
                  <a:lnTo>
                    <a:pt x="1326737" y="0"/>
                  </a:lnTo>
                  <a:lnTo>
                    <a:pt x="1331459" y="0"/>
                  </a:lnTo>
                  <a:lnTo>
                    <a:pt x="1336180" y="0"/>
                  </a:lnTo>
                  <a:lnTo>
                    <a:pt x="1340901" y="0"/>
                  </a:lnTo>
                  <a:lnTo>
                    <a:pt x="1345623" y="0"/>
                  </a:lnTo>
                  <a:lnTo>
                    <a:pt x="1350344" y="0"/>
                  </a:lnTo>
                  <a:lnTo>
                    <a:pt x="1355066" y="0"/>
                  </a:lnTo>
                  <a:lnTo>
                    <a:pt x="1359787" y="0"/>
                  </a:lnTo>
                  <a:lnTo>
                    <a:pt x="1364509" y="0"/>
                  </a:lnTo>
                  <a:lnTo>
                    <a:pt x="1369230" y="0"/>
                  </a:lnTo>
                  <a:lnTo>
                    <a:pt x="1373952" y="0"/>
                  </a:lnTo>
                  <a:lnTo>
                    <a:pt x="1378673" y="0"/>
                  </a:lnTo>
                  <a:lnTo>
                    <a:pt x="1383395" y="0"/>
                  </a:lnTo>
                  <a:lnTo>
                    <a:pt x="1388116" y="0"/>
                  </a:lnTo>
                  <a:lnTo>
                    <a:pt x="1392838" y="0"/>
                  </a:lnTo>
                  <a:lnTo>
                    <a:pt x="1397559" y="0"/>
                  </a:lnTo>
                  <a:lnTo>
                    <a:pt x="1402281" y="0"/>
                  </a:lnTo>
                  <a:lnTo>
                    <a:pt x="1407002" y="0"/>
                  </a:lnTo>
                  <a:lnTo>
                    <a:pt x="1411724" y="0"/>
                  </a:lnTo>
                  <a:lnTo>
                    <a:pt x="1416445" y="0"/>
                  </a:lnTo>
                  <a:lnTo>
                    <a:pt x="1421167" y="0"/>
                  </a:lnTo>
                  <a:lnTo>
                    <a:pt x="1425888" y="0"/>
                  </a:lnTo>
                  <a:lnTo>
                    <a:pt x="1430610" y="0"/>
                  </a:lnTo>
                  <a:lnTo>
                    <a:pt x="1435331" y="0"/>
                  </a:lnTo>
                  <a:lnTo>
                    <a:pt x="1440053" y="0"/>
                  </a:lnTo>
                  <a:lnTo>
                    <a:pt x="1444774" y="0"/>
                  </a:lnTo>
                  <a:lnTo>
                    <a:pt x="1449496" y="0"/>
                  </a:lnTo>
                  <a:lnTo>
                    <a:pt x="1454217" y="0"/>
                  </a:lnTo>
                  <a:lnTo>
                    <a:pt x="1458939" y="0"/>
                  </a:lnTo>
                  <a:lnTo>
                    <a:pt x="1463660" y="0"/>
                  </a:lnTo>
                  <a:lnTo>
                    <a:pt x="1468382" y="0"/>
                  </a:lnTo>
                  <a:lnTo>
                    <a:pt x="1473103" y="0"/>
                  </a:lnTo>
                  <a:lnTo>
                    <a:pt x="1477825" y="0"/>
                  </a:lnTo>
                  <a:lnTo>
                    <a:pt x="1482546" y="0"/>
                  </a:lnTo>
                  <a:lnTo>
                    <a:pt x="1487268" y="0"/>
                  </a:lnTo>
                  <a:lnTo>
                    <a:pt x="1491989" y="0"/>
                  </a:lnTo>
                  <a:lnTo>
                    <a:pt x="1496711" y="0"/>
                  </a:lnTo>
                  <a:lnTo>
                    <a:pt x="1501432" y="0"/>
                  </a:lnTo>
                  <a:lnTo>
                    <a:pt x="1506153" y="0"/>
                  </a:lnTo>
                  <a:lnTo>
                    <a:pt x="1510875" y="0"/>
                  </a:lnTo>
                  <a:lnTo>
                    <a:pt x="1515596" y="0"/>
                  </a:lnTo>
                  <a:lnTo>
                    <a:pt x="1520318" y="0"/>
                  </a:lnTo>
                  <a:lnTo>
                    <a:pt x="1525039" y="0"/>
                  </a:lnTo>
                  <a:lnTo>
                    <a:pt x="1529761" y="0"/>
                  </a:lnTo>
                  <a:lnTo>
                    <a:pt x="1534482" y="0"/>
                  </a:lnTo>
                  <a:lnTo>
                    <a:pt x="1539204" y="0"/>
                  </a:lnTo>
                  <a:lnTo>
                    <a:pt x="1543925" y="0"/>
                  </a:lnTo>
                  <a:lnTo>
                    <a:pt x="1548647" y="0"/>
                  </a:lnTo>
                  <a:lnTo>
                    <a:pt x="1553368" y="0"/>
                  </a:lnTo>
                  <a:lnTo>
                    <a:pt x="1558090" y="0"/>
                  </a:lnTo>
                  <a:lnTo>
                    <a:pt x="1562811" y="0"/>
                  </a:lnTo>
                  <a:lnTo>
                    <a:pt x="1567533" y="0"/>
                  </a:lnTo>
                  <a:lnTo>
                    <a:pt x="1572254" y="0"/>
                  </a:lnTo>
                  <a:lnTo>
                    <a:pt x="1576976" y="0"/>
                  </a:lnTo>
                  <a:lnTo>
                    <a:pt x="1581697" y="0"/>
                  </a:lnTo>
                  <a:lnTo>
                    <a:pt x="1586419" y="0"/>
                  </a:lnTo>
                  <a:lnTo>
                    <a:pt x="1591140" y="0"/>
                  </a:lnTo>
                  <a:lnTo>
                    <a:pt x="1595862" y="0"/>
                  </a:lnTo>
                  <a:lnTo>
                    <a:pt x="1600583" y="0"/>
                  </a:lnTo>
                  <a:lnTo>
                    <a:pt x="1605305" y="0"/>
                  </a:lnTo>
                  <a:lnTo>
                    <a:pt x="1610026" y="0"/>
                  </a:lnTo>
                  <a:lnTo>
                    <a:pt x="1614748" y="0"/>
                  </a:lnTo>
                  <a:lnTo>
                    <a:pt x="1619469" y="0"/>
                  </a:lnTo>
                  <a:lnTo>
                    <a:pt x="1624191" y="0"/>
                  </a:lnTo>
                  <a:lnTo>
                    <a:pt x="1628912" y="0"/>
                  </a:lnTo>
                  <a:lnTo>
                    <a:pt x="1633634" y="0"/>
                  </a:lnTo>
                  <a:lnTo>
                    <a:pt x="1638355" y="0"/>
                  </a:lnTo>
                  <a:lnTo>
                    <a:pt x="1643077" y="0"/>
                  </a:lnTo>
                  <a:lnTo>
                    <a:pt x="1647798" y="0"/>
                  </a:lnTo>
                  <a:lnTo>
                    <a:pt x="1652520" y="0"/>
                  </a:lnTo>
                  <a:lnTo>
                    <a:pt x="1657241" y="0"/>
                  </a:lnTo>
                  <a:lnTo>
                    <a:pt x="1661963" y="0"/>
                  </a:lnTo>
                  <a:lnTo>
                    <a:pt x="1666684" y="0"/>
                  </a:lnTo>
                  <a:lnTo>
                    <a:pt x="1671405" y="0"/>
                  </a:lnTo>
                  <a:lnTo>
                    <a:pt x="1676127" y="0"/>
                  </a:lnTo>
                  <a:lnTo>
                    <a:pt x="1680848" y="0"/>
                  </a:lnTo>
                  <a:lnTo>
                    <a:pt x="1685570" y="0"/>
                  </a:lnTo>
                  <a:lnTo>
                    <a:pt x="1690291" y="0"/>
                  </a:lnTo>
                  <a:lnTo>
                    <a:pt x="1695013" y="0"/>
                  </a:lnTo>
                  <a:lnTo>
                    <a:pt x="1699734" y="0"/>
                  </a:lnTo>
                  <a:lnTo>
                    <a:pt x="1704456" y="0"/>
                  </a:lnTo>
                  <a:lnTo>
                    <a:pt x="1709177" y="0"/>
                  </a:lnTo>
                  <a:lnTo>
                    <a:pt x="1713899" y="0"/>
                  </a:lnTo>
                  <a:lnTo>
                    <a:pt x="1718620" y="0"/>
                  </a:lnTo>
                  <a:lnTo>
                    <a:pt x="1723342" y="0"/>
                  </a:lnTo>
                  <a:lnTo>
                    <a:pt x="1728063" y="0"/>
                  </a:lnTo>
                  <a:lnTo>
                    <a:pt x="1732785" y="0"/>
                  </a:lnTo>
                  <a:lnTo>
                    <a:pt x="1737506" y="0"/>
                  </a:lnTo>
                  <a:lnTo>
                    <a:pt x="1742228" y="0"/>
                  </a:lnTo>
                  <a:lnTo>
                    <a:pt x="1746949" y="0"/>
                  </a:lnTo>
                  <a:lnTo>
                    <a:pt x="1751671" y="0"/>
                  </a:lnTo>
                  <a:lnTo>
                    <a:pt x="1756392" y="0"/>
                  </a:lnTo>
                  <a:lnTo>
                    <a:pt x="1761114" y="0"/>
                  </a:lnTo>
                  <a:lnTo>
                    <a:pt x="1765835" y="0"/>
                  </a:lnTo>
                  <a:lnTo>
                    <a:pt x="1770557" y="0"/>
                  </a:lnTo>
                  <a:lnTo>
                    <a:pt x="1775278" y="0"/>
                  </a:lnTo>
                  <a:lnTo>
                    <a:pt x="1780000" y="0"/>
                  </a:lnTo>
                  <a:lnTo>
                    <a:pt x="1784721" y="0"/>
                  </a:lnTo>
                  <a:lnTo>
                    <a:pt x="1789443" y="0"/>
                  </a:lnTo>
                  <a:lnTo>
                    <a:pt x="1794164" y="0"/>
                  </a:lnTo>
                  <a:lnTo>
                    <a:pt x="1798886" y="0"/>
                  </a:lnTo>
                  <a:lnTo>
                    <a:pt x="1803607" y="0"/>
                  </a:lnTo>
                  <a:lnTo>
                    <a:pt x="1808329" y="0"/>
                  </a:lnTo>
                  <a:lnTo>
                    <a:pt x="1813050" y="0"/>
                  </a:lnTo>
                  <a:lnTo>
                    <a:pt x="1817772" y="0"/>
                  </a:lnTo>
                  <a:lnTo>
                    <a:pt x="1822493" y="0"/>
                  </a:lnTo>
                  <a:lnTo>
                    <a:pt x="1827215" y="0"/>
                  </a:lnTo>
                  <a:lnTo>
                    <a:pt x="1831936" y="0"/>
                  </a:lnTo>
                  <a:lnTo>
                    <a:pt x="1836657" y="0"/>
                  </a:lnTo>
                  <a:lnTo>
                    <a:pt x="1841379" y="0"/>
                  </a:lnTo>
                  <a:lnTo>
                    <a:pt x="1846100" y="0"/>
                  </a:lnTo>
                  <a:lnTo>
                    <a:pt x="1850822" y="0"/>
                  </a:lnTo>
                  <a:lnTo>
                    <a:pt x="1855543" y="0"/>
                  </a:lnTo>
                  <a:lnTo>
                    <a:pt x="1860265" y="0"/>
                  </a:lnTo>
                  <a:lnTo>
                    <a:pt x="1864986" y="0"/>
                  </a:lnTo>
                  <a:lnTo>
                    <a:pt x="1869708" y="0"/>
                  </a:lnTo>
                  <a:lnTo>
                    <a:pt x="1874429" y="0"/>
                  </a:lnTo>
                  <a:lnTo>
                    <a:pt x="1879151" y="0"/>
                  </a:lnTo>
                  <a:lnTo>
                    <a:pt x="1883872" y="0"/>
                  </a:lnTo>
                  <a:lnTo>
                    <a:pt x="1888594" y="0"/>
                  </a:lnTo>
                  <a:lnTo>
                    <a:pt x="1893315" y="0"/>
                  </a:lnTo>
                  <a:lnTo>
                    <a:pt x="1898037" y="0"/>
                  </a:lnTo>
                  <a:lnTo>
                    <a:pt x="1902758" y="0"/>
                  </a:lnTo>
                  <a:lnTo>
                    <a:pt x="1907480" y="0"/>
                  </a:lnTo>
                  <a:lnTo>
                    <a:pt x="1912201" y="0"/>
                  </a:lnTo>
                  <a:lnTo>
                    <a:pt x="1916923" y="0"/>
                  </a:lnTo>
                  <a:lnTo>
                    <a:pt x="1921644" y="0"/>
                  </a:lnTo>
                  <a:lnTo>
                    <a:pt x="1926366" y="0"/>
                  </a:lnTo>
                  <a:lnTo>
                    <a:pt x="1931087" y="0"/>
                  </a:lnTo>
                  <a:lnTo>
                    <a:pt x="1935809" y="0"/>
                  </a:lnTo>
                  <a:lnTo>
                    <a:pt x="1940530" y="0"/>
                  </a:lnTo>
                  <a:lnTo>
                    <a:pt x="1945252" y="0"/>
                  </a:lnTo>
                  <a:lnTo>
                    <a:pt x="1949973" y="0"/>
                  </a:lnTo>
                  <a:lnTo>
                    <a:pt x="1954695" y="0"/>
                  </a:lnTo>
                  <a:lnTo>
                    <a:pt x="1959416" y="0"/>
                  </a:lnTo>
                  <a:lnTo>
                    <a:pt x="1964138" y="0"/>
                  </a:lnTo>
                  <a:lnTo>
                    <a:pt x="1968859" y="0"/>
                  </a:lnTo>
                  <a:lnTo>
                    <a:pt x="1973581" y="0"/>
                  </a:lnTo>
                  <a:lnTo>
                    <a:pt x="1978302" y="0"/>
                  </a:lnTo>
                  <a:lnTo>
                    <a:pt x="1983024" y="0"/>
                  </a:lnTo>
                  <a:lnTo>
                    <a:pt x="1987745" y="0"/>
                  </a:lnTo>
                  <a:lnTo>
                    <a:pt x="1992467" y="0"/>
                  </a:lnTo>
                  <a:lnTo>
                    <a:pt x="1997188" y="0"/>
                  </a:lnTo>
                  <a:lnTo>
                    <a:pt x="2001909" y="0"/>
                  </a:lnTo>
                  <a:lnTo>
                    <a:pt x="2006631" y="0"/>
                  </a:lnTo>
                  <a:lnTo>
                    <a:pt x="2011352" y="0"/>
                  </a:lnTo>
                  <a:lnTo>
                    <a:pt x="2016074" y="0"/>
                  </a:lnTo>
                  <a:lnTo>
                    <a:pt x="2020795" y="0"/>
                  </a:lnTo>
                  <a:lnTo>
                    <a:pt x="2025517" y="0"/>
                  </a:lnTo>
                  <a:lnTo>
                    <a:pt x="2030238" y="0"/>
                  </a:lnTo>
                  <a:lnTo>
                    <a:pt x="2034960" y="0"/>
                  </a:lnTo>
                  <a:lnTo>
                    <a:pt x="2039681" y="0"/>
                  </a:lnTo>
                  <a:lnTo>
                    <a:pt x="2044403" y="0"/>
                  </a:lnTo>
                  <a:lnTo>
                    <a:pt x="2049124" y="0"/>
                  </a:lnTo>
                  <a:lnTo>
                    <a:pt x="2053846" y="0"/>
                  </a:lnTo>
                  <a:lnTo>
                    <a:pt x="2058567" y="0"/>
                  </a:lnTo>
                  <a:lnTo>
                    <a:pt x="2063289" y="0"/>
                  </a:lnTo>
                  <a:lnTo>
                    <a:pt x="2068010" y="0"/>
                  </a:lnTo>
                  <a:lnTo>
                    <a:pt x="2072732" y="0"/>
                  </a:lnTo>
                  <a:lnTo>
                    <a:pt x="2077453" y="0"/>
                  </a:lnTo>
                  <a:lnTo>
                    <a:pt x="2082175" y="0"/>
                  </a:lnTo>
                  <a:lnTo>
                    <a:pt x="2086896" y="0"/>
                  </a:lnTo>
                  <a:lnTo>
                    <a:pt x="2091618" y="0"/>
                  </a:lnTo>
                  <a:lnTo>
                    <a:pt x="2096339" y="0"/>
                  </a:lnTo>
                  <a:lnTo>
                    <a:pt x="2101061" y="0"/>
                  </a:lnTo>
                  <a:lnTo>
                    <a:pt x="2105782" y="0"/>
                  </a:lnTo>
                  <a:lnTo>
                    <a:pt x="2110504" y="0"/>
                  </a:lnTo>
                  <a:lnTo>
                    <a:pt x="2115225" y="0"/>
                  </a:lnTo>
                  <a:lnTo>
                    <a:pt x="2119947" y="0"/>
                  </a:lnTo>
                  <a:lnTo>
                    <a:pt x="2124668" y="0"/>
                  </a:lnTo>
                  <a:lnTo>
                    <a:pt x="2129390" y="0"/>
                  </a:lnTo>
                  <a:lnTo>
                    <a:pt x="2134111" y="0"/>
                  </a:lnTo>
                  <a:lnTo>
                    <a:pt x="2138833" y="0"/>
                  </a:lnTo>
                  <a:lnTo>
                    <a:pt x="2143554" y="0"/>
                  </a:lnTo>
                  <a:lnTo>
                    <a:pt x="2148276" y="0"/>
                  </a:lnTo>
                  <a:lnTo>
                    <a:pt x="2152997" y="0"/>
                  </a:lnTo>
                  <a:lnTo>
                    <a:pt x="2157719" y="0"/>
                  </a:lnTo>
                  <a:lnTo>
                    <a:pt x="2162440" y="0"/>
                  </a:lnTo>
                  <a:lnTo>
                    <a:pt x="2167162" y="0"/>
                  </a:lnTo>
                  <a:lnTo>
                    <a:pt x="2171883" y="0"/>
                  </a:lnTo>
                  <a:lnTo>
                    <a:pt x="2176604" y="0"/>
                  </a:lnTo>
                  <a:lnTo>
                    <a:pt x="2181326" y="0"/>
                  </a:lnTo>
                  <a:lnTo>
                    <a:pt x="2186047" y="0"/>
                  </a:lnTo>
                  <a:lnTo>
                    <a:pt x="2190769" y="0"/>
                  </a:lnTo>
                  <a:lnTo>
                    <a:pt x="2195490" y="0"/>
                  </a:lnTo>
                  <a:lnTo>
                    <a:pt x="2200212" y="0"/>
                  </a:lnTo>
                  <a:lnTo>
                    <a:pt x="2204933" y="0"/>
                  </a:lnTo>
                  <a:lnTo>
                    <a:pt x="2209655" y="0"/>
                  </a:lnTo>
                  <a:lnTo>
                    <a:pt x="2214376" y="0"/>
                  </a:lnTo>
                  <a:lnTo>
                    <a:pt x="2219098" y="0"/>
                  </a:lnTo>
                  <a:lnTo>
                    <a:pt x="2223819" y="0"/>
                  </a:lnTo>
                  <a:lnTo>
                    <a:pt x="2228541" y="0"/>
                  </a:lnTo>
                  <a:lnTo>
                    <a:pt x="2233262" y="0"/>
                  </a:lnTo>
                  <a:lnTo>
                    <a:pt x="2237984" y="0"/>
                  </a:lnTo>
                  <a:lnTo>
                    <a:pt x="2242705" y="0"/>
                  </a:lnTo>
                  <a:lnTo>
                    <a:pt x="2247427" y="0"/>
                  </a:lnTo>
                  <a:lnTo>
                    <a:pt x="2252148" y="0"/>
                  </a:lnTo>
                  <a:lnTo>
                    <a:pt x="2256870" y="0"/>
                  </a:lnTo>
                  <a:lnTo>
                    <a:pt x="2261591" y="0"/>
                  </a:lnTo>
                  <a:lnTo>
                    <a:pt x="2266313" y="0"/>
                  </a:lnTo>
                  <a:lnTo>
                    <a:pt x="2271034" y="0"/>
                  </a:lnTo>
                  <a:lnTo>
                    <a:pt x="2275756" y="0"/>
                  </a:lnTo>
                  <a:lnTo>
                    <a:pt x="2280477" y="0"/>
                  </a:lnTo>
                  <a:lnTo>
                    <a:pt x="2285199" y="0"/>
                  </a:lnTo>
                  <a:lnTo>
                    <a:pt x="2289920" y="0"/>
                  </a:lnTo>
                  <a:lnTo>
                    <a:pt x="2294642" y="0"/>
                  </a:lnTo>
                  <a:lnTo>
                    <a:pt x="2299363" y="0"/>
                  </a:lnTo>
                  <a:lnTo>
                    <a:pt x="2304085" y="0"/>
                  </a:lnTo>
                  <a:lnTo>
                    <a:pt x="2308806" y="0"/>
                  </a:lnTo>
                  <a:lnTo>
                    <a:pt x="2313528" y="0"/>
                  </a:lnTo>
                  <a:lnTo>
                    <a:pt x="2318249" y="0"/>
                  </a:lnTo>
                  <a:lnTo>
                    <a:pt x="2322971" y="0"/>
                  </a:lnTo>
                  <a:lnTo>
                    <a:pt x="2327692" y="0"/>
                  </a:lnTo>
                  <a:lnTo>
                    <a:pt x="2332414" y="0"/>
                  </a:lnTo>
                  <a:lnTo>
                    <a:pt x="2337135" y="0"/>
                  </a:lnTo>
                  <a:lnTo>
                    <a:pt x="2341856" y="0"/>
                  </a:lnTo>
                  <a:lnTo>
                    <a:pt x="2346578" y="0"/>
                  </a:lnTo>
                  <a:lnTo>
                    <a:pt x="2351299" y="0"/>
                  </a:lnTo>
                  <a:lnTo>
                    <a:pt x="2356021" y="0"/>
                  </a:lnTo>
                  <a:lnTo>
                    <a:pt x="2360742" y="0"/>
                  </a:lnTo>
                  <a:lnTo>
                    <a:pt x="2360742" y="102173"/>
                  </a:lnTo>
                  <a:lnTo>
                    <a:pt x="2356021" y="102173"/>
                  </a:lnTo>
                  <a:lnTo>
                    <a:pt x="2351299" y="102173"/>
                  </a:lnTo>
                  <a:lnTo>
                    <a:pt x="2346578" y="102173"/>
                  </a:lnTo>
                  <a:lnTo>
                    <a:pt x="2341856" y="102173"/>
                  </a:lnTo>
                  <a:lnTo>
                    <a:pt x="2337135" y="102173"/>
                  </a:lnTo>
                  <a:lnTo>
                    <a:pt x="2332414" y="102173"/>
                  </a:lnTo>
                  <a:lnTo>
                    <a:pt x="2327692" y="102173"/>
                  </a:lnTo>
                  <a:lnTo>
                    <a:pt x="2322971" y="102173"/>
                  </a:lnTo>
                  <a:lnTo>
                    <a:pt x="2318249" y="102173"/>
                  </a:lnTo>
                  <a:lnTo>
                    <a:pt x="2313528" y="102173"/>
                  </a:lnTo>
                  <a:lnTo>
                    <a:pt x="2308806" y="102173"/>
                  </a:lnTo>
                  <a:lnTo>
                    <a:pt x="2304085" y="102173"/>
                  </a:lnTo>
                  <a:lnTo>
                    <a:pt x="2299363" y="102173"/>
                  </a:lnTo>
                  <a:lnTo>
                    <a:pt x="2294642" y="102173"/>
                  </a:lnTo>
                  <a:lnTo>
                    <a:pt x="2289920" y="102173"/>
                  </a:lnTo>
                  <a:lnTo>
                    <a:pt x="2285199" y="102173"/>
                  </a:lnTo>
                  <a:lnTo>
                    <a:pt x="2280477" y="102173"/>
                  </a:lnTo>
                  <a:lnTo>
                    <a:pt x="2275756" y="102173"/>
                  </a:lnTo>
                  <a:lnTo>
                    <a:pt x="2271034" y="102173"/>
                  </a:lnTo>
                  <a:lnTo>
                    <a:pt x="2266313" y="102173"/>
                  </a:lnTo>
                  <a:lnTo>
                    <a:pt x="2261591" y="102173"/>
                  </a:lnTo>
                  <a:lnTo>
                    <a:pt x="2256870" y="102173"/>
                  </a:lnTo>
                  <a:lnTo>
                    <a:pt x="2252148" y="102173"/>
                  </a:lnTo>
                  <a:lnTo>
                    <a:pt x="2247427" y="102173"/>
                  </a:lnTo>
                  <a:lnTo>
                    <a:pt x="2242705" y="102173"/>
                  </a:lnTo>
                  <a:lnTo>
                    <a:pt x="2237984" y="102173"/>
                  </a:lnTo>
                  <a:lnTo>
                    <a:pt x="2233262" y="102173"/>
                  </a:lnTo>
                  <a:lnTo>
                    <a:pt x="2228541" y="102173"/>
                  </a:lnTo>
                  <a:lnTo>
                    <a:pt x="2223819" y="102173"/>
                  </a:lnTo>
                  <a:lnTo>
                    <a:pt x="2219098" y="102173"/>
                  </a:lnTo>
                  <a:lnTo>
                    <a:pt x="2214376" y="102173"/>
                  </a:lnTo>
                  <a:lnTo>
                    <a:pt x="2209655" y="102173"/>
                  </a:lnTo>
                  <a:lnTo>
                    <a:pt x="2204933" y="102173"/>
                  </a:lnTo>
                  <a:lnTo>
                    <a:pt x="2200212" y="102173"/>
                  </a:lnTo>
                  <a:lnTo>
                    <a:pt x="2195490" y="102173"/>
                  </a:lnTo>
                  <a:lnTo>
                    <a:pt x="2190769" y="102173"/>
                  </a:lnTo>
                  <a:lnTo>
                    <a:pt x="2186047" y="102173"/>
                  </a:lnTo>
                  <a:lnTo>
                    <a:pt x="2181326" y="102173"/>
                  </a:lnTo>
                  <a:lnTo>
                    <a:pt x="2176604" y="102173"/>
                  </a:lnTo>
                  <a:lnTo>
                    <a:pt x="2171883" y="102173"/>
                  </a:lnTo>
                  <a:lnTo>
                    <a:pt x="2167162" y="102173"/>
                  </a:lnTo>
                  <a:lnTo>
                    <a:pt x="2162440" y="102173"/>
                  </a:lnTo>
                  <a:lnTo>
                    <a:pt x="2157719" y="102173"/>
                  </a:lnTo>
                  <a:lnTo>
                    <a:pt x="2152997" y="102173"/>
                  </a:lnTo>
                  <a:lnTo>
                    <a:pt x="2148276" y="102173"/>
                  </a:lnTo>
                  <a:lnTo>
                    <a:pt x="2143554" y="102173"/>
                  </a:lnTo>
                  <a:lnTo>
                    <a:pt x="2138833" y="102173"/>
                  </a:lnTo>
                  <a:lnTo>
                    <a:pt x="2134111" y="102173"/>
                  </a:lnTo>
                  <a:lnTo>
                    <a:pt x="2129390" y="102173"/>
                  </a:lnTo>
                  <a:lnTo>
                    <a:pt x="2124668" y="102173"/>
                  </a:lnTo>
                  <a:lnTo>
                    <a:pt x="2119947" y="102173"/>
                  </a:lnTo>
                  <a:lnTo>
                    <a:pt x="2115225" y="102173"/>
                  </a:lnTo>
                  <a:lnTo>
                    <a:pt x="2110504" y="102173"/>
                  </a:lnTo>
                  <a:lnTo>
                    <a:pt x="2105782" y="102173"/>
                  </a:lnTo>
                  <a:lnTo>
                    <a:pt x="2101061" y="102173"/>
                  </a:lnTo>
                  <a:lnTo>
                    <a:pt x="2096339" y="102173"/>
                  </a:lnTo>
                  <a:lnTo>
                    <a:pt x="2091618" y="102173"/>
                  </a:lnTo>
                  <a:lnTo>
                    <a:pt x="2086896" y="102173"/>
                  </a:lnTo>
                  <a:lnTo>
                    <a:pt x="2082175" y="102173"/>
                  </a:lnTo>
                  <a:lnTo>
                    <a:pt x="2077453" y="102173"/>
                  </a:lnTo>
                  <a:lnTo>
                    <a:pt x="2072732" y="102173"/>
                  </a:lnTo>
                  <a:lnTo>
                    <a:pt x="2068010" y="102173"/>
                  </a:lnTo>
                  <a:lnTo>
                    <a:pt x="2063289" y="102173"/>
                  </a:lnTo>
                  <a:lnTo>
                    <a:pt x="2058567" y="102173"/>
                  </a:lnTo>
                  <a:lnTo>
                    <a:pt x="2053846" y="102173"/>
                  </a:lnTo>
                  <a:lnTo>
                    <a:pt x="2049124" y="102173"/>
                  </a:lnTo>
                  <a:lnTo>
                    <a:pt x="2044403" y="102173"/>
                  </a:lnTo>
                  <a:lnTo>
                    <a:pt x="2039681" y="102173"/>
                  </a:lnTo>
                  <a:lnTo>
                    <a:pt x="2034960" y="102173"/>
                  </a:lnTo>
                  <a:lnTo>
                    <a:pt x="2030238" y="102173"/>
                  </a:lnTo>
                  <a:lnTo>
                    <a:pt x="2025517" y="102173"/>
                  </a:lnTo>
                  <a:lnTo>
                    <a:pt x="2020795" y="102173"/>
                  </a:lnTo>
                  <a:lnTo>
                    <a:pt x="2016074" y="102173"/>
                  </a:lnTo>
                  <a:lnTo>
                    <a:pt x="2011352" y="102173"/>
                  </a:lnTo>
                  <a:lnTo>
                    <a:pt x="2006631" y="102173"/>
                  </a:lnTo>
                  <a:lnTo>
                    <a:pt x="2001909" y="102173"/>
                  </a:lnTo>
                  <a:lnTo>
                    <a:pt x="1997188" y="102173"/>
                  </a:lnTo>
                  <a:lnTo>
                    <a:pt x="1992467" y="102173"/>
                  </a:lnTo>
                  <a:lnTo>
                    <a:pt x="1987745" y="102173"/>
                  </a:lnTo>
                  <a:lnTo>
                    <a:pt x="1983024" y="102173"/>
                  </a:lnTo>
                  <a:lnTo>
                    <a:pt x="1978302" y="102173"/>
                  </a:lnTo>
                  <a:lnTo>
                    <a:pt x="1973581" y="102173"/>
                  </a:lnTo>
                  <a:lnTo>
                    <a:pt x="1968859" y="102173"/>
                  </a:lnTo>
                  <a:lnTo>
                    <a:pt x="1964138" y="102173"/>
                  </a:lnTo>
                  <a:lnTo>
                    <a:pt x="1959416" y="102173"/>
                  </a:lnTo>
                  <a:lnTo>
                    <a:pt x="1954695" y="102173"/>
                  </a:lnTo>
                  <a:lnTo>
                    <a:pt x="1949973" y="102173"/>
                  </a:lnTo>
                  <a:lnTo>
                    <a:pt x="1945252" y="102173"/>
                  </a:lnTo>
                  <a:lnTo>
                    <a:pt x="1940530" y="102173"/>
                  </a:lnTo>
                  <a:lnTo>
                    <a:pt x="1935809" y="102173"/>
                  </a:lnTo>
                  <a:lnTo>
                    <a:pt x="1931087" y="102173"/>
                  </a:lnTo>
                  <a:lnTo>
                    <a:pt x="1926366" y="102173"/>
                  </a:lnTo>
                  <a:lnTo>
                    <a:pt x="1921644" y="102173"/>
                  </a:lnTo>
                  <a:lnTo>
                    <a:pt x="1916923" y="102173"/>
                  </a:lnTo>
                  <a:lnTo>
                    <a:pt x="1912201" y="102173"/>
                  </a:lnTo>
                  <a:lnTo>
                    <a:pt x="1907480" y="102173"/>
                  </a:lnTo>
                  <a:lnTo>
                    <a:pt x="1902758" y="102173"/>
                  </a:lnTo>
                  <a:lnTo>
                    <a:pt x="1898037" y="102173"/>
                  </a:lnTo>
                  <a:lnTo>
                    <a:pt x="1893315" y="102173"/>
                  </a:lnTo>
                  <a:lnTo>
                    <a:pt x="1888594" y="102173"/>
                  </a:lnTo>
                  <a:lnTo>
                    <a:pt x="1883872" y="102173"/>
                  </a:lnTo>
                  <a:lnTo>
                    <a:pt x="1879151" y="102173"/>
                  </a:lnTo>
                  <a:lnTo>
                    <a:pt x="1874429" y="102173"/>
                  </a:lnTo>
                  <a:lnTo>
                    <a:pt x="1869708" y="102173"/>
                  </a:lnTo>
                  <a:lnTo>
                    <a:pt x="1864986" y="102173"/>
                  </a:lnTo>
                  <a:lnTo>
                    <a:pt x="1860265" y="102173"/>
                  </a:lnTo>
                  <a:lnTo>
                    <a:pt x="1855543" y="102173"/>
                  </a:lnTo>
                  <a:lnTo>
                    <a:pt x="1850822" y="102173"/>
                  </a:lnTo>
                  <a:lnTo>
                    <a:pt x="1846100" y="102173"/>
                  </a:lnTo>
                  <a:lnTo>
                    <a:pt x="1841379" y="102173"/>
                  </a:lnTo>
                  <a:lnTo>
                    <a:pt x="1836657" y="102173"/>
                  </a:lnTo>
                  <a:lnTo>
                    <a:pt x="1831936" y="102173"/>
                  </a:lnTo>
                  <a:lnTo>
                    <a:pt x="1827215" y="102173"/>
                  </a:lnTo>
                  <a:lnTo>
                    <a:pt x="1822493" y="102173"/>
                  </a:lnTo>
                  <a:lnTo>
                    <a:pt x="1817772" y="102173"/>
                  </a:lnTo>
                  <a:lnTo>
                    <a:pt x="1813050" y="102173"/>
                  </a:lnTo>
                  <a:lnTo>
                    <a:pt x="1808329" y="102173"/>
                  </a:lnTo>
                  <a:lnTo>
                    <a:pt x="1803607" y="102173"/>
                  </a:lnTo>
                  <a:lnTo>
                    <a:pt x="1798886" y="102173"/>
                  </a:lnTo>
                  <a:lnTo>
                    <a:pt x="1794164" y="102173"/>
                  </a:lnTo>
                  <a:lnTo>
                    <a:pt x="1789443" y="102173"/>
                  </a:lnTo>
                  <a:lnTo>
                    <a:pt x="1784721" y="102173"/>
                  </a:lnTo>
                  <a:lnTo>
                    <a:pt x="1780000" y="102173"/>
                  </a:lnTo>
                  <a:lnTo>
                    <a:pt x="1775278" y="102173"/>
                  </a:lnTo>
                  <a:lnTo>
                    <a:pt x="1770557" y="102173"/>
                  </a:lnTo>
                  <a:lnTo>
                    <a:pt x="1765835" y="102173"/>
                  </a:lnTo>
                  <a:lnTo>
                    <a:pt x="1761114" y="102173"/>
                  </a:lnTo>
                  <a:lnTo>
                    <a:pt x="1756392" y="102173"/>
                  </a:lnTo>
                  <a:lnTo>
                    <a:pt x="1751671" y="102173"/>
                  </a:lnTo>
                  <a:lnTo>
                    <a:pt x="1746949" y="102173"/>
                  </a:lnTo>
                  <a:lnTo>
                    <a:pt x="1742228" y="102173"/>
                  </a:lnTo>
                  <a:lnTo>
                    <a:pt x="1737506" y="102173"/>
                  </a:lnTo>
                  <a:lnTo>
                    <a:pt x="1732785" y="102173"/>
                  </a:lnTo>
                  <a:lnTo>
                    <a:pt x="1728063" y="102173"/>
                  </a:lnTo>
                  <a:lnTo>
                    <a:pt x="1723342" y="102173"/>
                  </a:lnTo>
                  <a:lnTo>
                    <a:pt x="1718620" y="102173"/>
                  </a:lnTo>
                  <a:lnTo>
                    <a:pt x="1713899" y="102173"/>
                  </a:lnTo>
                  <a:lnTo>
                    <a:pt x="1709177" y="102173"/>
                  </a:lnTo>
                  <a:lnTo>
                    <a:pt x="1704456" y="102173"/>
                  </a:lnTo>
                  <a:lnTo>
                    <a:pt x="1699734" y="102173"/>
                  </a:lnTo>
                  <a:lnTo>
                    <a:pt x="1695013" y="102173"/>
                  </a:lnTo>
                  <a:lnTo>
                    <a:pt x="1690291" y="102173"/>
                  </a:lnTo>
                  <a:lnTo>
                    <a:pt x="1685570" y="102173"/>
                  </a:lnTo>
                  <a:lnTo>
                    <a:pt x="1680848" y="102173"/>
                  </a:lnTo>
                  <a:lnTo>
                    <a:pt x="1676127" y="102173"/>
                  </a:lnTo>
                  <a:lnTo>
                    <a:pt x="1671405" y="102173"/>
                  </a:lnTo>
                  <a:lnTo>
                    <a:pt x="1666684" y="102173"/>
                  </a:lnTo>
                  <a:lnTo>
                    <a:pt x="1661963" y="102173"/>
                  </a:lnTo>
                  <a:lnTo>
                    <a:pt x="1657241" y="102173"/>
                  </a:lnTo>
                  <a:lnTo>
                    <a:pt x="1652520" y="102173"/>
                  </a:lnTo>
                  <a:lnTo>
                    <a:pt x="1647798" y="102173"/>
                  </a:lnTo>
                  <a:lnTo>
                    <a:pt x="1643077" y="102173"/>
                  </a:lnTo>
                  <a:lnTo>
                    <a:pt x="1638355" y="102173"/>
                  </a:lnTo>
                  <a:lnTo>
                    <a:pt x="1633634" y="102173"/>
                  </a:lnTo>
                  <a:lnTo>
                    <a:pt x="1628912" y="102173"/>
                  </a:lnTo>
                  <a:lnTo>
                    <a:pt x="1624191" y="102173"/>
                  </a:lnTo>
                  <a:lnTo>
                    <a:pt x="1619469" y="102173"/>
                  </a:lnTo>
                  <a:lnTo>
                    <a:pt x="1614748" y="102173"/>
                  </a:lnTo>
                  <a:lnTo>
                    <a:pt x="1610026" y="102173"/>
                  </a:lnTo>
                  <a:lnTo>
                    <a:pt x="1605305" y="102173"/>
                  </a:lnTo>
                  <a:lnTo>
                    <a:pt x="1600583" y="102173"/>
                  </a:lnTo>
                  <a:lnTo>
                    <a:pt x="1595862" y="102173"/>
                  </a:lnTo>
                  <a:lnTo>
                    <a:pt x="1591140" y="102173"/>
                  </a:lnTo>
                  <a:lnTo>
                    <a:pt x="1586419" y="102173"/>
                  </a:lnTo>
                  <a:lnTo>
                    <a:pt x="1581697" y="102173"/>
                  </a:lnTo>
                  <a:lnTo>
                    <a:pt x="1576976" y="102173"/>
                  </a:lnTo>
                  <a:lnTo>
                    <a:pt x="1572254" y="102173"/>
                  </a:lnTo>
                  <a:lnTo>
                    <a:pt x="1567533" y="102173"/>
                  </a:lnTo>
                  <a:lnTo>
                    <a:pt x="1562811" y="102173"/>
                  </a:lnTo>
                  <a:lnTo>
                    <a:pt x="1558090" y="102173"/>
                  </a:lnTo>
                  <a:lnTo>
                    <a:pt x="1553368" y="102173"/>
                  </a:lnTo>
                  <a:lnTo>
                    <a:pt x="1548647" y="102173"/>
                  </a:lnTo>
                  <a:lnTo>
                    <a:pt x="1543925" y="102173"/>
                  </a:lnTo>
                  <a:lnTo>
                    <a:pt x="1539204" y="102173"/>
                  </a:lnTo>
                  <a:lnTo>
                    <a:pt x="1534482" y="102173"/>
                  </a:lnTo>
                  <a:lnTo>
                    <a:pt x="1529761" y="102173"/>
                  </a:lnTo>
                  <a:lnTo>
                    <a:pt x="1525039" y="102173"/>
                  </a:lnTo>
                  <a:lnTo>
                    <a:pt x="1520318" y="102173"/>
                  </a:lnTo>
                  <a:lnTo>
                    <a:pt x="1515596" y="102173"/>
                  </a:lnTo>
                  <a:lnTo>
                    <a:pt x="1510875" y="102173"/>
                  </a:lnTo>
                  <a:lnTo>
                    <a:pt x="1506153" y="102173"/>
                  </a:lnTo>
                  <a:lnTo>
                    <a:pt x="1501432" y="102173"/>
                  </a:lnTo>
                  <a:lnTo>
                    <a:pt x="1496711" y="102173"/>
                  </a:lnTo>
                  <a:lnTo>
                    <a:pt x="1491989" y="102173"/>
                  </a:lnTo>
                  <a:lnTo>
                    <a:pt x="1487268" y="102173"/>
                  </a:lnTo>
                  <a:lnTo>
                    <a:pt x="1482546" y="102173"/>
                  </a:lnTo>
                  <a:lnTo>
                    <a:pt x="1477825" y="102173"/>
                  </a:lnTo>
                  <a:lnTo>
                    <a:pt x="1473103" y="102173"/>
                  </a:lnTo>
                  <a:lnTo>
                    <a:pt x="1468382" y="102173"/>
                  </a:lnTo>
                  <a:lnTo>
                    <a:pt x="1463660" y="102173"/>
                  </a:lnTo>
                  <a:lnTo>
                    <a:pt x="1458939" y="102173"/>
                  </a:lnTo>
                  <a:lnTo>
                    <a:pt x="1454217" y="102173"/>
                  </a:lnTo>
                  <a:lnTo>
                    <a:pt x="1449496" y="102173"/>
                  </a:lnTo>
                  <a:lnTo>
                    <a:pt x="1444774" y="102173"/>
                  </a:lnTo>
                  <a:lnTo>
                    <a:pt x="1440053" y="102173"/>
                  </a:lnTo>
                  <a:lnTo>
                    <a:pt x="1435331" y="102173"/>
                  </a:lnTo>
                  <a:lnTo>
                    <a:pt x="1430610" y="102173"/>
                  </a:lnTo>
                  <a:lnTo>
                    <a:pt x="1425888" y="102173"/>
                  </a:lnTo>
                  <a:lnTo>
                    <a:pt x="1421167" y="102173"/>
                  </a:lnTo>
                  <a:lnTo>
                    <a:pt x="1416445" y="102173"/>
                  </a:lnTo>
                  <a:lnTo>
                    <a:pt x="1411724" y="102173"/>
                  </a:lnTo>
                  <a:lnTo>
                    <a:pt x="1407002" y="102173"/>
                  </a:lnTo>
                  <a:lnTo>
                    <a:pt x="1402281" y="102173"/>
                  </a:lnTo>
                  <a:lnTo>
                    <a:pt x="1397559" y="102173"/>
                  </a:lnTo>
                  <a:lnTo>
                    <a:pt x="1392838" y="102173"/>
                  </a:lnTo>
                  <a:lnTo>
                    <a:pt x="1388116" y="102173"/>
                  </a:lnTo>
                  <a:lnTo>
                    <a:pt x="1383395" y="102173"/>
                  </a:lnTo>
                  <a:lnTo>
                    <a:pt x="1378673" y="102173"/>
                  </a:lnTo>
                  <a:lnTo>
                    <a:pt x="1373952" y="102173"/>
                  </a:lnTo>
                  <a:lnTo>
                    <a:pt x="1369230" y="102173"/>
                  </a:lnTo>
                  <a:lnTo>
                    <a:pt x="1364509" y="102173"/>
                  </a:lnTo>
                  <a:lnTo>
                    <a:pt x="1359787" y="102173"/>
                  </a:lnTo>
                  <a:lnTo>
                    <a:pt x="1355066" y="102173"/>
                  </a:lnTo>
                  <a:lnTo>
                    <a:pt x="1350344" y="102173"/>
                  </a:lnTo>
                  <a:lnTo>
                    <a:pt x="1345623" y="102173"/>
                  </a:lnTo>
                  <a:lnTo>
                    <a:pt x="1340901" y="102173"/>
                  </a:lnTo>
                  <a:lnTo>
                    <a:pt x="1336180" y="102173"/>
                  </a:lnTo>
                  <a:lnTo>
                    <a:pt x="1331459" y="102173"/>
                  </a:lnTo>
                  <a:lnTo>
                    <a:pt x="1326737" y="102173"/>
                  </a:lnTo>
                  <a:lnTo>
                    <a:pt x="1322016" y="102173"/>
                  </a:lnTo>
                  <a:lnTo>
                    <a:pt x="1317294" y="102173"/>
                  </a:lnTo>
                  <a:lnTo>
                    <a:pt x="1312573" y="102173"/>
                  </a:lnTo>
                  <a:lnTo>
                    <a:pt x="1307851" y="102173"/>
                  </a:lnTo>
                  <a:lnTo>
                    <a:pt x="1303130" y="102173"/>
                  </a:lnTo>
                  <a:lnTo>
                    <a:pt x="1298408" y="102173"/>
                  </a:lnTo>
                  <a:lnTo>
                    <a:pt x="1293687" y="102173"/>
                  </a:lnTo>
                  <a:lnTo>
                    <a:pt x="1288965" y="102173"/>
                  </a:lnTo>
                  <a:lnTo>
                    <a:pt x="1284244" y="102173"/>
                  </a:lnTo>
                  <a:lnTo>
                    <a:pt x="1279522" y="102173"/>
                  </a:lnTo>
                  <a:lnTo>
                    <a:pt x="1274801" y="102173"/>
                  </a:lnTo>
                  <a:lnTo>
                    <a:pt x="1270079" y="102173"/>
                  </a:lnTo>
                  <a:lnTo>
                    <a:pt x="1265358" y="102173"/>
                  </a:lnTo>
                  <a:lnTo>
                    <a:pt x="1260636" y="102173"/>
                  </a:lnTo>
                  <a:lnTo>
                    <a:pt x="1255915" y="102173"/>
                  </a:lnTo>
                  <a:lnTo>
                    <a:pt x="1251193" y="102173"/>
                  </a:lnTo>
                  <a:lnTo>
                    <a:pt x="1246472" y="102173"/>
                  </a:lnTo>
                  <a:lnTo>
                    <a:pt x="1241750" y="102173"/>
                  </a:lnTo>
                  <a:lnTo>
                    <a:pt x="1237029" y="102173"/>
                  </a:lnTo>
                  <a:lnTo>
                    <a:pt x="1232307" y="102173"/>
                  </a:lnTo>
                  <a:lnTo>
                    <a:pt x="1227586" y="102173"/>
                  </a:lnTo>
                  <a:lnTo>
                    <a:pt x="1222864" y="102173"/>
                  </a:lnTo>
                  <a:lnTo>
                    <a:pt x="1218143" y="102173"/>
                  </a:lnTo>
                  <a:lnTo>
                    <a:pt x="1213421" y="102173"/>
                  </a:lnTo>
                  <a:lnTo>
                    <a:pt x="1208700" y="102173"/>
                  </a:lnTo>
                  <a:lnTo>
                    <a:pt x="1203978" y="102173"/>
                  </a:lnTo>
                  <a:lnTo>
                    <a:pt x="1199257" y="102173"/>
                  </a:lnTo>
                  <a:lnTo>
                    <a:pt x="1194535" y="102173"/>
                  </a:lnTo>
                  <a:lnTo>
                    <a:pt x="1189814" y="102173"/>
                  </a:lnTo>
                  <a:lnTo>
                    <a:pt x="1185092" y="102173"/>
                  </a:lnTo>
                  <a:lnTo>
                    <a:pt x="1180371" y="102173"/>
                  </a:lnTo>
                  <a:lnTo>
                    <a:pt x="1175649" y="102173"/>
                  </a:lnTo>
                  <a:lnTo>
                    <a:pt x="1170928" y="102173"/>
                  </a:lnTo>
                  <a:lnTo>
                    <a:pt x="1166207" y="102173"/>
                  </a:lnTo>
                  <a:lnTo>
                    <a:pt x="1161485" y="102173"/>
                  </a:lnTo>
                  <a:lnTo>
                    <a:pt x="1156764" y="102173"/>
                  </a:lnTo>
                  <a:lnTo>
                    <a:pt x="1152042" y="102173"/>
                  </a:lnTo>
                  <a:lnTo>
                    <a:pt x="1147321" y="102173"/>
                  </a:lnTo>
                  <a:lnTo>
                    <a:pt x="1142599" y="102173"/>
                  </a:lnTo>
                  <a:lnTo>
                    <a:pt x="1137878" y="102173"/>
                  </a:lnTo>
                  <a:lnTo>
                    <a:pt x="1133156" y="102173"/>
                  </a:lnTo>
                  <a:lnTo>
                    <a:pt x="1128435" y="102173"/>
                  </a:lnTo>
                  <a:lnTo>
                    <a:pt x="1123713" y="102173"/>
                  </a:lnTo>
                  <a:lnTo>
                    <a:pt x="1118992" y="102173"/>
                  </a:lnTo>
                  <a:lnTo>
                    <a:pt x="1114270" y="102173"/>
                  </a:lnTo>
                  <a:lnTo>
                    <a:pt x="1109549" y="102173"/>
                  </a:lnTo>
                  <a:lnTo>
                    <a:pt x="1104827" y="102173"/>
                  </a:lnTo>
                  <a:lnTo>
                    <a:pt x="1100106" y="102173"/>
                  </a:lnTo>
                  <a:lnTo>
                    <a:pt x="1095384" y="102173"/>
                  </a:lnTo>
                  <a:lnTo>
                    <a:pt x="1090663" y="102173"/>
                  </a:lnTo>
                  <a:lnTo>
                    <a:pt x="1085941" y="102173"/>
                  </a:lnTo>
                  <a:lnTo>
                    <a:pt x="1081220" y="102173"/>
                  </a:lnTo>
                  <a:lnTo>
                    <a:pt x="1076498" y="102173"/>
                  </a:lnTo>
                  <a:lnTo>
                    <a:pt x="1071777" y="102173"/>
                  </a:lnTo>
                  <a:lnTo>
                    <a:pt x="1067055" y="102173"/>
                  </a:lnTo>
                  <a:lnTo>
                    <a:pt x="1062334" y="102173"/>
                  </a:lnTo>
                  <a:lnTo>
                    <a:pt x="1057612" y="102173"/>
                  </a:lnTo>
                  <a:lnTo>
                    <a:pt x="1052891" y="102173"/>
                  </a:lnTo>
                  <a:lnTo>
                    <a:pt x="1048169" y="102173"/>
                  </a:lnTo>
                  <a:lnTo>
                    <a:pt x="1043448" y="102173"/>
                  </a:lnTo>
                  <a:lnTo>
                    <a:pt x="1038726" y="102173"/>
                  </a:lnTo>
                  <a:lnTo>
                    <a:pt x="1034005" y="102173"/>
                  </a:lnTo>
                  <a:lnTo>
                    <a:pt x="1029283" y="102173"/>
                  </a:lnTo>
                  <a:lnTo>
                    <a:pt x="1024562" y="102173"/>
                  </a:lnTo>
                  <a:lnTo>
                    <a:pt x="1019840" y="102173"/>
                  </a:lnTo>
                  <a:lnTo>
                    <a:pt x="1015119" y="102173"/>
                  </a:lnTo>
                  <a:lnTo>
                    <a:pt x="1010397" y="102173"/>
                  </a:lnTo>
                  <a:lnTo>
                    <a:pt x="1005676" y="102173"/>
                  </a:lnTo>
                  <a:lnTo>
                    <a:pt x="1000954" y="102173"/>
                  </a:lnTo>
                  <a:lnTo>
                    <a:pt x="996233" y="102173"/>
                  </a:lnTo>
                  <a:lnTo>
                    <a:pt x="991512" y="102173"/>
                  </a:lnTo>
                  <a:lnTo>
                    <a:pt x="986790" y="102173"/>
                  </a:lnTo>
                  <a:lnTo>
                    <a:pt x="982069" y="102173"/>
                  </a:lnTo>
                  <a:lnTo>
                    <a:pt x="977347" y="102173"/>
                  </a:lnTo>
                  <a:lnTo>
                    <a:pt x="972626" y="102173"/>
                  </a:lnTo>
                  <a:lnTo>
                    <a:pt x="967904" y="102173"/>
                  </a:lnTo>
                  <a:lnTo>
                    <a:pt x="963183" y="102173"/>
                  </a:lnTo>
                  <a:lnTo>
                    <a:pt x="958461" y="102173"/>
                  </a:lnTo>
                  <a:lnTo>
                    <a:pt x="953740" y="102173"/>
                  </a:lnTo>
                  <a:lnTo>
                    <a:pt x="949018" y="102173"/>
                  </a:lnTo>
                  <a:lnTo>
                    <a:pt x="944297" y="102173"/>
                  </a:lnTo>
                  <a:lnTo>
                    <a:pt x="939575" y="102173"/>
                  </a:lnTo>
                  <a:lnTo>
                    <a:pt x="934854" y="102173"/>
                  </a:lnTo>
                  <a:lnTo>
                    <a:pt x="930132" y="102173"/>
                  </a:lnTo>
                  <a:lnTo>
                    <a:pt x="925411" y="102173"/>
                  </a:lnTo>
                  <a:lnTo>
                    <a:pt x="920689" y="102173"/>
                  </a:lnTo>
                  <a:lnTo>
                    <a:pt x="915968" y="102173"/>
                  </a:lnTo>
                  <a:lnTo>
                    <a:pt x="911246" y="102173"/>
                  </a:lnTo>
                  <a:lnTo>
                    <a:pt x="906525" y="102173"/>
                  </a:lnTo>
                  <a:lnTo>
                    <a:pt x="901803" y="102173"/>
                  </a:lnTo>
                  <a:lnTo>
                    <a:pt x="897082" y="102173"/>
                  </a:lnTo>
                  <a:lnTo>
                    <a:pt x="892360" y="102173"/>
                  </a:lnTo>
                  <a:lnTo>
                    <a:pt x="887639" y="102173"/>
                  </a:lnTo>
                  <a:lnTo>
                    <a:pt x="882917" y="102173"/>
                  </a:lnTo>
                  <a:lnTo>
                    <a:pt x="878196" y="102173"/>
                  </a:lnTo>
                  <a:lnTo>
                    <a:pt x="873474" y="102173"/>
                  </a:lnTo>
                  <a:lnTo>
                    <a:pt x="868753" y="102173"/>
                  </a:lnTo>
                  <a:lnTo>
                    <a:pt x="864031" y="102173"/>
                  </a:lnTo>
                  <a:lnTo>
                    <a:pt x="859310" y="102173"/>
                  </a:lnTo>
                  <a:lnTo>
                    <a:pt x="854588" y="102173"/>
                  </a:lnTo>
                  <a:lnTo>
                    <a:pt x="849867" y="102173"/>
                  </a:lnTo>
                  <a:lnTo>
                    <a:pt x="845145" y="102173"/>
                  </a:lnTo>
                  <a:lnTo>
                    <a:pt x="840424" y="102173"/>
                  </a:lnTo>
                  <a:lnTo>
                    <a:pt x="835702" y="102173"/>
                  </a:lnTo>
                  <a:lnTo>
                    <a:pt x="830981" y="102173"/>
                  </a:lnTo>
                  <a:lnTo>
                    <a:pt x="826260" y="102173"/>
                  </a:lnTo>
                  <a:lnTo>
                    <a:pt x="821538" y="102173"/>
                  </a:lnTo>
                  <a:lnTo>
                    <a:pt x="816817" y="102173"/>
                  </a:lnTo>
                  <a:lnTo>
                    <a:pt x="812095" y="102173"/>
                  </a:lnTo>
                  <a:lnTo>
                    <a:pt x="807374" y="102173"/>
                  </a:lnTo>
                  <a:lnTo>
                    <a:pt x="802652" y="102173"/>
                  </a:lnTo>
                  <a:lnTo>
                    <a:pt x="797931" y="102173"/>
                  </a:lnTo>
                  <a:lnTo>
                    <a:pt x="793209" y="102173"/>
                  </a:lnTo>
                  <a:lnTo>
                    <a:pt x="788488" y="102173"/>
                  </a:lnTo>
                  <a:lnTo>
                    <a:pt x="783766" y="102173"/>
                  </a:lnTo>
                  <a:lnTo>
                    <a:pt x="779045" y="102173"/>
                  </a:lnTo>
                  <a:lnTo>
                    <a:pt x="774323" y="102173"/>
                  </a:lnTo>
                  <a:lnTo>
                    <a:pt x="769602" y="102173"/>
                  </a:lnTo>
                  <a:lnTo>
                    <a:pt x="764880" y="102173"/>
                  </a:lnTo>
                  <a:lnTo>
                    <a:pt x="760159" y="102173"/>
                  </a:lnTo>
                  <a:lnTo>
                    <a:pt x="755437" y="102173"/>
                  </a:lnTo>
                  <a:lnTo>
                    <a:pt x="750716" y="102173"/>
                  </a:lnTo>
                  <a:lnTo>
                    <a:pt x="745994" y="102173"/>
                  </a:lnTo>
                  <a:lnTo>
                    <a:pt x="741273" y="102173"/>
                  </a:lnTo>
                  <a:lnTo>
                    <a:pt x="736551" y="102173"/>
                  </a:lnTo>
                  <a:lnTo>
                    <a:pt x="731830" y="102173"/>
                  </a:lnTo>
                  <a:lnTo>
                    <a:pt x="727108" y="102173"/>
                  </a:lnTo>
                  <a:lnTo>
                    <a:pt x="722387" y="102173"/>
                  </a:lnTo>
                  <a:lnTo>
                    <a:pt x="717665" y="102173"/>
                  </a:lnTo>
                  <a:lnTo>
                    <a:pt x="712944" y="102173"/>
                  </a:lnTo>
                  <a:lnTo>
                    <a:pt x="708222" y="102173"/>
                  </a:lnTo>
                  <a:lnTo>
                    <a:pt x="703501" y="102173"/>
                  </a:lnTo>
                  <a:lnTo>
                    <a:pt x="698779" y="102173"/>
                  </a:lnTo>
                  <a:lnTo>
                    <a:pt x="694058" y="102173"/>
                  </a:lnTo>
                  <a:lnTo>
                    <a:pt x="689336" y="102173"/>
                  </a:lnTo>
                  <a:lnTo>
                    <a:pt x="684615" y="102173"/>
                  </a:lnTo>
                  <a:lnTo>
                    <a:pt x="679893" y="102173"/>
                  </a:lnTo>
                  <a:lnTo>
                    <a:pt x="675172" y="102173"/>
                  </a:lnTo>
                  <a:lnTo>
                    <a:pt x="670450" y="102173"/>
                  </a:lnTo>
                  <a:lnTo>
                    <a:pt x="665729" y="102173"/>
                  </a:lnTo>
                  <a:lnTo>
                    <a:pt x="661008" y="102173"/>
                  </a:lnTo>
                  <a:lnTo>
                    <a:pt x="656286" y="102173"/>
                  </a:lnTo>
                  <a:lnTo>
                    <a:pt x="651565" y="102173"/>
                  </a:lnTo>
                  <a:lnTo>
                    <a:pt x="646843" y="102173"/>
                  </a:lnTo>
                  <a:lnTo>
                    <a:pt x="642122" y="102173"/>
                  </a:lnTo>
                  <a:lnTo>
                    <a:pt x="637400" y="102173"/>
                  </a:lnTo>
                  <a:lnTo>
                    <a:pt x="632679" y="102173"/>
                  </a:lnTo>
                  <a:lnTo>
                    <a:pt x="627957" y="102173"/>
                  </a:lnTo>
                  <a:lnTo>
                    <a:pt x="623236" y="102173"/>
                  </a:lnTo>
                  <a:lnTo>
                    <a:pt x="618514" y="102173"/>
                  </a:lnTo>
                  <a:lnTo>
                    <a:pt x="613793" y="102173"/>
                  </a:lnTo>
                  <a:lnTo>
                    <a:pt x="609071" y="102173"/>
                  </a:lnTo>
                  <a:lnTo>
                    <a:pt x="604350" y="102173"/>
                  </a:lnTo>
                  <a:lnTo>
                    <a:pt x="599628" y="102173"/>
                  </a:lnTo>
                  <a:lnTo>
                    <a:pt x="594907" y="102173"/>
                  </a:lnTo>
                  <a:lnTo>
                    <a:pt x="590185" y="102173"/>
                  </a:lnTo>
                  <a:lnTo>
                    <a:pt x="585464" y="102173"/>
                  </a:lnTo>
                  <a:lnTo>
                    <a:pt x="580742" y="102173"/>
                  </a:lnTo>
                  <a:lnTo>
                    <a:pt x="576021" y="102173"/>
                  </a:lnTo>
                  <a:lnTo>
                    <a:pt x="571299" y="102173"/>
                  </a:lnTo>
                  <a:lnTo>
                    <a:pt x="566578" y="102173"/>
                  </a:lnTo>
                  <a:lnTo>
                    <a:pt x="561856" y="102173"/>
                  </a:lnTo>
                  <a:lnTo>
                    <a:pt x="557135" y="102173"/>
                  </a:lnTo>
                  <a:lnTo>
                    <a:pt x="552413" y="102173"/>
                  </a:lnTo>
                  <a:lnTo>
                    <a:pt x="547692" y="102173"/>
                  </a:lnTo>
                  <a:lnTo>
                    <a:pt x="542970" y="102173"/>
                  </a:lnTo>
                  <a:lnTo>
                    <a:pt x="538249" y="102173"/>
                  </a:lnTo>
                  <a:lnTo>
                    <a:pt x="533527" y="102173"/>
                  </a:lnTo>
                  <a:lnTo>
                    <a:pt x="528806" y="102173"/>
                  </a:lnTo>
                  <a:lnTo>
                    <a:pt x="524084" y="102173"/>
                  </a:lnTo>
                  <a:lnTo>
                    <a:pt x="519363" y="102173"/>
                  </a:lnTo>
                  <a:lnTo>
                    <a:pt x="514641" y="102173"/>
                  </a:lnTo>
                  <a:lnTo>
                    <a:pt x="509920" y="102173"/>
                  </a:lnTo>
                  <a:lnTo>
                    <a:pt x="505198" y="102173"/>
                  </a:lnTo>
                  <a:lnTo>
                    <a:pt x="500477" y="102173"/>
                  </a:lnTo>
                  <a:lnTo>
                    <a:pt x="495756" y="102173"/>
                  </a:lnTo>
                  <a:lnTo>
                    <a:pt x="491034" y="102173"/>
                  </a:lnTo>
                  <a:lnTo>
                    <a:pt x="486313" y="102173"/>
                  </a:lnTo>
                  <a:lnTo>
                    <a:pt x="481591" y="102173"/>
                  </a:lnTo>
                  <a:lnTo>
                    <a:pt x="476870" y="102173"/>
                  </a:lnTo>
                  <a:lnTo>
                    <a:pt x="472148" y="102173"/>
                  </a:lnTo>
                  <a:lnTo>
                    <a:pt x="467427" y="102173"/>
                  </a:lnTo>
                  <a:lnTo>
                    <a:pt x="462705" y="102173"/>
                  </a:lnTo>
                  <a:lnTo>
                    <a:pt x="457984" y="102173"/>
                  </a:lnTo>
                  <a:lnTo>
                    <a:pt x="453262" y="102173"/>
                  </a:lnTo>
                  <a:lnTo>
                    <a:pt x="448541" y="102173"/>
                  </a:lnTo>
                  <a:lnTo>
                    <a:pt x="443819" y="102173"/>
                  </a:lnTo>
                  <a:lnTo>
                    <a:pt x="439098" y="102173"/>
                  </a:lnTo>
                  <a:lnTo>
                    <a:pt x="434376" y="102173"/>
                  </a:lnTo>
                  <a:lnTo>
                    <a:pt x="429655" y="102173"/>
                  </a:lnTo>
                  <a:lnTo>
                    <a:pt x="424933" y="102173"/>
                  </a:lnTo>
                  <a:lnTo>
                    <a:pt x="420212" y="102173"/>
                  </a:lnTo>
                  <a:lnTo>
                    <a:pt x="415490" y="102173"/>
                  </a:lnTo>
                  <a:lnTo>
                    <a:pt x="410769" y="102173"/>
                  </a:lnTo>
                  <a:lnTo>
                    <a:pt x="406047" y="102173"/>
                  </a:lnTo>
                  <a:lnTo>
                    <a:pt x="401326" y="102173"/>
                  </a:lnTo>
                  <a:lnTo>
                    <a:pt x="396604" y="102173"/>
                  </a:lnTo>
                  <a:lnTo>
                    <a:pt x="391883" y="102173"/>
                  </a:lnTo>
                  <a:lnTo>
                    <a:pt x="387161" y="102173"/>
                  </a:lnTo>
                  <a:lnTo>
                    <a:pt x="382440" y="102173"/>
                  </a:lnTo>
                  <a:lnTo>
                    <a:pt x="377718" y="102173"/>
                  </a:lnTo>
                  <a:lnTo>
                    <a:pt x="372997" y="102173"/>
                  </a:lnTo>
                  <a:lnTo>
                    <a:pt x="368275" y="102173"/>
                  </a:lnTo>
                  <a:lnTo>
                    <a:pt x="363554" y="102173"/>
                  </a:lnTo>
                  <a:lnTo>
                    <a:pt x="358832" y="102173"/>
                  </a:lnTo>
                  <a:lnTo>
                    <a:pt x="354111" y="102173"/>
                  </a:lnTo>
                  <a:lnTo>
                    <a:pt x="349389" y="102173"/>
                  </a:lnTo>
                  <a:lnTo>
                    <a:pt x="344668" y="102173"/>
                  </a:lnTo>
                  <a:lnTo>
                    <a:pt x="339946" y="102173"/>
                  </a:lnTo>
                  <a:lnTo>
                    <a:pt x="335225" y="102173"/>
                  </a:lnTo>
                  <a:lnTo>
                    <a:pt x="330504" y="102173"/>
                  </a:lnTo>
                  <a:lnTo>
                    <a:pt x="325782" y="102173"/>
                  </a:lnTo>
                  <a:lnTo>
                    <a:pt x="321061" y="102173"/>
                  </a:lnTo>
                  <a:lnTo>
                    <a:pt x="316339" y="102173"/>
                  </a:lnTo>
                  <a:lnTo>
                    <a:pt x="311618" y="102173"/>
                  </a:lnTo>
                  <a:lnTo>
                    <a:pt x="306896" y="102173"/>
                  </a:lnTo>
                  <a:lnTo>
                    <a:pt x="302175" y="102173"/>
                  </a:lnTo>
                  <a:lnTo>
                    <a:pt x="297453" y="102173"/>
                  </a:lnTo>
                  <a:lnTo>
                    <a:pt x="292732" y="102173"/>
                  </a:lnTo>
                  <a:lnTo>
                    <a:pt x="288010" y="102173"/>
                  </a:lnTo>
                  <a:lnTo>
                    <a:pt x="283289" y="102173"/>
                  </a:lnTo>
                  <a:lnTo>
                    <a:pt x="278567" y="102173"/>
                  </a:lnTo>
                  <a:lnTo>
                    <a:pt x="273846" y="102173"/>
                  </a:lnTo>
                  <a:lnTo>
                    <a:pt x="269124" y="102173"/>
                  </a:lnTo>
                  <a:lnTo>
                    <a:pt x="264403" y="102173"/>
                  </a:lnTo>
                  <a:lnTo>
                    <a:pt x="259681" y="102173"/>
                  </a:lnTo>
                  <a:lnTo>
                    <a:pt x="254960" y="102173"/>
                  </a:lnTo>
                  <a:lnTo>
                    <a:pt x="250238" y="102173"/>
                  </a:lnTo>
                  <a:lnTo>
                    <a:pt x="245517" y="102173"/>
                  </a:lnTo>
                  <a:lnTo>
                    <a:pt x="240795" y="102173"/>
                  </a:lnTo>
                  <a:lnTo>
                    <a:pt x="236074" y="102173"/>
                  </a:lnTo>
                  <a:lnTo>
                    <a:pt x="231352" y="102173"/>
                  </a:lnTo>
                  <a:lnTo>
                    <a:pt x="226631" y="102173"/>
                  </a:lnTo>
                  <a:lnTo>
                    <a:pt x="221909" y="102173"/>
                  </a:lnTo>
                  <a:lnTo>
                    <a:pt x="217188" y="102173"/>
                  </a:lnTo>
                  <a:lnTo>
                    <a:pt x="212466" y="102173"/>
                  </a:lnTo>
                  <a:lnTo>
                    <a:pt x="207745" y="102173"/>
                  </a:lnTo>
                  <a:lnTo>
                    <a:pt x="203023" y="102173"/>
                  </a:lnTo>
                  <a:lnTo>
                    <a:pt x="198302" y="102173"/>
                  </a:lnTo>
                  <a:lnTo>
                    <a:pt x="193580" y="102173"/>
                  </a:lnTo>
                  <a:lnTo>
                    <a:pt x="188859" y="102173"/>
                  </a:lnTo>
                  <a:lnTo>
                    <a:pt x="184137" y="102173"/>
                  </a:lnTo>
                  <a:lnTo>
                    <a:pt x="179416" y="102173"/>
                  </a:lnTo>
                  <a:lnTo>
                    <a:pt x="174694" y="102173"/>
                  </a:lnTo>
                  <a:lnTo>
                    <a:pt x="169973" y="102173"/>
                  </a:lnTo>
                  <a:lnTo>
                    <a:pt x="165252" y="102173"/>
                  </a:lnTo>
                  <a:lnTo>
                    <a:pt x="160530" y="102173"/>
                  </a:lnTo>
                  <a:lnTo>
                    <a:pt x="155809" y="102173"/>
                  </a:lnTo>
                  <a:lnTo>
                    <a:pt x="151087" y="102173"/>
                  </a:lnTo>
                  <a:lnTo>
                    <a:pt x="146366" y="102173"/>
                  </a:lnTo>
                  <a:lnTo>
                    <a:pt x="141644" y="102173"/>
                  </a:lnTo>
                  <a:lnTo>
                    <a:pt x="136923" y="102173"/>
                  </a:lnTo>
                  <a:lnTo>
                    <a:pt x="132201" y="102173"/>
                  </a:lnTo>
                  <a:lnTo>
                    <a:pt x="127480" y="102173"/>
                  </a:lnTo>
                  <a:lnTo>
                    <a:pt x="122758" y="102173"/>
                  </a:lnTo>
                  <a:lnTo>
                    <a:pt x="118037" y="102173"/>
                  </a:lnTo>
                  <a:lnTo>
                    <a:pt x="113315" y="102173"/>
                  </a:lnTo>
                  <a:lnTo>
                    <a:pt x="108594" y="102173"/>
                  </a:lnTo>
                  <a:lnTo>
                    <a:pt x="103872" y="102173"/>
                  </a:lnTo>
                  <a:lnTo>
                    <a:pt x="99151" y="102173"/>
                  </a:lnTo>
                  <a:lnTo>
                    <a:pt x="94429" y="102173"/>
                  </a:lnTo>
                  <a:lnTo>
                    <a:pt x="89708" y="102173"/>
                  </a:lnTo>
                  <a:lnTo>
                    <a:pt x="84986" y="102173"/>
                  </a:lnTo>
                  <a:lnTo>
                    <a:pt x="80265" y="102173"/>
                  </a:lnTo>
                  <a:lnTo>
                    <a:pt x="75543" y="102173"/>
                  </a:lnTo>
                  <a:lnTo>
                    <a:pt x="70822" y="102173"/>
                  </a:lnTo>
                  <a:lnTo>
                    <a:pt x="66100" y="102173"/>
                  </a:lnTo>
                  <a:lnTo>
                    <a:pt x="61379" y="102173"/>
                  </a:lnTo>
                  <a:lnTo>
                    <a:pt x="56657" y="102173"/>
                  </a:lnTo>
                  <a:lnTo>
                    <a:pt x="51936" y="102173"/>
                  </a:lnTo>
                  <a:lnTo>
                    <a:pt x="47214" y="102173"/>
                  </a:lnTo>
                  <a:lnTo>
                    <a:pt x="42493" y="102173"/>
                  </a:lnTo>
                  <a:lnTo>
                    <a:pt x="37771" y="102173"/>
                  </a:lnTo>
                  <a:lnTo>
                    <a:pt x="33050" y="102173"/>
                  </a:lnTo>
                  <a:lnTo>
                    <a:pt x="28328" y="102173"/>
                  </a:lnTo>
                  <a:lnTo>
                    <a:pt x="23607" y="102173"/>
                  </a:lnTo>
                  <a:lnTo>
                    <a:pt x="18885" y="102173"/>
                  </a:lnTo>
                  <a:lnTo>
                    <a:pt x="14164" y="102173"/>
                  </a:lnTo>
                  <a:lnTo>
                    <a:pt x="9442" y="102173"/>
                  </a:lnTo>
                  <a:lnTo>
                    <a:pt x="4721" y="102173"/>
                  </a:lnTo>
                  <a:lnTo>
                    <a:pt x="0" y="102173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30" name="pg329"/>
            <p:cNvSpPr/>
            <p:nvPr/>
          </p:nvSpPr>
          <p:spPr>
            <a:xfrm>
              <a:off x="6646162" y="4227758"/>
              <a:ext cx="3917824" cy="102173"/>
            </a:xfrm>
            <a:custGeom>
              <a:avLst/>
              <a:pathLst>
                <a:path w="3917824" h="102173">
                  <a:moveTo>
                    <a:pt x="0" y="0"/>
                  </a:moveTo>
                  <a:lnTo>
                    <a:pt x="7835" y="0"/>
                  </a:lnTo>
                  <a:lnTo>
                    <a:pt x="15671" y="0"/>
                  </a:lnTo>
                  <a:lnTo>
                    <a:pt x="23506" y="0"/>
                  </a:lnTo>
                  <a:lnTo>
                    <a:pt x="31342" y="0"/>
                  </a:lnTo>
                  <a:lnTo>
                    <a:pt x="39178" y="0"/>
                  </a:lnTo>
                  <a:lnTo>
                    <a:pt x="47013" y="0"/>
                  </a:lnTo>
                  <a:lnTo>
                    <a:pt x="54849" y="0"/>
                  </a:lnTo>
                  <a:lnTo>
                    <a:pt x="62685" y="0"/>
                  </a:lnTo>
                  <a:lnTo>
                    <a:pt x="70520" y="0"/>
                  </a:lnTo>
                  <a:lnTo>
                    <a:pt x="78356" y="0"/>
                  </a:lnTo>
                  <a:lnTo>
                    <a:pt x="86192" y="0"/>
                  </a:lnTo>
                  <a:lnTo>
                    <a:pt x="94027" y="0"/>
                  </a:lnTo>
                  <a:lnTo>
                    <a:pt x="101863" y="0"/>
                  </a:lnTo>
                  <a:lnTo>
                    <a:pt x="109699" y="0"/>
                  </a:lnTo>
                  <a:lnTo>
                    <a:pt x="117534" y="0"/>
                  </a:lnTo>
                  <a:lnTo>
                    <a:pt x="125370" y="0"/>
                  </a:lnTo>
                  <a:lnTo>
                    <a:pt x="133206" y="0"/>
                  </a:lnTo>
                  <a:lnTo>
                    <a:pt x="141041" y="0"/>
                  </a:lnTo>
                  <a:lnTo>
                    <a:pt x="148877" y="0"/>
                  </a:lnTo>
                  <a:lnTo>
                    <a:pt x="156712" y="0"/>
                  </a:lnTo>
                  <a:lnTo>
                    <a:pt x="164548" y="0"/>
                  </a:lnTo>
                  <a:lnTo>
                    <a:pt x="172384" y="0"/>
                  </a:lnTo>
                  <a:lnTo>
                    <a:pt x="180219" y="0"/>
                  </a:lnTo>
                  <a:lnTo>
                    <a:pt x="188055" y="0"/>
                  </a:lnTo>
                  <a:lnTo>
                    <a:pt x="195891" y="0"/>
                  </a:lnTo>
                  <a:lnTo>
                    <a:pt x="203726" y="0"/>
                  </a:lnTo>
                  <a:lnTo>
                    <a:pt x="211562" y="0"/>
                  </a:lnTo>
                  <a:lnTo>
                    <a:pt x="219398" y="0"/>
                  </a:lnTo>
                  <a:lnTo>
                    <a:pt x="227233" y="0"/>
                  </a:lnTo>
                  <a:lnTo>
                    <a:pt x="235069" y="0"/>
                  </a:lnTo>
                  <a:lnTo>
                    <a:pt x="242905" y="0"/>
                  </a:lnTo>
                  <a:lnTo>
                    <a:pt x="250740" y="0"/>
                  </a:lnTo>
                  <a:lnTo>
                    <a:pt x="258576" y="0"/>
                  </a:lnTo>
                  <a:lnTo>
                    <a:pt x="266412" y="0"/>
                  </a:lnTo>
                  <a:lnTo>
                    <a:pt x="274247" y="0"/>
                  </a:lnTo>
                  <a:lnTo>
                    <a:pt x="282083" y="0"/>
                  </a:lnTo>
                  <a:lnTo>
                    <a:pt x="289919" y="0"/>
                  </a:lnTo>
                  <a:lnTo>
                    <a:pt x="297754" y="0"/>
                  </a:lnTo>
                  <a:lnTo>
                    <a:pt x="305590" y="0"/>
                  </a:lnTo>
                  <a:lnTo>
                    <a:pt x="313425" y="0"/>
                  </a:lnTo>
                  <a:lnTo>
                    <a:pt x="321261" y="0"/>
                  </a:lnTo>
                  <a:lnTo>
                    <a:pt x="329097" y="0"/>
                  </a:lnTo>
                  <a:lnTo>
                    <a:pt x="336932" y="0"/>
                  </a:lnTo>
                  <a:lnTo>
                    <a:pt x="344768" y="0"/>
                  </a:lnTo>
                  <a:lnTo>
                    <a:pt x="352604" y="0"/>
                  </a:lnTo>
                  <a:lnTo>
                    <a:pt x="360439" y="0"/>
                  </a:lnTo>
                  <a:lnTo>
                    <a:pt x="368275" y="0"/>
                  </a:lnTo>
                  <a:lnTo>
                    <a:pt x="376111" y="0"/>
                  </a:lnTo>
                  <a:lnTo>
                    <a:pt x="383946" y="0"/>
                  </a:lnTo>
                  <a:lnTo>
                    <a:pt x="391782" y="0"/>
                  </a:lnTo>
                  <a:lnTo>
                    <a:pt x="399618" y="0"/>
                  </a:lnTo>
                  <a:lnTo>
                    <a:pt x="407453" y="0"/>
                  </a:lnTo>
                  <a:lnTo>
                    <a:pt x="415289" y="0"/>
                  </a:lnTo>
                  <a:lnTo>
                    <a:pt x="423125" y="0"/>
                  </a:lnTo>
                  <a:lnTo>
                    <a:pt x="430960" y="0"/>
                  </a:lnTo>
                  <a:lnTo>
                    <a:pt x="438796" y="0"/>
                  </a:lnTo>
                  <a:lnTo>
                    <a:pt x="446631" y="0"/>
                  </a:lnTo>
                  <a:lnTo>
                    <a:pt x="454467" y="0"/>
                  </a:lnTo>
                  <a:lnTo>
                    <a:pt x="462303" y="0"/>
                  </a:lnTo>
                  <a:lnTo>
                    <a:pt x="470138" y="0"/>
                  </a:lnTo>
                  <a:lnTo>
                    <a:pt x="477974" y="0"/>
                  </a:lnTo>
                  <a:lnTo>
                    <a:pt x="485810" y="0"/>
                  </a:lnTo>
                  <a:lnTo>
                    <a:pt x="493645" y="0"/>
                  </a:lnTo>
                  <a:lnTo>
                    <a:pt x="501481" y="0"/>
                  </a:lnTo>
                  <a:lnTo>
                    <a:pt x="509317" y="0"/>
                  </a:lnTo>
                  <a:lnTo>
                    <a:pt x="517152" y="0"/>
                  </a:lnTo>
                  <a:lnTo>
                    <a:pt x="524988" y="0"/>
                  </a:lnTo>
                  <a:lnTo>
                    <a:pt x="532824" y="0"/>
                  </a:lnTo>
                  <a:lnTo>
                    <a:pt x="540659" y="0"/>
                  </a:lnTo>
                  <a:lnTo>
                    <a:pt x="548495" y="0"/>
                  </a:lnTo>
                  <a:lnTo>
                    <a:pt x="556331" y="0"/>
                  </a:lnTo>
                  <a:lnTo>
                    <a:pt x="564166" y="0"/>
                  </a:lnTo>
                  <a:lnTo>
                    <a:pt x="572002" y="0"/>
                  </a:lnTo>
                  <a:lnTo>
                    <a:pt x="579838" y="0"/>
                  </a:lnTo>
                  <a:lnTo>
                    <a:pt x="587673" y="0"/>
                  </a:lnTo>
                  <a:lnTo>
                    <a:pt x="595509" y="0"/>
                  </a:lnTo>
                  <a:lnTo>
                    <a:pt x="603344" y="0"/>
                  </a:lnTo>
                  <a:lnTo>
                    <a:pt x="611180" y="0"/>
                  </a:lnTo>
                  <a:lnTo>
                    <a:pt x="619016" y="0"/>
                  </a:lnTo>
                  <a:lnTo>
                    <a:pt x="626851" y="0"/>
                  </a:lnTo>
                  <a:lnTo>
                    <a:pt x="634687" y="0"/>
                  </a:lnTo>
                  <a:lnTo>
                    <a:pt x="642523" y="0"/>
                  </a:lnTo>
                  <a:lnTo>
                    <a:pt x="650358" y="0"/>
                  </a:lnTo>
                  <a:lnTo>
                    <a:pt x="658194" y="0"/>
                  </a:lnTo>
                  <a:lnTo>
                    <a:pt x="666030" y="0"/>
                  </a:lnTo>
                  <a:lnTo>
                    <a:pt x="673865" y="0"/>
                  </a:lnTo>
                  <a:lnTo>
                    <a:pt x="681701" y="0"/>
                  </a:lnTo>
                  <a:lnTo>
                    <a:pt x="689537" y="0"/>
                  </a:lnTo>
                  <a:lnTo>
                    <a:pt x="697372" y="0"/>
                  </a:lnTo>
                  <a:lnTo>
                    <a:pt x="705208" y="0"/>
                  </a:lnTo>
                  <a:lnTo>
                    <a:pt x="713044" y="0"/>
                  </a:lnTo>
                  <a:lnTo>
                    <a:pt x="720879" y="0"/>
                  </a:lnTo>
                  <a:lnTo>
                    <a:pt x="728715" y="0"/>
                  </a:lnTo>
                  <a:lnTo>
                    <a:pt x="736550" y="0"/>
                  </a:lnTo>
                  <a:lnTo>
                    <a:pt x="744386" y="0"/>
                  </a:lnTo>
                  <a:lnTo>
                    <a:pt x="752222" y="0"/>
                  </a:lnTo>
                  <a:lnTo>
                    <a:pt x="760057" y="0"/>
                  </a:lnTo>
                  <a:lnTo>
                    <a:pt x="767893" y="0"/>
                  </a:lnTo>
                  <a:lnTo>
                    <a:pt x="775729" y="0"/>
                  </a:lnTo>
                  <a:lnTo>
                    <a:pt x="783564" y="0"/>
                  </a:lnTo>
                  <a:lnTo>
                    <a:pt x="791400" y="0"/>
                  </a:lnTo>
                  <a:lnTo>
                    <a:pt x="799236" y="0"/>
                  </a:lnTo>
                  <a:lnTo>
                    <a:pt x="807071" y="0"/>
                  </a:lnTo>
                  <a:lnTo>
                    <a:pt x="814907" y="0"/>
                  </a:lnTo>
                  <a:lnTo>
                    <a:pt x="822743" y="0"/>
                  </a:lnTo>
                  <a:lnTo>
                    <a:pt x="830578" y="0"/>
                  </a:lnTo>
                  <a:lnTo>
                    <a:pt x="838414" y="0"/>
                  </a:lnTo>
                  <a:lnTo>
                    <a:pt x="846250" y="0"/>
                  </a:lnTo>
                  <a:lnTo>
                    <a:pt x="854085" y="0"/>
                  </a:lnTo>
                  <a:lnTo>
                    <a:pt x="861921" y="0"/>
                  </a:lnTo>
                  <a:lnTo>
                    <a:pt x="869757" y="0"/>
                  </a:lnTo>
                  <a:lnTo>
                    <a:pt x="877592" y="0"/>
                  </a:lnTo>
                  <a:lnTo>
                    <a:pt x="885428" y="0"/>
                  </a:lnTo>
                  <a:lnTo>
                    <a:pt x="893263" y="0"/>
                  </a:lnTo>
                  <a:lnTo>
                    <a:pt x="901099" y="0"/>
                  </a:lnTo>
                  <a:lnTo>
                    <a:pt x="908935" y="0"/>
                  </a:lnTo>
                  <a:lnTo>
                    <a:pt x="916770" y="0"/>
                  </a:lnTo>
                  <a:lnTo>
                    <a:pt x="924606" y="0"/>
                  </a:lnTo>
                  <a:lnTo>
                    <a:pt x="932442" y="0"/>
                  </a:lnTo>
                  <a:lnTo>
                    <a:pt x="940277" y="0"/>
                  </a:lnTo>
                  <a:lnTo>
                    <a:pt x="948113" y="0"/>
                  </a:lnTo>
                  <a:lnTo>
                    <a:pt x="955949" y="0"/>
                  </a:lnTo>
                  <a:lnTo>
                    <a:pt x="963784" y="0"/>
                  </a:lnTo>
                  <a:lnTo>
                    <a:pt x="971620" y="0"/>
                  </a:lnTo>
                  <a:lnTo>
                    <a:pt x="979456" y="0"/>
                  </a:lnTo>
                  <a:lnTo>
                    <a:pt x="987291" y="0"/>
                  </a:lnTo>
                  <a:lnTo>
                    <a:pt x="995127" y="0"/>
                  </a:lnTo>
                  <a:lnTo>
                    <a:pt x="1002963" y="0"/>
                  </a:lnTo>
                  <a:lnTo>
                    <a:pt x="1010798" y="0"/>
                  </a:lnTo>
                  <a:lnTo>
                    <a:pt x="1018634" y="0"/>
                  </a:lnTo>
                  <a:lnTo>
                    <a:pt x="1026469" y="0"/>
                  </a:lnTo>
                  <a:lnTo>
                    <a:pt x="1034305" y="0"/>
                  </a:lnTo>
                  <a:lnTo>
                    <a:pt x="1042141" y="0"/>
                  </a:lnTo>
                  <a:lnTo>
                    <a:pt x="1049976" y="0"/>
                  </a:lnTo>
                  <a:lnTo>
                    <a:pt x="1057812" y="0"/>
                  </a:lnTo>
                  <a:lnTo>
                    <a:pt x="1065648" y="0"/>
                  </a:lnTo>
                  <a:lnTo>
                    <a:pt x="1073483" y="0"/>
                  </a:lnTo>
                  <a:lnTo>
                    <a:pt x="1081319" y="0"/>
                  </a:lnTo>
                  <a:lnTo>
                    <a:pt x="1089155" y="0"/>
                  </a:lnTo>
                  <a:lnTo>
                    <a:pt x="1096990" y="0"/>
                  </a:lnTo>
                  <a:lnTo>
                    <a:pt x="1104826" y="0"/>
                  </a:lnTo>
                  <a:lnTo>
                    <a:pt x="1112662" y="0"/>
                  </a:lnTo>
                  <a:lnTo>
                    <a:pt x="1120497" y="0"/>
                  </a:lnTo>
                  <a:lnTo>
                    <a:pt x="1128333" y="0"/>
                  </a:lnTo>
                  <a:lnTo>
                    <a:pt x="1136169" y="0"/>
                  </a:lnTo>
                  <a:lnTo>
                    <a:pt x="1144004" y="0"/>
                  </a:lnTo>
                  <a:lnTo>
                    <a:pt x="1151840" y="0"/>
                  </a:lnTo>
                  <a:lnTo>
                    <a:pt x="1159676" y="0"/>
                  </a:lnTo>
                  <a:lnTo>
                    <a:pt x="1167511" y="0"/>
                  </a:lnTo>
                  <a:lnTo>
                    <a:pt x="1175347" y="0"/>
                  </a:lnTo>
                  <a:lnTo>
                    <a:pt x="1183182" y="0"/>
                  </a:lnTo>
                  <a:lnTo>
                    <a:pt x="1191018" y="0"/>
                  </a:lnTo>
                  <a:lnTo>
                    <a:pt x="1198854" y="0"/>
                  </a:lnTo>
                  <a:lnTo>
                    <a:pt x="1206689" y="0"/>
                  </a:lnTo>
                  <a:lnTo>
                    <a:pt x="1214525" y="0"/>
                  </a:lnTo>
                  <a:lnTo>
                    <a:pt x="1222361" y="0"/>
                  </a:lnTo>
                  <a:lnTo>
                    <a:pt x="1230196" y="0"/>
                  </a:lnTo>
                  <a:lnTo>
                    <a:pt x="1238032" y="0"/>
                  </a:lnTo>
                  <a:lnTo>
                    <a:pt x="1245868" y="0"/>
                  </a:lnTo>
                  <a:lnTo>
                    <a:pt x="1253703" y="0"/>
                  </a:lnTo>
                  <a:lnTo>
                    <a:pt x="1261539" y="0"/>
                  </a:lnTo>
                  <a:lnTo>
                    <a:pt x="1269375" y="0"/>
                  </a:lnTo>
                  <a:lnTo>
                    <a:pt x="1277210" y="0"/>
                  </a:lnTo>
                  <a:lnTo>
                    <a:pt x="1285046" y="0"/>
                  </a:lnTo>
                  <a:lnTo>
                    <a:pt x="1292882" y="0"/>
                  </a:lnTo>
                  <a:lnTo>
                    <a:pt x="1300717" y="0"/>
                  </a:lnTo>
                  <a:lnTo>
                    <a:pt x="1308553" y="0"/>
                  </a:lnTo>
                  <a:lnTo>
                    <a:pt x="1316388" y="0"/>
                  </a:lnTo>
                  <a:lnTo>
                    <a:pt x="1324224" y="0"/>
                  </a:lnTo>
                  <a:lnTo>
                    <a:pt x="1332060" y="0"/>
                  </a:lnTo>
                  <a:lnTo>
                    <a:pt x="1339895" y="0"/>
                  </a:lnTo>
                  <a:lnTo>
                    <a:pt x="1347731" y="0"/>
                  </a:lnTo>
                  <a:lnTo>
                    <a:pt x="1355567" y="0"/>
                  </a:lnTo>
                  <a:lnTo>
                    <a:pt x="1363402" y="0"/>
                  </a:lnTo>
                  <a:lnTo>
                    <a:pt x="1371238" y="0"/>
                  </a:lnTo>
                  <a:lnTo>
                    <a:pt x="1379074" y="0"/>
                  </a:lnTo>
                  <a:lnTo>
                    <a:pt x="1386909" y="0"/>
                  </a:lnTo>
                  <a:lnTo>
                    <a:pt x="1394745" y="0"/>
                  </a:lnTo>
                  <a:lnTo>
                    <a:pt x="1402581" y="0"/>
                  </a:lnTo>
                  <a:lnTo>
                    <a:pt x="1410416" y="0"/>
                  </a:lnTo>
                  <a:lnTo>
                    <a:pt x="1418252" y="0"/>
                  </a:lnTo>
                  <a:lnTo>
                    <a:pt x="1426088" y="0"/>
                  </a:lnTo>
                  <a:lnTo>
                    <a:pt x="1433923" y="0"/>
                  </a:lnTo>
                  <a:lnTo>
                    <a:pt x="1441759" y="0"/>
                  </a:lnTo>
                  <a:lnTo>
                    <a:pt x="1449595" y="0"/>
                  </a:lnTo>
                  <a:lnTo>
                    <a:pt x="1457430" y="0"/>
                  </a:lnTo>
                  <a:lnTo>
                    <a:pt x="1465266" y="0"/>
                  </a:lnTo>
                  <a:lnTo>
                    <a:pt x="1473101" y="0"/>
                  </a:lnTo>
                  <a:lnTo>
                    <a:pt x="1480937" y="0"/>
                  </a:lnTo>
                  <a:lnTo>
                    <a:pt x="1488773" y="0"/>
                  </a:lnTo>
                  <a:lnTo>
                    <a:pt x="1496608" y="0"/>
                  </a:lnTo>
                  <a:lnTo>
                    <a:pt x="1504444" y="0"/>
                  </a:lnTo>
                  <a:lnTo>
                    <a:pt x="1512280" y="0"/>
                  </a:lnTo>
                  <a:lnTo>
                    <a:pt x="1520115" y="0"/>
                  </a:lnTo>
                  <a:lnTo>
                    <a:pt x="1527951" y="0"/>
                  </a:lnTo>
                  <a:lnTo>
                    <a:pt x="1535787" y="0"/>
                  </a:lnTo>
                  <a:lnTo>
                    <a:pt x="1543622" y="0"/>
                  </a:lnTo>
                  <a:lnTo>
                    <a:pt x="1551458" y="0"/>
                  </a:lnTo>
                  <a:lnTo>
                    <a:pt x="1559294" y="0"/>
                  </a:lnTo>
                  <a:lnTo>
                    <a:pt x="1567129" y="0"/>
                  </a:lnTo>
                  <a:lnTo>
                    <a:pt x="1574965" y="0"/>
                  </a:lnTo>
                  <a:lnTo>
                    <a:pt x="1582801" y="0"/>
                  </a:lnTo>
                  <a:lnTo>
                    <a:pt x="1590636" y="0"/>
                  </a:lnTo>
                  <a:lnTo>
                    <a:pt x="1598472" y="0"/>
                  </a:lnTo>
                  <a:lnTo>
                    <a:pt x="1606307" y="0"/>
                  </a:lnTo>
                  <a:lnTo>
                    <a:pt x="1614143" y="0"/>
                  </a:lnTo>
                  <a:lnTo>
                    <a:pt x="1621979" y="0"/>
                  </a:lnTo>
                  <a:lnTo>
                    <a:pt x="1629814" y="0"/>
                  </a:lnTo>
                  <a:lnTo>
                    <a:pt x="1637650" y="0"/>
                  </a:lnTo>
                  <a:lnTo>
                    <a:pt x="1645486" y="0"/>
                  </a:lnTo>
                  <a:lnTo>
                    <a:pt x="1653321" y="0"/>
                  </a:lnTo>
                  <a:lnTo>
                    <a:pt x="1661157" y="0"/>
                  </a:lnTo>
                  <a:lnTo>
                    <a:pt x="1668993" y="0"/>
                  </a:lnTo>
                  <a:lnTo>
                    <a:pt x="1676828" y="0"/>
                  </a:lnTo>
                  <a:lnTo>
                    <a:pt x="1684664" y="0"/>
                  </a:lnTo>
                  <a:lnTo>
                    <a:pt x="1692500" y="0"/>
                  </a:lnTo>
                  <a:lnTo>
                    <a:pt x="1700335" y="0"/>
                  </a:lnTo>
                  <a:lnTo>
                    <a:pt x="1708171" y="0"/>
                  </a:lnTo>
                  <a:lnTo>
                    <a:pt x="1716007" y="0"/>
                  </a:lnTo>
                  <a:lnTo>
                    <a:pt x="1723842" y="0"/>
                  </a:lnTo>
                  <a:lnTo>
                    <a:pt x="1731678" y="0"/>
                  </a:lnTo>
                  <a:lnTo>
                    <a:pt x="1739514" y="0"/>
                  </a:lnTo>
                  <a:lnTo>
                    <a:pt x="1747349" y="0"/>
                  </a:lnTo>
                  <a:lnTo>
                    <a:pt x="1755185" y="0"/>
                  </a:lnTo>
                  <a:lnTo>
                    <a:pt x="1763020" y="0"/>
                  </a:lnTo>
                  <a:lnTo>
                    <a:pt x="1770856" y="0"/>
                  </a:lnTo>
                  <a:lnTo>
                    <a:pt x="1778692" y="0"/>
                  </a:lnTo>
                  <a:lnTo>
                    <a:pt x="1786527" y="0"/>
                  </a:lnTo>
                  <a:lnTo>
                    <a:pt x="1794363" y="0"/>
                  </a:lnTo>
                  <a:lnTo>
                    <a:pt x="1802199" y="0"/>
                  </a:lnTo>
                  <a:lnTo>
                    <a:pt x="1810034" y="0"/>
                  </a:lnTo>
                  <a:lnTo>
                    <a:pt x="1817870" y="0"/>
                  </a:lnTo>
                  <a:lnTo>
                    <a:pt x="1825706" y="0"/>
                  </a:lnTo>
                  <a:lnTo>
                    <a:pt x="1833541" y="0"/>
                  </a:lnTo>
                  <a:lnTo>
                    <a:pt x="1841377" y="0"/>
                  </a:lnTo>
                  <a:lnTo>
                    <a:pt x="1849213" y="0"/>
                  </a:lnTo>
                  <a:lnTo>
                    <a:pt x="1857048" y="0"/>
                  </a:lnTo>
                  <a:lnTo>
                    <a:pt x="1864884" y="0"/>
                  </a:lnTo>
                  <a:lnTo>
                    <a:pt x="1872720" y="0"/>
                  </a:lnTo>
                  <a:lnTo>
                    <a:pt x="1880555" y="0"/>
                  </a:lnTo>
                  <a:lnTo>
                    <a:pt x="1888391" y="0"/>
                  </a:lnTo>
                  <a:lnTo>
                    <a:pt x="1896227" y="0"/>
                  </a:lnTo>
                  <a:lnTo>
                    <a:pt x="1904062" y="0"/>
                  </a:lnTo>
                  <a:lnTo>
                    <a:pt x="1911898" y="0"/>
                  </a:lnTo>
                  <a:lnTo>
                    <a:pt x="1919733" y="0"/>
                  </a:lnTo>
                  <a:lnTo>
                    <a:pt x="1927569" y="0"/>
                  </a:lnTo>
                  <a:lnTo>
                    <a:pt x="1935405" y="0"/>
                  </a:lnTo>
                  <a:lnTo>
                    <a:pt x="1943240" y="0"/>
                  </a:lnTo>
                  <a:lnTo>
                    <a:pt x="1951076" y="0"/>
                  </a:lnTo>
                  <a:lnTo>
                    <a:pt x="1958912" y="0"/>
                  </a:lnTo>
                  <a:lnTo>
                    <a:pt x="1966747" y="0"/>
                  </a:lnTo>
                  <a:lnTo>
                    <a:pt x="1974583" y="0"/>
                  </a:lnTo>
                  <a:lnTo>
                    <a:pt x="1982419" y="0"/>
                  </a:lnTo>
                  <a:lnTo>
                    <a:pt x="1990254" y="0"/>
                  </a:lnTo>
                  <a:lnTo>
                    <a:pt x="1998090" y="0"/>
                  </a:lnTo>
                  <a:lnTo>
                    <a:pt x="2005926" y="0"/>
                  </a:lnTo>
                  <a:lnTo>
                    <a:pt x="2013761" y="0"/>
                  </a:lnTo>
                  <a:lnTo>
                    <a:pt x="2021597" y="0"/>
                  </a:lnTo>
                  <a:lnTo>
                    <a:pt x="2029433" y="0"/>
                  </a:lnTo>
                  <a:lnTo>
                    <a:pt x="2037268" y="0"/>
                  </a:lnTo>
                  <a:lnTo>
                    <a:pt x="2045104" y="0"/>
                  </a:lnTo>
                  <a:lnTo>
                    <a:pt x="2052939" y="0"/>
                  </a:lnTo>
                  <a:lnTo>
                    <a:pt x="2060775" y="0"/>
                  </a:lnTo>
                  <a:lnTo>
                    <a:pt x="2068611" y="0"/>
                  </a:lnTo>
                  <a:lnTo>
                    <a:pt x="2076446" y="0"/>
                  </a:lnTo>
                  <a:lnTo>
                    <a:pt x="2084282" y="0"/>
                  </a:lnTo>
                  <a:lnTo>
                    <a:pt x="2092118" y="0"/>
                  </a:lnTo>
                  <a:lnTo>
                    <a:pt x="2099953" y="0"/>
                  </a:lnTo>
                  <a:lnTo>
                    <a:pt x="2107789" y="0"/>
                  </a:lnTo>
                  <a:lnTo>
                    <a:pt x="2115625" y="0"/>
                  </a:lnTo>
                  <a:lnTo>
                    <a:pt x="2123460" y="0"/>
                  </a:lnTo>
                  <a:lnTo>
                    <a:pt x="2131296" y="0"/>
                  </a:lnTo>
                  <a:lnTo>
                    <a:pt x="2139132" y="0"/>
                  </a:lnTo>
                  <a:lnTo>
                    <a:pt x="2146967" y="0"/>
                  </a:lnTo>
                  <a:lnTo>
                    <a:pt x="2154803" y="0"/>
                  </a:lnTo>
                  <a:lnTo>
                    <a:pt x="2162639" y="0"/>
                  </a:lnTo>
                  <a:lnTo>
                    <a:pt x="2170474" y="0"/>
                  </a:lnTo>
                  <a:lnTo>
                    <a:pt x="2178310" y="0"/>
                  </a:lnTo>
                  <a:lnTo>
                    <a:pt x="2186146" y="0"/>
                  </a:lnTo>
                  <a:lnTo>
                    <a:pt x="2193981" y="0"/>
                  </a:lnTo>
                  <a:lnTo>
                    <a:pt x="2201817" y="0"/>
                  </a:lnTo>
                  <a:lnTo>
                    <a:pt x="2209652" y="0"/>
                  </a:lnTo>
                  <a:lnTo>
                    <a:pt x="2217488" y="0"/>
                  </a:lnTo>
                  <a:lnTo>
                    <a:pt x="2225324" y="0"/>
                  </a:lnTo>
                  <a:lnTo>
                    <a:pt x="2233159" y="0"/>
                  </a:lnTo>
                  <a:lnTo>
                    <a:pt x="2240995" y="0"/>
                  </a:lnTo>
                  <a:lnTo>
                    <a:pt x="2248831" y="0"/>
                  </a:lnTo>
                  <a:lnTo>
                    <a:pt x="2256666" y="0"/>
                  </a:lnTo>
                  <a:lnTo>
                    <a:pt x="2264502" y="0"/>
                  </a:lnTo>
                  <a:lnTo>
                    <a:pt x="2272338" y="0"/>
                  </a:lnTo>
                  <a:lnTo>
                    <a:pt x="2280173" y="0"/>
                  </a:lnTo>
                  <a:lnTo>
                    <a:pt x="2288009" y="0"/>
                  </a:lnTo>
                  <a:lnTo>
                    <a:pt x="2295845" y="0"/>
                  </a:lnTo>
                  <a:lnTo>
                    <a:pt x="2303680" y="0"/>
                  </a:lnTo>
                  <a:lnTo>
                    <a:pt x="2311516" y="0"/>
                  </a:lnTo>
                  <a:lnTo>
                    <a:pt x="2319352" y="0"/>
                  </a:lnTo>
                  <a:lnTo>
                    <a:pt x="2327187" y="0"/>
                  </a:lnTo>
                  <a:lnTo>
                    <a:pt x="2335023" y="0"/>
                  </a:lnTo>
                  <a:lnTo>
                    <a:pt x="2342858" y="0"/>
                  </a:lnTo>
                  <a:lnTo>
                    <a:pt x="2350694" y="0"/>
                  </a:lnTo>
                  <a:lnTo>
                    <a:pt x="2358530" y="0"/>
                  </a:lnTo>
                  <a:lnTo>
                    <a:pt x="2366365" y="0"/>
                  </a:lnTo>
                  <a:lnTo>
                    <a:pt x="2374201" y="0"/>
                  </a:lnTo>
                  <a:lnTo>
                    <a:pt x="2382037" y="0"/>
                  </a:lnTo>
                  <a:lnTo>
                    <a:pt x="2389872" y="0"/>
                  </a:lnTo>
                  <a:lnTo>
                    <a:pt x="2397708" y="0"/>
                  </a:lnTo>
                  <a:lnTo>
                    <a:pt x="2405544" y="0"/>
                  </a:lnTo>
                  <a:lnTo>
                    <a:pt x="2413379" y="0"/>
                  </a:lnTo>
                  <a:lnTo>
                    <a:pt x="2421215" y="0"/>
                  </a:lnTo>
                  <a:lnTo>
                    <a:pt x="2429051" y="0"/>
                  </a:lnTo>
                  <a:lnTo>
                    <a:pt x="2436886" y="0"/>
                  </a:lnTo>
                  <a:lnTo>
                    <a:pt x="2444722" y="0"/>
                  </a:lnTo>
                  <a:lnTo>
                    <a:pt x="2452558" y="0"/>
                  </a:lnTo>
                  <a:lnTo>
                    <a:pt x="2460393" y="0"/>
                  </a:lnTo>
                  <a:lnTo>
                    <a:pt x="2468229" y="0"/>
                  </a:lnTo>
                  <a:lnTo>
                    <a:pt x="2476065" y="0"/>
                  </a:lnTo>
                  <a:lnTo>
                    <a:pt x="2483900" y="0"/>
                  </a:lnTo>
                  <a:lnTo>
                    <a:pt x="2491736" y="0"/>
                  </a:lnTo>
                  <a:lnTo>
                    <a:pt x="2499571" y="0"/>
                  </a:lnTo>
                  <a:lnTo>
                    <a:pt x="2507407" y="0"/>
                  </a:lnTo>
                  <a:lnTo>
                    <a:pt x="2515243" y="0"/>
                  </a:lnTo>
                  <a:lnTo>
                    <a:pt x="2523078" y="0"/>
                  </a:lnTo>
                  <a:lnTo>
                    <a:pt x="2530914" y="0"/>
                  </a:lnTo>
                  <a:lnTo>
                    <a:pt x="2538750" y="0"/>
                  </a:lnTo>
                  <a:lnTo>
                    <a:pt x="2546585" y="0"/>
                  </a:lnTo>
                  <a:lnTo>
                    <a:pt x="2554421" y="0"/>
                  </a:lnTo>
                  <a:lnTo>
                    <a:pt x="2562257" y="0"/>
                  </a:lnTo>
                  <a:lnTo>
                    <a:pt x="2570092" y="0"/>
                  </a:lnTo>
                  <a:lnTo>
                    <a:pt x="2577928" y="0"/>
                  </a:lnTo>
                  <a:lnTo>
                    <a:pt x="2585764" y="0"/>
                  </a:lnTo>
                  <a:lnTo>
                    <a:pt x="2593599" y="0"/>
                  </a:lnTo>
                  <a:lnTo>
                    <a:pt x="2601435" y="0"/>
                  </a:lnTo>
                  <a:lnTo>
                    <a:pt x="2609271" y="0"/>
                  </a:lnTo>
                  <a:lnTo>
                    <a:pt x="2617106" y="0"/>
                  </a:lnTo>
                  <a:lnTo>
                    <a:pt x="2624942" y="0"/>
                  </a:lnTo>
                  <a:lnTo>
                    <a:pt x="2632777" y="0"/>
                  </a:lnTo>
                  <a:lnTo>
                    <a:pt x="2640613" y="0"/>
                  </a:lnTo>
                  <a:lnTo>
                    <a:pt x="2648449" y="0"/>
                  </a:lnTo>
                  <a:lnTo>
                    <a:pt x="2656284" y="0"/>
                  </a:lnTo>
                  <a:lnTo>
                    <a:pt x="2664120" y="0"/>
                  </a:lnTo>
                  <a:lnTo>
                    <a:pt x="2671956" y="0"/>
                  </a:lnTo>
                  <a:lnTo>
                    <a:pt x="2679791" y="0"/>
                  </a:lnTo>
                  <a:lnTo>
                    <a:pt x="2687627" y="0"/>
                  </a:lnTo>
                  <a:lnTo>
                    <a:pt x="2695463" y="0"/>
                  </a:lnTo>
                  <a:lnTo>
                    <a:pt x="2703298" y="0"/>
                  </a:lnTo>
                  <a:lnTo>
                    <a:pt x="2711134" y="0"/>
                  </a:lnTo>
                  <a:lnTo>
                    <a:pt x="2718970" y="0"/>
                  </a:lnTo>
                  <a:lnTo>
                    <a:pt x="2726805" y="0"/>
                  </a:lnTo>
                  <a:lnTo>
                    <a:pt x="2734641" y="0"/>
                  </a:lnTo>
                  <a:lnTo>
                    <a:pt x="2742477" y="0"/>
                  </a:lnTo>
                  <a:lnTo>
                    <a:pt x="2750312" y="0"/>
                  </a:lnTo>
                  <a:lnTo>
                    <a:pt x="2758148" y="0"/>
                  </a:lnTo>
                  <a:lnTo>
                    <a:pt x="2765984" y="0"/>
                  </a:lnTo>
                  <a:lnTo>
                    <a:pt x="2773819" y="0"/>
                  </a:lnTo>
                  <a:lnTo>
                    <a:pt x="2781655" y="0"/>
                  </a:lnTo>
                  <a:lnTo>
                    <a:pt x="2789490" y="0"/>
                  </a:lnTo>
                  <a:lnTo>
                    <a:pt x="2797326" y="0"/>
                  </a:lnTo>
                  <a:lnTo>
                    <a:pt x="2805162" y="0"/>
                  </a:lnTo>
                  <a:lnTo>
                    <a:pt x="2812997" y="0"/>
                  </a:lnTo>
                  <a:lnTo>
                    <a:pt x="2820833" y="0"/>
                  </a:lnTo>
                  <a:lnTo>
                    <a:pt x="2828669" y="0"/>
                  </a:lnTo>
                  <a:lnTo>
                    <a:pt x="2836504" y="0"/>
                  </a:lnTo>
                  <a:lnTo>
                    <a:pt x="2844340" y="0"/>
                  </a:lnTo>
                  <a:lnTo>
                    <a:pt x="2852176" y="0"/>
                  </a:lnTo>
                  <a:lnTo>
                    <a:pt x="2860011" y="0"/>
                  </a:lnTo>
                  <a:lnTo>
                    <a:pt x="2867847" y="0"/>
                  </a:lnTo>
                  <a:lnTo>
                    <a:pt x="2875683" y="0"/>
                  </a:lnTo>
                  <a:lnTo>
                    <a:pt x="2883518" y="0"/>
                  </a:lnTo>
                  <a:lnTo>
                    <a:pt x="2891354" y="0"/>
                  </a:lnTo>
                  <a:lnTo>
                    <a:pt x="2899190" y="0"/>
                  </a:lnTo>
                  <a:lnTo>
                    <a:pt x="2907025" y="0"/>
                  </a:lnTo>
                  <a:lnTo>
                    <a:pt x="2914861" y="0"/>
                  </a:lnTo>
                  <a:lnTo>
                    <a:pt x="2922696" y="0"/>
                  </a:lnTo>
                  <a:lnTo>
                    <a:pt x="2930532" y="0"/>
                  </a:lnTo>
                  <a:lnTo>
                    <a:pt x="2938368" y="0"/>
                  </a:lnTo>
                  <a:lnTo>
                    <a:pt x="2946203" y="0"/>
                  </a:lnTo>
                  <a:lnTo>
                    <a:pt x="2954039" y="0"/>
                  </a:lnTo>
                  <a:lnTo>
                    <a:pt x="2961875" y="0"/>
                  </a:lnTo>
                  <a:lnTo>
                    <a:pt x="2969710" y="0"/>
                  </a:lnTo>
                  <a:lnTo>
                    <a:pt x="2977546" y="0"/>
                  </a:lnTo>
                  <a:lnTo>
                    <a:pt x="2985382" y="0"/>
                  </a:lnTo>
                  <a:lnTo>
                    <a:pt x="2993217" y="0"/>
                  </a:lnTo>
                  <a:lnTo>
                    <a:pt x="3001053" y="0"/>
                  </a:lnTo>
                  <a:lnTo>
                    <a:pt x="3008889" y="0"/>
                  </a:lnTo>
                  <a:lnTo>
                    <a:pt x="3016724" y="0"/>
                  </a:lnTo>
                  <a:lnTo>
                    <a:pt x="3024560" y="0"/>
                  </a:lnTo>
                  <a:lnTo>
                    <a:pt x="3032396" y="0"/>
                  </a:lnTo>
                  <a:lnTo>
                    <a:pt x="3040231" y="0"/>
                  </a:lnTo>
                  <a:lnTo>
                    <a:pt x="3048067" y="0"/>
                  </a:lnTo>
                  <a:lnTo>
                    <a:pt x="3055903" y="0"/>
                  </a:lnTo>
                  <a:lnTo>
                    <a:pt x="3063738" y="0"/>
                  </a:lnTo>
                  <a:lnTo>
                    <a:pt x="3071574" y="0"/>
                  </a:lnTo>
                  <a:lnTo>
                    <a:pt x="3079409" y="0"/>
                  </a:lnTo>
                  <a:lnTo>
                    <a:pt x="3087245" y="0"/>
                  </a:lnTo>
                  <a:lnTo>
                    <a:pt x="3095081" y="0"/>
                  </a:lnTo>
                  <a:lnTo>
                    <a:pt x="3102916" y="0"/>
                  </a:lnTo>
                  <a:lnTo>
                    <a:pt x="3110752" y="0"/>
                  </a:lnTo>
                  <a:lnTo>
                    <a:pt x="3118588" y="0"/>
                  </a:lnTo>
                  <a:lnTo>
                    <a:pt x="3126423" y="0"/>
                  </a:lnTo>
                  <a:lnTo>
                    <a:pt x="3134259" y="0"/>
                  </a:lnTo>
                  <a:lnTo>
                    <a:pt x="3142095" y="0"/>
                  </a:lnTo>
                  <a:lnTo>
                    <a:pt x="3149930" y="0"/>
                  </a:lnTo>
                  <a:lnTo>
                    <a:pt x="3157766" y="0"/>
                  </a:lnTo>
                  <a:lnTo>
                    <a:pt x="3165602" y="0"/>
                  </a:lnTo>
                  <a:lnTo>
                    <a:pt x="3173437" y="0"/>
                  </a:lnTo>
                  <a:lnTo>
                    <a:pt x="3181273" y="0"/>
                  </a:lnTo>
                  <a:lnTo>
                    <a:pt x="3189109" y="0"/>
                  </a:lnTo>
                  <a:lnTo>
                    <a:pt x="3196944" y="0"/>
                  </a:lnTo>
                  <a:lnTo>
                    <a:pt x="3204780" y="0"/>
                  </a:lnTo>
                  <a:lnTo>
                    <a:pt x="3212615" y="0"/>
                  </a:lnTo>
                  <a:lnTo>
                    <a:pt x="3220451" y="0"/>
                  </a:lnTo>
                  <a:lnTo>
                    <a:pt x="3228287" y="0"/>
                  </a:lnTo>
                  <a:lnTo>
                    <a:pt x="3236122" y="0"/>
                  </a:lnTo>
                  <a:lnTo>
                    <a:pt x="3243958" y="0"/>
                  </a:lnTo>
                  <a:lnTo>
                    <a:pt x="3251794" y="0"/>
                  </a:lnTo>
                  <a:lnTo>
                    <a:pt x="3259629" y="0"/>
                  </a:lnTo>
                  <a:lnTo>
                    <a:pt x="3267465" y="0"/>
                  </a:lnTo>
                  <a:lnTo>
                    <a:pt x="3275301" y="0"/>
                  </a:lnTo>
                  <a:lnTo>
                    <a:pt x="3283136" y="0"/>
                  </a:lnTo>
                  <a:lnTo>
                    <a:pt x="3290972" y="0"/>
                  </a:lnTo>
                  <a:lnTo>
                    <a:pt x="3298808" y="0"/>
                  </a:lnTo>
                  <a:lnTo>
                    <a:pt x="3306643" y="0"/>
                  </a:lnTo>
                  <a:lnTo>
                    <a:pt x="3314479" y="0"/>
                  </a:lnTo>
                  <a:lnTo>
                    <a:pt x="3322315" y="0"/>
                  </a:lnTo>
                  <a:lnTo>
                    <a:pt x="3330150" y="0"/>
                  </a:lnTo>
                  <a:lnTo>
                    <a:pt x="3337986" y="0"/>
                  </a:lnTo>
                  <a:lnTo>
                    <a:pt x="3345822" y="0"/>
                  </a:lnTo>
                  <a:lnTo>
                    <a:pt x="3353657" y="0"/>
                  </a:lnTo>
                  <a:lnTo>
                    <a:pt x="3361493" y="0"/>
                  </a:lnTo>
                  <a:lnTo>
                    <a:pt x="3369328" y="0"/>
                  </a:lnTo>
                  <a:lnTo>
                    <a:pt x="3377164" y="0"/>
                  </a:lnTo>
                  <a:lnTo>
                    <a:pt x="3385000" y="0"/>
                  </a:lnTo>
                  <a:lnTo>
                    <a:pt x="3392835" y="0"/>
                  </a:lnTo>
                  <a:lnTo>
                    <a:pt x="3400671" y="0"/>
                  </a:lnTo>
                  <a:lnTo>
                    <a:pt x="3408507" y="0"/>
                  </a:lnTo>
                  <a:lnTo>
                    <a:pt x="3416342" y="0"/>
                  </a:lnTo>
                  <a:lnTo>
                    <a:pt x="3424178" y="0"/>
                  </a:lnTo>
                  <a:lnTo>
                    <a:pt x="3432014" y="0"/>
                  </a:lnTo>
                  <a:lnTo>
                    <a:pt x="3439849" y="0"/>
                  </a:lnTo>
                  <a:lnTo>
                    <a:pt x="3447685" y="0"/>
                  </a:lnTo>
                  <a:lnTo>
                    <a:pt x="3455521" y="0"/>
                  </a:lnTo>
                  <a:lnTo>
                    <a:pt x="3463356" y="0"/>
                  </a:lnTo>
                  <a:lnTo>
                    <a:pt x="3471192" y="0"/>
                  </a:lnTo>
                  <a:lnTo>
                    <a:pt x="3479028" y="0"/>
                  </a:lnTo>
                  <a:lnTo>
                    <a:pt x="3486863" y="0"/>
                  </a:lnTo>
                  <a:lnTo>
                    <a:pt x="3494699" y="0"/>
                  </a:lnTo>
                  <a:lnTo>
                    <a:pt x="3502535" y="0"/>
                  </a:lnTo>
                  <a:lnTo>
                    <a:pt x="3510370" y="0"/>
                  </a:lnTo>
                  <a:lnTo>
                    <a:pt x="3518206" y="0"/>
                  </a:lnTo>
                  <a:lnTo>
                    <a:pt x="3526041" y="0"/>
                  </a:lnTo>
                  <a:lnTo>
                    <a:pt x="3533877" y="0"/>
                  </a:lnTo>
                  <a:lnTo>
                    <a:pt x="3541713" y="0"/>
                  </a:lnTo>
                  <a:lnTo>
                    <a:pt x="3549548" y="0"/>
                  </a:lnTo>
                  <a:lnTo>
                    <a:pt x="3557384" y="0"/>
                  </a:lnTo>
                  <a:lnTo>
                    <a:pt x="3565220" y="0"/>
                  </a:lnTo>
                  <a:lnTo>
                    <a:pt x="3573055" y="0"/>
                  </a:lnTo>
                  <a:lnTo>
                    <a:pt x="3580891" y="0"/>
                  </a:lnTo>
                  <a:lnTo>
                    <a:pt x="3588727" y="0"/>
                  </a:lnTo>
                  <a:lnTo>
                    <a:pt x="3596562" y="0"/>
                  </a:lnTo>
                  <a:lnTo>
                    <a:pt x="3604398" y="0"/>
                  </a:lnTo>
                  <a:lnTo>
                    <a:pt x="3612234" y="0"/>
                  </a:lnTo>
                  <a:lnTo>
                    <a:pt x="3620069" y="0"/>
                  </a:lnTo>
                  <a:lnTo>
                    <a:pt x="3627905" y="0"/>
                  </a:lnTo>
                  <a:lnTo>
                    <a:pt x="3635741" y="0"/>
                  </a:lnTo>
                  <a:lnTo>
                    <a:pt x="3643576" y="0"/>
                  </a:lnTo>
                  <a:lnTo>
                    <a:pt x="3651412" y="0"/>
                  </a:lnTo>
                  <a:lnTo>
                    <a:pt x="3659247" y="0"/>
                  </a:lnTo>
                  <a:lnTo>
                    <a:pt x="3667083" y="0"/>
                  </a:lnTo>
                  <a:lnTo>
                    <a:pt x="3674919" y="0"/>
                  </a:lnTo>
                  <a:lnTo>
                    <a:pt x="3682754" y="0"/>
                  </a:lnTo>
                  <a:lnTo>
                    <a:pt x="3690590" y="0"/>
                  </a:lnTo>
                  <a:lnTo>
                    <a:pt x="3698426" y="0"/>
                  </a:lnTo>
                  <a:lnTo>
                    <a:pt x="3706261" y="0"/>
                  </a:lnTo>
                  <a:lnTo>
                    <a:pt x="3714097" y="0"/>
                  </a:lnTo>
                  <a:lnTo>
                    <a:pt x="3721933" y="0"/>
                  </a:lnTo>
                  <a:lnTo>
                    <a:pt x="3729768" y="0"/>
                  </a:lnTo>
                  <a:lnTo>
                    <a:pt x="3737604" y="0"/>
                  </a:lnTo>
                  <a:lnTo>
                    <a:pt x="3745440" y="0"/>
                  </a:lnTo>
                  <a:lnTo>
                    <a:pt x="3753275" y="0"/>
                  </a:lnTo>
                  <a:lnTo>
                    <a:pt x="3761111" y="0"/>
                  </a:lnTo>
                  <a:lnTo>
                    <a:pt x="3768947" y="0"/>
                  </a:lnTo>
                  <a:lnTo>
                    <a:pt x="3776782" y="0"/>
                  </a:lnTo>
                  <a:lnTo>
                    <a:pt x="3784618" y="0"/>
                  </a:lnTo>
                  <a:lnTo>
                    <a:pt x="3792454" y="0"/>
                  </a:lnTo>
                  <a:lnTo>
                    <a:pt x="3800289" y="0"/>
                  </a:lnTo>
                  <a:lnTo>
                    <a:pt x="3808125" y="0"/>
                  </a:lnTo>
                  <a:lnTo>
                    <a:pt x="3815960" y="0"/>
                  </a:lnTo>
                  <a:lnTo>
                    <a:pt x="3823796" y="0"/>
                  </a:lnTo>
                  <a:lnTo>
                    <a:pt x="3831632" y="0"/>
                  </a:lnTo>
                  <a:lnTo>
                    <a:pt x="3839467" y="0"/>
                  </a:lnTo>
                  <a:lnTo>
                    <a:pt x="3847303" y="0"/>
                  </a:lnTo>
                  <a:lnTo>
                    <a:pt x="3855139" y="0"/>
                  </a:lnTo>
                  <a:lnTo>
                    <a:pt x="3862974" y="0"/>
                  </a:lnTo>
                  <a:lnTo>
                    <a:pt x="3870810" y="0"/>
                  </a:lnTo>
                  <a:lnTo>
                    <a:pt x="3878646" y="0"/>
                  </a:lnTo>
                  <a:lnTo>
                    <a:pt x="3886481" y="0"/>
                  </a:lnTo>
                  <a:lnTo>
                    <a:pt x="3894317" y="0"/>
                  </a:lnTo>
                  <a:lnTo>
                    <a:pt x="3902153" y="0"/>
                  </a:lnTo>
                  <a:lnTo>
                    <a:pt x="3909988" y="0"/>
                  </a:lnTo>
                  <a:lnTo>
                    <a:pt x="3917824" y="0"/>
                  </a:lnTo>
                  <a:lnTo>
                    <a:pt x="3917824" y="102173"/>
                  </a:lnTo>
                  <a:lnTo>
                    <a:pt x="3909988" y="102173"/>
                  </a:lnTo>
                  <a:lnTo>
                    <a:pt x="3902153" y="102173"/>
                  </a:lnTo>
                  <a:lnTo>
                    <a:pt x="3894317" y="102173"/>
                  </a:lnTo>
                  <a:lnTo>
                    <a:pt x="3886481" y="102173"/>
                  </a:lnTo>
                  <a:lnTo>
                    <a:pt x="3878646" y="102173"/>
                  </a:lnTo>
                  <a:lnTo>
                    <a:pt x="3870810" y="102173"/>
                  </a:lnTo>
                  <a:lnTo>
                    <a:pt x="3862974" y="102173"/>
                  </a:lnTo>
                  <a:lnTo>
                    <a:pt x="3855139" y="102173"/>
                  </a:lnTo>
                  <a:lnTo>
                    <a:pt x="3847303" y="102173"/>
                  </a:lnTo>
                  <a:lnTo>
                    <a:pt x="3839467" y="102173"/>
                  </a:lnTo>
                  <a:lnTo>
                    <a:pt x="3831632" y="102173"/>
                  </a:lnTo>
                  <a:lnTo>
                    <a:pt x="3823796" y="102173"/>
                  </a:lnTo>
                  <a:lnTo>
                    <a:pt x="3815960" y="102173"/>
                  </a:lnTo>
                  <a:lnTo>
                    <a:pt x="3808125" y="102173"/>
                  </a:lnTo>
                  <a:lnTo>
                    <a:pt x="3800289" y="102173"/>
                  </a:lnTo>
                  <a:lnTo>
                    <a:pt x="3792454" y="102173"/>
                  </a:lnTo>
                  <a:lnTo>
                    <a:pt x="3784618" y="102173"/>
                  </a:lnTo>
                  <a:lnTo>
                    <a:pt x="3776782" y="102173"/>
                  </a:lnTo>
                  <a:lnTo>
                    <a:pt x="3768947" y="102173"/>
                  </a:lnTo>
                  <a:lnTo>
                    <a:pt x="3761111" y="102173"/>
                  </a:lnTo>
                  <a:lnTo>
                    <a:pt x="3753275" y="102173"/>
                  </a:lnTo>
                  <a:lnTo>
                    <a:pt x="3745440" y="102173"/>
                  </a:lnTo>
                  <a:lnTo>
                    <a:pt x="3737604" y="102173"/>
                  </a:lnTo>
                  <a:lnTo>
                    <a:pt x="3729768" y="102173"/>
                  </a:lnTo>
                  <a:lnTo>
                    <a:pt x="3721933" y="102173"/>
                  </a:lnTo>
                  <a:lnTo>
                    <a:pt x="3714097" y="102173"/>
                  </a:lnTo>
                  <a:lnTo>
                    <a:pt x="3706261" y="102173"/>
                  </a:lnTo>
                  <a:lnTo>
                    <a:pt x="3698426" y="102173"/>
                  </a:lnTo>
                  <a:lnTo>
                    <a:pt x="3690590" y="102173"/>
                  </a:lnTo>
                  <a:lnTo>
                    <a:pt x="3682754" y="102173"/>
                  </a:lnTo>
                  <a:lnTo>
                    <a:pt x="3674919" y="102173"/>
                  </a:lnTo>
                  <a:lnTo>
                    <a:pt x="3667083" y="102173"/>
                  </a:lnTo>
                  <a:lnTo>
                    <a:pt x="3659247" y="102173"/>
                  </a:lnTo>
                  <a:lnTo>
                    <a:pt x="3651412" y="102173"/>
                  </a:lnTo>
                  <a:lnTo>
                    <a:pt x="3643576" y="102173"/>
                  </a:lnTo>
                  <a:lnTo>
                    <a:pt x="3635741" y="102173"/>
                  </a:lnTo>
                  <a:lnTo>
                    <a:pt x="3627905" y="102173"/>
                  </a:lnTo>
                  <a:lnTo>
                    <a:pt x="3620069" y="102173"/>
                  </a:lnTo>
                  <a:lnTo>
                    <a:pt x="3612234" y="102173"/>
                  </a:lnTo>
                  <a:lnTo>
                    <a:pt x="3604398" y="102173"/>
                  </a:lnTo>
                  <a:lnTo>
                    <a:pt x="3596562" y="102173"/>
                  </a:lnTo>
                  <a:lnTo>
                    <a:pt x="3588727" y="102173"/>
                  </a:lnTo>
                  <a:lnTo>
                    <a:pt x="3580891" y="102173"/>
                  </a:lnTo>
                  <a:lnTo>
                    <a:pt x="3573055" y="102173"/>
                  </a:lnTo>
                  <a:lnTo>
                    <a:pt x="3565220" y="102173"/>
                  </a:lnTo>
                  <a:lnTo>
                    <a:pt x="3557384" y="102173"/>
                  </a:lnTo>
                  <a:lnTo>
                    <a:pt x="3549548" y="102173"/>
                  </a:lnTo>
                  <a:lnTo>
                    <a:pt x="3541713" y="102173"/>
                  </a:lnTo>
                  <a:lnTo>
                    <a:pt x="3533877" y="102173"/>
                  </a:lnTo>
                  <a:lnTo>
                    <a:pt x="3526041" y="102173"/>
                  </a:lnTo>
                  <a:lnTo>
                    <a:pt x="3518206" y="102173"/>
                  </a:lnTo>
                  <a:lnTo>
                    <a:pt x="3510370" y="102173"/>
                  </a:lnTo>
                  <a:lnTo>
                    <a:pt x="3502535" y="102173"/>
                  </a:lnTo>
                  <a:lnTo>
                    <a:pt x="3494699" y="102173"/>
                  </a:lnTo>
                  <a:lnTo>
                    <a:pt x="3486863" y="102173"/>
                  </a:lnTo>
                  <a:lnTo>
                    <a:pt x="3479028" y="102173"/>
                  </a:lnTo>
                  <a:lnTo>
                    <a:pt x="3471192" y="102173"/>
                  </a:lnTo>
                  <a:lnTo>
                    <a:pt x="3463356" y="102173"/>
                  </a:lnTo>
                  <a:lnTo>
                    <a:pt x="3455521" y="102173"/>
                  </a:lnTo>
                  <a:lnTo>
                    <a:pt x="3447685" y="102173"/>
                  </a:lnTo>
                  <a:lnTo>
                    <a:pt x="3439849" y="102173"/>
                  </a:lnTo>
                  <a:lnTo>
                    <a:pt x="3432014" y="102173"/>
                  </a:lnTo>
                  <a:lnTo>
                    <a:pt x="3424178" y="102173"/>
                  </a:lnTo>
                  <a:lnTo>
                    <a:pt x="3416342" y="102173"/>
                  </a:lnTo>
                  <a:lnTo>
                    <a:pt x="3408507" y="102173"/>
                  </a:lnTo>
                  <a:lnTo>
                    <a:pt x="3400671" y="102173"/>
                  </a:lnTo>
                  <a:lnTo>
                    <a:pt x="3392835" y="102173"/>
                  </a:lnTo>
                  <a:lnTo>
                    <a:pt x="3385000" y="102173"/>
                  </a:lnTo>
                  <a:lnTo>
                    <a:pt x="3377164" y="102173"/>
                  </a:lnTo>
                  <a:lnTo>
                    <a:pt x="3369328" y="102173"/>
                  </a:lnTo>
                  <a:lnTo>
                    <a:pt x="3361493" y="102173"/>
                  </a:lnTo>
                  <a:lnTo>
                    <a:pt x="3353657" y="102173"/>
                  </a:lnTo>
                  <a:lnTo>
                    <a:pt x="3345822" y="102173"/>
                  </a:lnTo>
                  <a:lnTo>
                    <a:pt x="3337986" y="102173"/>
                  </a:lnTo>
                  <a:lnTo>
                    <a:pt x="3330150" y="102173"/>
                  </a:lnTo>
                  <a:lnTo>
                    <a:pt x="3322315" y="102173"/>
                  </a:lnTo>
                  <a:lnTo>
                    <a:pt x="3314479" y="102173"/>
                  </a:lnTo>
                  <a:lnTo>
                    <a:pt x="3306643" y="102173"/>
                  </a:lnTo>
                  <a:lnTo>
                    <a:pt x="3298808" y="102173"/>
                  </a:lnTo>
                  <a:lnTo>
                    <a:pt x="3290972" y="102173"/>
                  </a:lnTo>
                  <a:lnTo>
                    <a:pt x="3283136" y="102173"/>
                  </a:lnTo>
                  <a:lnTo>
                    <a:pt x="3275301" y="102173"/>
                  </a:lnTo>
                  <a:lnTo>
                    <a:pt x="3267465" y="102173"/>
                  </a:lnTo>
                  <a:lnTo>
                    <a:pt x="3259629" y="102173"/>
                  </a:lnTo>
                  <a:lnTo>
                    <a:pt x="3251794" y="102173"/>
                  </a:lnTo>
                  <a:lnTo>
                    <a:pt x="3243958" y="102173"/>
                  </a:lnTo>
                  <a:lnTo>
                    <a:pt x="3236122" y="102173"/>
                  </a:lnTo>
                  <a:lnTo>
                    <a:pt x="3228287" y="102173"/>
                  </a:lnTo>
                  <a:lnTo>
                    <a:pt x="3220451" y="102173"/>
                  </a:lnTo>
                  <a:lnTo>
                    <a:pt x="3212615" y="102173"/>
                  </a:lnTo>
                  <a:lnTo>
                    <a:pt x="3204780" y="102173"/>
                  </a:lnTo>
                  <a:lnTo>
                    <a:pt x="3196944" y="102173"/>
                  </a:lnTo>
                  <a:lnTo>
                    <a:pt x="3189109" y="102173"/>
                  </a:lnTo>
                  <a:lnTo>
                    <a:pt x="3181273" y="102173"/>
                  </a:lnTo>
                  <a:lnTo>
                    <a:pt x="3173437" y="102173"/>
                  </a:lnTo>
                  <a:lnTo>
                    <a:pt x="3165602" y="102173"/>
                  </a:lnTo>
                  <a:lnTo>
                    <a:pt x="3157766" y="102173"/>
                  </a:lnTo>
                  <a:lnTo>
                    <a:pt x="3149930" y="102173"/>
                  </a:lnTo>
                  <a:lnTo>
                    <a:pt x="3142095" y="102173"/>
                  </a:lnTo>
                  <a:lnTo>
                    <a:pt x="3134259" y="102173"/>
                  </a:lnTo>
                  <a:lnTo>
                    <a:pt x="3126423" y="102173"/>
                  </a:lnTo>
                  <a:lnTo>
                    <a:pt x="3118588" y="102173"/>
                  </a:lnTo>
                  <a:lnTo>
                    <a:pt x="3110752" y="102173"/>
                  </a:lnTo>
                  <a:lnTo>
                    <a:pt x="3102916" y="102173"/>
                  </a:lnTo>
                  <a:lnTo>
                    <a:pt x="3095081" y="102173"/>
                  </a:lnTo>
                  <a:lnTo>
                    <a:pt x="3087245" y="102173"/>
                  </a:lnTo>
                  <a:lnTo>
                    <a:pt x="3079409" y="102173"/>
                  </a:lnTo>
                  <a:lnTo>
                    <a:pt x="3071574" y="102173"/>
                  </a:lnTo>
                  <a:lnTo>
                    <a:pt x="3063738" y="102173"/>
                  </a:lnTo>
                  <a:lnTo>
                    <a:pt x="3055903" y="102173"/>
                  </a:lnTo>
                  <a:lnTo>
                    <a:pt x="3048067" y="102173"/>
                  </a:lnTo>
                  <a:lnTo>
                    <a:pt x="3040231" y="102173"/>
                  </a:lnTo>
                  <a:lnTo>
                    <a:pt x="3032396" y="102173"/>
                  </a:lnTo>
                  <a:lnTo>
                    <a:pt x="3024560" y="102173"/>
                  </a:lnTo>
                  <a:lnTo>
                    <a:pt x="3016724" y="102173"/>
                  </a:lnTo>
                  <a:lnTo>
                    <a:pt x="3008889" y="102173"/>
                  </a:lnTo>
                  <a:lnTo>
                    <a:pt x="3001053" y="102173"/>
                  </a:lnTo>
                  <a:lnTo>
                    <a:pt x="2993217" y="102173"/>
                  </a:lnTo>
                  <a:lnTo>
                    <a:pt x="2985382" y="102173"/>
                  </a:lnTo>
                  <a:lnTo>
                    <a:pt x="2977546" y="102173"/>
                  </a:lnTo>
                  <a:lnTo>
                    <a:pt x="2969710" y="102173"/>
                  </a:lnTo>
                  <a:lnTo>
                    <a:pt x="2961875" y="102173"/>
                  </a:lnTo>
                  <a:lnTo>
                    <a:pt x="2954039" y="102173"/>
                  </a:lnTo>
                  <a:lnTo>
                    <a:pt x="2946203" y="102173"/>
                  </a:lnTo>
                  <a:lnTo>
                    <a:pt x="2938368" y="102173"/>
                  </a:lnTo>
                  <a:lnTo>
                    <a:pt x="2930532" y="102173"/>
                  </a:lnTo>
                  <a:lnTo>
                    <a:pt x="2922696" y="102173"/>
                  </a:lnTo>
                  <a:lnTo>
                    <a:pt x="2914861" y="102173"/>
                  </a:lnTo>
                  <a:lnTo>
                    <a:pt x="2907025" y="102173"/>
                  </a:lnTo>
                  <a:lnTo>
                    <a:pt x="2899190" y="102173"/>
                  </a:lnTo>
                  <a:lnTo>
                    <a:pt x="2891354" y="102173"/>
                  </a:lnTo>
                  <a:lnTo>
                    <a:pt x="2883518" y="102173"/>
                  </a:lnTo>
                  <a:lnTo>
                    <a:pt x="2875683" y="102173"/>
                  </a:lnTo>
                  <a:lnTo>
                    <a:pt x="2867847" y="102173"/>
                  </a:lnTo>
                  <a:lnTo>
                    <a:pt x="2860011" y="102173"/>
                  </a:lnTo>
                  <a:lnTo>
                    <a:pt x="2852176" y="102173"/>
                  </a:lnTo>
                  <a:lnTo>
                    <a:pt x="2844340" y="102173"/>
                  </a:lnTo>
                  <a:lnTo>
                    <a:pt x="2836504" y="102173"/>
                  </a:lnTo>
                  <a:lnTo>
                    <a:pt x="2828669" y="102173"/>
                  </a:lnTo>
                  <a:lnTo>
                    <a:pt x="2820833" y="102173"/>
                  </a:lnTo>
                  <a:lnTo>
                    <a:pt x="2812997" y="102173"/>
                  </a:lnTo>
                  <a:lnTo>
                    <a:pt x="2805162" y="102173"/>
                  </a:lnTo>
                  <a:lnTo>
                    <a:pt x="2797326" y="102173"/>
                  </a:lnTo>
                  <a:lnTo>
                    <a:pt x="2789490" y="102173"/>
                  </a:lnTo>
                  <a:lnTo>
                    <a:pt x="2781655" y="102173"/>
                  </a:lnTo>
                  <a:lnTo>
                    <a:pt x="2773819" y="102173"/>
                  </a:lnTo>
                  <a:lnTo>
                    <a:pt x="2765984" y="102173"/>
                  </a:lnTo>
                  <a:lnTo>
                    <a:pt x="2758148" y="102173"/>
                  </a:lnTo>
                  <a:lnTo>
                    <a:pt x="2750312" y="102173"/>
                  </a:lnTo>
                  <a:lnTo>
                    <a:pt x="2742477" y="102173"/>
                  </a:lnTo>
                  <a:lnTo>
                    <a:pt x="2734641" y="102173"/>
                  </a:lnTo>
                  <a:lnTo>
                    <a:pt x="2726805" y="102173"/>
                  </a:lnTo>
                  <a:lnTo>
                    <a:pt x="2718970" y="102173"/>
                  </a:lnTo>
                  <a:lnTo>
                    <a:pt x="2711134" y="102173"/>
                  </a:lnTo>
                  <a:lnTo>
                    <a:pt x="2703298" y="102173"/>
                  </a:lnTo>
                  <a:lnTo>
                    <a:pt x="2695463" y="102173"/>
                  </a:lnTo>
                  <a:lnTo>
                    <a:pt x="2687627" y="102173"/>
                  </a:lnTo>
                  <a:lnTo>
                    <a:pt x="2679791" y="102173"/>
                  </a:lnTo>
                  <a:lnTo>
                    <a:pt x="2671956" y="102173"/>
                  </a:lnTo>
                  <a:lnTo>
                    <a:pt x="2664120" y="102173"/>
                  </a:lnTo>
                  <a:lnTo>
                    <a:pt x="2656284" y="102173"/>
                  </a:lnTo>
                  <a:lnTo>
                    <a:pt x="2648449" y="102173"/>
                  </a:lnTo>
                  <a:lnTo>
                    <a:pt x="2640613" y="102173"/>
                  </a:lnTo>
                  <a:lnTo>
                    <a:pt x="2632777" y="102173"/>
                  </a:lnTo>
                  <a:lnTo>
                    <a:pt x="2624942" y="102173"/>
                  </a:lnTo>
                  <a:lnTo>
                    <a:pt x="2617106" y="102173"/>
                  </a:lnTo>
                  <a:lnTo>
                    <a:pt x="2609271" y="102173"/>
                  </a:lnTo>
                  <a:lnTo>
                    <a:pt x="2601435" y="102173"/>
                  </a:lnTo>
                  <a:lnTo>
                    <a:pt x="2593599" y="102173"/>
                  </a:lnTo>
                  <a:lnTo>
                    <a:pt x="2585764" y="102173"/>
                  </a:lnTo>
                  <a:lnTo>
                    <a:pt x="2577928" y="102173"/>
                  </a:lnTo>
                  <a:lnTo>
                    <a:pt x="2570092" y="102173"/>
                  </a:lnTo>
                  <a:lnTo>
                    <a:pt x="2562257" y="102173"/>
                  </a:lnTo>
                  <a:lnTo>
                    <a:pt x="2554421" y="102173"/>
                  </a:lnTo>
                  <a:lnTo>
                    <a:pt x="2546585" y="102173"/>
                  </a:lnTo>
                  <a:lnTo>
                    <a:pt x="2538750" y="102173"/>
                  </a:lnTo>
                  <a:lnTo>
                    <a:pt x="2530914" y="102173"/>
                  </a:lnTo>
                  <a:lnTo>
                    <a:pt x="2523078" y="102173"/>
                  </a:lnTo>
                  <a:lnTo>
                    <a:pt x="2515243" y="102173"/>
                  </a:lnTo>
                  <a:lnTo>
                    <a:pt x="2507407" y="102173"/>
                  </a:lnTo>
                  <a:lnTo>
                    <a:pt x="2499571" y="102173"/>
                  </a:lnTo>
                  <a:lnTo>
                    <a:pt x="2491736" y="102173"/>
                  </a:lnTo>
                  <a:lnTo>
                    <a:pt x="2483900" y="102173"/>
                  </a:lnTo>
                  <a:lnTo>
                    <a:pt x="2476065" y="102173"/>
                  </a:lnTo>
                  <a:lnTo>
                    <a:pt x="2468229" y="102173"/>
                  </a:lnTo>
                  <a:lnTo>
                    <a:pt x="2460393" y="102173"/>
                  </a:lnTo>
                  <a:lnTo>
                    <a:pt x="2452558" y="102173"/>
                  </a:lnTo>
                  <a:lnTo>
                    <a:pt x="2444722" y="102173"/>
                  </a:lnTo>
                  <a:lnTo>
                    <a:pt x="2436886" y="102173"/>
                  </a:lnTo>
                  <a:lnTo>
                    <a:pt x="2429051" y="102173"/>
                  </a:lnTo>
                  <a:lnTo>
                    <a:pt x="2421215" y="102173"/>
                  </a:lnTo>
                  <a:lnTo>
                    <a:pt x="2413379" y="102173"/>
                  </a:lnTo>
                  <a:lnTo>
                    <a:pt x="2405544" y="102173"/>
                  </a:lnTo>
                  <a:lnTo>
                    <a:pt x="2397708" y="102173"/>
                  </a:lnTo>
                  <a:lnTo>
                    <a:pt x="2389872" y="102173"/>
                  </a:lnTo>
                  <a:lnTo>
                    <a:pt x="2382037" y="102173"/>
                  </a:lnTo>
                  <a:lnTo>
                    <a:pt x="2374201" y="102173"/>
                  </a:lnTo>
                  <a:lnTo>
                    <a:pt x="2366365" y="102173"/>
                  </a:lnTo>
                  <a:lnTo>
                    <a:pt x="2358530" y="102173"/>
                  </a:lnTo>
                  <a:lnTo>
                    <a:pt x="2350694" y="102173"/>
                  </a:lnTo>
                  <a:lnTo>
                    <a:pt x="2342858" y="102173"/>
                  </a:lnTo>
                  <a:lnTo>
                    <a:pt x="2335023" y="102173"/>
                  </a:lnTo>
                  <a:lnTo>
                    <a:pt x="2327187" y="102173"/>
                  </a:lnTo>
                  <a:lnTo>
                    <a:pt x="2319352" y="102173"/>
                  </a:lnTo>
                  <a:lnTo>
                    <a:pt x="2311516" y="102173"/>
                  </a:lnTo>
                  <a:lnTo>
                    <a:pt x="2303680" y="102173"/>
                  </a:lnTo>
                  <a:lnTo>
                    <a:pt x="2295845" y="102173"/>
                  </a:lnTo>
                  <a:lnTo>
                    <a:pt x="2288009" y="102173"/>
                  </a:lnTo>
                  <a:lnTo>
                    <a:pt x="2280173" y="102173"/>
                  </a:lnTo>
                  <a:lnTo>
                    <a:pt x="2272338" y="102173"/>
                  </a:lnTo>
                  <a:lnTo>
                    <a:pt x="2264502" y="102173"/>
                  </a:lnTo>
                  <a:lnTo>
                    <a:pt x="2256666" y="102173"/>
                  </a:lnTo>
                  <a:lnTo>
                    <a:pt x="2248831" y="102173"/>
                  </a:lnTo>
                  <a:lnTo>
                    <a:pt x="2240995" y="102173"/>
                  </a:lnTo>
                  <a:lnTo>
                    <a:pt x="2233159" y="102173"/>
                  </a:lnTo>
                  <a:lnTo>
                    <a:pt x="2225324" y="102173"/>
                  </a:lnTo>
                  <a:lnTo>
                    <a:pt x="2217488" y="102173"/>
                  </a:lnTo>
                  <a:lnTo>
                    <a:pt x="2209652" y="102173"/>
                  </a:lnTo>
                  <a:lnTo>
                    <a:pt x="2201817" y="102173"/>
                  </a:lnTo>
                  <a:lnTo>
                    <a:pt x="2193981" y="102173"/>
                  </a:lnTo>
                  <a:lnTo>
                    <a:pt x="2186146" y="102173"/>
                  </a:lnTo>
                  <a:lnTo>
                    <a:pt x="2178310" y="102173"/>
                  </a:lnTo>
                  <a:lnTo>
                    <a:pt x="2170474" y="102173"/>
                  </a:lnTo>
                  <a:lnTo>
                    <a:pt x="2162639" y="102173"/>
                  </a:lnTo>
                  <a:lnTo>
                    <a:pt x="2154803" y="102173"/>
                  </a:lnTo>
                  <a:lnTo>
                    <a:pt x="2146967" y="102173"/>
                  </a:lnTo>
                  <a:lnTo>
                    <a:pt x="2139132" y="102173"/>
                  </a:lnTo>
                  <a:lnTo>
                    <a:pt x="2131296" y="102173"/>
                  </a:lnTo>
                  <a:lnTo>
                    <a:pt x="2123460" y="102173"/>
                  </a:lnTo>
                  <a:lnTo>
                    <a:pt x="2115625" y="102173"/>
                  </a:lnTo>
                  <a:lnTo>
                    <a:pt x="2107789" y="102173"/>
                  </a:lnTo>
                  <a:lnTo>
                    <a:pt x="2099953" y="102173"/>
                  </a:lnTo>
                  <a:lnTo>
                    <a:pt x="2092118" y="102173"/>
                  </a:lnTo>
                  <a:lnTo>
                    <a:pt x="2084282" y="102173"/>
                  </a:lnTo>
                  <a:lnTo>
                    <a:pt x="2076446" y="102173"/>
                  </a:lnTo>
                  <a:lnTo>
                    <a:pt x="2068611" y="102173"/>
                  </a:lnTo>
                  <a:lnTo>
                    <a:pt x="2060775" y="102173"/>
                  </a:lnTo>
                  <a:lnTo>
                    <a:pt x="2052939" y="102173"/>
                  </a:lnTo>
                  <a:lnTo>
                    <a:pt x="2045104" y="102173"/>
                  </a:lnTo>
                  <a:lnTo>
                    <a:pt x="2037268" y="102173"/>
                  </a:lnTo>
                  <a:lnTo>
                    <a:pt x="2029433" y="102173"/>
                  </a:lnTo>
                  <a:lnTo>
                    <a:pt x="2021597" y="102173"/>
                  </a:lnTo>
                  <a:lnTo>
                    <a:pt x="2013761" y="102173"/>
                  </a:lnTo>
                  <a:lnTo>
                    <a:pt x="2005926" y="102173"/>
                  </a:lnTo>
                  <a:lnTo>
                    <a:pt x="1998090" y="102173"/>
                  </a:lnTo>
                  <a:lnTo>
                    <a:pt x="1990254" y="102173"/>
                  </a:lnTo>
                  <a:lnTo>
                    <a:pt x="1982419" y="102173"/>
                  </a:lnTo>
                  <a:lnTo>
                    <a:pt x="1974583" y="102173"/>
                  </a:lnTo>
                  <a:lnTo>
                    <a:pt x="1966747" y="102173"/>
                  </a:lnTo>
                  <a:lnTo>
                    <a:pt x="1958912" y="102173"/>
                  </a:lnTo>
                  <a:lnTo>
                    <a:pt x="1951076" y="102173"/>
                  </a:lnTo>
                  <a:lnTo>
                    <a:pt x="1943240" y="102173"/>
                  </a:lnTo>
                  <a:lnTo>
                    <a:pt x="1935405" y="102173"/>
                  </a:lnTo>
                  <a:lnTo>
                    <a:pt x="1927569" y="102173"/>
                  </a:lnTo>
                  <a:lnTo>
                    <a:pt x="1919733" y="102173"/>
                  </a:lnTo>
                  <a:lnTo>
                    <a:pt x="1911898" y="102173"/>
                  </a:lnTo>
                  <a:lnTo>
                    <a:pt x="1904062" y="102173"/>
                  </a:lnTo>
                  <a:lnTo>
                    <a:pt x="1896227" y="102173"/>
                  </a:lnTo>
                  <a:lnTo>
                    <a:pt x="1888391" y="102173"/>
                  </a:lnTo>
                  <a:lnTo>
                    <a:pt x="1880555" y="102173"/>
                  </a:lnTo>
                  <a:lnTo>
                    <a:pt x="1872720" y="102173"/>
                  </a:lnTo>
                  <a:lnTo>
                    <a:pt x="1864884" y="102173"/>
                  </a:lnTo>
                  <a:lnTo>
                    <a:pt x="1857048" y="102173"/>
                  </a:lnTo>
                  <a:lnTo>
                    <a:pt x="1849213" y="102173"/>
                  </a:lnTo>
                  <a:lnTo>
                    <a:pt x="1841377" y="102173"/>
                  </a:lnTo>
                  <a:lnTo>
                    <a:pt x="1833541" y="102173"/>
                  </a:lnTo>
                  <a:lnTo>
                    <a:pt x="1825706" y="102173"/>
                  </a:lnTo>
                  <a:lnTo>
                    <a:pt x="1817870" y="102173"/>
                  </a:lnTo>
                  <a:lnTo>
                    <a:pt x="1810034" y="102173"/>
                  </a:lnTo>
                  <a:lnTo>
                    <a:pt x="1802199" y="102173"/>
                  </a:lnTo>
                  <a:lnTo>
                    <a:pt x="1794363" y="102173"/>
                  </a:lnTo>
                  <a:lnTo>
                    <a:pt x="1786527" y="102173"/>
                  </a:lnTo>
                  <a:lnTo>
                    <a:pt x="1778692" y="102173"/>
                  </a:lnTo>
                  <a:lnTo>
                    <a:pt x="1770856" y="102173"/>
                  </a:lnTo>
                  <a:lnTo>
                    <a:pt x="1763020" y="102173"/>
                  </a:lnTo>
                  <a:lnTo>
                    <a:pt x="1755185" y="102173"/>
                  </a:lnTo>
                  <a:lnTo>
                    <a:pt x="1747349" y="102173"/>
                  </a:lnTo>
                  <a:lnTo>
                    <a:pt x="1739514" y="102173"/>
                  </a:lnTo>
                  <a:lnTo>
                    <a:pt x="1731678" y="102173"/>
                  </a:lnTo>
                  <a:lnTo>
                    <a:pt x="1723842" y="102173"/>
                  </a:lnTo>
                  <a:lnTo>
                    <a:pt x="1716007" y="102173"/>
                  </a:lnTo>
                  <a:lnTo>
                    <a:pt x="1708171" y="102173"/>
                  </a:lnTo>
                  <a:lnTo>
                    <a:pt x="1700335" y="102173"/>
                  </a:lnTo>
                  <a:lnTo>
                    <a:pt x="1692500" y="102173"/>
                  </a:lnTo>
                  <a:lnTo>
                    <a:pt x="1684664" y="102173"/>
                  </a:lnTo>
                  <a:lnTo>
                    <a:pt x="1676828" y="102173"/>
                  </a:lnTo>
                  <a:lnTo>
                    <a:pt x="1668993" y="102173"/>
                  </a:lnTo>
                  <a:lnTo>
                    <a:pt x="1661157" y="102173"/>
                  </a:lnTo>
                  <a:lnTo>
                    <a:pt x="1653321" y="102173"/>
                  </a:lnTo>
                  <a:lnTo>
                    <a:pt x="1645486" y="102173"/>
                  </a:lnTo>
                  <a:lnTo>
                    <a:pt x="1637650" y="102173"/>
                  </a:lnTo>
                  <a:lnTo>
                    <a:pt x="1629814" y="102173"/>
                  </a:lnTo>
                  <a:lnTo>
                    <a:pt x="1621979" y="102173"/>
                  </a:lnTo>
                  <a:lnTo>
                    <a:pt x="1614143" y="102173"/>
                  </a:lnTo>
                  <a:lnTo>
                    <a:pt x="1606307" y="102173"/>
                  </a:lnTo>
                  <a:lnTo>
                    <a:pt x="1598472" y="102173"/>
                  </a:lnTo>
                  <a:lnTo>
                    <a:pt x="1590636" y="102173"/>
                  </a:lnTo>
                  <a:lnTo>
                    <a:pt x="1582801" y="102173"/>
                  </a:lnTo>
                  <a:lnTo>
                    <a:pt x="1574965" y="102173"/>
                  </a:lnTo>
                  <a:lnTo>
                    <a:pt x="1567129" y="102173"/>
                  </a:lnTo>
                  <a:lnTo>
                    <a:pt x="1559294" y="102173"/>
                  </a:lnTo>
                  <a:lnTo>
                    <a:pt x="1551458" y="102173"/>
                  </a:lnTo>
                  <a:lnTo>
                    <a:pt x="1543622" y="102173"/>
                  </a:lnTo>
                  <a:lnTo>
                    <a:pt x="1535787" y="102173"/>
                  </a:lnTo>
                  <a:lnTo>
                    <a:pt x="1527951" y="102173"/>
                  </a:lnTo>
                  <a:lnTo>
                    <a:pt x="1520115" y="102173"/>
                  </a:lnTo>
                  <a:lnTo>
                    <a:pt x="1512280" y="102173"/>
                  </a:lnTo>
                  <a:lnTo>
                    <a:pt x="1504444" y="102173"/>
                  </a:lnTo>
                  <a:lnTo>
                    <a:pt x="1496608" y="102173"/>
                  </a:lnTo>
                  <a:lnTo>
                    <a:pt x="1488773" y="102173"/>
                  </a:lnTo>
                  <a:lnTo>
                    <a:pt x="1480937" y="102173"/>
                  </a:lnTo>
                  <a:lnTo>
                    <a:pt x="1473101" y="102173"/>
                  </a:lnTo>
                  <a:lnTo>
                    <a:pt x="1465266" y="102173"/>
                  </a:lnTo>
                  <a:lnTo>
                    <a:pt x="1457430" y="102173"/>
                  </a:lnTo>
                  <a:lnTo>
                    <a:pt x="1449595" y="102173"/>
                  </a:lnTo>
                  <a:lnTo>
                    <a:pt x="1441759" y="102173"/>
                  </a:lnTo>
                  <a:lnTo>
                    <a:pt x="1433923" y="102173"/>
                  </a:lnTo>
                  <a:lnTo>
                    <a:pt x="1426088" y="102173"/>
                  </a:lnTo>
                  <a:lnTo>
                    <a:pt x="1418252" y="102173"/>
                  </a:lnTo>
                  <a:lnTo>
                    <a:pt x="1410416" y="102173"/>
                  </a:lnTo>
                  <a:lnTo>
                    <a:pt x="1402581" y="102173"/>
                  </a:lnTo>
                  <a:lnTo>
                    <a:pt x="1394745" y="102173"/>
                  </a:lnTo>
                  <a:lnTo>
                    <a:pt x="1386909" y="102173"/>
                  </a:lnTo>
                  <a:lnTo>
                    <a:pt x="1379074" y="102173"/>
                  </a:lnTo>
                  <a:lnTo>
                    <a:pt x="1371238" y="102173"/>
                  </a:lnTo>
                  <a:lnTo>
                    <a:pt x="1363402" y="102173"/>
                  </a:lnTo>
                  <a:lnTo>
                    <a:pt x="1355567" y="102173"/>
                  </a:lnTo>
                  <a:lnTo>
                    <a:pt x="1347731" y="102173"/>
                  </a:lnTo>
                  <a:lnTo>
                    <a:pt x="1339895" y="102173"/>
                  </a:lnTo>
                  <a:lnTo>
                    <a:pt x="1332060" y="102173"/>
                  </a:lnTo>
                  <a:lnTo>
                    <a:pt x="1324224" y="102173"/>
                  </a:lnTo>
                  <a:lnTo>
                    <a:pt x="1316388" y="102173"/>
                  </a:lnTo>
                  <a:lnTo>
                    <a:pt x="1308553" y="102173"/>
                  </a:lnTo>
                  <a:lnTo>
                    <a:pt x="1300717" y="102173"/>
                  </a:lnTo>
                  <a:lnTo>
                    <a:pt x="1292882" y="102173"/>
                  </a:lnTo>
                  <a:lnTo>
                    <a:pt x="1285046" y="102173"/>
                  </a:lnTo>
                  <a:lnTo>
                    <a:pt x="1277210" y="102173"/>
                  </a:lnTo>
                  <a:lnTo>
                    <a:pt x="1269375" y="102173"/>
                  </a:lnTo>
                  <a:lnTo>
                    <a:pt x="1261539" y="102173"/>
                  </a:lnTo>
                  <a:lnTo>
                    <a:pt x="1253703" y="102173"/>
                  </a:lnTo>
                  <a:lnTo>
                    <a:pt x="1245868" y="102173"/>
                  </a:lnTo>
                  <a:lnTo>
                    <a:pt x="1238032" y="102173"/>
                  </a:lnTo>
                  <a:lnTo>
                    <a:pt x="1230196" y="102173"/>
                  </a:lnTo>
                  <a:lnTo>
                    <a:pt x="1222361" y="102173"/>
                  </a:lnTo>
                  <a:lnTo>
                    <a:pt x="1214525" y="102173"/>
                  </a:lnTo>
                  <a:lnTo>
                    <a:pt x="1206689" y="102173"/>
                  </a:lnTo>
                  <a:lnTo>
                    <a:pt x="1198854" y="102173"/>
                  </a:lnTo>
                  <a:lnTo>
                    <a:pt x="1191018" y="102173"/>
                  </a:lnTo>
                  <a:lnTo>
                    <a:pt x="1183182" y="102173"/>
                  </a:lnTo>
                  <a:lnTo>
                    <a:pt x="1175347" y="102173"/>
                  </a:lnTo>
                  <a:lnTo>
                    <a:pt x="1167511" y="102173"/>
                  </a:lnTo>
                  <a:lnTo>
                    <a:pt x="1159676" y="102173"/>
                  </a:lnTo>
                  <a:lnTo>
                    <a:pt x="1151840" y="102173"/>
                  </a:lnTo>
                  <a:lnTo>
                    <a:pt x="1144004" y="102173"/>
                  </a:lnTo>
                  <a:lnTo>
                    <a:pt x="1136169" y="102173"/>
                  </a:lnTo>
                  <a:lnTo>
                    <a:pt x="1128333" y="102173"/>
                  </a:lnTo>
                  <a:lnTo>
                    <a:pt x="1120497" y="102173"/>
                  </a:lnTo>
                  <a:lnTo>
                    <a:pt x="1112662" y="102173"/>
                  </a:lnTo>
                  <a:lnTo>
                    <a:pt x="1104826" y="102173"/>
                  </a:lnTo>
                  <a:lnTo>
                    <a:pt x="1096990" y="102173"/>
                  </a:lnTo>
                  <a:lnTo>
                    <a:pt x="1089155" y="102173"/>
                  </a:lnTo>
                  <a:lnTo>
                    <a:pt x="1081319" y="102173"/>
                  </a:lnTo>
                  <a:lnTo>
                    <a:pt x="1073483" y="102173"/>
                  </a:lnTo>
                  <a:lnTo>
                    <a:pt x="1065648" y="102173"/>
                  </a:lnTo>
                  <a:lnTo>
                    <a:pt x="1057812" y="102173"/>
                  </a:lnTo>
                  <a:lnTo>
                    <a:pt x="1049976" y="102173"/>
                  </a:lnTo>
                  <a:lnTo>
                    <a:pt x="1042141" y="102173"/>
                  </a:lnTo>
                  <a:lnTo>
                    <a:pt x="1034305" y="102173"/>
                  </a:lnTo>
                  <a:lnTo>
                    <a:pt x="1026469" y="102173"/>
                  </a:lnTo>
                  <a:lnTo>
                    <a:pt x="1018634" y="102173"/>
                  </a:lnTo>
                  <a:lnTo>
                    <a:pt x="1010798" y="102173"/>
                  </a:lnTo>
                  <a:lnTo>
                    <a:pt x="1002963" y="102173"/>
                  </a:lnTo>
                  <a:lnTo>
                    <a:pt x="995127" y="102173"/>
                  </a:lnTo>
                  <a:lnTo>
                    <a:pt x="987291" y="102173"/>
                  </a:lnTo>
                  <a:lnTo>
                    <a:pt x="979456" y="102173"/>
                  </a:lnTo>
                  <a:lnTo>
                    <a:pt x="971620" y="102173"/>
                  </a:lnTo>
                  <a:lnTo>
                    <a:pt x="963784" y="102173"/>
                  </a:lnTo>
                  <a:lnTo>
                    <a:pt x="955949" y="102173"/>
                  </a:lnTo>
                  <a:lnTo>
                    <a:pt x="948113" y="102173"/>
                  </a:lnTo>
                  <a:lnTo>
                    <a:pt x="940277" y="102173"/>
                  </a:lnTo>
                  <a:lnTo>
                    <a:pt x="932442" y="102173"/>
                  </a:lnTo>
                  <a:lnTo>
                    <a:pt x="924606" y="102173"/>
                  </a:lnTo>
                  <a:lnTo>
                    <a:pt x="916770" y="102173"/>
                  </a:lnTo>
                  <a:lnTo>
                    <a:pt x="908935" y="102173"/>
                  </a:lnTo>
                  <a:lnTo>
                    <a:pt x="901099" y="102173"/>
                  </a:lnTo>
                  <a:lnTo>
                    <a:pt x="893263" y="102173"/>
                  </a:lnTo>
                  <a:lnTo>
                    <a:pt x="885428" y="102173"/>
                  </a:lnTo>
                  <a:lnTo>
                    <a:pt x="877592" y="102173"/>
                  </a:lnTo>
                  <a:lnTo>
                    <a:pt x="869757" y="102173"/>
                  </a:lnTo>
                  <a:lnTo>
                    <a:pt x="861921" y="102173"/>
                  </a:lnTo>
                  <a:lnTo>
                    <a:pt x="854085" y="102173"/>
                  </a:lnTo>
                  <a:lnTo>
                    <a:pt x="846250" y="102173"/>
                  </a:lnTo>
                  <a:lnTo>
                    <a:pt x="838414" y="102173"/>
                  </a:lnTo>
                  <a:lnTo>
                    <a:pt x="830578" y="102173"/>
                  </a:lnTo>
                  <a:lnTo>
                    <a:pt x="822743" y="102173"/>
                  </a:lnTo>
                  <a:lnTo>
                    <a:pt x="814907" y="102173"/>
                  </a:lnTo>
                  <a:lnTo>
                    <a:pt x="807071" y="102173"/>
                  </a:lnTo>
                  <a:lnTo>
                    <a:pt x="799236" y="102173"/>
                  </a:lnTo>
                  <a:lnTo>
                    <a:pt x="791400" y="102173"/>
                  </a:lnTo>
                  <a:lnTo>
                    <a:pt x="783564" y="102173"/>
                  </a:lnTo>
                  <a:lnTo>
                    <a:pt x="775729" y="102173"/>
                  </a:lnTo>
                  <a:lnTo>
                    <a:pt x="767893" y="102173"/>
                  </a:lnTo>
                  <a:lnTo>
                    <a:pt x="760057" y="102173"/>
                  </a:lnTo>
                  <a:lnTo>
                    <a:pt x="752222" y="102173"/>
                  </a:lnTo>
                  <a:lnTo>
                    <a:pt x="744386" y="102173"/>
                  </a:lnTo>
                  <a:lnTo>
                    <a:pt x="736550" y="102173"/>
                  </a:lnTo>
                  <a:lnTo>
                    <a:pt x="728715" y="102173"/>
                  </a:lnTo>
                  <a:lnTo>
                    <a:pt x="720879" y="102173"/>
                  </a:lnTo>
                  <a:lnTo>
                    <a:pt x="713044" y="102173"/>
                  </a:lnTo>
                  <a:lnTo>
                    <a:pt x="705208" y="102173"/>
                  </a:lnTo>
                  <a:lnTo>
                    <a:pt x="697372" y="102173"/>
                  </a:lnTo>
                  <a:lnTo>
                    <a:pt x="689537" y="102173"/>
                  </a:lnTo>
                  <a:lnTo>
                    <a:pt x="681701" y="102173"/>
                  </a:lnTo>
                  <a:lnTo>
                    <a:pt x="673865" y="102173"/>
                  </a:lnTo>
                  <a:lnTo>
                    <a:pt x="666030" y="102173"/>
                  </a:lnTo>
                  <a:lnTo>
                    <a:pt x="658194" y="102173"/>
                  </a:lnTo>
                  <a:lnTo>
                    <a:pt x="650358" y="102173"/>
                  </a:lnTo>
                  <a:lnTo>
                    <a:pt x="642523" y="102173"/>
                  </a:lnTo>
                  <a:lnTo>
                    <a:pt x="634687" y="102173"/>
                  </a:lnTo>
                  <a:lnTo>
                    <a:pt x="626851" y="102173"/>
                  </a:lnTo>
                  <a:lnTo>
                    <a:pt x="619016" y="102173"/>
                  </a:lnTo>
                  <a:lnTo>
                    <a:pt x="611180" y="102173"/>
                  </a:lnTo>
                  <a:lnTo>
                    <a:pt x="603344" y="102173"/>
                  </a:lnTo>
                  <a:lnTo>
                    <a:pt x="595509" y="102173"/>
                  </a:lnTo>
                  <a:lnTo>
                    <a:pt x="587673" y="102173"/>
                  </a:lnTo>
                  <a:lnTo>
                    <a:pt x="579838" y="102173"/>
                  </a:lnTo>
                  <a:lnTo>
                    <a:pt x="572002" y="102173"/>
                  </a:lnTo>
                  <a:lnTo>
                    <a:pt x="564166" y="102173"/>
                  </a:lnTo>
                  <a:lnTo>
                    <a:pt x="556331" y="102173"/>
                  </a:lnTo>
                  <a:lnTo>
                    <a:pt x="548495" y="102173"/>
                  </a:lnTo>
                  <a:lnTo>
                    <a:pt x="540659" y="102173"/>
                  </a:lnTo>
                  <a:lnTo>
                    <a:pt x="532824" y="102173"/>
                  </a:lnTo>
                  <a:lnTo>
                    <a:pt x="524988" y="102173"/>
                  </a:lnTo>
                  <a:lnTo>
                    <a:pt x="517152" y="102173"/>
                  </a:lnTo>
                  <a:lnTo>
                    <a:pt x="509317" y="102173"/>
                  </a:lnTo>
                  <a:lnTo>
                    <a:pt x="501481" y="102173"/>
                  </a:lnTo>
                  <a:lnTo>
                    <a:pt x="493645" y="102173"/>
                  </a:lnTo>
                  <a:lnTo>
                    <a:pt x="485810" y="102173"/>
                  </a:lnTo>
                  <a:lnTo>
                    <a:pt x="477974" y="102173"/>
                  </a:lnTo>
                  <a:lnTo>
                    <a:pt x="470138" y="102173"/>
                  </a:lnTo>
                  <a:lnTo>
                    <a:pt x="462303" y="102173"/>
                  </a:lnTo>
                  <a:lnTo>
                    <a:pt x="454467" y="102173"/>
                  </a:lnTo>
                  <a:lnTo>
                    <a:pt x="446631" y="102173"/>
                  </a:lnTo>
                  <a:lnTo>
                    <a:pt x="438796" y="102173"/>
                  </a:lnTo>
                  <a:lnTo>
                    <a:pt x="430960" y="102173"/>
                  </a:lnTo>
                  <a:lnTo>
                    <a:pt x="423125" y="102173"/>
                  </a:lnTo>
                  <a:lnTo>
                    <a:pt x="415289" y="102173"/>
                  </a:lnTo>
                  <a:lnTo>
                    <a:pt x="407453" y="102173"/>
                  </a:lnTo>
                  <a:lnTo>
                    <a:pt x="399618" y="102173"/>
                  </a:lnTo>
                  <a:lnTo>
                    <a:pt x="391782" y="102173"/>
                  </a:lnTo>
                  <a:lnTo>
                    <a:pt x="383946" y="102173"/>
                  </a:lnTo>
                  <a:lnTo>
                    <a:pt x="376111" y="102173"/>
                  </a:lnTo>
                  <a:lnTo>
                    <a:pt x="368275" y="102173"/>
                  </a:lnTo>
                  <a:lnTo>
                    <a:pt x="360439" y="102173"/>
                  </a:lnTo>
                  <a:lnTo>
                    <a:pt x="352604" y="102173"/>
                  </a:lnTo>
                  <a:lnTo>
                    <a:pt x="344768" y="102173"/>
                  </a:lnTo>
                  <a:lnTo>
                    <a:pt x="336932" y="102173"/>
                  </a:lnTo>
                  <a:lnTo>
                    <a:pt x="329097" y="102173"/>
                  </a:lnTo>
                  <a:lnTo>
                    <a:pt x="321261" y="102173"/>
                  </a:lnTo>
                  <a:lnTo>
                    <a:pt x="313425" y="102173"/>
                  </a:lnTo>
                  <a:lnTo>
                    <a:pt x="305590" y="102173"/>
                  </a:lnTo>
                  <a:lnTo>
                    <a:pt x="297754" y="102173"/>
                  </a:lnTo>
                  <a:lnTo>
                    <a:pt x="289919" y="102173"/>
                  </a:lnTo>
                  <a:lnTo>
                    <a:pt x="282083" y="102173"/>
                  </a:lnTo>
                  <a:lnTo>
                    <a:pt x="274247" y="102173"/>
                  </a:lnTo>
                  <a:lnTo>
                    <a:pt x="266412" y="102173"/>
                  </a:lnTo>
                  <a:lnTo>
                    <a:pt x="258576" y="102173"/>
                  </a:lnTo>
                  <a:lnTo>
                    <a:pt x="250740" y="102173"/>
                  </a:lnTo>
                  <a:lnTo>
                    <a:pt x="242905" y="102173"/>
                  </a:lnTo>
                  <a:lnTo>
                    <a:pt x="235069" y="102173"/>
                  </a:lnTo>
                  <a:lnTo>
                    <a:pt x="227233" y="102173"/>
                  </a:lnTo>
                  <a:lnTo>
                    <a:pt x="219398" y="102173"/>
                  </a:lnTo>
                  <a:lnTo>
                    <a:pt x="211562" y="102173"/>
                  </a:lnTo>
                  <a:lnTo>
                    <a:pt x="203726" y="102173"/>
                  </a:lnTo>
                  <a:lnTo>
                    <a:pt x="195891" y="102173"/>
                  </a:lnTo>
                  <a:lnTo>
                    <a:pt x="188055" y="102173"/>
                  </a:lnTo>
                  <a:lnTo>
                    <a:pt x="180219" y="102173"/>
                  </a:lnTo>
                  <a:lnTo>
                    <a:pt x="172384" y="102173"/>
                  </a:lnTo>
                  <a:lnTo>
                    <a:pt x="164548" y="102173"/>
                  </a:lnTo>
                  <a:lnTo>
                    <a:pt x="156712" y="102173"/>
                  </a:lnTo>
                  <a:lnTo>
                    <a:pt x="148877" y="102173"/>
                  </a:lnTo>
                  <a:lnTo>
                    <a:pt x="141041" y="102173"/>
                  </a:lnTo>
                  <a:lnTo>
                    <a:pt x="133206" y="102173"/>
                  </a:lnTo>
                  <a:lnTo>
                    <a:pt x="125370" y="102173"/>
                  </a:lnTo>
                  <a:lnTo>
                    <a:pt x="117534" y="102173"/>
                  </a:lnTo>
                  <a:lnTo>
                    <a:pt x="109699" y="102173"/>
                  </a:lnTo>
                  <a:lnTo>
                    <a:pt x="101863" y="102173"/>
                  </a:lnTo>
                  <a:lnTo>
                    <a:pt x="94027" y="102173"/>
                  </a:lnTo>
                  <a:lnTo>
                    <a:pt x="86192" y="102173"/>
                  </a:lnTo>
                  <a:lnTo>
                    <a:pt x="78356" y="102173"/>
                  </a:lnTo>
                  <a:lnTo>
                    <a:pt x="70520" y="102173"/>
                  </a:lnTo>
                  <a:lnTo>
                    <a:pt x="62685" y="102173"/>
                  </a:lnTo>
                  <a:lnTo>
                    <a:pt x="54849" y="102173"/>
                  </a:lnTo>
                  <a:lnTo>
                    <a:pt x="47013" y="102173"/>
                  </a:lnTo>
                  <a:lnTo>
                    <a:pt x="39178" y="102173"/>
                  </a:lnTo>
                  <a:lnTo>
                    <a:pt x="31342" y="102173"/>
                  </a:lnTo>
                  <a:lnTo>
                    <a:pt x="23506" y="102173"/>
                  </a:lnTo>
                  <a:lnTo>
                    <a:pt x="15671" y="102173"/>
                  </a:lnTo>
                  <a:lnTo>
                    <a:pt x="7835" y="102173"/>
                  </a:lnTo>
                  <a:lnTo>
                    <a:pt x="0" y="102173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31" name="pg330"/>
            <p:cNvSpPr/>
            <p:nvPr/>
          </p:nvSpPr>
          <p:spPr>
            <a:xfrm>
              <a:off x="6231720" y="4341284"/>
              <a:ext cx="1233603" cy="102173"/>
            </a:xfrm>
            <a:custGeom>
              <a:avLst/>
              <a:pathLst>
                <a:path w="1233603" h="102173">
                  <a:moveTo>
                    <a:pt x="0" y="0"/>
                  </a:moveTo>
                  <a:lnTo>
                    <a:pt x="2467" y="0"/>
                  </a:lnTo>
                  <a:lnTo>
                    <a:pt x="4934" y="0"/>
                  </a:lnTo>
                  <a:lnTo>
                    <a:pt x="7401" y="0"/>
                  </a:lnTo>
                  <a:lnTo>
                    <a:pt x="9868" y="0"/>
                  </a:lnTo>
                  <a:lnTo>
                    <a:pt x="12336" y="0"/>
                  </a:lnTo>
                  <a:lnTo>
                    <a:pt x="14803" y="0"/>
                  </a:lnTo>
                  <a:lnTo>
                    <a:pt x="17270" y="0"/>
                  </a:lnTo>
                  <a:lnTo>
                    <a:pt x="19737" y="0"/>
                  </a:lnTo>
                  <a:lnTo>
                    <a:pt x="22204" y="0"/>
                  </a:lnTo>
                  <a:lnTo>
                    <a:pt x="24672" y="0"/>
                  </a:lnTo>
                  <a:lnTo>
                    <a:pt x="27139" y="0"/>
                  </a:lnTo>
                  <a:lnTo>
                    <a:pt x="29606" y="0"/>
                  </a:lnTo>
                  <a:lnTo>
                    <a:pt x="32073" y="0"/>
                  </a:lnTo>
                  <a:lnTo>
                    <a:pt x="34540" y="0"/>
                  </a:lnTo>
                  <a:lnTo>
                    <a:pt x="37008" y="0"/>
                  </a:lnTo>
                  <a:lnTo>
                    <a:pt x="39475" y="0"/>
                  </a:lnTo>
                  <a:lnTo>
                    <a:pt x="41942" y="0"/>
                  </a:lnTo>
                  <a:lnTo>
                    <a:pt x="44409" y="0"/>
                  </a:lnTo>
                  <a:lnTo>
                    <a:pt x="46876" y="0"/>
                  </a:lnTo>
                  <a:lnTo>
                    <a:pt x="49344" y="0"/>
                  </a:lnTo>
                  <a:lnTo>
                    <a:pt x="51811" y="0"/>
                  </a:lnTo>
                  <a:lnTo>
                    <a:pt x="54278" y="0"/>
                  </a:lnTo>
                  <a:lnTo>
                    <a:pt x="56745" y="0"/>
                  </a:lnTo>
                  <a:lnTo>
                    <a:pt x="59212" y="0"/>
                  </a:lnTo>
                  <a:lnTo>
                    <a:pt x="61680" y="0"/>
                  </a:lnTo>
                  <a:lnTo>
                    <a:pt x="64147" y="0"/>
                  </a:lnTo>
                  <a:lnTo>
                    <a:pt x="66614" y="0"/>
                  </a:lnTo>
                  <a:lnTo>
                    <a:pt x="69081" y="0"/>
                  </a:lnTo>
                  <a:lnTo>
                    <a:pt x="71548" y="0"/>
                  </a:lnTo>
                  <a:lnTo>
                    <a:pt x="74016" y="0"/>
                  </a:lnTo>
                  <a:lnTo>
                    <a:pt x="76483" y="0"/>
                  </a:lnTo>
                  <a:lnTo>
                    <a:pt x="78950" y="0"/>
                  </a:lnTo>
                  <a:lnTo>
                    <a:pt x="81417" y="0"/>
                  </a:lnTo>
                  <a:lnTo>
                    <a:pt x="83885" y="0"/>
                  </a:lnTo>
                  <a:lnTo>
                    <a:pt x="86352" y="0"/>
                  </a:lnTo>
                  <a:lnTo>
                    <a:pt x="88819" y="0"/>
                  </a:lnTo>
                  <a:lnTo>
                    <a:pt x="91286" y="0"/>
                  </a:lnTo>
                  <a:lnTo>
                    <a:pt x="93753" y="0"/>
                  </a:lnTo>
                  <a:lnTo>
                    <a:pt x="96221" y="0"/>
                  </a:lnTo>
                  <a:lnTo>
                    <a:pt x="98688" y="0"/>
                  </a:lnTo>
                  <a:lnTo>
                    <a:pt x="101155" y="0"/>
                  </a:lnTo>
                  <a:lnTo>
                    <a:pt x="103622" y="0"/>
                  </a:lnTo>
                  <a:lnTo>
                    <a:pt x="106089" y="0"/>
                  </a:lnTo>
                  <a:lnTo>
                    <a:pt x="108557" y="0"/>
                  </a:lnTo>
                  <a:lnTo>
                    <a:pt x="111024" y="0"/>
                  </a:lnTo>
                  <a:lnTo>
                    <a:pt x="113491" y="0"/>
                  </a:lnTo>
                  <a:lnTo>
                    <a:pt x="115958" y="0"/>
                  </a:lnTo>
                  <a:lnTo>
                    <a:pt x="118425" y="0"/>
                  </a:lnTo>
                  <a:lnTo>
                    <a:pt x="120893" y="0"/>
                  </a:lnTo>
                  <a:lnTo>
                    <a:pt x="123360" y="0"/>
                  </a:lnTo>
                  <a:lnTo>
                    <a:pt x="125827" y="0"/>
                  </a:lnTo>
                  <a:lnTo>
                    <a:pt x="128294" y="0"/>
                  </a:lnTo>
                  <a:lnTo>
                    <a:pt x="130761" y="0"/>
                  </a:lnTo>
                  <a:lnTo>
                    <a:pt x="133229" y="0"/>
                  </a:lnTo>
                  <a:lnTo>
                    <a:pt x="135696" y="0"/>
                  </a:lnTo>
                  <a:lnTo>
                    <a:pt x="138163" y="0"/>
                  </a:lnTo>
                  <a:lnTo>
                    <a:pt x="140630" y="0"/>
                  </a:lnTo>
                  <a:lnTo>
                    <a:pt x="143097" y="0"/>
                  </a:lnTo>
                  <a:lnTo>
                    <a:pt x="145565" y="0"/>
                  </a:lnTo>
                  <a:lnTo>
                    <a:pt x="148032" y="0"/>
                  </a:lnTo>
                  <a:lnTo>
                    <a:pt x="150499" y="0"/>
                  </a:lnTo>
                  <a:lnTo>
                    <a:pt x="152966" y="0"/>
                  </a:lnTo>
                  <a:lnTo>
                    <a:pt x="155433" y="0"/>
                  </a:lnTo>
                  <a:lnTo>
                    <a:pt x="157901" y="0"/>
                  </a:lnTo>
                  <a:lnTo>
                    <a:pt x="160368" y="0"/>
                  </a:lnTo>
                  <a:lnTo>
                    <a:pt x="162835" y="0"/>
                  </a:lnTo>
                  <a:lnTo>
                    <a:pt x="165302" y="0"/>
                  </a:lnTo>
                  <a:lnTo>
                    <a:pt x="167770" y="0"/>
                  </a:lnTo>
                  <a:lnTo>
                    <a:pt x="170237" y="0"/>
                  </a:lnTo>
                  <a:lnTo>
                    <a:pt x="172704" y="0"/>
                  </a:lnTo>
                  <a:lnTo>
                    <a:pt x="175171" y="0"/>
                  </a:lnTo>
                  <a:lnTo>
                    <a:pt x="177638" y="0"/>
                  </a:lnTo>
                  <a:lnTo>
                    <a:pt x="180106" y="0"/>
                  </a:lnTo>
                  <a:lnTo>
                    <a:pt x="182573" y="0"/>
                  </a:lnTo>
                  <a:lnTo>
                    <a:pt x="185040" y="0"/>
                  </a:lnTo>
                  <a:lnTo>
                    <a:pt x="187507" y="0"/>
                  </a:lnTo>
                  <a:lnTo>
                    <a:pt x="189974" y="0"/>
                  </a:lnTo>
                  <a:lnTo>
                    <a:pt x="192442" y="0"/>
                  </a:lnTo>
                  <a:lnTo>
                    <a:pt x="194909" y="0"/>
                  </a:lnTo>
                  <a:lnTo>
                    <a:pt x="197376" y="0"/>
                  </a:lnTo>
                  <a:lnTo>
                    <a:pt x="199843" y="0"/>
                  </a:lnTo>
                  <a:lnTo>
                    <a:pt x="202310" y="0"/>
                  </a:lnTo>
                  <a:lnTo>
                    <a:pt x="204778" y="0"/>
                  </a:lnTo>
                  <a:lnTo>
                    <a:pt x="207245" y="0"/>
                  </a:lnTo>
                  <a:lnTo>
                    <a:pt x="209712" y="0"/>
                  </a:lnTo>
                  <a:lnTo>
                    <a:pt x="212179" y="0"/>
                  </a:lnTo>
                  <a:lnTo>
                    <a:pt x="214646" y="0"/>
                  </a:lnTo>
                  <a:lnTo>
                    <a:pt x="217114" y="0"/>
                  </a:lnTo>
                  <a:lnTo>
                    <a:pt x="219581" y="0"/>
                  </a:lnTo>
                  <a:lnTo>
                    <a:pt x="222048" y="0"/>
                  </a:lnTo>
                  <a:lnTo>
                    <a:pt x="224515" y="0"/>
                  </a:lnTo>
                  <a:lnTo>
                    <a:pt x="226982" y="0"/>
                  </a:lnTo>
                  <a:lnTo>
                    <a:pt x="229450" y="0"/>
                  </a:lnTo>
                  <a:lnTo>
                    <a:pt x="231917" y="0"/>
                  </a:lnTo>
                  <a:lnTo>
                    <a:pt x="234384" y="0"/>
                  </a:lnTo>
                  <a:lnTo>
                    <a:pt x="236851" y="0"/>
                  </a:lnTo>
                  <a:lnTo>
                    <a:pt x="239319" y="0"/>
                  </a:lnTo>
                  <a:lnTo>
                    <a:pt x="241786" y="0"/>
                  </a:lnTo>
                  <a:lnTo>
                    <a:pt x="244253" y="0"/>
                  </a:lnTo>
                  <a:lnTo>
                    <a:pt x="246720" y="0"/>
                  </a:lnTo>
                  <a:lnTo>
                    <a:pt x="249187" y="0"/>
                  </a:lnTo>
                  <a:lnTo>
                    <a:pt x="251655" y="0"/>
                  </a:lnTo>
                  <a:lnTo>
                    <a:pt x="254122" y="0"/>
                  </a:lnTo>
                  <a:lnTo>
                    <a:pt x="256589" y="0"/>
                  </a:lnTo>
                  <a:lnTo>
                    <a:pt x="259056" y="0"/>
                  </a:lnTo>
                  <a:lnTo>
                    <a:pt x="261523" y="0"/>
                  </a:lnTo>
                  <a:lnTo>
                    <a:pt x="263991" y="0"/>
                  </a:lnTo>
                  <a:lnTo>
                    <a:pt x="266458" y="0"/>
                  </a:lnTo>
                  <a:lnTo>
                    <a:pt x="268925" y="0"/>
                  </a:lnTo>
                  <a:lnTo>
                    <a:pt x="271392" y="0"/>
                  </a:lnTo>
                  <a:lnTo>
                    <a:pt x="273859" y="0"/>
                  </a:lnTo>
                  <a:lnTo>
                    <a:pt x="276327" y="0"/>
                  </a:lnTo>
                  <a:lnTo>
                    <a:pt x="278794" y="0"/>
                  </a:lnTo>
                  <a:lnTo>
                    <a:pt x="281261" y="0"/>
                  </a:lnTo>
                  <a:lnTo>
                    <a:pt x="283728" y="0"/>
                  </a:lnTo>
                  <a:lnTo>
                    <a:pt x="286195" y="0"/>
                  </a:lnTo>
                  <a:lnTo>
                    <a:pt x="288663" y="0"/>
                  </a:lnTo>
                  <a:lnTo>
                    <a:pt x="291130" y="0"/>
                  </a:lnTo>
                  <a:lnTo>
                    <a:pt x="293597" y="0"/>
                  </a:lnTo>
                  <a:lnTo>
                    <a:pt x="296064" y="0"/>
                  </a:lnTo>
                  <a:lnTo>
                    <a:pt x="298531" y="0"/>
                  </a:lnTo>
                  <a:lnTo>
                    <a:pt x="300999" y="0"/>
                  </a:lnTo>
                  <a:lnTo>
                    <a:pt x="303466" y="0"/>
                  </a:lnTo>
                  <a:lnTo>
                    <a:pt x="305933" y="0"/>
                  </a:lnTo>
                  <a:lnTo>
                    <a:pt x="308400" y="0"/>
                  </a:lnTo>
                  <a:lnTo>
                    <a:pt x="310867" y="0"/>
                  </a:lnTo>
                  <a:lnTo>
                    <a:pt x="313335" y="0"/>
                  </a:lnTo>
                  <a:lnTo>
                    <a:pt x="315802" y="0"/>
                  </a:lnTo>
                  <a:lnTo>
                    <a:pt x="318269" y="0"/>
                  </a:lnTo>
                  <a:lnTo>
                    <a:pt x="320736" y="0"/>
                  </a:lnTo>
                  <a:lnTo>
                    <a:pt x="323204" y="0"/>
                  </a:lnTo>
                  <a:lnTo>
                    <a:pt x="325671" y="0"/>
                  </a:lnTo>
                  <a:lnTo>
                    <a:pt x="328138" y="0"/>
                  </a:lnTo>
                  <a:lnTo>
                    <a:pt x="330605" y="0"/>
                  </a:lnTo>
                  <a:lnTo>
                    <a:pt x="333072" y="0"/>
                  </a:lnTo>
                  <a:lnTo>
                    <a:pt x="335540" y="0"/>
                  </a:lnTo>
                  <a:lnTo>
                    <a:pt x="338007" y="0"/>
                  </a:lnTo>
                  <a:lnTo>
                    <a:pt x="340474" y="0"/>
                  </a:lnTo>
                  <a:lnTo>
                    <a:pt x="342941" y="0"/>
                  </a:lnTo>
                  <a:lnTo>
                    <a:pt x="345408" y="0"/>
                  </a:lnTo>
                  <a:lnTo>
                    <a:pt x="347876" y="0"/>
                  </a:lnTo>
                  <a:lnTo>
                    <a:pt x="350343" y="0"/>
                  </a:lnTo>
                  <a:lnTo>
                    <a:pt x="352810" y="0"/>
                  </a:lnTo>
                  <a:lnTo>
                    <a:pt x="355277" y="0"/>
                  </a:lnTo>
                  <a:lnTo>
                    <a:pt x="357744" y="0"/>
                  </a:lnTo>
                  <a:lnTo>
                    <a:pt x="360212" y="0"/>
                  </a:lnTo>
                  <a:lnTo>
                    <a:pt x="362679" y="0"/>
                  </a:lnTo>
                  <a:lnTo>
                    <a:pt x="365146" y="0"/>
                  </a:lnTo>
                  <a:lnTo>
                    <a:pt x="367613" y="0"/>
                  </a:lnTo>
                  <a:lnTo>
                    <a:pt x="370080" y="0"/>
                  </a:lnTo>
                  <a:lnTo>
                    <a:pt x="372548" y="0"/>
                  </a:lnTo>
                  <a:lnTo>
                    <a:pt x="375015" y="0"/>
                  </a:lnTo>
                  <a:lnTo>
                    <a:pt x="377482" y="0"/>
                  </a:lnTo>
                  <a:lnTo>
                    <a:pt x="379949" y="0"/>
                  </a:lnTo>
                  <a:lnTo>
                    <a:pt x="382416" y="0"/>
                  </a:lnTo>
                  <a:lnTo>
                    <a:pt x="384884" y="0"/>
                  </a:lnTo>
                  <a:lnTo>
                    <a:pt x="387351" y="0"/>
                  </a:lnTo>
                  <a:lnTo>
                    <a:pt x="389818" y="0"/>
                  </a:lnTo>
                  <a:lnTo>
                    <a:pt x="392285" y="0"/>
                  </a:lnTo>
                  <a:lnTo>
                    <a:pt x="394752" y="0"/>
                  </a:lnTo>
                  <a:lnTo>
                    <a:pt x="397220" y="0"/>
                  </a:lnTo>
                  <a:lnTo>
                    <a:pt x="399687" y="0"/>
                  </a:lnTo>
                  <a:lnTo>
                    <a:pt x="402154" y="0"/>
                  </a:lnTo>
                  <a:lnTo>
                    <a:pt x="404621" y="0"/>
                  </a:lnTo>
                  <a:lnTo>
                    <a:pt x="407089" y="0"/>
                  </a:lnTo>
                  <a:lnTo>
                    <a:pt x="409556" y="0"/>
                  </a:lnTo>
                  <a:lnTo>
                    <a:pt x="412023" y="0"/>
                  </a:lnTo>
                  <a:lnTo>
                    <a:pt x="414490" y="0"/>
                  </a:lnTo>
                  <a:lnTo>
                    <a:pt x="416957" y="0"/>
                  </a:lnTo>
                  <a:lnTo>
                    <a:pt x="419425" y="0"/>
                  </a:lnTo>
                  <a:lnTo>
                    <a:pt x="421892" y="0"/>
                  </a:lnTo>
                  <a:lnTo>
                    <a:pt x="424359" y="0"/>
                  </a:lnTo>
                  <a:lnTo>
                    <a:pt x="426826" y="0"/>
                  </a:lnTo>
                  <a:lnTo>
                    <a:pt x="429293" y="0"/>
                  </a:lnTo>
                  <a:lnTo>
                    <a:pt x="431761" y="0"/>
                  </a:lnTo>
                  <a:lnTo>
                    <a:pt x="434228" y="0"/>
                  </a:lnTo>
                  <a:lnTo>
                    <a:pt x="436695" y="0"/>
                  </a:lnTo>
                  <a:lnTo>
                    <a:pt x="439162" y="0"/>
                  </a:lnTo>
                  <a:lnTo>
                    <a:pt x="441629" y="0"/>
                  </a:lnTo>
                  <a:lnTo>
                    <a:pt x="444097" y="0"/>
                  </a:lnTo>
                  <a:lnTo>
                    <a:pt x="446564" y="0"/>
                  </a:lnTo>
                  <a:lnTo>
                    <a:pt x="449031" y="0"/>
                  </a:lnTo>
                  <a:lnTo>
                    <a:pt x="451498" y="0"/>
                  </a:lnTo>
                  <a:lnTo>
                    <a:pt x="453965" y="0"/>
                  </a:lnTo>
                  <a:lnTo>
                    <a:pt x="456433" y="0"/>
                  </a:lnTo>
                  <a:lnTo>
                    <a:pt x="458900" y="0"/>
                  </a:lnTo>
                  <a:lnTo>
                    <a:pt x="461367" y="0"/>
                  </a:lnTo>
                  <a:lnTo>
                    <a:pt x="463834" y="0"/>
                  </a:lnTo>
                  <a:lnTo>
                    <a:pt x="466301" y="0"/>
                  </a:lnTo>
                  <a:lnTo>
                    <a:pt x="468769" y="0"/>
                  </a:lnTo>
                  <a:lnTo>
                    <a:pt x="471236" y="0"/>
                  </a:lnTo>
                  <a:lnTo>
                    <a:pt x="473703" y="0"/>
                  </a:lnTo>
                  <a:lnTo>
                    <a:pt x="476170" y="0"/>
                  </a:lnTo>
                  <a:lnTo>
                    <a:pt x="478638" y="0"/>
                  </a:lnTo>
                  <a:lnTo>
                    <a:pt x="481105" y="0"/>
                  </a:lnTo>
                  <a:lnTo>
                    <a:pt x="483572" y="0"/>
                  </a:lnTo>
                  <a:lnTo>
                    <a:pt x="486039" y="0"/>
                  </a:lnTo>
                  <a:lnTo>
                    <a:pt x="488506" y="0"/>
                  </a:lnTo>
                  <a:lnTo>
                    <a:pt x="490974" y="0"/>
                  </a:lnTo>
                  <a:lnTo>
                    <a:pt x="493441" y="0"/>
                  </a:lnTo>
                  <a:lnTo>
                    <a:pt x="495908" y="0"/>
                  </a:lnTo>
                  <a:lnTo>
                    <a:pt x="498375" y="0"/>
                  </a:lnTo>
                  <a:lnTo>
                    <a:pt x="500842" y="0"/>
                  </a:lnTo>
                  <a:lnTo>
                    <a:pt x="503310" y="0"/>
                  </a:lnTo>
                  <a:lnTo>
                    <a:pt x="505777" y="0"/>
                  </a:lnTo>
                  <a:lnTo>
                    <a:pt x="508244" y="0"/>
                  </a:lnTo>
                  <a:lnTo>
                    <a:pt x="510711" y="0"/>
                  </a:lnTo>
                  <a:lnTo>
                    <a:pt x="513178" y="0"/>
                  </a:lnTo>
                  <a:lnTo>
                    <a:pt x="515646" y="0"/>
                  </a:lnTo>
                  <a:lnTo>
                    <a:pt x="518113" y="0"/>
                  </a:lnTo>
                  <a:lnTo>
                    <a:pt x="520580" y="0"/>
                  </a:lnTo>
                  <a:lnTo>
                    <a:pt x="523047" y="0"/>
                  </a:lnTo>
                  <a:lnTo>
                    <a:pt x="525514" y="0"/>
                  </a:lnTo>
                  <a:lnTo>
                    <a:pt x="527982" y="0"/>
                  </a:lnTo>
                  <a:lnTo>
                    <a:pt x="530449" y="0"/>
                  </a:lnTo>
                  <a:lnTo>
                    <a:pt x="532916" y="0"/>
                  </a:lnTo>
                  <a:lnTo>
                    <a:pt x="535383" y="0"/>
                  </a:lnTo>
                  <a:lnTo>
                    <a:pt x="537850" y="0"/>
                  </a:lnTo>
                  <a:lnTo>
                    <a:pt x="540318" y="0"/>
                  </a:lnTo>
                  <a:lnTo>
                    <a:pt x="542785" y="0"/>
                  </a:lnTo>
                  <a:lnTo>
                    <a:pt x="545252" y="0"/>
                  </a:lnTo>
                  <a:lnTo>
                    <a:pt x="547719" y="0"/>
                  </a:lnTo>
                  <a:lnTo>
                    <a:pt x="550186" y="0"/>
                  </a:lnTo>
                  <a:lnTo>
                    <a:pt x="552654" y="0"/>
                  </a:lnTo>
                  <a:lnTo>
                    <a:pt x="555121" y="0"/>
                  </a:lnTo>
                  <a:lnTo>
                    <a:pt x="557588" y="0"/>
                  </a:lnTo>
                  <a:lnTo>
                    <a:pt x="560055" y="0"/>
                  </a:lnTo>
                  <a:lnTo>
                    <a:pt x="562523" y="0"/>
                  </a:lnTo>
                  <a:lnTo>
                    <a:pt x="564990" y="0"/>
                  </a:lnTo>
                  <a:lnTo>
                    <a:pt x="567457" y="0"/>
                  </a:lnTo>
                  <a:lnTo>
                    <a:pt x="569924" y="0"/>
                  </a:lnTo>
                  <a:lnTo>
                    <a:pt x="572391" y="0"/>
                  </a:lnTo>
                  <a:lnTo>
                    <a:pt x="574859" y="0"/>
                  </a:lnTo>
                  <a:lnTo>
                    <a:pt x="577326" y="0"/>
                  </a:lnTo>
                  <a:lnTo>
                    <a:pt x="579793" y="0"/>
                  </a:lnTo>
                  <a:lnTo>
                    <a:pt x="582260" y="0"/>
                  </a:lnTo>
                  <a:lnTo>
                    <a:pt x="584727" y="0"/>
                  </a:lnTo>
                  <a:lnTo>
                    <a:pt x="587195" y="0"/>
                  </a:lnTo>
                  <a:lnTo>
                    <a:pt x="589662" y="0"/>
                  </a:lnTo>
                  <a:lnTo>
                    <a:pt x="592129" y="0"/>
                  </a:lnTo>
                  <a:lnTo>
                    <a:pt x="594596" y="0"/>
                  </a:lnTo>
                  <a:lnTo>
                    <a:pt x="597063" y="0"/>
                  </a:lnTo>
                  <a:lnTo>
                    <a:pt x="599531" y="0"/>
                  </a:lnTo>
                  <a:lnTo>
                    <a:pt x="601998" y="0"/>
                  </a:lnTo>
                  <a:lnTo>
                    <a:pt x="604465" y="0"/>
                  </a:lnTo>
                  <a:lnTo>
                    <a:pt x="606932" y="0"/>
                  </a:lnTo>
                  <a:lnTo>
                    <a:pt x="609399" y="0"/>
                  </a:lnTo>
                  <a:lnTo>
                    <a:pt x="611867" y="0"/>
                  </a:lnTo>
                  <a:lnTo>
                    <a:pt x="614334" y="0"/>
                  </a:lnTo>
                  <a:lnTo>
                    <a:pt x="616801" y="0"/>
                  </a:lnTo>
                  <a:lnTo>
                    <a:pt x="619268" y="0"/>
                  </a:lnTo>
                  <a:lnTo>
                    <a:pt x="621735" y="0"/>
                  </a:lnTo>
                  <a:lnTo>
                    <a:pt x="624203" y="0"/>
                  </a:lnTo>
                  <a:lnTo>
                    <a:pt x="626670" y="0"/>
                  </a:lnTo>
                  <a:lnTo>
                    <a:pt x="629137" y="0"/>
                  </a:lnTo>
                  <a:lnTo>
                    <a:pt x="631604" y="0"/>
                  </a:lnTo>
                  <a:lnTo>
                    <a:pt x="634072" y="0"/>
                  </a:lnTo>
                  <a:lnTo>
                    <a:pt x="636539" y="0"/>
                  </a:lnTo>
                  <a:lnTo>
                    <a:pt x="639006" y="0"/>
                  </a:lnTo>
                  <a:lnTo>
                    <a:pt x="641473" y="0"/>
                  </a:lnTo>
                  <a:lnTo>
                    <a:pt x="643940" y="0"/>
                  </a:lnTo>
                  <a:lnTo>
                    <a:pt x="646408" y="0"/>
                  </a:lnTo>
                  <a:lnTo>
                    <a:pt x="648875" y="0"/>
                  </a:lnTo>
                  <a:lnTo>
                    <a:pt x="651342" y="0"/>
                  </a:lnTo>
                  <a:lnTo>
                    <a:pt x="653809" y="0"/>
                  </a:lnTo>
                  <a:lnTo>
                    <a:pt x="656276" y="0"/>
                  </a:lnTo>
                  <a:lnTo>
                    <a:pt x="658744" y="0"/>
                  </a:lnTo>
                  <a:lnTo>
                    <a:pt x="661211" y="0"/>
                  </a:lnTo>
                  <a:lnTo>
                    <a:pt x="663678" y="0"/>
                  </a:lnTo>
                  <a:lnTo>
                    <a:pt x="666145" y="0"/>
                  </a:lnTo>
                  <a:lnTo>
                    <a:pt x="668612" y="0"/>
                  </a:lnTo>
                  <a:lnTo>
                    <a:pt x="671080" y="0"/>
                  </a:lnTo>
                  <a:lnTo>
                    <a:pt x="673547" y="0"/>
                  </a:lnTo>
                  <a:lnTo>
                    <a:pt x="676014" y="0"/>
                  </a:lnTo>
                  <a:lnTo>
                    <a:pt x="678481" y="0"/>
                  </a:lnTo>
                  <a:lnTo>
                    <a:pt x="680948" y="0"/>
                  </a:lnTo>
                  <a:lnTo>
                    <a:pt x="683416" y="0"/>
                  </a:lnTo>
                  <a:lnTo>
                    <a:pt x="685883" y="0"/>
                  </a:lnTo>
                  <a:lnTo>
                    <a:pt x="688350" y="0"/>
                  </a:lnTo>
                  <a:lnTo>
                    <a:pt x="690817" y="0"/>
                  </a:lnTo>
                  <a:lnTo>
                    <a:pt x="693284" y="0"/>
                  </a:lnTo>
                  <a:lnTo>
                    <a:pt x="695752" y="0"/>
                  </a:lnTo>
                  <a:lnTo>
                    <a:pt x="698219" y="0"/>
                  </a:lnTo>
                  <a:lnTo>
                    <a:pt x="700686" y="0"/>
                  </a:lnTo>
                  <a:lnTo>
                    <a:pt x="703153" y="0"/>
                  </a:lnTo>
                  <a:lnTo>
                    <a:pt x="705620" y="0"/>
                  </a:lnTo>
                  <a:lnTo>
                    <a:pt x="708088" y="0"/>
                  </a:lnTo>
                  <a:lnTo>
                    <a:pt x="710555" y="0"/>
                  </a:lnTo>
                  <a:lnTo>
                    <a:pt x="713022" y="0"/>
                  </a:lnTo>
                  <a:lnTo>
                    <a:pt x="715489" y="0"/>
                  </a:lnTo>
                  <a:lnTo>
                    <a:pt x="717957" y="0"/>
                  </a:lnTo>
                  <a:lnTo>
                    <a:pt x="720424" y="0"/>
                  </a:lnTo>
                  <a:lnTo>
                    <a:pt x="722891" y="0"/>
                  </a:lnTo>
                  <a:lnTo>
                    <a:pt x="725358" y="0"/>
                  </a:lnTo>
                  <a:lnTo>
                    <a:pt x="727825" y="0"/>
                  </a:lnTo>
                  <a:lnTo>
                    <a:pt x="730293" y="0"/>
                  </a:lnTo>
                  <a:lnTo>
                    <a:pt x="732760" y="0"/>
                  </a:lnTo>
                  <a:lnTo>
                    <a:pt x="735227" y="0"/>
                  </a:lnTo>
                  <a:lnTo>
                    <a:pt x="737694" y="0"/>
                  </a:lnTo>
                  <a:lnTo>
                    <a:pt x="740161" y="0"/>
                  </a:lnTo>
                  <a:lnTo>
                    <a:pt x="742629" y="0"/>
                  </a:lnTo>
                  <a:lnTo>
                    <a:pt x="745096" y="0"/>
                  </a:lnTo>
                  <a:lnTo>
                    <a:pt x="747563" y="0"/>
                  </a:lnTo>
                  <a:lnTo>
                    <a:pt x="750030" y="0"/>
                  </a:lnTo>
                  <a:lnTo>
                    <a:pt x="752497" y="0"/>
                  </a:lnTo>
                  <a:lnTo>
                    <a:pt x="754965" y="0"/>
                  </a:lnTo>
                  <a:lnTo>
                    <a:pt x="757432" y="0"/>
                  </a:lnTo>
                  <a:lnTo>
                    <a:pt x="759899" y="0"/>
                  </a:lnTo>
                  <a:lnTo>
                    <a:pt x="762366" y="0"/>
                  </a:lnTo>
                  <a:lnTo>
                    <a:pt x="764833" y="0"/>
                  </a:lnTo>
                  <a:lnTo>
                    <a:pt x="767301" y="0"/>
                  </a:lnTo>
                  <a:lnTo>
                    <a:pt x="769768" y="0"/>
                  </a:lnTo>
                  <a:lnTo>
                    <a:pt x="772235" y="0"/>
                  </a:lnTo>
                  <a:lnTo>
                    <a:pt x="774702" y="0"/>
                  </a:lnTo>
                  <a:lnTo>
                    <a:pt x="777169" y="0"/>
                  </a:lnTo>
                  <a:lnTo>
                    <a:pt x="779637" y="0"/>
                  </a:lnTo>
                  <a:lnTo>
                    <a:pt x="782104" y="0"/>
                  </a:lnTo>
                  <a:lnTo>
                    <a:pt x="784571" y="0"/>
                  </a:lnTo>
                  <a:lnTo>
                    <a:pt x="787038" y="0"/>
                  </a:lnTo>
                  <a:lnTo>
                    <a:pt x="789505" y="0"/>
                  </a:lnTo>
                  <a:lnTo>
                    <a:pt x="791973" y="0"/>
                  </a:lnTo>
                  <a:lnTo>
                    <a:pt x="794440" y="0"/>
                  </a:lnTo>
                  <a:lnTo>
                    <a:pt x="796907" y="0"/>
                  </a:lnTo>
                  <a:lnTo>
                    <a:pt x="799374" y="0"/>
                  </a:lnTo>
                  <a:lnTo>
                    <a:pt x="801842" y="0"/>
                  </a:lnTo>
                  <a:lnTo>
                    <a:pt x="804309" y="0"/>
                  </a:lnTo>
                  <a:lnTo>
                    <a:pt x="806776" y="0"/>
                  </a:lnTo>
                  <a:lnTo>
                    <a:pt x="809243" y="0"/>
                  </a:lnTo>
                  <a:lnTo>
                    <a:pt x="811710" y="0"/>
                  </a:lnTo>
                  <a:lnTo>
                    <a:pt x="814178" y="0"/>
                  </a:lnTo>
                  <a:lnTo>
                    <a:pt x="816645" y="0"/>
                  </a:lnTo>
                  <a:lnTo>
                    <a:pt x="819112" y="0"/>
                  </a:lnTo>
                  <a:lnTo>
                    <a:pt x="821579" y="0"/>
                  </a:lnTo>
                  <a:lnTo>
                    <a:pt x="824046" y="0"/>
                  </a:lnTo>
                  <a:lnTo>
                    <a:pt x="826514" y="0"/>
                  </a:lnTo>
                  <a:lnTo>
                    <a:pt x="828981" y="0"/>
                  </a:lnTo>
                  <a:lnTo>
                    <a:pt x="831448" y="0"/>
                  </a:lnTo>
                  <a:lnTo>
                    <a:pt x="833915" y="0"/>
                  </a:lnTo>
                  <a:lnTo>
                    <a:pt x="836382" y="0"/>
                  </a:lnTo>
                  <a:lnTo>
                    <a:pt x="838850" y="0"/>
                  </a:lnTo>
                  <a:lnTo>
                    <a:pt x="841317" y="0"/>
                  </a:lnTo>
                  <a:lnTo>
                    <a:pt x="843784" y="0"/>
                  </a:lnTo>
                  <a:lnTo>
                    <a:pt x="846251" y="0"/>
                  </a:lnTo>
                  <a:lnTo>
                    <a:pt x="848718" y="0"/>
                  </a:lnTo>
                  <a:lnTo>
                    <a:pt x="851186" y="0"/>
                  </a:lnTo>
                  <a:lnTo>
                    <a:pt x="853653" y="0"/>
                  </a:lnTo>
                  <a:lnTo>
                    <a:pt x="856120" y="0"/>
                  </a:lnTo>
                  <a:lnTo>
                    <a:pt x="858587" y="0"/>
                  </a:lnTo>
                  <a:lnTo>
                    <a:pt x="861054" y="0"/>
                  </a:lnTo>
                  <a:lnTo>
                    <a:pt x="863522" y="0"/>
                  </a:lnTo>
                  <a:lnTo>
                    <a:pt x="865989" y="0"/>
                  </a:lnTo>
                  <a:lnTo>
                    <a:pt x="868456" y="0"/>
                  </a:lnTo>
                  <a:lnTo>
                    <a:pt x="870923" y="0"/>
                  </a:lnTo>
                  <a:lnTo>
                    <a:pt x="873391" y="0"/>
                  </a:lnTo>
                  <a:lnTo>
                    <a:pt x="875858" y="0"/>
                  </a:lnTo>
                  <a:lnTo>
                    <a:pt x="878325" y="0"/>
                  </a:lnTo>
                  <a:lnTo>
                    <a:pt x="880792" y="0"/>
                  </a:lnTo>
                  <a:lnTo>
                    <a:pt x="883259" y="0"/>
                  </a:lnTo>
                  <a:lnTo>
                    <a:pt x="885727" y="0"/>
                  </a:lnTo>
                  <a:lnTo>
                    <a:pt x="888194" y="0"/>
                  </a:lnTo>
                  <a:lnTo>
                    <a:pt x="890661" y="0"/>
                  </a:lnTo>
                  <a:lnTo>
                    <a:pt x="893128" y="0"/>
                  </a:lnTo>
                  <a:lnTo>
                    <a:pt x="895595" y="0"/>
                  </a:lnTo>
                  <a:lnTo>
                    <a:pt x="898063" y="0"/>
                  </a:lnTo>
                  <a:lnTo>
                    <a:pt x="900530" y="0"/>
                  </a:lnTo>
                  <a:lnTo>
                    <a:pt x="902997" y="0"/>
                  </a:lnTo>
                  <a:lnTo>
                    <a:pt x="905464" y="0"/>
                  </a:lnTo>
                  <a:lnTo>
                    <a:pt x="907931" y="0"/>
                  </a:lnTo>
                  <a:lnTo>
                    <a:pt x="910399" y="0"/>
                  </a:lnTo>
                  <a:lnTo>
                    <a:pt x="912866" y="0"/>
                  </a:lnTo>
                  <a:lnTo>
                    <a:pt x="915333" y="0"/>
                  </a:lnTo>
                  <a:lnTo>
                    <a:pt x="917800" y="0"/>
                  </a:lnTo>
                  <a:lnTo>
                    <a:pt x="920267" y="0"/>
                  </a:lnTo>
                  <a:lnTo>
                    <a:pt x="922735" y="0"/>
                  </a:lnTo>
                  <a:lnTo>
                    <a:pt x="925202" y="0"/>
                  </a:lnTo>
                  <a:lnTo>
                    <a:pt x="927669" y="0"/>
                  </a:lnTo>
                  <a:lnTo>
                    <a:pt x="930136" y="0"/>
                  </a:lnTo>
                  <a:lnTo>
                    <a:pt x="932603" y="0"/>
                  </a:lnTo>
                  <a:lnTo>
                    <a:pt x="935071" y="0"/>
                  </a:lnTo>
                  <a:lnTo>
                    <a:pt x="937538" y="0"/>
                  </a:lnTo>
                  <a:lnTo>
                    <a:pt x="940005" y="0"/>
                  </a:lnTo>
                  <a:lnTo>
                    <a:pt x="942472" y="0"/>
                  </a:lnTo>
                  <a:lnTo>
                    <a:pt x="944939" y="0"/>
                  </a:lnTo>
                  <a:lnTo>
                    <a:pt x="947407" y="0"/>
                  </a:lnTo>
                  <a:lnTo>
                    <a:pt x="949874" y="0"/>
                  </a:lnTo>
                  <a:lnTo>
                    <a:pt x="952341" y="0"/>
                  </a:lnTo>
                  <a:lnTo>
                    <a:pt x="954808" y="0"/>
                  </a:lnTo>
                  <a:lnTo>
                    <a:pt x="957276" y="0"/>
                  </a:lnTo>
                  <a:lnTo>
                    <a:pt x="959743" y="0"/>
                  </a:lnTo>
                  <a:lnTo>
                    <a:pt x="962210" y="0"/>
                  </a:lnTo>
                  <a:lnTo>
                    <a:pt x="964677" y="0"/>
                  </a:lnTo>
                  <a:lnTo>
                    <a:pt x="967144" y="0"/>
                  </a:lnTo>
                  <a:lnTo>
                    <a:pt x="969612" y="0"/>
                  </a:lnTo>
                  <a:lnTo>
                    <a:pt x="972079" y="0"/>
                  </a:lnTo>
                  <a:lnTo>
                    <a:pt x="974546" y="0"/>
                  </a:lnTo>
                  <a:lnTo>
                    <a:pt x="977013" y="0"/>
                  </a:lnTo>
                  <a:lnTo>
                    <a:pt x="979480" y="0"/>
                  </a:lnTo>
                  <a:lnTo>
                    <a:pt x="981948" y="0"/>
                  </a:lnTo>
                  <a:lnTo>
                    <a:pt x="984415" y="0"/>
                  </a:lnTo>
                  <a:lnTo>
                    <a:pt x="986882" y="0"/>
                  </a:lnTo>
                  <a:lnTo>
                    <a:pt x="989349" y="0"/>
                  </a:lnTo>
                  <a:lnTo>
                    <a:pt x="991816" y="0"/>
                  </a:lnTo>
                  <a:lnTo>
                    <a:pt x="994284" y="0"/>
                  </a:lnTo>
                  <a:lnTo>
                    <a:pt x="996751" y="0"/>
                  </a:lnTo>
                  <a:lnTo>
                    <a:pt x="999218" y="0"/>
                  </a:lnTo>
                  <a:lnTo>
                    <a:pt x="1001685" y="0"/>
                  </a:lnTo>
                  <a:lnTo>
                    <a:pt x="1004152" y="0"/>
                  </a:lnTo>
                  <a:lnTo>
                    <a:pt x="1006620" y="0"/>
                  </a:lnTo>
                  <a:lnTo>
                    <a:pt x="1009087" y="0"/>
                  </a:lnTo>
                  <a:lnTo>
                    <a:pt x="1011554" y="0"/>
                  </a:lnTo>
                  <a:lnTo>
                    <a:pt x="1014021" y="0"/>
                  </a:lnTo>
                  <a:lnTo>
                    <a:pt x="1016488" y="0"/>
                  </a:lnTo>
                  <a:lnTo>
                    <a:pt x="1018956" y="0"/>
                  </a:lnTo>
                  <a:lnTo>
                    <a:pt x="1021423" y="0"/>
                  </a:lnTo>
                  <a:lnTo>
                    <a:pt x="1023890" y="0"/>
                  </a:lnTo>
                  <a:lnTo>
                    <a:pt x="1026357" y="0"/>
                  </a:lnTo>
                  <a:lnTo>
                    <a:pt x="1028824" y="0"/>
                  </a:lnTo>
                  <a:lnTo>
                    <a:pt x="1031292" y="0"/>
                  </a:lnTo>
                  <a:lnTo>
                    <a:pt x="1033759" y="0"/>
                  </a:lnTo>
                  <a:lnTo>
                    <a:pt x="1036226" y="0"/>
                  </a:lnTo>
                  <a:lnTo>
                    <a:pt x="1038693" y="0"/>
                  </a:lnTo>
                  <a:lnTo>
                    <a:pt x="1041161" y="0"/>
                  </a:lnTo>
                  <a:lnTo>
                    <a:pt x="1043628" y="0"/>
                  </a:lnTo>
                  <a:lnTo>
                    <a:pt x="1046095" y="0"/>
                  </a:lnTo>
                  <a:lnTo>
                    <a:pt x="1048562" y="0"/>
                  </a:lnTo>
                  <a:lnTo>
                    <a:pt x="1051029" y="0"/>
                  </a:lnTo>
                  <a:lnTo>
                    <a:pt x="1053497" y="0"/>
                  </a:lnTo>
                  <a:lnTo>
                    <a:pt x="1055964" y="0"/>
                  </a:lnTo>
                  <a:lnTo>
                    <a:pt x="1058431" y="0"/>
                  </a:lnTo>
                  <a:lnTo>
                    <a:pt x="1060898" y="0"/>
                  </a:lnTo>
                  <a:lnTo>
                    <a:pt x="1063365" y="0"/>
                  </a:lnTo>
                  <a:lnTo>
                    <a:pt x="1065833" y="0"/>
                  </a:lnTo>
                  <a:lnTo>
                    <a:pt x="1068300" y="0"/>
                  </a:lnTo>
                  <a:lnTo>
                    <a:pt x="1070767" y="0"/>
                  </a:lnTo>
                  <a:lnTo>
                    <a:pt x="1073234" y="0"/>
                  </a:lnTo>
                  <a:lnTo>
                    <a:pt x="1075701" y="0"/>
                  </a:lnTo>
                  <a:lnTo>
                    <a:pt x="1078169" y="0"/>
                  </a:lnTo>
                  <a:lnTo>
                    <a:pt x="1080636" y="0"/>
                  </a:lnTo>
                  <a:lnTo>
                    <a:pt x="1083103" y="0"/>
                  </a:lnTo>
                  <a:lnTo>
                    <a:pt x="1085570" y="0"/>
                  </a:lnTo>
                  <a:lnTo>
                    <a:pt x="1088037" y="0"/>
                  </a:lnTo>
                  <a:lnTo>
                    <a:pt x="1090505" y="0"/>
                  </a:lnTo>
                  <a:lnTo>
                    <a:pt x="1092972" y="0"/>
                  </a:lnTo>
                  <a:lnTo>
                    <a:pt x="1095439" y="0"/>
                  </a:lnTo>
                  <a:lnTo>
                    <a:pt x="1097906" y="0"/>
                  </a:lnTo>
                  <a:lnTo>
                    <a:pt x="1100373" y="0"/>
                  </a:lnTo>
                  <a:lnTo>
                    <a:pt x="1102841" y="0"/>
                  </a:lnTo>
                  <a:lnTo>
                    <a:pt x="1105308" y="0"/>
                  </a:lnTo>
                  <a:lnTo>
                    <a:pt x="1107775" y="0"/>
                  </a:lnTo>
                  <a:lnTo>
                    <a:pt x="1110242" y="0"/>
                  </a:lnTo>
                  <a:lnTo>
                    <a:pt x="1112710" y="0"/>
                  </a:lnTo>
                  <a:lnTo>
                    <a:pt x="1115177" y="0"/>
                  </a:lnTo>
                  <a:lnTo>
                    <a:pt x="1117644" y="0"/>
                  </a:lnTo>
                  <a:lnTo>
                    <a:pt x="1120111" y="0"/>
                  </a:lnTo>
                  <a:lnTo>
                    <a:pt x="1122578" y="0"/>
                  </a:lnTo>
                  <a:lnTo>
                    <a:pt x="1125046" y="0"/>
                  </a:lnTo>
                  <a:lnTo>
                    <a:pt x="1127513" y="0"/>
                  </a:lnTo>
                  <a:lnTo>
                    <a:pt x="1129980" y="0"/>
                  </a:lnTo>
                  <a:lnTo>
                    <a:pt x="1132447" y="0"/>
                  </a:lnTo>
                  <a:lnTo>
                    <a:pt x="1134914" y="0"/>
                  </a:lnTo>
                  <a:lnTo>
                    <a:pt x="1137382" y="0"/>
                  </a:lnTo>
                  <a:lnTo>
                    <a:pt x="1139849" y="0"/>
                  </a:lnTo>
                  <a:lnTo>
                    <a:pt x="1142316" y="0"/>
                  </a:lnTo>
                  <a:lnTo>
                    <a:pt x="1144783" y="0"/>
                  </a:lnTo>
                  <a:lnTo>
                    <a:pt x="1147250" y="0"/>
                  </a:lnTo>
                  <a:lnTo>
                    <a:pt x="1149718" y="0"/>
                  </a:lnTo>
                  <a:lnTo>
                    <a:pt x="1152185" y="0"/>
                  </a:lnTo>
                  <a:lnTo>
                    <a:pt x="1154652" y="0"/>
                  </a:lnTo>
                  <a:lnTo>
                    <a:pt x="1157119" y="0"/>
                  </a:lnTo>
                  <a:lnTo>
                    <a:pt x="1159586" y="0"/>
                  </a:lnTo>
                  <a:lnTo>
                    <a:pt x="1162054" y="0"/>
                  </a:lnTo>
                  <a:lnTo>
                    <a:pt x="1164521" y="0"/>
                  </a:lnTo>
                  <a:lnTo>
                    <a:pt x="1166988" y="0"/>
                  </a:lnTo>
                  <a:lnTo>
                    <a:pt x="1169455" y="0"/>
                  </a:lnTo>
                  <a:lnTo>
                    <a:pt x="1171922" y="0"/>
                  </a:lnTo>
                  <a:lnTo>
                    <a:pt x="1174390" y="0"/>
                  </a:lnTo>
                  <a:lnTo>
                    <a:pt x="1176857" y="0"/>
                  </a:lnTo>
                  <a:lnTo>
                    <a:pt x="1179324" y="0"/>
                  </a:lnTo>
                  <a:lnTo>
                    <a:pt x="1181791" y="0"/>
                  </a:lnTo>
                  <a:lnTo>
                    <a:pt x="1184258" y="0"/>
                  </a:lnTo>
                  <a:lnTo>
                    <a:pt x="1186726" y="0"/>
                  </a:lnTo>
                  <a:lnTo>
                    <a:pt x="1189193" y="0"/>
                  </a:lnTo>
                  <a:lnTo>
                    <a:pt x="1191660" y="0"/>
                  </a:lnTo>
                  <a:lnTo>
                    <a:pt x="1194127" y="0"/>
                  </a:lnTo>
                  <a:lnTo>
                    <a:pt x="1196595" y="0"/>
                  </a:lnTo>
                  <a:lnTo>
                    <a:pt x="1199062" y="0"/>
                  </a:lnTo>
                  <a:lnTo>
                    <a:pt x="1201529" y="0"/>
                  </a:lnTo>
                  <a:lnTo>
                    <a:pt x="1203996" y="0"/>
                  </a:lnTo>
                  <a:lnTo>
                    <a:pt x="1206463" y="0"/>
                  </a:lnTo>
                  <a:lnTo>
                    <a:pt x="1208931" y="0"/>
                  </a:lnTo>
                  <a:lnTo>
                    <a:pt x="1211398" y="0"/>
                  </a:lnTo>
                  <a:lnTo>
                    <a:pt x="1213865" y="0"/>
                  </a:lnTo>
                  <a:lnTo>
                    <a:pt x="1216332" y="0"/>
                  </a:lnTo>
                  <a:lnTo>
                    <a:pt x="1218799" y="0"/>
                  </a:lnTo>
                  <a:lnTo>
                    <a:pt x="1221267" y="0"/>
                  </a:lnTo>
                  <a:lnTo>
                    <a:pt x="1223734" y="0"/>
                  </a:lnTo>
                  <a:lnTo>
                    <a:pt x="1226201" y="0"/>
                  </a:lnTo>
                  <a:lnTo>
                    <a:pt x="1228668" y="0"/>
                  </a:lnTo>
                  <a:lnTo>
                    <a:pt x="1231135" y="0"/>
                  </a:lnTo>
                  <a:lnTo>
                    <a:pt x="1233603" y="0"/>
                  </a:lnTo>
                  <a:lnTo>
                    <a:pt x="1233603" y="102173"/>
                  </a:lnTo>
                  <a:lnTo>
                    <a:pt x="1231135" y="102173"/>
                  </a:lnTo>
                  <a:lnTo>
                    <a:pt x="1228668" y="102173"/>
                  </a:lnTo>
                  <a:lnTo>
                    <a:pt x="1226201" y="102173"/>
                  </a:lnTo>
                  <a:lnTo>
                    <a:pt x="1223734" y="102173"/>
                  </a:lnTo>
                  <a:lnTo>
                    <a:pt x="1221267" y="102173"/>
                  </a:lnTo>
                  <a:lnTo>
                    <a:pt x="1218799" y="102173"/>
                  </a:lnTo>
                  <a:lnTo>
                    <a:pt x="1216332" y="102173"/>
                  </a:lnTo>
                  <a:lnTo>
                    <a:pt x="1213865" y="102173"/>
                  </a:lnTo>
                  <a:lnTo>
                    <a:pt x="1211398" y="102173"/>
                  </a:lnTo>
                  <a:lnTo>
                    <a:pt x="1208931" y="102173"/>
                  </a:lnTo>
                  <a:lnTo>
                    <a:pt x="1206463" y="102173"/>
                  </a:lnTo>
                  <a:lnTo>
                    <a:pt x="1203996" y="102173"/>
                  </a:lnTo>
                  <a:lnTo>
                    <a:pt x="1201529" y="102173"/>
                  </a:lnTo>
                  <a:lnTo>
                    <a:pt x="1199062" y="102173"/>
                  </a:lnTo>
                  <a:lnTo>
                    <a:pt x="1196595" y="102173"/>
                  </a:lnTo>
                  <a:lnTo>
                    <a:pt x="1194127" y="102173"/>
                  </a:lnTo>
                  <a:lnTo>
                    <a:pt x="1191660" y="102173"/>
                  </a:lnTo>
                  <a:lnTo>
                    <a:pt x="1189193" y="102173"/>
                  </a:lnTo>
                  <a:lnTo>
                    <a:pt x="1186726" y="102173"/>
                  </a:lnTo>
                  <a:lnTo>
                    <a:pt x="1184258" y="102173"/>
                  </a:lnTo>
                  <a:lnTo>
                    <a:pt x="1181791" y="102173"/>
                  </a:lnTo>
                  <a:lnTo>
                    <a:pt x="1179324" y="102173"/>
                  </a:lnTo>
                  <a:lnTo>
                    <a:pt x="1176857" y="102173"/>
                  </a:lnTo>
                  <a:lnTo>
                    <a:pt x="1174390" y="102173"/>
                  </a:lnTo>
                  <a:lnTo>
                    <a:pt x="1171922" y="102173"/>
                  </a:lnTo>
                  <a:lnTo>
                    <a:pt x="1169455" y="102173"/>
                  </a:lnTo>
                  <a:lnTo>
                    <a:pt x="1166988" y="102173"/>
                  </a:lnTo>
                  <a:lnTo>
                    <a:pt x="1164521" y="102173"/>
                  </a:lnTo>
                  <a:lnTo>
                    <a:pt x="1162054" y="102173"/>
                  </a:lnTo>
                  <a:lnTo>
                    <a:pt x="1159586" y="102173"/>
                  </a:lnTo>
                  <a:lnTo>
                    <a:pt x="1157119" y="102173"/>
                  </a:lnTo>
                  <a:lnTo>
                    <a:pt x="1154652" y="102173"/>
                  </a:lnTo>
                  <a:lnTo>
                    <a:pt x="1152185" y="102173"/>
                  </a:lnTo>
                  <a:lnTo>
                    <a:pt x="1149718" y="102173"/>
                  </a:lnTo>
                  <a:lnTo>
                    <a:pt x="1147250" y="102173"/>
                  </a:lnTo>
                  <a:lnTo>
                    <a:pt x="1144783" y="102173"/>
                  </a:lnTo>
                  <a:lnTo>
                    <a:pt x="1142316" y="102173"/>
                  </a:lnTo>
                  <a:lnTo>
                    <a:pt x="1139849" y="102173"/>
                  </a:lnTo>
                  <a:lnTo>
                    <a:pt x="1137382" y="102173"/>
                  </a:lnTo>
                  <a:lnTo>
                    <a:pt x="1134914" y="102173"/>
                  </a:lnTo>
                  <a:lnTo>
                    <a:pt x="1132447" y="102173"/>
                  </a:lnTo>
                  <a:lnTo>
                    <a:pt x="1129980" y="102173"/>
                  </a:lnTo>
                  <a:lnTo>
                    <a:pt x="1127513" y="102173"/>
                  </a:lnTo>
                  <a:lnTo>
                    <a:pt x="1125046" y="102173"/>
                  </a:lnTo>
                  <a:lnTo>
                    <a:pt x="1122578" y="102173"/>
                  </a:lnTo>
                  <a:lnTo>
                    <a:pt x="1120111" y="102173"/>
                  </a:lnTo>
                  <a:lnTo>
                    <a:pt x="1117644" y="102173"/>
                  </a:lnTo>
                  <a:lnTo>
                    <a:pt x="1115177" y="102173"/>
                  </a:lnTo>
                  <a:lnTo>
                    <a:pt x="1112710" y="102173"/>
                  </a:lnTo>
                  <a:lnTo>
                    <a:pt x="1110242" y="102173"/>
                  </a:lnTo>
                  <a:lnTo>
                    <a:pt x="1107775" y="102173"/>
                  </a:lnTo>
                  <a:lnTo>
                    <a:pt x="1105308" y="102173"/>
                  </a:lnTo>
                  <a:lnTo>
                    <a:pt x="1102841" y="102173"/>
                  </a:lnTo>
                  <a:lnTo>
                    <a:pt x="1100373" y="102173"/>
                  </a:lnTo>
                  <a:lnTo>
                    <a:pt x="1097906" y="102173"/>
                  </a:lnTo>
                  <a:lnTo>
                    <a:pt x="1095439" y="102173"/>
                  </a:lnTo>
                  <a:lnTo>
                    <a:pt x="1092972" y="102173"/>
                  </a:lnTo>
                  <a:lnTo>
                    <a:pt x="1090505" y="102173"/>
                  </a:lnTo>
                  <a:lnTo>
                    <a:pt x="1088037" y="102173"/>
                  </a:lnTo>
                  <a:lnTo>
                    <a:pt x="1085570" y="102173"/>
                  </a:lnTo>
                  <a:lnTo>
                    <a:pt x="1083103" y="102173"/>
                  </a:lnTo>
                  <a:lnTo>
                    <a:pt x="1080636" y="102173"/>
                  </a:lnTo>
                  <a:lnTo>
                    <a:pt x="1078169" y="102173"/>
                  </a:lnTo>
                  <a:lnTo>
                    <a:pt x="1075701" y="102173"/>
                  </a:lnTo>
                  <a:lnTo>
                    <a:pt x="1073234" y="102173"/>
                  </a:lnTo>
                  <a:lnTo>
                    <a:pt x="1070767" y="102173"/>
                  </a:lnTo>
                  <a:lnTo>
                    <a:pt x="1068300" y="102173"/>
                  </a:lnTo>
                  <a:lnTo>
                    <a:pt x="1065833" y="102173"/>
                  </a:lnTo>
                  <a:lnTo>
                    <a:pt x="1063365" y="102173"/>
                  </a:lnTo>
                  <a:lnTo>
                    <a:pt x="1060898" y="102173"/>
                  </a:lnTo>
                  <a:lnTo>
                    <a:pt x="1058431" y="102173"/>
                  </a:lnTo>
                  <a:lnTo>
                    <a:pt x="1055964" y="102173"/>
                  </a:lnTo>
                  <a:lnTo>
                    <a:pt x="1053497" y="102173"/>
                  </a:lnTo>
                  <a:lnTo>
                    <a:pt x="1051029" y="102173"/>
                  </a:lnTo>
                  <a:lnTo>
                    <a:pt x="1048562" y="102173"/>
                  </a:lnTo>
                  <a:lnTo>
                    <a:pt x="1046095" y="102173"/>
                  </a:lnTo>
                  <a:lnTo>
                    <a:pt x="1043628" y="102173"/>
                  </a:lnTo>
                  <a:lnTo>
                    <a:pt x="1041161" y="102173"/>
                  </a:lnTo>
                  <a:lnTo>
                    <a:pt x="1038693" y="102173"/>
                  </a:lnTo>
                  <a:lnTo>
                    <a:pt x="1036226" y="102173"/>
                  </a:lnTo>
                  <a:lnTo>
                    <a:pt x="1033759" y="102173"/>
                  </a:lnTo>
                  <a:lnTo>
                    <a:pt x="1031292" y="102173"/>
                  </a:lnTo>
                  <a:lnTo>
                    <a:pt x="1028824" y="102173"/>
                  </a:lnTo>
                  <a:lnTo>
                    <a:pt x="1026357" y="102173"/>
                  </a:lnTo>
                  <a:lnTo>
                    <a:pt x="1023890" y="102173"/>
                  </a:lnTo>
                  <a:lnTo>
                    <a:pt x="1021423" y="102173"/>
                  </a:lnTo>
                  <a:lnTo>
                    <a:pt x="1018956" y="102173"/>
                  </a:lnTo>
                  <a:lnTo>
                    <a:pt x="1016488" y="102173"/>
                  </a:lnTo>
                  <a:lnTo>
                    <a:pt x="1014021" y="102173"/>
                  </a:lnTo>
                  <a:lnTo>
                    <a:pt x="1011554" y="102173"/>
                  </a:lnTo>
                  <a:lnTo>
                    <a:pt x="1009087" y="102173"/>
                  </a:lnTo>
                  <a:lnTo>
                    <a:pt x="1006620" y="102173"/>
                  </a:lnTo>
                  <a:lnTo>
                    <a:pt x="1004152" y="102173"/>
                  </a:lnTo>
                  <a:lnTo>
                    <a:pt x="1001685" y="102173"/>
                  </a:lnTo>
                  <a:lnTo>
                    <a:pt x="999218" y="102173"/>
                  </a:lnTo>
                  <a:lnTo>
                    <a:pt x="996751" y="102173"/>
                  </a:lnTo>
                  <a:lnTo>
                    <a:pt x="994284" y="102173"/>
                  </a:lnTo>
                  <a:lnTo>
                    <a:pt x="991816" y="102173"/>
                  </a:lnTo>
                  <a:lnTo>
                    <a:pt x="989349" y="102173"/>
                  </a:lnTo>
                  <a:lnTo>
                    <a:pt x="986882" y="102173"/>
                  </a:lnTo>
                  <a:lnTo>
                    <a:pt x="984415" y="102173"/>
                  </a:lnTo>
                  <a:lnTo>
                    <a:pt x="981948" y="102173"/>
                  </a:lnTo>
                  <a:lnTo>
                    <a:pt x="979480" y="102173"/>
                  </a:lnTo>
                  <a:lnTo>
                    <a:pt x="977013" y="102173"/>
                  </a:lnTo>
                  <a:lnTo>
                    <a:pt x="974546" y="102173"/>
                  </a:lnTo>
                  <a:lnTo>
                    <a:pt x="972079" y="102173"/>
                  </a:lnTo>
                  <a:lnTo>
                    <a:pt x="969612" y="102173"/>
                  </a:lnTo>
                  <a:lnTo>
                    <a:pt x="967144" y="102173"/>
                  </a:lnTo>
                  <a:lnTo>
                    <a:pt x="964677" y="102173"/>
                  </a:lnTo>
                  <a:lnTo>
                    <a:pt x="962210" y="102173"/>
                  </a:lnTo>
                  <a:lnTo>
                    <a:pt x="959743" y="102173"/>
                  </a:lnTo>
                  <a:lnTo>
                    <a:pt x="957276" y="102173"/>
                  </a:lnTo>
                  <a:lnTo>
                    <a:pt x="954808" y="102173"/>
                  </a:lnTo>
                  <a:lnTo>
                    <a:pt x="952341" y="102173"/>
                  </a:lnTo>
                  <a:lnTo>
                    <a:pt x="949874" y="102173"/>
                  </a:lnTo>
                  <a:lnTo>
                    <a:pt x="947407" y="102173"/>
                  </a:lnTo>
                  <a:lnTo>
                    <a:pt x="944939" y="102173"/>
                  </a:lnTo>
                  <a:lnTo>
                    <a:pt x="942472" y="102173"/>
                  </a:lnTo>
                  <a:lnTo>
                    <a:pt x="940005" y="102173"/>
                  </a:lnTo>
                  <a:lnTo>
                    <a:pt x="937538" y="102173"/>
                  </a:lnTo>
                  <a:lnTo>
                    <a:pt x="935071" y="102173"/>
                  </a:lnTo>
                  <a:lnTo>
                    <a:pt x="932603" y="102173"/>
                  </a:lnTo>
                  <a:lnTo>
                    <a:pt x="930136" y="102173"/>
                  </a:lnTo>
                  <a:lnTo>
                    <a:pt x="927669" y="102173"/>
                  </a:lnTo>
                  <a:lnTo>
                    <a:pt x="925202" y="102173"/>
                  </a:lnTo>
                  <a:lnTo>
                    <a:pt x="922735" y="102173"/>
                  </a:lnTo>
                  <a:lnTo>
                    <a:pt x="920267" y="102173"/>
                  </a:lnTo>
                  <a:lnTo>
                    <a:pt x="917800" y="102173"/>
                  </a:lnTo>
                  <a:lnTo>
                    <a:pt x="915333" y="102173"/>
                  </a:lnTo>
                  <a:lnTo>
                    <a:pt x="912866" y="102173"/>
                  </a:lnTo>
                  <a:lnTo>
                    <a:pt x="910399" y="102173"/>
                  </a:lnTo>
                  <a:lnTo>
                    <a:pt x="907931" y="102173"/>
                  </a:lnTo>
                  <a:lnTo>
                    <a:pt x="905464" y="102173"/>
                  </a:lnTo>
                  <a:lnTo>
                    <a:pt x="902997" y="102173"/>
                  </a:lnTo>
                  <a:lnTo>
                    <a:pt x="900530" y="102173"/>
                  </a:lnTo>
                  <a:lnTo>
                    <a:pt x="898063" y="102173"/>
                  </a:lnTo>
                  <a:lnTo>
                    <a:pt x="895595" y="102173"/>
                  </a:lnTo>
                  <a:lnTo>
                    <a:pt x="893128" y="102173"/>
                  </a:lnTo>
                  <a:lnTo>
                    <a:pt x="890661" y="102173"/>
                  </a:lnTo>
                  <a:lnTo>
                    <a:pt x="888194" y="102173"/>
                  </a:lnTo>
                  <a:lnTo>
                    <a:pt x="885727" y="102173"/>
                  </a:lnTo>
                  <a:lnTo>
                    <a:pt x="883259" y="102173"/>
                  </a:lnTo>
                  <a:lnTo>
                    <a:pt x="880792" y="102173"/>
                  </a:lnTo>
                  <a:lnTo>
                    <a:pt x="878325" y="102173"/>
                  </a:lnTo>
                  <a:lnTo>
                    <a:pt x="875858" y="102173"/>
                  </a:lnTo>
                  <a:lnTo>
                    <a:pt x="873391" y="102173"/>
                  </a:lnTo>
                  <a:lnTo>
                    <a:pt x="870923" y="102173"/>
                  </a:lnTo>
                  <a:lnTo>
                    <a:pt x="868456" y="102173"/>
                  </a:lnTo>
                  <a:lnTo>
                    <a:pt x="865989" y="102173"/>
                  </a:lnTo>
                  <a:lnTo>
                    <a:pt x="863522" y="102173"/>
                  </a:lnTo>
                  <a:lnTo>
                    <a:pt x="861054" y="102173"/>
                  </a:lnTo>
                  <a:lnTo>
                    <a:pt x="858587" y="102173"/>
                  </a:lnTo>
                  <a:lnTo>
                    <a:pt x="856120" y="102173"/>
                  </a:lnTo>
                  <a:lnTo>
                    <a:pt x="853653" y="102173"/>
                  </a:lnTo>
                  <a:lnTo>
                    <a:pt x="851186" y="102173"/>
                  </a:lnTo>
                  <a:lnTo>
                    <a:pt x="848718" y="102173"/>
                  </a:lnTo>
                  <a:lnTo>
                    <a:pt x="846251" y="102173"/>
                  </a:lnTo>
                  <a:lnTo>
                    <a:pt x="843784" y="102173"/>
                  </a:lnTo>
                  <a:lnTo>
                    <a:pt x="841317" y="102173"/>
                  </a:lnTo>
                  <a:lnTo>
                    <a:pt x="838850" y="102173"/>
                  </a:lnTo>
                  <a:lnTo>
                    <a:pt x="836382" y="102173"/>
                  </a:lnTo>
                  <a:lnTo>
                    <a:pt x="833915" y="102173"/>
                  </a:lnTo>
                  <a:lnTo>
                    <a:pt x="831448" y="102173"/>
                  </a:lnTo>
                  <a:lnTo>
                    <a:pt x="828981" y="102173"/>
                  </a:lnTo>
                  <a:lnTo>
                    <a:pt x="826514" y="102173"/>
                  </a:lnTo>
                  <a:lnTo>
                    <a:pt x="824046" y="102173"/>
                  </a:lnTo>
                  <a:lnTo>
                    <a:pt x="821579" y="102173"/>
                  </a:lnTo>
                  <a:lnTo>
                    <a:pt x="819112" y="102173"/>
                  </a:lnTo>
                  <a:lnTo>
                    <a:pt x="816645" y="102173"/>
                  </a:lnTo>
                  <a:lnTo>
                    <a:pt x="814178" y="102173"/>
                  </a:lnTo>
                  <a:lnTo>
                    <a:pt x="811710" y="102173"/>
                  </a:lnTo>
                  <a:lnTo>
                    <a:pt x="809243" y="102173"/>
                  </a:lnTo>
                  <a:lnTo>
                    <a:pt x="806776" y="102173"/>
                  </a:lnTo>
                  <a:lnTo>
                    <a:pt x="804309" y="102173"/>
                  </a:lnTo>
                  <a:lnTo>
                    <a:pt x="801842" y="102173"/>
                  </a:lnTo>
                  <a:lnTo>
                    <a:pt x="799374" y="102173"/>
                  </a:lnTo>
                  <a:lnTo>
                    <a:pt x="796907" y="102173"/>
                  </a:lnTo>
                  <a:lnTo>
                    <a:pt x="794440" y="102173"/>
                  </a:lnTo>
                  <a:lnTo>
                    <a:pt x="791973" y="102173"/>
                  </a:lnTo>
                  <a:lnTo>
                    <a:pt x="789505" y="102173"/>
                  </a:lnTo>
                  <a:lnTo>
                    <a:pt x="787038" y="102173"/>
                  </a:lnTo>
                  <a:lnTo>
                    <a:pt x="784571" y="102173"/>
                  </a:lnTo>
                  <a:lnTo>
                    <a:pt x="782104" y="102173"/>
                  </a:lnTo>
                  <a:lnTo>
                    <a:pt x="779637" y="102173"/>
                  </a:lnTo>
                  <a:lnTo>
                    <a:pt x="777169" y="102173"/>
                  </a:lnTo>
                  <a:lnTo>
                    <a:pt x="774702" y="102173"/>
                  </a:lnTo>
                  <a:lnTo>
                    <a:pt x="772235" y="102173"/>
                  </a:lnTo>
                  <a:lnTo>
                    <a:pt x="769768" y="102173"/>
                  </a:lnTo>
                  <a:lnTo>
                    <a:pt x="767301" y="102173"/>
                  </a:lnTo>
                  <a:lnTo>
                    <a:pt x="764833" y="102173"/>
                  </a:lnTo>
                  <a:lnTo>
                    <a:pt x="762366" y="102173"/>
                  </a:lnTo>
                  <a:lnTo>
                    <a:pt x="759899" y="102173"/>
                  </a:lnTo>
                  <a:lnTo>
                    <a:pt x="757432" y="102173"/>
                  </a:lnTo>
                  <a:lnTo>
                    <a:pt x="754965" y="102173"/>
                  </a:lnTo>
                  <a:lnTo>
                    <a:pt x="752497" y="102173"/>
                  </a:lnTo>
                  <a:lnTo>
                    <a:pt x="750030" y="102173"/>
                  </a:lnTo>
                  <a:lnTo>
                    <a:pt x="747563" y="102173"/>
                  </a:lnTo>
                  <a:lnTo>
                    <a:pt x="745096" y="102173"/>
                  </a:lnTo>
                  <a:lnTo>
                    <a:pt x="742629" y="102173"/>
                  </a:lnTo>
                  <a:lnTo>
                    <a:pt x="740161" y="102173"/>
                  </a:lnTo>
                  <a:lnTo>
                    <a:pt x="737694" y="102173"/>
                  </a:lnTo>
                  <a:lnTo>
                    <a:pt x="735227" y="102173"/>
                  </a:lnTo>
                  <a:lnTo>
                    <a:pt x="732760" y="102173"/>
                  </a:lnTo>
                  <a:lnTo>
                    <a:pt x="730293" y="102173"/>
                  </a:lnTo>
                  <a:lnTo>
                    <a:pt x="727825" y="102173"/>
                  </a:lnTo>
                  <a:lnTo>
                    <a:pt x="725358" y="102173"/>
                  </a:lnTo>
                  <a:lnTo>
                    <a:pt x="722891" y="102173"/>
                  </a:lnTo>
                  <a:lnTo>
                    <a:pt x="720424" y="102173"/>
                  </a:lnTo>
                  <a:lnTo>
                    <a:pt x="717957" y="102173"/>
                  </a:lnTo>
                  <a:lnTo>
                    <a:pt x="715489" y="102173"/>
                  </a:lnTo>
                  <a:lnTo>
                    <a:pt x="713022" y="102173"/>
                  </a:lnTo>
                  <a:lnTo>
                    <a:pt x="710555" y="102173"/>
                  </a:lnTo>
                  <a:lnTo>
                    <a:pt x="708088" y="102173"/>
                  </a:lnTo>
                  <a:lnTo>
                    <a:pt x="705620" y="102173"/>
                  </a:lnTo>
                  <a:lnTo>
                    <a:pt x="703153" y="102173"/>
                  </a:lnTo>
                  <a:lnTo>
                    <a:pt x="700686" y="102173"/>
                  </a:lnTo>
                  <a:lnTo>
                    <a:pt x="698219" y="102173"/>
                  </a:lnTo>
                  <a:lnTo>
                    <a:pt x="695752" y="102173"/>
                  </a:lnTo>
                  <a:lnTo>
                    <a:pt x="693284" y="102173"/>
                  </a:lnTo>
                  <a:lnTo>
                    <a:pt x="690817" y="102173"/>
                  </a:lnTo>
                  <a:lnTo>
                    <a:pt x="688350" y="102173"/>
                  </a:lnTo>
                  <a:lnTo>
                    <a:pt x="685883" y="102173"/>
                  </a:lnTo>
                  <a:lnTo>
                    <a:pt x="683416" y="102173"/>
                  </a:lnTo>
                  <a:lnTo>
                    <a:pt x="680948" y="102173"/>
                  </a:lnTo>
                  <a:lnTo>
                    <a:pt x="678481" y="102173"/>
                  </a:lnTo>
                  <a:lnTo>
                    <a:pt x="676014" y="102173"/>
                  </a:lnTo>
                  <a:lnTo>
                    <a:pt x="673547" y="102173"/>
                  </a:lnTo>
                  <a:lnTo>
                    <a:pt x="671080" y="102173"/>
                  </a:lnTo>
                  <a:lnTo>
                    <a:pt x="668612" y="102173"/>
                  </a:lnTo>
                  <a:lnTo>
                    <a:pt x="666145" y="102173"/>
                  </a:lnTo>
                  <a:lnTo>
                    <a:pt x="663678" y="102173"/>
                  </a:lnTo>
                  <a:lnTo>
                    <a:pt x="661211" y="102173"/>
                  </a:lnTo>
                  <a:lnTo>
                    <a:pt x="658744" y="102173"/>
                  </a:lnTo>
                  <a:lnTo>
                    <a:pt x="656276" y="102173"/>
                  </a:lnTo>
                  <a:lnTo>
                    <a:pt x="653809" y="102173"/>
                  </a:lnTo>
                  <a:lnTo>
                    <a:pt x="651342" y="102173"/>
                  </a:lnTo>
                  <a:lnTo>
                    <a:pt x="648875" y="102173"/>
                  </a:lnTo>
                  <a:lnTo>
                    <a:pt x="646408" y="102173"/>
                  </a:lnTo>
                  <a:lnTo>
                    <a:pt x="643940" y="102173"/>
                  </a:lnTo>
                  <a:lnTo>
                    <a:pt x="641473" y="102173"/>
                  </a:lnTo>
                  <a:lnTo>
                    <a:pt x="639006" y="102173"/>
                  </a:lnTo>
                  <a:lnTo>
                    <a:pt x="636539" y="102173"/>
                  </a:lnTo>
                  <a:lnTo>
                    <a:pt x="634072" y="102173"/>
                  </a:lnTo>
                  <a:lnTo>
                    <a:pt x="631604" y="102173"/>
                  </a:lnTo>
                  <a:lnTo>
                    <a:pt x="629137" y="102173"/>
                  </a:lnTo>
                  <a:lnTo>
                    <a:pt x="626670" y="102173"/>
                  </a:lnTo>
                  <a:lnTo>
                    <a:pt x="624203" y="102173"/>
                  </a:lnTo>
                  <a:lnTo>
                    <a:pt x="621735" y="102173"/>
                  </a:lnTo>
                  <a:lnTo>
                    <a:pt x="619268" y="102173"/>
                  </a:lnTo>
                  <a:lnTo>
                    <a:pt x="616801" y="102173"/>
                  </a:lnTo>
                  <a:lnTo>
                    <a:pt x="614334" y="102173"/>
                  </a:lnTo>
                  <a:lnTo>
                    <a:pt x="611867" y="102173"/>
                  </a:lnTo>
                  <a:lnTo>
                    <a:pt x="609399" y="102173"/>
                  </a:lnTo>
                  <a:lnTo>
                    <a:pt x="606932" y="102173"/>
                  </a:lnTo>
                  <a:lnTo>
                    <a:pt x="604465" y="102173"/>
                  </a:lnTo>
                  <a:lnTo>
                    <a:pt x="601998" y="102173"/>
                  </a:lnTo>
                  <a:lnTo>
                    <a:pt x="599531" y="102173"/>
                  </a:lnTo>
                  <a:lnTo>
                    <a:pt x="597063" y="102173"/>
                  </a:lnTo>
                  <a:lnTo>
                    <a:pt x="594596" y="102173"/>
                  </a:lnTo>
                  <a:lnTo>
                    <a:pt x="592129" y="102173"/>
                  </a:lnTo>
                  <a:lnTo>
                    <a:pt x="589662" y="102173"/>
                  </a:lnTo>
                  <a:lnTo>
                    <a:pt x="587195" y="102173"/>
                  </a:lnTo>
                  <a:lnTo>
                    <a:pt x="584727" y="102173"/>
                  </a:lnTo>
                  <a:lnTo>
                    <a:pt x="582260" y="102173"/>
                  </a:lnTo>
                  <a:lnTo>
                    <a:pt x="579793" y="102173"/>
                  </a:lnTo>
                  <a:lnTo>
                    <a:pt x="577326" y="102173"/>
                  </a:lnTo>
                  <a:lnTo>
                    <a:pt x="574859" y="102173"/>
                  </a:lnTo>
                  <a:lnTo>
                    <a:pt x="572391" y="102173"/>
                  </a:lnTo>
                  <a:lnTo>
                    <a:pt x="569924" y="102173"/>
                  </a:lnTo>
                  <a:lnTo>
                    <a:pt x="567457" y="102173"/>
                  </a:lnTo>
                  <a:lnTo>
                    <a:pt x="564990" y="102173"/>
                  </a:lnTo>
                  <a:lnTo>
                    <a:pt x="562523" y="102173"/>
                  </a:lnTo>
                  <a:lnTo>
                    <a:pt x="560055" y="102173"/>
                  </a:lnTo>
                  <a:lnTo>
                    <a:pt x="557588" y="102173"/>
                  </a:lnTo>
                  <a:lnTo>
                    <a:pt x="555121" y="102173"/>
                  </a:lnTo>
                  <a:lnTo>
                    <a:pt x="552654" y="102173"/>
                  </a:lnTo>
                  <a:lnTo>
                    <a:pt x="550186" y="102173"/>
                  </a:lnTo>
                  <a:lnTo>
                    <a:pt x="547719" y="102173"/>
                  </a:lnTo>
                  <a:lnTo>
                    <a:pt x="545252" y="102173"/>
                  </a:lnTo>
                  <a:lnTo>
                    <a:pt x="542785" y="102173"/>
                  </a:lnTo>
                  <a:lnTo>
                    <a:pt x="540318" y="102173"/>
                  </a:lnTo>
                  <a:lnTo>
                    <a:pt x="537850" y="102173"/>
                  </a:lnTo>
                  <a:lnTo>
                    <a:pt x="535383" y="102173"/>
                  </a:lnTo>
                  <a:lnTo>
                    <a:pt x="532916" y="102173"/>
                  </a:lnTo>
                  <a:lnTo>
                    <a:pt x="530449" y="102173"/>
                  </a:lnTo>
                  <a:lnTo>
                    <a:pt x="527982" y="102173"/>
                  </a:lnTo>
                  <a:lnTo>
                    <a:pt x="525514" y="102173"/>
                  </a:lnTo>
                  <a:lnTo>
                    <a:pt x="523047" y="102173"/>
                  </a:lnTo>
                  <a:lnTo>
                    <a:pt x="520580" y="102173"/>
                  </a:lnTo>
                  <a:lnTo>
                    <a:pt x="518113" y="102173"/>
                  </a:lnTo>
                  <a:lnTo>
                    <a:pt x="515646" y="102173"/>
                  </a:lnTo>
                  <a:lnTo>
                    <a:pt x="513178" y="102173"/>
                  </a:lnTo>
                  <a:lnTo>
                    <a:pt x="510711" y="102173"/>
                  </a:lnTo>
                  <a:lnTo>
                    <a:pt x="508244" y="102173"/>
                  </a:lnTo>
                  <a:lnTo>
                    <a:pt x="505777" y="102173"/>
                  </a:lnTo>
                  <a:lnTo>
                    <a:pt x="503310" y="102173"/>
                  </a:lnTo>
                  <a:lnTo>
                    <a:pt x="500842" y="102173"/>
                  </a:lnTo>
                  <a:lnTo>
                    <a:pt x="498375" y="102173"/>
                  </a:lnTo>
                  <a:lnTo>
                    <a:pt x="495908" y="102173"/>
                  </a:lnTo>
                  <a:lnTo>
                    <a:pt x="493441" y="102173"/>
                  </a:lnTo>
                  <a:lnTo>
                    <a:pt x="490974" y="102173"/>
                  </a:lnTo>
                  <a:lnTo>
                    <a:pt x="488506" y="102173"/>
                  </a:lnTo>
                  <a:lnTo>
                    <a:pt x="486039" y="102173"/>
                  </a:lnTo>
                  <a:lnTo>
                    <a:pt x="483572" y="102173"/>
                  </a:lnTo>
                  <a:lnTo>
                    <a:pt x="481105" y="102173"/>
                  </a:lnTo>
                  <a:lnTo>
                    <a:pt x="478638" y="102173"/>
                  </a:lnTo>
                  <a:lnTo>
                    <a:pt x="476170" y="102173"/>
                  </a:lnTo>
                  <a:lnTo>
                    <a:pt x="473703" y="102173"/>
                  </a:lnTo>
                  <a:lnTo>
                    <a:pt x="471236" y="102173"/>
                  </a:lnTo>
                  <a:lnTo>
                    <a:pt x="468769" y="102173"/>
                  </a:lnTo>
                  <a:lnTo>
                    <a:pt x="466301" y="102173"/>
                  </a:lnTo>
                  <a:lnTo>
                    <a:pt x="463834" y="102173"/>
                  </a:lnTo>
                  <a:lnTo>
                    <a:pt x="461367" y="102173"/>
                  </a:lnTo>
                  <a:lnTo>
                    <a:pt x="458900" y="102173"/>
                  </a:lnTo>
                  <a:lnTo>
                    <a:pt x="456433" y="102173"/>
                  </a:lnTo>
                  <a:lnTo>
                    <a:pt x="453965" y="102173"/>
                  </a:lnTo>
                  <a:lnTo>
                    <a:pt x="451498" y="102173"/>
                  </a:lnTo>
                  <a:lnTo>
                    <a:pt x="449031" y="102173"/>
                  </a:lnTo>
                  <a:lnTo>
                    <a:pt x="446564" y="102173"/>
                  </a:lnTo>
                  <a:lnTo>
                    <a:pt x="444097" y="102173"/>
                  </a:lnTo>
                  <a:lnTo>
                    <a:pt x="441629" y="102173"/>
                  </a:lnTo>
                  <a:lnTo>
                    <a:pt x="439162" y="102173"/>
                  </a:lnTo>
                  <a:lnTo>
                    <a:pt x="436695" y="102173"/>
                  </a:lnTo>
                  <a:lnTo>
                    <a:pt x="434228" y="102173"/>
                  </a:lnTo>
                  <a:lnTo>
                    <a:pt x="431761" y="102173"/>
                  </a:lnTo>
                  <a:lnTo>
                    <a:pt x="429293" y="102173"/>
                  </a:lnTo>
                  <a:lnTo>
                    <a:pt x="426826" y="102173"/>
                  </a:lnTo>
                  <a:lnTo>
                    <a:pt x="424359" y="102173"/>
                  </a:lnTo>
                  <a:lnTo>
                    <a:pt x="421892" y="102173"/>
                  </a:lnTo>
                  <a:lnTo>
                    <a:pt x="419425" y="102173"/>
                  </a:lnTo>
                  <a:lnTo>
                    <a:pt x="416957" y="102173"/>
                  </a:lnTo>
                  <a:lnTo>
                    <a:pt x="414490" y="102173"/>
                  </a:lnTo>
                  <a:lnTo>
                    <a:pt x="412023" y="102173"/>
                  </a:lnTo>
                  <a:lnTo>
                    <a:pt x="409556" y="102173"/>
                  </a:lnTo>
                  <a:lnTo>
                    <a:pt x="407089" y="102173"/>
                  </a:lnTo>
                  <a:lnTo>
                    <a:pt x="404621" y="102173"/>
                  </a:lnTo>
                  <a:lnTo>
                    <a:pt x="402154" y="102173"/>
                  </a:lnTo>
                  <a:lnTo>
                    <a:pt x="399687" y="102173"/>
                  </a:lnTo>
                  <a:lnTo>
                    <a:pt x="397220" y="102173"/>
                  </a:lnTo>
                  <a:lnTo>
                    <a:pt x="394752" y="102173"/>
                  </a:lnTo>
                  <a:lnTo>
                    <a:pt x="392285" y="102173"/>
                  </a:lnTo>
                  <a:lnTo>
                    <a:pt x="389818" y="102173"/>
                  </a:lnTo>
                  <a:lnTo>
                    <a:pt x="387351" y="102173"/>
                  </a:lnTo>
                  <a:lnTo>
                    <a:pt x="384884" y="102173"/>
                  </a:lnTo>
                  <a:lnTo>
                    <a:pt x="382416" y="102173"/>
                  </a:lnTo>
                  <a:lnTo>
                    <a:pt x="379949" y="102173"/>
                  </a:lnTo>
                  <a:lnTo>
                    <a:pt x="377482" y="102173"/>
                  </a:lnTo>
                  <a:lnTo>
                    <a:pt x="375015" y="102173"/>
                  </a:lnTo>
                  <a:lnTo>
                    <a:pt x="372548" y="102173"/>
                  </a:lnTo>
                  <a:lnTo>
                    <a:pt x="370080" y="102173"/>
                  </a:lnTo>
                  <a:lnTo>
                    <a:pt x="367613" y="102173"/>
                  </a:lnTo>
                  <a:lnTo>
                    <a:pt x="365146" y="102173"/>
                  </a:lnTo>
                  <a:lnTo>
                    <a:pt x="362679" y="102173"/>
                  </a:lnTo>
                  <a:lnTo>
                    <a:pt x="360212" y="102173"/>
                  </a:lnTo>
                  <a:lnTo>
                    <a:pt x="357744" y="102173"/>
                  </a:lnTo>
                  <a:lnTo>
                    <a:pt x="355277" y="102173"/>
                  </a:lnTo>
                  <a:lnTo>
                    <a:pt x="352810" y="102173"/>
                  </a:lnTo>
                  <a:lnTo>
                    <a:pt x="350343" y="102173"/>
                  </a:lnTo>
                  <a:lnTo>
                    <a:pt x="347876" y="102173"/>
                  </a:lnTo>
                  <a:lnTo>
                    <a:pt x="345408" y="102173"/>
                  </a:lnTo>
                  <a:lnTo>
                    <a:pt x="342941" y="102173"/>
                  </a:lnTo>
                  <a:lnTo>
                    <a:pt x="340474" y="102173"/>
                  </a:lnTo>
                  <a:lnTo>
                    <a:pt x="338007" y="102173"/>
                  </a:lnTo>
                  <a:lnTo>
                    <a:pt x="335540" y="102173"/>
                  </a:lnTo>
                  <a:lnTo>
                    <a:pt x="333072" y="102173"/>
                  </a:lnTo>
                  <a:lnTo>
                    <a:pt x="330605" y="102173"/>
                  </a:lnTo>
                  <a:lnTo>
                    <a:pt x="328138" y="102173"/>
                  </a:lnTo>
                  <a:lnTo>
                    <a:pt x="325671" y="102173"/>
                  </a:lnTo>
                  <a:lnTo>
                    <a:pt x="323204" y="102173"/>
                  </a:lnTo>
                  <a:lnTo>
                    <a:pt x="320736" y="102173"/>
                  </a:lnTo>
                  <a:lnTo>
                    <a:pt x="318269" y="102173"/>
                  </a:lnTo>
                  <a:lnTo>
                    <a:pt x="315802" y="102173"/>
                  </a:lnTo>
                  <a:lnTo>
                    <a:pt x="313335" y="102173"/>
                  </a:lnTo>
                  <a:lnTo>
                    <a:pt x="310867" y="102173"/>
                  </a:lnTo>
                  <a:lnTo>
                    <a:pt x="308400" y="102173"/>
                  </a:lnTo>
                  <a:lnTo>
                    <a:pt x="305933" y="102173"/>
                  </a:lnTo>
                  <a:lnTo>
                    <a:pt x="303466" y="102173"/>
                  </a:lnTo>
                  <a:lnTo>
                    <a:pt x="300999" y="102173"/>
                  </a:lnTo>
                  <a:lnTo>
                    <a:pt x="298531" y="102173"/>
                  </a:lnTo>
                  <a:lnTo>
                    <a:pt x="296064" y="102173"/>
                  </a:lnTo>
                  <a:lnTo>
                    <a:pt x="293597" y="102173"/>
                  </a:lnTo>
                  <a:lnTo>
                    <a:pt x="291130" y="102173"/>
                  </a:lnTo>
                  <a:lnTo>
                    <a:pt x="288663" y="102173"/>
                  </a:lnTo>
                  <a:lnTo>
                    <a:pt x="286195" y="102173"/>
                  </a:lnTo>
                  <a:lnTo>
                    <a:pt x="283728" y="102173"/>
                  </a:lnTo>
                  <a:lnTo>
                    <a:pt x="281261" y="102173"/>
                  </a:lnTo>
                  <a:lnTo>
                    <a:pt x="278794" y="102173"/>
                  </a:lnTo>
                  <a:lnTo>
                    <a:pt x="276327" y="102173"/>
                  </a:lnTo>
                  <a:lnTo>
                    <a:pt x="273859" y="102173"/>
                  </a:lnTo>
                  <a:lnTo>
                    <a:pt x="271392" y="102173"/>
                  </a:lnTo>
                  <a:lnTo>
                    <a:pt x="268925" y="102173"/>
                  </a:lnTo>
                  <a:lnTo>
                    <a:pt x="266458" y="102173"/>
                  </a:lnTo>
                  <a:lnTo>
                    <a:pt x="263991" y="102173"/>
                  </a:lnTo>
                  <a:lnTo>
                    <a:pt x="261523" y="102173"/>
                  </a:lnTo>
                  <a:lnTo>
                    <a:pt x="259056" y="102173"/>
                  </a:lnTo>
                  <a:lnTo>
                    <a:pt x="256589" y="102173"/>
                  </a:lnTo>
                  <a:lnTo>
                    <a:pt x="254122" y="102173"/>
                  </a:lnTo>
                  <a:lnTo>
                    <a:pt x="251655" y="102173"/>
                  </a:lnTo>
                  <a:lnTo>
                    <a:pt x="249187" y="102173"/>
                  </a:lnTo>
                  <a:lnTo>
                    <a:pt x="246720" y="102173"/>
                  </a:lnTo>
                  <a:lnTo>
                    <a:pt x="244253" y="102173"/>
                  </a:lnTo>
                  <a:lnTo>
                    <a:pt x="241786" y="102173"/>
                  </a:lnTo>
                  <a:lnTo>
                    <a:pt x="239319" y="102173"/>
                  </a:lnTo>
                  <a:lnTo>
                    <a:pt x="236851" y="102173"/>
                  </a:lnTo>
                  <a:lnTo>
                    <a:pt x="234384" y="102173"/>
                  </a:lnTo>
                  <a:lnTo>
                    <a:pt x="231917" y="102173"/>
                  </a:lnTo>
                  <a:lnTo>
                    <a:pt x="229450" y="102173"/>
                  </a:lnTo>
                  <a:lnTo>
                    <a:pt x="226982" y="102173"/>
                  </a:lnTo>
                  <a:lnTo>
                    <a:pt x="224515" y="102173"/>
                  </a:lnTo>
                  <a:lnTo>
                    <a:pt x="222048" y="102173"/>
                  </a:lnTo>
                  <a:lnTo>
                    <a:pt x="219581" y="102173"/>
                  </a:lnTo>
                  <a:lnTo>
                    <a:pt x="217114" y="102173"/>
                  </a:lnTo>
                  <a:lnTo>
                    <a:pt x="214646" y="102173"/>
                  </a:lnTo>
                  <a:lnTo>
                    <a:pt x="212179" y="102173"/>
                  </a:lnTo>
                  <a:lnTo>
                    <a:pt x="209712" y="102173"/>
                  </a:lnTo>
                  <a:lnTo>
                    <a:pt x="207245" y="102173"/>
                  </a:lnTo>
                  <a:lnTo>
                    <a:pt x="204778" y="102173"/>
                  </a:lnTo>
                  <a:lnTo>
                    <a:pt x="202310" y="102173"/>
                  </a:lnTo>
                  <a:lnTo>
                    <a:pt x="199843" y="102173"/>
                  </a:lnTo>
                  <a:lnTo>
                    <a:pt x="197376" y="102173"/>
                  </a:lnTo>
                  <a:lnTo>
                    <a:pt x="194909" y="102173"/>
                  </a:lnTo>
                  <a:lnTo>
                    <a:pt x="192442" y="102173"/>
                  </a:lnTo>
                  <a:lnTo>
                    <a:pt x="189974" y="102173"/>
                  </a:lnTo>
                  <a:lnTo>
                    <a:pt x="187507" y="102173"/>
                  </a:lnTo>
                  <a:lnTo>
                    <a:pt x="185040" y="102173"/>
                  </a:lnTo>
                  <a:lnTo>
                    <a:pt x="182573" y="102173"/>
                  </a:lnTo>
                  <a:lnTo>
                    <a:pt x="180106" y="102173"/>
                  </a:lnTo>
                  <a:lnTo>
                    <a:pt x="177638" y="102173"/>
                  </a:lnTo>
                  <a:lnTo>
                    <a:pt x="175171" y="102173"/>
                  </a:lnTo>
                  <a:lnTo>
                    <a:pt x="172704" y="102173"/>
                  </a:lnTo>
                  <a:lnTo>
                    <a:pt x="170237" y="102173"/>
                  </a:lnTo>
                  <a:lnTo>
                    <a:pt x="167770" y="102173"/>
                  </a:lnTo>
                  <a:lnTo>
                    <a:pt x="165302" y="102173"/>
                  </a:lnTo>
                  <a:lnTo>
                    <a:pt x="162835" y="102173"/>
                  </a:lnTo>
                  <a:lnTo>
                    <a:pt x="160368" y="102173"/>
                  </a:lnTo>
                  <a:lnTo>
                    <a:pt x="157901" y="102173"/>
                  </a:lnTo>
                  <a:lnTo>
                    <a:pt x="155433" y="102173"/>
                  </a:lnTo>
                  <a:lnTo>
                    <a:pt x="152966" y="102173"/>
                  </a:lnTo>
                  <a:lnTo>
                    <a:pt x="150499" y="102173"/>
                  </a:lnTo>
                  <a:lnTo>
                    <a:pt x="148032" y="102173"/>
                  </a:lnTo>
                  <a:lnTo>
                    <a:pt x="145565" y="102173"/>
                  </a:lnTo>
                  <a:lnTo>
                    <a:pt x="143097" y="102173"/>
                  </a:lnTo>
                  <a:lnTo>
                    <a:pt x="140630" y="102173"/>
                  </a:lnTo>
                  <a:lnTo>
                    <a:pt x="138163" y="102173"/>
                  </a:lnTo>
                  <a:lnTo>
                    <a:pt x="135696" y="102173"/>
                  </a:lnTo>
                  <a:lnTo>
                    <a:pt x="133229" y="102173"/>
                  </a:lnTo>
                  <a:lnTo>
                    <a:pt x="130761" y="102173"/>
                  </a:lnTo>
                  <a:lnTo>
                    <a:pt x="128294" y="102173"/>
                  </a:lnTo>
                  <a:lnTo>
                    <a:pt x="125827" y="102173"/>
                  </a:lnTo>
                  <a:lnTo>
                    <a:pt x="123360" y="102173"/>
                  </a:lnTo>
                  <a:lnTo>
                    <a:pt x="120893" y="102173"/>
                  </a:lnTo>
                  <a:lnTo>
                    <a:pt x="118425" y="102173"/>
                  </a:lnTo>
                  <a:lnTo>
                    <a:pt x="115958" y="102173"/>
                  </a:lnTo>
                  <a:lnTo>
                    <a:pt x="113491" y="102173"/>
                  </a:lnTo>
                  <a:lnTo>
                    <a:pt x="111024" y="102173"/>
                  </a:lnTo>
                  <a:lnTo>
                    <a:pt x="108557" y="102173"/>
                  </a:lnTo>
                  <a:lnTo>
                    <a:pt x="106089" y="102173"/>
                  </a:lnTo>
                  <a:lnTo>
                    <a:pt x="103622" y="102173"/>
                  </a:lnTo>
                  <a:lnTo>
                    <a:pt x="101155" y="102173"/>
                  </a:lnTo>
                  <a:lnTo>
                    <a:pt x="98688" y="102173"/>
                  </a:lnTo>
                  <a:lnTo>
                    <a:pt x="96221" y="102173"/>
                  </a:lnTo>
                  <a:lnTo>
                    <a:pt x="93753" y="102173"/>
                  </a:lnTo>
                  <a:lnTo>
                    <a:pt x="91286" y="102173"/>
                  </a:lnTo>
                  <a:lnTo>
                    <a:pt x="88819" y="102173"/>
                  </a:lnTo>
                  <a:lnTo>
                    <a:pt x="86352" y="102173"/>
                  </a:lnTo>
                  <a:lnTo>
                    <a:pt x="83885" y="102173"/>
                  </a:lnTo>
                  <a:lnTo>
                    <a:pt x="81417" y="102173"/>
                  </a:lnTo>
                  <a:lnTo>
                    <a:pt x="78950" y="102173"/>
                  </a:lnTo>
                  <a:lnTo>
                    <a:pt x="76483" y="102173"/>
                  </a:lnTo>
                  <a:lnTo>
                    <a:pt x="74016" y="102173"/>
                  </a:lnTo>
                  <a:lnTo>
                    <a:pt x="71548" y="102173"/>
                  </a:lnTo>
                  <a:lnTo>
                    <a:pt x="69081" y="102173"/>
                  </a:lnTo>
                  <a:lnTo>
                    <a:pt x="66614" y="102173"/>
                  </a:lnTo>
                  <a:lnTo>
                    <a:pt x="64147" y="102173"/>
                  </a:lnTo>
                  <a:lnTo>
                    <a:pt x="61680" y="102173"/>
                  </a:lnTo>
                  <a:lnTo>
                    <a:pt x="59212" y="102173"/>
                  </a:lnTo>
                  <a:lnTo>
                    <a:pt x="56745" y="102173"/>
                  </a:lnTo>
                  <a:lnTo>
                    <a:pt x="54278" y="102173"/>
                  </a:lnTo>
                  <a:lnTo>
                    <a:pt x="51811" y="102173"/>
                  </a:lnTo>
                  <a:lnTo>
                    <a:pt x="49344" y="102173"/>
                  </a:lnTo>
                  <a:lnTo>
                    <a:pt x="46876" y="102173"/>
                  </a:lnTo>
                  <a:lnTo>
                    <a:pt x="44409" y="102173"/>
                  </a:lnTo>
                  <a:lnTo>
                    <a:pt x="41942" y="102173"/>
                  </a:lnTo>
                  <a:lnTo>
                    <a:pt x="39475" y="102173"/>
                  </a:lnTo>
                  <a:lnTo>
                    <a:pt x="37008" y="102173"/>
                  </a:lnTo>
                  <a:lnTo>
                    <a:pt x="34540" y="102173"/>
                  </a:lnTo>
                  <a:lnTo>
                    <a:pt x="32073" y="102173"/>
                  </a:lnTo>
                  <a:lnTo>
                    <a:pt x="29606" y="102173"/>
                  </a:lnTo>
                  <a:lnTo>
                    <a:pt x="27139" y="102173"/>
                  </a:lnTo>
                  <a:lnTo>
                    <a:pt x="24672" y="102173"/>
                  </a:lnTo>
                  <a:lnTo>
                    <a:pt x="22204" y="102173"/>
                  </a:lnTo>
                  <a:lnTo>
                    <a:pt x="19737" y="102173"/>
                  </a:lnTo>
                  <a:lnTo>
                    <a:pt x="17270" y="102173"/>
                  </a:lnTo>
                  <a:lnTo>
                    <a:pt x="14803" y="102173"/>
                  </a:lnTo>
                  <a:lnTo>
                    <a:pt x="12336" y="102173"/>
                  </a:lnTo>
                  <a:lnTo>
                    <a:pt x="9868" y="102173"/>
                  </a:lnTo>
                  <a:lnTo>
                    <a:pt x="7401" y="102173"/>
                  </a:lnTo>
                  <a:lnTo>
                    <a:pt x="4934" y="102173"/>
                  </a:lnTo>
                  <a:lnTo>
                    <a:pt x="2467" y="102173"/>
                  </a:lnTo>
                  <a:lnTo>
                    <a:pt x="0" y="102173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32" name="pg331"/>
            <p:cNvSpPr/>
            <p:nvPr/>
          </p:nvSpPr>
          <p:spPr>
            <a:xfrm>
              <a:off x="2620492" y="4454810"/>
              <a:ext cx="3397996" cy="102173"/>
            </a:xfrm>
            <a:custGeom>
              <a:avLst/>
              <a:pathLst>
                <a:path w="3397996" h="102173">
                  <a:moveTo>
                    <a:pt x="0" y="0"/>
                  </a:moveTo>
                  <a:lnTo>
                    <a:pt x="6795" y="0"/>
                  </a:lnTo>
                  <a:lnTo>
                    <a:pt x="13591" y="0"/>
                  </a:lnTo>
                  <a:lnTo>
                    <a:pt x="20387" y="0"/>
                  </a:lnTo>
                  <a:lnTo>
                    <a:pt x="27183" y="0"/>
                  </a:lnTo>
                  <a:lnTo>
                    <a:pt x="33979" y="0"/>
                  </a:lnTo>
                  <a:lnTo>
                    <a:pt x="40775" y="0"/>
                  </a:lnTo>
                  <a:lnTo>
                    <a:pt x="47571" y="0"/>
                  </a:lnTo>
                  <a:lnTo>
                    <a:pt x="54367" y="0"/>
                  </a:lnTo>
                  <a:lnTo>
                    <a:pt x="61163" y="0"/>
                  </a:lnTo>
                  <a:lnTo>
                    <a:pt x="67959" y="0"/>
                  </a:lnTo>
                  <a:lnTo>
                    <a:pt x="74755" y="0"/>
                  </a:lnTo>
                  <a:lnTo>
                    <a:pt x="81551" y="0"/>
                  </a:lnTo>
                  <a:lnTo>
                    <a:pt x="88347" y="0"/>
                  </a:lnTo>
                  <a:lnTo>
                    <a:pt x="95143" y="0"/>
                  </a:lnTo>
                  <a:lnTo>
                    <a:pt x="101939" y="0"/>
                  </a:lnTo>
                  <a:lnTo>
                    <a:pt x="108735" y="0"/>
                  </a:lnTo>
                  <a:lnTo>
                    <a:pt x="115531" y="0"/>
                  </a:lnTo>
                  <a:lnTo>
                    <a:pt x="122327" y="0"/>
                  </a:lnTo>
                  <a:lnTo>
                    <a:pt x="129123" y="0"/>
                  </a:lnTo>
                  <a:lnTo>
                    <a:pt x="135919" y="0"/>
                  </a:lnTo>
                  <a:lnTo>
                    <a:pt x="142715" y="0"/>
                  </a:lnTo>
                  <a:lnTo>
                    <a:pt x="149511" y="0"/>
                  </a:lnTo>
                  <a:lnTo>
                    <a:pt x="156307" y="0"/>
                  </a:lnTo>
                  <a:lnTo>
                    <a:pt x="163103" y="0"/>
                  </a:lnTo>
                  <a:lnTo>
                    <a:pt x="169899" y="0"/>
                  </a:lnTo>
                  <a:lnTo>
                    <a:pt x="176695" y="0"/>
                  </a:lnTo>
                  <a:lnTo>
                    <a:pt x="183491" y="0"/>
                  </a:lnTo>
                  <a:lnTo>
                    <a:pt x="190287" y="0"/>
                  </a:lnTo>
                  <a:lnTo>
                    <a:pt x="197083" y="0"/>
                  </a:lnTo>
                  <a:lnTo>
                    <a:pt x="203879" y="0"/>
                  </a:lnTo>
                  <a:lnTo>
                    <a:pt x="210675" y="0"/>
                  </a:lnTo>
                  <a:lnTo>
                    <a:pt x="217471" y="0"/>
                  </a:lnTo>
                  <a:lnTo>
                    <a:pt x="224267" y="0"/>
                  </a:lnTo>
                  <a:lnTo>
                    <a:pt x="231063" y="0"/>
                  </a:lnTo>
                  <a:lnTo>
                    <a:pt x="237859" y="0"/>
                  </a:lnTo>
                  <a:lnTo>
                    <a:pt x="244655" y="0"/>
                  </a:lnTo>
                  <a:lnTo>
                    <a:pt x="251451" y="0"/>
                  </a:lnTo>
                  <a:lnTo>
                    <a:pt x="258247" y="0"/>
                  </a:lnTo>
                  <a:lnTo>
                    <a:pt x="265043" y="0"/>
                  </a:lnTo>
                  <a:lnTo>
                    <a:pt x="271839" y="0"/>
                  </a:lnTo>
                  <a:lnTo>
                    <a:pt x="278635" y="0"/>
                  </a:lnTo>
                  <a:lnTo>
                    <a:pt x="285431" y="0"/>
                  </a:lnTo>
                  <a:lnTo>
                    <a:pt x="292227" y="0"/>
                  </a:lnTo>
                  <a:lnTo>
                    <a:pt x="299023" y="0"/>
                  </a:lnTo>
                  <a:lnTo>
                    <a:pt x="305819" y="0"/>
                  </a:lnTo>
                  <a:lnTo>
                    <a:pt x="312615" y="0"/>
                  </a:lnTo>
                  <a:lnTo>
                    <a:pt x="319411" y="0"/>
                  </a:lnTo>
                  <a:lnTo>
                    <a:pt x="326207" y="0"/>
                  </a:lnTo>
                  <a:lnTo>
                    <a:pt x="333003" y="0"/>
                  </a:lnTo>
                  <a:lnTo>
                    <a:pt x="339799" y="0"/>
                  </a:lnTo>
                  <a:lnTo>
                    <a:pt x="346595" y="0"/>
                  </a:lnTo>
                  <a:lnTo>
                    <a:pt x="353391" y="0"/>
                  </a:lnTo>
                  <a:lnTo>
                    <a:pt x="360187" y="0"/>
                  </a:lnTo>
                  <a:lnTo>
                    <a:pt x="366983" y="0"/>
                  </a:lnTo>
                  <a:lnTo>
                    <a:pt x="373779" y="0"/>
                  </a:lnTo>
                  <a:lnTo>
                    <a:pt x="380575" y="0"/>
                  </a:lnTo>
                  <a:lnTo>
                    <a:pt x="387371" y="0"/>
                  </a:lnTo>
                  <a:lnTo>
                    <a:pt x="394167" y="0"/>
                  </a:lnTo>
                  <a:lnTo>
                    <a:pt x="400963" y="0"/>
                  </a:lnTo>
                  <a:lnTo>
                    <a:pt x="407759" y="0"/>
                  </a:lnTo>
                  <a:lnTo>
                    <a:pt x="414555" y="0"/>
                  </a:lnTo>
                  <a:lnTo>
                    <a:pt x="421351" y="0"/>
                  </a:lnTo>
                  <a:lnTo>
                    <a:pt x="428147" y="0"/>
                  </a:lnTo>
                  <a:lnTo>
                    <a:pt x="434943" y="0"/>
                  </a:lnTo>
                  <a:lnTo>
                    <a:pt x="441739" y="0"/>
                  </a:lnTo>
                  <a:lnTo>
                    <a:pt x="448535" y="0"/>
                  </a:lnTo>
                  <a:lnTo>
                    <a:pt x="455331" y="0"/>
                  </a:lnTo>
                  <a:lnTo>
                    <a:pt x="462127" y="0"/>
                  </a:lnTo>
                  <a:lnTo>
                    <a:pt x="468923" y="0"/>
                  </a:lnTo>
                  <a:lnTo>
                    <a:pt x="475719" y="0"/>
                  </a:lnTo>
                  <a:lnTo>
                    <a:pt x="482515" y="0"/>
                  </a:lnTo>
                  <a:lnTo>
                    <a:pt x="489311" y="0"/>
                  </a:lnTo>
                  <a:lnTo>
                    <a:pt x="496107" y="0"/>
                  </a:lnTo>
                  <a:lnTo>
                    <a:pt x="502903" y="0"/>
                  </a:lnTo>
                  <a:lnTo>
                    <a:pt x="509699" y="0"/>
                  </a:lnTo>
                  <a:lnTo>
                    <a:pt x="516495" y="0"/>
                  </a:lnTo>
                  <a:lnTo>
                    <a:pt x="523291" y="0"/>
                  </a:lnTo>
                  <a:lnTo>
                    <a:pt x="530087" y="0"/>
                  </a:lnTo>
                  <a:lnTo>
                    <a:pt x="536883" y="0"/>
                  </a:lnTo>
                  <a:lnTo>
                    <a:pt x="543679" y="0"/>
                  </a:lnTo>
                  <a:lnTo>
                    <a:pt x="550475" y="0"/>
                  </a:lnTo>
                  <a:lnTo>
                    <a:pt x="557271" y="0"/>
                  </a:lnTo>
                  <a:lnTo>
                    <a:pt x="564067" y="0"/>
                  </a:lnTo>
                  <a:lnTo>
                    <a:pt x="570863" y="0"/>
                  </a:lnTo>
                  <a:lnTo>
                    <a:pt x="577659" y="0"/>
                  </a:lnTo>
                  <a:lnTo>
                    <a:pt x="584455" y="0"/>
                  </a:lnTo>
                  <a:lnTo>
                    <a:pt x="591251" y="0"/>
                  </a:lnTo>
                  <a:lnTo>
                    <a:pt x="598047" y="0"/>
                  </a:lnTo>
                  <a:lnTo>
                    <a:pt x="604843" y="0"/>
                  </a:lnTo>
                  <a:lnTo>
                    <a:pt x="611639" y="0"/>
                  </a:lnTo>
                  <a:lnTo>
                    <a:pt x="618435" y="0"/>
                  </a:lnTo>
                  <a:lnTo>
                    <a:pt x="625231" y="0"/>
                  </a:lnTo>
                  <a:lnTo>
                    <a:pt x="632027" y="0"/>
                  </a:lnTo>
                  <a:lnTo>
                    <a:pt x="638823" y="0"/>
                  </a:lnTo>
                  <a:lnTo>
                    <a:pt x="645619" y="0"/>
                  </a:lnTo>
                  <a:lnTo>
                    <a:pt x="652415" y="0"/>
                  </a:lnTo>
                  <a:lnTo>
                    <a:pt x="659211" y="0"/>
                  </a:lnTo>
                  <a:lnTo>
                    <a:pt x="666007" y="0"/>
                  </a:lnTo>
                  <a:lnTo>
                    <a:pt x="672803" y="0"/>
                  </a:lnTo>
                  <a:lnTo>
                    <a:pt x="679599" y="0"/>
                  </a:lnTo>
                  <a:lnTo>
                    <a:pt x="686395" y="0"/>
                  </a:lnTo>
                  <a:lnTo>
                    <a:pt x="693191" y="0"/>
                  </a:lnTo>
                  <a:lnTo>
                    <a:pt x="699987" y="0"/>
                  </a:lnTo>
                  <a:lnTo>
                    <a:pt x="706783" y="0"/>
                  </a:lnTo>
                  <a:lnTo>
                    <a:pt x="713579" y="0"/>
                  </a:lnTo>
                  <a:lnTo>
                    <a:pt x="720375" y="0"/>
                  </a:lnTo>
                  <a:lnTo>
                    <a:pt x="727171" y="0"/>
                  </a:lnTo>
                  <a:lnTo>
                    <a:pt x="733967" y="0"/>
                  </a:lnTo>
                  <a:lnTo>
                    <a:pt x="740763" y="0"/>
                  </a:lnTo>
                  <a:lnTo>
                    <a:pt x="747559" y="0"/>
                  </a:lnTo>
                  <a:lnTo>
                    <a:pt x="754355" y="0"/>
                  </a:lnTo>
                  <a:lnTo>
                    <a:pt x="761151" y="0"/>
                  </a:lnTo>
                  <a:lnTo>
                    <a:pt x="767947" y="0"/>
                  </a:lnTo>
                  <a:lnTo>
                    <a:pt x="774743" y="0"/>
                  </a:lnTo>
                  <a:lnTo>
                    <a:pt x="781539" y="0"/>
                  </a:lnTo>
                  <a:lnTo>
                    <a:pt x="788335" y="0"/>
                  </a:lnTo>
                  <a:lnTo>
                    <a:pt x="795131" y="0"/>
                  </a:lnTo>
                  <a:lnTo>
                    <a:pt x="801927" y="0"/>
                  </a:lnTo>
                  <a:lnTo>
                    <a:pt x="808723" y="0"/>
                  </a:lnTo>
                  <a:lnTo>
                    <a:pt x="815519" y="0"/>
                  </a:lnTo>
                  <a:lnTo>
                    <a:pt x="822315" y="0"/>
                  </a:lnTo>
                  <a:lnTo>
                    <a:pt x="829111" y="0"/>
                  </a:lnTo>
                  <a:lnTo>
                    <a:pt x="835907" y="0"/>
                  </a:lnTo>
                  <a:lnTo>
                    <a:pt x="842703" y="0"/>
                  </a:lnTo>
                  <a:lnTo>
                    <a:pt x="849499" y="0"/>
                  </a:lnTo>
                  <a:lnTo>
                    <a:pt x="856295" y="0"/>
                  </a:lnTo>
                  <a:lnTo>
                    <a:pt x="863091" y="0"/>
                  </a:lnTo>
                  <a:lnTo>
                    <a:pt x="869887" y="0"/>
                  </a:lnTo>
                  <a:lnTo>
                    <a:pt x="876683" y="0"/>
                  </a:lnTo>
                  <a:lnTo>
                    <a:pt x="883478" y="0"/>
                  </a:lnTo>
                  <a:lnTo>
                    <a:pt x="890274" y="0"/>
                  </a:lnTo>
                  <a:lnTo>
                    <a:pt x="897070" y="0"/>
                  </a:lnTo>
                  <a:lnTo>
                    <a:pt x="903866" y="0"/>
                  </a:lnTo>
                  <a:lnTo>
                    <a:pt x="910662" y="0"/>
                  </a:lnTo>
                  <a:lnTo>
                    <a:pt x="917458" y="0"/>
                  </a:lnTo>
                  <a:lnTo>
                    <a:pt x="924254" y="0"/>
                  </a:lnTo>
                  <a:lnTo>
                    <a:pt x="931050" y="0"/>
                  </a:lnTo>
                  <a:lnTo>
                    <a:pt x="937846" y="0"/>
                  </a:lnTo>
                  <a:lnTo>
                    <a:pt x="944642" y="0"/>
                  </a:lnTo>
                  <a:lnTo>
                    <a:pt x="951438" y="0"/>
                  </a:lnTo>
                  <a:lnTo>
                    <a:pt x="958234" y="0"/>
                  </a:lnTo>
                  <a:lnTo>
                    <a:pt x="965030" y="0"/>
                  </a:lnTo>
                  <a:lnTo>
                    <a:pt x="971826" y="0"/>
                  </a:lnTo>
                  <a:lnTo>
                    <a:pt x="978622" y="0"/>
                  </a:lnTo>
                  <a:lnTo>
                    <a:pt x="985418" y="0"/>
                  </a:lnTo>
                  <a:lnTo>
                    <a:pt x="992214" y="0"/>
                  </a:lnTo>
                  <a:lnTo>
                    <a:pt x="999010" y="0"/>
                  </a:lnTo>
                  <a:lnTo>
                    <a:pt x="1005806" y="0"/>
                  </a:lnTo>
                  <a:lnTo>
                    <a:pt x="1012602" y="0"/>
                  </a:lnTo>
                  <a:lnTo>
                    <a:pt x="1019398" y="0"/>
                  </a:lnTo>
                  <a:lnTo>
                    <a:pt x="1026194" y="0"/>
                  </a:lnTo>
                  <a:lnTo>
                    <a:pt x="1032990" y="0"/>
                  </a:lnTo>
                  <a:lnTo>
                    <a:pt x="1039786" y="0"/>
                  </a:lnTo>
                  <a:lnTo>
                    <a:pt x="1046582" y="0"/>
                  </a:lnTo>
                  <a:lnTo>
                    <a:pt x="1053378" y="0"/>
                  </a:lnTo>
                  <a:lnTo>
                    <a:pt x="1060174" y="0"/>
                  </a:lnTo>
                  <a:lnTo>
                    <a:pt x="1066970" y="0"/>
                  </a:lnTo>
                  <a:lnTo>
                    <a:pt x="1073766" y="0"/>
                  </a:lnTo>
                  <a:lnTo>
                    <a:pt x="1080562" y="0"/>
                  </a:lnTo>
                  <a:lnTo>
                    <a:pt x="1087358" y="0"/>
                  </a:lnTo>
                  <a:lnTo>
                    <a:pt x="1094154" y="0"/>
                  </a:lnTo>
                  <a:lnTo>
                    <a:pt x="1100950" y="0"/>
                  </a:lnTo>
                  <a:lnTo>
                    <a:pt x="1107746" y="0"/>
                  </a:lnTo>
                  <a:lnTo>
                    <a:pt x="1114542" y="0"/>
                  </a:lnTo>
                  <a:lnTo>
                    <a:pt x="1121338" y="0"/>
                  </a:lnTo>
                  <a:lnTo>
                    <a:pt x="1128134" y="0"/>
                  </a:lnTo>
                  <a:lnTo>
                    <a:pt x="1134930" y="0"/>
                  </a:lnTo>
                  <a:lnTo>
                    <a:pt x="1141726" y="0"/>
                  </a:lnTo>
                  <a:lnTo>
                    <a:pt x="1148522" y="0"/>
                  </a:lnTo>
                  <a:lnTo>
                    <a:pt x="1155318" y="0"/>
                  </a:lnTo>
                  <a:lnTo>
                    <a:pt x="1162114" y="0"/>
                  </a:lnTo>
                  <a:lnTo>
                    <a:pt x="1168910" y="0"/>
                  </a:lnTo>
                  <a:lnTo>
                    <a:pt x="1175706" y="0"/>
                  </a:lnTo>
                  <a:lnTo>
                    <a:pt x="1182502" y="0"/>
                  </a:lnTo>
                  <a:lnTo>
                    <a:pt x="1189298" y="0"/>
                  </a:lnTo>
                  <a:lnTo>
                    <a:pt x="1196094" y="0"/>
                  </a:lnTo>
                  <a:lnTo>
                    <a:pt x="1202890" y="0"/>
                  </a:lnTo>
                  <a:lnTo>
                    <a:pt x="1209686" y="0"/>
                  </a:lnTo>
                  <a:lnTo>
                    <a:pt x="1216482" y="0"/>
                  </a:lnTo>
                  <a:lnTo>
                    <a:pt x="1223278" y="0"/>
                  </a:lnTo>
                  <a:lnTo>
                    <a:pt x="1230074" y="0"/>
                  </a:lnTo>
                  <a:lnTo>
                    <a:pt x="1236870" y="0"/>
                  </a:lnTo>
                  <a:lnTo>
                    <a:pt x="1243666" y="0"/>
                  </a:lnTo>
                  <a:lnTo>
                    <a:pt x="1250462" y="0"/>
                  </a:lnTo>
                  <a:lnTo>
                    <a:pt x="1257258" y="0"/>
                  </a:lnTo>
                  <a:lnTo>
                    <a:pt x="1264054" y="0"/>
                  </a:lnTo>
                  <a:lnTo>
                    <a:pt x="1270850" y="0"/>
                  </a:lnTo>
                  <a:lnTo>
                    <a:pt x="1277646" y="0"/>
                  </a:lnTo>
                  <a:lnTo>
                    <a:pt x="1284442" y="0"/>
                  </a:lnTo>
                  <a:lnTo>
                    <a:pt x="1291238" y="0"/>
                  </a:lnTo>
                  <a:lnTo>
                    <a:pt x="1298034" y="0"/>
                  </a:lnTo>
                  <a:lnTo>
                    <a:pt x="1304830" y="0"/>
                  </a:lnTo>
                  <a:lnTo>
                    <a:pt x="1311626" y="0"/>
                  </a:lnTo>
                  <a:lnTo>
                    <a:pt x="1318422" y="0"/>
                  </a:lnTo>
                  <a:lnTo>
                    <a:pt x="1325218" y="0"/>
                  </a:lnTo>
                  <a:lnTo>
                    <a:pt x="1332014" y="0"/>
                  </a:lnTo>
                  <a:lnTo>
                    <a:pt x="1338810" y="0"/>
                  </a:lnTo>
                  <a:lnTo>
                    <a:pt x="1345606" y="0"/>
                  </a:lnTo>
                  <a:lnTo>
                    <a:pt x="1352402" y="0"/>
                  </a:lnTo>
                  <a:lnTo>
                    <a:pt x="1359198" y="0"/>
                  </a:lnTo>
                  <a:lnTo>
                    <a:pt x="1365994" y="0"/>
                  </a:lnTo>
                  <a:lnTo>
                    <a:pt x="1372790" y="0"/>
                  </a:lnTo>
                  <a:lnTo>
                    <a:pt x="1379586" y="0"/>
                  </a:lnTo>
                  <a:lnTo>
                    <a:pt x="1386382" y="0"/>
                  </a:lnTo>
                  <a:lnTo>
                    <a:pt x="1393178" y="0"/>
                  </a:lnTo>
                  <a:lnTo>
                    <a:pt x="1399974" y="0"/>
                  </a:lnTo>
                  <a:lnTo>
                    <a:pt x="1406770" y="0"/>
                  </a:lnTo>
                  <a:lnTo>
                    <a:pt x="1413566" y="0"/>
                  </a:lnTo>
                  <a:lnTo>
                    <a:pt x="1420362" y="0"/>
                  </a:lnTo>
                  <a:lnTo>
                    <a:pt x="1427158" y="0"/>
                  </a:lnTo>
                  <a:lnTo>
                    <a:pt x="1433954" y="0"/>
                  </a:lnTo>
                  <a:lnTo>
                    <a:pt x="1440750" y="0"/>
                  </a:lnTo>
                  <a:lnTo>
                    <a:pt x="1447546" y="0"/>
                  </a:lnTo>
                  <a:lnTo>
                    <a:pt x="1454342" y="0"/>
                  </a:lnTo>
                  <a:lnTo>
                    <a:pt x="1461138" y="0"/>
                  </a:lnTo>
                  <a:lnTo>
                    <a:pt x="1467934" y="0"/>
                  </a:lnTo>
                  <a:lnTo>
                    <a:pt x="1474730" y="0"/>
                  </a:lnTo>
                  <a:lnTo>
                    <a:pt x="1481526" y="0"/>
                  </a:lnTo>
                  <a:lnTo>
                    <a:pt x="1488322" y="0"/>
                  </a:lnTo>
                  <a:lnTo>
                    <a:pt x="1495118" y="0"/>
                  </a:lnTo>
                  <a:lnTo>
                    <a:pt x="1501914" y="0"/>
                  </a:lnTo>
                  <a:lnTo>
                    <a:pt x="1508710" y="0"/>
                  </a:lnTo>
                  <a:lnTo>
                    <a:pt x="1515506" y="0"/>
                  </a:lnTo>
                  <a:lnTo>
                    <a:pt x="1522302" y="0"/>
                  </a:lnTo>
                  <a:lnTo>
                    <a:pt x="1529098" y="0"/>
                  </a:lnTo>
                  <a:lnTo>
                    <a:pt x="1535894" y="0"/>
                  </a:lnTo>
                  <a:lnTo>
                    <a:pt x="1542690" y="0"/>
                  </a:lnTo>
                  <a:lnTo>
                    <a:pt x="1549486" y="0"/>
                  </a:lnTo>
                  <a:lnTo>
                    <a:pt x="1556282" y="0"/>
                  </a:lnTo>
                  <a:lnTo>
                    <a:pt x="1563078" y="0"/>
                  </a:lnTo>
                  <a:lnTo>
                    <a:pt x="1569874" y="0"/>
                  </a:lnTo>
                  <a:lnTo>
                    <a:pt x="1576670" y="0"/>
                  </a:lnTo>
                  <a:lnTo>
                    <a:pt x="1583466" y="0"/>
                  </a:lnTo>
                  <a:lnTo>
                    <a:pt x="1590262" y="0"/>
                  </a:lnTo>
                  <a:lnTo>
                    <a:pt x="1597058" y="0"/>
                  </a:lnTo>
                  <a:lnTo>
                    <a:pt x="1603854" y="0"/>
                  </a:lnTo>
                  <a:lnTo>
                    <a:pt x="1610650" y="0"/>
                  </a:lnTo>
                  <a:lnTo>
                    <a:pt x="1617446" y="0"/>
                  </a:lnTo>
                  <a:lnTo>
                    <a:pt x="1624242" y="0"/>
                  </a:lnTo>
                  <a:lnTo>
                    <a:pt x="1631038" y="0"/>
                  </a:lnTo>
                  <a:lnTo>
                    <a:pt x="1637834" y="0"/>
                  </a:lnTo>
                  <a:lnTo>
                    <a:pt x="1644630" y="0"/>
                  </a:lnTo>
                  <a:lnTo>
                    <a:pt x="1651426" y="0"/>
                  </a:lnTo>
                  <a:lnTo>
                    <a:pt x="1658222" y="0"/>
                  </a:lnTo>
                  <a:lnTo>
                    <a:pt x="1665018" y="0"/>
                  </a:lnTo>
                  <a:lnTo>
                    <a:pt x="1671814" y="0"/>
                  </a:lnTo>
                  <a:lnTo>
                    <a:pt x="1678610" y="0"/>
                  </a:lnTo>
                  <a:lnTo>
                    <a:pt x="1685406" y="0"/>
                  </a:lnTo>
                  <a:lnTo>
                    <a:pt x="1692202" y="0"/>
                  </a:lnTo>
                  <a:lnTo>
                    <a:pt x="1698998" y="0"/>
                  </a:lnTo>
                  <a:lnTo>
                    <a:pt x="1705794" y="0"/>
                  </a:lnTo>
                  <a:lnTo>
                    <a:pt x="1712590" y="0"/>
                  </a:lnTo>
                  <a:lnTo>
                    <a:pt x="1719386" y="0"/>
                  </a:lnTo>
                  <a:lnTo>
                    <a:pt x="1726182" y="0"/>
                  </a:lnTo>
                  <a:lnTo>
                    <a:pt x="1732978" y="0"/>
                  </a:lnTo>
                  <a:lnTo>
                    <a:pt x="1739774" y="0"/>
                  </a:lnTo>
                  <a:lnTo>
                    <a:pt x="1746570" y="0"/>
                  </a:lnTo>
                  <a:lnTo>
                    <a:pt x="1753366" y="0"/>
                  </a:lnTo>
                  <a:lnTo>
                    <a:pt x="1760161" y="0"/>
                  </a:lnTo>
                  <a:lnTo>
                    <a:pt x="1766957" y="0"/>
                  </a:lnTo>
                  <a:lnTo>
                    <a:pt x="1773753" y="0"/>
                  </a:lnTo>
                  <a:lnTo>
                    <a:pt x="1780549" y="0"/>
                  </a:lnTo>
                  <a:lnTo>
                    <a:pt x="1787345" y="0"/>
                  </a:lnTo>
                  <a:lnTo>
                    <a:pt x="1794141" y="0"/>
                  </a:lnTo>
                  <a:lnTo>
                    <a:pt x="1800937" y="0"/>
                  </a:lnTo>
                  <a:lnTo>
                    <a:pt x="1807733" y="0"/>
                  </a:lnTo>
                  <a:lnTo>
                    <a:pt x="1814529" y="0"/>
                  </a:lnTo>
                  <a:lnTo>
                    <a:pt x="1821325" y="0"/>
                  </a:lnTo>
                  <a:lnTo>
                    <a:pt x="1828121" y="0"/>
                  </a:lnTo>
                  <a:lnTo>
                    <a:pt x="1834917" y="0"/>
                  </a:lnTo>
                  <a:lnTo>
                    <a:pt x="1841713" y="0"/>
                  </a:lnTo>
                  <a:lnTo>
                    <a:pt x="1848509" y="0"/>
                  </a:lnTo>
                  <a:lnTo>
                    <a:pt x="1855305" y="0"/>
                  </a:lnTo>
                  <a:lnTo>
                    <a:pt x="1862101" y="0"/>
                  </a:lnTo>
                  <a:lnTo>
                    <a:pt x="1868897" y="0"/>
                  </a:lnTo>
                  <a:lnTo>
                    <a:pt x="1875693" y="0"/>
                  </a:lnTo>
                  <a:lnTo>
                    <a:pt x="1882489" y="0"/>
                  </a:lnTo>
                  <a:lnTo>
                    <a:pt x="1889285" y="0"/>
                  </a:lnTo>
                  <a:lnTo>
                    <a:pt x="1896081" y="0"/>
                  </a:lnTo>
                  <a:lnTo>
                    <a:pt x="1902877" y="0"/>
                  </a:lnTo>
                  <a:lnTo>
                    <a:pt x="1909673" y="0"/>
                  </a:lnTo>
                  <a:lnTo>
                    <a:pt x="1916469" y="0"/>
                  </a:lnTo>
                  <a:lnTo>
                    <a:pt x="1923265" y="0"/>
                  </a:lnTo>
                  <a:lnTo>
                    <a:pt x="1930061" y="0"/>
                  </a:lnTo>
                  <a:lnTo>
                    <a:pt x="1936857" y="0"/>
                  </a:lnTo>
                  <a:lnTo>
                    <a:pt x="1943653" y="0"/>
                  </a:lnTo>
                  <a:lnTo>
                    <a:pt x="1950449" y="0"/>
                  </a:lnTo>
                  <a:lnTo>
                    <a:pt x="1957245" y="0"/>
                  </a:lnTo>
                  <a:lnTo>
                    <a:pt x="1964041" y="0"/>
                  </a:lnTo>
                  <a:lnTo>
                    <a:pt x="1970837" y="0"/>
                  </a:lnTo>
                  <a:lnTo>
                    <a:pt x="1977633" y="0"/>
                  </a:lnTo>
                  <a:lnTo>
                    <a:pt x="1984429" y="0"/>
                  </a:lnTo>
                  <a:lnTo>
                    <a:pt x="1991225" y="0"/>
                  </a:lnTo>
                  <a:lnTo>
                    <a:pt x="1998021" y="0"/>
                  </a:lnTo>
                  <a:lnTo>
                    <a:pt x="2004817" y="0"/>
                  </a:lnTo>
                  <a:lnTo>
                    <a:pt x="2011613" y="0"/>
                  </a:lnTo>
                  <a:lnTo>
                    <a:pt x="2018409" y="0"/>
                  </a:lnTo>
                  <a:lnTo>
                    <a:pt x="2025205" y="0"/>
                  </a:lnTo>
                  <a:lnTo>
                    <a:pt x="2032001" y="0"/>
                  </a:lnTo>
                  <a:lnTo>
                    <a:pt x="2038797" y="0"/>
                  </a:lnTo>
                  <a:lnTo>
                    <a:pt x="2045593" y="0"/>
                  </a:lnTo>
                  <a:lnTo>
                    <a:pt x="2052389" y="0"/>
                  </a:lnTo>
                  <a:lnTo>
                    <a:pt x="2059185" y="0"/>
                  </a:lnTo>
                  <a:lnTo>
                    <a:pt x="2065981" y="0"/>
                  </a:lnTo>
                  <a:lnTo>
                    <a:pt x="2072777" y="0"/>
                  </a:lnTo>
                  <a:lnTo>
                    <a:pt x="2079573" y="0"/>
                  </a:lnTo>
                  <a:lnTo>
                    <a:pt x="2086369" y="0"/>
                  </a:lnTo>
                  <a:lnTo>
                    <a:pt x="2093165" y="0"/>
                  </a:lnTo>
                  <a:lnTo>
                    <a:pt x="2099961" y="0"/>
                  </a:lnTo>
                  <a:lnTo>
                    <a:pt x="2106757" y="0"/>
                  </a:lnTo>
                  <a:lnTo>
                    <a:pt x="2113553" y="0"/>
                  </a:lnTo>
                  <a:lnTo>
                    <a:pt x="2120349" y="0"/>
                  </a:lnTo>
                  <a:lnTo>
                    <a:pt x="2127145" y="0"/>
                  </a:lnTo>
                  <a:lnTo>
                    <a:pt x="2133941" y="0"/>
                  </a:lnTo>
                  <a:lnTo>
                    <a:pt x="2140737" y="0"/>
                  </a:lnTo>
                  <a:lnTo>
                    <a:pt x="2147533" y="0"/>
                  </a:lnTo>
                  <a:lnTo>
                    <a:pt x="2154329" y="0"/>
                  </a:lnTo>
                  <a:lnTo>
                    <a:pt x="2161125" y="0"/>
                  </a:lnTo>
                  <a:lnTo>
                    <a:pt x="2167921" y="0"/>
                  </a:lnTo>
                  <a:lnTo>
                    <a:pt x="2174717" y="0"/>
                  </a:lnTo>
                  <a:lnTo>
                    <a:pt x="2181513" y="0"/>
                  </a:lnTo>
                  <a:lnTo>
                    <a:pt x="2188309" y="0"/>
                  </a:lnTo>
                  <a:lnTo>
                    <a:pt x="2195105" y="0"/>
                  </a:lnTo>
                  <a:lnTo>
                    <a:pt x="2201901" y="0"/>
                  </a:lnTo>
                  <a:lnTo>
                    <a:pt x="2208697" y="0"/>
                  </a:lnTo>
                  <a:lnTo>
                    <a:pt x="2215493" y="0"/>
                  </a:lnTo>
                  <a:lnTo>
                    <a:pt x="2222289" y="0"/>
                  </a:lnTo>
                  <a:lnTo>
                    <a:pt x="2229085" y="0"/>
                  </a:lnTo>
                  <a:lnTo>
                    <a:pt x="2235881" y="0"/>
                  </a:lnTo>
                  <a:lnTo>
                    <a:pt x="2242677" y="0"/>
                  </a:lnTo>
                  <a:lnTo>
                    <a:pt x="2249473" y="0"/>
                  </a:lnTo>
                  <a:lnTo>
                    <a:pt x="2256269" y="0"/>
                  </a:lnTo>
                  <a:lnTo>
                    <a:pt x="2263065" y="0"/>
                  </a:lnTo>
                  <a:lnTo>
                    <a:pt x="2269861" y="0"/>
                  </a:lnTo>
                  <a:lnTo>
                    <a:pt x="2276657" y="0"/>
                  </a:lnTo>
                  <a:lnTo>
                    <a:pt x="2283453" y="0"/>
                  </a:lnTo>
                  <a:lnTo>
                    <a:pt x="2290249" y="0"/>
                  </a:lnTo>
                  <a:lnTo>
                    <a:pt x="2297045" y="0"/>
                  </a:lnTo>
                  <a:lnTo>
                    <a:pt x="2303841" y="0"/>
                  </a:lnTo>
                  <a:lnTo>
                    <a:pt x="2310637" y="0"/>
                  </a:lnTo>
                  <a:lnTo>
                    <a:pt x="2317433" y="0"/>
                  </a:lnTo>
                  <a:lnTo>
                    <a:pt x="2324229" y="0"/>
                  </a:lnTo>
                  <a:lnTo>
                    <a:pt x="2331025" y="0"/>
                  </a:lnTo>
                  <a:lnTo>
                    <a:pt x="2337821" y="0"/>
                  </a:lnTo>
                  <a:lnTo>
                    <a:pt x="2344617" y="0"/>
                  </a:lnTo>
                  <a:lnTo>
                    <a:pt x="2351413" y="0"/>
                  </a:lnTo>
                  <a:lnTo>
                    <a:pt x="2358209" y="0"/>
                  </a:lnTo>
                  <a:lnTo>
                    <a:pt x="2365005" y="0"/>
                  </a:lnTo>
                  <a:lnTo>
                    <a:pt x="2371801" y="0"/>
                  </a:lnTo>
                  <a:lnTo>
                    <a:pt x="2378597" y="0"/>
                  </a:lnTo>
                  <a:lnTo>
                    <a:pt x="2385393" y="0"/>
                  </a:lnTo>
                  <a:lnTo>
                    <a:pt x="2392189" y="0"/>
                  </a:lnTo>
                  <a:lnTo>
                    <a:pt x="2398985" y="0"/>
                  </a:lnTo>
                  <a:lnTo>
                    <a:pt x="2405781" y="0"/>
                  </a:lnTo>
                  <a:lnTo>
                    <a:pt x="2412577" y="0"/>
                  </a:lnTo>
                  <a:lnTo>
                    <a:pt x="2419373" y="0"/>
                  </a:lnTo>
                  <a:lnTo>
                    <a:pt x="2426169" y="0"/>
                  </a:lnTo>
                  <a:lnTo>
                    <a:pt x="2432965" y="0"/>
                  </a:lnTo>
                  <a:lnTo>
                    <a:pt x="2439761" y="0"/>
                  </a:lnTo>
                  <a:lnTo>
                    <a:pt x="2446557" y="0"/>
                  </a:lnTo>
                  <a:lnTo>
                    <a:pt x="2453353" y="0"/>
                  </a:lnTo>
                  <a:lnTo>
                    <a:pt x="2460149" y="0"/>
                  </a:lnTo>
                  <a:lnTo>
                    <a:pt x="2466945" y="0"/>
                  </a:lnTo>
                  <a:lnTo>
                    <a:pt x="2473741" y="0"/>
                  </a:lnTo>
                  <a:lnTo>
                    <a:pt x="2480537" y="0"/>
                  </a:lnTo>
                  <a:lnTo>
                    <a:pt x="2487333" y="0"/>
                  </a:lnTo>
                  <a:lnTo>
                    <a:pt x="2494129" y="0"/>
                  </a:lnTo>
                  <a:lnTo>
                    <a:pt x="2500925" y="0"/>
                  </a:lnTo>
                  <a:lnTo>
                    <a:pt x="2507721" y="0"/>
                  </a:lnTo>
                  <a:lnTo>
                    <a:pt x="2514517" y="0"/>
                  </a:lnTo>
                  <a:lnTo>
                    <a:pt x="2521313" y="0"/>
                  </a:lnTo>
                  <a:lnTo>
                    <a:pt x="2528109" y="0"/>
                  </a:lnTo>
                  <a:lnTo>
                    <a:pt x="2534905" y="0"/>
                  </a:lnTo>
                  <a:lnTo>
                    <a:pt x="2541701" y="0"/>
                  </a:lnTo>
                  <a:lnTo>
                    <a:pt x="2548497" y="0"/>
                  </a:lnTo>
                  <a:lnTo>
                    <a:pt x="2555293" y="0"/>
                  </a:lnTo>
                  <a:lnTo>
                    <a:pt x="2562089" y="0"/>
                  </a:lnTo>
                  <a:lnTo>
                    <a:pt x="2568885" y="0"/>
                  </a:lnTo>
                  <a:lnTo>
                    <a:pt x="2575681" y="0"/>
                  </a:lnTo>
                  <a:lnTo>
                    <a:pt x="2582477" y="0"/>
                  </a:lnTo>
                  <a:lnTo>
                    <a:pt x="2589273" y="0"/>
                  </a:lnTo>
                  <a:lnTo>
                    <a:pt x="2596069" y="0"/>
                  </a:lnTo>
                  <a:lnTo>
                    <a:pt x="2602865" y="0"/>
                  </a:lnTo>
                  <a:lnTo>
                    <a:pt x="2609661" y="0"/>
                  </a:lnTo>
                  <a:lnTo>
                    <a:pt x="2616457" y="0"/>
                  </a:lnTo>
                  <a:lnTo>
                    <a:pt x="2623253" y="0"/>
                  </a:lnTo>
                  <a:lnTo>
                    <a:pt x="2630049" y="0"/>
                  </a:lnTo>
                  <a:lnTo>
                    <a:pt x="2636844" y="0"/>
                  </a:lnTo>
                  <a:lnTo>
                    <a:pt x="2643640" y="0"/>
                  </a:lnTo>
                  <a:lnTo>
                    <a:pt x="2650436" y="0"/>
                  </a:lnTo>
                  <a:lnTo>
                    <a:pt x="2657232" y="0"/>
                  </a:lnTo>
                  <a:lnTo>
                    <a:pt x="2664028" y="0"/>
                  </a:lnTo>
                  <a:lnTo>
                    <a:pt x="2670824" y="0"/>
                  </a:lnTo>
                  <a:lnTo>
                    <a:pt x="2677620" y="0"/>
                  </a:lnTo>
                  <a:lnTo>
                    <a:pt x="2684416" y="0"/>
                  </a:lnTo>
                  <a:lnTo>
                    <a:pt x="2691212" y="0"/>
                  </a:lnTo>
                  <a:lnTo>
                    <a:pt x="2698008" y="0"/>
                  </a:lnTo>
                  <a:lnTo>
                    <a:pt x="2704804" y="0"/>
                  </a:lnTo>
                  <a:lnTo>
                    <a:pt x="2711600" y="0"/>
                  </a:lnTo>
                  <a:lnTo>
                    <a:pt x="2718396" y="0"/>
                  </a:lnTo>
                  <a:lnTo>
                    <a:pt x="2725192" y="0"/>
                  </a:lnTo>
                  <a:lnTo>
                    <a:pt x="2731988" y="0"/>
                  </a:lnTo>
                  <a:lnTo>
                    <a:pt x="2738784" y="0"/>
                  </a:lnTo>
                  <a:lnTo>
                    <a:pt x="2745580" y="0"/>
                  </a:lnTo>
                  <a:lnTo>
                    <a:pt x="2752376" y="0"/>
                  </a:lnTo>
                  <a:lnTo>
                    <a:pt x="2759172" y="0"/>
                  </a:lnTo>
                  <a:lnTo>
                    <a:pt x="2765968" y="0"/>
                  </a:lnTo>
                  <a:lnTo>
                    <a:pt x="2772764" y="0"/>
                  </a:lnTo>
                  <a:lnTo>
                    <a:pt x="2779560" y="0"/>
                  </a:lnTo>
                  <a:lnTo>
                    <a:pt x="2786356" y="0"/>
                  </a:lnTo>
                  <a:lnTo>
                    <a:pt x="2793152" y="0"/>
                  </a:lnTo>
                  <a:lnTo>
                    <a:pt x="2799948" y="0"/>
                  </a:lnTo>
                  <a:lnTo>
                    <a:pt x="2806744" y="0"/>
                  </a:lnTo>
                  <a:lnTo>
                    <a:pt x="2813540" y="0"/>
                  </a:lnTo>
                  <a:lnTo>
                    <a:pt x="2820336" y="0"/>
                  </a:lnTo>
                  <a:lnTo>
                    <a:pt x="2827132" y="0"/>
                  </a:lnTo>
                  <a:lnTo>
                    <a:pt x="2833928" y="0"/>
                  </a:lnTo>
                  <a:lnTo>
                    <a:pt x="2840724" y="0"/>
                  </a:lnTo>
                  <a:lnTo>
                    <a:pt x="2847520" y="0"/>
                  </a:lnTo>
                  <a:lnTo>
                    <a:pt x="2854316" y="0"/>
                  </a:lnTo>
                  <a:lnTo>
                    <a:pt x="2861112" y="0"/>
                  </a:lnTo>
                  <a:lnTo>
                    <a:pt x="2867908" y="0"/>
                  </a:lnTo>
                  <a:lnTo>
                    <a:pt x="2874704" y="0"/>
                  </a:lnTo>
                  <a:lnTo>
                    <a:pt x="2881500" y="0"/>
                  </a:lnTo>
                  <a:lnTo>
                    <a:pt x="2888296" y="0"/>
                  </a:lnTo>
                  <a:lnTo>
                    <a:pt x="2895092" y="0"/>
                  </a:lnTo>
                  <a:lnTo>
                    <a:pt x="2901888" y="0"/>
                  </a:lnTo>
                  <a:lnTo>
                    <a:pt x="2908684" y="0"/>
                  </a:lnTo>
                  <a:lnTo>
                    <a:pt x="2915480" y="0"/>
                  </a:lnTo>
                  <a:lnTo>
                    <a:pt x="2922276" y="0"/>
                  </a:lnTo>
                  <a:lnTo>
                    <a:pt x="2929072" y="0"/>
                  </a:lnTo>
                  <a:lnTo>
                    <a:pt x="2935868" y="0"/>
                  </a:lnTo>
                  <a:lnTo>
                    <a:pt x="2942664" y="0"/>
                  </a:lnTo>
                  <a:lnTo>
                    <a:pt x="2949460" y="0"/>
                  </a:lnTo>
                  <a:lnTo>
                    <a:pt x="2956256" y="0"/>
                  </a:lnTo>
                  <a:lnTo>
                    <a:pt x="2963052" y="0"/>
                  </a:lnTo>
                  <a:lnTo>
                    <a:pt x="2969848" y="0"/>
                  </a:lnTo>
                  <a:lnTo>
                    <a:pt x="2976644" y="0"/>
                  </a:lnTo>
                  <a:lnTo>
                    <a:pt x="2983440" y="0"/>
                  </a:lnTo>
                  <a:lnTo>
                    <a:pt x="2990236" y="0"/>
                  </a:lnTo>
                  <a:lnTo>
                    <a:pt x="2997032" y="0"/>
                  </a:lnTo>
                  <a:lnTo>
                    <a:pt x="3003828" y="0"/>
                  </a:lnTo>
                  <a:lnTo>
                    <a:pt x="3010624" y="0"/>
                  </a:lnTo>
                  <a:lnTo>
                    <a:pt x="3017420" y="0"/>
                  </a:lnTo>
                  <a:lnTo>
                    <a:pt x="3024216" y="0"/>
                  </a:lnTo>
                  <a:lnTo>
                    <a:pt x="3031012" y="0"/>
                  </a:lnTo>
                  <a:lnTo>
                    <a:pt x="3037808" y="0"/>
                  </a:lnTo>
                  <a:lnTo>
                    <a:pt x="3044604" y="0"/>
                  </a:lnTo>
                  <a:lnTo>
                    <a:pt x="3051400" y="0"/>
                  </a:lnTo>
                  <a:lnTo>
                    <a:pt x="3058196" y="0"/>
                  </a:lnTo>
                  <a:lnTo>
                    <a:pt x="3064992" y="0"/>
                  </a:lnTo>
                  <a:lnTo>
                    <a:pt x="3071788" y="0"/>
                  </a:lnTo>
                  <a:lnTo>
                    <a:pt x="3078584" y="0"/>
                  </a:lnTo>
                  <a:lnTo>
                    <a:pt x="3085380" y="0"/>
                  </a:lnTo>
                  <a:lnTo>
                    <a:pt x="3092176" y="0"/>
                  </a:lnTo>
                  <a:lnTo>
                    <a:pt x="3098972" y="0"/>
                  </a:lnTo>
                  <a:lnTo>
                    <a:pt x="3105768" y="0"/>
                  </a:lnTo>
                  <a:lnTo>
                    <a:pt x="3112564" y="0"/>
                  </a:lnTo>
                  <a:lnTo>
                    <a:pt x="3119360" y="0"/>
                  </a:lnTo>
                  <a:lnTo>
                    <a:pt x="3126156" y="0"/>
                  </a:lnTo>
                  <a:lnTo>
                    <a:pt x="3132952" y="0"/>
                  </a:lnTo>
                  <a:lnTo>
                    <a:pt x="3139748" y="0"/>
                  </a:lnTo>
                  <a:lnTo>
                    <a:pt x="3146544" y="0"/>
                  </a:lnTo>
                  <a:lnTo>
                    <a:pt x="3153340" y="0"/>
                  </a:lnTo>
                  <a:lnTo>
                    <a:pt x="3160136" y="0"/>
                  </a:lnTo>
                  <a:lnTo>
                    <a:pt x="3166932" y="0"/>
                  </a:lnTo>
                  <a:lnTo>
                    <a:pt x="3173728" y="0"/>
                  </a:lnTo>
                  <a:lnTo>
                    <a:pt x="3180524" y="0"/>
                  </a:lnTo>
                  <a:lnTo>
                    <a:pt x="3187320" y="0"/>
                  </a:lnTo>
                  <a:lnTo>
                    <a:pt x="3194116" y="0"/>
                  </a:lnTo>
                  <a:lnTo>
                    <a:pt x="3200912" y="0"/>
                  </a:lnTo>
                  <a:lnTo>
                    <a:pt x="3207708" y="0"/>
                  </a:lnTo>
                  <a:lnTo>
                    <a:pt x="3214504" y="0"/>
                  </a:lnTo>
                  <a:lnTo>
                    <a:pt x="3221300" y="0"/>
                  </a:lnTo>
                  <a:lnTo>
                    <a:pt x="3228096" y="0"/>
                  </a:lnTo>
                  <a:lnTo>
                    <a:pt x="3234892" y="0"/>
                  </a:lnTo>
                  <a:lnTo>
                    <a:pt x="3241688" y="0"/>
                  </a:lnTo>
                  <a:lnTo>
                    <a:pt x="3248484" y="0"/>
                  </a:lnTo>
                  <a:lnTo>
                    <a:pt x="3255280" y="0"/>
                  </a:lnTo>
                  <a:lnTo>
                    <a:pt x="3262076" y="0"/>
                  </a:lnTo>
                  <a:lnTo>
                    <a:pt x="3268872" y="0"/>
                  </a:lnTo>
                  <a:lnTo>
                    <a:pt x="3275668" y="0"/>
                  </a:lnTo>
                  <a:lnTo>
                    <a:pt x="3282464" y="0"/>
                  </a:lnTo>
                  <a:lnTo>
                    <a:pt x="3289260" y="0"/>
                  </a:lnTo>
                  <a:lnTo>
                    <a:pt x="3296056" y="0"/>
                  </a:lnTo>
                  <a:lnTo>
                    <a:pt x="3302852" y="0"/>
                  </a:lnTo>
                  <a:lnTo>
                    <a:pt x="3309648" y="0"/>
                  </a:lnTo>
                  <a:lnTo>
                    <a:pt x="3316444" y="0"/>
                  </a:lnTo>
                  <a:lnTo>
                    <a:pt x="3323240" y="0"/>
                  </a:lnTo>
                  <a:lnTo>
                    <a:pt x="3330036" y="0"/>
                  </a:lnTo>
                  <a:lnTo>
                    <a:pt x="3336832" y="0"/>
                  </a:lnTo>
                  <a:lnTo>
                    <a:pt x="3343628" y="0"/>
                  </a:lnTo>
                  <a:lnTo>
                    <a:pt x="3350424" y="0"/>
                  </a:lnTo>
                  <a:lnTo>
                    <a:pt x="3357220" y="0"/>
                  </a:lnTo>
                  <a:lnTo>
                    <a:pt x="3364016" y="0"/>
                  </a:lnTo>
                  <a:lnTo>
                    <a:pt x="3370812" y="0"/>
                  </a:lnTo>
                  <a:lnTo>
                    <a:pt x="3377608" y="0"/>
                  </a:lnTo>
                  <a:lnTo>
                    <a:pt x="3384404" y="0"/>
                  </a:lnTo>
                  <a:lnTo>
                    <a:pt x="3391200" y="0"/>
                  </a:lnTo>
                  <a:lnTo>
                    <a:pt x="3397996" y="0"/>
                  </a:lnTo>
                  <a:lnTo>
                    <a:pt x="3397996" y="102173"/>
                  </a:lnTo>
                  <a:lnTo>
                    <a:pt x="3391200" y="102173"/>
                  </a:lnTo>
                  <a:lnTo>
                    <a:pt x="3384404" y="102173"/>
                  </a:lnTo>
                  <a:lnTo>
                    <a:pt x="3377608" y="102173"/>
                  </a:lnTo>
                  <a:lnTo>
                    <a:pt x="3370812" y="102173"/>
                  </a:lnTo>
                  <a:lnTo>
                    <a:pt x="3364016" y="102173"/>
                  </a:lnTo>
                  <a:lnTo>
                    <a:pt x="3357220" y="102173"/>
                  </a:lnTo>
                  <a:lnTo>
                    <a:pt x="3350424" y="102173"/>
                  </a:lnTo>
                  <a:lnTo>
                    <a:pt x="3343628" y="102173"/>
                  </a:lnTo>
                  <a:lnTo>
                    <a:pt x="3336832" y="102173"/>
                  </a:lnTo>
                  <a:lnTo>
                    <a:pt x="3330036" y="102173"/>
                  </a:lnTo>
                  <a:lnTo>
                    <a:pt x="3323240" y="102173"/>
                  </a:lnTo>
                  <a:lnTo>
                    <a:pt x="3316444" y="102173"/>
                  </a:lnTo>
                  <a:lnTo>
                    <a:pt x="3309648" y="102173"/>
                  </a:lnTo>
                  <a:lnTo>
                    <a:pt x="3302852" y="102173"/>
                  </a:lnTo>
                  <a:lnTo>
                    <a:pt x="3296056" y="102173"/>
                  </a:lnTo>
                  <a:lnTo>
                    <a:pt x="3289260" y="102173"/>
                  </a:lnTo>
                  <a:lnTo>
                    <a:pt x="3282464" y="102173"/>
                  </a:lnTo>
                  <a:lnTo>
                    <a:pt x="3275668" y="102173"/>
                  </a:lnTo>
                  <a:lnTo>
                    <a:pt x="3268872" y="102173"/>
                  </a:lnTo>
                  <a:lnTo>
                    <a:pt x="3262076" y="102173"/>
                  </a:lnTo>
                  <a:lnTo>
                    <a:pt x="3255280" y="102173"/>
                  </a:lnTo>
                  <a:lnTo>
                    <a:pt x="3248484" y="102173"/>
                  </a:lnTo>
                  <a:lnTo>
                    <a:pt x="3241688" y="102173"/>
                  </a:lnTo>
                  <a:lnTo>
                    <a:pt x="3234892" y="102173"/>
                  </a:lnTo>
                  <a:lnTo>
                    <a:pt x="3228096" y="102173"/>
                  </a:lnTo>
                  <a:lnTo>
                    <a:pt x="3221300" y="102173"/>
                  </a:lnTo>
                  <a:lnTo>
                    <a:pt x="3214504" y="102173"/>
                  </a:lnTo>
                  <a:lnTo>
                    <a:pt x="3207708" y="102173"/>
                  </a:lnTo>
                  <a:lnTo>
                    <a:pt x="3200912" y="102173"/>
                  </a:lnTo>
                  <a:lnTo>
                    <a:pt x="3194116" y="102173"/>
                  </a:lnTo>
                  <a:lnTo>
                    <a:pt x="3187320" y="102173"/>
                  </a:lnTo>
                  <a:lnTo>
                    <a:pt x="3180524" y="102173"/>
                  </a:lnTo>
                  <a:lnTo>
                    <a:pt x="3173728" y="102173"/>
                  </a:lnTo>
                  <a:lnTo>
                    <a:pt x="3166932" y="102173"/>
                  </a:lnTo>
                  <a:lnTo>
                    <a:pt x="3160136" y="102173"/>
                  </a:lnTo>
                  <a:lnTo>
                    <a:pt x="3153340" y="102173"/>
                  </a:lnTo>
                  <a:lnTo>
                    <a:pt x="3146544" y="102173"/>
                  </a:lnTo>
                  <a:lnTo>
                    <a:pt x="3139748" y="102173"/>
                  </a:lnTo>
                  <a:lnTo>
                    <a:pt x="3132952" y="102173"/>
                  </a:lnTo>
                  <a:lnTo>
                    <a:pt x="3126156" y="102173"/>
                  </a:lnTo>
                  <a:lnTo>
                    <a:pt x="3119360" y="102173"/>
                  </a:lnTo>
                  <a:lnTo>
                    <a:pt x="3112564" y="102173"/>
                  </a:lnTo>
                  <a:lnTo>
                    <a:pt x="3105768" y="102173"/>
                  </a:lnTo>
                  <a:lnTo>
                    <a:pt x="3098972" y="102173"/>
                  </a:lnTo>
                  <a:lnTo>
                    <a:pt x="3092176" y="102173"/>
                  </a:lnTo>
                  <a:lnTo>
                    <a:pt x="3085380" y="102173"/>
                  </a:lnTo>
                  <a:lnTo>
                    <a:pt x="3078584" y="102173"/>
                  </a:lnTo>
                  <a:lnTo>
                    <a:pt x="3071788" y="102173"/>
                  </a:lnTo>
                  <a:lnTo>
                    <a:pt x="3064992" y="102173"/>
                  </a:lnTo>
                  <a:lnTo>
                    <a:pt x="3058196" y="102173"/>
                  </a:lnTo>
                  <a:lnTo>
                    <a:pt x="3051400" y="102173"/>
                  </a:lnTo>
                  <a:lnTo>
                    <a:pt x="3044604" y="102173"/>
                  </a:lnTo>
                  <a:lnTo>
                    <a:pt x="3037808" y="102173"/>
                  </a:lnTo>
                  <a:lnTo>
                    <a:pt x="3031012" y="102173"/>
                  </a:lnTo>
                  <a:lnTo>
                    <a:pt x="3024216" y="102173"/>
                  </a:lnTo>
                  <a:lnTo>
                    <a:pt x="3017420" y="102173"/>
                  </a:lnTo>
                  <a:lnTo>
                    <a:pt x="3010624" y="102173"/>
                  </a:lnTo>
                  <a:lnTo>
                    <a:pt x="3003828" y="102173"/>
                  </a:lnTo>
                  <a:lnTo>
                    <a:pt x="2997032" y="102173"/>
                  </a:lnTo>
                  <a:lnTo>
                    <a:pt x="2990236" y="102173"/>
                  </a:lnTo>
                  <a:lnTo>
                    <a:pt x="2983440" y="102173"/>
                  </a:lnTo>
                  <a:lnTo>
                    <a:pt x="2976644" y="102173"/>
                  </a:lnTo>
                  <a:lnTo>
                    <a:pt x="2969848" y="102173"/>
                  </a:lnTo>
                  <a:lnTo>
                    <a:pt x="2963052" y="102173"/>
                  </a:lnTo>
                  <a:lnTo>
                    <a:pt x="2956256" y="102173"/>
                  </a:lnTo>
                  <a:lnTo>
                    <a:pt x="2949460" y="102173"/>
                  </a:lnTo>
                  <a:lnTo>
                    <a:pt x="2942664" y="102173"/>
                  </a:lnTo>
                  <a:lnTo>
                    <a:pt x="2935868" y="102173"/>
                  </a:lnTo>
                  <a:lnTo>
                    <a:pt x="2929072" y="102173"/>
                  </a:lnTo>
                  <a:lnTo>
                    <a:pt x="2922276" y="102173"/>
                  </a:lnTo>
                  <a:lnTo>
                    <a:pt x="2915480" y="102173"/>
                  </a:lnTo>
                  <a:lnTo>
                    <a:pt x="2908684" y="102173"/>
                  </a:lnTo>
                  <a:lnTo>
                    <a:pt x="2901888" y="102173"/>
                  </a:lnTo>
                  <a:lnTo>
                    <a:pt x="2895092" y="102173"/>
                  </a:lnTo>
                  <a:lnTo>
                    <a:pt x="2888296" y="102173"/>
                  </a:lnTo>
                  <a:lnTo>
                    <a:pt x="2881500" y="102173"/>
                  </a:lnTo>
                  <a:lnTo>
                    <a:pt x="2874704" y="102173"/>
                  </a:lnTo>
                  <a:lnTo>
                    <a:pt x="2867908" y="102173"/>
                  </a:lnTo>
                  <a:lnTo>
                    <a:pt x="2861112" y="102173"/>
                  </a:lnTo>
                  <a:lnTo>
                    <a:pt x="2854316" y="102173"/>
                  </a:lnTo>
                  <a:lnTo>
                    <a:pt x="2847520" y="102173"/>
                  </a:lnTo>
                  <a:lnTo>
                    <a:pt x="2840724" y="102173"/>
                  </a:lnTo>
                  <a:lnTo>
                    <a:pt x="2833928" y="102173"/>
                  </a:lnTo>
                  <a:lnTo>
                    <a:pt x="2827132" y="102173"/>
                  </a:lnTo>
                  <a:lnTo>
                    <a:pt x="2820336" y="102173"/>
                  </a:lnTo>
                  <a:lnTo>
                    <a:pt x="2813540" y="102173"/>
                  </a:lnTo>
                  <a:lnTo>
                    <a:pt x="2806744" y="102173"/>
                  </a:lnTo>
                  <a:lnTo>
                    <a:pt x="2799948" y="102173"/>
                  </a:lnTo>
                  <a:lnTo>
                    <a:pt x="2793152" y="102173"/>
                  </a:lnTo>
                  <a:lnTo>
                    <a:pt x="2786356" y="102173"/>
                  </a:lnTo>
                  <a:lnTo>
                    <a:pt x="2779560" y="102173"/>
                  </a:lnTo>
                  <a:lnTo>
                    <a:pt x="2772764" y="102173"/>
                  </a:lnTo>
                  <a:lnTo>
                    <a:pt x="2765968" y="102173"/>
                  </a:lnTo>
                  <a:lnTo>
                    <a:pt x="2759172" y="102173"/>
                  </a:lnTo>
                  <a:lnTo>
                    <a:pt x="2752376" y="102173"/>
                  </a:lnTo>
                  <a:lnTo>
                    <a:pt x="2745580" y="102173"/>
                  </a:lnTo>
                  <a:lnTo>
                    <a:pt x="2738784" y="102173"/>
                  </a:lnTo>
                  <a:lnTo>
                    <a:pt x="2731988" y="102173"/>
                  </a:lnTo>
                  <a:lnTo>
                    <a:pt x="2725192" y="102173"/>
                  </a:lnTo>
                  <a:lnTo>
                    <a:pt x="2718396" y="102173"/>
                  </a:lnTo>
                  <a:lnTo>
                    <a:pt x="2711600" y="102173"/>
                  </a:lnTo>
                  <a:lnTo>
                    <a:pt x="2704804" y="102173"/>
                  </a:lnTo>
                  <a:lnTo>
                    <a:pt x="2698008" y="102173"/>
                  </a:lnTo>
                  <a:lnTo>
                    <a:pt x="2691212" y="102173"/>
                  </a:lnTo>
                  <a:lnTo>
                    <a:pt x="2684416" y="102173"/>
                  </a:lnTo>
                  <a:lnTo>
                    <a:pt x="2677620" y="102173"/>
                  </a:lnTo>
                  <a:lnTo>
                    <a:pt x="2670824" y="102173"/>
                  </a:lnTo>
                  <a:lnTo>
                    <a:pt x="2664028" y="102173"/>
                  </a:lnTo>
                  <a:lnTo>
                    <a:pt x="2657232" y="102173"/>
                  </a:lnTo>
                  <a:lnTo>
                    <a:pt x="2650436" y="102173"/>
                  </a:lnTo>
                  <a:lnTo>
                    <a:pt x="2643640" y="102173"/>
                  </a:lnTo>
                  <a:lnTo>
                    <a:pt x="2636844" y="102173"/>
                  </a:lnTo>
                  <a:lnTo>
                    <a:pt x="2630049" y="102173"/>
                  </a:lnTo>
                  <a:lnTo>
                    <a:pt x="2623253" y="102173"/>
                  </a:lnTo>
                  <a:lnTo>
                    <a:pt x="2616457" y="102173"/>
                  </a:lnTo>
                  <a:lnTo>
                    <a:pt x="2609661" y="102173"/>
                  </a:lnTo>
                  <a:lnTo>
                    <a:pt x="2602865" y="102173"/>
                  </a:lnTo>
                  <a:lnTo>
                    <a:pt x="2596069" y="102173"/>
                  </a:lnTo>
                  <a:lnTo>
                    <a:pt x="2589273" y="102173"/>
                  </a:lnTo>
                  <a:lnTo>
                    <a:pt x="2582477" y="102173"/>
                  </a:lnTo>
                  <a:lnTo>
                    <a:pt x="2575681" y="102173"/>
                  </a:lnTo>
                  <a:lnTo>
                    <a:pt x="2568885" y="102173"/>
                  </a:lnTo>
                  <a:lnTo>
                    <a:pt x="2562089" y="102173"/>
                  </a:lnTo>
                  <a:lnTo>
                    <a:pt x="2555293" y="102173"/>
                  </a:lnTo>
                  <a:lnTo>
                    <a:pt x="2548497" y="102173"/>
                  </a:lnTo>
                  <a:lnTo>
                    <a:pt x="2541701" y="102173"/>
                  </a:lnTo>
                  <a:lnTo>
                    <a:pt x="2534905" y="102173"/>
                  </a:lnTo>
                  <a:lnTo>
                    <a:pt x="2528109" y="102173"/>
                  </a:lnTo>
                  <a:lnTo>
                    <a:pt x="2521313" y="102173"/>
                  </a:lnTo>
                  <a:lnTo>
                    <a:pt x="2514517" y="102173"/>
                  </a:lnTo>
                  <a:lnTo>
                    <a:pt x="2507721" y="102173"/>
                  </a:lnTo>
                  <a:lnTo>
                    <a:pt x="2500925" y="102173"/>
                  </a:lnTo>
                  <a:lnTo>
                    <a:pt x="2494129" y="102173"/>
                  </a:lnTo>
                  <a:lnTo>
                    <a:pt x="2487333" y="102173"/>
                  </a:lnTo>
                  <a:lnTo>
                    <a:pt x="2480537" y="102173"/>
                  </a:lnTo>
                  <a:lnTo>
                    <a:pt x="2473741" y="102173"/>
                  </a:lnTo>
                  <a:lnTo>
                    <a:pt x="2466945" y="102173"/>
                  </a:lnTo>
                  <a:lnTo>
                    <a:pt x="2460149" y="102173"/>
                  </a:lnTo>
                  <a:lnTo>
                    <a:pt x="2453353" y="102173"/>
                  </a:lnTo>
                  <a:lnTo>
                    <a:pt x="2446557" y="102173"/>
                  </a:lnTo>
                  <a:lnTo>
                    <a:pt x="2439761" y="102173"/>
                  </a:lnTo>
                  <a:lnTo>
                    <a:pt x="2432965" y="102173"/>
                  </a:lnTo>
                  <a:lnTo>
                    <a:pt x="2426169" y="102173"/>
                  </a:lnTo>
                  <a:lnTo>
                    <a:pt x="2419373" y="102173"/>
                  </a:lnTo>
                  <a:lnTo>
                    <a:pt x="2412577" y="102173"/>
                  </a:lnTo>
                  <a:lnTo>
                    <a:pt x="2405781" y="102173"/>
                  </a:lnTo>
                  <a:lnTo>
                    <a:pt x="2398985" y="102173"/>
                  </a:lnTo>
                  <a:lnTo>
                    <a:pt x="2392189" y="102173"/>
                  </a:lnTo>
                  <a:lnTo>
                    <a:pt x="2385393" y="102173"/>
                  </a:lnTo>
                  <a:lnTo>
                    <a:pt x="2378597" y="102173"/>
                  </a:lnTo>
                  <a:lnTo>
                    <a:pt x="2371801" y="102173"/>
                  </a:lnTo>
                  <a:lnTo>
                    <a:pt x="2365005" y="102173"/>
                  </a:lnTo>
                  <a:lnTo>
                    <a:pt x="2358209" y="102173"/>
                  </a:lnTo>
                  <a:lnTo>
                    <a:pt x="2351413" y="102173"/>
                  </a:lnTo>
                  <a:lnTo>
                    <a:pt x="2344617" y="102173"/>
                  </a:lnTo>
                  <a:lnTo>
                    <a:pt x="2337821" y="102173"/>
                  </a:lnTo>
                  <a:lnTo>
                    <a:pt x="2331025" y="102173"/>
                  </a:lnTo>
                  <a:lnTo>
                    <a:pt x="2324229" y="102173"/>
                  </a:lnTo>
                  <a:lnTo>
                    <a:pt x="2317433" y="102173"/>
                  </a:lnTo>
                  <a:lnTo>
                    <a:pt x="2310637" y="102173"/>
                  </a:lnTo>
                  <a:lnTo>
                    <a:pt x="2303841" y="102173"/>
                  </a:lnTo>
                  <a:lnTo>
                    <a:pt x="2297045" y="102173"/>
                  </a:lnTo>
                  <a:lnTo>
                    <a:pt x="2290249" y="102173"/>
                  </a:lnTo>
                  <a:lnTo>
                    <a:pt x="2283453" y="102173"/>
                  </a:lnTo>
                  <a:lnTo>
                    <a:pt x="2276657" y="102173"/>
                  </a:lnTo>
                  <a:lnTo>
                    <a:pt x="2269861" y="102173"/>
                  </a:lnTo>
                  <a:lnTo>
                    <a:pt x="2263065" y="102173"/>
                  </a:lnTo>
                  <a:lnTo>
                    <a:pt x="2256269" y="102173"/>
                  </a:lnTo>
                  <a:lnTo>
                    <a:pt x="2249473" y="102173"/>
                  </a:lnTo>
                  <a:lnTo>
                    <a:pt x="2242677" y="102173"/>
                  </a:lnTo>
                  <a:lnTo>
                    <a:pt x="2235881" y="102173"/>
                  </a:lnTo>
                  <a:lnTo>
                    <a:pt x="2229085" y="102173"/>
                  </a:lnTo>
                  <a:lnTo>
                    <a:pt x="2222289" y="102173"/>
                  </a:lnTo>
                  <a:lnTo>
                    <a:pt x="2215493" y="102173"/>
                  </a:lnTo>
                  <a:lnTo>
                    <a:pt x="2208697" y="102173"/>
                  </a:lnTo>
                  <a:lnTo>
                    <a:pt x="2201901" y="102173"/>
                  </a:lnTo>
                  <a:lnTo>
                    <a:pt x="2195105" y="102173"/>
                  </a:lnTo>
                  <a:lnTo>
                    <a:pt x="2188309" y="102173"/>
                  </a:lnTo>
                  <a:lnTo>
                    <a:pt x="2181513" y="102173"/>
                  </a:lnTo>
                  <a:lnTo>
                    <a:pt x="2174717" y="102173"/>
                  </a:lnTo>
                  <a:lnTo>
                    <a:pt x="2167921" y="102173"/>
                  </a:lnTo>
                  <a:lnTo>
                    <a:pt x="2161125" y="102173"/>
                  </a:lnTo>
                  <a:lnTo>
                    <a:pt x="2154329" y="102173"/>
                  </a:lnTo>
                  <a:lnTo>
                    <a:pt x="2147533" y="102173"/>
                  </a:lnTo>
                  <a:lnTo>
                    <a:pt x="2140737" y="102173"/>
                  </a:lnTo>
                  <a:lnTo>
                    <a:pt x="2133941" y="102173"/>
                  </a:lnTo>
                  <a:lnTo>
                    <a:pt x="2127145" y="102173"/>
                  </a:lnTo>
                  <a:lnTo>
                    <a:pt x="2120349" y="102173"/>
                  </a:lnTo>
                  <a:lnTo>
                    <a:pt x="2113553" y="102173"/>
                  </a:lnTo>
                  <a:lnTo>
                    <a:pt x="2106757" y="102173"/>
                  </a:lnTo>
                  <a:lnTo>
                    <a:pt x="2099961" y="102173"/>
                  </a:lnTo>
                  <a:lnTo>
                    <a:pt x="2093165" y="102173"/>
                  </a:lnTo>
                  <a:lnTo>
                    <a:pt x="2086369" y="102173"/>
                  </a:lnTo>
                  <a:lnTo>
                    <a:pt x="2079573" y="102173"/>
                  </a:lnTo>
                  <a:lnTo>
                    <a:pt x="2072777" y="102173"/>
                  </a:lnTo>
                  <a:lnTo>
                    <a:pt x="2065981" y="102173"/>
                  </a:lnTo>
                  <a:lnTo>
                    <a:pt x="2059185" y="102173"/>
                  </a:lnTo>
                  <a:lnTo>
                    <a:pt x="2052389" y="102173"/>
                  </a:lnTo>
                  <a:lnTo>
                    <a:pt x="2045593" y="102173"/>
                  </a:lnTo>
                  <a:lnTo>
                    <a:pt x="2038797" y="102173"/>
                  </a:lnTo>
                  <a:lnTo>
                    <a:pt x="2032001" y="102173"/>
                  </a:lnTo>
                  <a:lnTo>
                    <a:pt x="2025205" y="102173"/>
                  </a:lnTo>
                  <a:lnTo>
                    <a:pt x="2018409" y="102173"/>
                  </a:lnTo>
                  <a:lnTo>
                    <a:pt x="2011613" y="102173"/>
                  </a:lnTo>
                  <a:lnTo>
                    <a:pt x="2004817" y="102173"/>
                  </a:lnTo>
                  <a:lnTo>
                    <a:pt x="1998021" y="102173"/>
                  </a:lnTo>
                  <a:lnTo>
                    <a:pt x="1991225" y="102173"/>
                  </a:lnTo>
                  <a:lnTo>
                    <a:pt x="1984429" y="102173"/>
                  </a:lnTo>
                  <a:lnTo>
                    <a:pt x="1977633" y="102173"/>
                  </a:lnTo>
                  <a:lnTo>
                    <a:pt x="1970837" y="102173"/>
                  </a:lnTo>
                  <a:lnTo>
                    <a:pt x="1964041" y="102173"/>
                  </a:lnTo>
                  <a:lnTo>
                    <a:pt x="1957245" y="102173"/>
                  </a:lnTo>
                  <a:lnTo>
                    <a:pt x="1950449" y="102173"/>
                  </a:lnTo>
                  <a:lnTo>
                    <a:pt x="1943653" y="102173"/>
                  </a:lnTo>
                  <a:lnTo>
                    <a:pt x="1936857" y="102173"/>
                  </a:lnTo>
                  <a:lnTo>
                    <a:pt x="1930061" y="102173"/>
                  </a:lnTo>
                  <a:lnTo>
                    <a:pt x="1923265" y="102173"/>
                  </a:lnTo>
                  <a:lnTo>
                    <a:pt x="1916469" y="102173"/>
                  </a:lnTo>
                  <a:lnTo>
                    <a:pt x="1909673" y="102173"/>
                  </a:lnTo>
                  <a:lnTo>
                    <a:pt x="1902877" y="102173"/>
                  </a:lnTo>
                  <a:lnTo>
                    <a:pt x="1896081" y="102173"/>
                  </a:lnTo>
                  <a:lnTo>
                    <a:pt x="1889285" y="102173"/>
                  </a:lnTo>
                  <a:lnTo>
                    <a:pt x="1882489" y="102173"/>
                  </a:lnTo>
                  <a:lnTo>
                    <a:pt x="1875693" y="102173"/>
                  </a:lnTo>
                  <a:lnTo>
                    <a:pt x="1868897" y="102173"/>
                  </a:lnTo>
                  <a:lnTo>
                    <a:pt x="1862101" y="102173"/>
                  </a:lnTo>
                  <a:lnTo>
                    <a:pt x="1855305" y="102173"/>
                  </a:lnTo>
                  <a:lnTo>
                    <a:pt x="1848509" y="102173"/>
                  </a:lnTo>
                  <a:lnTo>
                    <a:pt x="1841713" y="102173"/>
                  </a:lnTo>
                  <a:lnTo>
                    <a:pt x="1834917" y="102173"/>
                  </a:lnTo>
                  <a:lnTo>
                    <a:pt x="1828121" y="102173"/>
                  </a:lnTo>
                  <a:lnTo>
                    <a:pt x="1821325" y="102173"/>
                  </a:lnTo>
                  <a:lnTo>
                    <a:pt x="1814529" y="102173"/>
                  </a:lnTo>
                  <a:lnTo>
                    <a:pt x="1807733" y="102173"/>
                  </a:lnTo>
                  <a:lnTo>
                    <a:pt x="1800937" y="102173"/>
                  </a:lnTo>
                  <a:lnTo>
                    <a:pt x="1794141" y="102173"/>
                  </a:lnTo>
                  <a:lnTo>
                    <a:pt x="1787345" y="102173"/>
                  </a:lnTo>
                  <a:lnTo>
                    <a:pt x="1780549" y="102173"/>
                  </a:lnTo>
                  <a:lnTo>
                    <a:pt x="1773753" y="102173"/>
                  </a:lnTo>
                  <a:lnTo>
                    <a:pt x="1766957" y="102173"/>
                  </a:lnTo>
                  <a:lnTo>
                    <a:pt x="1760161" y="102173"/>
                  </a:lnTo>
                  <a:lnTo>
                    <a:pt x="1753366" y="102173"/>
                  </a:lnTo>
                  <a:lnTo>
                    <a:pt x="1746570" y="102173"/>
                  </a:lnTo>
                  <a:lnTo>
                    <a:pt x="1739774" y="102173"/>
                  </a:lnTo>
                  <a:lnTo>
                    <a:pt x="1732978" y="102173"/>
                  </a:lnTo>
                  <a:lnTo>
                    <a:pt x="1726182" y="102173"/>
                  </a:lnTo>
                  <a:lnTo>
                    <a:pt x="1719386" y="102173"/>
                  </a:lnTo>
                  <a:lnTo>
                    <a:pt x="1712590" y="102173"/>
                  </a:lnTo>
                  <a:lnTo>
                    <a:pt x="1705794" y="102173"/>
                  </a:lnTo>
                  <a:lnTo>
                    <a:pt x="1698998" y="102173"/>
                  </a:lnTo>
                  <a:lnTo>
                    <a:pt x="1692202" y="102173"/>
                  </a:lnTo>
                  <a:lnTo>
                    <a:pt x="1685406" y="102173"/>
                  </a:lnTo>
                  <a:lnTo>
                    <a:pt x="1678610" y="102173"/>
                  </a:lnTo>
                  <a:lnTo>
                    <a:pt x="1671814" y="102173"/>
                  </a:lnTo>
                  <a:lnTo>
                    <a:pt x="1665018" y="102173"/>
                  </a:lnTo>
                  <a:lnTo>
                    <a:pt x="1658222" y="102173"/>
                  </a:lnTo>
                  <a:lnTo>
                    <a:pt x="1651426" y="102173"/>
                  </a:lnTo>
                  <a:lnTo>
                    <a:pt x="1644630" y="102173"/>
                  </a:lnTo>
                  <a:lnTo>
                    <a:pt x="1637834" y="102173"/>
                  </a:lnTo>
                  <a:lnTo>
                    <a:pt x="1631038" y="102173"/>
                  </a:lnTo>
                  <a:lnTo>
                    <a:pt x="1624242" y="102173"/>
                  </a:lnTo>
                  <a:lnTo>
                    <a:pt x="1617446" y="102173"/>
                  </a:lnTo>
                  <a:lnTo>
                    <a:pt x="1610650" y="102173"/>
                  </a:lnTo>
                  <a:lnTo>
                    <a:pt x="1603854" y="102173"/>
                  </a:lnTo>
                  <a:lnTo>
                    <a:pt x="1597058" y="102173"/>
                  </a:lnTo>
                  <a:lnTo>
                    <a:pt x="1590262" y="102173"/>
                  </a:lnTo>
                  <a:lnTo>
                    <a:pt x="1583466" y="102173"/>
                  </a:lnTo>
                  <a:lnTo>
                    <a:pt x="1576670" y="102173"/>
                  </a:lnTo>
                  <a:lnTo>
                    <a:pt x="1569874" y="102173"/>
                  </a:lnTo>
                  <a:lnTo>
                    <a:pt x="1563078" y="102173"/>
                  </a:lnTo>
                  <a:lnTo>
                    <a:pt x="1556282" y="102173"/>
                  </a:lnTo>
                  <a:lnTo>
                    <a:pt x="1549486" y="102173"/>
                  </a:lnTo>
                  <a:lnTo>
                    <a:pt x="1542690" y="102173"/>
                  </a:lnTo>
                  <a:lnTo>
                    <a:pt x="1535894" y="102173"/>
                  </a:lnTo>
                  <a:lnTo>
                    <a:pt x="1529098" y="102173"/>
                  </a:lnTo>
                  <a:lnTo>
                    <a:pt x="1522302" y="102173"/>
                  </a:lnTo>
                  <a:lnTo>
                    <a:pt x="1515506" y="102173"/>
                  </a:lnTo>
                  <a:lnTo>
                    <a:pt x="1508710" y="102173"/>
                  </a:lnTo>
                  <a:lnTo>
                    <a:pt x="1501914" y="102173"/>
                  </a:lnTo>
                  <a:lnTo>
                    <a:pt x="1495118" y="102173"/>
                  </a:lnTo>
                  <a:lnTo>
                    <a:pt x="1488322" y="102173"/>
                  </a:lnTo>
                  <a:lnTo>
                    <a:pt x="1481526" y="102173"/>
                  </a:lnTo>
                  <a:lnTo>
                    <a:pt x="1474730" y="102173"/>
                  </a:lnTo>
                  <a:lnTo>
                    <a:pt x="1467934" y="102173"/>
                  </a:lnTo>
                  <a:lnTo>
                    <a:pt x="1461138" y="102173"/>
                  </a:lnTo>
                  <a:lnTo>
                    <a:pt x="1454342" y="102173"/>
                  </a:lnTo>
                  <a:lnTo>
                    <a:pt x="1447546" y="102173"/>
                  </a:lnTo>
                  <a:lnTo>
                    <a:pt x="1440750" y="102173"/>
                  </a:lnTo>
                  <a:lnTo>
                    <a:pt x="1433954" y="102173"/>
                  </a:lnTo>
                  <a:lnTo>
                    <a:pt x="1427158" y="102173"/>
                  </a:lnTo>
                  <a:lnTo>
                    <a:pt x="1420362" y="102173"/>
                  </a:lnTo>
                  <a:lnTo>
                    <a:pt x="1413566" y="102173"/>
                  </a:lnTo>
                  <a:lnTo>
                    <a:pt x="1406770" y="102173"/>
                  </a:lnTo>
                  <a:lnTo>
                    <a:pt x="1399974" y="102173"/>
                  </a:lnTo>
                  <a:lnTo>
                    <a:pt x="1393178" y="102173"/>
                  </a:lnTo>
                  <a:lnTo>
                    <a:pt x="1386382" y="102173"/>
                  </a:lnTo>
                  <a:lnTo>
                    <a:pt x="1379586" y="102173"/>
                  </a:lnTo>
                  <a:lnTo>
                    <a:pt x="1372790" y="102173"/>
                  </a:lnTo>
                  <a:lnTo>
                    <a:pt x="1365994" y="102173"/>
                  </a:lnTo>
                  <a:lnTo>
                    <a:pt x="1359198" y="102173"/>
                  </a:lnTo>
                  <a:lnTo>
                    <a:pt x="1352402" y="102173"/>
                  </a:lnTo>
                  <a:lnTo>
                    <a:pt x="1345606" y="102173"/>
                  </a:lnTo>
                  <a:lnTo>
                    <a:pt x="1338810" y="102173"/>
                  </a:lnTo>
                  <a:lnTo>
                    <a:pt x="1332014" y="102173"/>
                  </a:lnTo>
                  <a:lnTo>
                    <a:pt x="1325218" y="102173"/>
                  </a:lnTo>
                  <a:lnTo>
                    <a:pt x="1318422" y="102173"/>
                  </a:lnTo>
                  <a:lnTo>
                    <a:pt x="1311626" y="102173"/>
                  </a:lnTo>
                  <a:lnTo>
                    <a:pt x="1304830" y="102173"/>
                  </a:lnTo>
                  <a:lnTo>
                    <a:pt x="1298034" y="102173"/>
                  </a:lnTo>
                  <a:lnTo>
                    <a:pt x="1291238" y="102173"/>
                  </a:lnTo>
                  <a:lnTo>
                    <a:pt x="1284442" y="102173"/>
                  </a:lnTo>
                  <a:lnTo>
                    <a:pt x="1277646" y="102173"/>
                  </a:lnTo>
                  <a:lnTo>
                    <a:pt x="1270850" y="102173"/>
                  </a:lnTo>
                  <a:lnTo>
                    <a:pt x="1264054" y="102173"/>
                  </a:lnTo>
                  <a:lnTo>
                    <a:pt x="1257258" y="102173"/>
                  </a:lnTo>
                  <a:lnTo>
                    <a:pt x="1250462" y="102173"/>
                  </a:lnTo>
                  <a:lnTo>
                    <a:pt x="1243666" y="102173"/>
                  </a:lnTo>
                  <a:lnTo>
                    <a:pt x="1236870" y="102173"/>
                  </a:lnTo>
                  <a:lnTo>
                    <a:pt x="1230074" y="102173"/>
                  </a:lnTo>
                  <a:lnTo>
                    <a:pt x="1223278" y="102173"/>
                  </a:lnTo>
                  <a:lnTo>
                    <a:pt x="1216482" y="102173"/>
                  </a:lnTo>
                  <a:lnTo>
                    <a:pt x="1209686" y="102173"/>
                  </a:lnTo>
                  <a:lnTo>
                    <a:pt x="1202890" y="102173"/>
                  </a:lnTo>
                  <a:lnTo>
                    <a:pt x="1196094" y="102173"/>
                  </a:lnTo>
                  <a:lnTo>
                    <a:pt x="1189298" y="102173"/>
                  </a:lnTo>
                  <a:lnTo>
                    <a:pt x="1182502" y="102173"/>
                  </a:lnTo>
                  <a:lnTo>
                    <a:pt x="1175706" y="102173"/>
                  </a:lnTo>
                  <a:lnTo>
                    <a:pt x="1168910" y="102173"/>
                  </a:lnTo>
                  <a:lnTo>
                    <a:pt x="1162114" y="102173"/>
                  </a:lnTo>
                  <a:lnTo>
                    <a:pt x="1155318" y="102173"/>
                  </a:lnTo>
                  <a:lnTo>
                    <a:pt x="1148522" y="102173"/>
                  </a:lnTo>
                  <a:lnTo>
                    <a:pt x="1141726" y="102173"/>
                  </a:lnTo>
                  <a:lnTo>
                    <a:pt x="1134930" y="102173"/>
                  </a:lnTo>
                  <a:lnTo>
                    <a:pt x="1128134" y="102173"/>
                  </a:lnTo>
                  <a:lnTo>
                    <a:pt x="1121338" y="102173"/>
                  </a:lnTo>
                  <a:lnTo>
                    <a:pt x="1114542" y="102173"/>
                  </a:lnTo>
                  <a:lnTo>
                    <a:pt x="1107746" y="102173"/>
                  </a:lnTo>
                  <a:lnTo>
                    <a:pt x="1100950" y="102173"/>
                  </a:lnTo>
                  <a:lnTo>
                    <a:pt x="1094154" y="102173"/>
                  </a:lnTo>
                  <a:lnTo>
                    <a:pt x="1087358" y="102173"/>
                  </a:lnTo>
                  <a:lnTo>
                    <a:pt x="1080562" y="102173"/>
                  </a:lnTo>
                  <a:lnTo>
                    <a:pt x="1073766" y="102173"/>
                  </a:lnTo>
                  <a:lnTo>
                    <a:pt x="1066970" y="102173"/>
                  </a:lnTo>
                  <a:lnTo>
                    <a:pt x="1060174" y="102173"/>
                  </a:lnTo>
                  <a:lnTo>
                    <a:pt x="1053378" y="102173"/>
                  </a:lnTo>
                  <a:lnTo>
                    <a:pt x="1046582" y="102173"/>
                  </a:lnTo>
                  <a:lnTo>
                    <a:pt x="1039786" y="102173"/>
                  </a:lnTo>
                  <a:lnTo>
                    <a:pt x="1032990" y="102173"/>
                  </a:lnTo>
                  <a:lnTo>
                    <a:pt x="1026194" y="102173"/>
                  </a:lnTo>
                  <a:lnTo>
                    <a:pt x="1019398" y="102173"/>
                  </a:lnTo>
                  <a:lnTo>
                    <a:pt x="1012602" y="102173"/>
                  </a:lnTo>
                  <a:lnTo>
                    <a:pt x="1005806" y="102173"/>
                  </a:lnTo>
                  <a:lnTo>
                    <a:pt x="999010" y="102173"/>
                  </a:lnTo>
                  <a:lnTo>
                    <a:pt x="992214" y="102173"/>
                  </a:lnTo>
                  <a:lnTo>
                    <a:pt x="985418" y="102173"/>
                  </a:lnTo>
                  <a:lnTo>
                    <a:pt x="978622" y="102173"/>
                  </a:lnTo>
                  <a:lnTo>
                    <a:pt x="971826" y="102173"/>
                  </a:lnTo>
                  <a:lnTo>
                    <a:pt x="965030" y="102173"/>
                  </a:lnTo>
                  <a:lnTo>
                    <a:pt x="958234" y="102173"/>
                  </a:lnTo>
                  <a:lnTo>
                    <a:pt x="951438" y="102173"/>
                  </a:lnTo>
                  <a:lnTo>
                    <a:pt x="944642" y="102173"/>
                  </a:lnTo>
                  <a:lnTo>
                    <a:pt x="937846" y="102173"/>
                  </a:lnTo>
                  <a:lnTo>
                    <a:pt x="931050" y="102173"/>
                  </a:lnTo>
                  <a:lnTo>
                    <a:pt x="924254" y="102173"/>
                  </a:lnTo>
                  <a:lnTo>
                    <a:pt x="917458" y="102173"/>
                  </a:lnTo>
                  <a:lnTo>
                    <a:pt x="910662" y="102173"/>
                  </a:lnTo>
                  <a:lnTo>
                    <a:pt x="903866" y="102173"/>
                  </a:lnTo>
                  <a:lnTo>
                    <a:pt x="897070" y="102173"/>
                  </a:lnTo>
                  <a:lnTo>
                    <a:pt x="890274" y="102173"/>
                  </a:lnTo>
                  <a:lnTo>
                    <a:pt x="883478" y="102173"/>
                  </a:lnTo>
                  <a:lnTo>
                    <a:pt x="876683" y="102173"/>
                  </a:lnTo>
                  <a:lnTo>
                    <a:pt x="869887" y="102173"/>
                  </a:lnTo>
                  <a:lnTo>
                    <a:pt x="863091" y="102173"/>
                  </a:lnTo>
                  <a:lnTo>
                    <a:pt x="856295" y="102173"/>
                  </a:lnTo>
                  <a:lnTo>
                    <a:pt x="849499" y="102173"/>
                  </a:lnTo>
                  <a:lnTo>
                    <a:pt x="842703" y="102173"/>
                  </a:lnTo>
                  <a:lnTo>
                    <a:pt x="835907" y="102173"/>
                  </a:lnTo>
                  <a:lnTo>
                    <a:pt x="829111" y="102173"/>
                  </a:lnTo>
                  <a:lnTo>
                    <a:pt x="822315" y="102173"/>
                  </a:lnTo>
                  <a:lnTo>
                    <a:pt x="815519" y="102173"/>
                  </a:lnTo>
                  <a:lnTo>
                    <a:pt x="808723" y="102173"/>
                  </a:lnTo>
                  <a:lnTo>
                    <a:pt x="801927" y="102173"/>
                  </a:lnTo>
                  <a:lnTo>
                    <a:pt x="795131" y="102173"/>
                  </a:lnTo>
                  <a:lnTo>
                    <a:pt x="788335" y="102173"/>
                  </a:lnTo>
                  <a:lnTo>
                    <a:pt x="781539" y="102173"/>
                  </a:lnTo>
                  <a:lnTo>
                    <a:pt x="774743" y="102173"/>
                  </a:lnTo>
                  <a:lnTo>
                    <a:pt x="767947" y="102173"/>
                  </a:lnTo>
                  <a:lnTo>
                    <a:pt x="761151" y="102173"/>
                  </a:lnTo>
                  <a:lnTo>
                    <a:pt x="754355" y="102173"/>
                  </a:lnTo>
                  <a:lnTo>
                    <a:pt x="747559" y="102173"/>
                  </a:lnTo>
                  <a:lnTo>
                    <a:pt x="740763" y="102173"/>
                  </a:lnTo>
                  <a:lnTo>
                    <a:pt x="733967" y="102173"/>
                  </a:lnTo>
                  <a:lnTo>
                    <a:pt x="727171" y="102173"/>
                  </a:lnTo>
                  <a:lnTo>
                    <a:pt x="720375" y="102173"/>
                  </a:lnTo>
                  <a:lnTo>
                    <a:pt x="713579" y="102173"/>
                  </a:lnTo>
                  <a:lnTo>
                    <a:pt x="706783" y="102173"/>
                  </a:lnTo>
                  <a:lnTo>
                    <a:pt x="699987" y="102173"/>
                  </a:lnTo>
                  <a:lnTo>
                    <a:pt x="693191" y="102173"/>
                  </a:lnTo>
                  <a:lnTo>
                    <a:pt x="686395" y="102173"/>
                  </a:lnTo>
                  <a:lnTo>
                    <a:pt x="679599" y="102173"/>
                  </a:lnTo>
                  <a:lnTo>
                    <a:pt x="672803" y="102173"/>
                  </a:lnTo>
                  <a:lnTo>
                    <a:pt x="666007" y="102173"/>
                  </a:lnTo>
                  <a:lnTo>
                    <a:pt x="659211" y="102173"/>
                  </a:lnTo>
                  <a:lnTo>
                    <a:pt x="652415" y="102173"/>
                  </a:lnTo>
                  <a:lnTo>
                    <a:pt x="645619" y="102173"/>
                  </a:lnTo>
                  <a:lnTo>
                    <a:pt x="638823" y="102173"/>
                  </a:lnTo>
                  <a:lnTo>
                    <a:pt x="632027" y="102173"/>
                  </a:lnTo>
                  <a:lnTo>
                    <a:pt x="625231" y="102173"/>
                  </a:lnTo>
                  <a:lnTo>
                    <a:pt x="618435" y="102173"/>
                  </a:lnTo>
                  <a:lnTo>
                    <a:pt x="611639" y="102173"/>
                  </a:lnTo>
                  <a:lnTo>
                    <a:pt x="604843" y="102173"/>
                  </a:lnTo>
                  <a:lnTo>
                    <a:pt x="598047" y="102173"/>
                  </a:lnTo>
                  <a:lnTo>
                    <a:pt x="591251" y="102173"/>
                  </a:lnTo>
                  <a:lnTo>
                    <a:pt x="584455" y="102173"/>
                  </a:lnTo>
                  <a:lnTo>
                    <a:pt x="577659" y="102173"/>
                  </a:lnTo>
                  <a:lnTo>
                    <a:pt x="570863" y="102173"/>
                  </a:lnTo>
                  <a:lnTo>
                    <a:pt x="564067" y="102173"/>
                  </a:lnTo>
                  <a:lnTo>
                    <a:pt x="557271" y="102173"/>
                  </a:lnTo>
                  <a:lnTo>
                    <a:pt x="550475" y="102173"/>
                  </a:lnTo>
                  <a:lnTo>
                    <a:pt x="543679" y="102173"/>
                  </a:lnTo>
                  <a:lnTo>
                    <a:pt x="536883" y="102173"/>
                  </a:lnTo>
                  <a:lnTo>
                    <a:pt x="530087" y="102173"/>
                  </a:lnTo>
                  <a:lnTo>
                    <a:pt x="523291" y="102173"/>
                  </a:lnTo>
                  <a:lnTo>
                    <a:pt x="516495" y="102173"/>
                  </a:lnTo>
                  <a:lnTo>
                    <a:pt x="509699" y="102173"/>
                  </a:lnTo>
                  <a:lnTo>
                    <a:pt x="502903" y="102173"/>
                  </a:lnTo>
                  <a:lnTo>
                    <a:pt x="496107" y="102173"/>
                  </a:lnTo>
                  <a:lnTo>
                    <a:pt x="489311" y="102173"/>
                  </a:lnTo>
                  <a:lnTo>
                    <a:pt x="482515" y="102173"/>
                  </a:lnTo>
                  <a:lnTo>
                    <a:pt x="475719" y="102173"/>
                  </a:lnTo>
                  <a:lnTo>
                    <a:pt x="468923" y="102173"/>
                  </a:lnTo>
                  <a:lnTo>
                    <a:pt x="462127" y="102173"/>
                  </a:lnTo>
                  <a:lnTo>
                    <a:pt x="455331" y="102173"/>
                  </a:lnTo>
                  <a:lnTo>
                    <a:pt x="448535" y="102173"/>
                  </a:lnTo>
                  <a:lnTo>
                    <a:pt x="441739" y="102173"/>
                  </a:lnTo>
                  <a:lnTo>
                    <a:pt x="434943" y="102173"/>
                  </a:lnTo>
                  <a:lnTo>
                    <a:pt x="428147" y="102173"/>
                  </a:lnTo>
                  <a:lnTo>
                    <a:pt x="421351" y="102173"/>
                  </a:lnTo>
                  <a:lnTo>
                    <a:pt x="414555" y="102173"/>
                  </a:lnTo>
                  <a:lnTo>
                    <a:pt x="407759" y="102173"/>
                  </a:lnTo>
                  <a:lnTo>
                    <a:pt x="400963" y="102173"/>
                  </a:lnTo>
                  <a:lnTo>
                    <a:pt x="394167" y="102173"/>
                  </a:lnTo>
                  <a:lnTo>
                    <a:pt x="387371" y="102173"/>
                  </a:lnTo>
                  <a:lnTo>
                    <a:pt x="380575" y="102173"/>
                  </a:lnTo>
                  <a:lnTo>
                    <a:pt x="373779" y="102173"/>
                  </a:lnTo>
                  <a:lnTo>
                    <a:pt x="366983" y="102173"/>
                  </a:lnTo>
                  <a:lnTo>
                    <a:pt x="360187" y="102173"/>
                  </a:lnTo>
                  <a:lnTo>
                    <a:pt x="353391" y="102173"/>
                  </a:lnTo>
                  <a:lnTo>
                    <a:pt x="346595" y="102173"/>
                  </a:lnTo>
                  <a:lnTo>
                    <a:pt x="339799" y="102173"/>
                  </a:lnTo>
                  <a:lnTo>
                    <a:pt x="333003" y="102173"/>
                  </a:lnTo>
                  <a:lnTo>
                    <a:pt x="326207" y="102173"/>
                  </a:lnTo>
                  <a:lnTo>
                    <a:pt x="319411" y="102173"/>
                  </a:lnTo>
                  <a:lnTo>
                    <a:pt x="312615" y="102173"/>
                  </a:lnTo>
                  <a:lnTo>
                    <a:pt x="305819" y="102173"/>
                  </a:lnTo>
                  <a:lnTo>
                    <a:pt x="299023" y="102173"/>
                  </a:lnTo>
                  <a:lnTo>
                    <a:pt x="292227" y="102173"/>
                  </a:lnTo>
                  <a:lnTo>
                    <a:pt x="285431" y="102173"/>
                  </a:lnTo>
                  <a:lnTo>
                    <a:pt x="278635" y="102173"/>
                  </a:lnTo>
                  <a:lnTo>
                    <a:pt x="271839" y="102173"/>
                  </a:lnTo>
                  <a:lnTo>
                    <a:pt x="265043" y="102173"/>
                  </a:lnTo>
                  <a:lnTo>
                    <a:pt x="258247" y="102173"/>
                  </a:lnTo>
                  <a:lnTo>
                    <a:pt x="251451" y="102173"/>
                  </a:lnTo>
                  <a:lnTo>
                    <a:pt x="244655" y="102173"/>
                  </a:lnTo>
                  <a:lnTo>
                    <a:pt x="237859" y="102173"/>
                  </a:lnTo>
                  <a:lnTo>
                    <a:pt x="231063" y="102173"/>
                  </a:lnTo>
                  <a:lnTo>
                    <a:pt x="224267" y="102173"/>
                  </a:lnTo>
                  <a:lnTo>
                    <a:pt x="217471" y="102173"/>
                  </a:lnTo>
                  <a:lnTo>
                    <a:pt x="210675" y="102173"/>
                  </a:lnTo>
                  <a:lnTo>
                    <a:pt x="203879" y="102173"/>
                  </a:lnTo>
                  <a:lnTo>
                    <a:pt x="197083" y="102173"/>
                  </a:lnTo>
                  <a:lnTo>
                    <a:pt x="190287" y="102173"/>
                  </a:lnTo>
                  <a:lnTo>
                    <a:pt x="183491" y="102173"/>
                  </a:lnTo>
                  <a:lnTo>
                    <a:pt x="176695" y="102173"/>
                  </a:lnTo>
                  <a:lnTo>
                    <a:pt x="169899" y="102173"/>
                  </a:lnTo>
                  <a:lnTo>
                    <a:pt x="163103" y="102173"/>
                  </a:lnTo>
                  <a:lnTo>
                    <a:pt x="156307" y="102173"/>
                  </a:lnTo>
                  <a:lnTo>
                    <a:pt x="149511" y="102173"/>
                  </a:lnTo>
                  <a:lnTo>
                    <a:pt x="142715" y="102173"/>
                  </a:lnTo>
                  <a:lnTo>
                    <a:pt x="135919" y="102173"/>
                  </a:lnTo>
                  <a:lnTo>
                    <a:pt x="129123" y="102173"/>
                  </a:lnTo>
                  <a:lnTo>
                    <a:pt x="122327" y="102173"/>
                  </a:lnTo>
                  <a:lnTo>
                    <a:pt x="115531" y="102173"/>
                  </a:lnTo>
                  <a:lnTo>
                    <a:pt x="108735" y="102173"/>
                  </a:lnTo>
                  <a:lnTo>
                    <a:pt x="101939" y="102173"/>
                  </a:lnTo>
                  <a:lnTo>
                    <a:pt x="95143" y="102173"/>
                  </a:lnTo>
                  <a:lnTo>
                    <a:pt x="88347" y="102173"/>
                  </a:lnTo>
                  <a:lnTo>
                    <a:pt x="81551" y="102173"/>
                  </a:lnTo>
                  <a:lnTo>
                    <a:pt x="74755" y="102173"/>
                  </a:lnTo>
                  <a:lnTo>
                    <a:pt x="67959" y="102173"/>
                  </a:lnTo>
                  <a:lnTo>
                    <a:pt x="61163" y="102173"/>
                  </a:lnTo>
                  <a:lnTo>
                    <a:pt x="54367" y="102173"/>
                  </a:lnTo>
                  <a:lnTo>
                    <a:pt x="47571" y="102173"/>
                  </a:lnTo>
                  <a:lnTo>
                    <a:pt x="40775" y="102173"/>
                  </a:lnTo>
                  <a:lnTo>
                    <a:pt x="33979" y="102173"/>
                  </a:lnTo>
                  <a:lnTo>
                    <a:pt x="27183" y="102173"/>
                  </a:lnTo>
                  <a:lnTo>
                    <a:pt x="20387" y="102173"/>
                  </a:lnTo>
                  <a:lnTo>
                    <a:pt x="13591" y="102173"/>
                  </a:lnTo>
                  <a:lnTo>
                    <a:pt x="6795" y="102173"/>
                  </a:lnTo>
                  <a:lnTo>
                    <a:pt x="0" y="102173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33" name="pg332"/>
            <p:cNvSpPr/>
            <p:nvPr/>
          </p:nvSpPr>
          <p:spPr>
            <a:xfrm>
              <a:off x="5637721" y="4454810"/>
              <a:ext cx="4445860" cy="102173"/>
            </a:xfrm>
            <a:custGeom>
              <a:avLst/>
              <a:pathLst>
                <a:path w="4445860" h="102173">
                  <a:moveTo>
                    <a:pt x="0" y="0"/>
                  </a:moveTo>
                  <a:lnTo>
                    <a:pt x="8891" y="0"/>
                  </a:lnTo>
                  <a:lnTo>
                    <a:pt x="17783" y="0"/>
                  </a:lnTo>
                  <a:lnTo>
                    <a:pt x="26675" y="0"/>
                  </a:lnTo>
                  <a:lnTo>
                    <a:pt x="35566" y="0"/>
                  </a:lnTo>
                  <a:lnTo>
                    <a:pt x="44458" y="0"/>
                  </a:lnTo>
                  <a:lnTo>
                    <a:pt x="53350" y="0"/>
                  </a:lnTo>
                  <a:lnTo>
                    <a:pt x="62242" y="0"/>
                  </a:lnTo>
                  <a:lnTo>
                    <a:pt x="71133" y="0"/>
                  </a:lnTo>
                  <a:lnTo>
                    <a:pt x="80025" y="0"/>
                  </a:lnTo>
                  <a:lnTo>
                    <a:pt x="88917" y="0"/>
                  </a:lnTo>
                  <a:lnTo>
                    <a:pt x="97808" y="0"/>
                  </a:lnTo>
                  <a:lnTo>
                    <a:pt x="106700" y="0"/>
                  </a:lnTo>
                  <a:lnTo>
                    <a:pt x="115592" y="0"/>
                  </a:lnTo>
                  <a:lnTo>
                    <a:pt x="124484" y="0"/>
                  </a:lnTo>
                  <a:lnTo>
                    <a:pt x="133375" y="0"/>
                  </a:lnTo>
                  <a:lnTo>
                    <a:pt x="142267" y="0"/>
                  </a:lnTo>
                  <a:lnTo>
                    <a:pt x="151159" y="0"/>
                  </a:lnTo>
                  <a:lnTo>
                    <a:pt x="160050" y="0"/>
                  </a:lnTo>
                  <a:lnTo>
                    <a:pt x="168942" y="0"/>
                  </a:lnTo>
                  <a:lnTo>
                    <a:pt x="177834" y="0"/>
                  </a:lnTo>
                  <a:lnTo>
                    <a:pt x="186726" y="0"/>
                  </a:lnTo>
                  <a:lnTo>
                    <a:pt x="195617" y="0"/>
                  </a:lnTo>
                  <a:lnTo>
                    <a:pt x="204509" y="0"/>
                  </a:lnTo>
                  <a:lnTo>
                    <a:pt x="213401" y="0"/>
                  </a:lnTo>
                  <a:lnTo>
                    <a:pt x="222293" y="0"/>
                  </a:lnTo>
                  <a:lnTo>
                    <a:pt x="231184" y="0"/>
                  </a:lnTo>
                  <a:lnTo>
                    <a:pt x="240076" y="0"/>
                  </a:lnTo>
                  <a:lnTo>
                    <a:pt x="248968" y="0"/>
                  </a:lnTo>
                  <a:lnTo>
                    <a:pt x="257859" y="0"/>
                  </a:lnTo>
                  <a:lnTo>
                    <a:pt x="266751" y="0"/>
                  </a:lnTo>
                  <a:lnTo>
                    <a:pt x="275643" y="0"/>
                  </a:lnTo>
                  <a:lnTo>
                    <a:pt x="284535" y="0"/>
                  </a:lnTo>
                  <a:lnTo>
                    <a:pt x="293426" y="0"/>
                  </a:lnTo>
                  <a:lnTo>
                    <a:pt x="302318" y="0"/>
                  </a:lnTo>
                  <a:lnTo>
                    <a:pt x="311210" y="0"/>
                  </a:lnTo>
                  <a:lnTo>
                    <a:pt x="320101" y="0"/>
                  </a:lnTo>
                  <a:lnTo>
                    <a:pt x="328993" y="0"/>
                  </a:lnTo>
                  <a:lnTo>
                    <a:pt x="337885" y="0"/>
                  </a:lnTo>
                  <a:lnTo>
                    <a:pt x="346777" y="0"/>
                  </a:lnTo>
                  <a:lnTo>
                    <a:pt x="355668" y="0"/>
                  </a:lnTo>
                  <a:lnTo>
                    <a:pt x="364560" y="0"/>
                  </a:lnTo>
                  <a:lnTo>
                    <a:pt x="373452" y="0"/>
                  </a:lnTo>
                  <a:lnTo>
                    <a:pt x="382343" y="0"/>
                  </a:lnTo>
                  <a:lnTo>
                    <a:pt x="391235" y="0"/>
                  </a:lnTo>
                  <a:lnTo>
                    <a:pt x="400127" y="0"/>
                  </a:lnTo>
                  <a:lnTo>
                    <a:pt x="409019" y="0"/>
                  </a:lnTo>
                  <a:lnTo>
                    <a:pt x="417910" y="0"/>
                  </a:lnTo>
                  <a:lnTo>
                    <a:pt x="426802" y="0"/>
                  </a:lnTo>
                  <a:lnTo>
                    <a:pt x="435694" y="0"/>
                  </a:lnTo>
                  <a:lnTo>
                    <a:pt x="444586" y="0"/>
                  </a:lnTo>
                  <a:lnTo>
                    <a:pt x="453477" y="0"/>
                  </a:lnTo>
                  <a:lnTo>
                    <a:pt x="462369" y="0"/>
                  </a:lnTo>
                  <a:lnTo>
                    <a:pt x="471261" y="0"/>
                  </a:lnTo>
                  <a:lnTo>
                    <a:pt x="480152" y="0"/>
                  </a:lnTo>
                  <a:lnTo>
                    <a:pt x="489044" y="0"/>
                  </a:lnTo>
                  <a:lnTo>
                    <a:pt x="497936" y="0"/>
                  </a:lnTo>
                  <a:lnTo>
                    <a:pt x="506828" y="0"/>
                  </a:lnTo>
                  <a:lnTo>
                    <a:pt x="515719" y="0"/>
                  </a:lnTo>
                  <a:lnTo>
                    <a:pt x="524611" y="0"/>
                  </a:lnTo>
                  <a:lnTo>
                    <a:pt x="533503" y="0"/>
                  </a:lnTo>
                  <a:lnTo>
                    <a:pt x="542394" y="0"/>
                  </a:lnTo>
                  <a:lnTo>
                    <a:pt x="551286" y="0"/>
                  </a:lnTo>
                  <a:lnTo>
                    <a:pt x="560178" y="0"/>
                  </a:lnTo>
                  <a:lnTo>
                    <a:pt x="569070" y="0"/>
                  </a:lnTo>
                  <a:lnTo>
                    <a:pt x="577961" y="0"/>
                  </a:lnTo>
                  <a:lnTo>
                    <a:pt x="586853" y="0"/>
                  </a:lnTo>
                  <a:lnTo>
                    <a:pt x="595745" y="0"/>
                  </a:lnTo>
                  <a:lnTo>
                    <a:pt x="604636" y="0"/>
                  </a:lnTo>
                  <a:lnTo>
                    <a:pt x="613528" y="0"/>
                  </a:lnTo>
                  <a:lnTo>
                    <a:pt x="622420" y="0"/>
                  </a:lnTo>
                  <a:lnTo>
                    <a:pt x="631312" y="0"/>
                  </a:lnTo>
                  <a:lnTo>
                    <a:pt x="640203" y="0"/>
                  </a:lnTo>
                  <a:lnTo>
                    <a:pt x="649095" y="0"/>
                  </a:lnTo>
                  <a:lnTo>
                    <a:pt x="657987" y="0"/>
                  </a:lnTo>
                  <a:lnTo>
                    <a:pt x="666879" y="0"/>
                  </a:lnTo>
                  <a:lnTo>
                    <a:pt x="675770" y="0"/>
                  </a:lnTo>
                  <a:lnTo>
                    <a:pt x="684662" y="0"/>
                  </a:lnTo>
                  <a:lnTo>
                    <a:pt x="693554" y="0"/>
                  </a:lnTo>
                  <a:lnTo>
                    <a:pt x="702445" y="0"/>
                  </a:lnTo>
                  <a:lnTo>
                    <a:pt x="711337" y="0"/>
                  </a:lnTo>
                  <a:lnTo>
                    <a:pt x="720229" y="0"/>
                  </a:lnTo>
                  <a:lnTo>
                    <a:pt x="729121" y="0"/>
                  </a:lnTo>
                  <a:lnTo>
                    <a:pt x="738012" y="0"/>
                  </a:lnTo>
                  <a:lnTo>
                    <a:pt x="746904" y="0"/>
                  </a:lnTo>
                  <a:lnTo>
                    <a:pt x="755796" y="0"/>
                  </a:lnTo>
                  <a:lnTo>
                    <a:pt x="764687" y="0"/>
                  </a:lnTo>
                  <a:lnTo>
                    <a:pt x="773579" y="0"/>
                  </a:lnTo>
                  <a:lnTo>
                    <a:pt x="782471" y="0"/>
                  </a:lnTo>
                  <a:lnTo>
                    <a:pt x="791363" y="0"/>
                  </a:lnTo>
                  <a:lnTo>
                    <a:pt x="800254" y="0"/>
                  </a:lnTo>
                  <a:lnTo>
                    <a:pt x="809146" y="0"/>
                  </a:lnTo>
                  <a:lnTo>
                    <a:pt x="818038" y="0"/>
                  </a:lnTo>
                  <a:lnTo>
                    <a:pt x="826930" y="0"/>
                  </a:lnTo>
                  <a:lnTo>
                    <a:pt x="835821" y="0"/>
                  </a:lnTo>
                  <a:lnTo>
                    <a:pt x="844713" y="0"/>
                  </a:lnTo>
                  <a:lnTo>
                    <a:pt x="853605" y="0"/>
                  </a:lnTo>
                  <a:lnTo>
                    <a:pt x="862496" y="0"/>
                  </a:lnTo>
                  <a:lnTo>
                    <a:pt x="871388" y="0"/>
                  </a:lnTo>
                  <a:lnTo>
                    <a:pt x="880280" y="0"/>
                  </a:lnTo>
                  <a:lnTo>
                    <a:pt x="889172" y="0"/>
                  </a:lnTo>
                  <a:lnTo>
                    <a:pt x="898063" y="0"/>
                  </a:lnTo>
                  <a:lnTo>
                    <a:pt x="906955" y="0"/>
                  </a:lnTo>
                  <a:lnTo>
                    <a:pt x="915847" y="0"/>
                  </a:lnTo>
                  <a:lnTo>
                    <a:pt x="924738" y="0"/>
                  </a:lnTo>
                  <a:lnTo>
                    <a:pt x="933630" y="0"/>
                  </a:lnTo>
                  <a:lnTo>
                    <a:pt x="942522" y="0"/>
                  </a:lnTo>
                  <a:lnTo>
                    <a:pt x="951414" y="0"/>
                  </a:lnTo>
                  <a:lnTo>
                    <a:pt x="960305" y="0"/>
                  </a:lnTo>
                  <a:lnTo>
                    <a:pt x="969197" y="0"/>
                  </a:lnTo>
                  <a:lnTo>
                    <a:pt x="978089" y="0"/>
                  </a:lnTo>
                  <a:lnTo>
                    <a:pt x="986980" y="0"/>
                  </a:lnTo>
                  <a:lnTo>
                    <a:pt x="995872" y="0"/>
                  </a:lnTo>
                  <a:lnTo>
                    <a:pt x="1004764" y="0"/>
                  </a:lnTo>
                  <a:lnTo>
                    <a:pt x="1013656" y="0"/>
                  </a:lnTo>
                  <a:lnTo>
                    <a:pt x="1022547" y="0"/>
                  </a:lnTo>
                  <a:lnTo>
                    <a:pt x="1031439" y="0"/>
                  </a:lnTo>
                  <a:lnTo>
                    <a:pt x="1040331" y="0"/>
                  </a:lnTo>
                  <a:lnTo>
                    <a:pt x="1049223" y="0"/>
                  </a:lnTo>
                  <a:lnTo>
                    <a:pt x="1058114" y="0"/>
                  </a:lnTo>
                  <a:lnTo>
                    <a:pt x="1067006" y="0"/>
                  </a:lnTo>
                  <a:lnTo>
                    <a:pt x="1075898" y="0"/>
                  </a:lnTo>
                  <a:lnTo>
                    <a:pt x="1084789" y="0"/>
                  </a:lnTo>
                  <a:lnTo>
                    <a:pt x="1093681" y="0"/>
                  </a:lnTo>
                  <a:lnTo>
                    <a:pt x="1102573" y="0"/>
                  </a:lnTo>
                  <a:lnTo>
                    <a:pt x="1111465" y="0"/>
                  </a:lnTo>
                  <a:lnTo>
                    <a:pt x="1120356" y="0"/>
                  </a:lnTo>
                  <a:lnTo>
                    <a:pt x="1129248" y="0"/>
                  </a:lnTo>
                  <a:lnTo>
                    <a:pt x="1138140" y="0"/>
                  </a:lnTo>
                  <a:lnTo>
                    <a:pt x="1147031" y="0"/>
                  </a:lnTo>
                  <a:lnTo>
                    <a:pt x="1155923" y="0"/>
                  </a:lnTo>
                  <a:lnTo>
                    <a:pt x="1164815" y="0"/>
                  </a:lnTo>
                  <a:lnTo>
                    <a:pt x="1173707" y="0"/>
                  </a:lnTo>
                  <a:lnTo>
                    <a:pt x="1182598" y="0"/>
                  </a:lnTo>
                  <a:lnTo>
                    <a:pt x="1191490" y="0"/>
                  </a:lnTo>
                  <a:lnTo>
                    <a:pt x="1200382" y="0"/>
                  </a:lnTo>
                  <a:lnTo>
                    <a:pt x="1209273" y="0"/>
                  </a:lnTo>
                  <a:lnTo>
                    <a:pt x="1218165" y="0"/>
                  </a:lnTo>
                  <a:lnTo>
                    <a:pt x="1227057" y="0"/>
                  </a:lnTo>
                  <a:lnTo>
                    <a:pt x="1235949" y="0"/>
                  </a:lnTo>
                  <a:lnTo>
                    <a:pt x="1244840" y="0"/>
                  </a:lnTo>
                  <a:lnTo>
                    <a:pt x="1253732" y="0"/>
                  </a:lnTo>
                  <a:lnTo>
                    <a:pt x="1262624" y="0"/>
                  </a:lnTo>
                  <a:lnTo>
                    <a:pt x="1271516" y="0"/>
                  </a:lnTo>
                  <a:lnTo>
                    <a:pt x="1280407" y="0"/>
                  </a:lnTo>
                  <a:lnTo>
                    <a:pt x="1289299" y="0"/>
                  </a:lnTo>
                  <a:lnTo>
                    <a:pt x="1298191" y="0"/>
                  </a:lnTo>
                  <a:lnTo>
                    <a:pt x="1307082" y="0"/>
                  </a:lnTo>
                  <a:lnTo>
                    <a:pt x="1315974" y="0"/>
                  </a:lnTo>
                  <a:lnTo>
                    <a:pt x="1324866" y="0"/>
                  </a:lnTo>
                  <a:lnTo>
                    <a:pt x="1333758" y="0"/>
                  </a:lnTo>
                  <a:lnTo>
                    <a:pt x="1342649" y="0"/>
                  </a:lnTo>
                  <a:lnTo>
                    <a:pt x="1351541" y="0"/>
                  </a:lnTo>
                  <a:lnTo>
                    <a:pt x="1360433" y="0"/>
                  </a:lnTo>
                  <a:lnTo>
                    <a:pt x="1369324" y="0"/>
                  </a:lnTo>
                  <a:lnTo>
                    <a:pt x="1378216" y="0"/>
                  </a:lnTo>
                  <a:lnTo>
                    <a:pt x="1387108" y="0"/>
                  </a:lnTo>
                  <a:lnTo>
                    <a:pt x="1396000" y="0"/>
                  </a:lnTo>
                  <a:lnTo>
                    <a:pt x="1404891" y="0"/>
                  </a:lnTo>
                  <a:lnTo>
                    <a:pt x="1413783" y="0"/>
                  </a:lnTo>
                  <a:lnTo>
                    <a:pt x="1422675" y="0"/>
                  </a:lnTo>
                  <a:lnTo>
                    <a:pt x="1431566" y="0"/>
                  </a:lnTo>
                  <a:lnTo>
                    <a:pt x="1440458" y="0"/>
                  </a:lnTo>
                  <a:lnTo>
                    <a:pt x="1449350" y="0"/>
                  </a:lnTo>
                  <a:lnTo>
                    <a:pt x="1458242" y="0"/>
                  </a:lnTo>
                  <a:lnTo>
                    <a:pt x="1467133" y="0"/>
                  </a:lnTo>
                  <a:lnTo>
                    <a:pt x="1476025" y="0"/>
                  </a:lnTo>
                  <a:lnTo>
                    <a:pt x="1484917" y="0"/>
                  </a:lnTo>
                  <a:lnTo>
                    <a:pt x="1493809" y="0"/>
                  </a:lnTo>
                  <a:lnTo>
                    <a:pt x="1502700" y="0"/>
                  </a:lnTo>
                  <a:lnTo>
                    <a:pt x="1511592" y="0"/>
                  </a:lnTo>
                  <a:lnTo>
                    <a:pt x="1520484" y="0"/>
                  </a:lnTo>
                  <a:lnTo>
                    <a:pt x="1529375" y="0"/>
                  </a:lnTo>
                  <a:lnTo>
                    <a:pt x="1538267" y="0"/>
                  </a:lnTo>
                  <a:lnTo>
                    <a:pt x="1547159" y="0"/>
                  </a:lnTo>
                  <a:lnTo>
                    <a:pt x="1556051" y="0"/>
                  </a:lnTo>
                  <a:lnTo>
                    <a:pt x="1564942" y="0"/>
                  </a:lnTo>
                  <a:lnTo>
                    <a:pt x="1573834" y="0"/>
                  </a:lnTo>
                  <a:lnTo>
                    <a:pt x="1582726" y="0"/>
                  </a:lnTo>
                  <a:lnTo>
                    <a:pt x="1591617" y="0"/>
                  </a:lnTo>
                  <a:lnTo>
                    <a:pt x="1600509" y="0"/>
                  </a:lnTo>
                  <a:lnTo>
                    <a:pt x="1609401" y="0"/>
                  </a:lnTo>
                  <a:lnTo>
                    <a:pt x="1618293" y="0"/>
                  </a:lnTo>
                  <a:lnTo>
                    <a:pt x="1627184" y="0"/>
                  </a:lnTo>
                  <a:lnTo>
                    <a:pt x="1636076" y="0"/>
                  </a:lnTo>
                  <a:lnTo>
                    <a:pt x="1644968" y="0"/>
                  </a:lnTo>
                  <a:lnTo>
                    <a:pt x="1653860" y="0"/>
                  </a:lnTo>
                  <a:lnTo>
                    <a:pt x="1662751" y="0"/>
                  </a:lnTo>
                  <a:lnTo>
                    <a:pt x="1671643" y="0"/>
                  </a:lnTo>
                  <a:lnTo>
                    <a:pt x="1680535" y="0"/>
                  </a:lnTo>
                  <a:lnTo>
                    <a:pt x="1689426" y="0"/>
                  </a:lnTo>
                  <a:lnTo>
                    <a:pt x="1698318" y="0"/>
                  </a:lnTo>
                  <a:lnTo>
                    <a:pt x="1707210" y="0"/>
                  </a:lnTo>
                  <a:lnTo>
                    <a:pt x="1716102" y="0"/>
                  </a:lnTo>
                  <a:lnTo>
                    <a:pt x="1724993" y="0"/>
                  </a:lnTo>
                  <a:lnTo>
                    <a:pt x="1733885" y="0"/>
                  </a:lnTo>
                  <a:lnTo>
                    <a:pt x="1742777" y="0"/>
                  </a:lnTo>
                  <a:lnTo>
                    <a:pt x="1751668" y="0"/>
                  </a:lnTo>
                  <a:lnTo>
                    <a:pt x="1760560" y="0"/>
                  </a:lnTo>
                  <a:lnTo>
                    <a:pt x="1769452" y="0"/>
                  </a:lnTo>
                  <a:lnTo>
                    <a:pt x="1778344" y="0"/>
                  </a:lnTo>
                  <a:lnTo>
                    <a:pt x="1787235" y="0"/>
                  </a:lnTo>
                  <a:lnTo>
                    <a:pt x="1796127" y="0"/>
                  </a:lnTo>
                  <a:lnTo>
                    <a:pt x="1805019" y="0"/>
                  </a:lnTo>
                  <a:lnTo>
                    <a:pt x="1813910" y="0"/>
                  </a:lnTo>
                  <a:lnTo>
                    <a:pt x="1822802" y="0"/>
                  </a:lnTo>
                  <a:lnTo>
                    <a:pt x="1831694" y="0"/>
                  </a:lnTo>
                  <a:lnTo>
                    <a:pt x="1840586" y="0"/>
                  </a:lnTo>
                  <a:lnTo>
                    <a:pt x="1849477" y="0"/>
                  </a:lnTo>
                  <a:lnTo>
                    <a:pt x="1858369" y="0"/>
                  </a:lnTo>
                  <a:lnTo>
                    <a:pt x="1867261" y="0"/>
                  </a:lnTo>
                  <a:lnTo>
                    <a:pt x="1876153" y="0"/>
                  </a:lnTo>
                  <a:lnTo>
                    <a:pt x="1885044" y="0"/>
                  </a:lnTo>
                  <a:lnTo>
                    <a:pt x="1893936" y="0"/>
                  </a:lnTo>
                  <a:lnTo>
                    <a:pt x="1902828" y="0"/>
                  </a:lnTo>
                  <a:lnTo>
                    <a:pt x="1911719" y="0"/>
                  </a:lnTo>
                  <a:lnTo>
                    <a:pt x="1920611" y="0"/>
                  </a:lnTo>
                  <a:lnTo>
                    <a:pt x="1929503" y="0"/>
                  </a:lnTo>
                  <a:lnTo>
                    <a:pt x="1938395" y="0"/>
                  </a:lnTo>
                  <a:lnTo>
                    <a:pt x="1947286" y="0"/>
                  </a:lnTo>
                  <a:lnTo>
                    <a:pt x="1956178" y="0"/>
                  </a:lnTo>
                  <a:lnTo>
                    <a:pt x="1965070" y="0"/>
                  </a:lnTo>
                  <a:lnTo>
                    <a:pt x="1973961" y="0"/>
                  </a:lnTo>
                  <a:lnTo>
                    <a:pt x="1982853" y="0"/>
                  </a:lnTo>
                  <a:lnTo>
                    <a:pt x="1991745" y="0"/>
                  </a:lnTo>
                  <a:lnTo>
                    <a:pt x="2000637" y="0"/>
                  </a:lnTo>
                  <a:lnTo>
                    <a:pt x="2009528" y="0"/>
                  </a:lnTo>
                  <a:lnTo>
                    <a:pt x="2018420" y="0"/>
                  </a:lnTo>
                  <a:lnTo>
                    <a:pt x="2027312" y="0"/>
                  </a:lnTo>
                  <a:lnTo>
                    <a:pt x="2036203" y="0"/>
                  </a:lnTo>
                  <a:lnTo>
                    <a:pt x="2045095" y="0"/>
                  </a:lnTo>
                  <a:lnTo>
                    <a:pt x="2053987" y="0"/>
                  </a:lnTo>
                  <a:lnTo>
                    <a:pt x="2062879" y="0"/>
                  </a:lnTo>
                  <a:lnTo>
                    <a:pt x="2071770" y="0"/>
                  </a:lnTo>
                  <a:lnTo>
                    <a:pt x="2080662" y="0"/>
                  </a:lnTo>
                  <a:lnTo>
                    <a:pt x="2089554" y="0"/>
                  </a:lnTo>
                  <a:lnTo>
                    <a:pt x="2098446" y="0"/>
                  </a:lnTo>
                  <a:lnTo>
                    <a:pt x="2107337" y="0"/>
                  </a:lnTo>
                  <a:lnTo>
                    <a:pt x="2116229" y="0"/>
                  </a:lnTo>
                  <a:lnTo>
                    <a:pt x="2125121" y="0"/>
                  </a:lnTo>
                  <a:lnTo>
                    <a:pt x="2134012" y="0"/>
                  </a:lnTo>
                  <a:lnTo>
                    <a:pt x="2142904" y="0"/>
                  </a:lnTo>
                  <a:lnTo>
                    <a:pt x="2151796" y="0"/>
                  </a:lnTo>
                  <a:lnTo>
                    <a:pt x="2160688" y="0"/>
                  </a:lnTo>
                  <a:lnTo>
                    <a:pt x="2169579" y="0"/>
                  </a:lnTo>
                  <a:lnTo>
                    <a:pt x="2178471" y="0"/>
                  </a:lnTo>
                  <a:lnTo>
                    <a:pt x="2187363" y="0"/>
                  </a:lnTo>
                  <a:lnTo>
                    <a:pt x="2196254" y="0"/>
                  </a:lnTo>
                  <a:lnTo>
                    <a:pt x="2205146" y="0"/>
                  </a:lnTo>
                  <a:lnTo>
                    <a:pt x="2214038" y="0"/>
                  </a:lnTo>
                  <a:lnTo>
                    <a:pt x="2222930" y="0"/>
                  </a:lnTo>
                  <a:lnTo>
                    <a:pt x="2231821" y="0"/>
                  </a:lnTo>
                  <a:lnTo>
                    <a:pt x="2240713" y="0"/>
                  </a:lnTo>
                  <a:lnTo>
                    <a:pt x="2249605" y="0"/>
                  </a:lnTo>
                  <a:lnTo>
                    <a:pt x="2258496" y="0"/>
                  </a:lnTo>
                  <a:lnTo>
                    <a:pt x="2267388" y="0"/>
                  </a:lnTo>
                  <a:lnTo>
                    <a:pt x="2276280" y="0"/>
                  </a:lnTo>
                  <a:lnTo>
                    <a:pt x="2285172" y="0"/>
                  </a:lnTo>
                  <a:lnTo>
                    <a:pt x="2294063" y="0"/>
                  </a:lnTo>
                  <a:lnTo>
                    <a:pt x="2302955" y="0"/>
                  </a:lnTo>
                  <a:lnTo>
                    <a:pt x="2311847" y="0"/>
                  </a:lnTo>
                  <a:lnTo>
                    <a:pt x="2320739" y="0"/>
                  </a:lnTo>
                  <a:lnTo>
                    <a:pt x="2329630" y="0"/>
                  </a:lnTo>
                  <a:lnTo>
                    <a:pt x="2338522" y="0"/>
                  </a:lnTo>
                  <a:lnTo>
                    <a:pt x="2347414" y="0"/>
                  </a:lnTo>
                  <a:lnTo>
                    <a:pt x="2356305" y="0"/>
                  </a:lnTo>
                  <a:lnTo>
                    <a:pt x="2365197" y="0"/>
                  </a:lnTo>
                  <a:lnTo>
                    <a:pt x="2374089" y="0"/>
                  </a:lnTo>
                  <a:lnTo>
                    <a:pt x="2382981" y="0"/>
                  </a:lnTo>
                  <a:lnTo>
                    <a:pt x="2391872" y="0"/>
                  </a:lnTo>
                  <a:lnTo>
                    <a:pt x="2400764" y="0"/>
                  </a:lnTo>
                  <a:lnTo>
                    <a:pt x="2409656" y="0"/>
                  </a:lnTo>
                  <a:lnTo>
                    <a:pt x="2418547" y="0"/>
                  </a:lnTo>
                  <a:lnTo>
                    <a:pt x="2427439" y="0"/>
                  </a:lnTo>
                  <a:lnTo>
                    <a:pt x="2436331" y="0"/>
                  </a:lnTo>
                  <a:lnTo>
                    <a:pt x="2445223" y="0"/>
                  </a:lnTo>
                  <a:lnTo>
                    <a:pt x="2454114" y="0"/>
                  </a:lnTo>
                  <a:lnTo>
                    <a:pt x="2463006" y="0"/>
                  </a:lnTo>
                  <a:lnTo>
                    <a:pt x="2471898" y="0"/>
                  </a:lnTo>
                  <a:lnTo>
                    <a:pt x="2480790" y="0"/>
                  </a:lnTo>
                  <a:lnTo>
                    <a:pt x="2489681" y="0"/>
                  </a:lnTo>
                  <a:lnTo>
                    <a:pt x="2498573" y="0"/>
                  </a:lnTo>
                  <a:lnTo>
                    <a:pt x="2507465" y="0"/>
                  </a:lnTo>
                  <a:lnTo>
                    <a:pt x="2516356" y="0"/>
                  </a:lnTo>
                  <a:lnTo>
                    <a:pt x="2525248" y="0"/>
                  </a:lnTo>
                  <a:lnTo>
                    <a:pt x="2534140" y="0"/>
                  </a:lnTo>
                  <a:lnTo>
                    <a:pt x="2543032" y="0"/>
                  </a:lnTo>
                  <a:lnTo>
                    <a:pt x="2551923" y="0"/>
                  </a:lnTo>
                  <a:lnTo>
                    <a:pt x="2560815" y="0"/>
                  </a:lnTo>
                  <a:lnTo>
                    <a:pt x="2569707" y="0"/>
                  </a:lnTo>
                  <a:lnTo>
                    <a:pt x="2578598" y="0"/>
                  </a:lnTo>
                  <a:lnTo>
                    <a:pt x="2587490" y="0"/>
                  </a:lnTo>
                  <a:lnTo>
                    <a:pt x="2596382" y="0"/>
                  </a:lnTo>
                  <a:lnTo>
                    <a:pt x="2605274" y="0"/>
                  </a:lnTo>
                  <a:lnTo>
                    <a:pt x="2614165" y="0"/>
                  </a:lnTo>
                  <a:lnTo>
                    <a:pt x="2623057" y="0"/>
                  </a:lnTo>
                  <a:lnTo>
                    <a:pt x="2631949" y="0"/>
                  </a:lnTo>
                  <a:lnTo>
                    <a:pt x="2640840" y="0"/>
                  </a:lnTo>
                  <a:lnTo>
                    <a:pt x="2649732" y="0"/>
                  </a:lnTo>
                  <a:lnTo>
                    <a:pt x="2658624" y="0"/>
                  </a:lnTo>
                  <a:lnTo>
                    <a:pt x="2667516" y="0"/>
                  </a:lnTo>
                  <a:lnTo>
                    <a:pt x="2676407" y="0"/>
                  </a:lnTo>
                  <a:lnTo>
                    <a:pt x="2685299" y="0"/>
                  </a:lnTo>
                  <a:lnTo>
                    <a:pt x="2694191" y="0"/>
                  </a:lnTo>
                  <a:lnTo>
                    <a:pt x="2703083" y="0"/>
                  </a:lnTo>
                  <a:lnTo>
                    <a:pt x="2711974" y="0"/>
                  </a:lnTo>
                  <a:lnTo>
                    <a:pt x="2720866" y="0"/>
                  </a:lnTo>
                  <a:lnTo>
                    <a:pt x="2729758" y="0"/>
                  </a:lnTo>
                  <a:lnTo>
                    <a:pt x="2738649" y="0"/>
                  </a:lnTo>
                  <a:lnTo>
                    <a:pt x="2747541" y="0"/>
                  </a:lnTo>
                  <a:lnTo>
                    <a:pt x="2756433" y="0"/>
                  </a:lnTo>
                  <a:lnTo>
                    <a:pt x="2765325" y="0"/>
                  </a:lnTo>
                  <a:lnTo>
                    <a:pt x="2774216" y="0"/>
                  </a:lnTo>
                  <a:lnTo>
                    <a:pt x="2783108" y="0"/>
                  </a:lnTo>
                  <a:lnTo>
                    <a:pt x="2792000" y="0"/>
                  </a:lnTo>
                  <a:lnTo>
                    <a:pt x="2800891" y="0"/>
                  </a:lnTo>
                  <a:lnTo>
                    <a:pt x="2809783" y="0"/>
                  </a:lnTo>
                  <a:lnTo>
                    <a:pt x="2818675" y="0"/>
                  </a:lnTo>
                  <a:lnTo>
                    <a:pt x="2827567" y="0"/>
                  </a:lnTo>
                  <a:lnTo>
                    <a:pt x="2836458" y="0"/>
                  </a:lnTo>
                  <a:lnTo>
                    <a:pt x="2845350" y="0"/>
                  </a:lnTo>
                  <a:lnTo>
                    <a:pt x="2854242" y="0"/>
                  </a:lnTo>
                  <a:lnTo>
                    <a:pt x="2863133" y="0"/>
                  </a:lnTo>
                  <a:lnTo>
                    <a:pt x="2872025" y="0"/>
                  </a:lnTo>
                  <a:lnTo>
                    <a:pt x="2880917" y="0"/>
                  </a:lnTo>
                  <a:lnTo>
                    <a:pt x="2889809" y="0"/>
                  </a:lnTo>
                  <a:lnTo>
                    <a:pt x="2898700" y="0"/>
                  </a:lnTo>
                  <a:lnTo>
                    <a:pt x="2907592" y="0"/>
                  </a:lnTo>
                  <a:lnTo>
                    <a:pt x="2916484" y="0"/>
                  </a:lnTo>
                  <a:lnTo>
                    <a:pt x="2925376" y="0"/>
                  </a:lnTo>
                  <a:lnTo>
                    <a:pt x="2934267" y="0"/>
                  </a:lnTo>
                  <a:lnTo>
                    <a:pt x="2943159" y="0"/>
                  </a:lnTo>
                  <a:lnTo>
                    <a:pt x="2952051" y="0"/>
                  </a:lnTo>
                  <a:lnTo>
                    <a:pt x="2960942" y="0"/>
                  </a:lnTo>
                  <a:lnTo>
                    <a:pt x="2969834" y="0"/>
                  </a:lnTo>
                  <a:lnTo>
                    <a:pt x="2978726" y="0"/>
                  </a:lnTo>
                  <a:lnTo>
                    <a:pt x="2987618" y="0"/>
                  </a:lnTo>
                  <a:lnTo>
                    <a:pt x="2996509" y="0"/>
                  </a:lnTo>
                  <a:lnTo>
                    <a:pt x="3005401" y="0"/>
                  </a:lnTo>
                  <a:lnTo>
                    <a:pt x="3014293" y="0"/>
                  </a:lnTo>
                  <a:lnTo>
                    <a:pt x="3023184" y="0"/>
                  </a:lnTo>
                  <a:lnTo>
                    <a:pt x="3032076" y="0"/>
                  </a:lnTo>
                  <a:lnTo>
                    <a:pt x="3040968" y="0"/>
                  </a:lnTo>
                  <a:lnTo>
                    <a:pt x="3049860" y="0"/>
                  </a:lnTo>
                  <a:lnTo>
                    <a:pt x="3058751" y="0"/>
                  </a:lnTo>
                  <a:lnTo>
                    <a:pt x="3067643" y="0"/>
                  </a:lnTo>
                  <a:lnTo>
                    <a:pt x="3076535" y="0"/>
                  </a:lnTo>
                  <a:lnTo>
                    <a:pt x="3085426" y="0"/>
                  </a:lnTo>
                  <a:lnTo>
                    <a:pt x="3094318" y="0"/>
                  </a:lnTo>
                  <a:lnTo>
                    <a:pt x="3103210" y="0"/>
                  </a:lnTo>
                  <a:lnTo>
                    <a:pt x="3112102" y="0"/>
                  </a:lnTo>
                  <a:lnTo>
                    <a:pt x="3120993" y="0"/>
                  </a:lnTo>
                  <a:lnTo>
                    <a:pt x="3129885" y="0"/>
                  </a:lnTo>
                  <a:lnTo>
                    <a:pt x="3138777" y="0"/>
                  </a:lnTo>
                  <a:lnTo>
                    <a:pt x="3147669" y="0"/>
                  </a:lnTo>
                  <a:lnTo>
                    <a:pt x="3156560" y="0"/>
                  </a:lnTo>
                  <a:lnTo>
                    <a:pt x="3165452" y="0"/>
                  </a:lnTo>
                  <a:lnTo>
                    <a:pt x="3174344" y="0"/>
                  </a:lnTo>
                  <a:lnTo>
                    <a:pt x="3183235" y="0"/>
                  </a:lnTo>
                  <a:lnTo>
                    <a:pt x="3192127" y="0"/>
                  </a:lnTo>
                  <a:lnTo>
                    <a:pt x="3201019" y="0"/>
                  </a:lnTo>
                  <a:lnTo>
                    <a:pt x="3209911" y="0"/>
                  </a:lnTo>
                  <a:lnTo>
                    <a:pt x="3218802" y="0"/>
                  </a:lnTo>
                  <a:lnTo>
                    <a:pt x="3227694" y="0"/>
                  </a:lnTo>
                  <a:lnTo>
                    <a:pt x="3236586" y="0"/>
                  </a:lnTo>
                  <a:lnTo>
                    <a:pt x="3245477" y="0"/>
                  </a:lnTo>
                  <a:lnTo>
                    <a:pt x="3254369" y="0"/>
                  </a:lnTo>
                  <a:lnTo>
                    <a:pt x="3263261" y="0"/>
                  </a:lnTo>
                  <a:lnTo>
                    <a:pt x="3272153" y="0"/>
                  </a:lnTo>
                  <a:lnTo>
                    <a:pt x="3281044" y="0"/>
                  </a:lnTo>
                  <a:lnTo>
                    <a:pt x="3289936" y="0"/>
                  </a:lnTo>
                  <a:lnTo>
                    <a:pt x="3298828" y="0"/>
                  </a:lnTo>
                  <a:lnTo>
                    <a:pt x="3307720" y="0"/>
                  </a:lnTo>
                  <a:lnTo>
                    <a:pt x="3316611" y="0"/>
                  </a:lnTo>
                  <a:lnTo>
                    <a:pt x="3325503" y="0"/>
                  </a:lnTo>
                  <a:lnTo>
                    <a:pt x="3334395" y="0"/>
                  </a:lnTo>
                  <a:lnTo>
                    <a:pt x="3343286" y="0"/>
                  </a:lnTo>
                  <a:lnTo>
                    <a:pt x="3352178" y="0"/>
                  </a:lnTo>
                  <a:lnTo>
                    <a:pt x="3361070" y="0"/>
                  </a:lnTo>
                  <a:lnTo>
                    <a:pt x="3369962" y="0"/>
                  </a:lnTo>
                  <a:lnTo>
                    <a:pt x="3378853" y="0"/>
                  </a:lnTo>
                  <a:lnTo>
                    <a:pt x="3387745" y="0"/>
                  </a:lnTo>
                  <a:lnTo>
                    <a:pt x="3396637" y="0"/>
                  </a:lnTo>
                  <a:lnTo>
                    <a:pt x="3405528" y="0"/>
                  </a:lnTo>
                  <a:lnTo>
                    <a:pt x="3414420" y="0"/>
                  </a:lnTo>
                  <a:lnTo>
                    <a:pt x="3423312" y="0"/>
                  </a:lnTo>
                  <a:lnTo>
                    <a:pt x="3432204" y="0"/>
                  </a:lnTo>
                  <a:lnTo>
                    <a:pt x="3441095" y="0"/>
                  </a:lnTo>
                  <a:lnTo>
                    <a:pt x="3449987" y="0"/>
                  </a:lnTo>
                  <a:lnTo>
                    <a:pt x="3458879" y="0"/>
                  </a:lnTo>
                  <a:lnTo>
                    <a:pt x="3467770" y="0"/>
                  </a:lnTo>
                  <a:lnTo>
                    <a:pt x="3476662" y="0"/>
                  </a:lnTo>
                  <a:lnTo>
                    <a:pt x="3485554" y="0"/>
                  </a:lnTo>
                  <a:lnTo>
                    <a:pt x="3494446" y="0"/>
                  </a:lnTo>
                  <a:lnTo>
                    <a:pt x="3503337" y="0"/>
                  </a:lnTo>
                  <a:lnTo>
                    <a:pt x="3512229" y="0"/>
                  </a:lnTo>
                  <a:lnTo>
                    <a:pt x="3521121" y="0"/>
                  </a:lnTo>
                  <a:lnTo>
                    <a:pt x="3530013" y="0"/>
                  </a:lnTo>
                  <a:lnTo>
                    <a:pt x="3538904" y="0"/>
                  </a:lnTo>
                  <a:lnTo>
                    <a:pt x="3547796" y="0"/>
                  </a:lnTo>
                  <a:lnTo>
                    <a:pt x="3556688" y="0"/>
                  </a:lnTo>
                  <a:lnTo>
                    <a:pt x="3565579" y="0"/>
                  </a:lnTo>
                  <a:lnTo>
                    <a:pt x="3574471" y="0"/>
                  </a:lnTo>
                  <a:lnTo>
                    <a:pt x="3583363" y="0"/>
                  </a:lnTo>
                  <a:lnTo>
                    <a:pt x="3592255" y="0"/>
                  </a:lnTo>
                  <a:lnTo>
                    <a:pt x="3601146" y="0"/>
                  </a:lnTo>
                  <a:lnTo>
                    <a:pt x="3610038" y="0"/>
                  </a:lnTo>
                  <a:lnTo>
                    <a:pt x="3618930" y="0"/>
                  </a:lnTo>
                  <a:lnTo>
                    <a:pt x="3627821" y="0"/>
                  </a:lnTo>
                  <a:lnTo>
                    <a:pt x="3636713" y="0"/>
                  </a:lnTo>
                  <a:lnTo>
                    <a:pt x="3645605" y="0"/>
                  </a:lnTo>
                  <a:lnTo>
                    <a:pt x="3654497" y="0"/>
                  </a:lnTo>
                  <a:lnTo>
                    <a:pt x="3663388" y="0"/>
                  </a:lnTo>
                  <a:lnTo>
                    <a:pt x="3672280" y="0"/>
                  </a:lnTo>
                  <a:lnTo>
                    <a:pt x="3681172" y="0"/>
                  </a:lnTo>
                  <a:lnTo>
                    <a:pt x="3690063" y="0"/>
                  </a:lnTo>
                  <a:lnTo>
                    <a:pt x="3698955" y="0"/>
                  </a:lnTo>
                  <a:lnTo>
                    <a:pt x="3707847" y="0"/>
                  </a:lnTo>
                  <a:lnTo>
                    <a:pt x="3716739" y="0"/>
                  </a:lnTo>
                  <a:lnTo>
                    <a:pt x="3725630" y="0"/>
                  </a:lnTo>
                  <a:lnTo>
                    <a:pt x="3734522" y="0"/>
                  </a:lnTo>
                  <a:lnTo>
                    <a:pt x="3743414" y="0"/>
                  </a:lnTo>
                  <a:lnTo>
                    <a:pt x="3752306" y="0"/>
                  </a:lnTo>
                  <a:lnTo>
                    <a:pt x="3761197" y="0"/>
                  </a:lnTo>
                  <a:lnTo>
                    <a:pt x="3770089" y="0"/>
                  </a:lnTo>
                  <a:lnTo>
                    <a:pt x="3778981" y="0"/>
                  </a:lnTo>
                  <a:lnTo>
                    <a:pt x="3787872" y="0"/>
                  </a:lnTo>
                  <a:lnTo>
                    <a:pt x="3796764" y="0"/>
                  </a:lnTo>
                  <a:lnTo>
                    <a:pt x="3805656" y="0"/>
                  </a:lnTo>
                  <a:lnTo>
                    <a:pt x="3814548" y="0"/>
                  </a:lnTo>
                  <a:lnTo>
                    <a:pt x="3823439" y="0"/>
                  </a:lnTo>
                  <a:lnTo>
                    <a:pt x="3832331" y="0"/>
                  </a:lnTo>
                  <a:lnTo>
                    <a:pt x="3841223" y="0"/>
                  </a:lnTo>
                  <a:lnTo>
                    <a:pt x="3850114" y="0"/>
                  </a:lnTo>
                  <a:lnTo>
                    <a:pt x="3859006" y="0"/>
                  </a:lnTo>
                  <a:lnTo>
                    <a:pt x="3867898" y="0"/>
                  </a:lnTo>
                  <a:lnTo>
                    <a:pt x="3876790" y="0"/>
                  </a:lnTo>
                  <a:lnTo>
                    <a:pt x="3885681" y="0"/>
                  </a:lnTo>
                  <a:lnTo>
                    <a:pt x="3894573" y="0"/>
                  </a:lnTo>
                  <a:lnTo>
                    <a:pt x="3903465" y="0"/>
                  </a:lnTo>
                  <a:lnTo>
                    <a:pt x="3912356" y="0"/>
                  </a:lnTo>
                  <a:lnTo>
                    <a:pt x="3921248" y="0"/>
                  </a:lnTo>
                  <a:lnTo>
                    <a:pt x="3930140" y="0"/>
                  </a:lnTo>
                  <a:lnTo>
                    <a:pt x="3939032" y="0"/>
                  </a:lnTo>
                  <a:lnTo>
                    <a:pt x="3947923" y="0"/>
                  </a:lnTo>
                  <a:lnTo>
                    <a:pt x="3956815" y="0"/>
                  </a:lnTo>
                  <a:lnTo>
                    <a:pt x="3965707" y="0"/>
                  </a:lnTo>
                  <a:lnTo>
                    <a:pt x="3974599" y="0"/>
                  </a:lnTo>
                  <a:lnTo>
                    <a:pt x="3983490" y="0"/>
                  </a:lnTo>
                  <a:lnTo>
                    <a:pt x="3992382" y="0"/>
                  </a:lnTo>
                  <a:lnTo>
                    <a:pt x="4001274" y="0"/>
                  </a:lnTo>
                  <a:lnTo>
                    <a:pt x="4010165" y="0"/>
                  </a:lnTo>
                  <a:lnTo>
                    <a:pt x="4019057" y="0"/>
                  </a:lnTo>
                  <a:lnTo>
                    <a:pt x="4027949" y="0"/>
                  </a:lnTo>
                  <a:lnTo>
                    <a:pt x="4036841" y="0"/>
                  </a:lnTo>
                  <a:lnTo>
                    <a:pt x="4045732" y="0"/>
                  </a:lnTo>
                  <a:lnTo>
                    <a:pt x="4054624" y="0"/>
                  </a:lnTo>
                  <a:lnTo>
                    <a:pt x="4063516" y="0"/>
                  </a:lnTo>
                  <a:lnTo>
                    <a:pt x="4072407" y="0"/>
                  </a:lnTo>
                  <a:lnTo>
                    <a:pt x="4081299" y="0"/>
                  </a:lnTo>
                  <a:lnTo>
                    <a:pt x="4090191" y="0"/>
                  </a:lnTo>
                  <a:lnTo>
                    <a:pt x="4099083" y="0"/>
                  </a:lnTo>
                  <a:lnTo>
                    <a:pt x="4107974" y="0"/>
                  </a:lnTo>
                  <a:lnTo>
                    <a:pt x="4116866" y="0"/>
                  </a:lnTo>
                  <a:lnTo>
                    <a:pt x="4125758" y="0"/>
                  </a:lnTo>
                  <a:lnTo>
                    <a:pt x="4134650" y="0"/>
                  </a:lnTo>
                  <a:lnTo>
                    <a:pt x="4143541" y="0"/>
                  </a:lnTo>
                  <a:lnTo>
                    <a:pt x="4152433" y="0"/>
                  </a:lnTo>
                  <a:lnTo>
                    <a:pt x="4161325" y="0"/>
                  </a:lnTo>
                  <a:lnTo>
                    <a:pt x="4170216" y="0"/>
                  </a:lnTo>
                  <a:lnTo>
                    <a:pt x="4179108" y="0"/>
                  </a:lnTo>
                  <a:lnTo>
                    <a:pt x="4188000" y="0"/>
                  </a:lnTo>
                  <a:lnTo>
                    <a:pt x="4196892" y="0"/>
                  </a:lnTo>
                  <a:lnTo>
                    <a:pt x="4205783" y="0"/>
                  </a:lnTo>
                  <a:lnTo>
                    <a:pt x="4214675" y="0"/>
                  </a:lnTo>
                  <a:lnTo>
                    <a:pt x="4223567" y="0"/>
                  </a:lnTo>
                  <a:lnTo>
                    <a:pt x="4232458" y="0"/>
                  </a:lnTo>
                  <a:lnTo>
                    <a:pt x="4241350" y="0"/>
                  </a:lnTo>
                  <a:lnTo>
                    <a:pt x="4250242" y="0"/>
                  </a:lnTo>
                  <a:lnTo>
                    <a:pt x="4259134" y="0"/>
                  </a:lnTo>
                  <a:lnTo>
                    <a:pt x="4268025" y="0"/>
                  </a:lnTo>
                  <a:lnTo>
                    <a:pt x="4276917" y="0"/>
                  </a:lnTo>
                  <a:lnTo>
                    <a:pt x="4285809" y="0"/>
                  </a:lnTo>
                  <a:lnTo>
                    <a:pt x="4294700" y="0"/>
                  </a:lnTo>
                  <a:lnTo>
                    <a:pt x="4303592" y="0"/>
                  </a:lnTo>
                  <a:lnTo>
                    <a:pt x="4312484" y="0"/>
                  </a:lnTo>
                  <a:lnTo>
                    <a:pt x="4321376" y="0"/>
                  </a:lnTo>
                  <a:lnTo>
                    <a:pt x="4330267" y="0"/>
                  </a:lnTo>
                  <a:lnTo>
                    <a:pt x="4339159" y="0"/>
                  </a:lnTo>
                  <a:lnTo>
                    <a:pt x="4348051" y="0"/>
                  </a:lnTo>
                  <a:lnTo>
                    <a:pt x="4356943" y="0"/>
                  </a:lnTo>
                  <a:lnTo>
                    <a:pt x="4365834" y="0"/>
                  </a:lnTo>
                  <a:lnTo>
                    <a:pt x="4374726" y="0"/>
                  </a:lnTo>
                  <a:lnTo>
                    <a:pt x="4383618" y="0"/>
                  </a:lnTo>
                  <a:lnTo>
                    <a:pt x="4392509" y="0"/>
                  </a:lnTo>
                  <a:lnTo>
                    <a:pt x="4401401" y="0"/>
                  </a:lnTo>
                  <a:lnTo>
                    <a:pt x="4410293" y="0"/>
                  </a:lnTo>
                  <a:lnTo>
                    <a:pt x="4419185" y="0"/>
                  </a:lnTo>
                  <a:lnTo>
                    <a:pt x="4428076" y="0"/>
                  </a:lnTo>
                  <a:lnTo>
                    <a:pt x="4436968" y="0"/>
                  </a:lnTo>
                  <a:lnTo>
                    <a:pt x="4445860" y="0"/>
                  </a:lnTo>
                  <a:lnTo>
                    <a:pt x="4445860" y="102173"/>
                  </a:lnTo>
                  <a:lnTo>
                    <a:pt x="4436968" y="102173"/>
                  </a:lnTo>
                  <a:lnTo>
                    <a:pt x="4428076" y="102173"/>
                  </a:lnTo>
                  <a:lnTo>
                    <a:pt x="4419185" y="102173"/>
                  </a:lnTo>
                  <a:lnTo>
                    <a:pt x="4410293" y="102173"/>
                  </a:lnTo>
                  <a:lnTo>
                    <a:pt x="4401401" y="102173"/>
                  </a:lnTo>
                  <a:lnTo>
                    <a:pt x="4392509" y="102173"/>
                  </a:lnTo>
                  <a:lnTo>
                    <a:pt x="4383618" y="102173"/>
                  </a:lnTo>
                  <a:lnTo>
                    <a:pt x="4374726" y="102173"/>
                  </a:lnTo>
                  <a:lnTo>
                    <a:pt x="4365834" y="102173"/>
                  </a:lnTo>
                  <a:lnTo>
                    <a:pt x="4356943" y="102173"/>
                  </a:lnTo>
                  <a:lnTo>
                    <a:pt x="4348051" y="102173"/>
                  </a:lnTo>
                  <a:lnTo>
                    <a:pt x="4339159" y="102173"/>
                  </a:lnTo>
                  <a:lnTo>
                    <a:pt x="4330267" y="102173"/>
                  </a:lnTo>
                  <a:lnTo>
                    <a:pt x="4321376" y="102173"/>
                  </a:lnTo>
                  <a:lnTo>
                    <a:pt x="4312484" y="102173"/>
                  </a:lnTo>
                  <a:lnTo>
                    <a:pt x="4303592" y="102173"/>
                  </a:lnTo>
                  <a:lnTo>
                    <a:pt x="4294700" y="102173"/>
                  </a:lnTo>
                  <a:lnTo>
                    <a:pt x="4285809" y="102173"/>
                  </a:lnTo>
                  <a:lnTo>
                    <a:pt x="4276917" y="102173"/>
                  </a:lnTo>
                  <a:lnTo>
                    <a:pt x="4268025" y="102173"/>
                  </a:lnTo>
                  <a:lnTo>
                    <a:pt x="4259134" y="102173"/>
                  </a:lnTo>
                  <a:lnTo>
                    <a:pt x="4250242" y="102173"/>
                  </a:lnTo>
                  <a:lnTo>
                    <a:pt x="4241350" y="102173"/>
                  </a:lnTo>
                  <a:lnTo>
                    <a:pt x="4232458" y="102173"/>
                  </a:lnTo>
                  <a:lnTo>
                    <a:pt x="4223567" y="102173"/>
                  </a:lnTo>
                  <a:lnTo>
                    <a:pt x="4214675" y="102173"/>
                  </a:lnTo>
                  <a:lnTo>
                    <a:pt x="4205783" y="102173"/>
                  </a:lnTo>
                  <a:lnTo>
                    <a:pt x="4196892" y="102173"/>
                  </a:lnTo>
                  <a:lnTo>
                    <a:pt x="4188000" y="102173"/>
                  </a:lnTo>
                  <a:lnTo>
                    <a:pt x="4179108" y="102173"/>
                  </a:lnTo>
                  <a:lnTo>
                    <a:pt x="4170216" y="102173"/>
                  </a:lnTo>
                  <a:lnTo>
                    <a:pt x="4161325" y="102173"/>
                  </a:lnTo>
                  <a:lnTo>
                    <a:pt x="4152433" y="102173"/>
                  </a:lnTo>
                  <a:lnTo>
                    <a:pt x="4143541" y="102173"/>
                  </a:lnTo>
                  <a:lnTo>
                    <a:pt x="4134650" y="102173"/>
                  </a:lnTo>
                  <a:lnTo>
                    <a:pt x="4125758" y="102173"/>
                  </a:lnTo>
                  <a:lnTo>
                    <a:pt x="4116866" y="102173"/>
                  </a:lnTo>
                  <a:lnTo>
                    <a:pt x="4107974" y="102173"/>
                  </a:lnTo>
                  <a:lnTo>
                    <a:pt x="4099083" y="102173"/>
                  </a:lnTo>
                  <a:lnTo>
                    <a:pt x="4090191" y="102173"/>
                  </a:lnTo>
                  <a:lnTo>
                    <a:pt x="4081299" y="102173"/>
                  </a:lnTo>
                  <a:lnTo>
                    <a:pt x="4072407" y="102173"/>
                  </a:lnTo>
                  <a:lnTo>
                    <a:pt x="4063516" y="102173"/>
                  </a:lnTo>
                  <a:lnTo>
                    <a:pt x="4054624" y="102173"/>
                  </a:lnTo>
                  <a:lnTo>
                    <a:pt x="4045732" y="102173"/>
                  </a:lnTo>
                  <a:lnTo>
                    <a:pt x="4036841" y="102173"/>
                  </a:lnTo>
                  <a:lnTo>
                    <a:pt x="4027949" y="102173"/>
                  </a:lnTo>
                  <a:lnTo>
                    <a:pt x="4019057" y="102173"/>
                  </a:lnTo>
                  <a:lnTo>
                    <a:pt x="4010165" y="102173"/>
                  </a:lnTo>
                  <a:lnTo>
                    <a:pt x="4001274" y="102173"/>
                  </a:lnTo>
                  <a:lnTo>
                    <a:pt x="3992382" y="102173"/>
                  </a:lnTo>
                  <a:lnTo>
                    <a:pt x="3983490" y="102173"/>
                  </a:lnTo>
                  <a:lnTo>
                    <a:pt x="3974599" y="102173"/>
                  </a:lnTo>
                  <a:lnTo>
                    <a:pt x="3965707" y="102173"/>
                  </a:lnTo>
                  <a:lnTo>
                    <a:pt x="3956815" y="102173"/>
                  </a:lnTo>
                  <a:lnTo>
                    <a:pt x="3947923" y="102173"/>
                  </a:lnTo>
                  <a:lnTo>
                    <a:pt x="3939032" y="102173"/>
                  </a:lnTo>
                  <a:lnTo>
                    <a:pt x="3930140" y="102173"/>
                  </a:lnTo>
                  <a:lnTo>
                    <a:pt x="3921248" y="102173"/>
                  </a:lnTo>
                  <a:lnTo>
                    <a:pt x="3912356" y="102173"/>
                  </a:lnTo>
                  <a:lnTo>
                    <a:pt x="3903465" y="102173"/>
                  </a:lnTo>
                  <a:lnTo>
                    <a:pt x="3894573" y="102173"/>
                  </a:lnTo>
                  <a:lnTo>
                    <a:pt x="3885681" y="102173"/>
                  </a:lnTo>
                  <a:lnTo>
                    <a:pt x="3876790" y="102173"/>
                  </a:lnTo>
                  <a:lnTo>
                    <a:pt x="3867898" y="102173"/>
                  </a:lnTo>
                  <a:lnTo>
                    <a:pt x="3859006" y="102173"/>
                  </a:lnTo>
                  <a:lnTo>
                    <a:pt x="3850114" y="102173"/>
                  </a:lnTo>
                  <a:lnTo>
                    <a:pt x="3841223" y="102173"/>
                  </a:lnTo>
                  <a:lnTo>
                    <a:pt x="3832331" y="102173"/>
                  </a:lnTo>
                  <a:lnTo>
                    <a:pt x="3823439" y="102173"/>
                  </a:lnTo>
                  <a:lnTo>
                    <a:pt x="3814548" y="102173"/>
                  </a:lnTo>
                  <a:lnTo>
                    <a:pt x="3805656" y="102173"/>
                  </a:lnTo>
                  <a:lnTo>
                    <a:pt x="3796764" y="102173"/>
                  </a:lnTo>
                  <a:lnTo>
                    <a:pt x="3787872" y="102173"/>
                  </a:lnTo>
                  <a:lnTo>
                    <a:pt x="3778981" y="102173"/>
                  </a:lnTo>
                  <a:lnTo>
                    <a:pt x="3770089" y="102173"/>
                  </a:lnTo>
                  <a:lnTo>
                    <a:pt x="3761197" y="102173"/>
                  </a:lnTo>
                  <a:lnTo>
                    <a:pt x="3752306" y="102173"/>
                  </a:lnTo>
                  <a:lnTo>
                    <a:pt x="3743414" y="102173"/>
                  </a:lnTo>
                  <a:lnTo>
                    <a:pt x="3734522" y="102173"/>
                  </a:lnTo>
                  <a:lnTo>
                    <a:pt x="3725630" y="102173"/>
                  </a:lnTo>
                  <a:lnTo>
                    <a:pt x="3716739" y="102173"/>
                  </a:lnTo>
                  <a:lnTo>
                    <a:pt x="3707847" y="102173"/>
                  </a:lnTo>
                  <a:lnTo>
                    <a:pt x="3698955" y="102173"/>
                  </a:lnTo>
                  <a:lnTo>
                    <a:pt x="3690063" y="102173"/>
                  </a:lnTo>
                  <a:lnTo>
                    <a:pt x="3681172" y="102173"/>
                  </a:lnTo>
                  <a:lnTo>
                    <a:pt x="3672280" y="102173"/>
                  </a:lnTo>
                  <a:lnTo>
                    <a:pt x="3663388" y="102173"/>
                  </a:lnTo>
                  <a:lnTo>
                    <a:pt x="3654497" y="102173"/>
                  </a:lnTo>
                  <a:lnTo>
                    <a:pt x="3645605" y="102173"/>
                  </a:lnTo>
                  <a:lnTo>
                    <a:pt x="3636713" y="102173"/>
                  </a:lnTo>
                  <a:lnTo>
                    <a:pt x="3627821" y="102173"/>
                  </a:lnTo>
                  <a:lnTo>
                    <a:pt x="3618930" y="102173"/>
                  </a:lnTo>
                  <a:lnTo>
                    <a:pt x="3610038" y="102173"/>
                  </a:lnTo>
                  <a:lnTo>
                    <a:pt x="3601146" y="102173"/>
                  </a:lnTo>
                  <a:lnTo>
                    <a:pt x="3592255" y="102173"/>
                  </a:lnTo>
                  <a:lnTo>
                    <a:pt x="3583363" y="102173"/>
                  </a:lnTo>
                  <a:lnTo>
                    <a:pt x="3574471" y="102173"/>
                  </a:lnTo>
                  <a:lnTo>
                    <a:pt x="3565579" y="102173"/>
                  </a:lnTo>
                  <a:lnTo>
                    <a:pt x="3556688" y="102173"/>
                  </a:lnTo>
                  <a:lnTo>
                    <a:pt x="3547796" y="102173"/>
                  </a:lnTo>
                  <a:lnTo>
                    <a:pt x="3538904" y="102173"/>
                  </a:lnTo>
                  <a:lnTo>
                    <a:pt x="3530013" y="102173"/>
                  </a:lnTo>
                  <a:lnTo>
                    <a:pt x="3521121" y="102173"/>
                  </a:lnTo>
                  <a:lnTo>
                    <a:pt x="3512229" y="102173"/>
                  </a:lnTo>
                  <a:lnTo>
                    <a:pt x="3503337" y="102173"/>
                  </a:lnTo>
                  <a:lnTo>
                    <a:pt x="3494446" y="102173"/>
                  </a:lnTo>
                  <a:lnTo>
                    <a:pt x="3485554" y="102173"/>
                  </a:lnTo>
                  <a:lnTo>
                    <a:pt x="3476662" y="102173"/>
                  </a:lnTo>
                  <a:lnTo>
                    <a:pt x="3467770" y="102173"/>
                  </a:lnTo>
                  <a:lnTo>
                    <a:pt x="3458879" y="102173"/>
                  </a:lnTo>
                  <a:lnTo>
                    <a:pt x="3449987" y="102173"/>
                  </a:lnTo>
                  <a:lnTo>
                    <a:pt x="3441095" y="102173"/>
                  </a:lnTo>
                  <a:lnTo>
                    <a:pt x="3432204" y="102173"/>
                  </a:lnTo>
                  <a:lnTo>
                    <a:pt x="3423312" y="102173"/>
                  </a:lnTo>
                  <a:lnTo>
                    <a:pt x="3414420" y="102173"/>
                  </a:lnTo>
                  <a:lnTo>
                    <a:pt x="3405528" y="102173"/>
                  </a:lnTo>
                  <a:lnTo>
                    <a:pt x="3396637" y="102173"/>
                  </a:lnTo>
                  <a:lnTo>
                    <a:pt x="3387745" y="102173"/>
                  </a:lnTo>
                  <a:lnTo>
                    <a:pt x="3378853" y="102173"/>
                  </a:lnTo>
                  <a:lnTo>
                    <a:pt x="3369962" y="102173"/>
                  </a:lnTo>
                  <a:lnTo>
                    <a:pt x="3361070" y="102173"/>
                  </a:lnTo>
                  <a:lnTo>
                    <a:pt x="3352178" y="102173"/>
                  </a:lnTo>
                  <a:lnTo>
                    <a:pt x="3343286" y="102173"/>
                  </a:lnTo>
                  <a:lnTo>
                    <a:pt x="3334395" y="102173"/>
                  </a:lnTo>
                  <a:lnTo>
                    <a:pt x="3325503" y="102173"/>
                  </a:lnTo>
                  <a:lnTo>
                    <a:pt x="3316611" y="102173"/>
                  </a:lnTo>
                  <a:lnTo>
                    <a:pt x="3307720" y="102173"/>
                  </a:lnTo>
                  <a:lnTo>
                    <a:pt x="3298828" y="102173"/>
                  </a:lnTo>
                  <a:lnTo>
                    <a:pt x="3289936" y="102173"/>
                  </a:lnTo>
                  <a:lnTo>
                    <a:pt x="3281044" y="102173"/>
                  </a:lnTo>
                  <a:lnTo>
                    <a:pt x="3272153" y="102173"/>
                  </a:lnTo>
                  <a:lnTo>
                    <a:pt x="3263261" y="102173"/>
                  </a:lnTo>
                  <a:lnTo>
                    <a:pt x="3254369" y="102173"/>
                  </a:lnTo>
                  <a:lnTo>
                    <a:pt x="3245477" y="102173"/>
                  </a:lnTo>
                  <a:lnTo>
                    <a:pt x="3236586" y="102173"/>
                  </a:lnTo>
                  <a:lnTo>
                    <a:pt x="3227694" y="102173"/>
                  </a:lnTo>
                  <a:lnTo>
                    <a:pt x="3218802" y="102173"/>
                  </a:lnTo>
                  <a:lnTo>
                    <a:pt x="3209911" y="102173"/>
                  </a:lnTo>
                  <a:lnTo>
                    <a:pt x="3201019" y="102173"/>
                  </a:lnTo>
                  <a:lnTo>
                    <a:pt x="3192127" y="102173"/>
                  </a:lnTo>
                  <a:lnTo>
                    <a:pt x="3183235" y="102173"/>
                  </a:lnTo>
                  <a:lnTo>
                    <a:pt x="3174344" y="102173"/>
                  </a:lnTo>
                  <a:lnTo>
                    <a:pt x="3165452" y="102173"/>
                  </a:lnTo>
                  <a:lnTo>
                    <a:pt x="3156560" y="102173"/>
                  </a:lnTo>
                  <a:lnTo>
                    <a:pt x="3147669" y="102173"/>
                  </a:lnTo>
                  <a:lnTo>
                    <a:pt x="3138777" y="102173"/>
                  </a:lnTo>
                  <a:lnTo>
                    <a:pt x="3129885" y="102173"/>
                  </a:lnTo>
                  <a:lnTo>
                    <a:pt x="3120993" y="102173"/>
                  </a:lnTo>
                  <a:lnTo>
                    <a:pt x="3112102" y="102173"/>
                  </a:lnTo>
                  <a:lnTo>
                    <a:pt x="3103210" y="102173"/>
                  </a:lnTo>
                  <a:lnTo>
                    <a:pt x="3094318" y="102173"/>
                  </a:lnTo>
                  <a:lnTo>
                    <a:pt x="3085426" y="102173"/>
                  </a:lnTo>
                  <a:lnTo>
                    <a:pt x="3076535" y="102173"/>
                  </a:lnTo>
                  <a:lnTo>
                    <a:pt x="3067643" y="102173"/>
                  </a:lnTo>
                  <a:lnTo>
                    <a:pt x="3058751" y="102173"/>
                  </a:lnTo>
                  <a:lnTo>
                    <a:pt x="3049860" y="102173"/>
                  </a:lnTo>
                  <a:lnTo>
                    <a:pt x="3040968" y="102173"/>
                  </a:lnTo>
                  <a:lnTo>
                    <a:pt x="3032076" y="102173"/>
                  </a:lnTo>
                  <a:lnTo>
                    <a:pt x="3023184" y="102173"/>
                  </a:lnTo>
                  <a:lnTo>
                    <a:pt x="3014293" y="102173"/>
                  </a:lnTo>
                  <a:lnTo>
                    <a:pt x="3005401" y="102173"/>
                  </a:lnTo>
                  <a:lnTo>
                    <a:pt x="2996509" y="102173"/>
                  </a:lnTo>
                  <a:lnTo>
                    <a:pt x="2987618" y="102173"/>
                  </a:lnTo>
                  <a:lnTo>
                    <a:pt x="2978726" y="102173"/>
                  </a:lnTo>
                  <a:lnTo>
                    <a:pt x="2969834" y="102173"/>
                  </a:lnTo>
                  <a:lnTo>
                    <a:pt x="2960942" y="102173"/>
                  </a:lnTo>
                  <a:lnTo>
                    <a:pt x="2952051" y="102173"/>
                  </a:lnTo>
                  <a:lnTo>
                    <a:pt x="2943159" y="102173"/>
                  </a:lnTo>
                  <a:lnTo>
                    <a:pt x="2934267" y="102173"/>
                  </a:lnTo>
                  <a:lnTo>
                    <a:pt x="2925376" y="102173"/>
                  </a:lnTo>
                  <a:lnTo>
                    <a:pt x="2916484" y="102173"/>
                  </a:lnTo>
                  <a:lnTo>
                    <a:pt x="2907592" y="102173"/>
                  </a:lnTo>
                  <a:lnTo>
                    <a:pt x="2898700" y="102173"/>
                  </a:lnTo>
                  <a:lnTo>
                    <a:pt x="2889809" y="102173"/>
                  </a:lnTo>
                  <a:lnTo>
                    <a:pt x="2880917" y="102173"/>
                  </a:lnTo>
                  <a:lnTo>
                    <a:pt x="2872025" y="102173"/>
                  </a:lnTo>
                  <a:lnTo>
                    <a:pt x="2863133" y="102173"/>
                  </a:lnTo>
                  <a:lnTo>
                    <a:pt x="2854242" y="102173"/>
                  </a:lnTo>
                  <a:lnTo>
                    <a:pt x="2845350" y="102173"/>
                  </a:lnTo>
                  <a:lnTo>
                    <a:pt x="2836458" y="102173"/>
                  </a:lnTo>
                  <a:lnTo>
                    <a:pt x="2827567" y="102173"/>
                  </a:lnTo>
                  <a:lnTo>
                    <a:pt x="2818675" y="102173"/>
                  </a:lnTo>
                  <a:lnTo>
                    <a:pt x="2809783" y="102173"/>
                  </a:lnTo>
                  <a:lnTo>
                    <a:pt x="2800891" y="102173"/>
                  </a:lnTo>
                  <a:lnTo>
                    <a:pt x="2792000" y="102173"/>
                  </a:lnTo>
                  <a:lnTo>
                    <a:pt x="2783108" y="102173"/>
                  </a:lnTo>
                  <a:lnTo>
                    <a:pt x="2774216" y="102173"/>
                  </a:lnTo>
                  <a:lnTo>
                    <a:pt x="2765325" y="102173"/>
                  </a:lnTo>
                  <a:lnTo>
                    <a:pt x="2756433" y="102173"/>
                  </a:lnTo>
                  <a:lnTo>
                    <a:pt x="2747541" y="102173"/>
                  </a:lnTo>
                  <a:lnTo>
                    <a:pt x="2738649" y="102173"/>
                  </a:lnTo>
                  <a:lnTo>
                    <a:pt x="2729758" y="102173"/>
                  </a:lnTo>
                  <a:lnTo>
                    <a:pt x="2720866" y="102173"/>
                  </a:lnTo>
                  <a:lnTo>
                    <a:pt x="2711974" y="102173"/>
                  </a:lnTo>
                  <a:lnTo>
                    <a:pt x="2703083" y="102173"/>
                  </a:lnTo>
                  <a:lnTo>
                    <a:pt x="2694191" y="102173"/>
                  </a:lnTo>
                  <a:lnTo>
                    <a:pt x="2685299" y="102173"/>
                  </a:lnTo>
                  <a:lnTo>
                    <a:pt x="2676407" y="102173"/>
                  </a:lnTo>
                  <a:lnTo>
                    <a:pt x="2667516" y="102173"/>
                  </a:lnTo>
                  <a:lnTo>
                    <a:pt x="2658624" y="102173"/>
                  </a:lnTo>
                  <a:lnTo>
                    <a:pt x="2649732" y="102173"/>
                  </a:lnTo>
                  <a:lnTo>
                    <a:pt x="2640840" y="102173"/>
                  </a:lnTo>
                  <a:lnTo>
                    <a:pt x="2631949" y="102173"/>
                  </a:lnTo>
                  <a:lnTo>
                    <a:pt x="2623057" y="102173"/>
                  </a:lnTo>
                  <a:lnTo>
                    <a:pt x="2614165" y="102173"/>
                  </a:lnTo>
                  <a:lnTo>
                    <a:pt x="2605274" y="102173"/>
                  </a:lnTo>
                  <a:lnTo>
                    <a:pt x="2596382" y="102173"/>
                  </a:lnTo>
                  <a:lnTo>
                    <a:pt x="2587490" y="102173"/>
                  </a:lnTo>
                  <a:lnTo>
                    <a:pt x="2578598" y="102173"/>
                  </a:lnTo>
                  <a:lnTo>
                    <a:pt x="2569707" y="102173"/>
                  </a:lnTo>
                  <a:lnTo>
                    <a:pt x="2560815" y="102173"/>
                  </a:lnTo>
                  <a:lnTo>
                    <a:pt x="2551923" y="102173"/>
                  </a:lnTo>
                  <a:lnTo>
                    <a:pt x="2543032" y="102173"/>
                  </a:lnTo>
                  <a:lnTo>
                    <a:pt x="2534140" y="102173"/>
                  </a:lnTo>
                  <a:lnTo>
                    <a:pt x="2525248" y="102173"/>
                  </a:lnTo>
                  <a:lnTo>
                    <a:pt x="2516356" y="102173"/>
                  </a:lnTo>
                  <a:lnTo>
                    <a:pt x="2507465" y="102173"/>
                  </a:lnTo>
                  <a:lnTo>
                    <a:pt x="2498573" y="102173"/>
                  </a:lnTo>
                  <a:lnTo>
                    <a:pt x="2489681" y="102173"/>
                  </a:lnTo>
                  <a:lnTo>
                    <a:pt x="2480790" y="102173"/>
                  </a:lnTo>
                  <a:lnTo>
                    <a:pt x="2471898" y="102173"/>
                  </a:lnTo>
                  <a:lnTo>
                    <a:pt x="2463006" y="102173"/>
                  </a:lnTo>
                  <a:lnTo>
                    <a:pt x="2454114" y="102173"/>
                  </a:lnTo>
                  <a:lnTo>
                    <a:pt x="2445223" y="102173"/>
                  </a:lnTo>
                  <a:lnTo>
                    <a:pt x="2436331" y="102173"/>
                  </a:lnTo>
                  <a:lnTo>
                    <a:pt x="2427439" y="102173"/>
                  </a:lnTo>
                  <a:lnTo>
                    <a:pt x="2418547" y="102173"/>
                  </a:lnTo>
                  <a:lnTo>
                    <a:pt x="2409656" y="102173"/>
                  </a:lnTo>
                  <a:lnTo>
                    <a:pt x="2400764" y="102173"/>
                  </a:lnTo>
                  <a:lnTo>
                    <a:pt x="2391872" y="102173"/>
                  </a:lnTo>
                  <a:lnTo>
                    <a:pt x="2382981" y="102173"/>
                  </a:lnTo>
                  <a:lnTo>
                    <a:pt x="2374089" y="102173"/>
                  </a:lnTo>
                  <a:lnTo>
                    <a:pt x="2365197" y="102173"/>
                  </a:lnTo>
                  <a:lnTo>
                    <a:pt x="2356305" y="102173"/>
                  </a:lnTo>
                  <a:lnTo>
                    <a:pt x="2347414" y="102173"/>
                  </a:lnTo>
                  <a:lnTo>
                    <a:pt x="2338522" y="102173"/>
                  </a:lnTo>
                  <a:lnTo>
                    <a:pt x="2329630" y="102173"/>
                  </a:lnTo>
                  <a:lnTo>
                    <a:pt x="2320739" y="102173"/>
                  </a:lnTo>
                  <a:lnTo>
                    <a:pt x="2311847" y="102173"/>
                  </a:lnTo>
                  <a:lnTo>
                    <a:pt x="2302955" y="102173"/>
                  </a:lnTo>
                  <a:lnTo>
                    <a:pt x="2294063" y="102173"/>
                  </a:lnTo>
                  <a:lnTo>
                    <a:pt x="2285172" y="102173"/>
                  </a:lnTo>
                  <a:lnTo>
                    <a:pt x="2276280" y="102173"/>
                  </a:lnTo>
                  <a:lnTo>
                    <a:pt x="2267388" y="102173"/>
                  </a:lnTo>
                  <a:lnTo>
                    <a:pt x="2258496" y="102173"/>
                  </a:lnTo>
                  <a:lnTo>
                    <a:pt x="2249605" y="102173"/>
                  </a:lnTo>
                  <a:lnTo>
                    <a:pt x="2240713" y="102173"/>
                  </a:lnTo>
                  <a:lnTo>
                    <a:pt x="2231821" y="102173"/>
                  </a:lnTo>
                  <a:lnTo>
                    <a:pt x="2222930" y="102173"/>
                  </a:lnTo>
                  <a:lnTo>
                    <a:pt x="2214038" y="102173"/>
                  </a:lnTo>
                  <a:lnTo>
                    <a:pt x="2205146" y="102173"/>
                  </a:lnTo>
                  <a:lnTo>
                    <a:pt x="2196254" y="102173"/>
                  </a:lnTo>
                  <a:lnTo>
                    <a:pt x="2187363" y="102173"/>
                  </a:lnTo>
                  <a:lnTo>
                    <a:pt x="2178471" y="102173"/>
                  </a:lnTo>
                  <a:lnTo>
                    <a:pt x="2169579" y="102173"/>
                  </a:lnTo>
                  <a:lnTo>
                    <a:pt x="2160688" y="102173"/>
                  </a:lnTo>
                  <a:lnTo>
                    <a:pt x="2151796" y="102173"/>
                  </a:lnTo>
                  <a:lnTo>
                    <a:pt x="2142904" y="102173"/>
                  </a:lnTo>
                  <a:lnTo>
                    <a:pt x="2134012" y="102173"/>
                  </a:lnTo>
                  <a:lnTo>
                    <a:pt x="2125121" y="102173"/>
                  </a:lnTo>
                  <a:lnTo>
                    <a:pt x="2116229" y="102173"/>
                  </a:lnTo>
                  <a:lnTo>
                    <a:pt x="2107337" y="102173"/>
                  </a:lnTo>
                  <a:lnTo>
                    <a:pt x="2098446" y="102173"/>
                  </a:lnTo>
                  <a:lnTo>
                    <a:pt x="2089554" y="102173"/>
                  </a:lnTo>
                  <a:lnTo>
                    <a:pt x="2080662" y="102173"/>
                  </a:lnTo>
                  <a:lnTo>
                    <a:pt x="2071770" y="102173"/>
                  </a:lnTo>
                  <a:lnTo>
                    <a:pt x="2062879" y="102173"/>
                  </a:lnTo>
                  <a:lnTo>
                    <a:pt x="2053987" y="102173"/>
                  </a:lnTo>
                  <a:lnTo>
                    <a:pt x="2045095" y="102173"/>
                  </a:lnTo>
                  <a:lnTo>
                    <a:pt x="2036203" y="102173"/>
                  </a:lnTo>
                  <a:lnTo>
                    <a:pt x="2027312" y="102173"/>
                  </a:lnTo>
                  <a:lnTo>
                    <a:pt x="2018420" y="102173"/>
                  </a:lnTo>
                  <a:lnTo>
                    <a:pt x="2009528" y="102173"/>
                  </a:lnTo>
                  <a:lnTo>
                    <a:pt x="2000637" y="102173"/>
                  </a:lnTo>
                  <a:lnTo>
                    <a:pt x="1991745" y="102173"/>
                  </a:lnTo>
                  <a:lnTo>
                    <a:pt x="1982853" y="102173"/>
                  </a:lnTo>
                  <a:lnTo>
                    <a:pt x="1973961" y="102173"/>
                  </a:lnTo>
                  <a:lnTo>
                    <a:pt x="1965070" y="102173"/>
                  </a:lnTo>
                  <a:lnTo>
                    <a:pt x="1956178" y="102173"/>
                  </a:lnTo>
                  <a:lnTo>
                    <a:pt x="1947286" y="102173"/>
                  </a:lnTo>
                  <a:lnTo>
                    <a:pt x="1938395" y="102173"/>
                  </a:lnTo>
                  <a:lnTo>
                    <a:pt x="1929503" y="102173"/>
                  </a:lnTo>
                  <a:lnTo>
                    <a:pt x="1920611" y="102173"/>
                  </a:lnTo>
                  <a:lnTo>
                    <a:pt x="1911719" y="102173"/>
                  </a:lnTo>
                  <a:lnTo>
                    <a:pt x="1902828" y="102173"/>
                  </a:lnTo>
                  <a:lnTo>
                    <a:pt x="1893936" y="102173"/>
                  </a:lnTo>
                  <a:lnTo>
                    <a:pt x="1885044" y="102173"/>
                  </a:lnTo>
                  <a:lnTo>
                    <a:pt x="1876153" y="102173"/>
                  </a:lnTo>
                  <a:lnTo>
                    <a:pt x="1867261" y="102173"/>
                  </a:lnTo>
                  <a:lnTo>
                    <a:pt x="1858369" y="102173"/>
                  </a:lnTo>
                  <a:lnTo>
                    <a:pt x="1849477" y="102173"/>
                  </a:lnTo>
                  <a:lnTo>
                    <a:pt x="1840586" y="102173"/>
                  </a:lnTo>
                  <a:lnTo>
                    <a:pt x="1831694" y="102173"/>
                  </a:lnTo>
                  <a:lnTo>
                    <a:pt x="1822802" y="102173"/>
                  </a:lnTo>
                  <a:lnTo>
                    <a:pt x="1813910" y="102173"/>
                  </a:lnTo>
                  <a:lnTo>
                    <a:pt x="1805019" y="102173"/>
                  </a:lnTo>
                  <a:lnTo>
                    <a:pt x="1796127" y="102173"/>
                  </a:lnTo>
                  <a:lnTo>
                    <a:pt x="1787235" y="102173"/>
                  </a:lnTo>
                  <a:lnTo>
                    <a:pt x="1778344" y="102173"/>
                  </a:lnTo>
                  <a:lnTo>
                    <a:pt x="1769452" y="102173"/>
                  </a:lnTo>
                  <a:lnTo>
                    <a:pt x="1760560" y="102173"/>
                  </a:lnTo>
                  <a:lnTo>
                    <a:pt x="1751668" y="102173"/>
                  </a:lnTo>
                  <a:lnTo>
                    <a:pt x="1742777" y="102173"/>
                  </a:lnTo>
                  <a:lnTo>
                    <a:pt x="1733885" y="102173"/>
                  </a:lnTo>
                  <a:lnTo>
                    <a:pt x="1724993" y="102173"/>
                  </a:lnTo>
                  <a:lnTo>
                    <a:pt x="1716102" y="102173"/>
                  </a:lnTo>
                  <a:lnTo>
                    <a:pt x="1707210" y="102173"/>
                  </a:lnTo>
                  <a:lnTo>
                    <a:pt x="1698318" y="102173"/>
                  </a:lnTo>
                  <a:lnTo>
                    <a:pt x="1689426" y="102173"/>
                  </a:lnTo>
                  <a:lnTo>
                    <a:pt x="1680535" y="102173"/>
                  </a:lnTo>
                  <a:lnTo>
                    <a:pt x="1671643" y="102173"/>
                  </a:lnTo>
                  <a:lnTo>
                    <a:pt x="1662751" y="102173"/>
                  </a:lnTo>
                  <a:lnTo>
                    <a:pt x="1653860" y="102173"/>
                  </a:lnTo>
                  <a:lnTo>
                    <a:pt x="1644968" y="102173"/>
                  </a:lnTo>
                  <a:lnTo>
                    <a:pt x="1636076" y="102173"/>
                  </a:lnTo>
                  <a:lnTo>
                    <a:pt x="1627184" y="102173"/>
                  </a:lnTo>
                  <a:lnTo>
                    <a:pt x="1618293" y="102173"/>
                  </a:lnTo>
                  <a:lnTo>
                    <a:pt x="1609401" y="102173"/>
                  </a:lnTo>
                  <a:lnTo>
                    <a:pt x="1600509" y="102173"/>
                  </a:lnTo>
                  <a:lnTo>
                    <a:pt x="1591617" y="102173"/>
                  </a:lnTo>
                  <a:lnTo>
                    <a:pt x="1582726" y="102173"/>
                  </a:lnTo>
                  <a:lnTo>
                    <a:pt x="1573834" y="102173"/>
                  </a:lnTo>
                  <a:lnTo>
                    <a:pt x="1564942" y="102173"/>
                  </a:lnTo>
                  <a:lnTo>
                    <a:pt x="1556051" y="102173"/>
                  </a:lnTo>
                  <a:lnTo>
                    <a:pt x="1547159" y="102173"/>
                  </a:lnTo>
                  <a:lnTo>
                    <a:pt x="1538267" y="102173"/>
                  </a:lnTo>
                  <a:lnTo>
                    <a:pt x="1529375" y="102173"/>
                  </a:lnTo>
                  <a:lnTo>
                    <a:pt x="1520484" y="102173"/>
                  </a:lnTo>
                  <a:lnTo>
                    <a:pt x="1511592" y="102173"/>
                  </a:lnTo>
                  <a:lnTo>
                    <a:pt x="1502700" y="102173"/>
                  </a:lnTo>
                  <a:lnTo>
                    <a:pt x="1493809" y="102173"/>
                  </a:lnTo>
                  <a:lnTo>
                    <a:pt x="1484917" y="102173"/>
                  </a:lnTo>
                  <a:lnTo>
                    <a:pt x="1476025" y="102173"/>
                  </a:lnTo>
                  <a:lnTo>
                    <a:pt x="1467133" y="102173"/>
                  </a:lnTo>
                  <a:lnTo>
                    <a:pt x="1458242" y="102173"/>
                  </a:lnTo>
                  <a:lnTo>
                    <a:pt x="1449350" y="102173"/>
                  </a:lnTo>
                  <a:lnTo>
                    <a:pt x="1440458" y="102173"/>
                  </a:lnTo>
                  <a:lnTo>
                    <a:pt x="1431566" y="102173"/>
                  </a:lnTo>
                  <a:lnTo>
                    <a:pt x="1422675" y="102173"/>
                  </a:lnTo>
                  <a:lnTo>
                    <a:pt x="1413783" y="102173"/>
                  </a:lnTo>
                  <a:lnTo>
                    <a:pt x="1404891" y="102173"/>
                  </a:lnTo>
                  <a:lnTo>
                    <a:pt x="1396000" y="102173"/>
                  </a:lnTo>
                  <a:lnTo>
                    <a:pt x="1387108" y="102173"/>
                  </a:lnTo>
                  <a:lnTo>
                    <a:pt x="1378216" y="102173"/>
                  </a:lnTo>
                  <a:lnTo>
                    <a:pt x="1369324" y="102173"/>
                  </a:lnTo>
                  <a:lnTo>
                    <a:pt x="1360433" y="102173"/>
                  </a:lnTo>
                  <a:lnTo>
                    <a:pt x="1351541" y="102173"/>
                  </a:lnTo>
                  <a:lnTo>
                    <a:pt x="1342649" y="102173"/>
                  </a:lnTo>
                  <a:lnTo>
                    <a:pt x="1333758" y="102173"/>
                  </a:lnTo>
                  <a:lnTo>
                    <a:pt x="1324866" y="102173"/>
                  </a:lnTo>
                  <a:lnTo>
                    <a:pt x="1315974" y="102173"/>
                  </a:lnTo>
                  <a:lnTo>
                    <a:pt x="1307082" y="102173"/>
                  </a:lnTo>
                  <a:lnTo>
                    <a:pt x="1298191" y="102173"/>
                  </a:lnTo>
                  <a:lnTo>
                    <a:pt x="1289299" y="102173"/>
                  </a:lnTo>
                  <a:lnTo>
                    <a:pt x="1280407" y="102173"/>
                  </a:lnTo>
                  <a:lnTo>
                    <a:pt x="1271516" y="102173"/>
                  </a:lnTo>
                  <a:lnTo>
                    <a:pt x="1262624" y="102173"/>
                  </a:lnTo>
                  <a:lnTo>
                    <a:pt x="1253732" y="102173"/>
                  </a:lnTo>
                  <a:lnTo>
                    <a:pt x="1244840" y="102173"/>
                  </a:lnTo>
                  <a:lnTo>
                    <a:pt x="1235949" y="102173"/>
                  </a:lnTo>
                  <a:lnTo>
                    <a:pt x="1227057" y="102173"/>
                  </a:lnTo>
                  <a:lnTo>
                    <a:pt x="1218165" y="102173"/>
                  </a:lnTo>
                  <a:lnTo>
                    <a:pt x="1209273" y="102173"/>
                  </a:lnTo>
                  <a:lnTo>
                    <a:pt x="1200382" y="102173"/>
                  </a:lnTo>
                  <a:lnTo>
                    <a:pt x="1191490" y="102173"/>
                  </a:lnTo>
                  <a:lnTo>
                    <a:pt x="1182598" y="102173"/>
                  </a:lnTo>
                  <a:lnTo>
                    <a:pt x="1173707" y="102173"/>
                  </a:lnTo>
                  <a:lnTo>
                    <a:pt x="1164815" y="102173"/>
                  </a:lnTo>
                  <a:lnTo>
                    <a:pt x="1155923" y="102173"/>
                  </a:lnTo>
                  <a:lnTo>
                    <a:pt x="1147031" y="102173"/>
                  </a:lnTo>
                  <a:lnTo>
                    <a:pt x="1138140" y="102173"/>
                  </a:lnTo>
                  <a:lnTo>
                    <a:pt x="1129248" y="102173"/>
                  </a:lnTo>
                  <a:lnTo>
                    <a:pt x="1120356" y="102173"/>
                  </a:lnTo>
                  <a:lnTo>
                    <a:pt x="1111465" y="102173"/>
                  </a:lnTo>
                  <a:lnTo>
                    <a:pt x="1102573" y="102173"/>
                  </a:lnTo>
                  <a:lnTo>
                    <a:pt x="1093681" y="102173"/>
                  </a:lnTo>
                  <a:lnTo>
                    <a:pt x="1084789" y="102173"/>
                  </a:lnTo>
                  <a:lnTo>
                    <a:pt x="1075898" y="102173"/>
                  </a:lnTo>
                  <a:lnTo>
                    <a:pt x="1067006" y="102173"/>
                  </a:lnTo>
                  <a:lnTo>
                    <a:pt x="1058114" y="102173"/>
                  </a:lnTo>
                  <a:lnTo>
                    <a:pt x="1049223" y="102173"/>
                  </a:lnTo>
                  <a:lnTo>
                    <a:pt x="1040331" y="102173"/>
                  </a:lnTo>
                  <a:lnTo>
                    <a:pt x="1031439" y="102173"/>
                  </a:lnTo>
                  <a:lnTo>
                    <a:pt x="1022547" y="102173"/>
                  </a:lnTo>
                  <a:lnTo>
                    <a:pt x="1013656" y="102173"/>
                  </a:lnTo>
                  <a:lnTo>
                    <a:pt x="1004764" y="102173"/>
                  </a:lnTo>
                  <a:lnTo>
                    <a:pt x="995872" y="102173"/>
                  </a:lnTo>
                  <a:lnTo>
                    <a:pt x="986980" y="102173"/>
                  </a:lnTo>
                  <a:lnTo>
                    <a:pt x="978089" y="102173"/>
                  </a:lnTo>
                  <a:lnTo>
                    <a:pt x="969197" y="102173"/>
                  </a:lnTo>
                  <a:lnTo>
                    <a:pt x="960305" y="102173"/>
                  </a:lnTo>
                  <a:lnTo>
                    <a:pt x="951414" y="102173"/>
                  </a:lnTo>
                  <a:lnTo>
                    <a:pt x="942522" y="102173"/>
                  </a:lnTo>
                  <a:lnTo>
                    <a:pt x="933630" y="102173"/>
                  </a:lnTo>
                  <a:lnTo>
                    <a:pt x="924738" y="102173"/>
                  </a:lnTo>
                  <a:lnTo>
                    <a:pt x="915847" y="102173"/>
                  </a:lnTo>
                  <a:lnTo>
                    <a:pt x="906955" y="102173"/>
                  </a:lnTo>
                  <a:lnTo>
                    <a:pt x="898063" y="102173"/>
                  </a:lnTo>
                  <a:lnTo>
                    <a:pt x="889172" y="102173"/>
                  </a:lnTo>
                  <a:lnTo>
                    <a:pt x="880280" y="102173"/>
                  </a:lnTo>
                  <a:lnTo>
                    <a:pt x="871388" y="102173"/>
                  </a:lnTo>
                  <a:lnTo>
                    <a:pt x="862496" y="102173"/>
                  </a:lnTo>
                  <a:lnTo>
                    <a:pt x="853605" y="102173"/>
                  </a:lnTo>
                  <a:lnTo>
                    <a:pt x="844713" y="102173"/>
                  </a:lnTo>
                  <a:lnTo>
                    <a:pt x="835821" y="102173"/>
                  </a:lnTo>
                  <a:lnTo>
                    <a:pt x="826930" y="102173"/>
                  </a:lnTo>
                  <a:lnTo>
                    <a:pt x="818038" y="102173"/>
                  </a:lnTo>
                  <a:lnTo>
                    <a:pt x="809146" y="102173"/>
                  </a:lnTo>
                  <a:lnTo>
                    <a:pt x="800254" y="102173"/>
                  </a:lnTo>
                  <a:lnTo>
                    <a:pt x="791363" y="102173"/>
                  </a:lnTo>
                  <a:lnTo>
                    <a:pt x="782471" y="102173"/>
                  </a:lnTo>
                  <a:lnTo>
                    <a:pt x="773579" y="102173"/>
                  </a:lnTo>
                  <a:lnTo>
                    <a:pt x="764687" y="102173"/>
                  </a:lnTo>
                  <a:lnTo>
                    <a:pt x="755796" y="102173"/>
                  </a:lnTo>
                  <a:lnTo>
                    <a:pt x="746904" y="102173"/>
                  </a:lnTo>
                  <a:lnTo>
                    <a:pt x="738012" y="102173"/>
                  </a:lnTo>
                  <a:lnTo>
                    <a:pt x="729121" y="102173"/>
                  </a:lnTo>
                  <a:lnTo>
                    <a:pt x="720229" y="102173"/>
                  </a:lnTo>
                  <a:lnTo>
                    <a:pt x="711337" y="102173"/>
                  </a:lnTo>
                  <a:lnTo>
                    <a:pt x="702445" y="102173"/>
                  </a:lnTo>
                  <a:lnTo>
                    <a:pt x="693554" y="102173"/>
                  </a:lnTo>
                  <a:lnTo>
                    <a:pt x="684662" y="102173"/>
                  </a:lnTo>
                  <a:lnTo>
                    <a:pt x="675770" y="102173"/>
                  </a:lnTo>
                  <a:lnTo>
                    <a:pt x="666879" y="102173"/>
                  </a:lnTo>
                  <a:lnTo>
                    <a:pt x="657987" y="102173"/>
                  </a:lnTo>
                  <a:lnTo>
                    <a:pt x="649095" y="102173"/>
                  </a:lnTo>
                  <a:lnTo>
                    <a:pt x="640203" y="102173"/>
                  </a:lnTo>
                  <a:lnTo>
                    <a:pt x="631312" y="102173"/>
                  </a:lnTo>
                  <a:lnTo>
                    <a:pt x="622420" y="102173"/>
                  </a:lnTo>
                  <a:lnTo>
                    <a:pt x="613528" y="102173"/>
                  </a:lnTo>
                  <a:lnTo>
                    <a:pt x="604636" y="102173"/>
                  </a:lnTo>
                  <a:lnTo>
                    <a:pt x="595745" y="102173"/>
                  </a:lnTo>
                  <a:lnTo>
                    <a:pt x="586853" y="102173"/>
                  </a:lnTo>
                  <a:lnTo>
                    <a:pt x="577961" y="102173"/>
                  </a:lnTo>
                  <a:lnTo>
                    <a:pt x="569070" y="102173"/>
                  </a:lnTo>
                  <a:lnTo>
                    <a:pt x="560178" y="102173"/>
                  </a:lnTo>
                  <a:lnTo>
                    <a:pt x="551286" y="102173"/>
                  </a:lnTo>
                  <a:lnTo>
                    <a:pt x="542394" y="102173"/>
                  </a:lnTo>
                  <a:lnTo>
                    <a:pt x="533503" y="102173"/>
                  </a:lnTo>
                  <a:lnTo>
                    <a:pt x="524611" y="102173"/>
                  </a:lnTo>
                  <a:lnTo>
                    <a:pt x="515719" y="102173"/>
                  </a:lnTo>
                  <a:lnTo>
                    <a:pt x="506828" y="102173"/>
                  </a:lnTo>
                  <a:lnTo>
                    <a:pt x="497936" y="102173"/>
                  </a:lnTo>
                  <a:lnTo>
                    <a:pt x="489044" y="102173"/>
                  </a:lnTo>
                  <a:lnTo>
                    <a:pt x="480152" y="102173"/>
                  </a:lnTo>
                  <a:lnTo>
                    <a:pt x="471261" y="102173"/>
                  </a:lnTo>
                  <a:lnTo>
                    <a:pt x="462369" y="102173"/>
                  </a:lnTo>
                  <a:lnTo>
                    <a:pt x="453477" y="102173"/>
                  </a:lnTo>
                  <a:lnTo>
                    <a:pt x="444586" y="102173"/>
                  </a:lnTo>
                  <a:lnTo>
                    <a:pt x="435694" y="102173"/>
                  </a:lnTo>
                  <a:lnTo>
                    <a:pt x="426802" y="102173"/>
                  </a:lnTo>
                  <a:lnTo>
                    <a:pt x="417910" y="102173"/>
                  </a:lnTo>
                  <a:lnTo>
                    <a:pt x="409019" y="102173"/>
                  </a:lnTo>
                  <a:lnTo>
                    <a:pt x="400127" y="102173"/>
                  </a:lnTo>
                  <a:lnTo>
                    <a:pt x="391235" y="102173"/>
                  </a:lnTo>
                  <a:lnTo>
                    <a:pt x="382343" y="102173"/>
                  </a:lnTo>
                  <a:lnTo>
                    <a:pt x="373452" y="102173"/>
                  </a:lnTo>
                  <a:lnTo>
                    <a:pt x="364560" y="102173"/>
                  </a:lnTo>
                  <a:lnTo>
                    <a:pt x="355668" y="102173"/>
                  </a:lnTo>
                  <a:lnTo>
                    <a:pt x="346777" y="102173"/>
                  </a:lnTo>
                  <a:lnTo>
                    <a:pt x="337885" y="102173"/>
                  </a:lnTo>
                  <a:lnTo>
                    <a:pt x="328993" y="102173"/>
                  </a:lnTo>
                  <a:lnTo>
                    <a:pt x="320101" y="102173"/>
                  </a:lnTo>
                  <a:lnTo>
                    <a:pt x="311210" y="102173"/>
                  </a:lnTo>
                  <a:lnTo>
                    <a:pt x="302318" y="102173"/>
                  </a:lnTo>
                  <a:lnTo>
                    <a:pt x="293426" y="102173"/>
                  </a:lnTo>
                  <a:lnTo>
                    <a:pt x="284535" y="102173"/>
                  </a:lnTo>
                  <a:lnTo>
                    <a:pt x="275643" y="102173"/>
                  </a:lnTo>
                  <a:lnTo>
                    <a:pt x="266751" y="102173"/>
                  </a:lnTo>
                  <a:lnTo>
                    <a:pt x="257859" y="102173"/>
                  </a:lnTo>
                  <a:lnTo>
                    <a:pt x="248968" y="102173"/>
                  </a:lnTo>
                  <a:lnTo>
                    <a:pt x="240076" y="102173"/>
                  </a:lnTo>
                  <a:lnTo>
                    <a:pt x="231184" y="102173"/>
                  </a:lnTo>
                  <a:lnTo>
                    <a:pt x="222293" y="102173"/>
                  </a:lnTo>
                  <a:lnTo>
                    <a:pt x="213401" y="102173"/>
                  </a:lnTo>
                  <a:lnTo>
                    <a:pt x="204509" y="102173"/>
                  </a:lnTo>
                  <a:lnTo>
                    <a:pt x="195617" y="102173"/>
                  </a:lnTo>
                  <a:lnTo>
                    <a:pt x="186726" y="102173"/>
                  </a:lnTo>
                  <a:lnTo>
                    <a:pt x="177834" y="102173"/>
                  </a:lnTo>
                  <a:lnTo>
                    <a:pt x="168942" y="102173"/>
                  </a:lnTo>
                  <a:lnTo>
                    <a:pt x="160050" y="102173"/>
                  </a:lnTo>
                  <a:lnTo>
                    <a:pt x="151159" y="102173"/>
                  </a:lnTo>
                  <a:lnTo>
                    <a:pt x="142267" y="102173"/>
                  </a:lnTo>
                  <a:lnTo>
                    <a:pt x="133375" y="102173"/>
                  </a:lnTo>
                  <a:lnTo>
                    <a:pt x="124484" y="102173"/>
                  </a:lnTo>
                  <a:lnTo>
                    <a:pt x="115592" y="102173"/>
                  </a:lnTo>
                  <a:lnTo>
                    <a:pt x="106700" y="102173"/>
                  </a:lnTo>
                  <a:lnTo>
                    <a:pt x="97808" y="102173"/>
                  </a:lnTo>
                  <a:lnTo>
                    <a:pt x="88917" y="102173"/>
                  </a:lnTo>
                  <a:lnTo>
                    <a:pt x="80025" y="102173"/>
                  </a:lnTo>
                  <a:lnTo>
                    <a:pt x="71133" y="102173"/>
                  </a:lnTo>
                  <a:lnTo>
                    <a:pt x="62242" y="102173"/>
                  </a:lnTo>
                  <a:lnTo>
                    <a:pt x="53350" y="102173"/>
                  </a:lnTo>
                  <a:lnTo>
                    <a:pt x="44458" y="102173"/>
                  </a:lnTo>
                  <a:lnTo>
                    <a:pt x="35566" y="102173"/>
                  </a:lnTo>
                  <a:lnTo>
                    <a:pt x="26675" y="102173"/>
                  </a:lnTo>
                  <a:lnTo>
                    <a:pt x="17783" y="102173"/>
                  </a:lnTo>
                  <a:lnTo>
                    <a:pt x="8891" y="102173"/>
                  </a:lnTo>
                  <a:lnTo>
                    <a:pt x="0" y="102173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34" name="pg333"/>
            <p:cNvSpPr/>
            <p:nvPr/>
          </p:nvSpPr>
          <p:spPr>
            <a:xfrm>
              <a:off x="5105523" y="4568337"/>
              <a:ext cx="869503" cy="102173"/>
            </a:xfrm>
            <a:custGeom>
              <a:avLst/>
              <a:pathLst>
                <a:path w="869503" h="102173">
                  <a:moveTo>
                    <a:pt x="0" y="0"/>
                  </a:moveTo>
                  <a:lnTo>
                    <a:pt x="1739" y="0"/>
                  </a:lnTo>
                  <a:lnTo>
                    <a:pt x="3478" y="0"/>
                  </a:lnTo>
                  <a:lnTo>
                    <a:pt x="5217" y="0"/>
                  </a:lnTo>
                  <a:lnTo>
                    <a:pt x="6956" y="0"/>
                  </a:lnTo>
                  <a:lnTo>
                    <a:pt x="8695" y="0"/>
                  </a:lnTo>
                  <a:lnTo>
                    <a:pt x="10434" y="0"/>
                  </a:lnTo>
                  <a:lnTo>
                    <a:pt x="12173" y="0"/>
                  </a:lnTo>
                  <a:lnTo>
                    <a:pt x="13912" y="0"/>
                  </a:lnTo>
                  <a:lnTo>
                    <a:pt x="15651" y="0"/>
                  </a:lnTo>
                  <a:lnTo>
                    <a:pt x="17390" y="0"/>
                  </a:lnTo>
                  <a:lnTo>
                    <a:pt x="19129" y="0"/>
                  </a:lnTo>
                  <a:lnTo>
                    <a:pt x="20868" y="0"/>
                  </a:lnTo>
                  <a:lnTo>
                    <a:pt x="22607" y="0"/>
                  </a:lnTo>
                  <a:lnTo>
                    <a:pt x="24346" y="0"/>
                  </a:lnTo>
                  <a:lnTo>
                    <a:pt x="26085" y="0"/>
                  </a:lnTo>
                  <a:lnTo>
                    <a:pt x="27824" y="0"/>
                  </a:lnTo>
                  <a:lnTo>
                    <a:pt x="29563" y="0"/>
                  </a:lnTo>
                  <a:lnTo>
                    <a:pt x="31302" y="0"/>
                  </a:lnTo>
                  <a:lnTo>
                    <a:pt x="33041" y="0"/>
                  </a:lnTo>
                  <a:lnTo>
                    <a:pt x="34780" y="0"/>
                  </a:lnTo>
                  <a:lnTo>
                    <a:pt x="36519" y="0"/>
                  </a:lnTo>
                  <a:lnTo>
                    <a:pt x="38258" y="0"/>
                  </a:lnTo>
                  <a:lnTo>
                    <a:pt x="39997" y="0"/>
                  </a:lnTo>
                  <a:lnTo>
                    <a:pt x="41736" y="0"/>
                  </a:lnTo>
                  <a:lnTo>
                    <a:pt x="43475" y="0"/>
                  </a:lnTo>
                  <a:lnTo>
                    <a:pt x="45214" y="0"/>
                  </a:lnTo>
                  <a:lnTo>
                    <a:pt x="46953" y="0"/>
                  </a:lnTo>
                  <a:lnTo>
                    <a:pt x="48692" y="0"/>
                  </a:lnTo>
                  <a:lnTo>
                    <a:pt x="50431" y="0"/>
                  </a:lnTo>
                  <a:lnTo>
                    <a:pt x="52170" y="0"/>
                  </a:lnTo>
                  <a:lnTo>
                    <a:pt x="53909" y="0"/>
                  </a:lnTo>
                  <a:lnTo>
                    <a:pt x="55648" y="0"/>
                  </a:lnTo>
                  <a:lnTo>
                    <a:pt x="57387" y="0"/>
                  </a:lnTo>
                  <a:lnTo>
                    <a:pt x="59126" y="0"/>
                  </a:lnTo>
                  <a:lnTo>
                    <a:pt x="60865" y="0"/>
                  </a:lnTo>
                  <a:lnTo>
                    <a:pt x="62604" y="0"/>
                  </a:lnTo>
                  <a:lnTo>
                    <a:pt x="64343" y="0"/>
                  </a:lnTo>
                  <a:lnTo>
                    <a:pt x="66082" y="0"/>
                  </a:lnTo>
                  <a:lnTo>
                    <a:pt x="67821" y="0"/>
                  </a:lnTo>
                  <a:lnTo>
                    <a:pt x="69560" y="0"/>
                  </a:lnTo>
                  <a:lnTo>
                    <a:pt x="71299" y="0"/>
                  </a:lnTo>
                  <a:lnTo>
                    <a:pt x="73038" y="0"/>
                  </a:lnTo>
                  <a:lnTo>
                    <a:pt x="74777" y="0"/>
                  </a:lnTo>
                  <a:lnTo>
                    <a:pt x="76516" y="0"/>
                  </a:lnTo>
                  <a:lnTo>
                    <a:pt x="78255" y="0"/>
                  </a:lnTo>
                  <a:lnTo>
                    <a:pt x="79994" y="0"/>
                  </a:lnTo>
                  <a:lnTo>
                    <a:pt x="81733" y="0"/>
                  </a:lnTo>
                  <a:lnTo>
                    <a:pt x="83472" y="0"/>
                  </a:lnTo>
                  <a:lnTo>
                    <a:pt x="85211" y="0"/>
                  </a:lnTo>
                  <a:lnTo>
                    <a:pt x="86950" y="0"/>
                  </a:lnTo>
                  <a:lnTo>
                    <a:pt x="88689" y="0"/>
                  </a:lnTo>
                  <a:lnTo>
                    <a:pt x="90428" y="0"/>
                  </a:lnTo>
                  <a:lnTo>
                    <a:pt x="92167" y="0"/>
                  </a:lnTo>
                  <a:lnTo>
                    <a:pt x="93906" y="0"/>
                  </a:lnTo>
                  <a:lnTo>
                    <a:pt x="95645" y="0"/>
                  </a:lnTo>
                  <a:lnTo>
                    <a:pt x="97384" y="0"/>
                  </a:lnTo>
                  <a:lnTo>
                    <a:pt x="99123" y="0"/>
                  </a:lnTo>
                  <a:lnTo>
                    <a:pt x="100862" y="0"/>
                  </a:lnTo>
                  <a:lnTo>
                    <a:pt x="102601" y="0"/>
                  </a:lnTo>
                  <a:lnTo>
                    <a:pt x="104340" y="0"/>
                  </a:lnTo>
                  <a:lnTo>
                    <a:pt x="106079" y="0"/>
                  </a:lnTo>
                  <a:lnTo>
                    <a:pt x="107818" y="0"/>
                  </a:lnTo>
                  <a:lnTo>
                    <a:pt x="109557" y="0"/>
                  </a:lnTo>
                  <a:lnTo>
                    <a:pt x="111296" y="0"/>
                  </a:lnTo>
                  <a:lnTo>
                    <a:pt x="113035" y="0"/>
                  </a:lnTo>
                  <a:lnTo>
                    <a:pt x="114774" y="0"/>
                  </a:lnTo>
                  <a:lnTo>
                    <a:pt x="116513" y="0"/>
                  </a:lnTo>
                  <a:lnTo>
                    <a:pt x="118252" y="0"/>
                  </a:lnTo>
                  <a:lnTo>
                    <a:pt x="119991" y="0"/>
                  </a:lnTo>
                  <a:lnTo>
                    <a:pt x="121730" y="0"/>
                  </a:lnTo>
                  <a:lnTo>
                    <a:pt x="123469" y="0"/>
                  </a:lnTo>
                  <a:lnTo>
                    <a:pt x="125208" y="0"/>
                  </a:lnTo>
                  <a:lnTo>
                    <a:pt x="126947" y="0"/>
                  </a:lnTo>
                  <a:lnTo>
                    <a:pt x="128686" y="0"/>
                  </a:lnTo>
                  <a:lnTo>
                    <a:pt x="130425" y="0"/>
                  </a:lnTo>
                  <a:lnTo>
                    <a:pt x="132164" y="0"/>
                  </a:lnTo>
                  <a:lnTo>
                    <a:pt x="133903" y="0"/>
                  </a:lnTo>
                  <a:lnTo>
                    <a:pt x="135642" y="0"/>
                  </a:lnTo>
                  <a:lnTo>
                    <a:pt x="137381" y="0"/>
                  </a:lnTo>
                  <a:lnTo>
                    <a:pt x="139120" y="0"/>
                  </a:lnTo>
                  <a:lnTo>
                    <a:pt x="140859" y="0"/>
                  </a:lnTo>
                  <a:lnTo>
                    <a:pt x="142598" y="0"/>
                  </a:lnTo>
                  <a:lnTo>
                    <a:pt x="144337" y="0"/>
                  </a:lnTo>
                  <a:lnTo>
                    <a:pt x="146076" y="0"/>
                  </a:lnTo>
                  <a:lnTo>
                    <a:pt x="147815" y="0"/>
                  </a:lnTo>
                  <a:lnTo>
                    <a:pt x="149554" y="0"/>
                  </a:lnTo>
                  <a:lnTo>
                    <a:pt x="151293" y="0"/>
                  </a:lnTo>
                  <a:lnTo>
                    <a:pt x="153032" y="0"/>
                  </a:lnTo>
                  <a:lnTo>
                    <a:pt x="154771" y="0"/>
                  </a:lnTo>
                  <a:lnTo>
                    <a:pt x="156510" y="0"/>
                  </a:lnTo>
                  <a:lnTo>
                    <a:pt x="158249" y="0"/>
                  </a:lnTo>
                  <a:lnTo>
                    <a:pt x="159988" y="0"/>
                  </a:lnTo>
                  <a:lnTo>
                    <a:pt x="161727" y="0"/>
                  </a:lnTo>
                  <a:lnTo>
                    <a:pt x="163466" y="0"/>
                  </a:lnTo>
                  <a:lnTo>
                    <a:pt x="165205" y="0"/>
                  </a:lnTo>
                  <a:lnTo>
                    <a:pt x="166944" y="0"/>
                  </a:lnTo>
                  <a:lnTo>
                    <a:pt x="168683" y="0"/>
                  </a:lnTo>
                  <a:lnTo>
                    <a:pt x="170422" y="0"/>
                  </a:lnTo>
                  <a:lnTo>
                    <a:pt x="172161" y="0"/>
                  </a:lnTo>
                  <a:lnTo>
                    <a:pt x="173900" y="0"/>
                  </a:lnTo>
                  <a:lnTo>
                    <a:pt x="175639" y="0"/>
                  </a:lnTo>
                  <a:lnTo>
                    <a:pt x="177378" y="0"/>
                  </a:lnTo>
                  <a:lnTo>
                    <a:pt x="179117" y="0"/>
                  </a:lnTo>
                  <a:lnTo>
                    <a:pt x="180856" y="0"/>
                  </a:lnTo>
                  <a:lnTo>
                    <a:pt x="182595" y="0"/>
                  </a:lnTo>
                  <a:lnTo>
                    <a:pt x="184334" y="0"/>
                  </a:lnTo>
                  <a:lnTo>
                    <a:pt x="186073" y="0"/>
                  </a:lnTo>
                  <a:lnTo>
                    <a:pt x="187812" y="0"/>
                  </a:lnTo>
                  <a:lnTo>
                    <a:pt x="189551" y="0"/>
                  </a:lnTo>
                  <a:lnTo>
                    <a:pt x="191290" y="0"/>
                  </a:lnTo>
                  <a:lnTo>
                    <a:pt x="193029" y="0"/>
                  </a:lnTo>
                  <a:lnTo>
                    <a:pt x="194768" y="0"/>
                  </a:lnTo>
                  <a:lnTo>
                    <a:pt x="196507" y="0"/>
                  </a:lnTo>
                  <a:lnTo>
                    <a:pt x="198246" y="0"/>
                  </a:lnTo>
                  <a:lnTo>
                    <a:pt x="199985" y="0"/>
                  </a:lnTo>
                  <a:lnTo>
                    <a:pt x="201724" y="0"/>
                  </a:lnTo>
                  <a:lnTo>
                    <a:pt x="203463" y="0"/>
                  </a:lnTo>
                  <a:lnTo>
                    <a:pt x="205202" y="0"/>
                  </a:lnTo>
                  <a:lnTo>
                    <a:pt x="206941" y="0"/>
                  </a:lnTo>
                  <a:lnTo>
                    <a:pt x="208680" y="0"/>
                  </a:lnTo>
                  <a:lnTo>
                    <a:pt x="210419" y="0"/>
                  </a:lnTo>
                  <a:lnTo>
                    <a:pt x="212158" y="0"/>
                  </a:lnTo>
                  <a:lnTo>
                    <a:pt x="213897" y="0"/>
                  </a:lnTo>
                  <a:lnTo>
                    <a:pt x="215636" y="0"/>
                  </a:lnTo>
                  <a:lnTo>
                    <a:pt x="217375" y="0"/>
                  </a:lnTo>
                  <a:lnTo>
                    <a:pt x="219114" y="0"/>
                  </a:lnTo>
                  <a:lnTo>
                    <a:pt x="220853" y="0"/>
                  </a:lnTo>
                  <a:lnTo>
                    <a:pt x="222592" y="0"/>
                  </a:lnTo>
                  <a:lnTo>
                    <a:pt x="224331" y="0"/>
                  </a:lnTo>
                  <a:lnTo>
                    <a:pt x="226070" y="0"/>
                  </a:lnTo>
                  <a:lnTo>
                    <a:pt x="227809" y="0"/>
                  </a:lnTo>
                  <a:lnTo>
                    <a:pt x="229548" y="0"/>
                  </a:lnTo>
                  <a:lnTo>
                    <a:pt x="231287" y="0"/>
                  </a:lnTo>
                  <a:lnTo>
                    <a:pt x="233026" y="0"/>
                  </a:lnTo>
                  <a:lnTo>
                    <a:pt x="234765" y="0"/>
                  </a:lnTo>
                  <a:lnTo>
                    <a:pt x="236504" y="0"/>
                  </a:lnTo>
                  <a:lnTo>
                    <a:pt x="238243" y="0"/>
                  </a:lnTo>
                  <a:lnTo>
                    <a:pt x="239982" y="0"/>
                  </a:lnTo>
                  <a:lnTo>
                    <a:pt x="241721" y="0"/>
                  </a:lnTo>
                  <a:lnTo>
                    <a:pt x="243460" y="0"/>
                  </a:lnTo>
                  <a:lnTo>
                    <a:pt x="245199" y="0"/>
                  </a:lnTo>
                  <a:lnTo>
                    <a:pt x="246938" y="0"/>
                  </a:lnTo>
                  <a:lnTo>
                    <a:pt x="248677" y="0"/>
                  </a:lnTo>
                  <a:lnTo>
                    <a:pt x="250416" y="0"/>
                  </a:lnTo>
                  <a:lnTo>
                    <a:pt x="252155" y="0"/>
                  </a:lnTo>
                  <a:lnTo>
                    <a:pt x="253894" y="0"/>
                  </a:lnTo>
                  <a:lnTo>
                    <a:pt x="255633" y="0"/>
                  </a:lnTo>
                  <a:lnTo>
                    <a:pt x="257372" y="0"/>
                  </a:lnTo>
                  <a:lnTo>
                    <a:pt x="259111" y="0"/>
                  </a:lnTo>
                  <a:lnTo>
                    <a:pt x="260850" y="0"/>
                  </a:lnTo>
                  <a:lnTo>
                    <a:pt x="262589" y="0"/>
                  </a:lnTo>
                  <a:lnTo>
                    <a:pt x="264329" y="0"/>
                  </a:lnTo>
                  <a:lnTo>
                    <a:pt x="266068" y="0"/>
                  </a:lnTo>
                  <a:lnTo>
                    <a:pt x="267807" y="0"/>
                  </a:lnTo>
                  <a:lnTo>
                    <a:pt x="269546" y="0"/>
                  </a:lnTo>
                  <a:lnTo>
                    <a:pt x="271285" y="0"/>
                  </a:lnTo>
                  <a:lnTo>
                    <a:pt x="273024" y="0"/>
                  </a:lnTo>
                  <a:lnTo>
                    <a:pt x="274763" y="0"/>
                  </a:lnTo>
                  <a:lnTo>
                    <a:pt x="276502" y="0"/>
                  </a:lnTo>
                  <a:lnTo>
                    <a:pt x="278241" y="0"/>
                  </a:lnTo>
                  <a:lnTo>
                    <a:pt x="279980" y="0"/>
                  </a:lnTo>
                  <a:lnTo>
                    <a:pt x="281719" y="0"/>
                  </a:lnTo>
                  <a:lnTo>
                    <a:pt x="283458" y="0"/>
                  </a:lnTo>
                  <a:lnTo>
                    <a:pt x="285197" y="0"/>
                  </a:lnTo>
                  <a:lnTo>
                    <a:pt x="286936" y="0"/>
                  </a:lnTo>
                  <a:lnTo>
                    <a:pt x="288675" y="0"/>
                  </a:lnTo>
                  <a:lnTo>
                    <a:pt x="290414" y="0"/>
                  </a:lnTo>
                  <a:lnTo>
                    <a:pt x="292153" y="0"/>
                  </a:lnTo>
                  <a:lnTo>
                    <a:pt x="293892" y="0"/>
                  </a:lnTo>
                  <a:lnTo>
                    <a:pt x="295631" y="0"/>
                  </a:lnTo>
                  <a:lnTo>
                    <a:pt x="297370" y="0"/>
                  </a:lnTo>
                  <a:lnTo>
                    <a:pt x="299109" y="0"/>
                  </a:lnTo>
                  <a:lnTo>
                    <a:pt x="300848" y="0"/>
                  </a:lnTo>
                  <a:lnTo>
                    <a:pt x="302587" y="0"/>
                  </a:lnTo>
                  <a:lnTo>
                    <a:pt x="304326" y="0"/>
                  </a:lnTo>
                  <a:lnTo>
                    <a:pt x="306065" y="0"/>
                  </a:lnTo>
                  <a:lnTo>
                    <a:pt x="307804" y="0"/>
                  </a:lnTo>
                  <a:lnTo>
                    <a:pt x="309543" y="0"/>
                  </a:lnTo>
                  <a:lnTo>
                    <a:pt x="311282" y="0"/>
                  </a:lnTo>
                  <a:lnTo>
                    <a:pt x="313021" y="0"/>
                  </a:lnTo>
                  <a:lnTo>
                    <a:pt x="314760" y="0"/>
                  </a:lnTo>
                  <a:lnTo>
                    <a:pt x="316499" y="0"/>
                  </a:lnTo>
                  <a:lnTo>
                    <a:pt x="318238" y="0"/>
                  </a:lnTo>
                  <a:lnTo>
                    <a:pt x="319977" y="0"/>
                  </a:lnTo>
                  <a:lnTo>
                    <a:pt x="321716" y="0"/>
                  </a:lnTo>
                  <a:lnTo>
                    <a:pt x="323455" y="0"/>
                  </a:lnTo>
                  <a:lnTo>
                    <a:pt x="325194" y="0"/>
                  </a:lnTo>
                  <a:lnTo>
                    <a:pt x="326933" y="0"/>
                  </a:lnTo>
                  <a:lnTo>
                    <a:pt x="328672" y="0"/>
                  </a:lnTo>
                  <a:lnTo>
                    <a:pt x="330411" y="0"/>
                  </a:lnTo>
                  <a:lnTo>
                    <a:pt x="332150" y="0"/>
                  </a:lnTo>
                  <a:lnTo>
                    <a:pt x="333889" y="0"/>
                  </a:lnTo>
                  <a:lnTo>
                    <a:pt x="335628" y="0"/>
                  </a:lnTo>
                  <a:lnTo>
                    <a:pt x="337367" y="0"/>
                  </a:lnTo>
                  <a:lnTo>
                    <a:pt x="339106" y="0"/>
                  </a:lnTo>
                  <a:lnTo>
                    <a:pt x="340845" y="0"/>
                  </a:lnTo>
                  <a:lnTo>
                    <a:pt x="342584" y="0"/>
                  </a:lnTo>
                  <a:lnTo>
                    <a:pt x="344323" y="0"/>
                  </a:lnTo>
                  <a:lnTo>
                    <a:pt x="346062" y="0"/>
                  </a:lnTo>
                  <a:lnTo>
                    <a:pt x="347801" y="0"/>
                  </a:lnTo>
                  <a:lnTo>
                    <a:pt x="349540" y="0"/>
                  </a:lnTo>
                  <a:lnTo>
                    <a:pt x="351279" y="0"/>
                  </a:lnTo>
                  <a:lnTo>
                    <a:pt x="353018" y="0"/>
                  </a:lnTo>
                  <a:lnTo>
                    <a:pt x="354757" y="0"/>
                  </a:lnTo>
                  <a:lnTo>
                    <a:pt x="356496" y="0"/>
                  </a:lnTo>
                  <a:lnTo>
                    <a:pt x="358235" y="0"/>
                  </a:lnTo>
                  <a:lnTo>
                    <a:pt x="359974" y="0"/>
                  </a:lnTo>
                  <a:lnTo>
                    <a:pt x="361713" y="0"/>
                  </a:lnTo>
                  <a:lnTo>
                    <a:pt x="363452" y="0"/>
                  </a:lnTo>
                  <a:lnTo>
                    <a:pt x="365191" y="0"/>
                  </a:lnTo>
                  <a:lnTo>
                    <a:pt x="366930" y="0"/>
                  </a:lnTo>
                  <a:lnTo>
                    <a:pt x="368669" y="0"/>
                  </a:lnTo>
                  <a:lnTo>
                    <a:pt x="370408" y="0"/>
                  </a:lnTo>
                  <a:lnTo>
                    <a:pt x="372147" y="0"/>
                  </a:lnTo>
                  <a:lnTo>
                    <a:pt x="373886" y="0"/>
                  </a:lnTo>
                  <a:lnTo>
                    <a:pt x="375625" y="0"/>
                  </a:lnTo>
                  <a:lnTo>
                    <a:pt x="377364" y="0"/>
                  </a:lnTo>
                  <a:lnTo>
                    <a:pt x="379103" y="0"/>
                  </a:lnTo>
                  <a:lnTo>
                    <a:pt x="380842" y="0"/>
                  </a:lnTo>
                  <a:lnTo>
                    <a:pt x="382581" y="0"/>
                  </a:lnTo>
                  <a:lnTo>
                    <a:pt x="384320" y="0"/>
                  </a:lnTo>
                  <a:lnTo>
                    <a:pt x="386059" y="0"/>
                  </a:lnTo>
                  <a:lnTo>
                    <a:pt x="387798" y="0"/>
                  </a:lnTo>
                  <a:lnTo>
                    <a:pt x="389537" y="0"/>
                  </a:lnTo>
                  <a:lnTo>
                    <a:pt x="391276" y="0"/>
                  </a:lnTo>
                  <a:lnTo>
                    <a:pt x="393015" y="0"/>
                  </a:lnTo>
                  <a:lnTo>
                    <a:pt x="394754" y="0"/>
                  </a:lnTo>
                  <a:lnTo>
                    <a:pt x="396493" y="0"/>
                  </a:lnTo>
                  <a:lnTo>
                    <a:pt x="398232" y="0"/>
                  </a:lnTo>
                  <a:lnTo>
                    <a:pt x="399971" y="0"/>
                  </a:lnTo>
                  <a:lnTo>
                    <a:pt x="401710" y="0"/>
                  </a:lnTo>
                  <a:lnTo>
                    <a:pt x="403449" y="0"/>
                  </a:lnTo>
                  <a:lnTo>
                    <a:pt x="405188" y="0"/>
                  </a:lnTo>
                  <a:lnTo>
                    <a:pt x="406927" y="0"/>
                  </a:lnTo>
                  <a:lnTo>
                    <a:pt x="408666" y="0"/>
                  </a:lnTo>
                  <a:lnTo>
                    <a:pt x="410405" y="0"/>
                  </a:lnTo>
                  <a:lnTo>
                    <a:pt x="412144" y="0"/>
                  </a:lnTo>
                  <a:lnTo>
                    <a:pt x="413883" y="0"/>
                  </a:lnTo>
                  <a:lnTo>
                    <a:pt x="415622" y="0"/>
                  </a:lnTo>
                  <a:lnTo>
                    <a:pt x="417361" y="0"/>
                  </a:lnTo>
                  <a:lnTo>
                    <a:pt x="419100" y="0"/>
                  </a:lnTo>
                  <a:lnTo>
                    <a:pt x="420839" y="0"/>
                  </a:lnTo>
                  <a:lnTo>
                    <a:pt x="422578" y="0"/>
                  </a:lnTo>
                  <a:lnTo>
                    <a:pt x="424317" y="0"/>
                  </a:lnTo>
                  <a:lnTo>
                    <a:pt x="426056" y="0"/>
                  </a:lnTo>
                  <a:lnTo>
                    <a:pt x="427795" y="0"/>
                  </a:lnTo>
                  <a:lnTo>
                    <a:pt x="429534" y="0"/>
                  </a:lnTo>
                  <a:lnTo>
                    <a:pt x="431273" y="0"/>
                  </a:lnTo>
                  <a:lnTo>
                    <a:pt x="433012" y="0"/>
                  </a:lnTo>
                  <a:lnTo>
                    <a:pt x="434751" y="0"/>
                  </a:lnTo>
                  <a:lnTo>
                    <a:pt x="436490" y="0"/>
                  </a:lnTo>
                  <a:lnTo>
                    <a:pt x="438229" y="0"/>
                  </a:lnTo>
                  <a:lnTo>
                    <a:pt x="439968" y="0"/>
                  </a:lnTo>
                  <a:lnTo>
                    <a:pt x="441707" y="0"/>
                  </a:lnTo>
                  <a:lnTo>
                    <a:pt x="443446" y="0"/>
                  </a:lnTo>
                  <a:lnTo>
                    <a:pt x="445185" y="0"/>
                  </a:lnTo>
                  <a:lnTo>
                    <a:pt x="446924" y="0"/>
                  </a:lnTo>
                  <a:lnTo>
                    <a:pt x="448663" y="0"/>
                  </a:lnTo>
                  <a:lnTo>
                    <a:pt x="450402" y="0"/>
                  </a:lnTo>
                  <a:lnTo>
                    <a:pt x="452141" y="0"/>
                  </a:lnTo>
                  <a:lnTo>
                    <a:pt x="453880" y="0"/>
                  </a:lnTo>
                  <a:lnTo>
                    <a:pt x="455619" y="0"/>
                  </a:lnTo>
                  <a:lnTo>
                    <a:pt x="457358" y="0"/>
                  </a:lnTo>
                  <a:lnTo>
                    <a:pt x="459097" y="0"/>
                  </a:lnTo>
                  <a:lnTo>
                    <a:pt x="460836" y="0"/>
                  </a:lnTo>
                  <a:lnTo>
                    <a:pt x="462575" y="0"/>
                  </a:lnTo>
                  <a:lnTo>
                    <a:pt x="464314" y="0"/>
                  </a:lnTo>
                  <a:lnTo>
                    <a:pt x="466053" y="0"/>
                  </a:lnTo>
                  <a:lnTo>
                    <a:pt x="467792" y="0"/>
                  </a:lnTo>
                  <a:lnTo>
                    <a:pt x="469531" y="0"/>
                  </a:lnTo>
                  <a:lnTo>
                    <a:pt x="471270" y="0"/>
                  </a:lnTo>
                  <a:lnTo>
                    <a:pt x="473009" y="0"/>
                  </a:lnTo>
                  <a:lnTo>
                    <a:pt x="474748" y="0"/>
                  </a:lnTo>
                  <a:lnTo>
                    <a:pt x="476487" y="0"/>
                  </a:lnTo>
                  <a:lnTo>
                    <a:pt x="478226" y="0"/>
                  </a:lnTo>
                  <a:lnTo>
                    <a:pt x="479965" y="0"/>
                  </a:lnTo>
                  <a:lnTo>
                    <a:pt x="481704" y="0"/>
                  </a:lnTo>
                  <a:lnTo>
                    <a:pt x="483443" y="0"/>
                  </a:lnTo>
                  <a:lnTo>
                    <a:pt x="485182" y="0"/>
                  </a:lnTo>
                  <a:lnTo>
                    <a:pt x="486921" y="0"/>
                  </a:lnTo>
                  <a:lnTo>
                    <a:pt x="488660" y="0"/>
                  </a:lnTo>
                  <a:lnTo>
                    <a:pt x="490399" y="0"/>
                  </a:lnTo>
                  <a:lnTo>
                    <a:pt x="492138" y="0"/>
                  </a:lnTo>
                  <a:lnTo>
                    <a:pt x="493877" y="0"/>
                  </a:lnTo>
                  <a:lnTo>
                    <a:pt x="495616" y="0"/>
                  </a:lnTo>
                  <a:lnTo>
                    <a:pt x="497355" y="0"/>
                  </a:lnTo>
                  <a:lnTo>
                    <a:pt x="499094" y="0"/>
                  </a:lnTo>
                  <a:lnTo>
                    <a:pt x="500833" y="0"/>
                  </a:lnTo>
                  <a:lnTo>
                    <a:pt x="502572" y="0"/>
                  </a:lnTo>
                  <a:lnTo>
                    <a:pt x="504311" y="0"/>
                  </a:lnTo>
                  <a:lnTo>
                    <a:pt x="506050" y="0"/>
                  </a:lnTo>
                  <a:lnTo>
                    <a:pt x="507789" y="0"/>
                  </a:lnTo>
                  <a:lnTo>
                    <a:pt x="509528" y="0"/>
                  </a:lnTo>
                  <a:lnTo>
                    <a:pt x="511267" y="0"/>
                  </a:lnTo>
                  <a:lnTo>
                    <a:pt x="513006" y="0"/>
                  </a:lnTo>
                  <a:lnTo>
                    <a:pt x="514745" y="0"/>
                  </a:lnTo>
                  <a:lnTo>
                    <a:pt x="516484" y="0"/>
                  </a:lnTo>
                  <a:lnTo>
                    <a:pt x="518223" y="0"/>
                  </a:lnTo>
                  <a:lnTo>
                    <a:pt x="519962" y="0"/>
                  </a:lnTo>
                  <a:lnTo>
                    <a:pt x="521701" y="0"/>
                  </a:lnTo>
                  <a:lnTo>
                    <a:pt x="523440" y="0"/>
                  </a:lnTo>
                  <a:lnTo>
                    <a:pt x="525179" y="0"/>
                  </a:lnTo>
                  <a:lnTo>
                    <a:pt x="526919" y="0"/>
                  </a:lnTo>
                  <a:lnTo>
                    <a:pt x="528658" y="0"/>
                  </a:lnTo>
                  <a:lnTo>
                    <a:pt x="530397" y="0"/>
                  </a:lnTo>
                  <a:lnTo>
                    <a:pt x="532136" y="0"/>
                  </a:lnTo>
                  <a:lnTo>
                    <a:pt x="533875" y="0"/>
                  </a:lnTo>
                  <a:lnTo>
                    <a:pt x="535614" y="0"/>
                  </a:lnTo>
                  <a:lnTo>
                    <a:pt x="537353" y="0"/>
                  </a:lnTo>
                  <a:lnTo>
                    <a:pt x="539092" y="0"/>
                  </a:lnTo>
                  <a:lnTo>
                    <a:pt x="540831" y="0"/>
                  </a:lnTo>
                  <a:lnTo>
                    <a:pt x="542570" y="0"/>
                  </a:lnTo>
                  <a:lnTo>
                    <a:pt x="544309" y="0"/>
                  </a:lnTo>
                  <a:lnTo>
                    <a:pt x="546048" y="0"/>
                  </a:lnTo>
                  <a:lnTo>
                    <a:pt x="547787" y="0"/>
                  </a:lnTo>
                  <a:lnTo>
                    <a:pt x="549526" y="0"/>
                  </a:lnTo>
                  <a:lnTo>
                    <a:pt x="551265" y="0"/>
                  </a:lnTo>
                  <a:lnTo>
                    <a:pt x="553004" y="0"/>
                  </a:lnTo>
                  <a:lnTo>
                    <a:pt x="554743" y="0"/>
                  </a:lnTo>
                  <a:lnTo>
                    <a:pt x="556482" y="0"/>
                  </a:lnTo>
                  <a:lnTo>
                    <a:pt x="558221" y="0"/>
                  </a:lnTo>
                  <a:lnTo>
                    <a:pt x="559960" y="0"/>
                  </a:lnTo>
                  <a:lnTo>
                    <a:pt x="561699" y="0"/>
                  </a:lnTo>
                  <a:lnTo>
                    <a:pt x="563438" y="0"/>
                  </a:lnTo>
                  <a:lnTo>
                    <a:pt x="565177" y="0"/>
                  </a:lnTo>
                  <a:lnTo>
                    <a:pt x="566916" y="0"/>
                  </a:lnTo>
                  <a:lnTo>
                    <a:pt x="568655" y="0"/>
                  </a:lnTo>
                  <a:lnTo>
                    <a:pt x="570394" y="0"/>
                  </a:lnTo>
                  <a:lnTo>
                    <a:pt x="572133" y="0"/>
                  </a:lnTo>
                  <a:lnTo>
                    <a:pt x="573872" y="0"/>
                  </a:lnTo>
                  <a:lnTo>
                    <a:pt x="575611" y="0"/>
                  </a:lnTo>
                  <a:lnTo>
                    <a:pt x="577350" y="0"/>
                  </a:lnTo>
                  <a:lnTo>
                    <a:pt x="579089" y="0"/>
                  </a:lnTo>
                  <a:lnTo>
                    <a:pt x="580828" y="0"/>
                  </a:lnTo>
                  <a:lnTo>
                    <a:pt x="582567" y="0"/>
                  </a:lnTo>
                  <a:lnTo>
                    <a:pt x="584306" y="0"/>
                  </a:lnTo>
                  <a:lnTo>
                    <a:pt x="586045" y="0"/>
                  </a:lnTo>
                  <a:lnTo>
                    <a:pt x="587784" y="0"/>
                  </a:lnTo>
                  <a:lnTo>
                    <a:pt x="589523" y="0"/>
                  </a:lnTo>
                  <a:lnTo>
                    <a:pt x="591262" y="0"/>
                  </a:lnTo>
                  <a:lnTo>
                    <a:pt x="593001" y="0"/>
                  </a:lnTo>
                  <a:lnTo>
                    <a:pt x="594740" y="0"/>
                  </a:lnTo>
                  <a:lnTo>
                    <a:pt x="596479" y="0"/>
                  </a:lnTo>
                  <a:lnTo>
                    <a:pt x="598218" y="0"/>
                  </a:lnTo>
                  <a:lnTo>
                    <a:pt x="599957" y="0"/>
                  </a:lnTo>
                  <a:lnTo>
                    <a:pt x="601696" y="0"/>
                  </a:lnTo>
                  <a:lnTo>
                    <a:pt x="603435" y="0"/>
                  </a:lnTo>
                  <a:lnTo>
                    <a:pt x="605174" y="0"/>
                  </a:lnTo>
                  <a:lnTo>
                    <a:pt x="606913" y="0"/>
                  </a:lnTo>
                  <a:lnTo>
                    <a:pt x="608652" y="0"/>
                  </a:lnTo>
                  <a:lnTo>
                    <a:pt x="610391" y="0"/>
                  </a:lnTo>
                  <a:lnTo>
                    <a:pt x="612130" y="0"/>
                  </a:lnTo>
                  <a:lnTo>
                    <a:pt x="613869" y="0"/>
                  </a:lnTo>
                  <a:lnTo>
                    <a:pt x="615608" y="0"/>
                  </a:lnTo>
                  <a:lnTo>
                    <a:pt x="617347" y="0"/>
                  </a:lnTo>
                  <a:lnTo>
                    <a:pt x="619086" y="0"/>
                  </a:lnTo>
                  <a:lnTo>
                    <a:pt x="620825" y="0"/>
                  </a:lnTo>
                  <a:lnTo>
                    <a:pt x="622564" y="0"/>
                  </a:lnTo>
                  <a:lnTo>
                    <a:pt x="624303" y="0"/>
                  </a:lnTo>
                  <a:lnTo>
                    <a:pt x="626042" y="0"/>
                  </a:lnTo>
                  <a:lnTo>
                    <a:pt x="627781" y="0"/>
                  </a:lnTo>
                  <a:lnTo>
                    <a:pt x="629520" y="0"/>
                  </a:lnTo>
                  <a:lnTo>
                    <a:pt x="631259" y="0"/>
                  </a:lnTo>
                  <a:lnTo>
                    <a:pt x="632998" y="0"/>
                  </a:lnTo>
                  <a:lnTo>
                    <a:pt x="634737" y="0"/>
                  </a:lnTo>
                  <a:lnTo>
                    <a:pt x="636476" y="0"/>
                  </a:lnTo>
                  <a:lnTo>
                    <a:pt x="638215" y="0"/>
                  </a:lnTo>
                  <a:lnTo>
                    <a:pt x="639954" y="0"/>
                  </a:lnTo>
                  <a:lnTo>
                    <a:pt x="641693" y="0"/>
                  </a:lnTo>
                  <a:lnTo>
                    <a:pt x="643432" y="0"/>
                  </a:lnTo>
                  <a:lnTo>
                    <a:pt x="645171" y="0"/>
                  </a:lnTo>
                  <a:lnTo>
                    <a:pt x="646910" y="0"/>
                  </a:lnTo>
                  <a:lnTo>
                    <a:pt x="648649" y="0"/>
                  </a:lnTo>
                  <a:lnTo>
                    <a:pt x="650388" y="0"/>
                  </a:lnTo>
                  <a:lnTo>
                    <a:pt x="652127" y="0"/>
                  </a:lnTo>
                  <a:lnTo>
                    <a:pt x="653866" y="0"/>
                  </a:lnTo>
                  <a:lnTo>
                    <a:pt x="655605" y="0"/>
                  </a:lnTo>
                  <a:lnTo>
                    <a:pt x="657344" y="0"/>
                  </a:lnTo>
                  <a:lnTo>
                    <a:pt x="659083" y="0"/>
                  </a:lnTo>
                  <a:lnTo>
                    <a:pt x="660822" y="0"/>
                  </a:lnTo>
                  <a:lnTo>
                    <a:pt x="662561" y="0"/>
                  </a:lnTo>
                  <a:lnTo>
                    <a:pt x="664300" y="0"/>
                  </a:lnTo>
                  <a:lnTo>
                    <a:pt x="666039" y="0"/>
                  </a:lnTo>
                  <a:lnTo>
                    <a:pt x="667778" y="0"/>
                  </a:lnTo>
                  <a:lnTo>
                    <a:pt x="669517" y="0"/>
                  </a:lnTo>
                  <a:lnTo>
                    <a:pt x="671256" y="0"/>
                  </a:lnTo>
                  <a:lnTo>
                    <a:pt x="672995" y="0"/>
                  </a:lnTo>
                  <a:lnTo>
                    <a:pt x="674734" y="0"/>
                  </a:lnTo>
                  <a:lnTo>
                    <a:pt x="676473" y="0"/>
                  </a:lnTo>
                  <a:lnTo>
                    <a:pt x="678212" y="0"/>
                  </a:lnTo>
                  <a:lnTo>
                    <a:pt x="679951" y="0"/>
                  </a:lnTo>
                  <a:lnTo>
                    <a:pt x="681690" y="0"/>
                  </a:lnTo>
                  <a:lnTo>
                    <a:pt x="683429" y="0"/>
                  </a:lnTo>
                  <a:lnTo>
                    <a:pt x="685168" y="0"/>
                  </a:lnTo>
                  <a:lnTo>
                    <a:pt x="686907" y="0"/>
                  </a:lnTo>
                  <a:lnTo>
                    <a:pt x="688646" y="0"/>
                  </a:lnTo>
                  <a:lnTo>
                    <a:pt x="690385" y="0"/>
                  </a:lnTo>
                  <a:lnTo>
                    <a:pt x="692124" y="0"/>
                  </a:lnTo>
                  <a:lnTo>
                    <a:pt x="693863" y="0"/>
                  </a:lnTo>
                  <a:lnTo>
                    <a:pt x="695602" y="0"/>
                  </a:lnTo>
                  <a:lnTo>
                    <a:pt x="697341" y="0"/>
                  </a:lnTo>
                  <a:lnTo>
                    <a:pt x="699080" y="0"/>
                  </a:lnTo>
                  <a:lnTo>
                    <a:pt x="700819" y="0"/>
                  </a:lnTo>
                  <a:lnTo>
                    <a:pt x="702558" y="0"/>
                  </a:lnTo>
                  <a:lnTo>
                    <a:pt x="704297" y="0"/>
                  </a:lnTo>
                  <a:lnTo>
                    <a:pt x="706036" y="0"/>
                  </a:lnTo>
                  <a:lnTo>
                    <a:pt x="707775" y="0"/>
                  </a:lnTo>
                  <a:lnTo>
                    <a:pt x="709514" y="0"/>
                  </a:lnTo>
                  <a:lnTo>
                    <a:pt x="711253" y="0"/>
                  </a:lnTo>
                  <a:lnTo>
                    <a:pt x="712992" y="0"/>
                  </a:lnTo>
                  <a:lnTo>
                    <a:pt x="714731" y="0"/>
                  </a:lnTo>
                  <a:lnTo>
                    <a:pt x="716470" y="0"/>
                  </a:lnTo>
                  <a:lnTo>
                    <a:pt x="718209" y="0"/>
                  </a:lnTo>
                  <a:lnTo>
                    <a:pt x="719948" y="0"/>
                  </a:lnTo>
                  <a:lnTo>
                    <a:pt x="721687" y="0"/>
                  </a:lnTo>
                  <a:lnTo>
                    <a:pt x="723426" y="0"/>
                  </a:lnTo>
                  <a:lnTo>
                    <a:pt x="725165" y="0"/>
                  </a:lnTo>
                  <a:lnTo>
                    <a:pt x="726904" y="0"/>
                  </a:lnTo>
                  <a:lnTo>
                    <a:pt x="728643" y="0"/>
                  </a:lnTo>
                  <a:lnTo>
                    <a:pt x="730382" y="0"/>
                  </a:lnTo>
                  <a:lnTo>
                    <a:pt x="732121" y="0"/>
                  </a:lnTo>
                  <a:lnTo>
                    <a:pt x="733860" y="0"/>
                  </a:lnTo>
                  <a:lnTo>
                    <a:pt x="735599" y="0"/>
                  </a:lnTo>
                  <a:lnTo>
                    <a:pt x="737338" y="0"/>
                  </a:lnTo>
                  <a:lnTo>
                    <a:pt x="739077" y="0"/>
                  </a:lnTo>
                  <a:lnTo>
                    <a:pt x="740816" y="0"/>
                  </a:lnTo>
                  <a:lnTo>
                    <a:pt x="742555" y="0"/>
                  </a:lnTo>
                  <a:lnTo>
                    <a:pt x="744294" y="0"/>
                  </a:lnTo>
                  <a:lnTo>
                    <a:pt x="746033" y="0"/>
                  </a:lnTo>
                  <a:lnTo>
                    <a:pt x="747772" y="0"/>
                  </a:lnTo>
                  <a:lnTo>
                    <a:pt x="749511" y="0"/>
                  </a:lnTo>
                  <a:lnTo>
                    <a:pt x="751250" y="0"/>
                  </a:lnTo>
                  <a:lnTo>
                    <a:pt x="752989" y="0"/>
                  </a:lnTo>
                  <a:lnTo>
                    <a:pt x="754728" y="0"/>
                  </a:lnTo>
                  <a:lnTo>
                    <a:pt x="756467" y="0"/>
                  </a:lnTo>
                  <a:lnTo>
                    <a:pt x="758206" y="0"/>
                  </a:lnTo>
                  <a:lnTo>
                    <a:pt x="759945" y="0"/>
                  </a:lnTo>
                  <a:lnTo>
                    <a:pt x="761684" y="0"/>
                  </a:lnTo>
                  <a:lnTo>
                    <a:pt x="763423" y="0"/>
                  </a:lnTo>
                  <a:lnTo>
                    <a:pt x="765162" y="0"/>
                  </a:lnTo>
                  <a:lnTo>
                    <a:pt x="766901" y="0"/>
                  </a:lnTo>
                  <a:lnTo>
                    <a:pt x="768640" y="0"/>
                  </a:lnTo>
                  <a:lnTo>
                    <a:pt x="770379" y="0"/>
                  </a:lnTo>
                  <a:lnTo>
                    <a:pt x="772118" y="0"/>
                  </a:lnTo>
                  <a:lnTo>
                    <a:pt x="773857" y="0"/>
                  </a:lnTo>
                  <a:lnTo>
                    <a:pt x="775596" y="0"/>
                  </a:lnTo>
                  <a:lnTo>
                    <a:pt x="777335" y="0"/>
                  </a:lnTo>
                  <a:lnTo>
                    <a:pt x="779074" y="0"/>
                  </a:lnTo>
                  <a:lnTo>
                    <a:pt x="780813" y="0"/>
                  </a:lnTo>
                  <a:lnTo>
                    <a:pt x="782552" y="0"/>
                  </a:lnTo>
                  <a:lnTo>
                    <a:pt x="784291" y="0"/>
                  </a:lnTo>
                  <a:lnTo>
                    <a:pt x="786030" y="0"/>
                  </a:lnTo>
                  <a:lnTo>
                    <a:pt x="787769" y="0"/>
                  </a:lnTo>
                  <a:lnTo>
                    <a:pt x="789509" y="0"/>
                  </a:lnTo>
                  <a:lnTo>
                    <a:pt x="791248" y="0"/>
                  </a:lnTo>
                  <a:lnTo>
                    <a:pt x="792987" y="0"/>
                  </a:lnTo>
                  <a:lnTo>
                    <a:pt x="794726" y="0"/>
                  </a:lnTo>
                  <a:lnTo>
                    <a:pt x="796465" y="0"/>
                  </a:lnTo>
                  <a:lnTo>
                    <a:pt x="798204" y="0"/>
                  </a:lnTo>
                  <a:lnTo>
                    <a:pt x="799943" y="0"/>
                  </a:lnTo>
                  <a:lnTo>
                    <a:pt x="801682" y="0"/>
                  </a:lnTo>
                  <a:lnTo>
                    <a:pt x="803421" y="0"/>
                  </a:lnTo>
                  <a:lnTo>
                    <a:pt x="805160" y="0"/>
                  </a:lnTo>
                  <a:lnTo>
                    <a:pt x="806899" y="0"/>
                  </a:lnTo>
                  <a:lnTo>
                    <a:pt x="808638" y="0"/>
                  </a:lnTo>
                  <a:lnTo>
                    <a:pt x="810377" y="0"/>
                  </a:lnTo>
                  <a:lnTo>
                    <a:pt x="812116" y="0"/>
                  </a:lnTo>
                  <a:lnTo>
                    <a:pt x="813855" y="0"/>
                  </a:lnTo>
                  <a:lnTo>
                    <a:pt x="815594" y="0"/>
                  </a:lnTo>
                  <a:lnTo>
                    <a:pt x="817333" y="0"/>
                  </a:lnTo>
                  <a:lnTo>
                    <a:pt x="819072" y="0"/>
                  </a:lnTo>
                  <a:lnTo>
                    <a:pt x="820811" y="0"/>
                  </a:lnTo>
                  <a:lnTo>
                    <a:pt x="822550" y="0"/>
                  </a:lnTo>
                  <a:lnTo>
                    <a:pt x="824289" y="0"/>
                  </a:lnTo>
                  <a:lnTo>
                    <a:pt x="826028" y="0"/>
                  </a:lnTo>
                  <a:lnTo>
                    <a:pt x="827767" y="0"/>
                  </a:lnTo>
                  <a:lnTo>
                    <a:pt x="829506" y="0"/>
                  </a:lnTo>
                  <a:lnTo>
                    <a:pt x="831245" y="0"/>
                  </a:lnTo>
                  <a:lnTo>
                    <a:pt x="832984" y="0"/>
                  </a:lnTo>
                  <a:lnTo>
                    <a:pt x="834723" y="0"/>
                  </a:lnTo>
                  <a:lnTo>
                    <a:pt x="836462" y="0"/>
                  </a:lnTo>
                  <a:lnTo>
                    <a:pt x="838201" y="0"/>
                  </a:lnTo>
                  <a:lnTo>
                    <a:pt x="839940" y="0"/>
                  </a:lnTo>
                  <a:lnTo>
                    <a:pt x="841679" y="0"/>
                  </a:lnTo>
                  <a:lnTo>
                    <a:pt x="843418" y="0"/>
                  </a:lnTo>
                  <a:lnTo>
                    <a:pt x="845157" y="0"/>
                  </a:lnTo>
                  <a:lnTo>
                    <a:pt x="846896" y="0"/>
                  </a:lnTo>
                  <a:lnTo>
                    <a:pt x="848635" y="0"/>
                  </a:lnTo>
                  <a:lnTo>
                    <a:pt x="850374" y="0"/>
                  </a:lnTo>
                  <a:lnTo>
                    <a:pt x="852113" y="0"/>
                  </a:lnTo>
                  <a:lnTo>
                    <a:pt x="853852" y="0"/>
                  </a:lnTo>
                  <a:lnTo>
                    <a:pt x="855591" y="0"/>
                  </a:lnTo>
                  <a:lnTo>
                    <a:pt x="857330" y="0"/>
                  </a:lnTo>
                  <a:lnTo>
                    <a:pt x="859069" y="0"/>
                  </a:lnTo>
                  <a:lnTo>
                    <a:pt x="860808" y="0"/>
                  </a:lnTo>
                  <a:lnTo>
                    <a:pt x="862547" y="0"/>
                  </a:lnTo>
                  <a:lnTo>
                    <a:pt x="864286" y="0"/>
                  </a:lnTo>
                  <a:lnTo>
                    <a:pt x="866025" y="0"/>
                  </a:lnTo>
                  <a:lnTo>
                    <a:pt x="867764" y="0"/>
                  </a:lnTo>
                  <a:lnTo>
                    <a:pt x="869503" y="0"/>
                  </a:lnTo>
                  <a:lnTo>
                    <a:pt x="869503" y="102173"/>
                  </a:lnTo>
                  <a:lnTo>
                    <a:pt x="867764" y="102173"/>
                  </a:lnTo>
                  <a:lnTo>
                    <a:pt x="866025" y="102173"/>
                  </a:lnTo>
                  <a:lnTo>
                    <a:pt x="864286" y="102173"/>
                  </a:lnTo>
                  <a:lnTo>
                    <a:pt x="862547" y="102173"/>
                  </a:lnTo>
                  <a:lnTo>
                    <a:pt x="860808" y="102173"/>
                  </a:lnTo>
                  <a:lnTo>
                    <a:pt x="859069" y="102173"/>
                  </a:lnTo>
                  <a:lnTo>
                    <a:pt x="857330" y="102173"/>
                  </a:lnTo>
                  <a:lnTo>
                    <a:pt x="855591" y="102173"/>
                  </a:lnTo>
                  <a:lnTo>
                    <a:pt x="853852" y="102173"/>
                  </a:lnTo>
                  <a:lnTo>
                    <a:pt x="852113" y="102173"/>
                  </a:lnTo>
                  <a:lnTo>
                    <a:pt x="850374" y="102173"/>
                  </a:lnTo>
                  <a:lnTo>
                    <a:pt x="848635" y="102173"/>
                  </a:lnTo>
                  <a:lnTo>
                    <a:pt x="846896" y="102173"/>
                  </a:lnTo>
                  <a:lnTo>
                    <a:pt x="845157" y="102173"/>
                  </a:lnTo>
                  <a:lnTo>
                    <a:pt x="843418" y="102173"/>
                  </a:lnTo>
                  <a:lnTo>
                    <a:pt x="841679" y="102173"/>
                  </a:lnTo>
                  <a:lnTo>
                    <a:pt x="839940" y="102173"/>
                  </a:lnTo>
                  <a:lnTo>
                    <a:pt x="838201" y="102173"/>
                  </a:lnTo>
                  <a:lnTo>
                    <a:pt x="836462" y="102173"/>
                  </a:lnTo>
                  <a:lnTo>
                    <a:pt x="834723" y="102173"/>
                  </a:lnTo>
                  <a:lnTo>
                    <a:pt x="832984" y="102173"/>
                  </a:lnTo>
                  <a:lnTo>
                    <a:pt x="831245" y="102173"/>
                  </a:lnTo>
                  <a:lnTo>
                    <a:pt x="829506" y="102173"/>
                  </a:lnTo>
                  <a:lnTo>
                    <a:pt x="827767" y="102173"/>
                  </a:lnTo>
                  <a:lnTo>
                    <a:pt x="826028" y="102173"/>
                  </a:lnTo>
                  <a:lnTo>
                    <a:pt x="824289" y="102173"/>
                  </a:lnTo>
                  <a:lnTo>
                    <a:pt x="822550" y="102173"/>
                  </a:lnTo>
                  <a:lnTo>
                    <a:pt x="820811" y="102173"/>
                  </a:lnTo>
                  <a:lnTo>
                    <a:pt x="819072" y="102173"/>
                  </a:lnTo>
                  <a:lnTo>
                    <a:pt x="817333" y="102173"/>
                  </a:lnTo>
                  <a:lnTo>
                    <a:pt x="815594" y="102173"/>
                  </a:lnTo>
                  <a:lnTo>
                    <a:pt x="813855" y="102173"/>
                  </a:lnTo>
                  <a:lnTo>
                    <a:pt x="812116" y="102173"/>
                  </a:lnTo>
                  <a:lnTo>
                    <a:pt x="810377" y="102173"/>
                  </a:lnTo>
                  <a:lnTo>
                    <a:pt x="808638" y="102173"/>
                  </a:lnTo>
                  <a:lnTo>
                    <a:pt x="806899" y="102173"/>
                  </a:lnTo>
                  <a:lnTo>
                    <a:pt x="805160" y="102173"/>
                  </a:lnTo>
                  <a:lnTo>
                    <a:pt x="803421" y="102173"/>
                  </a:lnTo>
                  <a:lnTo>
                    <a:pt x="801682" y="102173"/>
                  </a:lnTo>
                  <a:lnTo>
                    <a:pt x="799943" y="102173"/>
                  </a:lnTo>
                  <a:lnTo>
                    <a:pt x="798204" y="102173"/>
                  </a:lnTo>
                  <a:lnTo>
                    <a:pt x="796465" y="102173"/>
                  </a:lnTo>
                  <a:lnTo>
                    <a:pt x="794726" y="102173"/>
                  </a:lnTo>
                  <a:lnTo>
                    <a:pt x="792987" y="102173"/>
                  </a:lnTo>
                  <a:lnTo>
                    <a:pt x="791248" y="102173"/>
                  </a:lnTo>
                  <a:lnTo>
                    <a:pt x="789509" y="102173"/>
                  </a:lnTo>
                  <a:lnTo>
                    <a:pt x="787769" y="102173"/>
                  </a:lnTo>
                  <a:lnTo>
                    <a:pt x="786030" y="102173"/>
                  </a:lnTo>
                  <a:lnTo>
                    <a:pt x="784291" y="102173"/>
                  </a:lnTo>
                  <a:lnTo>
                    <a:pt x="782552" y="102173"/>
                  </a:lnTo>
                  <a:lnTo>
                    <a:pt x="780813" y="102173"/>
                  </a:lnTo>
                  <a:lnTo>
                    <a:pt x="779074" y="102173"/>
                  </a:lnTo>
                  <a:lnTo>
                    <a:pt x="777335" y="102173"/>
                  </a:lnTo>
                  <a:lnTo>
                    <a:pt x="775596" y="102173"/>
                  </a:lnTo>
                  <a:lnTo>
                    <a:pt x="773857" y="102173"/>
                  </a:lnTo>
                  <a:lnTo>
                    <a:pt x="772118" y="102173"/>
                  </a:lnTo>
                  <a:lnTo>
                    <a:pt x="770379" y="102173"/>
                  </a:lnTo>
                  <a:lnTo>
                    <a:pt x="768640" y="102173"/>
                  </a:lnTo>
                  <a:lnTo>
                    <a:pt x="766901" y="102173"/>
                  </a:lnTo>
                  <a:lnTo>
                    <a:pt x="765162" y="102173"/>
                  </a:lnTo>
                  <a:lnTo>
                    <a:pt x="763423" y="102173"/>
                  </a:lnTo>
                  <a:lnTo>
                    <a:pt x="761684" y="102173"/>
                  </a:lnTo>
                  <a:lnTo>
                    <a:pt x="759945" y="102173"/>
                  </a:lnTo>
                  <a:lnTo>
                    <a:pt x="758206" y="102173"/>
                  </a:lnTo>
                  <a:lnTo>
                    <a:pt x="756467" y="102173"/>
                  </a:lnTo>
                  <a:lnTo>
                    <a:pt x="754728" y="102173"/>
                  </a:lnTo>
                  <a:lnTo>
                    <a:pt x="752989" y="102173"/>
                  </a:lnTo>
                  <a:lnTo>
                    <a:pt x="751250" y="102173"/>
                  </a:lnTo>
                  <a:lnTo>
                    <a:pt x="749511" y="102173"/>
                  </a:lnTo>
                  <a:lnTo>
                    <a:pt x="747772" y="102173"/>
                  </a:lnTo>
                  <a:lnTo>
                    <a:pt x="746033" y="102173"/>
                  </a:lnTo>
                  <a:lnTo>
                    <a:pt x="744294" y="102173"/>
                  </a:lnTo>
                  <a:lnTo>
                    <a:pt x="742555" y="102173"/>
                  </a:lnTo>
                  <a:lnTo>
                    <a:pt x="740816" y="102173"/>
                  </a:lnTo>
                  <a:lnTo>
                    <a:pt x="739077" y="102173"/>
                  </a:lnTo>
                  <a:lnTo>
                    <a:pt x="737338" y="102173"/>
                  </a:lnTo>
                  <a:lnTo>
                    <a:pt x="735599" y="102173"/>
                  </a:lnTo>
                  <a:lnTo>
                    <a:pt x="733860" y="102173"/>
                  </a:lnTo>
                  <a:lnTo>
                    <a:pt x="732121" y="102173"/>
                  </a:lnTo>
                  <a:lnTo>
                    <a:pt x="730382" y="102173"/>
                  </a:lnTo>
                  <a:lnTo>
                    <a:pt x="728643" y="102173"/>
                  </a:lnTo>
                  <a:lnTo>
                    <a:pt x="726904" y="102173"/>
                  </a:lnTo>
                  <a:lnTo>
                    <a:pt x="725165" y="102173"/>
                  </a:lnTo>
                  <a:lnTo>
                    <a:pt x="723426" y="102173"/>
                  </a:lnTo>
                  <a:lnTo>
                    <a:pt x="721687" y="102173"/>
                  </a:lnTo>
                  <a:lnTo>
                    <a:pt x="719948" y="102173"/>
                  </a:lnTo>
                  <a:lnTo>
                    <a:pt x="718209" y="102173"/>
                  </a:lnTo>
                  <a:lnTo>
                    <a:pt x="716470" y="102173"/>
                  </a:lnTo>
                  <a:lnTo>
                    <a:pt x="714731" y="102173"/>
                  </a:lnTo>
                  <a:lnTo>
                    <a:pt x="712992" y="102173"/>
                  </a:lnTo>
                  <a:lnTo>
                    <a:pt x="711253" y="102173"/>
                  </a:lnTo>
                  <a:lnTo>
                    <a:pt x="709514" y="102173"/>
                  </a:lnTo>
                  <a:lnTo>
                    <a:pt x="707775" y="102173"/>
                  </a:lnTo>
                  <a:lnTo>
                    <a:pt x="706036" y="102173"/>
                  </a:lnTo>
                  <a:lnTo>
                    <a:pt x="704297" y="102173"/>
                  </a:lnTo>
                  <a:lnTo>
                    <a:pt x="702558" y="102173"/>
                  </a:lnTo>
                  <a:lnTo>
                    <a:pt x="700819" y="102173"/>
                  </a:lnTo>
                  <a:lnTo>
                    <a:pt x="699080" y="102173"/>
                  </a:lnTo>
                  <a:lnTo>
                    <a:pt x="697341" y="102173"/>
                  </a:lnTo>
                  <a:lnTo>
                    <a:pt x="695602" y="102173"/>
                  </a:lnTo>
                  <a:lnTo>
                    <a:pt x="693863" y="102173"/>
                  </a:lnTo>
                  <a:lnTo>
                    <a:pt x="692124" y="102173"/>
                  </a:lnTo>
                  <a:lnTo>
                    <a:pt x="690385" y="102173"/>
                  </a:lnTo>
                  <a:lnTo>
                    <a:pt x="688646" y="102173"/>
                  </a:lnTo>
                  <a:lnTo>
                    <a:pt x="686907" y="102173"/>
                  </a:lnTo>
                  <a:lnTo>
                    <a:pt x="685168" y="102173"/>
                  </a:lnTo>
                  <a:lnTo>
                    <a:pt x="683429" y="102173"/>
                  </a:lnTo>
                  <a:lnTo>
                    <a:pt x="681690" y="102173"/>
                  </a:lnTo>
                  <a:lnTo>
                    <a:pt x="679951" y="102173"/>
                  </a:lnTo>
                  <a:lnTo>
                    <a:pt x="678212" y="102173"/>
                  </a:lnTo>
                  <a:lnTo>
                    <a:pt x="676473" y="102173"/>
                  </a:lnTo>
                  <a:lnTo>
                    <a:pt x="674734" y="102173"/>
                  </a:lnTo>
                  <a:lnTo>
                    <a:pt x="672995" y="102173"/>
                  </a:lnTo>
                  <a:lnTo>
                    <a:pt x="671256" y="102173"/>
                  </a:lnTo>
                  <a:lnTo>
                    <a:pt x="669517" y="102173"/>
                  </a:lnTo>
                  <a:lnTo>
                    <a:pt x="667778" y="102173"/>
                  </a:lnTo>
                  <a:lnTo>
                    <a:pt x="666039" y="102173"/>
                  </a:lnTo>
                  <a:lnTo>
                    <a:pt x="664300" y="102173"/>
                  </a:lnTo>
                  <a:lnTo>
                    <a:pt x="662561" y="102173"/>
                  </a:lnTo>
                  <a:lnTo>
                    <a:pt x="660822" y="102173"/>
                  </a:lnTo>
                  <a:lnTo>
                    <a:pt x="659083" y="102173"/>
                  </a:lnTo>
                  <a:lnTo>
                    <a:pt x="657344" y="102173"/>
                  </a:lnTo>
                  <a:lnTo>
                    <a:pt x="655605" y="102173"/>
                  </a:lnTo>
                  <a:lnTo>
                    <a:pt x="653866" y="102173"/>
                  </a:lnTo>
                  <a:lnTo>
                    <a:pt x="652127" y="102173"/>
                  </a:lnTo>
                  <a:lnTo>
                    <a:pt x="650388" y="102173"/>
                  </a:lnTo>
                  <a:lnTo>
                    <a:pt x="648649" y="102173"/>
                  </a:lnTo>
                  <a:lnTo>
                    <a:pt x="646910" y="102173"/>
                  </a:lnTo>
                  <a:lnTo>
                    <a:pt x="645171" y="102173"/>
                  </a:lnTo>
                  <a:lnTo>
                    <a:pt x="643432" y="102173"/>
                  </a:lnTo>
                  <a:lnTo>
                    <a:pt x="641693" y="102173"/>
                  </a:lnTo>
                  <a:lnTo>
                    <a:pt x="639954" y="102173"/>
                  </a:lnTo>
                  <a:lnTo>
                    <a:pt x="638215" y="102173"/>
                  </a:lnTo>
                  <a:lnTo>
                    <a:pt x="636476" y="102173"/>
                  </a:lnTo>
                  <a:lnTo>
                    <a:pt x="634737" y="102173"/>
                  </a:lnTo>
                  <a:lnTo>
                    <a:pt x="632998" y="102173"/>
                  </a:lnTo>
                  <a:lnTo>
                    <a:pt x="631259" y="102173"/>
                  </a:lnTo>
                  <a:lnTo>
                    <a:pt x="629520" y="102173"/>
                  </a:lnTo>
                  <a:lnTo>
                    <a:pt x="627781" y="102173"/>
                  </a:lnTo>
                  <a:lnTo>
                    <a:pt x="626042" y="102173"/>
                  </a:lnTo>
                  <a:lnTo>
                    <a:pt x="624303" y="102173"/>
                  </a:lnTo>
                  <a:lnTo>
                    <a:pt x="622564" y="102173"/>
                  </a:lnTo>
                  <a:lnTo>
                    <a:pt x="620825" y="102173"/>
                  </a:lnTo>
                  <a:lnTo>
                    <a:pt x="619086" y="102173"/>
                  </a:lnTo>
                  <a:lnTo>
                    <a:pt x="617347" y="102173"/>
                  </a:lnTo>
                  <a:lnTo>
                    <a:pt x="615608" y="102173"/>
                  </a:lnTo>
                  <a:lnTo>
                    <a:pt x="613869" y="102173"/>
                  </a:lnTo>
                  <a:lnTo>
                    <a:pt x="612130" y="102173"/>
                  </a:lnTo>
                  <a:lnTo>
                    <a:pt x="610391" y="102173"/>
                  </a:lnTo>
                  <a:lnTo>
                    <a:pt x="608652" y="102173"/>
                  </a:lnTo>
                  <a:lnTo>
                    <a:pt x="606913" y="102173"/>
                  </a:lnTo>
                  <a:lnTo>
                    <a:pt x="605174" y="102173"/>
                  </a:lnTo>
                  <a:lnTo>
                    <a:pt x="603435" y="102173"/>
                  </a:lnTo>
                  <a:lnTo>
                    <a:pt x="601696" y="102173"/>
                  </a:lnTo>
                  <a:lnTo>
                    <a:pt x="599957" y="102173"/>
                  </a:lnTo>
                  <a:lnTo>
                    <a:pt x="598218" y="102173"/>
                  </a:lnTo>
                  <a:lnTo>
                    <a:pt x="596479" y="102173"/>
                  </a:lnTo>
                  <a:lnTo>
                    <a:pt x="594740" y="102173"/>
                  </a:lnTo>
                  <a:lnTo>
                    <a:pt x="593001" y="102173"/>
                  </a:lnTo>
                  <a:lnTo>
                    <a:pt x="591262" y="102173"/>
                  </a:lnTo>
                  <a:lnTo>
                    <a:pt x="589523" y="102173"/>
                  </a:lnTo>
                  <a:lnTo>
                    <a:pt x="587784" y="102173"/>
                  </a:lnTo>
                  <a:lnTo>
                    <a:pt x="586045" y="102173"/>
                  </a:lnTo>
                  <a:lnTo>
                    <a:pt x="584306" y="102173"/>
                  </a:lnTo>
                  <a:lnTo>
                    <a:pt x="582567" y="102173"/>
                  </a:lnTo>
                  <a:lnTo>
                    <a:pt x="580828" y="102173"/>
                  </a:lnTo>
                  <a:lnTo>
                    <a:pt x="579089" y="102173"/>
                  </a:lnTo>
                  <a:lnTo>
                    <a:pt x="577350" y="102173"/>
                  </a:lnTo>
                  <a:lnTo>
                    <a:pt x="575611" y="102173"/>
                  </a:lnTo>
                  <a:lnTo>
                    <a:pt x="573872" y="102173"/>
                  </a:lnTo>
                  <a:lnTo>
                    <a:pt x="572133" y="102173"/>
                  </a:lnTo>
                  <a:lnTo>
                    <a:pt x="570394" y="102173"/>
                  </a:lnTo>
                  <a:lnTo>
                    <a:pt x="568655" y="102173"/>
                  </a:lnTo>
                  <a:lnTo>
                    <a:pt x="566916" y="102173"/>
                  </a:lnTo>
                  <a:lnTo>
                    <a:pt x="565177" y="102173"/>
                  </a:lnTo>
                  <a:lnTo>
                    <a:pt x="563438" y="102173"/>
                  </a:lnTo>
                  <a:lnTo>
                    <a:pt x="561699" y="102173"/>
                  </a:lnTo>
                  <a:lnTo>
                    <a:pt x="559960" y="102173"/>
                  </a:lnTo>
                  <a:lnTo>
                    <a:pt x="558221" y="102173"/>
                  </a:lnTo>
                  <a:lnTo>
                    <a:pt x="556482" y="102173"/>
                  </a:lnTo>
                  <a:lnTo>
                    <a:pt x="554743" y="102173"/>
                  </a:lnTo>
                  <a:lnTo>
                    <a:pt x="553004" y="102173"/>
                  </a:lnTo>
                  <a:lnTo>
                    <a:pt x="551265" y="102173"/>
                  </a:lnTo>
                  <a:lnTo>
                    <a:pt x="549526" y="102173"/>
                  </a:lnTo>
                  <a:lnTo>
                    <a:pt x="547787" y="102173"/>
                  </a:lnTo>
                  <a:lnTo>
                    <a:pt x="546048" y="102173"/>
                  </a:lnTo>
                  <a:lnTo>
                    <a:pt x="544309" y="102173"/>
                  </a:lnTo>
                  <a:lnTo>
                    <a:pt x="542570" y="102173"/>
                  </a:lnTo>
                  <a:lnTo>
                    <a:pt x="540831" y="102173"/>
                  </a:lnTo>
                  <a:lnTo>
                    <a:pt x="539092" y="102173"/>
                  </a:lnTo>
                  <a:lnTo>
                    <a:pt x="537353" y="102173"/>
                  </a:lnTo>
                  <a:lnTo>
                    <a:pt x="535614" y="102173"/>
                  </a:lnTo>
                  <a:lnTo>
                    <a:pt x="533875" y="102173"/>
                  </a:lnTo>
                  <a:lnTo>
                    <a:pt x="532136" y="102173"/>
                  </a:lnTo>
                  <a:lnTo>
                    <a:pt x="530397" y="102173"/>
                  </a:lnTo>
                  <a:lnTo>
                    <a:pt x="528658" y="102173"/>
                  </a:lnTo>
                  <a:lnTo>
                    <a:pt x="526919" y="102173"/>
                  </a:lnTo>
                  <a:lnTo>
                    <a:pt x="525179" y="102173"/>
                  </a:lnTo>
                  <a:lnTo>
                    <a:pt x="523440" y="102173"/>
                  </a:lnTo>
                  <a:lnTo>
                    <a:pt x="521701" y="102173"/>
                  </a:lnTo>
                  <a:lnTo>
                    <a:pt x="519962" y="102173"/>
                  </a:lnTo>
                  <a:lnTo>
                    <a:pt x="518223" y="102173"/>
                  </a:lnTo>
                  <a:lnTo>
                    <a:pt x="516484" y="102173"/>
                  </a:lnTo>
                  <a:lnTo>
                    <a:pt x="514745" y="102173"/>
                  </a:lnTo>
                  <a:lnTo>
                    <a:pt x="513006" y="102173"/>
                  </a:lnTo>
                  <a:lnTo>
                    <a:pt x="511267" y="102173"/>
                  </a:lnTo>
                  <a:lnTo>
                    <a:pt x="509528" y="102173"/>
                  </a:lnTo>
                  <a:lnTo>
                    <a:pt x="507789" y="102173"/>
                  </a:lnTo>
                  <a:lnTo>
                    <a:pt x="506050" y="102173"/>
                  </a:lnTo>
                  <a:lnTo>
                    <a:pt x="504311" y="102173"/>
                  </a:lnTo>
                  <a:lnTo>
                    <a:pt x="502572" y="102173"/>
                  </a:lnTo>
                  <a:lnTo>
                    <a:pt x="500833" y="102173"/>
                  </a:lnTo>
                  <a:lnTo>
                    <a:pt x="499094" y="102173"/>
                  </a:lnTo>
                  <a:lnTo>
                    <a:pt x="497355" y="102173"/>
                  </a:lnTo>
                  <a:lnTo>
                    <a:pt x="495616" y="102173"/>
                  </a:lnTo>
                  <a:lnTo>
                    <a:pt x="493877" y="102173"/>
                  </a:lnTo>
                  <a:lnTo>
                    <a:pt x="492138" y="102173"/>
                  </a:lnTo>
                  <a:lnTo>
                    <a:pt x="490399" y="102173"/>
                  </a:lnTo>
                  <a:lnTo>
                    <a:pt x="488660" y="102173"/>
                  </a:lnTo>
                  <a:lnTo>
                    <a:pt x="486921" y="102173"/>
                  </a:lnTo>
                  <a:lnTo>
                    <a:pt x="485182" y="102173"/>
                  </a:lnTo>
                  <a:lnTo>
                    <a:pt x="483443" y="102173"/>
                  </a:lnTo>
                  <a:lnTo>
                    <a:pt x="481704" y="102173"/>
                  </a:lnTo>
                  <a:lnTo>
                    <a:pt x="479965" y="102173"/>
                  </a:lnTo>
                  <a:lnTo>
                    <a:pt x="478226" y="102173"/>
                  </a:lnTo>
                  <a:lnTo>
                    <a:pt x="476487" y="102173"/>
                  </a:lnTo>
                  <a:lnTo>
                    <a:pt x="474748" y="102173"/>
                  </a:lnTo>
                  <a:lnTo>
                    <a:pt x="473009" y="102173"/>
                  </a:lnTo>
                  <a:lnTo>
                    <a:pt x="471270" y="102173"/>
                  </a:lnTo>
                  <a:lnTo>
                    <a:pt x="469531" y="102173"/>
                  </a:lnTo>
                  <a:lnTo>
                    <a:pt x="467792" y="102173"/>
                  </a:lnTo>
                  <a:lnTo>
                    <a:pt x="466053" y="102173"/>
                  </a:lnTo>
                  <a:lnTo>
                    <a:pt x="464314" y="102173"/>
                  </a:lnTo>
                  <a:lnTo>
                    <a:pt x="462575" y="102173"/>
                  </a:lnTo>
                  <a:lnTo>
                    <a:pt x="460836" y="102173"/>
                  </a:lnTo>
                  <a:lnTo>
                    <a:pt x="459097" y="102173"/>
                  </a:lnTo>
                  <a:lnTo>
                    <a:pt x="457358" y="102173"/>
                  </a:lnTo>
                  <a:lnTo>
                    <a:pt x="455619" y="102173"/>
                  </a:lnTo>
                  <a:lnTo>
                    <a:pt x="453880" y="102173"/>
                  </a:lnTo>
                  <a:lnTo>
                    <a:pt x="452141" y="102173"/>
                  </a:lnTo>
                  <a:lnTo>
                    <a:pt x="450402" y="102173"/>
                  </a:lnTo>
                  <a:lnTo>
                    <a:pt x="448663" y="102173"/>
                  </a:lnTo>
                  <a:lnTo>
                    <a:pt x="446924" y="102173"/>
                  </a:lnTo>
                  <a:lnTo>
                    <a:pt x="445185" y="102173"/>
                  </a:lnTo>
                  <a:lnTo>
                    <a:pt x="443446" y="102173"/>
                  </a:lnTo>
                  <a:lnTo>
                    <a:pt x="441707" y="102173"/>
                  </a:lnTo>
                  <a:lnTo>
                    <a:pt x="439968" y="102173"/>
                  </a:lnTo>
                  <a:lnTo>
                    <a:pt x="438229" y="102173"/>
                  </a:lnTo>
                  <a:lnTo>
                    <a:pt x="436490" y="102173"/>
                  </a:lnTo>
                  <a:lnTo>
                    <a:pt x="434751" y="102173"/>
                  </a:lnTo>
                  <a:lnTo>
                    <a:pt x="433012" y="102173"/>
                  </a:lnTo>
                  <a:lnTo>
                    <a:pt x="431273" y="102173"/>
                  </a:lnTo>
                  <a:lnTo>
                    <a:pt x="429534" y="102173"/>
                  </a:lnTo>
                  <a:lnTo>
                    <a:pt x="427795" y="102173"/>
                  </a:lnTo>
                  <a:lnTo>
                    <a:pt x="426056" y="102173"/>
                  </a:lnTo>
                  <a:lnTo>
                    <a:pt x="424317" y="102173"/>
                  </a:lnTo>
                  <a:lnTo>
                    <a:pt x="422578" y="102173"/>
                  </a:lnTo>
                  <a:lnTo>
                    <a:pt x="420839" y="102173"/>
                  </a:lnTo>
                  <a:lnTo>
                    <a:pt x="419100" y="102173"/>
                  </a:lnTo>
                  <a:lnTo>
                    <a:pt x="417361" y="102173"/>
                  </a:lnTo>
                  <a:lnTo>
                    <a:pt x="415622" y="102173"/>
                  </a:lnTo>
                  <a:lnTo>
                    <a:pt x="413883" y="102173"/>
                  </a:lnTo>
                  <a:lnTo>
                    <a:pt x="412144" y="102173"/>
                  </a:lnTo>
                  <a:lnTo>
                    <a:pt x="410405" y="102173"/>
                  </a:lnTo>
                  <a:lnTo>
                    <a:pt x="408666" y="102173"/>
                  </a:lnTo>
                  <a:lnTo>
                    <a:pt x="406927" y="102173"/>
                  </a:lnTo>
                  <a:lnTo>
                    <a:pt x="405188" y="102173"/>
                  </a:lnTo>
                  <a:lnTo>
                    <a:pt x="403449" y="102173"/>
                  </a:lnTo>
                  <a:lnTo>
                    <a:pt x="401710" y="102173"/>
                  </a:lnTo>
                  <a:lnTo>
                    <a:pt x="399971" y="102173"/>
                  </a:lnTo>
                  <a:lnTo>
                    <a:pt x="398232" y="102173"/>
                  </a:lnTo>
                  <a:lnTo>
                    <a:pt x="396493" y="102173"/>
                  </a:lnTo>
                  <a:lnTo>
                    <a:pt x="394754" y="102173"/>
                  </a:lnTo>
                  <a:lnTo>
                    <a:pt x="393015" y="102173"/>
                  </a:lnTo>
                  <a:lnTo>
                    <a:pt x="391276" y="102173"/>
                  </a:lnTo>
                  <a:lnTo>
                    <a:pt x="389537" y="102173"/>
                  </a:lnTo>
                  <a:lnTo>
                    <a:pt x="387798" y="102173"/>
                  </a:lnTo>
                  <a:lnTo>
                    <a:pt x="386059" y="102173"/>
                  </a:lnTo>
                  <a:lnTo>
                    <a:pt x="384320" y="102173"/>
                  </a:lnTo>
                  <a:lnTo>
                    <a:pt x="382581" y="102173"/>
                  </a:lnTo>
                  <a:lnTo>
                    <a:pt x="380842" y="102173"/>
                  </a:lnTo>
                  <a:lnTo>
                    <a:pt x="379103" y="102173"/>
                  </a:lnTo>
                  <a:lnTo>
                    <a:pt x="377364" y="102173"/>
                  </a:lnTo>
                  <a:lnTo>
                    <a:pt x="375625" y="102173"/>
                  </a:lnTo>
                  <a:lnTo>
                    <a:pt x="373886" y="102173"/>
                  </a:lnTo>
                  <a:lnTo>
                    <a:pt x="372147" y="102173"/>
                  </a:lnTo>
                  <a:lnTo>
                    <a:pt x="370408" y="102173"/>
                  </a:lnTo>
                  <a:lnTo>
                    <a:pt x="368669" y="102173"/>
                  </a:lnTo>
                  <a:lnTo>
                    <a:pt x="366930" y="102173"/>
                  </a:lnTo>
                  <a:lnTo>
                    <a:pt x="365191" y="102173"/>
                  </a:lnTo>
                  <a:lnTo>
                    <a:pt x="363452" y="102173"/>
                  </a:lnTo>
                  <a:lnTo>
                    <a:pt x="361713" y="102173"/>
                  </a:lnTo>
                  <a:lnTo>
                    <a:pt x="359974" y="102173"/>
                  </a:lnTo>
                  <a:lnTo>
                    <a:pt x="358235" y="102173"/>
                  </a:lnTo>
                  <a:lnTo>
                    <a:pt x="356496" y="102173"/>
                  </a:lnTo>
                  <a:lnTo>
                    <a:pt x="354757" y="102173"/>
                  </a:lnTo>
                  <a:lnTo>
                    <a:pt x="353018" y="102173"/>
                  </a:lnTo>
                  <a:lnTo>
                    <a:pt x="351279" y="102173"/>
                  </a:lnTo>
                  <a:lnTo>
                    <a:pt x="349540" y="102173"/>
                  </a:lnTo>
                  <a:lnTo>
                    <a:pt x="347801" y="102173"/>
                  </a:lnTo>
                  <a:lnTo>
                    <a:pt x="346062" y="102173"/>
                  </a:lnTo>
                  <a:lnTo>
                    <a:pt x="344323" y="102173"/>
                  </a:lnTo>
                  <a:lnTo>
                    <a:pt x="342584" y="102173"/>
                  </a:lnTo>
                  <a:lnTo>
                    <a:pt x="340845" y="102173"/>
                  </a:lnTo>
                  <a:lnTo>
                    <a:pt x="339106" y="102173"/>
                  </a:lnTo>
                  <a:lnTo>
                    <a:pt x="337367" y="102173"/>
                  </a:lnTo>
                  <a:lnTo>
                    <a:pt x="335628" y="102173"/>
                  </a:lnTo>
                  <a:lnTo>
                    <a:pt x="333889" y="102173"/>
                  </a:lnTo>
                  <a:lnTo>
                    <a:pt x="332150" y="102173"/>
                  </a:lnTo>
                  <a:lnTo>
                    <a:pt x="330411" y="102173"/>
                  </a:lnTo>
                  <a:lnTo>
                    <a:pt x="328672" y="102173"/>
                  </a:lnTo>
                  <a:lnTo>
                    <a:pt x="326933" y="102173"/>
                  </a:lnTo>
                  <a:lnTo>
                    <a:pt x="325194" y="102173"/>
                  </a:lnTo>
                  <a:lnTo>
                    <a:pt x="323455" y="102173"/>
                  </a:lnTo>
                  <a:lnTo>
                    <a:pt x="321716" y="102173"/>
                  </a:lnTo>
                  <a:lnTo>
                    <a:pt x="319977" y="102173"/>
                  </a:lnTo>
                  <a:lnTo>
                    <a:pt x="318238" y="102173"/>
                  </a:lnTo>
                  <a:lnTo>
                    <a:pt x="316499" y="102173"/>
                  </a:lnTo>
                  <a:lnTo>
                    <a:pt x="314760" y="102173"/>
                  </a:lnTo>
                  <a:lnTo>
                    <a:pt x="313021" y="102173"/>
                  </a:lnTo>
                  <a:lnTo>
                    <a:pt x="311282" y="102173"/>
                  </a:lnTo>
                  <a:lnTo>
                    <a:pt x="309543" y="102173"/>
                  </a:lnTo>
                  <a:lnTo>
                    <a:pt x="307804" y="102173"/>
                  </a:lnTo>
                  <a:lnTo>
                    <a:pt x="306065" y="102173"/>
                  </a:lnTo>
                  <a:lnTo>
                    <a:pt x="304326" y="102173"/>
                  </a:lnTo>
                  <a:lnTo>
                    <a:pt x="302587" y="102173"/>
                  </a:lnTo>
                  <a:lnTo>
                    <a:pt x="300848" y="102173"/>
                  </a:lnTo>
                  <a:lnTo>
                    <a:pt x="299109" y="102173"/>
                  </a:lnTo>
                  <a:lnTo>
                    <a:pt x="297370" y="102173"/>
                  </a:lnTo>
                  <a:lnTo>
                    <a:pt x="295631" y="102173"/>
                  </a:lnTo>
                  <a:lnTo>
                    <a:pt x="293892" y="102173"/>
                  </a:lnTo>
                  <a:lnTo>
                    <a:pt x="292153" y="102173"/>
                  </a:lnTo>
                  <a:lnTo>
                    <a:pt x="290414" y="102173"/>
                  </a:lnTo>
                  <a:lnTo>
                    <a:pt x="288675" y="102173"/>
                  </a:lnTo>
                  <a:lnTo>
                    <a:pt x="286936" y="102173"/>
                  </a:lnTo>
                  <a:lnTo>
                    <a:pt x="285197" y="102173"/>
                  </a:lnTo>
                  <a:lnTo>
                    <a:pt x="283458" y="102173"/>
                  </a:lnTo>
                  <a:lnTo>
                    <a:pt x="281719" y="102173"/>
                  </a:lnTo>
                  <a:lnTo>
                    <a:pt x="279980" y="102173"/>
                  </a:lnTo>
                  <a:lnTo>
                    <a:pt x="278241" y="102173"/>
                  </a:lnTo>
                  <a:lnTo>
                    <a:pt x="276502" y="102173"/>
                  </a:lnTo>
                  <a:lnTo>
                    <a:pt x="274763" y="102173"/>
                  </a:lnTo>
                  <a:lnTo>
                    <a:pt x="273024" y="102173"/>
                  </a:lnTo>
                  <a:lnTo>
                    <a:pt x="271285" y="102173"/>
                  </a:lnTo>
                  <a:lnTo>
                    <a:pt x="269546" y="102173"/>
                  </a:lnTo>
                  <a:lnTo>
                    <a:pt x="267807" y="102173"/>
                  </a:lnTo>
                  <a:lnTo>
                    <a:pt x="266068" y="102173"/>
                  </a:lnTo>
                  <a:lnTo>
                    <a:pt x="264329" y="102173"/>
                  </a:lnTo>
                  <a:lnTo>
                    <a:pt x="262589" y="102173"/>
                  </a:lnTo>
                  <a:lnTo>
                    <a:pt x="260850" y="102173"/>
                  </a:lnTo>
                  <a:lnTo>
                    <a:pt x="259111" y="102173"/>
                  </a:lnTo>
                  <a:lnTo>
                    <a:pt x="257372" y="102173"/>
                  </a:lnTo>
                  <a:lnTo>
                    <a:pt x="255633" y="102173"/>
                  </a:lnTo>
                  <a:lnTo>
                    <a:pt x="253894" y="102173"/>
                  </a:lnTo>
                  <a:lnTo>
                    <a:pt x="252155" y="102173"/>
                  </a:lnTo>
                  <a:lnTo>
                    <a:pt x="250416" y="102173"/>
                  </a:lnTo>
                  <a:lnTo>
                    <a:pt x="248677" y="102173"/>
                  </a:lnTo>
                  <a:lnTo>
                    <a:pt x="246938" y="102173"/>
                  </a:lnTo>
                  <a:lnTo>
                    <a:pt x="245199" y="102173"/>
                  </a:lnTo>
                  <a:lnTo>
                    <a:pt x="243460" y="102173"/>
                  </a:lnTo>
                  <a:lnTo>
                    <a:pt x="241721" y="102173"/>
                  </a:lnTo>
                  <a:lnTo>
                    <a:pt x="239982" y="102173"/>
                  </a:lnTo>
                  <a:lnTo>
                    <a:pt x="238243" y="102173"/>
                  </a:lnTo>
                  <a:lnTo>
                    <a:pt x="236504" y="102173"/>
                  </a:lnTo>
                  <a:lnTo>
                    <a:pt x="234765" y="102173"/>
                  </a:lnTo>
                  <a:lnTo>
                    <a:pt x="233026" y="102173"/>
                  </a:lnTo>
                  <a:lnTo>
                    <a:pt x="231287" y="102173"/>
                  </a:lnTo>
                  <a:lnTo>
                    <a:pt x="229548" y="102173"/>
                  </a:lnTo>
                  <a:lnTo>
                    <a:pt x="227809" y="102173"/>
                  </a:lnTo>
                  <a:lnTo>
                    <a:pt x="226070" y="102173"/>
                  </a:lnTo>
                  <a:lnTo>
                    <a:pt x="224331" y="102173"/>
                  </a:lnTo>
                  <a:lnTo>
                    <a:pt x="222592" y="102173"/>
                  </a:lnTo>
                  <a:lnTo>
                    <a:pt x="220853" y="102173"/>
                  </a:lnTo>
                  <a:lnTo>
                    <a:pt x="219114" y="102173"/>
                  </a:lnTo>
                  <a:lnTo>
                    <a:pt x="217375" y="102173"/>
                  </a:lnTo>
                  <a:lnTo>
                    <a:pt x="215636" y="102173"/>
                  </a:lnTo>
                  <a:lnTo>
                    <a:pt x="213897" y="102173"/>
                  </a:lnTo>
                  <a:lnTo>
                    <a:pt x="212158" y="102173"/>
                  </a:lnTo>
                  <a:lnTo>
                    <a:pt x="210419" y="102173"/>
                  </a:lnTo>
                  <a:lnTo>
                    <a:pt x="208680" y="102173"/>
                  </a:lnTo>
                  <a:lnTo>
                    <a:pt x="206941" y="102173"/>
                  </a:lnTo>
                  <a:lnTo>
                    <a:pt x="205202" y="102173"/>
                  </a:lnTo>
                  <a:lnTo>
                    <a:pt x="203463" y="102173"/>
                  </a:lnTo>
                  <a:lnTo>
                    <a:pt x="201724" y="102173"/>
                  </a:lnTo>
                  <a:lnTo>
                    <a:pt x="199985" y="102173"/>
                  </a:lnTo>
                  <a:lnTo>
                    <a:pt x="198246" y="102173"/>
                  </a:lnTo>
                  <a:lnTo>
                    <a:pt x="196507" y="102173"/>
                  </a:lnTo>
                  <a:lnTo>
                    <a:pt x="194768" y="102173"/>
                  </a:lnTo>
                  <a:lnTo>
                    <a:pt x="193029" y="102173"/>
                  </a:lnTo>
                  <a:lnTo>
                    <a:pt x="191290" y="102173"/>
                  </a:lnTo>
                  <a:lnTo>
                    <a:pt x="189551" y="102173"/>
                  </a:lnTo>
                  <a:lnTo>
                    <a:pt x="187812" y="102173"/>
                  </a:lnTo>
                  <a:lnTo>
                    <a:pt x="186073" y="102173"/>
                  </a:lnTo>
                  <a:lnTo>
                    <a:pt x="184334" y="102173"/>
                  </a:lnTo>
                  <a:lnTo>
                    <a:pt x="182595" y="102173"/>
                  </a:lnTo>
                  <a:lnTo>
                    <a:pt x="180856" y="102173"/>
                  </a:lnTo>
                  <a:lnTo>
                    <a:pt x="179117" y="102173"/>
                  </a:lnTo>
                  <a:lnTo>
                    <a:pt x="177378" y="102173"/>
                  </a:lnTo>
                  <a:lnTo>
                    <a:pt x="175639" y="102173"/>
                  </a:lnTo>
                  <a:lnTo>
                    <a:pt x="173900" y="102173"/>
                  </a:lnTo>
                  <a:lnTo>
                    <a:pt x="172161" y="102173"/>
                  </a:lnTo>
                  <a:lnTo>
                    <a:pt x="170422" y="102173"/>
                  </a:lnTo>
                  <a:lnTo>
                    <a:pt x="168683" y="102173"/>
                  </a:lnTo>
                  <a:lnTo>
                    <a:pt x="166944" y="102173"/>
                  </a:lnTo>
                  <a:lnTo>
                    <a:pt x="165205" y="102173"/>
                  </a:lnTo>
                  <a:lnTo>
                    <a:pt x="163466" y="102173"/>
                  </a:lnTo>
                  <a:lnTo>
                    <a:pt x="161727" y="102173"/>
                  </a:lnTo>
                  <a:lnTo>
                    <a:pt x="159988" y="102173"/>
                  </a:lnTo>
                  <a:lnTo>
                    <a:pt x="158249" y="102173"/>
                  </a:lnTo>
                  <a:lnTo>
                    <a:pt x="156510" y="102173"/>
                  </a:lnTo>
                  <a:lnTo>
                    <a:pt x="154771" y="102173"/>
                  </a:lnTo>
                  <a:lnTo>
                    <a:pt x="153032" y="102173"/>
                  </a:lnTo>
                  <a:lnTo>
                    <a:pt x="151293" y="102173"/>
                  </a:lnTo>
                  <a:lnTo>
                    <a:pt x="149554" y="102173"/>
                  </a:lnTo>
                  <a:lnTo>
                    <a:pt x="147815" y="102173"/>
                  </a:lnTo>
                  <a:lnTo>
                    <a:pt x="146076" y="102173"/>
                  </a:lnTo>
                  <a:lnTo>
                    <a:pt x="144337" y="102173"/>
                  </a:lnTo>
                  <a:lnTo>
                    <a:pt x="142598" y="102173"/>
                  </a:lnTo>
                  <a:lnTo>
                    <a:pt x="140859" y="102173"/>
                  </a:lnTo>
                  <a:lnTo>
                    <a:pt x="139120" y="102173"/>
                  </a:lnTo>
                  <a:lnTo>
                    <a:pt x="137381" y="102173"/>
                  </a:lnTo>
                  <a:lnTo>
                    <a:pt x="135642" y="102173"/>
                  </a:lnTo>
                  <a:lnTo>
                    <a:pt x="133903" y="102173"/>
                  </a:lnTo>
                  <a:lnTo>
                    <a:pt x="132164" y="102173"/>
                  </a:lnTo>
                  <a:lnTo>
                    <a:pt x="130425" y="102173"/>
                  </a:lnTo>
                  <a:lnTo>
                    <a:pt x="128686" y="102173"/>
                  </a:lnTo>
                  <a:lnTo>
                    <a:pt x="126947" y="102173"/>
                  </a:lnTo>
                  <a:lnTo>
                    <a:pt x="125208" y="102173"/>
                  </a:lnTo>
                  <a:lnTo>
                    <a:pt x="123469" y="102173"/>
                  </a:lnTo>
                  <a:lnTo>
                    <a:pt x="121730" y="102173"/>
                  </a:lnTo>
                  <a:lnTo>
                    <a:pt x="119991" y="102173"/>
                  </a:lnTo>
                  <a:lnTo>
                    <a:pt x="118252" y="102173"/>
                  </a:lnTo>
                  <a:lnTo>
                    <a:pt x="116513" y="102173"/>
                  </a:lnTo>
                  <a:lnTo>
                    <a:pt x="114774" y="102173"/>
                  </a:lnTo>
                  <a:lnTo>
                    <a:pt x="113035" y="102173"/>
                  </a:lnTo>
                  <a:lnTo>
                    <a:pt x="111296" y="102173"/>
                  </a:lnTo>
                  <a:lnTo>
                    <a:pt x="109557" y="102173"/>
                  </a:lnTo>
                  <a:lnTo>
                    <a:pt x="107818" y="102173"/>
                  </a:lnTo>
                  <a:lnTo>
                    <a:pt x="106079" y="102173"/>
                  </a:lnTo>
                  <a:lnTo>
                    <a:pt x="104340" y="102173"/>
                  </a:lnTo>
                  <a:lnTo>
                    <a:pt x="102601" y="102173"/>
                  </a:lnTo>
                  <a:lnTo>
                    <a:pt x="100862" y="102173"/>
                  </a:lnTo>
                  <a:lnTo>
                    <a:pt x="99123" y="102173"/>
                  </a:lnTo>
                  <a:lnTo>
                    <a:pt x="97384" y="102173"/>
                  </a:lnTo>
                  <a:lnTo>
                    <a:pt x="95645" y="102173"/>
                  </a:lnTo>
                  <a:lnTo>
                    <a:pt x="93906" y="102173"/>
                  </a:lnTo>
                  <a:lnTo>
                    <a:pt x="92167" y="102173"/>
                  </a:lnTo>
                  <a:lnTo>
                    <a:pt x="90428" y="102173"/>
                  </a:lnTo>
                  <a:lnTo>
                    <a:pt x="88689" y="102173"/>
                  </a:lnTo>
                  <a:lnTo>
                    <a:pt x="86950" y="102173"/>
                  </a:lnTo>
                  <a:lnTo>
                    <a:pt x="85211" y="102173"/>
                  </a:lnTo>
                  <a:lnTo>
                    <a:pt x="83472" y="102173"/>
                  </a:lnTo>
                  <a:lnTo>
                    <a:pt x="81733" y="102173"/>
                  </a:lnTo>
                  <a:lnTo>
                    <a:pt x="79994" y="102173"/>
                  </a:lnTo>
                  <a:lnTo>
                    <a:pt x="78255" y="102173"/>
                  </a:lnTo>
                  <a:lnTo>
                    <a:pt x="76516" y="102173"/>
                  </a:lnTo>
                  <a:lnTo>
                    <a:pt x="74777" y="102173"/>
                  </a:lnTo>
                  <a:lnTo>
                    <a:pt x="73038" y="102173"/>
                  </a:lnTo>
                  <a:lnTo>
                    <a:pt x="71299" y="102173"/>
                  </a:lnTo>
                  <a:lnTo>
                    <a:pt x="69560" y="102173"/>
                  </a:lnTo>
                  <a:lnTo>
                    <a:pt x="67821" y="102173"/>
                  </a:lnTo>
                  <a:lnTo>
                    <a:pt x="66082" y="102173"/>
                  </a:lnTo>
                  <a:lnTo>
                    <a:pt x="64343" y="102173"/>
                  </a:lnTo>
                  <a:lnTo>
                    <a:pt x="62604" y="102173"/>
                  </a:lnTo>
                  <a:lnTo>
                    <a:pt x="60865" y="102173"/>
                  </a:lnTo>
                  <a:lnTo>
                    <a:pt x="59126" y="102173"/>
                  </a:lnTo>
                  <a:lnTo>
                    <a:pt x="57387" y="102173"/>
                  </a:lnTo>
                  <a:lnTo>
                    <a:pt x="55648" y="102173"/>
                  </a:lnTo>
                  <a:lnTo>
                    <a:pt x="53909" y="102173"/>
                  </a:lnTo>
                  <a:lnTo>
                    <a:pt x="52170" y="102173"/>
                  </a:lnTo>
                  <a:lnTo>
                    <a:pt x="50431" y="102173"/>
                  </a:lnTo>
                  <a:lnTo>
                    <a:pt x="48692" y="102173"/>
                  </a:lnTo>
                  <a:lnTo>
                    <a:pt x="46953" y="102173"/>
                  </a:lnTo>
                  <a:lnTo>
                    <a:pt x="45214" y="102173"/>
                  </a:lnTo>
                  <a:lnTo>
                    <a:pt x="43475" y="102173"/>
                  </a:lnTo>
                  <a:lnTo>
                    <a:pt x="41736" y="102173"/>
                  </a:lnTo>
                  <a:lnTo>
                    <a:pt x="39997" y="102173"/>
                  </a:lnTo>
                  <a:lnTo>
                    <a:pt x="38258" y="102173"/>
                  </a:lnTo>
                  <a:lnTo>
                    <a:pt x="36519" y="102173"/>
                  </a:lnTo>
                  <a:lnTo>
                    <a:pt x="34780" y="102173"/>
                  </a:lnTo>
                  <a:lnTo>
                    <a:pt x="33041" y="102173"/>
                  </a:lnTo>
                  <a:lnTo>
                    <a:pt x="31302" y="102173"/>
                  </a:lnTo>
                  <a:lnTo>
                    <a:pt x="29563" y="102173"/>
                  </a:lnTo>
                  <a:lnTo>
                    <a:pt x="27824" y="102173"/>
                  </a:lnTo>
                  <a:lnTo>
                    <a:pt x="26085" y="102173"/>
                  </a:lnTo>
                  <a:lnTo>
                    <a:pt x="24346" y="102173"/>
                  </a:lnTo>
                  <a:lnTo>
                    <a:pt x="22607" y="102173"/>
                  </a:lnTo>
                  <a:lnTo>
                    <a:pt x="20868" y="102173"/>
                  </a:lnTo>
                  <a:lnTo>
                    <a:pt x="19129" y="102173"/>
                  </a:lnTo>
                  <a:lnTo>
                    <a:pt x="17390" y="102173"/>
                  </a:lnTo>
                  <a:lnTo>
                    <a:pt x="15651" y="102173"/>
                  </a:lnTo>
                  <a:lnTo>
                    <a:pt x="13912" y="102173"/>
                  </a:lnTo>
                  <a:lnTo>
                    <a:pt x="12173" y="102173"/>
                  </a:lnTo>
                  <a:lnTo>
                    <a:pt x="10434" y="102173"/>
                  </a:lnTo>
                  <a:lnTo>
                    <a:pt x="8695" y="102173"/>
                  </a:lnTo>
                  <a:lnTo>
                    <a:pt x="6956" y="102173"/>
                  </a:lnTo>
                  <a:lnTo>
                    <a:pt x="5217" y="102173"/>
                  </a:lnTo>
                  <a:lnTo>
                    <a:pt x="3478" y="102173"/>
                  </a:lnTo>
                  <a:lnTo>
                    <a:pt x="1739" y="102173"/>
                  </a:lnTo>
                  <a:lnTo>
                    <a:pt x="0" y="102173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35" name="pg334"/>
            <p:cNvSpPr/>
            <p:nvPr/>
          </p:nvSpPr>
          <p:spPr>
            <a:xfrm>
              <a:off x="6408758" y="4568337"/>
              <a:ext cx="4000293" cy="102173"/>
            </a:xfrm>
            <a:custGeom>
              <a:avLst/>
              <a:pathLst>
                <a:path w="4000293" h="102173">
                  <a:moveTo>
                    <a:pt x="0" y="0"/>
                  </a:moveTo>
                  <a:lnTo>
                    <a:pt x="8000" y="0"/>
                  </a:lnTo>
                  <a:lnTo>
                    <a:pt x="16001" y="0"/>
                  </a:lnTo>
                  <a:lnTo>
                    <a:pt x="24001" y="0"/>
                  </a:lnTo>
                  <a:lnTo>
                    <a:pt x="32002" y="0"/>
                  </a:lnTo>
                  <a:lnTo>
                    <a:pt x="40002" y="0"/>
                  </a:lnTo>
                  <a:lnTo>
                    <a:pt x="48003" y="0"/>
                  </a:lnTo>
                  <a:lnTo>
                    <a:pt x="56004" y="0"/>
                  </a:lnTo>
                  <a:lnTo>
                    <a:pt x="64004" y="0"/>
                  </a:lnTo>
                  <a:lnTo>
                    <a:pt x="72005" y="0"/>
                  </a:lnTo>
                  <a:lnTo>
                    <a:pt x="80005" y="0"/>
                  </a:lnTo>
                  <a:lnTo>
                    <a:pt x="88006" y="0"/>
                  </a:lnTo>
                  <a:lnTo>
                    <a:pt x="96007" y="0"/>
                  </a:lnTo>
                  <a:lnTo>
                    <a:pt x="104007" y="0"/>
                  </a:lnTo>
                  <a:lnTo>
                    <a:pt x="112008" y="0"/>
                  </a:lnTo>
                  <a:lnTo>
                    <a:pt x="120008" y="0"/>
                  </a:lnTo>
                  <a:lnTo>
                    <a:pt x="128009" y="0"/>
                  </a:lnTo>
                  <a:lnTo>
                    <a:pt x="136009" y="0"/>
                  </a:lnTo>
                  <a:lnTo>
                    <a:pt x="144010" y="0"/>
                  </a:lnTo>
                  <a:lnTo>
                    <a:pt x="152011" y="0"/>
                  </a:lnTo>
                  <a:lnTo>
                    <a:pt x="160011" y="0"/>
                  </a:lnTo>
                  <a:lnTo>
                    <a:pt x="168012" y="0"/>
                  </a:lnTo>
                  <a:lnTo>
                    <a:pt x="176012" y="0"/>
                  </a:lnTo>
                  <a:lnTo>
                    <a:pt x="184013" y="0"/>
                  </a:lnTo>
                  <a:lnTo>
                    <a:pt x="192014" y="0"/>
                  </a:lnTo>
                  <a:lnTo>
                    <a:pt x="200014" y="0"/>
                  </a:lnTo>
                  <a:lnTo>
                    <a:pt x="208015" y="0"/>
                  </a:lnTo>
                  <a:lnTo>
                    <a:pt x="216015" y="0"/>
                  </a:lnTo>
                  <a:lnTo>
                    <a:pt x="224016" y="0"/>
                  </a:lnTo>
                  <a:lnTo>
                    <a:pt x="232017" y="0"/>
                  </a:lnTo>
                  <a:lnTo>
                    <a:pt x="240017" y="0"/>
                  </a:lnTo>
                  <a:lnTo>
                    <a:pt x="248018" y="0"/>
                  </a:lnTo>
                  <a:lnTo>
                    <a:pt x="256018" y="0"/>
                  </a:lnTo>
                  <a:lnTo>
                    <a:pt x="264019" y="0"/>
                  </a:lnTo>
                  <a:lnTo>
                    <a:pt x="272019" y="0"/>
                  </a:lnTo>
                  <a:lnTo>
                    <a:pt x="280020" y="0"/>
                  </a:lnTo>
                  <a:lnTo>
                    <a:pt x="288021" y="0"/>
                  </a:lnTo>
                  <a:lnTo>
                    <a:pt x="296021" y="0"/>
                  </a:lnTo>
                  <a:lnTo>
                    <a:pt x="304022" y="0"/>
                  </a:lnTo>
                  <a:lnTo>
                    <a:pt x="312022" y="0"/>
                  </a:lnTo>
                  <a:lnTo>
                    <a:pt x="320023" y="0"/>
                  </a:lnTo>
                  <a:lnTo>
                    <a:pt x="328024" y="0"/>
                  </a:lnTo>
                  <a:lnTo>
                    <a:pt x="336024" y="0"/>
                  </a:lnTo>
                  <a:lnTo>
                    <a:pt x="344025" y="0"/>
                  </a:lnTo>
                  <a:lnTo>
                    <a:pt x="352025" y="0"/>
                  </a:lnTo>
                  <a:lnTo>
                    <a:pt x="360026" y="0"/>
                  </a:lnTo>
                  <a:lnTo>
                    <a:pt x="368026" y="0"/>
                  </a:lnTo>
                  <a:lnTo>
                    <a:pt x="376027" y="0"/>
                  </a:lnTo>
                  <a:lnTo>
                    <a:pt x="384028" y="0"/>
                  </a:lnTo>
                  <a:lnTo>
                    <a:pt x="392028" y="0"/>
                  </a:lnTo>
                  <a:lnTo>
                    <a:pt x="400029" y="0"/>
                  </a:lnTo>
                  <a:lnTo>
                    <a:pt x="408029" y="0"/>
                  </a:lnTo>
                  <a:lnTo>
                    <a:pt x="416030" y="0"/>
                  </a:lnTo>
                  <a:lnTo>
                    <a:pt x="424031" y="0"/>
                  </a:lnTo>
                  <a:lnTo>
                    <a:pt x="432031" y="0"/>
                  </a:lnTo>
                  <a:lnTo>
                    <a:pt x="440032" y="0"/>
                  </a:lnTo>
                  <a:lnTo>
                    <a:pt x="448032" y="0"/>
                  </a:lnTo>
                  <a:lnTo>
                    <a:pt x="456033" y="0"/>
                  </a:lnTo>
                  <a:lnTo>
                    <a:pt x="464034" y="0"/>
                  </a:lnTo>
                  <a:lnTo>
                    <a:pt x="472034" y="0"/>
                  </a:lnTo>
                  <a:lnTo>
                    <a:pt x="480035" y="0"/>
                  </a:lnTo>
                  <a:lnTo>
                    <a:pt x="488035" y="0"/>
                  </a:lnTo>
                  <a:lnTo>
                    <a:pt x="496036" y="0"/>
                  </a:lnTo>
                  <a:lnTo>
                    <a:pt x="504036" y="0"/>
                  </a:lnTo>
                  <a:lnTo>
                    <a:pt x="512037" y="0"/>
                  </a:lnTo>
                  <a:lnTo>
                    <a:pt x="520038" y="0"/>
                  </a:lnTo>
                  <a:lnTo>
                    <a:pt x="528038" y="0"/>
                  </a:lnTo>
                  <a:lnTo>
                    <a:pt x="536039" y="0"/>
                  </a:lnTo>
                  <a:lnTo>
                    <a:pt x="544039" y="0"/>
                  </a:lnTo>
                  <a:lnTo>
                    <a:pt x="552040" y="0"/>
                  </a:lnTo>
                  <a:lnTo>
                    <a:pt x="560041" y="0"/>
                  </a:lnTo>
                  <a:lnTo>
                    <a:pt x="568041" y="0"/>
                  </a:lnTo>
                  <a:lnTo>
                    <a:pt x="576042" y="0"/>
                  </a:lnTo>
                  <a:lnTo>
                    <a:pt x="584042" y="0"/>
                  </a:lnTo>
                  <a:lnTo>
                    <a:pt x="592043" y="0"/>
                  </a:lnTo>
                  <a:lnTo>
                    <a:pt x="600044" y="0"/>
                  </a:lnTo>
                  <a:lnTo>
                    <a:pt x="608044" y="0"/>
                  </a:lnTo>
                  <a:lnTo>
                    <a:pt x="616045" y="0"/>
                  </a:lnTo>
                  <a:lnTo>
                    <a:pt x="624045" y="0"/>
                  </a:lnTo>
                  <a:lnTo>
                    <a:pt x="632046" y="0"/>
                  </a:lnTo>
                  <a:lnTo>
                    <a:pt x="640046" y="0"/>
                  </a:lnTo>
                  <a:lnTo>
                    <a:pt x="648047" y="0"/>
                  </a:lnTo>
                  <a:lnTo>
                    <a:pt x="656048" y="0"/>
                  </a:lnTo>
                  <a:lnTo>
                    <a:pt x="664048" y="0"/>
                  </a:lnTo>
                  <a:lnTo>
                    <a:pt x="672049" y="0"/>
                  </a:lnTo>
                  <a:lnTo>
                    <a:pt x="680049" y="0"/>
                  </a:lnTo>
                  <a:lnTo>
                    <a:pt x="688050" y="0"/>
                  </a:lnTo>
                  <a:lnTo>
                    <a:pt x="696051" y="0"/>
                  </a:lnTo>
                  <a:lnTo>
                    <a:pt x="704051" y="0"/>
                  </a:lnTo>
                  <a:lnTo>
                    <a:pt x="712052" y="0"/>
                  </a:lnTo>
                  <a:lnTo>
                    <a:pt x="720052" y="0"/>
                  </a:lnTo>
                  <a:lnTo>
                    <a:pt x="728053" y="0"/>
                  </a:lnTo>
                  <a:lnTo>
                    <a:pt x="736053" y="0"/>
                  </a:lnTo>
                  <a:lnTo>
                    <a:pt x="744054" y="0"/>
                  </a:lnTo>
                  <a:lnTo>
                    <a:pt x="752055" y="0"/>
                  </a:lnTo>
                  <a:lnTo>
                    <a:pt x="760055" y="0"/>
                  </a:lnTo>
                  <a:lnTo>
                    <a:pt x="768056" y="0"/>
                  </a:lnTo>
                  <a:lnTo>
                    <a:pt x="776056" y="0"/>
                  </a:lnTo>
                  <a:lnTo>
                    <a:pt x="784057" y="0"/>
                  </a:lnTo>
                  <a:lnTo>
                    <a:pt x="792058" y="0"/>
                  </a:lnTo>
                  <a:lnTo>
                    <a:pt x="800058" y="0"/>
                  </a:lnTo>
                  <a:lnTo>
                    <a:pt x="808059" y="0"/>
                  </a:lnTo>
                  <a:lnTo>
                    <a:pt x="816059" y="0"/>
                  </a:lnTo>
                  <a:lnTo>
                    <a:pt x="824060" y="0"/>
                  </a:lnTo>
                  <a:lnTo>
                    <a:pt x="832061" y="0"/>
                  </a:lnTo>
                  <a:lnTo>
                    <a:pt x="840061" y="0"/>
                  </a:lnTo>
                  <a:lnTo>
                    <a:pt x="848062" y="0"/>
                  </a:lnTo>
                  <a:lnTo>
                    <a:pt x="856062" y="0"/>
                  </a:lnTo>
                  <a:lnTo>
                    <a:pt x="864063" y="0"/>
                  </a:lnTo>
                  <a:lnTo>
                    <a:pt x="872063" y="0"/>
                  </a:lnTo>
                  <a:lnTo>
                    <a:pt x="880064" y="0"/>
                  </a:lnTo>
                  <a:lnTo>
                    <a:pt x="888065" y="0"/>
                  </a:lnTo>
                  <a:lnTo>
                    <a:pt x="896065" y="0"/>
                  </a:lnTo>
                  <a:lnTo>
                    <a:pt x="904066" y="0"/>
                  </a:lnTo>
                  <a:lnTo>
                    <a:pt x="912066" y="0"/>
                  </a:lnTo>
                  <a:lnTo>
                    <a:pt x="920067" y="0"/>
                  </a:lnTo>
                  <a:lnTo>
                    <a:pt x="928068" y="0"/>
                  </a:lnTo>
                  <a:lnTo>
                    <a:pt x="936068" y="0"/>
                  </a:lnTo>
                  <a:lnTo>
                    <a:pt x="944069" y="0"/>
                  </a:lnTo>
                  <a:lnTo>
                    <a:pt x="952069" y="0"/>
                  </a:lnTo>
                  <a:lnTo>
                    <a:pt x="960070" y="0"/>
                  </a:lnTo>
                  <a:lnTo>
                    <a:pt x="968071" y="0"/>
                  </a:lnTo>
                  <a:lnTo>
                    <a:pt x="976071" y="0"/>
                  </a:lnTo>
                  <a:lnTo>
                    <a:pt x="984072" y="0"/>
                  </a:lnTo>
                  <a:lnTo>
                    <a:pt x="992072" y="0"/>
                  </a:lnTo>
                  <a:lnTo>
                    <a:pt x="1000073" y="0"/>
                  </a:lnTo>
                  <a:lnTo>
                    <a:pt x="1008073" y="0"/>
                  </a:lnTo>
                  <a:lnTo>
                    <a:pt x="1016074" y="0"/>
                  </a:lnTo>
                  <a:lnTo>
                    <a:pt x="1024075" y="0"/>
                  </a:lnTo>
                  <a:lnTo>
                    <a:pt x="1032075" y="0"/>
                  </a:lnTo>
                  <a:lnTo>
                    <a:pt x="1040076" y="0"/>
                  </a:lnTo>
                  <a:lnTo>
                    <a:pt x="1048076" y="0"/>
                  </a:lnTo>
                  <a:lnTo>
                    <a:pt x="1056077" y="0"/>
                  </a:lnTo>
                  <a:lnTo>
                    <a:pt x="1064078" y="0"/>
                  </a:lnTo>
                  <a:lnTo>
                    <a:pt x="1072078" y="0"/>
                  </a:lnTo>
                  <a:lnTo>
                    <a:pt x="1080079" y="0"/>
                  </a:lnTo>
                  <a:lnTo>
                    <a:pt x="1088079" y="0"/>
                  </a:lnTo>
                  <a:lnTo>
                    <a:pt x="1096080" y="0"/>
                  </a:lnTo>
                  <a:lnTo>
                    <a:pt x="1104080" y="0"/>
                  </a:lnTo>
                  <a:lnTo>
                    <a:pt x="1112081" y="0"/>
                  </a:lnTo>
                  <a:lnTo>
                    <a:pt x="1120082" y="0"/>
                  </a:lnTo>
                  <a:lnTo>
                    <a:pt x="1128082" y="0"/>
                  </a:lnTo>
                  <a:lnTo>
                    <a:pt x="1136083" y="0"/>
                  </a:lnTo>
                  <a:lnTo>
                    <a:pt x="1144083" y="0"/>
                  </a:lnTo>
                  <a:lnTo>
                    <a:pt x="1152084" y="0"/>
                  </a:lnTo>
                  <a:lnTo>
                    <a:pt x="1160085" y="0"/>
                  </a:lnTo>
                  <a:lnTo>
                    <a:pt x="1168085" y="0"/>
                  </a:lnTo>
                  <a:lnTo>
                    <a:pt x="1176086" y="0"/>
                  </a:lnTo>
                  <a:lnTo>
                    <a:pt x="1184086" y="0"/>
                  </a:lnTo>
                  <a:lnTo>
                    <a:pt x="1192087" y="0"/>
                  </a:lnTo>
                  <a:lnTo>
                    <a:pt x="1200088" y="0"/>
                  </a:lnTo>
                  <a:lnTo>
                    <a:pt x="1208088" y="0"/>
                  </a:lnTo>
                  <a:lnTo>
                    <a:pt x="1216089" y="0"/>
                  </a:lnTo>
                  <a:lnTo>
                    <a:pt x="1224089" y="0"/>
                  </a:lnTo>
                  <a:lnTo>
                    <a:pt x="1232090" y="0"/>
                  </a:lnTo>
                  <a:lnTo>
                    <a:pt x="1240090" y="0"/>
                  </a:lnTo>
                  <a:lnTo>
                    <a:pt x="1248091" y="0"/>
                  </a:lnTo>
                  <a:lnTo>
                    <a:pt x="1256092" y="0"/>
                  </a:lnTo>
                  <a:lnTo>
                    <a:pt x="1264092" y="0"/>
                  </a:lnTo>
                  <a:lnTo>
                    <a:pt x="1272093" y="0"/>
                  </a:lnTo>
                  <a:lnTo>
                    <a:pt x="1280093" y="0"/>
                  </a:lnTo>
                  <a:lnTo>
                    <a:pt x="1288094" y="0"/>
                  </a:lnTo>
                  <a:lnTo>
                    <a:pt x="1296095" y="0"/>
                  </a:lnTo>
                  <a:lnTo>
                    <a:pt x="1304095" y="0"/>
                  </a:lnTo>
                  <a:lnTo>
                    <a:pt x="1312096" y="0"/>
                  </a:lnTo>
                  <a:lnTo>
                    <a:pt x="1320096" y="0"/>
                  </a:lnTo>
                  <a:lnTo>
                    <a:pt x="1328097" y="0"/>
                  </a:lnTo>
                  <a:lnTo>
                    <a:pt x="1336098" y="0"/>
                  </a:lnTo>
                  <a:lnTo>
                    <a:pt x="1344098" y="0"/>
                  </a:lnTo>
                  <a:lnTo>
                    <a:pt x="1352099" y="0"/>
                  </a:lnTo>
                  <a:lnTo>
                    <a:pt x="1360099" y="0"/>
                  </a:lnTo>
                  <a:lnTo>
                    <a:pt x="1368100" y="0"/>
                  </a:lnTo>
                  <a:lnTo>
                    <a:pt x="1376100" y="0"/>
                  </a:lnTo>
                  <a:lnTo>
                    <a:pt x="1384101" y="0"/>
                  </a:lnTo>
                  <a:lnTo>
                    <a:pt x="1392102" y="0"/>
                  </a:lnTo>
                  <a:lnTo>
                    <a:pt x="1400102" y="0"/>
                  </a:lnTo>
                  <a:lnTo>
                    <a:pt x="1408103" y="0"/>
                  </a:lnTo>
                  <a:lnTo>
                    <a:pt x="1416103" y="0"/>
                  </a:lnTo>
                  <a:lnTo>
                    <a:pt x="1424104" y="0"/>
                  </a:lnTo>
                  <a:lnTo>
                    <a:pt x="1432105" y="0"/>
                  </a:lnTo>
                  <a:lnTo>
                    <a:pt x="1440105" y="0"/>
                  </a:lnTo>
                  <a:lnTo>
                    <a:pt x="1448106" y="0"/>
                  </a:lnTo>
                  <a:lnTo>
                    <a:pt x="1456106" y="0"/>
                  </a:lnTo>
                  <a:lnTo>
                    <a:pt x="1464107" y="0"/>
                  </a:lnTo>
                  <a:lnTo>
                    <a:pt x="1472107" y="0"/>
                  </a:lnTo>
                  <a:lnTo>
                    <a:pt x="1480108" y="0"/>
                  </a:lnTo>
                  <a:lnTo>
                    <a:pt x="1488109" y="0"/>
                  </a:lnTo>
                  <a:lnTo>
                    <a:pt x="1496109" y="0"/>
                  </a:lnTo>
                  <a:lnTo>
                    <a:pt x="1504110" y="0"/>
                  </a:lnTo>
                  <a:lnTo>
                    <a:pt x="1512110" y="0"/>
                  </a:lnTo>
                  <a:lnTo>
                    <a:pt x="1520111" y="0"/>
                  </a:lnTo>
                  <a:lnTo>
                    <a:pt x="1528112" y="0"/>
                  </a:lnTo>
                  <a:lnTo>
                    <a:pt x="1536112" y="0"/>
                  </a:lnTo>
                  <a:lnTo>
                    <a:pt x="1544113" y="0"/>
                  </a:lnTo>
                  <a:lnTo>
                    <a:pt x="1552113" y="0"/>
                  </a:lnTo>
                  <a:lnTo>
                    <a:pt x="1560114" y="0"/>
                  </a:lnTo>
                  <a:lnTo>
                    <a:pt x="1568115" y="0"/>
                  </a:lnTo>
                  <a:lnTo>
                    <a:pt x="1576115" y="0"/>
                  </a:lnTo>
                  <a:lnTo>
                    <a:pt x="1584116" y="0"/>
                  </a:lnTo>
                  <a:lnTo>
                    <a:pt x="1592116" y="0"/>
                  </a:lnTo>
                  <a:lnTo>
                    <a:pt x="1600117" y="0"/>
                  </a:lnTo>
                  <a:lnTo>
                    <a:pt x="1608117" y="0"/>
                  </a:lnTo>
                  <a:lnTo>
                    <a:pt x="1616118" y="0"/>
                  </a:lnTo>
                  <a:lnTo>
                    <a:pt x="1624119" y="0"/>
                  </a:lnTo>
                  <a:lnTo>
                    <a:pt x="1632119" y="0"/>
                  </a:lnTo>
                  <a:lnTo>
                    <a:pt x="1640120" y="0"/>
                  </a:lnTo>
                  <a:lnTo>
                    <a:pt x="1648120" y="0"/>
                  </a:lnTo>
                  <a:lnTo>
                    <a:pt x="1656121" y="0"/>
                  </a:lnTo>
                  <a:lnTo>
                    <a:pt x="1664122" y="0"/>
                  </a:lnTo>
                  <a:lnTo>
                    <a:pt x="1672122" y="0"/>
                  </a:lnTo>
                  <a:lnTo>
                    <a:pt x="1680123" y="0"/>
                  </a:lnTo>
                  <a:lnTo>
                    <a:pt x="1688123" y="0"/>
                  </a:lnTo>
                  <a:lnTo>
                    <a:pt x="1696124" y="0"/>
                  </a:lnTo>
                  <a:lnTo>
                    <a:pt x="1704124" y="0"/>
                  </a:lnTo>
                  <a:lnTo>
                    <a:pt x="1712125" y="0"/>
                  </a:lnTo>
                  <a:lnTo>
                    <a:pt x="1720126" y="0"/>
                  </a:lnTo>
                  <a:lnTo>
                    <a:pt x="1728126" y="0"/>
                  </a:lnTo>
                  <a:lnTo>
                    <a:pt x="1736127" y="0"/>
                  </a:lnTo>
                  <a:lnTo>
                    <a:pt x="1744127" y="0"/>
                  </a:lnTo>
                  <a:lnTo>
                    <a:pt x="1752128" y="0"/>
                  </a:lnTo>
                  <a:lnTo>
                    <a:pt x="1760129" y="0"/>
                  </a:lnTo>
                  <a:lnTo>
                    <a:pt x="1768129" y="0"/>
                  </a:lnTo>
                  <a:lnTo>
                    <a:pt x="1776130" y="0"/>
                  </a:lnTo>
                  <a:lnTo>
                    <a:pt x="1784130" y="0"/>
                  </a:lnTo>
                  <a:lnTo>
                    <a:pt x="1792131" y="0"/>
                  </a:lnTo>
                  <a:lnTo>
                    <a:pt x="1800132" y="0"/>
                  </a:lnTo>
                  <a:lnTo>
                    <a:pt x="1808132" y="0"/>
                  </a:lnTo>
                  <a:lnTo>
                    <a:pt x="1816133" y="0"/>
                  </a:lnTo>
                  <a:lnTo>
                    <a:pt x="1824133" y="0"/>
                  </a:lnTo>
                  <a:lnTo>
                    <a:pt x="1832134" y="0"/>
                  </a:lnTo>
                  <a:lnTo>
                    <a:pt x="1840134" y="0"/>
                  </a:lnTo>
                  <a:lnTo>
                    <a:pt x="1848135" y="0"/>
                  </a:lnTo>
                  <a:lnTo>
                    <a:pt x="1856136" y="0"/>
                  </a:lnTo>
                  <a:lnTo>
                    <a:pt x="1864136" y="0"/>
                  </a:lnTo>
                  <a:lnTo>
                    <a:pt x="1872137" y="0"/>
                  </a:lnTo>
                  <a:lnTo>
                    <a:pt x="1880137" y="0"/>
                  </a:lnTo>
                  <a:lnTo>
                    <a:pt x="1888138" y="0"/>
                  </a:lnTo>
                  <a:lnTo>
                    <a:pt x="1896139" y="0"/>
                  </a:lnTo>
                  <a:lnTo>
                    <a:pt x="1904139" y="0"/>
                  </a:lnTo>
                  <a:lnTo>
                    <a:pt x="1912140" y="0"/>
                  </a:lnTo>
                  <a:lnTo>
                    <a:pt x="1920140" y="0"/>
                  </a:lnTo>
                  <a:lnTo>
                    <a:pt x="1928141" y="0"/>
                  </a:lnTo>
                  <a:lnTo>
                    <a:pt x="1936142" y="0"/>
                  </a:lnTo>
                  <a:lnTo>
                    <a:pt x="1944142" y="0"/>
                  </a:lnTo>
                  <a:lnTo>
                    <a:pt x="1952143" y="0"/>
                  </a:lnTo>
                  <a:lnTo>
                    <a:pt x="1960143" y="0"/>
                  </a:lnTo>
                  <a:lnTo>
                    <a:pt x="1968144" y="0"/>
                  </a:lnTo>
                  <a:lnTo>
                    <a:pt x="1976144" y="0"/>
                  </a:lnTo>
                  <a:lnTo>
                    <a:pt x="1984145" y="0"/>
                  </a:lnTo>
                  <a:lnTo>
                    <a:pt x="1992146" y="0"/>
                  </a:lnTo>
                  <a:lnTo>
                    <a:pt x="2000146" y="0"/>
                  </a:lnTo>
                  <a:lnTo>
                    <a:pt x="2008147" y="0"/>
                  </a:lnTo>
                  <a:lnTo>
                    <a:pt x="2016147" y="0"/>
                  </a:lnTo>
                  <a:lnTo>
                    <a:pt x="2024148" y="0"/>
                  </a:lnTo>
                  <a:lnTo>
                    <a:pt x="2032149" y="0"/>
                  </a:lnTo>
                  <a:lnTo>
                    <a:pt x="2040149" y="0"/>
                  </a:lnTo>
                  <a:lnTo>
                    <a:pt x="2048150" y="0"/>
                  </a:lnTo>
                  <a:lnTo>
                    <a:pt x="2056150" y="0"/>
                  </a:lnTo>
                  <a:lnTo>
                    <a:pt x="2064151" y="0"/>
                  </a:lnTo>
                  <a:lnTo>
                    <a:pt x="2072151" y="0"/>
                  </a:lnTo>
                  <a:lnTo>
                    <a:pt x="2080152" y="0"/>
                  </a:lnTo>
                  <a:lnTo>
                    <a:pt x="2088153" y="0"/>
                  </a:lnTo>
                  <a:lnTo>
                    <a:pt x="2096153" y="0"/>
                  </a:lnTo>
                  <a:lnTo>
                    <a:pt x="2104154" y="0"/>
                  </a:lnTo>
                  <a:lnTo>
                    <a:pt x="2112154" y="0"/>
                  </a:lnTo>
                  <a:lnTo>
                    <a:pt x="2120155" y="0"/>
                  </a:lnTo>
                  <a:lnTo>
                    <a:pt x="2128156" y="0"/>
                  </a:lnTo>
                  <a:lnTo>
                    <a:pt x="2136156" y="0"/>
                  </a:lnTo>
                  <a:lnTo>
                    <a:pt x="2144157" y="0"/>
                  </a:lnTo>
                  <a:lnTo>
                    <a:pt x="2152157" y="0"/>
                  </a:lnTo>
                  <a:lnTo>
                    <a:pt x="2160158" y="0"/>
                  </a:lnTo>
                  <a:lnTo>
                    <a:pt x="2168159" y="0"/>
                  </a:lnTo>
                  <a:lnTo>
                    <a:pt x="2176159" y="0"/>
                  </a:lnTo>
                  <a:lnTo>
                    <a:pt x="2184160" y="0"/>
                  </a:lnTo>
                  <a:lnTo>
                    <a:pt x="2192160" y="0"/>
                  </a:lnTo>
                  <a:lnTo>
                    <a:pt x="2200161" y="0"/>
                  </a:lnTo>
                  <a:lnTo>
                    <a:pt x="2208161" y="0"/>
                  </a:lnTo>
                  <a:lnTo>
                    <a:pt x="2216162" y="0"/>
                  </a:lnTo>
                  <a:lnTo>
                    <a:pt x="2224163" y="0"/>
                  </a:lnTo>
                  <a:lnTo>
                    <a:pt x="2232163" y="0"/>
                  </a:lnTo>
                  <a:lnTo>
                    <a:pt x="2240164" y="0"/>
                  </a:lnTo>
                  <a:lnTo>
                    <a:pt x="2248164" y="0"/>
                  </a:lnTo>
                  <a:lnTo>
                    <a:pt x="2256165" y="0"/>
                  </a:lnTo>
                  <a:lnTo>
                    <a:pt x="2264166" y="0"/>
                  </a:lnTo>
                  <a:lnTo>
                    <a:pt x="2272166" y="0"/>
                  </a:lnTo>
                  <a:lnTo>
                    <a:pt x="2280167" y="0"/>
                  </a:lnTo>
                  <a:lnTo>
                    <a:pt x="2288167" y="0"/>
                  </a:lnTo>
                  <a:lnTo>
                    <a:pt x="2296168" y="0"/>
                  </a:lnTo>
                  <a:lnTo>
                    <a:pt x="2304169" y="0"/>
                  </a:lnTo>
                  <a:lnTo>
                    <a:pt x="2312169" y="0"/>
                  </a:lnTo>
                  <a:lnTo>
                    <a:pt x="2320170" y="0"/>
                  </a:lnTo>
                  <a:lnTo>
                    <a:pt x="2328170" y="0"/>
                  </a:lnTo>
                  <a:lnTo>
                    <a:pt x="2336171" y="0"/>
                  </a:lnTo>
                  <a:lnTo>
                    <a:pt x="2344171" y="0"/>
                  </a:lnTo>
                  <a:lnTo>
                    <a:pt x="2352172" y="0"/>
                  </a:lnTo>
                  <a:lnTo>
                    <a:pt x="2360173" y="0"/>
                  </a:lnTo>
                  <a:lnTo>
                    <a:pt x="2368173" y="0"/>
                  </a:lnTo>
                  <a:lnTo>
                    <a:pt x="2376174" y="0"/>
                  </a:lnTo>
                  <a:lnTo>
                    <a:pt x="2384174" y="0"/>
                  </a:lnTo>
                  <a:lnTo>
                    <a:pt x="2392175" y="0"/>
                  </a:lnTo>
                  <a:lnTo>
                    <a:pt x="2400176" y="0"/>
                  </a:lnTo>
                  <a:lnTo>
                    <a:pt x="2408176" y="0"/>
                  </a:lnTo>
                  <a:lnTo>
                    <a:pt x="2416177" y="0"/>
                  </a:lnTo>
                  <a:lnTo>
                    <a:pt x="2424177" y="0"/>
                  </a:lnTo>
                  <a:lnTo>
                    <a:pt x="2432178" y="0"/>
                  </a:lnTo>
                  <a:lnTo>
                    <a:pt x="2440178" y="0"/>
                  </a:lnTo>
                  <a:lnTo>
                    <a:pt x="2448179" y="0"/>
                  </a:lnTo>
                  <a:lnTo>
                    <a:pt x="2456180" y="0"/>
                  </a:lnTo>
                  <a:lnTo>
                    <a:pt x="2464180" y="0"/>
                  </a:lnTo>
                  <a:lnTo>
                    <a:pt x="2472181" y="0"/>
                  </a:lnTo>
                  <a:lnTo>
                    <a:pt x="2480181" y="0"/>
                  </a:lnTo>
                  <a:lnTo>
                    <a:pt x="2488182" y="0"/>
                  </a:lnTo>
                  <a:lnTo>
                    <a:pt x="2496183" y="0"/>
                  </a:lnTo>
                  <a:lnTo>
                    <a:pt x="2504183" y="0"/>
                  </a:lnTo>
                  <a:lnTo>
                    <a:pt x="2512184" y="0"/>
                  </a:lnTo>
                  <a:lnTo>
                    <a:pt x="2520184" y="0"/>
                  </a:lnTo>
                  <a:lnTo>
                    <a:pt x="2528185" y="0"/>
                  </a:lnTo>
                  <a:lnTo>
                    <a:pt x="2536186" y="0"/>
                  </a:lnTo>
                  <a:lnTo>
                    <a:pt x="2544186" y="0"/>
                  </a:lnTo>
                  <a:lnTo>
                    <a:pt x="2552187" y="0"/>
                  </a:lnTo>
                  <a:lnTo>
                    <a:pt x="2560187" y="0"/>
                  </a:lnTo>
                  <a:lnTo>
                    <a:pt x="2568188" y="0"/>
                  </a:lnTo>
                  <a:lnTo>
                    <a:pt x="2576188" y="0"/>
                  </a:lnTo>
                  <a:lnTo>
                    <a:pt x="2584189" y="0"/>
                  </a:lnTo>
                  <a:lnTo>
                    <a:pt x="2592190" y="0"/>
                  </a:lnTo>
                  <a:lnTo>
                    <a:pt x="2600190" y="0"/>
                  </a:lnTo>
                  <a:lnTo>
                    <a:pt x="2608191" y="0"/>
                  </a:lnTo>
                  <a:lnTo>
                    <a:pt x="2616191" y="0"/>
                  </a:lnTo>
                  <a:lnTo>
                    <a:pt x="2624192" y="0"/>
                  </a:lnTo>
                  <a:lnTo>
                    <a:pt x="2632193" y="0"/>
                  </a:lnTo>
                  <a:lnTo>
                    <a:pt x="2640193" y="0"/>
                  </a:lnTo>
                  <a:lnTo>
                    <a:pt x="2648194" y="0"/>
                  </a:lnTo>
                  <a:lnTo>
                    <a:pt x="2656194" y="0"/>
                  </a:lnTo>
                  <a:lnTo>
                    <a:pt x="2664195" y="0"/>
                  </a:lnTo>
                  <a:lnTo>
                    <a:pt x="2672196" y="0"/>
                  </a:lnTo>
                  <a:lnTo>
                    <a:pt x="2680196" y="0"/>
                  </a:lnTo>
                  <a:lnTo>
                    <a:pt x="2688197" y="0"/>
                  </a:lnTo>
                  <a:lnTo>
                    <a:pt x="2696197" y="0"/>
                  </a:lnTo>
                  <a:lnTo>
                    <a:pt x="2704198" y="0"/>
                  </a:lnTo>
                  <a:lnTo>
                    <a:pt x="2712198" y="0"/>
                  </a:lnTo>
                  <a:lnTo>
                    <a:pt x="2720199" y="0"/>
                  </a:lnTo>
                  <a:lnTo>
                    <a:pt x="2728200" y="0"/>
                  </a:lnTo>
                  <a:lnTo>
                    <a:pt x="2736200" y="0"/>
                  </a:lnTo>
                  <a:lnTo>
                    <a:pt x="2744201" y="0"/>
                  </a:lnTo>
                  <a:lnTo>
                    <a:pt x="2752201" y="0"/>
                  </a:lnTo>
                  <a:lnTo>
                    <a:pt x="2760202" y="0"/>
                  </a:lnTo>
                  <a:lnTo>
                    <a:pt x="2768203" y="0"/>
                  </a:lnTo>
                  <a:lnTo>
                    <a:pt x="2776203" y="0"/>
                  </a:lnTo>
                  <a:lnTo>
                    <a:pt x="2784204" y="0"/>
                  </a:lnTo>
                  <a:lnTo>
                    <a:pt x="2792204" y="0"/>
                  </a:lnTo>
                  <a:lnTo>
                    <a:pt x="2800205" y="0"/>
                  </a:lnTo>
                  <a:lnTo>
                    <a:pt x="2808205" y="0"/>
                  </a:lnTo>
                  <a:lnTo>
                    <a:pt x="2816206" y="0"/>
                  </a:lnTo>
                  <a:lnTo>
                    <a:pt x="2824207" y="0"/>
                  </a:lnTo>
                  <a:lnTo>
                    <a:pt x="2832207" y="0"/>
                  </a:lnTo>
                  <a:lnTo>
                    <a:pt x="2840208" y="0"/>
                  </a:lnTo>
                  <a:lnTo>
                    <a:pt x="2848208" y="0"/>
                  </a:lnTo>
                  <a:lnTo>
                    <a:pt x="2856209" y="0"/>
                  </a:lnTo>
                  <a:lnTo>
                    <a:pt x="2864210" y="0"/>
                  </a:lnTo>
                  <a:lnTo>
                    <a:pt x="2872210" y="0"/>
                  </a:lnTo>
                  <a:lnTo>
                    <a:pt x="2880211" y="0"/>
                  </a:lnTo>
                  <a:lnTo>
                    <a:pt x="2888211" y="0"/>
                  </a:lnTo>
                  <a:lnTo>
                    <a:pt x="2896212" y="0"/>
                  </a:lnTo>
                  <a:lnTo>
                    <a:pt x="2904213" y="0"/>
                  </a:lnTo>
                  <a:lnTo>
                    <a:pt x="2912213" y="0"/>
                  </a:lnTo>
                  <a:lnTo>
                    <a:pt x="2920214" y="0"/>
                  </a:lnTo>
                  <a:lnTo>
                    <a:pt x="2928214" y="0"/>
                  </a:lnTo>
                  <a:lnTo>
                    <a:pt x="2936215" y="0"/>
                  </a:lnTo>
                  <a:lnTo>
                    <a:pt x="2944215" y="0"/>
                  </a:lnTo>
                  <a:lnTo>
                    <a:pt x="2952216" y="0"/>
                  </a:lnTo>
                  <a:lnTo>
                    <a:pt x="2960217" y="0"/>
                  </a:lnTo>
                  <a:lnTo>
                    <a:pt x="2968217" y="0"/>
                  </a:lnTo>
                  <a:lnTo>
                    <a:pt x="2976218" y="0"/>
                  </a:lnTo>
                  <a:lnTo>
                    <a:pt x="2984218" y="0"/>
                  </a:lnTo>
                  <a:lnTo>
                    <a:pt x="2992219" y="0"/>
                  </a:lnTo>
                  <a:lnTo>
                    <a:pt x="3000220" y="0"/>
                  </a:lnTo>
                  <a:lnTo>
                    <a:pt x="3008220" y="0"/>
                  </a:lnTo>
                  <a:lnTo>
                    <a:pt x="3016221" y="0"/>
                  </a:lnTo>
                  <a:lnTo>
                    <a:pt x="3024221" y="0"/>
                  </a:lnTo>
                  <a:lnTo>
                    <a:pt x="3032222" y="0"/>
                  </a:lnTo>
                  <a:lnTo>
                    <a:pt x="3040223" y="0"/>
                  </a:lnTo>
                  <a:lnTo>
                    <a:pt x="3048223" y="0"/>
                  </a:lnTo>
                  <a:lnTo>
                    <a:pt x="3056224" y="0"/>
                  </a:lnTo>
                  <a:lnTo>
                    <a:pt x="3064224" y="0"/>
                  </a:lnTo>
                  <a:lnTo>
                    <a:pt x="3072225" y="0"/>
                  </a:lnTo>
                  <a:lnTo>
                    <a:pt x="3080225" y="0"/>
                  </a:lnTo>
                  <a:lnTo>
                    <a:pt x="3088226" y="0"/>
                  </a:lnTo>
                  <a:lnTo>
                    <a:pt x="3096227" y="0"/>
                  </a:lnTo>
                  <a:lnTo>
                    <a:pt x="3104227" y="0"/>
                  </a:lnTo>
                  <a:lnTo>
                    <a:pt x="3112228" y="0"/>
                  </a:lnTo>
                  <a:lnTo>
                    <a:pt x="3120228" y="0"/>
                  </a:lnTo>
                  <a:lnTo>
                    <a:pt x="3128229" y="0"/>
                  </a:lnTo>
                  <a:lnTo>
                    <a:pt x="3136230" y="0"/>
                  </a:lnTo>
                  <a:lnTo>
                    <a:pt x="3144230" y="0"/>
                  </a:lnTo>
                  <a:lnTo>
                    <a:pt x="3152231" y="0"/>
                  </a:lnTo>
                  <a:lnTo>
                    <a:pt x="3160231" y="0"/>
                  </a:lnTo>
                  <a:lnTo>
                    <a:pt x="3168232" y="0"/>
                  </a:lnTo>
                  <a:lnTo>
                    <a:pt x="3176232" y="0"/>
                  </a:lnTo>
                  <a:lnTo>
                    <a:pt x="3184233" y="0"/>
                  </a:lnTo>
                  <a:lnTo>
                    <a:pt x="3192234" y="0"/>
                  </a:lnTo>
                  <a:lnTo>
                    <a:pt x="3200234" y="0"/>
                  </a:lnTo>
                  <a:lnTo>
                    <a:pt x="3208235" y="0"/>
                  </a:lnTo>
                  <a:lnTo>
                    <a:pt x="3216235" y="0"/>
                  </a:lnTo>
                  <a:lnTo>
                    <a:pt x="3224236" y="0"/>
                  </a:lnTo>
                  <a:lnTo>
                    <a:pt x="3232237" y="0"/>
                  </a:lnTo>
                  <a:lnTo>
                    <a:pt x="3240237" y="0"/>
                  </a:lnTo>
                  <a:lnTo>
                    <a:pt x="3248238" y="0"/>
                  </a:lnTo>
                  <a:lnTo>
                    <a:pt x="3256238" y="0"/>
                  </a:lnTo>
                  <a:lnTo>
                    <a:pt x="3264239" y="0"/>
                  </a:lnTo>
                  <a:lnTo>
                    <a:pt x="3272240" y="0"/>
                  </a:lnTo>
                  <a:lnTo>
                    <a:pt x="3280240" y="0"/>
                  </a:lnTo>
                  <a:lnTo>
                    <a:pt x="3288241" y="0"/>
                  </a:lnTo>
                  <a:lnTo>
                    <a:pt x="3296241" y="0"/>
                  </a:lnTo>
                  <a:lnTo>
                    <a:pt x="3304242" y="0"/>
                  </a:lnTo>
                  <a:lnTo>
                    <a:pt x="3312242" y="0"/>
                  </a:lnTo>
                  <a:lnTo>
                    <a:pt x="3320243" y="0"/>
                  </a:lnTo>
                  <a:lnTo>
                    <a:pt x="3328244" y="0"/>
                  </a:lnTo>
                  <a:lnTo>
                    <a:pt x="3336244" y="0"/>
                  </a:lnTo>
                  <a:lnTo>
                    <a:pt x="3344245" y="0"/>
                  </a:lnTo>
                  <a:lnTo>
                    <a:pt x="3352245" y="0"/>
                  </a:lnTo>
                  <a:lnTo>
                    <a:pt x="3360246" y="0"/>
                  </a:lnTo>
                  <a:lnTo>
                    <a:pt x="3368247" y="0"/>
                  </a:lnTo>
                  <a:lnTo>
                    <a:pt x="3376247" y="0"/>
                  </a:lnTo>
                  <a:lnTo>
                    <a:pt x="3384248" y="0"/>
                  </a:lnTo>
                  <a:lnTo>
                    <a:pt x="3392248" y="0"/>
                  </a:lnTo>
                  <a:lnTo>
                    <a:pt x="3400249" y="0"/>
                  </a:lnTo>
                  <a:lnTo>
                    <a:pt x="3408249" y="0"/>
                  </a:lnTo>
                  <a:lnTo>
                    <a:pt x="3416250" y="0"/>
                  </a:lnTo>
                  <a:lnTo>
                    <a:pt x="3424251" y="0"/>
                  </a:lnTo>
                  <a:lnTo>
                    <a:pt x="3432251" y="0"/>
                  </a:lnTo>
                  <a:lnTo>
                    <a:pt x="3440252" y="0"/>
                  </a:lnTo>
                  <a:lnTo>
                    <a:pt x="3448252" y="0"/>
                  </a:lnTo>
                  <a:lnTo>
                    <a:pt x="3456253" y="0"/>
                  </a:lnTo>
                  <a:lnTo>
                    <a:pt x="3464254" y="0"/>
                  </a:lnTo>
                  <a:lnTo>
                    <a:pt x="3472254" y="0"/>
                  </a:lnTo>
                  <a:lnTo>
                    <a:pt x="3480255" y="0"/>
                  </a:lnTo>
                  <a:lnTo>
                    <a:pt x="3488255" y="0"/>
                  </a:lnTo>
                  <a:lnTo>
                    <a:pt x="3496256" y="0"/>
                  </a:lnTo>
                  <a:lnTo>
                    <a:pt x="3504257" y="0"/>
                  </a:lnTo>
                  <a:lnTo>
                    <a:pt x="3512257" y="0"/>
                  </a:lnTo>
                  <a:lnTo>
                    <a:pt x="3520258" y="0"/>
                  </a:lnTo>
                  <a:lnTo>
                    <a:pt x="3528258" y="0"/>
                  </a:lnTo>
                  <a:lnTo>
                    <a:pt x="3536259" y="0"/>
                  </a:lnTo>
                  <a:lnTo>
                    <a:pt x="3544259" y="0"/>
                  </a:lnTo>
                  <a:lnTo>
                    <a:pt x="3552260" y="0"/>
                  </a:lnTo>
                  <a:lnTo>
                    <a:pt x="3560261" y="0"/>
                  </a:lnTo>
                  <a:lnTo>
                    <a:pt x="3568261" y="0"/>
                  </a:lnTo>
                  <a:lnTo>
                    <a:pt x="3576262" y="0"/>
                  </a:lnTo>
                  <a:lnTo>
                    <a:pt x="3584262" y="0"/>
                  </a:lnTo>
                  <a:lnTo>
                    <a:pt x="3592263" y="0"/>
                  </a:lnTo>
                  <a:lnTo>
                    <a:pt x="3600264" y="0"/>
                  </a:lnTo>
                  <a:lnTo>
                    <a:pt x="3608264" y="0"/>
                  </a:lnTo>
                  <a:lnTo>
                    <a:pt x="3616265" y="0"/>
                  </a:lnTo>
                  <a:lnTo>
                    <a:pt x="3624265" y="0"/>
                  </a:lnTo>
                  <a:lnTo>
                    <a:pt x="3632266" y="0"/>
                  </a:lnTo>
                  <a:lnTo>
                    <a:pt x="3640267" y="0"/>
                  </a:lnTo>
                  <a:lnTo>
                    <a:pt x="3648267" y="0"/>
                  </a:lnTo>
                  <a:lnTo>
                    <a:pt x="3656268" y="0"/>
                  </a:lnTo>
                  <a:lnTo>
                    <a:pt x="3664268" y="0"/>
                  </a:lnTo>
                  <a:lnTo>
                    <a:pt x="3672269" y="0"/>
                  </a:lnTo>
                  <a:lnTo>
                    <a:pt x="3680269" y="0"/>
                  </a:lnTo>
                  <a:lnTo>
                    <a:pt x="3688270" y="0"/>
                  </a:lnTo>
                  <a:lnTo>
                    <a:pt x="3696271" y="0"/>
                  </a:lnTo>
                  <a:lnTo>
                    <a:pt x="3704271" y="0"/>
                  </a:lnTo>
                  <a:lnTo>
                    <a:pt x="3712272" y="0"/>
                  </a:lnTo>
                  <a:lnTo>
                    <a:pt x="3720272" y="0"/>
                  </a:lnTo>
                  <a:lnTo>
                    <a:pt x="3728273" y="0"/>
                  </a:lnTo>
                  <a:lnTo>
                    <a:pt x="3736274" y="0"/>
                  </a:lnTo>
                  <a:lnTo>
                    <a:pt x="3744274" y="0"/>
                  </a:lnTo>
                  <a:lnTo>
                    <a:pt x="3752275" y="0"/>
                  </a:lnTo>
                  <a:lnTo>
                    <a:pt x="3760275" y="0"/>
                  </a:lnTo>
                  <a:lnTo>
                    <a:pt x="3768276" y="0"/>
                  </a:lnTo>
                  <a:lnTo>
                    <a:pt x="3776276" y="0"/>
                  </a:lnTo>
                  <a:lnTo>
                    <a:pt x="3784277" y="0"/>
                  </a:lnTo>
                  <a:lnTo>
                    <a:pt x="3792278" y="0"/>
                  </a:lnTo>
                  <a:lnTo>
                    <a:pt x="3800278" y="0"/>
                  </a:lnTo>
                  <a:lnTo>
                    <a:pt x="3808279" y="0"/>
                  </a:lnTo>
                  <a:lnTo>
                    <a:pt x="3816279" y="0"/>
                  </a:lnTo>
                  <a:lnTo>
                    <a:pt x="3824280" y="0"/>
                  </a:lnTo>
                  <a:lnTo>
                    <a:pt x="3832281" y="0"/>
                  </a:lnTo>
                  <a:lnTo>
                    <a:pt x="3840281" y="0"/>
                  </a:lnTo>
                  <a:lnTo>
                    <a:pt x="3848282" y="0"/>
                  </a:lnTo>
                  <a:lnTo>
                    <a:pt x="3856282" y="0"/>
                  </a:lnTo>
                  <a:lnTo>
                    <a:pt x="3864283" y="0"/>
                  </a:lnTo>
                  <a:lnTo>
                    <a:pt x="3872284" y="0"/>
                  </a:lnTo>
                  <a:lnTo>
                    <a:pt x="3880284" y="0"/>
                  </a:lnTo>
                  <a:lnTo>
                    <a:pt x="3888285" y="0"/>
                  </a:lnTo>
                  <a:lnTo>
                    <a:pt x="3896285" y="0"/>
                  </a:lnTo>
                  <a:lnTo>
                    <a:pt x="3904286" y="0"/>
                  </a:lnTo>
                  <a:lnTo>
                    <a:pt x="3912286" y="0"/>
                  </a:lnTo>
                  <a:lnTo>
                    <a:pt x="3920287" y="0"/>
                  </a:lnTo>
                  <a:lnTo>
                    <a:pt x="3928288" y="0"/>
                  </a:lnTo>
                  <a:lnTo>
                    <a:pt x="3936288" y="0"/>
                  </a:lnTo>
                  <a:lnTo>
                    <a:pt x="3944289" y="0"/>
                  </a:lnTo>
                  <a:lnTo>
                    <a:pt x="3952289" y="0"/>
                  </a:lnTo>
                  <a:lnTo>
                    <a:pt x="3960290" y="0"/>
                  </a:lnTo>
                  <a:lnTo>
                    <a:pt x="3968291" y="0"/>
                  </a:lnTo>
                  <a:lnTo>
                    <a:pt x="3976291" y="0"/>
                  </a:lnTo>
                  <a:lnTo>
                    <a:pt x="3984292" y="0"/>
                  </a:lnTo>
                  <a:lnTo>
                    <a:pt x="3992292" y="0"/>
                  </a:lnTo>
                  <a:lnTo>
                    <a:pt x="4000293" y="0"/>
                  </a:lnTo>
                  <a:lnTo>
                    <a:pt x="4000293" y="102173"/>
                  </a:lnTo>
                  <a:lnTo>
                    <a:pt x="3992292" y="102173"/>
                  </a:lnTo>
                  <a:lnTo>
                    <a:pt x="3984292" y="102173"/>
                  </a:lnTo>
                  <a:lnTo>
                    <a:pt x="3976291" y="102173"/>
                  </a:lnTo>
                  <a:lnTo>
                    <a:pt x="3968291" y="102173"/>
                  </a:lnTo>
                  <a:lnTo>
                    <a:pt x="3960290" y="102173"/>
                  </a:lnTo>
                  <a:lnTo>
                    <a:pt x="3952289" y="102173"/>
                  </a:lnTo>
                  <a:lnTo>
                    <a:pt x="3944289" y="102173"/>
                  </a:lnTo>
                  <a:lnTo>
                    <a:pt x="3936288" y="102173"/>
                  </a:lnTo>
                  <a:lnTo>
                    <a:pt x="3928288" y="102173"/>
                  </a:lnTo>
                  <a:lnTo>
                    <a:pt x="3920287" y="102173"/>
                  </a:lnTo>
                  <a:lnTo>
                    <a:pt x="3912286" y="102173"/>
                  </a:lnTo>
                  <a:lnTo>
                    <a:pt x="3904286" y="102173"/>
                  </a:lnTo>
                  <a:lnTo>
                    <a:pt x="3896285" y="102173"/>
                  </a:lnTo>
                  <a:lnTo>
                    <a:pt x="3888285" y="102173"/>
                  </a:lnTo>
                  <a:lnTo>
                    <a:pt x="3880284" y="102173"/>
                  </a:lnTo>
                  <a:lnTo>
                    <a:pt x="3872284" y="102173"/>
                  </a:lnTo>
                  <a:lnTo>
                    <a:pt x="3864283" y="102173"/>
                  </a:lnTo>
                  <a:lnTo>
                    <a:pt x="3856282" y="102173"/>
                  </a:lnTo>
                  <a:lnTo>
                    <a:pt x="3848282" y="102173"/>
                  </a:lnTo>
                  <a:lnTo>
                    <a:pt x="3840281" y="102173"/>
                  </a:lnTo>
                  <a:lnTo>
                    <a:pt x="3832281" y="102173"/>
                  </a:lnTo>
                  <a:lnTo>
                    <a:pt x="3824280" y="102173"/>
                  </a:lnTo>
                  <a:lnTo>
                    <a:pt x="3816279" y="102173"/>
                  </a:lnTo>
                  <a:lnTo>
                    <a:pt x="3808279" y="102173"/>
                  </a:lnTo>
                  <a:lnTo>
                    <a:pt x="3800278" y="102173"/>
                  </a:lnTo>
                  <a:lnTo>
                    <a:pt x="3792278" y="102173"/>
                  </a:lnTo>
                  <a:lnTo>
                    <a:pt x="3784277" y="102173"/>
                  </a:lnTo>
                  <a:lnTo>
                    <a:pt x="3776276" y="102173"/>
                  </a:lnTo>
                  <a:lnTo>
                    <a:pt x="3768276" y="102173"/>
                  </a:lnTo>
                  <a:lnTo>
                    <a:pt x="3760275" y="102173"/>
                  </a:lnTo>
                  <a:lnTo>
                    <a:pt x="3752275" y="102173"/>
                  </a:lnTo>
                  <a:lnTo>
                    <a:pt x="3744274" y="102173"/>
                  </a:lnTo>
                  <a:lnTo>
                    <a:pt x="3736274" y="102173"/>
                  </a:lnTo>
                  <a:lnTo>
                    <a:pt x="3728273" y="102173"/>
                  </a:lnTo>
                  <a:lnTo>
                    <a:pt x="3720272" y="102173"/>
                  </a:lnTo>
                  <a:lnTo>
                    <a:pt x="3712272" y="102173"/>
                  </a:lnTo>
                  <a:lnTo>
                    <a:pt x="3704271" y="102173"/>
                  </a:lnTo>
                  <a:lnTo>
                    <a:pt x="3696271" y="102173"/>
                  </a:lnTo>
                  <a:lnTo>
                    <a:pt x="3688270" y="102173"/>
                  </a:lnTo>
                  <a:lnTo>
                    <a:pt x="3680269" y="102173"/>
                  </a:lnTo>
                  <a:lnTo>
                    <a:pt x="3672269" y="102173"/>
                  </a:lnTo>
                  <a:lnTo>
                    <a:pt x="3664268" y="102173"/>
                  </a:lnTo>
                  <a:lnTo>
                    <a:pt x="3656268" y="102173"/>
                  </a:lnTo>
                  <a:lnTo>
                    <a:pt x="3648267" y="102173"/>
                  </a:lnTo>
                  <a:lnTo>
                    <a:pt x="3640267" y="102173"/>
                  </a:lnTo>
                  <a:lnTo>
                    <a:pt x="3632266" y="102173"/>
                  </a:lnTo>
                  <a:lnTo>
                    <a:pt x="3624265" y="102173"/>
                  </a:lnTo>
                  <a:lnTo>
                    <a:pt x="3616265" y="102173"/>
                  </a:lnTo>
                  <a:lnTo>
                    <a:pt x="3608264" y="102173"/>
                  </a:lnTo>
                  <a:lnTo>
                    <a:pt x="3600264" y="102173"/>
                  </a:lnTo>
                  <a:lnTo>
                    <a:pt x="3592263" y="102173"/>
                  </a:lnTo>
                  <a:lnTo>
                    <a:pt x="3584262" y="102173"/>
                  </a:lnTo>
                  <a:lnTo>
                    <a:pt x="3576262" y="102173"/>
                  </a:lnTo>
                  <a:lnTo>
                    <a:pt x="3568261" y="102173"/>
                  </a:lnTo>
                  <a:lnTo>
                    <a:pt x="3560261" y="102173"/>
                  </a:lnTo>
                  <a:lnTo>
                    <a:pt x="3552260" y="102173"/>
                  </a:lnTo>
                  <a:lnTo>
                    <a:pt x="3544259" y="102173"/>
                  </a:lnTo>
                  <a:lnTo>
                    <a:pt x="3536259" y="102173"/>
                  </a:lnTo>
                  <a:lnTo>
                    <a:pt x="3528258" y="102173"/>
                  </a:lnTo>
                  <a:lnTo>
                    <a:pt x="3520258" y="102173"/>
                  </a:lnTo>
                  <a:lnTo>
                    <a:pt x="3512257" y="102173"/>
                  </a:lnTo>
                  <a:lnTo>
                    <a:pt x="3504257" y="102173"/>
                  </a:lnTo>
                  <a:lnTo>
                    <a:pt x="3496256" y="102173"/>
                  </a:lnTo>
                  <a:lnTo>
                    <a:pt x="3488255" y="102173"/>
                  </a:lnTo>
                  <a:lnTo>
                    <a:pt x="3480255" y="102173"/>
                  </a:lnTo>
                  <a:lnTo>
                    <a:pt x="3472254" y="102173"/>
                  </a:lnTo>
                  <a:lnTo>
                    <a:pt x="3464254" y="102173"/>
                  </a:lnTo>
                  <a:lnTo>
                    <a:pt x="3456253" y="102173"/>
                  </a:lnTo>
                  <a:lnTo>
                    <a:pt x="3448252" y="102173"/>
                  </a:lnTo>
                  <a:lnTo>
                    <a:pt x="3440252" y="102173"/>
                  </a:lnTo>
                  <a:lnTo>
                    <a:pt x="3432251" y="102173"/>
                  </a:lnTo>
                  <a:lnTo>
                    <a:pt x="3424251" y="102173"/>
                  </a:lnTo>
                  <a:lnTo>
                    <a:pt x="3416250" y="102173"/>
                  </a:lnTo>
                  <a:lnTo>
                    <a:pt x="3408249" y="102173"/>
                  </a:lnTo>
                  <a:lnTo>
                    <a:pt x="3400249" y="102173"/>
                  </a:lnTo>
                  <a:lnTo>
                    <a:pt x="3392248" y="102173"/>
                  </a:lnTo>
                  <a:lnTo>
                    <a:pt x="3384248" y="102173"/>
                  </a:lnTo>
                  <a:lnTo>
                    <a:pt x="3376247" y="102173"/>
                  </a:lnTo>
                  <a:lnTo>
                    <a:pt x="3368247" y="102173"/>
                  </a:lnTo>
                  <a:lnTo>
                    <a:pt x="3360246" y="102173"/>
                  </a:lnTo>
                  <a:lnTo>
                    <a:pt x="3352245" y="102173"/>
                  </a:lnTo>
                  <a:lnTo>
                    <a:pt x="3344245" y="102173"/>
                  </a:lnTo>
                  <a:lnTo>
                    <a:pt x="3336244" y="102173"/>
                  </a:lnTo>
                  <a:lnTo>
                    <a:pt x="3328244" y="102173"/>
                  </a:lnTo>
                  <a:lnTo>
                    <a:pt x="3320243" y="102173"/>
                  </a:lnTo>
                  <a:lnTo>
                    <a:pt x="3312242" y="102173"/>
                  </a:lnTo>
                  <a:lnTo>
                    <a:pt x="3304242" y="102173"/>
                  </a:lnTo>
                  <a:lnTo>
                    <a:pt x="3296241" y="102173"/>
                  </a:lnTo>
                  <a:lnTo>
                    <a:pt x="3288241" y="102173"/>
                  </a:lnTo>
                  <a:lnTo>
                    <a:pt x="3280240" y="102173"/>
                  </a:lnTo>
                  <a:lnTo>
                    <a:pt x="3272240" y="102173"/>
                  </a:lnTo>
                  <a:lnTo>
                    <a:pt x="3264239" y="102173"/>
                  </a:lnTo>
                  <a:lnTo>
                    <a:pt x="3256238" y="102173"/>
                  </a:lnTo>
                  <a:lnTo>
                    <a:pt x="3248238" y="102173"/>
                  </a:lnTo>
                  <a:lnTo>
                    <a:pt x="3240237" y="102173"/>
                  </a:lnTo>
                  <a:lnTo>
                    <a:pt x="3232237" y="102173"/>
                  </a:lnTo>
                  <a:lnTo>
                    <a:pt x="3224236" y="102173"/>
                  </a:lnTo>
                  <a:lnTo>
                    <a:pt x="3216235" y="102173"/>
                  </a:lnTo>
                  <a:lnTo>
                    <a:pt x="3208235" y="102173"/>
                  </a:lnTo>
                  <a:lnTo>
                    <a:pt x="3200234" y="102173"/>
                  </a:lnTo>
                  <a:lnTo>
                    <a:pt x="3192234" y="102173"/>
                  </a:lnTo>
                  <a:lnTo>
                    <a:pt x="3184233" y="102173"/>
                  </a:lnTo>
                  <a:lnTo>
                    <a:pt x="3176232" y="102173"/>
                  </a:lnTo>
                  <a:lnTo>
                    <a:pt x="3168232" y="102173"/>
                  </a:lnTo>
                  <a:lnTo>
                    <a:pt x="3160231" y="102173"/>
                  </a:lnTo>
                  <a:lnTo>
                    <a:pt x="3152231" y="102173"/>
                  </a:lnTo>
                  <a:lnTo>
                    <a:pt x="3144230" y="102173"/>
                  </a:lnTo>
                  <a:lnTo>
                    <a:pt x="3136230" y="102173"/>
                  </a:lnTo>
                  <a:lnTo>
                    <a:pt x="3128229" y="102173"/>
                  </a:lnTo>
                  <a:lnTo>
                    <a:pt x="3120228" y="102173"/>
                  </a:lnTo>
                  <a:lnTo>
                    <a:pt x="3112228" y="102173"/>
                  </a:lnTo>
                  <a:lnTo>
                    <a:pt x="3104227" y="102173"/>
                  </a:lnTo>
                  <a:lnTo>
                    <a:pt x="3096227" y="102173"/>
                  </a:lnTo>
                  <a:lnTo>
                    <a:pt x="3088226" y="102173"/>
                  </a:lnTo>
                  <a:lnTo>
                    <a:pt x="3080225" y="102173"/>
                  </a:lnTo>
                  <a:lnTo>
                    <a:pt x="3072225" y="102173"/>
                  </a:lnTo>
                  <a:lnTo>
                    <a:pt x="3064224" y="102173"/>
                  </a:lnTo>
                  <a:lnTo>
                    <a:pt x="3056224" y="102173"/>
                  </a:lnTo>
                  <a:lnTo>
                    <a:pt x="3048223" y="102173"/>
                  </a:lnTo>
                  <a:lnTo>
                    <a:pt x="3040223" y="102173"/>
                  </a:lnTo>
                  <a:lnTo>
                    <a:pt x="3032222" y="102173"/>
                  </a:lnTo>
                  <a:lnTo>
                    <a:pt x="3024221" y="102173"/>
                  </a:lnTo>
                  <a:lnTo>
                    <a:pt x="3016221" y="102173"/>
                  </a:lnTo>
                  <a:lnTo>
                    <a:pt x="3008220" y="102173"/>
                  </a:lnTo>
                  <a:lnTo>
                    <a:pt x="3000220" y="102173"/>
                  </a:lnTo>
                  <a:lnTo>
                    <a:pt x="2992219" y="102173"/>
                  </a:lnTo>
                  <a:lnTo>
                    <a:pt x="2984218" y="102173"/>
                  </a:lnTo>
                  <a:lnTo>
                    <a:pt x="2976218" y="102173"/>
                  </a:lnTo>
                  <a:lnTo>
                    <a:pt x="2968217" y="102173"/>
                  </a:lnTo>
                  <a:lnTo>
                    <a:pt x="2960217" y="102173"/>
                  </a:lnTo>
                  <a:lnTo>
                    <a:pt x="2952216" y="102173"/>
                  </a:lnTo>
                  <a:lnTo>
                    <a:pt x="2944215" y="102173"/>
                  </a:lnTo>
                  <a:lnTo>
                    <a:pt x="2936215" y="102173"/>
                  </a:lnTo>
                  <a:lnTo>
                    <a:pt x="2928214" y="102173"/>
                  </a:lnTo>
                  <a:lnTo>
                    <a:pt x="2920214" y="102173"/>
                  </a:lnTo>
                  <a:lnTo>
                    <a:pt x="2912213" y="102173"/>
                  </a:lnTo>
                  <a:lnTo>
                    <a:pt x="2904213" y="102173"/>
                  </a:lnTo>
                  <a:lnTo>
                    <a:pt x="2896212" y="102173"/>
                  </a:lnTo>
                  <a:lnTo>
                    <a:pt x="2888211" y="102173"/>
                  </a:lnTo>
                  <a:lnTo>
                    <a:pt x="2880211" y="102173"/>
                  </a:lnTo>
                  <a:lnTo>
                    <a:pt x="2872210" y="102173"/>
                  </a:lnTo>
                  <a:lnTo>
                    <a:pt x="2864210" y="102173"/>
                  </a:lnTo>
                  <a:lnTo>
                    <a:pt x="2856209" y="102173"/>
                  </a:lnTo>
                  <a:lnTo>
                    <a:pt x="2848208" y="102173"/>
                  </a:lnTo>
                  <a:lnTo>
                    <a:pt x="2840208" y="102173"/>
                  </a:lnTo>
                  <a:lnTo>
                    <a:pt x="2832207" y="102173"/>
                  </a:lnTo>
                  <a:lnTo>
                    <a:pt x="2824207" y="102173"/>
                  </a:lnTo>
                  <a:lnTo>
                    <a:pt x="2816206" y="102173"/>
                  </a:lnTo>
                  <a:lnTo>
                    <a:pt x="2808205" y="102173"/>
                  </a:lnTo>
                  <a:lnTo>
                    <a:pt x="2800205" y="102173"/>
                  </a:lnTo>
                  <a:lnTo>
                    <a:pt x="2792204" y="102173"/>
                  </a:lnTo>
                  <a:lnTo>
                    <a:pt x="2784204" y="102173"/>
                  </a:lnTo>
                  <a:lnTo>
                    <a:pt x="2776203" y="102173"/>
                  </a:lnTo>
                  <a:lnTo>
                    <a:pt x="2768203" y="102173"/>
                  </a:lnTo>
                  <a:lnTo>
                    <a:pt x="2760202" y="102173"/>
                  </a:lnTo>
                  <a:lnTo>
                    <a:pt x="2752201" y="102173"/>
                  </a:lnTo>
                  <a:lnTo>
                    <a:pt x="2744201" y="102173"/>
                  </a:lnTo>
                  <a:lnTo>
                    <a:pt x="2736200" y="102173"/>
                  </a:lnTo>
                  <a:lnTo>
                    <a:pt x="2728200" y="102173"/>
                  </a:lnTo>
                  <a:lnTo>
                    <a:pt x="2720199" y="102173"/>
                  </a:lnTo>
                  <a:lnTo>
                    <a:pt x="2712198" y="102173"/>
                  </a:lnTo>
                  <a:lnTo>
                    <a:pt x="2704198" y="102173"/>
                  </a:lnTo>
                  <a:lnTo>
                    <a:pt x="2696197" y="102173"/>
                  </a:lnTo>
                  <a:lnTo>
                    <a:pt x="2688197" y="102173"/>
                  </a:lnTo>
                  <a:lnTo>
                    <a:pt x="2680196" y="102173"/>
                  </a:lnTo>
                  <a:lnTo>
                    <a:pt x="2672196" y="102173"/>
                  </a:lnTo>
                  <a:lnTo>
                    <a:pt x="2664195" y="102173"/>
                  </a:lnTo>
                  <a:lnTo>
                    <a:pt x="2656194" y="102173"/>
                  </a:lnTo>
                  <a:lnTo>
                    <a:pt x="2648194" y="102173"/>
                  </a:lnTo>
                  <a:lnTo>
                    <a:pt x="2640193" y="102173"/>
                  </a:lnTo>
                  <a:lnTo>
                    <a:pt x="2632193" y="102173"/>
                  </a:lnTo>
                  <a:lnTo>
                    <a:pt x="2624192" y="102173"/>
                  </a:lnTo>
                  <a:lnTo>
                    <a:pt x="2616191" y="102173"/>
                  </a:lnTo>
                  <a:lnTo>
                    <a:pt x="2608191" y="102173"/>
                  </a:lnTo>
                  <a:lnTo>
                    <a:pt x="2600190" y="102173"/>
                  </a:lnTo>
                  <a:lnTo>
                    <a:pt x="2592190" y="102173"/>
                  </a:lnTo>
                  <a:lnTo>
                    <a:pt x="2584189" y="102173"/>
                  </a:lnTo>
                  <a:lnTo>
                    <a:pt x="2576188" y="102173"/>
                  </a:lnTo>
                  <a:lnTo>
                    <a:pt x="2568188" y="102173"/>
                  </a:lnTo>
                  <a:lnTo>
                    <a:pt x="2560187" y="102173"/>
                  </a:lnTo>
                  <a:lnTo>
                    <a:pt x="2552187" y="102173"/>
                  </a:lnTo>
                  <a:lnTo>
                    <a:pt x="2544186" y="102173"/>
                  </a:lnTo>
                  <a:lnTo>
                    <a:pt x="2536186" y="102173"/>
                  </a:lnTo>
                  <a:lnTo>
                    <a:pt x="2528185" y="102173"/>
                  </a:lnTo>
                  <a:lnTo>
                    <a:pt x="2520184" y="102173"/>
                  </a:lnTo>
                  <a:lnTo>
                    <a:pt x="2512184" y="102173"/>
                  </a:lnTo>
                  <a:lnTo>
                    <a:pt x="2504183" y="102173"/>
                  </a:lnTo>
                  <a:lnTo>
                    <a:pt x="2496183" y="102173"/>
                  </a:lnTo>
                  <a:lnTo>
                    <a:pt x="2488182" y="102173"/>
                  </a:lnTo>
                  <a:lnTo>
                    <a:pt x="2480181" y="102173"/>
                  </a:lnTo>
                  <a:lnTo>
                    <a:pt x="2472181" y="102173"/>
                  </a:lnTo>
                  <a:lnTo>
                    <a:pt x="2464180" y="102173"/>
                  </a:lnTo>
                  <a:lnTo>
                    <a:pt x="2456180" y="102173"/>
                  </a:lnTo>
                  <a:lnTo>
                    <a:pt x="2448179" y="102173"/>
                  </a:lnTo>
                  <a:lnTo>
                    <a:pt x="2440178" y="102173"/>
                  </a:lnTo>
                  <a:lnTo>
                    <a:pt x="2432178" y="102173"/>
                  </a:lnTo>
                  <a:lnTo>
                    <a:pt x="2424177" y="102173"/>
                  </a:lnTo>
                  <a:lnTo>
                    <a:pt x="2416177" y="102173"/>
                  </a:lnTo>
                  <a:lnTo>
                    <a:pt x="2408176" y="102173"/>
                  </a:lnTo>
                  <a:lnTo>
                    <a:pt x="2400176" y="102173"/>
                  </a:lnTo>
                  <a:lnTo>
                    <a:pt x="2392175" y="102173"/>
                  </a:lnTo>
                  <a:lnTo>
                    <a:pt x="2384174" y="102173"/>
                  </a:lnTo>
                  <a:lnTo>
                    <a:pt x="2376174" y="102173"/>
                  </a:lnTo>
                  <a:lnTo>
                    <a:pt x="2368173" y="102173"/>
                  </a:lnTo>
                  <a:lnTo>
                    <a:pt x="2360173" y="102173"/>
                  </a:lnTo>
                  <a:lnTo>
                    <a:pt x="2352172" y="102173"/>
                  </a:lnTo>
                  <a:lnTo>
                    <a:pt x="2344171" y="102173"/>
                  </a:lnTo>
                  <a:lnTo>
                    <a:pt x="2336171" y="102173"/>
                  </a:lnTo>
                  <a:lnTo>
                    <a:pt x="2328170" y="102173"/>
                  </a:lnTo>
                  <a:lnTo>
                    <a:pt x="2320170" y="102173"/>
                  </a:lnTo>
                  <a:lnTo>
                    <a:pt x="2312169" y="102173"/>
                  </a:lnTo>
                  <a:lnTo>
                    <a:pt x="2304169" y="102173"/>
                  </a:lnTo>
                  <a:lnTo>
                    <a:pt x="2296168" y="102173"/>
                  </a:lnTo>
                  <a:lnTo>
                    <a:pt x="2288167" y="102173"/>
                  </a:lnTo>
                  <a:lnTo>
                    <a:pt x="2280167" y="102173"/>
                  </a:lnTo>
                  <a:lnTo>
                    <a:pt x="2272166" y="102173"/>
                  </a:lnTo>
                  <a:lnTo>
                    <a:pt x="2264166" y="102173"/>
                  </a:lnTo>
                  <a:lnTo>
                    <a:pt x="2256165" y="102173"/>
                  </a:lnTo>
                  <a:lnTo>
                    <a:pt x="2248164" y="102173"/>
                  </a:lnTo>
                  <a:lnTo>
                    <a:pt x="2240164" y="102173"/>
                  </a:lnTo>
                  <a:lnTo>
                    <a:pt x="2232163" y="102173"/>
                  </a:lnTo>
                  <a:lnTo>
                    <a:pt x="2224163" y="102173"/>
                  </a:lnTo>
                  <a:lnTo>
                    <a:pt x="2216162" y="102173"/>
                  </a:lnTo>
                  <a:lnTo>
                    <a:pt x="2208161" y="102173"/>
                  </a:lnTo>
                  <a:lnTo>
                    <a:pt x="2200161" y="102173"/>
                  </a:lnTo>
                  <a:lnTo>
                    <a:pt x="2192160" y="102173"/>
                  </a:lnTo>
                  <a:lnTo>
                    <a:pt x="2184160" y="102173"/>
                  </a:lnTo>
                  <a:lnTo>
                    <a:pt x="2176159" y="102173"/>
                  </a:lnTo>
                  <a:lnTo>
                    <a:pt x="2168159" y="102173"/>
                  </a:lnTo>
                  <a:lnTo>
                    <a:pt x="2160158" y="102173"/>
                  </a:lnTo>
                  <a:lnTo>
                    <a:pt x="2152157" y="102173"/>
                  </a:lnTo>
                  <a:lnTo>
                    <a:pt x="2144157" y="102173"/>
                  </a:lnTo>
                  <a:lnTo>
                    <a:pt x="2136156" y="102173"/>
                  </a:lnTo>
                  <a:lnTo>
                    <a:pt x="2128156" y="102173"/>
                  </a:lnTo>
                  <a:lnTo>
                    <a:pt x="2120155" y="102173"/>
                  </a:lnTo>
                  <a:lnTo>
                    <a:pt x="2112154" y="102173"/>
                  </a:lnTo>
                  <a:lnTo>
                    <a:pt x="2104154" y="102173"/>
                  </a:lnTo>
                  <a:lnTo>
                    <a:pt x="2096153" y="102173"/>
                  </a:lnTo>
                  <a:lnTo>
                    <a:pt x="2088153" y="102173"/>
                  </a:lnTo>
                  <a:lnTo>
                    <a:pt x="2080152" y="102173"/>
                  </a:lnTo>
                  <a:lnTo>
                    <a:pt x="2072151" y="102173"/>
                  </a:lnTo>
                  <a:lnTo>
                    <a:pt x="2064151" y="102173"/>
                  </a:lnTo>
                  <a:lnTo>
                    <a:pt x="2056150" y="102173"/>
                  </a:lnTo>
                  <a:lnTo>
                    <a:pt x="2048150" y="102173"/>
                  </a:lnTo>
                  <a:lnTo>
                    <a:pt x="2040149" y="102173"/>
                  </a:lnTo>
                  <a:lnTo>
                    <a:pt x="2032149" y="102173"/>
                  </a:lnTo>
                  <a:lnTo>
                    <a:pt x="2024148" y="102173"/>
                  </a:lnTo>
                  <a:lnTo>
                    <a:pt x="2016147" y="102173"/>
                  </a:lnTo>
                  <a:lnTo>
                    <a:pt x="2008147" y="102173"/>
                  </a:lnTo>
                  <a:lnTo>
                    <a:pt x="2000146" y="102173"/>
                  </a:lnTo>
                  <a:lnTo>
                    <a:pt x="1992146" y="102173"/>
                  </a:lnTo>
                  <a:lnTo>
                    <a:pt x="1984145" y="102173"/>
                  </a:lnTo>
                  <a:lnTo>
                    <a:pt x="1976144" y="102173"/>
                  </a:lnTo>
                  <a:lnTo>
                    <a:pt x="1968144" y="102173"/>
                  </a:lnTo>
                  <a:lnTo>
                    <a:pt x="1960143" y="102173"/>
                  </a:lnTo>
                  <a:lnTo>
                    <a:pt x="1952143" y="102173"/>
                  </a:lnTo>
                  <a:lnTo>
                    <a:pt x="1944142" y="102173"/>
                  </a:lnTo>
                  <a:lnTo>
                    <a:pt x="1936142" y="102173"/>
                  </a:lnTo>
                  <a:lnTo>
                    <a:pt x="1928141" y="102173"/>
                  </a:lnTo>
                  <a:lnTo>
                    <a:pt x="1920140" y="102173"/>
                  </a:lnTo>
                  <a:lnTo>
                    <a:pt x="1912140" y="102173"/>
                  </a:lnTo>
                  <a:lnTo>
                    <a:pt x="1904139" y="102173"/>
                  </a:lnTo>
                  <a:lnTo>
                    <a:pt x="1896139" y="102173"/>
                  </a:lnTo>
                  <a:lnTo>
                    <a:pt x="1888138" y="102173"/>
                  </a:lnTo>
                  <a:lnTo>
                    <a:pt x="1880137" y="102173"/>
                  </a:lnTo>
                  <a:lnTo>
                    <a:pt x="1872137" y="102173"/>
                  </a:lnTo>
                  <a:lnTo>
                    <a:pt x="1864136" y="102173"/>
                  </a:lnTo>
                  <a:lnTo>
                    <a:pt x="1856136" y="102173"/>
                  </a:lnTo>
                  <a:lnTo>
                    <a:pt x="1848135" y="102173"/>
                  </a:lnTo>
                  <a:lnTo>
                    <a:pt x="1840134" y="102173"/>
                  </a:lnTo>
                  <a:lnTo>
                    <a:pt x="1832134" y="102173"/>
                  </a:lnTo>
                  <a:lnTo>
                    <a:pt x="1824133" y="102173"/>
                  </a:lnTo>
                  <a:lnTo>
                    <a:pt x="1816133" y="102173"/>
                  </a:lnTo>
                  <a:lnTo>
                    <a:pt x="1808132" y="102173"/>
                  </a:lnTo>
                  <a:lnTo>
                    <a:pt x="1800132" y="102173"/>
                  </a:lnTo>
                  <a:lnTo>
                    <a:pt x="1792131" y="102173"/>
                  </a:lnTo>
                  <a:lnTo>
                    <a:pt x="1784130" y="102173"/>
                  </a:lnTo>
                  <a:lnTo>
                    <a:pt x="1776130" y="102173"/>
                  </a:lnTo>
                  <a:lnTo>
                    <a:pt x="1768129" y="102173"/>
                  </a:lnTo>
                  <a:lnTo>
                    <a:pt x="1760129" y="102173"/>
                  </a:lnTo>
                  <a:lnTo>
                    <a:pt x="1752128" y="102173"/>
                  </a:lnTo>
                  <a:lnTo>
                    <a:pt x="1744127" y="102173"/>
                  </a:lnTo>
                  <a:lnTo>
                    <a:pt x="1736127" y="102173"/>
                  </a:lnTo>
                  <a:lnTo>
                    <a:pt x="1728126" y="102173"/>
                  </a:lnTo>
                  <a:lnTo>
                    <a:pt x="1720126" y="102173"/>
                  </a:lnTo>
                  <a:lnTo>
                    <a:pt x="1712125" y="102173"/>
                  </a:lnTo>
                  <a:lnTo>
                    <a:pt x="1704124" y="102173"/>
                  </a:lnTo>
                  <a:lnTo>
                    <a:pt x="1696124" y="102173"/>
                  </a:lnTo>
                  <a:lnTo>
                    <a:pt x="1688123" y="102173"/>
                  </a:lnTo>
                  <a:lnTo>
                    <a:pt x="1680123" y="102173"/>
                  </a:lnTo>
                  <a:lnTo>
                    <a:pt x="1672122" y="102173"/>
                  </a:lnTo>
                  <a:lnTo>
                    <a:pt x="1664122" y="102173"/>
                  </a:lnTo>
                  <a:lnTo>
                    <a:pt x="1656121" y="102173"/>
                  </a:lnTo>
                  <a:lnTo>
                    <a:pt x="1648120" y="102173"/>
                  </a:lnTo>
                  <a:lnTo>
                    <a:pt x="1640120" y="102173"/>
                  </a:lnTo>
                  <a:lnTo>
                    <a:pt x="1632119" y="102173"/>
                  </a:lnTo>
                  <a:lnTo>
                    <a:pt x="1624119" y="102173"/>
                  </a:lnTo>
                  <a:lnTo>
                    <a:pt x="1616118" y="102173"/>
                  </a:lnTo>
                  <a:lnTo>
                    <a:pt x="1608117" y="102173"/>
                  </a:lnTo>
                  <a:lnTo>
                    <a:pt x="1600117" y="102173"/>
                  </a:lnTo>
                  <a:lnTo>
                    <a:pt x="1592116" y="102173"/>
                  </a:lnTo>
                  <a:lnTo>
                    <a:pt x="1584116" y="102173"/>
                  </a:lnTo>
                  <a:lnTo>
                    <a:pt x="1576115" y="102173"/>
                  </a:lnTo>
                  <a:lnTo>
                    <a:pt x="1568115" y="102173"/>
                  </a:lnTo>
                  <a:lnTo>
                    <a:pt x="1560114" y="102173"/>
                  </a:lnTo>
                  <a:lnTo>
                    <a:pt x="1552113" y="102173"/>
                  </a:lnTo>
                  <a:lnTo>
                    <a:pt x="1544113" y="102173"/>
                  </a:lnTo>
                  <a:lnTo>
                    <a:pt x="1536112" y="102173"/>
                  </a:lnTo>
                  <a:lnTo>
                    <a:pt x="1528112" y="102173"/>
                  </a:lnTo>
                  <a:lnTo>
                    <a:pt x="1520111" y="102173"/>
                  </a:lnTo>
                  <a:lnTo>
                    <a:pt x="1512110" y="102173"/>
                  </a:lnTo>
                  <a:lnTo>
                    <a:pt x="1504110" y="102173"/>
                  </a:lnTo>
                  <a:lnTo>
                    <a:pt x="1496109" y="102173"/>
                  </a:lnTo>
                  <a:lnTo>
                    <a:pt x="1488109" y="102173"/>
                  </a:lnTo>
                  <a:lnTo>
                    <a:pt x="1480108" y="102173"/>
                  </a:lnTo>
                  <a:lnTo>
                    <a:pt x="1472107" y="102173"/>
                  </a:lnTo>
                  <a:lnTo>
                    <a:pt x="1464107" y="102173"/>
                  </a:lnTo>
                  <a:lnTo>
                    <a:pt x="1456106" y="102173"/>
                  </a:lnTo>
                  <a:lnTo>
                    <a:pt x="1448106" y="102173"/>
                  </a:lnTo>
                  <a:lnTo>
                    <a:pt x="1440105" y="102173"/>
                  </a:lnTo>
                  <a:lnTo>
                    <a:pt x="1432105" y="102173"/>
                  </a:lnTo>
                  <a:lnTo>
                    <a:pt x="1424104" y="102173"/>
                  </a:lnTo>
                  <a:lnTo>
                    <a:pt x="1416103" y="102173"/>
                  </a:lnTo>
                  <a:lnTo>
                    <a:pt x="1408103" y="102173"/>
                  </a:lnTo>
                  <a:lnTo>
                    <a:pt x="1400102" y="102173"/>
                  </a:lnTo>
                  <a:lnTo>
                    <a:pt x="1392102" y="102173"/>
                  </a:lnTo>
                  <a:lnTo>
                    <a:pt x="1384101" y="102173"/>
                  </a:lnTo>
                  <a:lnTo>
                    <a:pt x="1376100" y="102173"/>
                  </a:lnTo>
                  <a:lnTo>
                    <a:pt x="1368100" y="102173"/>
                  </a:lnTo>
                  <a:lnTo>
                    <a:pt x="1360099" y="102173"/>
                  </a:lnTo>
                  <a:lnTo>
                    <a:pt x="1352099" y="102173"/>
                  </a:lnTo>
                  <a:lnTo>
                    <a:pt x="1344098" y="102173"/>
                  </a:lnTo>
                  <a:lnTo>
                    <a:pt x="1336098" y="102173"/>
                  </a:lnTo>
                  <a:lnTo>
                    <a:pt x="1328097" y="102173"/>
                  </a:lnTo>
                  <a:lnTo>
                    <a:pt x="1320096" y="102173"/>
                  </a:lnTo>
                  <a:lnTo>
                    <a:pt x="1312096" y="102173"/>
                  </a:lnTo>
                  <a:lnTo>
                    <a:pt x="1304095" y="102173"/>
                  </a:lnTo>
                  <a:lnTo>
                    <a:pt x="1296095" y="102173"/>
                  </a:lnTo>
                  <a:lnTo>
                    <a:pt x="1288094" y="102173"/>
                  </a:lnTo>
                  <a:lnTo>
                    <a:pt x="1280093" y="102173"/>
                  </a:lnTo>
                  <a:lnTo>
                    <a:pt x="1272093" y="102173"/>
                  </a:lnTo>
                  <a:lnTo>
                    <a:pt x="1264092" y="102173"/>
                  </a:lnTo>
                  <a:lnTo>
                    <a:pt x="1256092" y="102173"/>
                  </a:lnTo>
                  <a:lnTo>
                    <a:pt x="1248091" y="102173"/>
                  </a:lnTo>
                  <a:lnTo>
                    <a:pt x="1240090" y="102173"/>
                  </a:lnTo>
                  <a:lnTo>
                    <a:pt x="1232090" y="102173"/>
                  </a:lnTo>
                  <a:lnTo>
                    <a:pt x="1224089" y="102173"/>
                  </a:lnTo>
                  <a:lnTo>
                    <a:pt x="1216089" y="102173"/>
                  </a:lnTo>
                  <a:lnTo>
                    <a:pt x="1208088" y="102173"/>
                  </a:lnTo>
                  <a:lnTo>
                    <a:pt x="1200088" y="102173"/>
                  </a:lnTo>
                  <a:lnTo>
                    <a:pt x="1192087" y="102173"/>
                  </a:lnTo>
                  <a:lnTo>
                    <a:pt x="1184086" y="102173"/>
                  </a:lnTo>
                  <a:lnTo>
                    <a:pt x="1176086" y="102173"/>
                  </a:lnTo>
                  <a:lnTo>
                    <a:pt x="1168085" y="102173"/>
                  </a:lnTo>
                  <a:lnTo>
                    <a:pt x="1160085" y="102173"/>
                  </a:lnTo>
                  <a:lnTo>
                    <a:pt x="1152084" y="102173"/>
                  </a:lnTo>
                  <a:lnTo>
                    <a:pt x="1144083" y="102173"/>
                  </a:lnTo>
                  <a:lnTo>
                    <a:pt x="1136083" y="102173"/>
                  </a:lnTo>
                  <a:lnTo>
                    <a:pt x="1128082" y="102173"/>
                  </a:lnTo>
                  <a:lnTo>
                    <a:pt x="1120082" y="102173"/>
                  </a:lnTo>
                  <a:lnTo>
                    <a:pt x="1112081" y="102173"/>
                  </a:lnTo>
                  <a:lnTo>
                    <a:pt x="1104080" y="102173"/>
                  </a:lnTo>
                  <a:lnTo>
                    <a:pt x="1096080" y="102173"/>
                  </a:lnTo>
                  <a:lnTo>
                    <a:pt x="1088079" y="102173"/>
                  </a:lnTo>
                  <a:lnTo>
                    <a:pt x="1080079" y="102173"/>
                  </a:lnTo>
                  <a:lnTo>
                    <a:pt x="1072078" y="102173"/>
                  </a:lnTo>
                  <a:lnTo>
                    <a:pt x="1064078" y="102173"/>
                  </a:lnTo>
                  <a:lnTo>
                    <a:pt x="1056077" y="102173"/>
                  </a:lnTo>
                  <a:lnTo>
                    <a:pt x="1048076" y="102173"/>
                  </a:lnTo>
                  <a:lnTo>
                    <a:pt x="1040076" y="102173"/>
                  </a:lnTo>
                  <a:lnTo>
                    <a:pt x="1032075" y="102173"/>
                  </a:lnTo>
                  <a:lnTo>
                    <a:pt x="1024075" y="102173"/>
                  </a:lnTo>
                  <a:lnTo>
                    <a:pt x="1016074" y="102173"/>
                  </a:lnTo>
                  <a:lnTo>
                    <a:pt x="1008073" y="102173"/>
                  </a:lnTo>
                  <a:lnTo>
                    <a:pt x="1000073" y="102173"/>
                  </a:lnTo>
                  <a:lnTo>
                    <a:pt x="992072" y="102173"/>
                  </a:lnTo>
                  <a:lnTo>
                    <a:pt x="984072" y="102173"/>
                  </a:lnTo>
                  <a:lnTo>
                    <a:pt x="976071" y="102173"/>
                  </a:lnTo>
                  <a:lnTo>
                    <a:pt x="968071" y="102173"/>
                  </a:lnTo>
                  <a:lnTo>
                    <a:pt x="960070" y="102173"/>
                  </a:lnTo>
                  <a:lnTo>
                    <a:pt x="952069" y="102173"/>
                  </a:lnTo>
                  <a:lnTo>
                    <a:pt x="944069" y="102173"/>
                  </a:lnTo>
                  <a:lnTo>
                    <a:pt x="936068" y="102173"/>
                  </a:lnTo>
                  <a:lnTo>
                    <a:pt x="928068" y="102173"/>
                  </a:lnTo>
                  <a:lnTo>
                    <a:pt x="920067" y="102173"/>
                  </a:lnTo>
                  <a:lnTo>
                    <a:pt x="912066" y="102173"/>
                  </a:lnTo>
                  <a:lnTo>
                    <a:pt x="904066" y="102173"/>
                  </a:lnTo>
                  <a:lnTo>
                    <a:pt x="896065" y="102173"/>
                  </a:lnTo>
                  <a:lnTo>
                    <a:pt x="888065" y="102173"/>
                  </a:lnTo>
                  <a:lnTo>
                    <a:pt x="880064" y="102173"/>
                  </a:lnTo>
                  <a:lnTo>
                    <a:pt x="872063" y="102173"/>
                  </a:lnTo>
                  <a:lnTo>
                    <a:pt x="864063" y="102173"/>
                  </a:lnTo>
                  <a:lnTo>
                    <a:pt x="856062" y="102173"/>
                  </a:lnTo>
                  <a:lnTo>
                    <a:pt x="848062" y="102173"/>
                  </a:lnTo>
                  <a:lnTo>
                    <a:pt x="840061" y="102173"/>
                  </a:lnTo>
                  <a:lnTo>
                    <a:pt x="832061" y="102173"/>
                  </a:lnTo>
                  <a:lnTo>
                    <a:pt x="824060" y="102173"/>
                  </a:lnTo>
                  <a:lnTo>
                    <a:pt x="816059" y="102173"/>
                  </a:lnTo>
                  <a:lnTo>
                    <a:pt x="808059" y="102173"/>
                  </a:lnTo>
                  <a:lnTo>
                    <a:pt x="800058" y="102173"/>
                  </a:lnTo>
                  <a:lnTo>
                    <a:pt x="792058" y="102173"/>
                  </a:lnTo>
                  <a:lnTo>
                    <a:pt x="784057" y="102173"/>
                  </a:lnTo>
                  <a:lnTo>
                    <a:pt x="776056" y="102173"/>
                  </a:lnTo>
                  <a:lnTo>
                    <a:pt x="768056" y="102173"/>
                  </a:lnTo>
                  <a:lnTo>
                    <a:pt x="760055" y="102173"/>
                  </a:lnTo>
                  <a:lnTo>
                    <a:pt x="752055" y="102173"/>
                  </a:lnTo>
                  <a:lnTo>
                    <a:pt x="744054" y="102173"/>
                  </a:lnTo>
                  <a:lnTo>
                    <a:pt x="736053" y="102173"/>
                  </a:lnTo>
                  <a:lnTo>
                    <a:pt x="728053" y="102173"/>
                  </a:lnTo>
                  <a:lnTo>
                    <a:pt x="720052" y="102173"/>
                  </a:lnTo>
                  <a:lnTo>
                    <a:pt x="712052" y="102173"/>
                  </a:lnTo>
                  <a:lnTo>
                    <a:pt x="704051" y="102173"/>
                  </a:lnTo>
                  <a:lnTo>
                    <a:pt x="696051" y="102173"/>
                  </a:lnTo>
                  <a:lnTo>
                    <a:pt x="688050" y="102173"/>
                  </a:lnTo>
                  <a:lnTo>
                    <a:pt x="680049" y="102173"/>
                  </a:lnTo>
                  <a:lnTo>
                    <a:pt x="672049" y="102173"/>
                  </a:lnTo>
                  <a:lnTo>
                    <a:pt x="664048" y="102173"/>
                  </a:lnTo>
                  <a:lnTo>
                    <a:pt x="656048" y="102173"/>
                  </a:lnTo>
                  <a:lnTo>
                    <a:pt x="648047" y="102173"/>
                  </a:lnTo>
                  <a:lnTo>
                    <a:pt x="640046" y="102173"/>
                  </a:lnTo>
                  <a:lnTo>
                    <a:pt x="632046" y="102173"/>
                  </a:lnTo>
                  <a:lnTo>
                    <a:pt x="624045" y="102173"/>
                  </a:lnTo>
                  <a:lnTo>
                    <a:pt x="616045" y="102173"/>
                  </a:lnTo>
                  <a:lnTo>
                    <a:pt x="608044" y="102173"/>
                  </a:lnTo>
                  <a:lnTo>
                    <a:pt x="600044" y="102173"/>
                  </a:lnTo>
                  <a:lnTo>
                    <a:pt x="592043" y="102173"/>
                  </a:lnTo>
                  <a:lnTo>
                    <a:pt x="584042" y="102173"/>
                  </a:lnTo>
                  <a:lnTo>
                    <a:pt x="576042" y="102173"/>
                  </a:lnTo>
                  <a:lnTo>
                    <a:pt x="568041" y="102173"/>
                  </a:lnTo>
                  <a:lnTo>
                    <a:pt x="560041" y="102173"/>
                  </a:lnTo>
                  <a:lnTo>
                    <a:pt x="552040" y="102173"/>
                  </a:lnTo>
                  <a:lnTo>
                    <a:pt x="544039" y="102173"/>
                  </a:lnTo>
                  <a:lnTo>
                    <a:pt x="536039" y="102173"/>
                  </a:lnTo>
                  <a:lnTo>
                    <a:pt x="528038" y="102173"/>
                  </a:lnTo>
                  <a:lnTo>
                    <a:pt x="520038" y="102173"/>
                  </a:lnTo>
                  <a:lnTo>
                    <a:pt x="512037" y="102173"/>
                  </a:lnTo>
                  <a:lnTo>
                    <a:pt x="504036" y="102173"/>
                  </a:lnTo>
                  <a:lnTo>
                    <a:pt x="496036" y="102173"/>
                  </a:lnTo>
                  <a:lnTo>
                    <a:pt x="488035" y="102173"/>
                  </a:lnTo>
                  <a:lnTo>
                    <a:pt x="480035" y="102173"/>
                  </a:lnTo>
                  <a:lnTo>
                    <a:pt x="472034" y="102173"/>
                  </a:lnTo>
                  <a:lnTo>
                    <a:pt x="464034" y="102173"/>
                  </a:lnTo>
                  <a:lnTo>
                    <a:pt x="456033" y="102173"/>
                  </a:lnTo>
                  <a:lnTo>
                    <a:pt x="448032" y="102173"/>
                  </a:lnTo>
                  <a:lnTo>
                    <a:pt x="440032" y="102173"/>
                  </a:lnTo>
                  <a:lnTo>
                    <a:pt x="432031" y="102173"/>
                  </a:lnTo>
                  <a:lnTo>
                    <a:pt x="424031" y="102173"/>
                  </a:lnTo>
                  <a:lnTo>
                    <a:pt x="416030" y="102173"/>
                  </a:lnTo>
                  <a:lnTo>
                    <a:pt x="408029" y="102173"/>
                  </a:lnTo>
                  <a:lnTo>
                    <a:pt x="400029" y="102173"/>
                  </a:lnTo>
                  <a:lnTo>
                    <a:pt x="392028" y="102173"/>
                  </a:lnTo>
                  <a:lnTo>
                    <a:pt x="384028" y="102173"/>
                  </a:lnTo>
                  <a:lnTo>
                    <a:pt x="376027" y="102173"/>
                  </a:lnTo>
                  <a:lnTo>
                    <a:pt x="368026" y="102173"/>
                  </a:lnTo>
                  <a:lnTo>
                    <a:pt x="360026" y="102173"/>
                  </a:lnTo>
                  <a:lnTo>
                    <a:pt x="352025" y="102173"/>
                  </a:lnTo>
                  <a:lnTo>
                    <a:pt x="344025" y="102173"/>
                  </a:lnTo>
                  <a:lnTo>
                    <a:pt x="336024" y="102173"/>
                  </a:lnTo>
                  <a:lnTo>
                    <a:pt x="328024" y="102173"/>
                  </a:lnTo>
                  <a:lnTo>
                    <a:pt x="320023" y="102173"/>
                  </a:lnTo>
                  <a:lnTo>
                    <a:pt x="312022" y="102173"/>
                  </a:lnTo>
                  <a:lnTo>
                    <a:pt x="304022" y="102173"/>
                  </a:lnTo>
                  <a:lnTo>
                    <a:pt x="296021" y="102173"/>
                  </a:lnTo>
                  <a:lnTo>
                    <a:pt x="288021" y="102173"/>
                  </a:lnTo>
                  <a:lnTo>
                    <a:pt x="280020" y="102173"/>
                  </a:lnTo>
                  <a:lnTo>
                    <a:pt x="272019" y="102173"/>
                  </a:lnTo>
                  <a:lnTo>
                    <a:pt x="264019" y="102173"/>
                  </a:lnTo>
                  <a:lnTo>
                    <a:pt x="256018" y="102173"/>
                  </a:lnTo>
                  <a:lnTo>
                    <a:pt x="248018" y="102173"/>
                  </a:lnTo>
                  <a:lnTo>
                    <a:pt x="240017" y="102173"/>
                  </a:lnTo>
                  <a:lnTo>
                    <a:pt x="232017" y="102173"/>
                  </a:lnTo>
                  <a:lnTo>
                    <a:pt x="224016" y="102173"/>
                  </a:lnTo>
                  <a:lnTo>
                    <a:pt x="216015" y="102173"/>
                  </a:lnTo>
                  <a:lnTo>
                    <a:pt x="208015" y="102173"/>
                  </a:lnTo>
                  <a:lnTo>
                    <a:pt x="200014" y="102173"/>
                  </a:lnTo>
                  <a:lnTo>
                    <a:pt x="192014" y="102173"/>
                  </a:lnTo>
                  <a:lnTo>
                    <a:pt x="184013" y="102173"/>
                  </a:lnTo>
                  <a:lnTo>
                    <a:pt x="176012" y="102173"/>
                  </a:lnTo>
                  <a:lnTo>
                    <a:pt x="168012" y="102173"/>
                  </a:lnTo>
                  <a:lnTo>
                    <a:pt x="160011" y="102173"/>
                  </a:lnTo>
                  <a:lnTo>
                    <a:pt x="152011" y="102173"/>
                  </a:lnTo>
                  <a:lnTo>
                    <a:pt x="144010" y="102173"/>
                  </a:lnTo>
                  <a:lnTo>
                    <a:pt x="136009" y="102173"/>
                  </a:lnTo>
                  <a:lnTo>
                    <a:pt x="128009" y="102173"/>
                  </a:lnTo>
                  <a:lnTo>
                    <a:pt x="120008" y="102173"/>
                  </a:lnTo>
                  <a:lnTo>
                    <a:pt x="112008" y="102173"/>
                  </a:lnTo>
                  <a:lnTo>
                    <a:pt x="104007" y="102173"/>
                  </a:lnTo>
                  <a:lnTo>
                    <a:pt x="96007" y="102173"/>
                  </a:lnTo>
                  <a:lnTo>
                    <a:pt x="88006" y="102173"/>
                  </a:lnTo>
                  <a:lnTo>
                    <a:pt x="80005" y="102173"/>
                  </a:lnTo>
                  <a:lnTo>
                    <a:pt x="72005" y="102173"/>
                  </a:lnTo>
                  <a:lnTo>
                    <a:pt x="64004" y="102173"/>
                  </a:lnTo>
                  <a:lnTo>
                    <a:pt x="56004" y="102173"/>
                  </a:lnTo>
                  <a:lnTo>
                    <a:pt x="48003" y="102173"/>
                  </a:lnTo>
                  <a:lnTo>
                    <a:pt x="40002" y="102173"/>
                  </a:lnTo>
                  <a:lnTo>
                    <a:pt x="32002" y="102173"/>
                  </a:lnTo>
                  <a:lnTo>
                    <a:pt x="24001" y="102173"/>
                  </a:lnTo>
                  <a:lnTo>
                    <a:pt x="16001" y="102173"/>
                  </a:lnTo>
                  <a:lnTo>
                    <a:pt x="8000" y="102173"/>
                  </a:lnTo>
                  <a:lnTo>
                    <a:pt x="0" y="102173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36" name="pg335"/>
            <p:cNvSpPr/>
            <p:nvPr/>
          </p:nvSpPr>
          <p:spPr>
            <a:xfrm>
              <a:off x="4443816" y="4681863"/>
              <a:ext cx="1728190" cy="102173"/>
            </a:xfrm>
            <a:custGeom>
              <a:avLst/>
              <a:pathLst>
                <a:path w="1728190" h="102173">
                  <a:moveTo>
                    <a:pt x="0" y="0"/>
                  </a:moveTo>
                  <a:lnTo>
                    <a:pt x="3456" y="0"/>
                  </a:lnTo>
                  <a:lnTo>
                    <a:pt x="6912" y="0"/>
                  </a:lnTo>
                  <a:lnTo>
                    <a:pt x="10369" y="0"/>
                  </a:lnTo>
                  <a:lnTo>
                    <a:pt x="13825" y="0"/>
                  </a:lnTo>
                  <a:lnTo>
                    <a:pt x="17281" y="0"/>
                  </a:lnTo>
                  <a:lnTo>
                    <a:pt x="20738" y="0"/>
                  </a:lnTo>
                  <a:lnTo>
                    <a:pt x="24194" y="0"/>
                  </a:lnTo>
                  <a:lnTo>
                    <a:pt x="27651" y="0"/>
                  </a:lnTo>
                  <a:lnTo>
                    <a:pt x="31107" y="0"/>
                  </a:lnTo>
                  <a:lnTo>
                    <a:pt x="34563" y="0"/>
                  </a:lnTo>
                  <a:lnTo>
                    <a:pt x="38020" y="0"/>
                  </a:lnTo>
                  <a:lnTo>
                    <a:pt x="41476" y="0"/>
                  </a:lnTo>
                  <a:lnTo>
                    <a:pt x="44932" y="0"/>
                  </a:lnTo>
                  <a:lnTo>
                    <a:pt x="48389" y="0"/>
                  </a:lnTo>
                  <a:lnTo>
                    <a:pt x="51845" y="0"/>
                  </a:lnTo>
                  <a:lnTo>
                    <a:pt x="55302" y="0"/>
                  </a:lnTo>
                  <a:lnTo>
                    <a:pt x="58758" y="0"/>
                  </a:lnTo>
                  <a:lnTo>
                    <a:pt x="62214" y="0"/>
                  </a:lnTo>
                  <a:lnTo>
                    <a:pt x="65671" y="0"/>
                  </a:lnTo>
                  <a:lnTo>
                    <a:pt x="69127" y="0"/>
                  </a:lnTo>
                  <a:lnTo>
                    <a:pt x="72584" y="0"/>
                  </a:lnTo>
                  <a:lnTo>
                    <a:pt x="76040" y="0"/>
                  </a:lnTo>
                  <a:lnTo>
                    <a:pt x="79496" y="0"/>
                  </a:lnTo>
                  <a:lnTo>
                    <a:pt x="82953" y="0"/>
                  </a:lnTo>
                  <a:lnTo>
                    <a:pt x="86409" y="0"/>
                  </a:lnTo>
                  <a:lnTo>
                    <a:pt x="89865" y="0"/>
                  </a:lnTo>
                  <a:lnTo>
                    <a:pt x="93322" y="0"/>
                  </a:lnTo>
                  <a:lnTo>
                    <a:pt x="96778" y="0"/>
                  </a:lnTo>
                  <a:lnTo>
                    <a:pt x="100235" y="0"/>
                  </a:lnTo>
                  <a:lnTo>
                    <a:pt x="103691" y="0"/>
                  </a:lnTo>
                  <a:lnTo>
                    <a:pt x="107147" y="0"/>
                  </a:lnTo>
                  <a:lnTo>
                    <a:pt x="110604" y="0"/>
                  </a:lnTo>
                  <a:lnTo>
                    <a:pt x="114060" y="0"/>
                  </a:lnTo>
                  <a:lnTo>
                    <a:pt x="117516" y="0"/>
                  </a:lnTo>
                  <a:lnTo>
                    <a:pt x="120973" y="0"/>
                  </a:lnTo>
                  <a:lnTo>
                    <a:pt x="124429" y="0"/>
                  </a:lnTo>
                  <a:lnTo>
                    <a:pt x="127886" y="0"/>
                  </a:lnTo>
                  <a:lnTo>
                    <a:pt x="131342" y="0"/>
                  </a:lnTo>
                  <a:lnTo>
                    <a:pt x="134798" y="0"/>
                  </a:lnTo>
                  <a:lnTo>
                    <a:pt x="138255" y="0"/>
                  </a:lnTo>
                  <a:lnTo>
                    <a:pt x="141711" y="0"/>
                  </a:lnTo>
                  <a:lnTo>
                    <a:pt x="145168" y="0"/>
                  </a:lnTo>
                  <a:lnTo>
                    <a:pt x="148624" y="0"/>
                  </a:lnTo>
                  <a:lnTo>
                    <a:pt x="152080" y="0"/>
                  </a:lnTo>
                  <a:lnTo>
                    <a:pt x="155537" y="0"/>
                  </a:lnTo>
                  <a:lnTo>
                    <a:pt x="158993" y="0"/>
                  </a:lnTo>
                  <a:lnTo>
                    <a:pt x="162449" y="0"/>
                  </a:lnTo>
                  <a:lnTo>
                    <a:pt x="165906" y="0"/>
                  </a:lnTo>
                  <a:lnTo>
                    <a:pt x="169362" y="0"/>
                  </a:lnTo>
                  <a:lnTo>
                    <a:pt x="172819" y="0"/>
                  </a:lnTo>
                  <a:lnTo>
                    <a:pt x="176275" y="0"/>
                  </a:lnTo>
                  <a:lnTo>
                    <a:pt x="179731" y="0"/>
                  </a:lnTo>
                  <a:lnTo>
                    <a:pt x="183188" y="0"/>
                  </a:lnTo>
                  <a:lnTo>
                    <a:pt x="186644" y="0"/>
                  </a:lnTo>
                  <a:lnTo>
                    <a:pt x="190101" y="0"/>
                  </a:lnTo>
                  <a:lnTo>
                    <a:pt x="193557" y="0"/>
                  </a:lnTo>
                  <a:lnTo>
                    <a:pt x="197013" y="0"/>
                  </a:lnTo>
                  <a:lnTo>
                    <a:pt x="200470" y="0"/>
                  </a:lnTo>
                  <a:lnTo>
                    <a:pt x="203926" y="0"/>
                  </a:lnTo>
                  <a:lnTo>
                    <a:pt x="207382" y="0"/>
                  </a:lnTo>
                  <a:lnTo>
                    <a:pt x="210839" y="0"/>
                  </a:lnTo>
                  <a:lnTo>
                    <a:pt x="214295" y="0"/>
                  </a:lnTo>
                  <a:lnTo>
                    <a:pt x="217752" y="0"/>
                  </a:lnTo>
                  <a:lnTo>
                    <a:pt x="221208" y="0"/>
                  </a:lnTo>
                  <a:lnTo>
                    <a:pt x="224664" y="0"/>
                  </a:lnTo>
                  <a:lnTo>
                    <a:pt x="228121" y="0"/>
                  </a:lnTo>
                  <a:lnTo>
                    <a:pt x="231577" y="0"/>
                  </a:lnTo>
                  <a:lnTo>
                    <a:pt x="235033" y="0"/>
                  </a:lnTo>
                  <a:lnTo>
                    <a:pt x="238490" y="0"/>
                  </a:lnTo>
                  <a:lnTo>
                    <a:pt x="241946" y="0"/>
                  </a:lnTo>
                  <a:lnTo>
                    <a:pt x="245403" y="0"/>
                  </a:lnTo>
                  <a:lnTo>
                    <a:pt x="248859" y="0"/>
                  </a:lnTo>
                  <a:lnTo>
                    <a:pt x="252315" y="0"/>
                  </a:lnTo>
                  <a:lnTo>
                    <a:pt x="255772" y="0"/>
                  </a:lnTo>
                  <a:lnTo>
                    <a:pt x="259228" y="0"/>
                  </a:lnTo>
                  <a:lnTo>
                    <a:pt x="262685" y="0"/>
                  </a:lnTo>
                  <a:lnTo>
                    <a:pt x="266141" y="0"/>
                  </a:lnTo>
                  <a:lnTo>
                    <a:pt x="269597" y="0"/>
                  </a:lnTo>
                  <a:lnTo>
                    <a:pt x="273054" y="0"/>
                  </a:lnTo>
                  <a:lnTo>
                    <a:pt x="276510" y="0"/>
                  </a:lnTo>
                  <a:lnTo>
                    <a:pt x="279966" y="0"/>
                  </a:lnTo>
                  <a:lnTo>
                    <a:pt x="283423" y="0"/>
                  </a:lnTo>
                  <a:lnTo>
                    <a:pt x="286879" y="0"/>
                  </a:lnTo>
                  <a:lnTo>
                    <a:pt x="290336" y="0"/>
                  </a:lnTo>
                  <a:lnTo>
                    <a:pt x="293792" y="0"/>
                  </a:lnTo>
                  <a:lnTo>
                    <a:pt x="297248" y="0"/>
                  </a:lnTo>
                  <a:lnTo>
                    <a:pt x="300705" y="0"/>
                  </a:lnTo>
                  <a:lnTo>
                    <a:pt x="304161" y="0"/>
                  </a:lnTo>
                  <a:lnTo>
                    <a:pt x="307617" y="0"/>
                  </a:lnTo>
                  <a:lnTo>
                    <a:pt x="311074" y="0"/>
                  </a:lnTo>
                  <a:lnTo>
                    <a:pt x="314530" y="0"/>
                  </a:lnTo>
                  <a:lnTo>
                    <a:pt x="317987" y="0"/>
                  </a:lnTo>
                  <a:lnTo>
                    <a:pt x="321443" y="0"/>
                  </a:lnTo>
                  <a:lnTo>
                    <a:pt x="324899" y="0"/>
                  </a:lnTo>
                  <a:lnTo>
                    <a:pt x="328356" y="0"/>
                  </a:lnTo>
                  <a:lnTo>
                    <a:pt x="331812" y="0"/>
                  </a:lnTo>
                  <a:lnTo>
                    <a:pt x="335269" y="0"/>
                  </a:lnTo>
                  <a:lnTo>
                    <a:pt x="338725" y="0"/>
                  </a:lnTo>
                  <a:lnTo>
                    <a:pt x="342181" y="0"/>
                  </a:lnTo>
                  <a:lnTo>
                    <a:pt x="345638" y="0"/>
                  </a:lnTo>
                  <a:lnTo>
                    <a:pt x="349094" y="0"/>
                  </a:lnTo>
                  <a:lnTo>
                    <a:pt x="352550" y="0"/>
                  </a:lnTo>
                  <a:lnTo>
                    <a:pt x="356007" y="0"/>
                  </a:lnTo>
                  <a:lnTo>
                    <a:pt x="359463" y="0"/>
                  </a:lnTo>
                  <a:lnTo>
                    <a:pt x="362920" y="0"/>
                  </a:lnTo>
                  <a:lnTo>
                    <a:pt x="366376" y="0"/>
                  </a:lnTo>
                  <a:lnTo>
                    <a:pt x="369832" y="0"/>
                  </a:lnTo>
                  <a:lnTo>
                    <a:pt x="373289" y="0"/>
                  </a:lnTo>
                  <a:lnTo>
                    <a:pt x="376745" y="0"/>
                  </a:lnTo>
                  <a:lnTo>
                    <a:pt x="380202" y="0"/>
                  </a:lnTo>
                  <a:lnTo>
                    <a:pt x="383658" y="0"/>
                  </a:lnTo>
                  <a:lnTo>
                    <a:pt x="387114" y="0"/>
                  </a:lnTo>
                  <a:lnTo>
                    <a:pt x="390571" y="0"/>
                  </a:lnTo>
                  <a:lnTo>
                    <a:pt x="394027" y="0"/>
                  </a:lnTo>
                  <a:lnTo>
                    <a:pt x="397483" y="0"/>
                  </a:lnTo>
                  <a:lnTo>
                    <a:pt x="400940" y="0"/>
                  </a:lnTo>
                  <a:lnTo>
                    <a:pt x="404396" y="0"/>
                  </a:lnTo>
                  <a:lnTo>
                    <a:pt x="407853" y="0"/>
                  </a:lnTo>
                  <a:lnTo>
                    <a:pt x="411309" y="0"/>
                  </a:lnTo>
                  <a:lnTo>
                    <a:pt x="414765" y="0"/>
                  </a:lnTo>
                  <a:lnTo>
                    <a:pt x="418222" y="0"/>
                  </a:lnTo>
                  <a:lnTo>
                    <a:pt x="421678" y="0"/>
                  </a:lnTo>
                  <a:lnTo>
                    <a:pt x="425134" y="0"/>
                  </a:lnTo>
                  <a:lnTo>
                    <a:pt x="428591" y="0"/>
                  </a:lnTo>
                  <a:lnTo>
                    <a:pt x="432047" y="0"/>
                  </a:lnTo>
                  <a:lnTo>
                    <a:pt x="435504" y="0"/>
                  </a:lnTo>
                  <a:lnTo>
                    <a:pt x="438960" y="0"/>
                  </a:lnTo>
                  <a:lnTo>
                    <a:pt x="442416" y="0"/>
                  </a:lnTo>
                  <a:lnTo>
                    <a:pt x="445873" y="0"/>
                  </a:lnTo>
                  <a:lnTo>
                    <a:pt x="449329" y="0"/>
                  </a:lnTo>
                  <a:lnTo>
                    <a:pt x="452786" y="0"/>
                  </a:lnTo>
                  <a:lnTo>
                    <a:pt x="456242" y="0"/>
                  </a:lnTo>
                  <a:lnTo>
                    <a:pt x="459698" y="0"/>
                  </a:lnTo>
                  <a:lnTo>
                    <a:pt x="463155" y="0"/>
                  </a:lnTo>
                  <a:lnTo>
                    <a:pt x="466611" y="0"/>
                  </a:lnTo>
                  <a:lnTo>
                    <a:pt x="470067" y="0"/>
                  </a:lnTo>
                  <a:lnTo>
                    <a:pt x="473524" y="0"/>
                  </a:lnTo>
                  <a:lnTo>
                    <a:pt x="476980" y="0"/>
                  </a:lnTo>
                  <a:lnTo>
                    <a:pt x="480437" y="0"/>
                  </a:lnTo>
                  <a:lnTo>
                    <a:pt x="483893" y="0"/>
                  </a:lnTo>
                  <a:lnTo>
                    <a:pt x="487349" y="0"/>
                  </a:lnTo>
                  <a:lnTo>
                    <a:pt x="490806" y="0"/>
                  </a:lnTo>
                  <a:lnTo>
                    <a:pt x="494262" y="0"/>
                  </a:lnTo>
                  <a:lnTo>
                    <a:pt x="497718" y="0"/>
                  </a:lnTo>
                  <a:lnTo>
                    <a:pt x="501175" y="0"/>
                  </a:lnTo>
                  <a:lnTo>
                    <a:pt x="504631" y="0"/>
                  </a:lnTo>
                  <a:lnTo>
                    <a:pt x="508088" y="0"/>
                  </a:lnTo>
                  <a:lnTo>
                    <a:pt x="511544" y="0"/>
                  </a:lnTo>
                  <a:lnTo>
                    <a:pt x="515000" y="0"/>
                  </a:lnTo>
                  <a:lnTo>
                    <a:pt x="518457" y="0"/>
                  </a:lnTo>
                  <a:lnTo>
                    <a:pt x="521913" y="0"/>
                  </a:lnTo>
                  <a:lnTo>
                    <a:pt x="525370" y="0"/>
                  </a:lnTo>
                  <a:lnTo>
                    <a:pt x="528826" y="0"/>
                  </a:lnTo>
                  <a:lnTo>
                    <a:pt x="532282" y="0"/>
                  </a:lnTo>
                  <a:lnTo>
                    <a:pt x="535739" y="0"/>
                  </a:lnTo>
                  <a:lnTo>
                    <a:pt x="539195" y="0"/>
                  </a:lnTo>
                  <a:lnTo>
                    <a:pt x="542651" y="0"/>
                  </a:lnTo>
                  <a:lnTo>
                    <a:pt x="546108" y="0"/>
                  </a:lnTo>
                  <a:lnTo>
                    <a:pt x="549564" y="0"/>
                  </a:lnTo>
                  <a:lnTo>
                    <a:pt x="553021" y="0"/>
                  </a:lnTo>
                  <a:lnTo>
                    <a:pt x="556477" y="0"/>
                  </a:lnTo>
                  <a:lnTo>
                    <a:pt x="559933" y="0"/>
                  </a:lnTo>
                  <a:lnTo>
                    <a:pt x="563390" y="0"/>
                  </a:lnTo>
                  <a:lnTo>
                    <a:pt x="566846" y="0"/>
                  </a:lnTo>
                  <a:lnTo>
                    <a:pt x="570303" y="0"/>
                  </a:lnTo>
                  <a:lnTo>
                    <a:pt x="573759" y="0"/>
                  </a:lnTo>
                  <a:lnTo>
                    <a:pt x="577215" y="0"/>
                  </a:lnTo>
                  <a:lnTo>
                    <a:pt x="580672" y="0"/>
                  </a:lnTo>
                  <a:lnTo>
                    <a:pt x="584128" y="0"/>
                  </a:lnTo>
                  <a:lnTo>
                    <a:pt x="587584" y="0"/>
                  </a:lnTo>
                  <a:lnTo>
                    <a:pt x="591041" y="0"/>
                  </a:lnTo>
                  <a:lnTo>
                    <a:pt x="594497" y="0"/>
                  </a:lnTo>
                  <a:lnTo>
                    <a:pt x="597954" y="0"/>
                  </a:lnTo>
                  <a:lnTo>
                    <a:pt x="601410" y="0"/>
                  </a:lnTo>
                  <a:lnTo>
                    <a:pt x="604866" y="0"/>
                  </a:lnTo>
                  <a:lnTo>
                    <a:pt x="608323" y="0"/>
                  </a:lnTo>
                  <a:lnTo>
                    <a:pt x="611779" y="0"/>
                  </a:lnTo>
                  <a:lnTo>
                    <a:pt x="615235" y="0"/>
                  </a:lnTo>
                  <a:lnTo>
                    <a:pt x="618692" y="0"/>
                  </a:lnTo>
                  <a:lnTo>
                    <a:pt x="622148" y="0"/>
                  </a:lnTo>
                  <a:lnTo>
                    <a:pt x="625605" y="0"/>
                  </a:lnTo>
                  <a:lnTo>
                    <a:pt x="629061" y="0"/>
                  </a:lnTo>
                  <a:lnTo>
                    <a:pt x="632517" y="0"/>
                  </a:lnTo>
                  <a:lnTo>
                    <a:pt x="635974" y="0"/>
                  </a:lnTo>
                  <a:lnTo>
                    <a:pt x="639430" y="0"/>
                  </a:lnTo>
                  <a:lnTo>
                    <a:pt x="642887" y="0"/>
                  </a:lnTo>
                  <a:lnTo>
                    <a:pt x="646343" y="0"/>
                  </a:lnTo>
                  <a:lnTo>
                    <a:pt x="649799" y="0"/>
                  </a:lnTo>
                  <a:lnTo>
                    <a:pt x="653256" y="0"/>
                  </a:lnTo>
                  <a:lnTo>
                    <a:pt x="656712" y="0"/>
                  </a:lnTo>
                  <a:lnTo>
                    <a:pt x="660168" y="0"/>
                  </a:lnTo>
                  <a:lnTo>
                    <a:pt x="663625" y="0"/>
                  </a:lnTo>
                  <a:lnTo>
                    <a:pt x="667081" y="0"/>
                  </a:lnTo>
                  <a:lnTo>
                    <a:pt x="670538" y="0"/>
                  </a:lnTo>
                  <a:lnTo>
                    <a:pt x="673994" y="0"/>
                  </a:lnTo>
                  <a:lnTo>
                    <a:pt x="677450" y="0"/>
                  </a:lnTo>
                  <a:lnTo>
                    <a:pt x="680907" y="0"/>
                  </a:lnTo>
                  <a:lnTo>
                    <a:pt x="684363" y="0"/>
                  </a:lnTo>
                  <a:lnTo>
                    <a:pt x="687820" y="0"/>
                  </a:lnTo>
                  <a:lnTo>
                    <a:pt x="691276" y="0"/>
                  </a:lnTo>
                  <a:lnTo>
                    <a:pt x="694732" y="0"/>
                  </a:lnTo>
                  <a:lnTo>
                    <a:pt x="698189" y="0"/>
                  </a:lnTo>
                  <a:lnTo>
                    <a:pt x="701645" y="0"/>
                  </a:lnTo>
                  <a:lnTo>
                    <a:pt x="705101" y="0"/>
                  </a:lnTo>
                  <a:lnTo>
                    <a:pt x="708558" y="0"/>
                  </a:lnTo>
                  <a:lnTo>
                    <a:pt x="712014" y="0"/>
                  </a:lnTo>
                  <a:lnTo>
                    <a:pt x="715471" y="0"/>
                  </a:lnTo>
                  <a:lnTo>
                    <a:pt x="718927" y="0"/>
                  </a:lnTo>
                  <a:lnTo>
                    <a:pt x="722383" y="0"/>
                  </a:lnTo>
                  <a:lnTo>
                    <a:pt x="725840" y="0"/>
                  </a:lnTo>
                  <a:lnTo>
                    <a:pt x="729296" y="0"/>
                  </a:lnTo>
                  <a:lnTo>
                    <a:pt x="732752" y="0"/>
                  </a:lnTo>
                  <a:lnTo>
                    <a:pt x="736209" y="0"/>
                  </a:lnTo>
                  <a:lnTo>
                    <a:pt x="739665" y="0"/>
                  </a:lnTo>
                  <a:lnTo>
                    <a:pt x="743122" y="0"/>
                  </a:lnTo>
                  <a:lnTo>
                    <a:pt x="746578" y="0"/>
                  </a:lnTo>
                  <a:lnTo>
                    <a:pt x="750034" y="0"/>
                  </a:lnTo>
                  <a:lnTo>
                    <a:pt x="753491" y="0"/>
                  </a:lnTo>
                  <a:lnTo>
                    <a:pt x="756947" y="0"/>
                  </a:lnTo>
                  <a:lnTo>
                    <a:pt x="760404" y="0"/>
                  </a:lnTo>
                  <a:lnTo>
                    <a:pt x="763860" y="0"/>
                  </a:lnTo>
                  <a:lnTo>
                    <a:pt x="767316" y="0"/>
                  </a:lnTo>
                  <a:lnTo>
                    <a:pt x="770773" y="0"/>
                  </a:lnTo>
                  <a:lnTo>
                    <a:pt x="774229" y="0"/>
                  </a:lnTo>
                  <a:lnTo>
                    <a:pt x="777685" y="0"/>
                  </a:lnTo>
                  <a:lnTo>
                    <a:pt x="781142" y="0"/>
                  </a:lnTo>
                  <a:lnTo>
                    <a:pt x="784598" y="0"/>
                  </a:lnTo>
                  <a:lnTo>
                    <a:pt x="788055" y="0"/>
                  </a:lnTo>
                  <a:lnTo>
                    <a:pt x="791511" y="0"/>
                  </a:lnTo>
                  <a:lnTo>
                    <a:pt x="794967" y="0"/>
                  </a:lnTo>
                  <a:lnTo>
                    <a:pt x="798424" y="0"/>
                  </a:lnTo>
                  <a:lnTo>
                    <a:pt x="801880" y="0"/>
                  </a:lnTo>
                  <a:lnTo>
                    <a:pt x="805336" y="0"/>
                  </a:lnTo>
                  <a:lnTo>
                    <a:pt x="808793" y="0"/>
                  </a:lnTo>
                  <a:lnTo>
                    <a:pt x="812249" y="0"/>
                  </a:lnTo>
                  <a:lnTo>
                    <a:pt x="815706" y="0"/>
                  </a:lnTo>
                  <a:lnTo>
                    <a:pt x="819162" y="0"/>
                  </a:lnTo>
                  <a:lnTo>
                    <a:pt x="822618" y="0"/>
                  </a:lnTo>
                  <a:lnTo>
                    <a:pt x="826075" y="0"/>
                  </a:lnTo>
                  <a:lnTo>
                    <a:pt x="829531" y="0"/>
                  </a:lnTo>
                  <a:lnTo>
                    <a:pt x="832988" y="0"/>
                  </a:lnTo>
                  <a:lnTo>
                    <a:pt x="836444" y="0"/>
                  </a:lnTo>
                  <a:lnTo>
                    <a:pt x="839900" y="0"/>
                  </a:lnTo>
                  <a:lnTo>
                    <a:pt x="843357" y="0"/>
                  </a:lnTo>
                  <a:lnTo>
                    <a:pt x="846813" y="0"/>
                  </a:lnTo>
                  <a:lnTo>
                    <a:pt x="850269" y="0"/>
                  </a:lnTo>
                  <a:lnTo>
                    <a:pt x="853726" y="0"/>
                  </a:lnTo>
                  <a:lnTo>
                    <a:pt x="857182" y="0"/>
                  </a:lnTo>
                  <a:lnTo>
                    <a:pt x="860639" y="0"/>
                  </a:lnTo>
                  <a:lnTo>
                    <a:pt x="864095" y="0"/>
                  </a:lnTo>
                  <a:lnTo>
                    <a:pt x="867551" y="0"/>
                  </a:lnTo>
                  <a:lnTo>
                    <a:pt x="871008" y="0"/>
                  </a:lnTo>
                  <a:lnTo>
                    <a:pt x="874464" y="0"/>
                  </a:lnTo>
                  <a:lnTo>
                    <a:pt x="877921" y="0"/>
                  </a:lnTo>
                  <a:lnTo>
                    <a:pt x="881377" y="0"/>
                  </a:lnTo>
                  <a:lnTo>
                    <a:pt x="884833" y="0"/>
                  </a:lnTo>
                  <a:lnTo>
                    <a:pt x="888290" y="0"/>
                  </a:lnTo>
                  <a:lnTo>
                    <a:pt x="891746" y="0"/>
                  </a:lnTo>
                  <a:lnTo>
                    <a:pt x="895202" y="0"/>
                  </a:lnTo>
                  <a:lnTo>
                    <a:pt x="898659" y="0"/>
                  </a:lnTo>
                  <a:lnTo>
                    <a:pt x="902115" y="0"/>
                  </a:lnTo>
                  <a:lnTo>
                    <a:pt x="905572" y="0"/>
                  </a:lnTo>
                  <a:lnTo>
                    <a:pt x="909028" y="0"/>
                  </a:lnTo>
                  <a:lnTo>
                    <a:pt x="912484" y="0"/>
                  </a:lnTo>
                  <a:lnTo>
                    <a:pt x="915941" y="0"/>
                  </a:lnTo>
                  <a:lnTo>
                    <a:pt x="919397" y="0"/>
                  </a:lnTo>
                  <a:lnTo>
                    <a:pt x="922853" y="0"/>
                  </a:lnTo>
                  <a:lnTo>
                    <a:pt x="926310" y="0"/>
                  </a:lnTo>
                  <a:lnTo>
                    <a:pt x="929766" y="0"/>
                  </a:lnTo>
                  <a:lnTo>
                    <a:pt x="933223" y="0"/>
                  </a:lnTo>
                  <a:lnTo>
                    <a:pt x="936679" y="0"/>
                  </a:lnTo>
                  <a:lnTo>
                    <a:pt x="940135" y="0"/>
                  </a:lnTo>
                  <a:lnTo>
                    <a:pt x="943592" y="0"/>
                  </a:lnTo>
                  <a:lnTo>
                    <a:pt x="947048" y="0"/>
                  </a:lnTo>
                  <a:lnTo>
                    <a:pt x="950505" y="0"/>
                  </a:lnTo>
                  <a:lnTo>
                    <a:pt x="953961" y="0"/>
                  </a:lnTo>
                  <a:lnTo>
                    <a:pt x="957417" y="0"/>
                  </a:lnTo>
                  <a:lnTo>
                    <a:pt x="960874" y="0"/>
                  </a:lnTo>
                  <a:lnTo>
                    <a:pt x="964330" y="0"/>
                  </a:lnTo>
                  <a:lnTo>
                    <a:pt x="967786" y="0"/>
                  </a:lnTo>
                  <a:lnTo>
                    <a:pt x="971243" y="0"/>
                  </a:lnTo>
                  <a:lnTo>
                    <a:pt x="974699" y="0"/>
                  </a:lnTo>
                  <a:lnTo>
                    <a:pt x="978156" y="0"/>
                  </a:lnTo>
                  <a:lnTo>
                    <a:pt x="981612" y="0"/>
                  </a:lnTo>
                  <a:lnTo>
                    <a:pt x="985068" y="0"/>
                  </a:lnTo>
                  <a:lnTo>
                    <a:pt x="988525" y="0"/>
                  </a:lnTo>
                  <a:lnTo>
                    <a:pt x="991981" y="0"/>
                  </a:lnTo>
                  <a:lnTo>
                    <a:pt x="995437" y="0"/>
                  </a:lnTo>
                  <a:lnTo>
                    <a:pt x="998894" y="0"/>
                  </a:lnTo>
                  <a:lnTo>
                    <a:pt x="1002350" y="0"/>
                  </a:lnTo>
                  <a:lnTo>
                    <a:pt x="1005807" y="0"/>
                  </a:lnTo>
                  <a:lnTo>
                    <a:pt x="1009263" y="0"/>
                  </a:lnTo>
                  <a:lnTo>
                    <a:pt x="1012719" y="0"/>
                  </a:lnTo>
                  <a:lnTo>
                    <a:pt x="1016176" y="0"/>
                  </a:lnTo>
                  <a:lnTo>
                    <a:pt x="1019632" y="0"/>
                  </a:lnTo>
                  <a:lnTo>
                    <a:pt x="1023089" y="0"/>
                  </a:lnTo>
                  <a:lnTo>
                    <a:pt x="1026545" y="0"/>
                  </a:lnTo>
                  <a:lnTo>
                    <a:pt x="1030001" y="0"/>
                  </a:lnTo>
                  <a:lnTo>
                    <a:pt x="1033458" y="0"/>
                  </a:lnTo>
                  <a:lnTo>
                    <a:pt x="1036914" y="0"/>
                  </a:lnTo>
                  <a:lnTo>
                    <a:pt x="1040370" y="0"/>
                  </a:lnTo>
                  <a:lnTo>
                    <a:pt x="1043827" y="0"/>
                  </a:lnTo>
                  <a:lnTo>
                    <a:pt x="1047283" y="0"/>
                  </a:lnTo>
                  <a:lnTo>
                    <a:pt x="1050740" y="0"/>
                  </a:lnTo>
                  <a:lnTo>
                    <a:pt x="1054196" y="0"/>
                  </a:lnTo>
                  <a:lnTo>
                    <a:pt x="1057652" y="0"/>
                  </a:lnTo>
                  <a:lnTo>
                    <a:pt x="1061109" y="0"/>
                  </a:lnTo>
                  <a:lnTo>
                    <a:pt x="1064565" y="0"/>
                  </a:lnTo>
                  <a:lnTo>
                    <a:pt x="1068022" y="0"/>
                  </a:lnTo>
                  <a:lnTo>
                    <a:pt x="1071478" y="0"/>
                  </a:lnTo>
                  <a:lnTo>
                    <a:pt x="1074934" y="0"/>
                  </a:lnTo>
                  <a:lnTo>
                    <a:pt x="1078391" y="0"/>
                  </a:lnTo>
                  <a:lnTo>
                    <a:pt x="1081847" y="0"/>
                  </a:lnTo>
                  <a:lnTo>
                    <a:pt x="1085303" y="0"/>
                  </a:lnTo>
                  <a:lnTo>
                    <a:pt x="1088760" y="0"/>
                  </a:lnTo>
                  <a:lnTo>
                    <a:pt x="1092216" y="0"/>
                  </a:lnTo>
                  <a:lnTo>
                    <a:pt x="1095673" y="0"/>
                  </a:lnTo>
                  <a:lnTo>
                    <a:pt x="1099129" y="0"/>
                  </a:lnTo>
                  <a:lnTo>
                    <a:pt x="1102585" y="0"/>
                  </a:lnTo>
                  <a:lnTo>
                    <a:pt x="1106042" y="0"/>
                  </a:lnTo>
                  <a:lnTo>
                    <a:pt x="1109498" y="0"/>
                  </a:lnTo>
                  <a:lnTo>
                    <a:pt x="1112954" y="0"/>
                  </a:lnTo>
                  <a:lnTo>
                    <a:pt x="1116411" y="0"/>
                  </a:lnTo>
                  <a:lnTo>
                    <a:pt x="1119867" y="0"/>
                  </a:lnTo>
                  <a:lnTo>
                    <a:pt x="1123324" y="0"/>
                  </a:lnTo>
                  <a:lnTo>
                    <a:pt x="1126780" y="0"/>
                  </a:lnTo>
                  <a:lnTo>
                    <a:pt x="1130236" y="0"/>
                  </a:lnTo>
                  <a:lnTo>
                    <a:pt x="1133693" y="0"/>
                  </a:lnTo>
                  <a:lnTo>
                    <a:pt x="1137149" y="0"/>
                  </a:lnTo>
                  <a:lnTo>
                    <a:pt x="1140606" y="0"/>
                  </a:lnTo>
                  <a:lnTo>
                    <a:pt x="1144062" y="0"/>
                  </a:lnTo>
                  <a:lnTo>
                    <a:pt x="1147518" y="0"/>
                  </a:lnTo>
                  <a:lnTo>
                    <a:pt x="1150975" y="0"/>
                  </a:lnTo>
                  <a:lnTo>
                    <a:pt x="1154431" y="0"/>
                  </a:lnTo>
                  <a:lnTo>
                    <a:pt x="1157887" y="0"/>
                  </a:lnTo>
                  <a:lnTo>
                    <a:pt x="1161344" y="0"/>
                  </a:lnTo>
                  <a:lnTo>
                    <a:pt x="1164800" y="0"/>
                  </a:lnTo>
                  <a:lnTo>
                    <a:pt x="1168257" y="0"/>
                  </a:lnTo>
                  <a:lnTo>
                    <a:pt x="1171713" y="0"/>
                  </a:lnTo>
                  <a:lnTo>
                    <a:pt x="1175169" y="0"/>
                  </a:lnTo>
                  <a:lnTo>
                    <a:pt x="1178626" y="0"/>
                  </a:lnTo>
                  <a:lnTo>
                    <a:pt x="1182082" y="0"/>
                  </a:lnTo>
                  <a:lnTo>
                    <a:pt x="1185539" y="0"/>
                  </a:lnTo>
                  <a:lnTo>
                    <a:pt x="1188995" y="0"/>
                  </a:lnTo>
                  <a:lnTo>
                    <a:pt x="1192451" y="0"/>
                  </a:lnTo>
                  <a:lnTo>
                    <a:pt x="1195908" y="0"/>
                  </a:lnTo>
                  <a:lnTo>
                    <a:pt x="1199364" y="0"/>
                  </a:lnTo>
                  <a:lnTo>
                    <a:pt x="1202820" y="0"/>
                  </a:lnTo>
                  <a:lnTo>
                    <a:pt x="1206277" y="0"/>
                  </a:lnTo>
                  <a:lnTo>
                    <a:pt x="1209733" y="0"/>
                  </a:lnTo>
                  <a:lnTo>
                    <a:pt x="1213190" y="0"/>
                  </a:lnTo>
                  <a:lnTo>
                    <a:pt x="1216646" y="0"/>
                  </a:lnTo>
                  <a:lnTo>
                    <a:pt x="1220102" y="0"/>
                  </a:lnTo>
                  <a:lnTo>
                    <a:pt x="1223559" y="0"/>
                  </a:lnTo>
                  <a:lnTo>
                    <a:pt x="1227015" y="0"/>
                  </a:lnTo>
                  <a:lnTo>
                    <a:pt x="1230471" y="0"/>
                  </a:lnTo>
                  <a:lnTo>
                    <a:pt x="1233928" y="0"/>
                  </a:lnTo>
                  <a:lnTo>
                    <a:pt x="1237384" y="0"/>
                  </a:lnTo>
                  <a:lnTo>
                    <a:pt x="1240841" y="0"/>
                  </a:lnTo>
                  <a:lnTo>
                    <a:pt x="1244297" y="0"/>
                  </a:lnTo>
                  <a:lnTo>
                    <a:pt x="1247753" y="0"/>
                  </a:lnTo>
                  <a:lnTo>
                    <a:pt x="1251210" y="0"/>
                  </a:lnTo>
                  <a:lnTo>
                    <a:pt x="1254666" y="0"/>
                  </a:lnTo>
                  <a:lnTo>
                    <a:pt x="1258123" y="0"/>
                  </a:lnTo>
                  <a:lnTo>
                    <a:pt x="1261579" y="0"/>
                  </a:lnTo>
                  <a:lnTo>
                    <a:pt x="1265035" y="0"/>
                  </a:lnTo>
                  <a:lnTo>
                    <a:pt x="1268492" y="0"/>
                  </a:lnTo>
                  <a:lnTo>
                    <a:pt x="1271948" y="0"/>
                  </a:lnTo>
                  <a:lnTo>
                    <a:pt x="1275404" y="0"/>
                  </a:lnTo>
                  <a:lnTo>
                    <a:pt x="1278861" y="0"/>
                  </a:lnTo>
                  <a:lnTo>
                    <a:pt x="1282317" y="0"/>
                  </a:lnTo>
                  <a:lnTo>
                    <a:pt x="1285774" y="0"/>
                  </a:lnTo>
                  <a:lnTo>
                    <a:pt x="1289230" y="0"/>
                  </a:lnTo>
                  <a:lnTo>
                    <a:pt x="1292686" y="0"/>
                  </a:lnTo>
                  <a:lnTo>
                    <a:pt x="1296143" y="0"/>
                  </a:lnTo>
                  <a:lnTo>
                    <a:pt x="1299599" y="0"/>
                  </a:lnTo>
                  <a:lnTo>
                    <a:pt x="1303055" y="0"/>
                  </a:lnTo>
                  <a:lnTo>
                    <a:pt x="1306512" y="0"/>
                  </a:lnTo>
                  <a:lnTo>
                    <a:pt x="1309968" y="0"/>
                  </a:lnTo>
                  <a:lnTo>
                    <a:pt x="1313425" y="0"/>
                  </a:lnTo>
                  <a:lnTo>
                    <a:pt x="1316881" y="0"/>
                  </a:lnTo>
                  <a:lnTo>
                    <a:pt x="1320337" y="0"/>
                  </a:lnTo>
                  <a:lnTo>
                    <a:pt x="1323794" y="0"/>
                  </a:lnTo>
                  <a:lnTo>
                    <a:pt x="1327250" y="0"/>
                  </a:lnTo>
                  <a:lnTo>
                    <a:pt x="1330707" y="0"/>
                  </a:lnTo>
                  <a:lnTo>
                    <a:pt x="1334163" y="0"/>
                  </a:lnTo>
                  <a:lnTo>
                    <a:pt x="1337619" y="0"/>
                  </a:lnTo>
                  <a:lnTo>
                    <a:pt x="1341076" y="0"/>
                  </a:lnTo>
                  <a:lnTo>
                    <a:pt x="1344532" y="0"/>
                  </a:lnTo>
                  <a:lnTo>
                    <a:pt x="1347988" y="0"/>
                  </a:lnTo>
                  <a:lnTo>
                    <a:pt x="1351445" y="0"/>
                  </a:lnTo>
                  <a:lnTo>
                    <a:pt x="1354901" y="0"/>
                  </a:lnTo>
                  <a:lnTo>
                    <a:pt x="1358358" y="0"/>
                  </a:lnTo>
                  <a:lnTo>
                    <a:pt x="1361814" y="0"/>
                  </a:lnTo>
                  <a:lnTo>
                    <a:pt x="1365270" y="0"/>
                  </a:lnTo>
                  <a:lnTo>
                    <a:pt x="1368727" y="0"/>
                  </a:lnTo>
                  <a:lnTo>
                    <a:pt x="1372183" y="0"/>
                  </a:lnTo>
                  <a:lnTo>
                    <a:pt x="1375640" y="0"/>
                  </a:lnTo>
                  <a:lnTo>
                    <a:pt x="1379096" y="0"/>
                  </a:lnTo>
                  <a:lnTo>
                    <a:pt x="1382552" y="0"/>
                  </a:lnTo>
                  <a:lnTo>
                    <a:pt x="1386009" y="0"/>
                  </a:lnTo>
                  <a:lnTo>
                    <a:pt x="1389465" y="0"/>
                  </a:lnTo>
                  <a:lnTo>
                    <a:pt x="1392921" y="0"/>
                  </a:lnTo>
                  <a:lnTo>
                    <a:pt x="1396378" y="0"/>
                  </a:lnTo>
                  <a:lnTo>
                    <a:pt x="1399834" y="0"/>
                  </a:lnTo>
                  <a:lnTo>
                    <a:pt x="1403291" y="0"/>
                  </a:lnTo>
                  <a:lnTo>
                    <a:pt x="1406747" y="0"/>
                  </a:lnTo>
                  <a:lnTo>
                    <a:pt x="1410203" y="0"/>
                  </a:lnTo>
                  <a:lnTo>
                    <a:pt x="1413660" y="0"/>
                  </a:lnTo>
                  <a:lnTo>
                    <a:pt x="1417116" y="0"/>
                  </a:lnTo>
                  <a:lnTo>
                    <a:pt x="1420572" y="0"/>
                  </a:lnTo>
                  <a:lnTo>
                    <a:pt x="1424029" y="0"/>
                  </a:lnTo>
                  <a:lnTo>
                    <a:pt x="1427485" y="0"/>
                  </a:lnTo>
                  <a:lnTo>
                    <a:pt x="1430942" y="0"/>
                  </a:lnTo>
                  <a:lnTo>
                    <a:pt x="1434398" y="0"/>
                  </a:lnTo>
                  <a:lnTo>
                    <a:pt x="1437854" y="0"/>
                  </a:lnTo>
                  <a:lnTo>
                    <a:pt x="1441311" y="0"/>
                  </a:lnTo>
                  <a:lnTo>
                    <a:pt x="1444767" y="0"/>
                  </a:lnTo>
                  <a:lnTo>
                    <a:pt x="1448224" y="0"/>
                  </a:lnTo>
                  <a:lnTo>
                    <a:pt x="1451680" y="0"/>
                  </a:lnTo>
                  <a:lnTo>
                    <a:pt x="1455136" y="0"/>
                  </a:lnTo>
                  <a:lnTo>
                    <a:pt x="1458593" y="0"/>
                  </a:lnTo>
                  <a:lnTo>
                    <a:pt x="1462049" y="0"/>
                  </a:lnTo>
                  <a:lnTo>
                    <a:pt x="1465505" y="0"/>
                  </a:lnTo>
                  <a:lnTo>
                    <a:pt x="1468962" y="0"/>
                  </a:lnTo>
                  <a:lnTo>
                    <a:pt x="1472418" y="0"/>
                  </a:lnTo>
                  <a:lnTo>
                    <a:pt x="1475875" y="0"/>
                  </a:lnTo>
                  <a:lnTo>
                    <a:pt x="1479331" y="0"/>
                  </a:lnTo>
                  <a:lnTo>
                    <a:pt x="1482787" y="0"/>
                  </a:lnTo>
                  <a:lnTo>
                    <a:pt x="1486244" y="0"/>
                  </a:lnTo>
                  <a:lnTo>
                    <a:pt x="1489700" y="0"/>
                  </a:lnTo>
                  <a:lnTo>
                    <a:pt x="1493156" y="0"/>
                  </a:lnTo>
                  <a:lnTo>
                    <a:pt x="1496613" y="0"/>
                  </a:lnTo>
                  <a:lnTo>
                    <a:pt x="1500069" y="0"/>
                  </a:lnTo>
                  <a:lnTo>
                    <a:pt x="1503526" y="0"/>
                  </a:lnTo>
                  <a:lnTo>
                    <a:pt x="1506982" y="0"/>
                  </a:lnTo>
                  <a:lnTo>
                    <a:pt x="1510438" y="0"/>
                  </a:lnTo>
                  <a:lnTo>
                    <a:pt x="1513895" y="0"/>
                  </a:lnTo>
                  <a:lnTo>
                    <a:pt x="1517351" y="0"/>
                  </a:lnTo>
                  <a:lnTo>
                    <a:pt x="1520808" y="0"/>
                  </a:lnTo>
                  <a:lnTo>
                    <a:pt x="1524264" y="0"/>
                  </a:lnTo>
                  <a:lnTo>
                    <a:pt x="1527720" y="0"/>
                  </a:lnTo>
                  <a:lnTo>
                    <a:pt x="1531177" y="0"/>
                  </a:lnTo>
                  <a:lnTo>
                    <a:pt x="1534633" y="0"/>
                  </a:lnTo>
                  <a:lnTo>
                    <a:pt x="1538089" y="0"/>
                  </a:lnTo>
                  <a:lnTo>
                    <a:pt x="1541546" y="0"/>
                  </a:lnTo>
                  <a:lnTo>
                    <a:pt x="1545002" y="0"/>
                  </a:lnTo>
                  <a:lnTo>
                    <a:pt x="1548459" y="0"/>
                  </a:lnTo>
                  <a:lnTo>
                    <a:pt x="1551915" y="0"/>
                  </a:lnTo>
                  <a:lnTo>
                    <a:pt x="1555371" y="0"/>
                  </a:lnTo>
                  <a:lnTo>
                    <a:pt x="1558828" y="0"/>
                  </a:lnTo>
                  <a:lnTo>
                    <a:pt x="1562284" y="0"/>
                  </a:lnTo>
                  <a:lnTo>
                    <a:pt x="1565741" y="0"/>
                  </a:lnTo>
                  <a:lnTo>
                    <a:pt x="1569197" y="0"/>
                  </a:lnTo>
                  <a:lnTo>
                    <a:pt x="1572653" y="0"/>
                  </a:lnTo>
                  <a:lnTo>
                    <a:pt x="1576110" y="0"/>
                  </a:lnTo>
                  <a:lnTo>
                    <a:pt x="1579566" y="0"/>
                  </a:lnTo>
                  <a:lnTo>
                    <a:pt x="1583022" y="0"/>
                  </a:lnTo>
                  <a:lnTo>
                    <a:pt x="1586479" y="0"/>
                  </a:lnTo>
                  <a:lnTo>
                    <a:pt x="1589935" y="0"/>
                  </a:lnTo>
                  <a:lnTo>
                    <a:pt x="1593392" y="0"/>
                  </a:lnTo>
                  <a:lnTo>
                    <a:pt x="1596848" y="0"/>
                  </a:lnTo>
                  <a:lnTo>
                    <a:pt x="1600304" y="0"/>
                  </a:lnTo>
                  <a:lnTo>
                    <a:pt x="1603761" y="0"/>
                  </a:lnTo>
                  <a:lnTo>
                    <a:pt x="1607217" y="0"/>
                  </a:lnTo>
                  <a:lnTo>
                    <a:pt x="1610673" y="0"/>
                  </a:lnTo>
                  <a:lnTo>
                    <a:pt x="1614130" y="0"/>
                  </a:lnTo>
                  <a:lnTo>
                    <a:pt x="1617586" y="0"/>
                  </a:lnTo>
                  <a:lnTo>
                    <a:pt x="1621043" y="0"/>
                  </a:lnTo>
                  <a:lnTo>
                    <a:pt x="1624499" y="0"/>
                  </a:lnTo>
                  <a:lnTo>
                    <a:pt x="1627955" y="0"/>
                  </a:lnTo>
                  <a:lnTo>
                    <a:pt x="1631412" y="0"/>
                  </a:lnTo>
                  <a:lnTo>
                    <a:pt x="1634868" y="0"/>
                  </a:lnTo>
                  <a:lnTo>
                    <a:pt x="1638325" y="0"/>
                  </a:lnTo>
                  <a:lnTo>
                    <a:pt x="1641781" y="0"/>
                  </a:lnTo>
                  <a:lnTo>
                    <a:pt x="1645237" y="0"/>
                  </a:lnTo>
                  <a:lnTo>
                    <a:pt x="1648694" y="0"/>
                  </a:lnTo>
                  <a:lnTo>
                    <a:pt x="1652150" y="0"/>
                  </a:lnTo>
                  <a:lnTo>
                    <a:pt x="1655606" y="0"/>
                  </a:lnTo>
                  <a:lnTo>
                    <a:pt x="1659063" y="0"/>
                  </a:lnTo>
                  <a:lnTo>
                    <a:pt x="1662519" y="0"/>
                  </a:lnTo>
                  <a:lnTo>
                    <a:pt x="1665976" y="0"/>
                  </a:lnTo>
                  <a:lnTo>
                    <a:pt x="1669432" y="0"/>
                  </a:lnTo>
                  <a:lnTo>
                    <a:pt x="1672888" y="0"/>
                  </a:lnTo>
                  <a:lnTo>
                    <a:pt x="1676345" y="0"/>
                  </a:lnTo>
                  <a:lnTo>
                    <a:pt x="1679801" y="0"/>
                  </a:lnTo>
                  <a:lnTo>
                    <a:pt x="1683257" y="0"/>
                  </a:lnTo>
                  <a:lnTo>
                    <a:pt x="1686714" y="0"/>
                  </a:lnTo>
                  <a:lnTo>
                    <a:pt x="1690170" y="0"/>
                  </a:lnTo>
                  <a:lnTo>
                    <a:pt x="1693627" y="0"/>
                  </a:lnTo>
                  <a:lnTo>
                    <a:pt x="1697083" y="0"/>
                  </a:lnTo>
                  <a:lnTo>
                    <a:pt x="1700539" y="0"/>
                  </a:lnTo>
                  <a:lnTo>
                    <a:pt x="1703996" y="0"/>
                  </a:lnTo>
                  <a:lnTo>
                    <a:pt x="1707452" y="0"/>
                  </a:lnTo>
                  <a:lnTo>
                    <a:pt x="1710909" y="0"/>
                  </a:lnTo>
                  <a:lnTo>
                    <a:pt x="1714365" y="0"/>
                  </a:lnTo>
                  <a:lnTo>
                    <a:pt x="1717821" y="0"/>
                  </a:lnTo>
                  <a:lnTo>
                    <a:pt x="1721278" y="0"/>
                  </a:lnTo>
                  <a:lnTo>
                    <a:pt x="1724734" y="0"/>
                  </a:lnTo>
                  <a:lnTo>
                    <a:pt x="1728190" y="0"/>
                  </a:lnTo>
                  <a:lnTo>
                    <a:pt x="1728190" y="102173"/>
                  </a:lnTo>
                  <a:lnTo>
                    <a:pt x="1724734" y="102173"/>
                  </a:lnTo>
                  <a:lnTo>
                    <a:pt x="1721278" y="102173"/>
                  </a:lnTo>
                  <a:lnTo>
                    <a:pt x="1717821" y="102173"/>
                  </a:lnTo>
                  <a:lnTo>
                    <a:pt x="1714365" y="102173"/>
                  </a:lnTo>
                  <a:lnTo>
                    <a:pt x="1710909" y="102173"/>
                  </a:lnTo>
                  <a:lnTo>
                    <a:pt x="1707452" y="102173"/>
                  </a:lnTo>
                  <a:lnTo>
                    <a:pt x="1703996" y="102173"/>
                  </a:lnTo>
                  <a:lnTo>
                    <a:pt x="1700539" y="102173"/>
                  </a:lnTo>
                  <a:lnTo>
                    <a:pt x="1697083" y="102173"/>
                  </a:lnTo>
                  <a:lnTo>
                    <a:pt x="1693627" y="102173"/>
                  </a:lnTo>
                  <a:lnTo>
                    <a:pt x="1690170" y="102173"/>
                  </a:lnTo>
                  <a:lnTo>
                    <a:pt x="1686714" y="102173"/>
                  </a:lnTo>
                  <a:lnTo>
                    <a:pt x="1683257" y="102173"/>
                  </a:lnTo>
                  <a:lnTo>
                    <a:pt x="1679801" y="102173"/>
                  </a:lnTo>
                  <a:lnTo>
                    <a:pt x="1676345" y="102173"/>
                  </a:lnTo>
                  <a:lnTo>
                    <a:pt x="1672888" y="102173"/>
                  </a:lnTo>
                  <a:lnTo>
                    <a:pt x="1669432" y="102173"/>
                  </a:lnTo>
                  <a:lnTo>
                    <a:pt x="1665976" y="102173"/>
                  </a:lnTo>
                  <a:lnTo>
                    <a:pt x="1662519" y="102173"/>
                  </a:lnTo>
                  <a:lnTo>
                    <a:pt x="1659063" y="102173"/>
                  </a:lnTo>
                  <a:lnTo>
                    <a:pt x="1655606" y="102173"/>
                  </a:lnTo>
                  <a:lnTo>
                    <a:pt x="1652150" y="102173"/>
                  </a:lnTo>
                  <a:lnTo>
                    <a:pt x="1648694" y="102173"/>
                  </a:lnTo>
                  <a:lnTo>
                    <a:pt x="1645237" y="102173"/>
                  </a:lnTo>
                  <a:lnTo>
                    <a:pt x="1641781" y="102173"/>
                  </a:lnTo>
                  <a:lnTo>
                    <a:pt x="1638325" y="102173"/>
                  </a:lnTo>
                  <a:lnTo>
                    <a:pt x="1634868" y="102173"/>
                  </a:lnTo>
                  <a:lnTo>
                    <a:pt x="1631412" y="102173"/>
                  </a:lnTo>
                  <a:lnTo>
                    <a:pt x="1627955" y="102173"/>
                  </a:lnTo>
                  <a:lnTo>
                    <a:pt x="1624499" y="102173"/>
                  </a:lnTo>
                  <a:lnTo>
                    <a:pt x="1621043" y="102173"/>
                  </a:lnTo>
                  <a:lnTo>
                    <a:pt x="1617586" y="102173"/>
                  </a:lnTo>
                  <a:lnTo>
                    <a:pt x="1614130" y="102173"/>
                  </a:lnTo>
                  <a:lnTo>
                    <a:pt x="1610673" y="102173"/>
                  </a:lnTo>
                  <a:lnTo>
                    <a:pt x="1607217" y="102173"/>
                  </a:lnTo>
                  <a:lnTo>
                    <a:pt x="1603761" y="102173"/>
                  </a:lnTo>
                  <a:lnTo>
                    <a:pt x="1600304" y="102173"/>
                  </a:lnTo>
                  <a:lnTo>
                    <a:pt x="1596848" y="102173"/>
                  </a:lnTo>
                  <a:lnTo>
                    <a:pt x="1593392" y="102173"/>
                  </a:lnTo>
                  <a:lnTo>
                    <a:pt x="1589935" y="102173"/>
                  </a:lnTo>
                  <a:lnTo>
                    <a:pt x="1586479" y="102173"/>
                  </a:lnTo>
                  <a:lnTo>
                    <a:pt x="1583022" y="102173"/>
                  </a:lnTo>
                  <a:lnTo>
                    <a:pt x="1579566" y="102173"/>
                  </a:lnTo>
                  <a:lnTo>
                    <a:pt x="1576110" y="102173"/>
                  </a:lnTo>
                  <a:lnTo>
                    <a:pt x="1572653" y="102173"/>
                  </a:lnTo>
                  <a:lnTo>
                    <a:pt x="1569197" y="102173"/>
                  </a:lnTo>
                  <a:lnTo>
                    <a:pt x="1565741" y="102173"/>
                  </a:lnTo>
                  <a:lnTo>
                    <a:pt x="1562284" y="102173"/>
                  </a:lnTo>
                  <a:lnTo>
                    <a:pt x="1558828" y="102173"/>
                  </a:lnTo>
                  <a:lnTo>
                    <a:pt x="1555371" y="102173"/>
                  </a:lnTo>
                  <a:lnTo>
                    <a:pt x="1551915" y="102173"/>
                  </a:lnTo>
                  <a:lnTo>
                    <a:pt x="1548459" y="102173"/>
                  </a:lnTo>
                  <a:lnTo>
                    <a:pt x="1545002" y="102173"/>
                  </a:lnTo>
                  <a:lnTo>
                    <a:pt x="1541546" y="102173"/>
                  </a:lnTo>
                  <a:lnTo>
                    <a:pt x="1538089" y="102173"/>
                  </a:lnTo>
                  <a:lnTo>
                    <a:pt x="1534633" y="102173"/>
                  </a:lnTo>
                  <a:lnTo>
                    <a:pt x="1531177" y="102173"/>
                  </a:lnTo>
                  <a:lnTo>
                    <a:pt x="1527720" y="102173"/>
                  </a:lnTo>
                  <a:lnTo>
                    <a:pt x="1524264" y="102173"/>
                  </a:lnTo>
                  <a:lnTo>
                    <a:pt x="1520808" y="102173"/>
                  </a:lnTo>
                  <a:lnTo>
                    <a:pt x="1517351" y="102173"/>
                  </a:lnTo>
                  <a:lnTo>
                    <a:pt x="1513895" y="102173"/>
                  </a:lnTo>
                  <a:lnTo>
                    <a:pt x="1510438" y="102173"/>
                  </a:lnTo>
                  <a:lnTo>
                    <a:pt x="1506982" y="102173"/>
                  </a:lnTo>
                  <a:lnTo>
                    <a:pt x="1503526" y="102173"/>
                  </a:lnTo>
                  <a:lnTo>
                    <a:pt x="1500069" y="102173"/>
                  </a:lnTo>
                  <a:lnTo>
                    <a:pt x="1496613" y="102173"/>
                  </a:lnTo>
                  <a:lnTo>
                    <a:pt x="1493156" y="102173"/>
                  </a:lnTo>
                  <a:lnTo>
                    <a:pt x="1489700" y="102173"/>
                  </a:lnTo>
                  <a:lnTo>
                    <a:pt x="1486244" y="102173"/>
                  </a:lnTo>
                  <a:lnTo>
                    <a:pt x="1482787" y="102173"/>
                  </a:lnTo>
                  <a:lnTo>
                    <a:pt x="1479331" y="102173"/>
                  </a:lnTo>
                  <a:lnTo>
                    <a:pt x="1475875" y="102173"/>
                  </a:lnTo>
                  <a:lnTo>
                    <a:pt x="1472418" y="102173"/>
                  </a:lnTo>
                  <a:lnTo>
                    <a:pt x="1468962" y="102173"/>
                  </a:lnTo>
                  <a:lnTo>
                    <a:pt x="1465505" y="102173"/>
                  </a:lnTo>
                  <a:lnTo>
                    <a:pt x="1462049" y="102173"/>
                  </a:lnTo>
                  <a:lnTo>
                    <a:pt x="1458593" y="102173"/>
                  </a:lnTo>
                  <a:lnTo>
                    <a:pt x="1455136" y="102173"/>
                  </a:lnTo>
                  <a:lnTo>
                    <a:pt x="1451680" y="102173"/>
                  </a:lnTo>
                  <a:lnTo>
                    <a:pt x="1448224" y="102173"/>
                  </a:lnTo>
                  <a:lnTo>
                    <a:pt x="1444767" y="102173"/>
                  </a:lnTo>
                  <a:lnTo>
                    <a:pt x="1441311" y="102173"/>
                  </a:lnTo>
                  <a:lnTo>
                    <a:pt x="1437854" y="102173"/>
                  </a:lnTo>
                  <a:lnTo>
                    <a:pt x="1434398" y="102173"/>
                  </a:lnTo>
                  <a:lnTo>
                    <a:pt x="1430942" y="102173"/>
                  </a:lnTo>
                  <a:lnTo>
                    <a:pt x="1427485" y="102173"/>
                  </a:lnTo>
                  <a:lnTo>
                    <a:pt x="1424029" y="102173"/>
                  </a:lnTo>
                  <a:lnTo>
                    <a:pt x="1420572" y="102173"/>
                  </a:lnTo>
                  <a:lnTo>
                    <a:pt x="1417116" y="102173"/>
                  </a:lnTo>
                  <a:lnTo>
                    <a:pt x="1413660" y="102173"/>
                  </a:lnTo>
                  <a:lnTo>
                    <a:pt x="1410203" y="102173"/>
                  </a:lnTo>
                  <a:lnTo>
                    <a:pt x="1406747" y="102173"/>
                  </a:lnTo>
                  <a:lnTo>
                    <a:pt x="1403291" y="102173"/>
                  </a:lnTo>
                  <a:lnTo>
                    <a:pt x="1399834" y="102173"/>
                  </a:lnTo>
                  <a:lnTo>
                    <a:pt x="1396378" y="102173"/>
                  </a:lnTo>
                  <a:lnTo>
                    <a:pt x="1392921" y="102173"/>
                  </a:lnTo>
                  <a:lnTo>
                    <a:pt x="1389465" y="102173"/>
                  </a:lnTo>
                  <a:lnTo>
                    <a:pt x="1386009" y="102173"/>
                  </a:lnTo>
                  <a:lnTo>
                    <a:pt x="1382552" y="102173"/>
                  </a:lnTo>
                  <a:lnTo>
                    <a:pt x="1379096" y="102173"/>
                  </a:lnTo>
                  <a:lnTo>
                    <a:pt x="1375640" y="102173"/>
                  </a:lnTo>
                  <a:lnTo>
                    <a:pt x="1372183" y="102173"/>
                  </a:lnTo>
                  <a:lnTo>
                    <a:pt x="1368727" y="102173"/>
                  </a:lnTo>
                  <a:lnTo>
                    <a:pt x="1365270" y="102173"/>
                  </a:lnTo>
                  <a:lnTo>
                    <a:pt x="1361814" y="102173"/>
                  </a:lnTo>
                  <a:lnTo>
                    <a:pt x="1358358" y="102173"/>
                  </a:lnTo>
                  <a:lnTo>
                    <a:pt x="1354901" y="102173"/>
                  </a:lnTo>
                  <a:lnTo>
                    <a:pt x="1351445" y="102173"/>
                  </a:lnTo>
                  <a:lnTo>
                    <a:pt x="1347988" y="102173"/>
                  </a:lnTo>
                  <a:lnTo>
                    <a:pt x="1344532" y="102173"/>
                  </a:lnTo>
                  <a:lnTo>
                    <a:pt x="1341076" y="102173"/>
                  </a:lnTo>
                  <a:lnTo>
                    <a:pt x="1337619" y="102173"/>
                  </a:lnTo>
                  <a:lnTo>
                    <a:pt x="1334163" y="102173"/>
                  </a:lnTo>
                  <a:lnTo>
                    <a:pt x="1330707" y="102173"/>
                  </a:lnTo>
                  <a:lnTo>
                    <a:pt x="1327250" y="102173"/>
                  </a:lnTo>
                  <a:lnTo>
                    <a:pt x="1323794" y="102173"/>
                  </a:lnTo>
                  <a:lnTo>
                    <a:pt x="1320337" y="102173"/>
                  </a:lnTo>
                  <a:lnTo>
                    <a:pt x="1316881" y="102173"/>
                  </a:lnTo>
                  <a:lnTo>
                    <a:pt x="1313425" y="102173"/>
                  </a:lnTo>
                  <a:lnTo>
                    <a:pt x="1309968" y="102173"/>
                  </a:lnTo>
                  <a:lnTo>
                    <a:pt x="1306512" y="102173"/>
                  </a:lnTo>
                  <a:lnTo>
                    <a:pt x="1303055" y="102173"/>
                  </a:lnTo>
                  <a:lnTo>
                    <a:pt x="1299599" y="102173"/>
                  </a:lnTo>
                  <a:lnTo>
                    <a:pt x="1296143" y="102173"/>
                  </a:lnTo>
                  <a:lnTo>
                    <a:pt x="1292686" y="102173"/>
                  </a:lnTo>
                  <a:lnTo>
                    <a:pt x="1289230" y="102173"/>
                  </a:lnTo>
                  <a:lnTo>
                    <a:pt x="1285774" y="102173"/>
                  </a:lnTo>
                  <a:lnTo>
                    <a:pt x="1282317" y="102173"/>
                  </a:lnTo>
                  <a:lnTo>
                    <a:pt x="1278861" y="102173"/>
                  </a:lnTo>
                  <a:lnTo>
                    <a:pt x="1275404" y="102173"/>
                  </a:lnTo>
                  <a:lnTo>
                    <a:pt x="1271948" y="102173"/>
                  </a:lnTo>
                  <a:lnTo>
                    <a:pt x="1268492" y="102173"/>
                  </a:lnTo>
                  <a:lnTo>
                    <a:pt x="1265035" y="102173"/>
                  </a:lnTo>
                  <a:lnTo>
                    <a:pt x="1261579" y="102173"/>
                  </a:lnTo>
                  <a:lnTo>
                    <a:pt x="1258123" y="102173"/>
                  </a:lnTo>
                  <a:lnTo>
                    <a:pt x="1254666" y="102173"/>
                  </a:lnTo>
                  <a:lnTo>
                    <a:pt x="1251210" y="102173"/>
                  </a:lnTo>
                  <a:lnTo>
                    <a:pt x="1247753" y="102173"/>
                  </a:lnTo>
                  <a:lnTo>
                    <a:pt x="1244297" y="102173"/>
                  </a:lnTo>
                  <a:lnTo>
                    <a:pt x="1240841" y="102173"/>
                  </a:lnTo>
                  <a:lnTo>
                    <a:pt x="1237384" y="102173"/>
                  </a:lnTo>
                  <a:lnTo>
                    <a:pt x="1233928" y="102173"/>
                  </a:lnTo>
                  <a:lnTo>
                    <a:pt x="1230471" y="102173"/>
                  </a:lnTo>
                  <a:lnTo>
                    <a:pt x="1227015" y="102173"/>
                  </a:lnTo>
                  <a:lnTo>
                    <a:pt x="1223559" y="102173"/>
                  </a:lnTo>
                  <a:lnTo>
                    <a:pt x="1220102" y="102173"/>
                  </a:lnTo>
                  <a:lnTo>
                    <a:pt x="1216646" y="102173"/>
                  </a:lnTo>
                  <a:lnTo>
                    <a:pt x="1213190" y="102173"/>
                  </a:lnTo>
                  <a:lnTo>
                    <a:pt x="1209733" y="102173"/>
                  </a:lnTo>
                  <a:lnTo>
                    <a:pt x="1206277" y="102173"/>
                  </a:lnTo>
                  <a:lnTo>
                    <a:pt x="1202820" y="102173"/>
                  </a:lnTo>
                  <a:lnTo>
                    <a:pt x="1199364" y="102173"/>
                  </a:lnTo>
                  <a:lnTo>
                    <a:pt x="1195908" y="102173"/>
                  </a:lnTo>
                  <a:lnTo>
                    <a:pt x="1192451" y="102173"/>
                  </a:lnTo>
                  <a:lnTo>
                    <a:pt x="1188995" y="102173"/>
                  </a:lnTo>
                  <a:lnTo>
                    <a:pt x="1185539" y="102173"/>
                  </a:lnTo>
                  <a:lnTo>
                    <a:pt x="1182082" y="102173"/>
                  </a:lnTo>
                  <a:lnTo>
                    <a:pt x="1178626" y="102173"/>
                  </a:lnTo>
                  <a:lnTo>
                    <a:pt x="1175169" y="102173"/>
                  </a:lnTo>
                  <a:lnTo>
                    <a:pt x="1171713" y="102173"/>
                  </a:lnTo>
                  <a:lnTo>
                    <a:pt x="1168257" y="102173"/>
                  </a:lnTo>
                  <a:lnTo>
                    <a:pt x="1164800" y="102173"/>
                  </a:lnTo>
                  <a:lnTo>
                    <a:pt x="1161344" y="102173"/>
                  </a:lnTo>
                  <a:lnTo>
                    <a:pt x="1157887" y="102173"/>
                  </a:lnTo>
                  <a:lnTo>
                    <a:pt x="1154431" y="102173"/>
                  </a:lnTo>
                  <a:lnTo>
                    <a:pt x="1150975" y="102173"/>
                  </a:lnTo>
                  <a:lnTo>
                    <a:pt x="1147518" y="102173"/>
                  </a:lnTo>
                  <a:lnTo>
                    <a:pt x="1144062" y="102173"/>
                  </a:lnTo>
                  <a:lnTo>
                    <a:pt x="1140606" y="102173"/>
                  </a:lnTo>
                  <a:lnTo>
                    <a:pt x="1137149" y="102173"/>
                  </a:lnTo>
                  <a:lnTo>
                    <a:pt x="1133693" y="102173"/>
                  </a:lnTo>
                  <a:lnTo>
                    <a:pt x="1130236" y="102173"/>
                  </a:lnTo>
                  <a:lnTo>
                    <a:pt x="1126780" y="102173"/>
                  </a:lnTo>
                  <a:lnTo>
                    <a:pt x="1123324" y="102173"/>
                  </a:lnTo>
                  <a:lnTo>
                    <a:pt x="1119867" y="102173"/>
                  </a:lnTo>
                  <a:lnTo>
                    <a:pt x="1116411" y="102173"/>
                  </a:lnTo>
                  <a:lnTo>
                    <a:pt x="1112954" y="102173"/>
                  </a:lnTo>
                  <a:lnTo>
                    <a:pt x="1109498" y="102173"/>
                  </a:lnTo>
                  <a:lnTo>
                    <a:pt x="1106042" y="102173"/>
                  </a:lnTo>
                  <a:lnTo>
                    <a:pt x="1102585" y="102173"/>
                  </a:lnTo>
                  <a:lnTo>
                    <a:pt x="1099129" y="102173"/>
                  </a:lnTo>
                  <a:lnTo>
                    <a:pt x="1095673" y="102173"/>
                  </a:lnTo>
                  <a:lnTo>
                    <a:pt x="1092216" y="102173"/>
                  </a:lnTo>
                  <a:lnTo>
                    <a:pt x="1088760" y="102173"/>
                  </a:lnTo>
                  <a:lnTo>
                    <a:pt x="1085303" y="102173"/>
                  </a:lnTo>
                  <a:lnTo>
                    <a:pt x="1081847" y="102173"/>
                  </a:lnTo>
                  <a:lnTo>
                    <a:pt x="1078391" y="102173"/>
                  </a:lnTo>
                  <a:lnTo>
                    <a:pt x="1074934" y="102173"/>
                  </a:lnTo>
                  <a:lnTo>
                    <a:pt x="1071478" y="102173"/>
                  </a:lnTo>
                  <a:lnTo>
                    <a:pt x="1068022" y="102173"/>
                  </a:lnTo>
                  <a:lnTo>
                    <a:pt x="1064565" y="102173"/>
                  </a:lnTo>
                  <a:lnTo>
                    <a:pt x="1061109" y="102173"/>
                  </a:lnTo>
                  <a:lnTo>
                    <a:pt x="1057652" y="102173"/>
                  </a:lnTo>
                  <a:lnTo>
                    <a:pt x="1054196" y="102173"/>
                  </a:lnTo>
                  <a:lnTo>
                    <a:pt x="1050740" y="102173"/>
                  </a:lnTo>
                  <a:lnTo>
                    <a:pt x="1047283" y="102173"/>
                  </a:lnTo>
                  <a:lnTo>
                    <a:pt x="1043827" y="102173"/>
                  </a:lnTo>
                  <a:lnTo>
                    <a:pt x="1040370" y="102173"/>
                  </a:lnTo>
                  <a:lnTo>
                    <a:pt x="1036914" y="102173"/>
                  </a:lnTo>
                  <a:lnTo>
                    <a:pt x="1033458" y="102173"/>
                  </a:lnTo>
                  <a:lnTo>
                    <a:pt x="1030001" y="102173"/>
                  </a:lnTo>
                  <a:lnTo>
                    <a:pt x="1026545" y="102173"/>
                  </a:lnTo>
                  <a:lnTo>
                    <a:pt x="1023089" y="102173"/>
                  </a:lnTo>
                  <a:lnTo>
                    <a:pt x="1019632" y="102173"/>
                  </a:lnTo>
                  <a:lnTo>
                    <a:pt x="1016176" y="102173"/>
                  </a:lnTo>
                  <a:lnTo>
                    <a:pt x="1012719" y="102173"/>
                  </a:lnTo>
                  <a:lnTo>
                    <a:pt x="1009263" y="102173"/>
                  </a:lnTo>
                  <a:lnTo>
                    <a:pt x="1005807" y="102173"/>
                  </a:lnTo>
                  <a:lnTo>
                    <a:pt x="1002350" y="102173"/>
                  </a:lnTo>
                  <a:lnTo>
                    <a:pt x="998894" y="102173"/>
                  </a:lnTo>
                  <a:lnTo>
                    <a:pt x="995437" y="102173"/>
                  </a:lnTo>
                  <a:lnTo>
                    <a:pt x="991981" y="102173"/>
                  </a:lnTo>
                  <a:lnTo>
                    <a:pt x="988525" y="102173"/>
                  </a:lnTo>
                  <a:lnTo>
                    <a:pt x="985068" y="102173"/>
                  </a:lnTo>
                  <a:lnTo>
                    <a:pt x="981612" y="102173"/>
                  </a:lnTo>
                  <a:lnTo>
                    <a:pt x="978156" y="102173"/>
                  </a:lnTo>
                  <a:lnTo>
                    <a:pt x="974699" y="102173"/>
                  </a:lnTo>
                  <a:lnTo>
                    <a:pt x="971243" y="102173"/>
                  </a:lnTo>
                  <a:lnTo>
                    <a:pt x="967786" y="102173"/>
                  </a:lnTo>
                  <a:lnTo>
                    <a:pt x="964330" y="102173"/>
                  </a:lnTo>
                  <a:lnTo>
                    <a:pt x="960874" y="102173"/>
                  </a:lnTo>
                  <a:lnTo>
                    <a:pt x="957417" y="102173"/>
                  </a:lnTo>
                  <a:lnTo>
                    <a:pt x="953961" y="102173"/>
                  </a:lnTo>
                  <a:lnTo>
                    <a:pt x="950505" y="102173"/>
                  </a:lnTo>
                  <a:lnTo>
                    <a:pt x="947048" y="102173"/>
                  </a:lnTo>
                  <a:lnTo>
                    <a:pt x="943592" y="102173"/>
                  </a:lnTo>
                  <a:lnTo>
                    <a:pt x="940135" y="102173"/>
                  </a:lnTo>
                  <a:lnTo>
                    <a:pt x="936679" y="102173"/>
                  </a:lnTo>
                  <a:lnTo>
                    <a:pt x="933223" y="102173"/>
                  </a:lnTo>
                  <a:lnTo>
                    <a:pt x="929766" y="102173"/>
                  </a:lnTo>
                  <a:lnTo>
                    <a:pt x="926310" y="102173"/>
                  </a:lnTo>
                  <a:lnTo>
                    <a:pt x="922853" y="102173"/>
                  </a:lnTo>
                  <a:lnTo>
                    <a:pt x="919397" y="102173"/>
                  </a:lnTo>
                  <a:lnTo>
                    <a:pt x="915941" y="102173"/>
                  </a:lnTo>
                  <a:lnTo>
                    <a:pt x="912484" y="102173"/>
                  </a:lnTo>
                  <a:lnTo>
                    <a:pt x="909028" y="102173"/>
                  </a:lnTo>
                  <a:lnTo>
                    <a:pt x="905572" y="102173"/>
                  </a:lnTo>
                  <a:lnTo>
                    <a:pt x="902115" y="102173"/>
                  </a:lnTo>
                  <a:lnTo>
                    <a:pt x="898659" y="102173"/>
                  </a:lnTo>
                  <a:lnTo>
                    <a:pt x="895202" y="102173"/>
                  </a:lnTo>
                  <a:lnTo>
                    <a:pt x="891746" y="102173"/>
                  </a:lnTo>
                  <a:lnTo>
                    <a:pt x="888290" y="102173"/>
                  </a:lnTo>
                  <a:lnTo>
                    <a:pt x="884833" y="102173"/>
                  </a:lnTo>
                  <a:lnTo>
                    <a:pt x="881377" y="102173"/>
                  </a:lnTo>
                  <a:lnTo>
                    <a:pt x="877921" y="102173"/>
                  </a:lnTo>
                  <a:lnTo>
                    <a:pt x="874464" y="102173"/>
                  </a:lnTo>
                  <a:lnTo>
                    <a:pt x="871008" y="102173"/>
                  </a:lnTo>
                  <a:lnTo>
                    <a:pt x="867551" y="102173"/>
                  </a:lnTo>
                  <a:lnTo>
                    <a:pt x="864095" y="102173"/>
                  </a:lnTo>
                  <a:lnTo>
                    <a:pt x="860639" y="102173"/>
                  </a:lnTo>
                  <a:lnTo>
                    <a:pt x="857182" y="102173"/>
                  </a:lnTo>
                  <a:lnTo>
                    <a:pt x="853726" y="102173"/>
                  </a:lnTo>
                  <a:lnTo>
                    <a:pt x="850269" y="102173"/>
                  </a:lnTo>
                  <a:lnTo>
                    <a:pt x="846813" y="102173"/>
                  </a:lnTo>
                  <a:lnTo>
                    <a:pt x="843357" y="102173"/>
                  </a:lnTo>
                  <a:lnTo>
                    <a:pt x="839900" y="102173"/>
                  </a:lnTo>
                  <a:lnTo>
                    <a:pt x="836444" y="102173"/>
                  </a:lnTo>
                  <a:lnTo>
                    <a:pt x="832988" y="102173"/>
                  </a:lnTo>
                  <a:lnTo>
                    <a:pt x="829531" y="102173"/>
                  </a:lnTo>
                  <a:lnTo>
                    <a:pt x="826075" y="102173"/>
                  </a:lnTo>
                  <a:lnTo>
                    <a:pt x="822618" y="102173"/>
                  </a:lnTo>
                  <a:lnTo>
                    <a:pt x="819162" y="102173"/>
                  </a:lnTo>
                  <a:lnTo>
                    <a:pt x="815706" y="102173"/>
                  </a:lnTo>
                  <a:lnTo>
                    <a:pt x="812249" y="102173"/>
                  </a:lnTo>
                  <a:lnTo>
                    <a:pt x="808793" y="102173"/>
                  </a:lnTo>
                  <a:lnTo>
                    <a:pt x="805336" y="102173"/>
                  </a:lnTo>
                  <a:lnTo>
                    <a:pt x="801880" y="102173"/>
                  </a:lnTo>
                  <a:lnTo>
                    <a:pt x="798424" y="102173"/>
                  </a:lnTo>
                  <a:lnTo>
                    <a:pt x="794967" y="102173"/>
                  </a:lnTo>
                  <a:lnTo>
                    <a:pt x="791511" y="102173"/>
                  </a:lnTo>
                  <a:lnTo>
                    <a:pt x="788055" y="102173"/>
                  </a:lnTo>
                  <a:lnTo>
                    <a:pt x="784598" y="102173"/>
                  </a:lnTo>
                  <a:lnTo>
                    <a:pt x="781142" y="102173"/>
                  </a:lnTo>
                  <a:lnTo>
                    <a:pt x="777685" y="102173"/>
                  </a:lnTo>
                  <a:lnTo>
                    <a:pt x="774229" y="102173"/>
                  </a:lnTo>
                  <a:lnTo>
                    <a:pt x="770773" y="102173"/>
                  </a:lnTo>
                  <a:lnTo>
                    <a:pt x="767316" y="102173"/>
                  </a:lnTo>
                  <a:lnTo>
                    <a:pt x="763860" y="102173"/>
                  </a:lnTo>
                  <a:lnTo>
                    <a:pt x="760404" y="102173"/>
                  </a:lnTo>
                  <a:lnTo>
                    <a:pt x="756947" y="102173"/>
                  </a:lnTo>
                  <a:lnTo>
                    <a:pt x="753491" y="102173"/>
                  </a:lnTo>
                  <a:lnTo>
                    <a:pt x="750034" y="102173"/>
                  </a:lnTo>
                  <a:lnTo>
                    <a:pt x="746578" y="102173"/>
                  </a:lnTo>
                  <a:lnTo>
                    <a:pt x="743122" y="102173"/>
                  </a:lnTo>
                  <a:lnTo>
                    <a:pt x="739665" y="102173"/>
                  </a:lnTo>
                  <a:lnTo>
                    <a:pt x="736209" y="102173"/>
                  </a:lnTo>
                  <a:lnTo>
                    <a:pt x="732752" y="102173"/>
                  </a:lnTo>
                  <a:lnTo>
                    <a:pt x="729296" y="102173"/>
                  </a:lnTo>
                  <a:lnTo>
                    <a:pt x="725840" y="102173"/>
                  </a:lnTo>
                  <a:lnTo>
                    <a:pt x="722383" y="102173"/>
                  </a:lnTo>
                  <a:lnTo>
                    <a:pt x="718927" y="102173"/>
                  </a:lnTo>
                  <a:lnTo>
                    <a:pt x="715471" y="102173"/>
                  </a:lnTo>
                  <a:lnTo>
                    <a:pt x="712014" y="102173"/>
                  </a:lnTo>
                  <a:lnTo>
                    <a:pt x="708558" y="102173"/>
                  </a:lnTo>
                  <a:lnTo>
                    <a:pt x="705101" y="102173"/>
                  </a:lnTo>
                  <a:lnTo>
                    <a:pt x="701645" y="102173"/>
                  </a:lnTo>
                  <a:lnTo>
                    <a:pt x="698189" y="102173"/>
                  </a:lnTo>
                  <a:lnTo>
                    <a:pt x="694732" y="102173"/>
                  </a:lnTo>
                  <a:lnTo>
                    <a:pt x="691276" y="102173"/>
                  </a:lnTo>
                  <a:lnTo>
                    <a:pt x="687820" y="102173"/>
                  </a:lnTo>
                  <a:lnTo>
                    <a:pt x="684363" y="102173"/>
                  </a:lnTo>
                  <a:lnTo>
                    <a:pt x="680907" y="102173"/>
                  </a:lnTo>
                  <a:lnTo>
                    <a:pt x="677450" y="102173"/>
                  </a:lnTo>
                  <a:lnTo>
                    <a:pt x="673994" y="102173"/>
                  </a:lnTo>
                  <a:lnTo>
                    <a:pt x="670538" y="102173"/>
                  </a:lnTo>
                  <a:lnTo>
                    <a:pt x="667081" y="102173"/>
                  </a:lnTo>
                  <a:lnTo>
                    <a:pt x="663625" y="102173"/>
                  </a:lnTo>
                  <a:lnTo>
                    <a:pt x="660168" y="102173"/>
                  </a:lnTo>
                  <a:lnTo>
                    <a:pt x="656712" y="102173"/>
                  </a:lnTo>
                  <a:lnTo>
                    <a:pt x="653256" y="102173"/>
                  </a:lnTo>
                  <a:lnTo>
                    <a:pt x="649799" y="102173"/>
                  </a:lnTo>
                  <a:lnTo>
                    <a:pt x="646343" y="102173"/>
                  </a:lnTo>
                  <a:lnTo>
                    <a:pt x="642887" y="102173"/>
                  </a:lnTo>
                  <a:lnTo>
                    <a:pt x="639430" y="102173"/>
                  </a:lnTo>
                  <a:lnTo>
                    <a:pt x="635974" y="102173"/>
                  </a:lnTo>
                  <a:lnTo>
                    <a:pt x="632517" y="102173"/>
                  </a:lnTo>
                  <a:lnTo>
                    <a:pt x="629061" y="102173"/>
                  </a:lnTo>
                  <a:lnTo>
                    <a:pt x="625605" y="102173"/>
                  </a:lnTo>
                  <a:lnTo>
                    <a:pt x="622148" y="102173"/>
                  </a:lnTo>
                  <a:lnTo>
                    <a:pt x="618692" y="102173"/>
                  </a:lnTo>
                  <a:lnTo>
                    <a:pt x="615235" y="102173"/>
                  </a:lnTo>
                  <a:lnTo>
                    <a:pt x="611779" y="102173"/>
                  </a:lnTo>
                  <a:lnTo>
                    <a:pt x="608323" y="102173"/>
                  </a:lnTo>
                  <a:lnTo>
                    <a:pt x="604866" y="102173"/>
                  </a:lnTo>
                  <a:lnTo>
                    <a:pt x="601410" y="102173"/>
                  </a:lnTo>
                  <a:lnTo>
                    <a:pt x="597954" y="102173"/>
                  </a:lnTo>
                  <a:lnTo>
                    <a:pt x="594497" y="102173"/>
                  </a:lnTo>
                  <a:lnTo>
                    <a:pt x="591041" y="102173"/>
                  </a:lnTo>
                  <a:lnTo>
                    <a:pt x="587584" y="102173"/>
                  </a:lnTo>
                  <a:lnTo>
                    <a:pt x="584128" y="102173"/>
                  </a:lnTo>
                  <a:lnTo>
                    <a:pt x="580672" y="102173"/>
                  </a:lnTo>
                  <a:lnTo>
                    <a:pt x="577215" y="102173"/>
                  </a:lnTo>
                  <a:lnTo>
                    <a:pt x="573759" y="102173"/>
                  </a:lnTo>
                  <a:lnTo>
                    <a:pt x="570303" y="102173"/>
                  </a:lnTo>
                  <a:lnTo>
                    <a:pt x="566846" y="102173"/>
                  </a:lnTo>
                  <a:lnTo>
                    <a:pt x="563390" y="102173"/>
                  </a:lnTo>
                  <a:lnTo>
                    <a:pt x="559933" y="102173"/>
                  </a:lnTo>
                  <a:lnTo>
                    <a:pt x="556477" y="102173"/>
                  </a:lnTo>
                  <a:lnTo>
                    <a:pt x="553021" y="102173"/>
                  </a:lnTo>
                  <a:lnTo>
                    <a:pt x="549564" y="102173"/>
                  </a:lnTo>
                  <a:lnTo>
                    <a:pt x="546108" y="102173"/>
                  </a:lnTo>
                  <a:lnTo>
                    <a:pt x="542651" y="102173"/>
                  </a:lnTo>
                  <a:lnTo>
                    <a:pt x="539195" y="102173"/>
                  </a:lnTo>
                  <a:lnTo>
                    <a:pt x="535739" y="102173"/>
                  </a:lnTo>
                  <a:lnTo>
                    <a:pt x="532282" y="102173"/>
                  </a:lnTo>
                  <a:lnTo>
                    <a:pt x="528826" y="102173"/>
                  </a:lnTo>
                  <a:lnTo>
                    <a:pt x="525370" y="102173"/>
                  </a:lnTo>
                  <a:lnTo>
                    <a:pt x="521913" y="102173"/>
                  </a:lnTo>
                  <a:lnTo>
                    <a:pt x="518457" y="102173"/>
                  </a:lnTo>
                  <a:lnTo>
                    <a:pt x="515000" y="102173"/>
                  </a:lnTo>
                  <a:lnTo>
                    <a:pt x="511544" y="102173"/>
                  </a:lnTo>
                  <a:lnTo>
                    <a:pt x="508088" y="102173"/>
                  </a:lnTo>
                  <a:lnTo>
                    <a:pt x="504631" y="102173"/>
                  </a:lnTo>
                  <a:lnTo>
                    <a:pt x="501175" y="102173"/>
                  </a:lnTo>
                  <a:lnTo>
                    <a:pt x="497718" y="102173"/>
                  </a:lnTo>
                  <a:lnTo>
                    <a:pt x="494262" y="102173"/>
                  </a:lnTo>
                  <a:lnTo>
                    <a:pt x="490806" y="102173"/>
                  </a:lnTo>
                  <a:lnTo>
                    <a:pt x="487349" y="102173"/>
                  </a:lnTo>
                  <a:lnTo>
                    <a:pt x="483893" y="102173"/>
                  </a:lnTo>
                  <a:lnTo>
                    <a:pt x="480437" y="102173"/>
                  </a:lnTo>
                  <a:lnTo>
                    <a:pt x="476980" y="102173"/>
                  </a:lnTo>
                  <a:lnTo>
                    <a:pt x="473524" y="102173"/>
                  </a:lnTo>
                  <a:lnTo>
                    <a:pt x="470067" y="102173"/>
                  </a:lnTo>
                  <a:lnTo>
                    <a:pt x="466611" y="102173"/>
                  </a:lnTo>
                  <a:lnTo>
                    <a:pt x="463155" y="102173"/>
                  </a:lnTo>
                  <a:lnTo>
                    <a:pt x="459698" y="102173"/>
                  </a:lnTo>
                  <a:lnTo>
                    <a:pt x="456242" y="102173"/>
                  </a:lnTo>
                  <a:lnTo>
                    <a:pt x="452786" y="102173"/>
                  </a:lnTo>
                  <a:lnTo>
                    <a:pt x="449329" y="102173"/>
                  </a:lnTo>
                  <a:lnTo>
                    <a:pt x="445873" y="102173"/>
                  </a:lnTo>
                  <a:lnTo>
                    <a:pt x="442416" y="102173"/>
                  </a:lnTo>
                  <a:lnTo>
                    <a:pt x="438960" y="102173"/>
                  </a:lnTo>
                  <a:lnTo>
                    <a:pt x="435504" y="102173"/>
                  </a:lnTo>
                  <a:lnTo>
                    <a:pt x="432047" y="102173"/>
                  </a:lnTo>
                  <a:lnTo>
                    <a:pt x="428591" y="102173"/>
                  </a:lnTo>
                  <a:lnTo>
                    <a:pt x="425134" y="102173"/>
                  </a:lnTo>
                  <a:lnTo>
                    <a:pt x="421678" y="102173"/>
                  </a:lnTo>
                  <a:lnTo>
                    <a:pt x="418222" y="102173"/>
                  </a:lnTo>
                  <a:lnTo>
                    <a:pt x="414765" y="102173"/>
                  </a:lnTo>
                  <a:lnTo>
                    <a:pt x="411309" y="102173"/>
                  </a:lnTo>
                  <a:lnTo>
                    <a:pt x="407853" y="102173"/>
                  </a:lnTo>
                  <a:lnTo>
                    <a:pt x="404396" y="102173"/>
                  </a:lnTo>
                  <a:lnTo>
                    <a:pt x="400940" y="102173"/>
                  </a:lnTo>
                  <a:lnTo>
                    <a:pt x="397483" y="102173"/>
                  </a:lnTo>
                  <a:lnTo>
                    <a:pt x="394027" y="102173"/>
                  </a:lnTo>
                  <a:lnTo>
                    <a:pt x="390571" y="102173"/>
                  </a:lnTo>
                  <a:lnTo>
                    <a:pt x="387114" y="102173"/>
                  </a:lnTo>
                  <a:lnTo>
                    <a:pt x="383658" y="102173"/>
                  </a:lnTo>
                  <a:lnTo>
                    <a:pt x="380202" y="102173"/>
                  </a:lnTo>
                  <a:lnTo>
                    <a:pt x="376745" y="102173"/>
                  </a:lnTo>
                  <a:lnTo>
                    <a:pt x="373289" y="102173"/>
                  </a:lnTo>
                  <a:lnTo>
                    <a:pt x="369832" y="102173"/>
                  </a:lnTo>
                  <a:lnTo>
                    <a:pt x="366376" y="102173"/>
                  </a:lnTo>
                  <a:lnTo>
                    <a:pt x="362920" y="102173"/>
                  </a:lnTo>
                  <a:lnTo>
                    <a:pt x="359463" y="102173"/>
                  </a:lnTo>
                  <a:lnTo>
                    <a:pt x="356007" y="102173"/>
                  </a:lnTo>
                  <a:lnTo>
                    <a:pt x="352550" y="102173"/>
                  </a:lnTo>
                  <a:lnTo>
                    <a:pt x="349094" y="102173"/>
                  </a:lnTo>
                  <a:lnTo>
                    <a:pt x="345638" y="102173"/>
                  </a:lnTo>
                  <a:lnTo>
                    <a:pt x="342181" y="102173"/>
                  </a:lnTo>
                  <a:lnTo>
                    <a:pt x="338725" y="102173"/>
                  </a:lnTo>
                  <a:lnTo>
                    <a:pt x="335269" y="102173"/>
                  </a:lnTo>
                  <a:lnTo>
                    <a:pt x="331812" y="102173"/>
                  </a:lnTo>
                  <a:lnTo>
                    <a:pt x="328356" y="102173"/>
                  </a:lnTo>
                  <a:lnTo>
                    <a:pt x="324899" y="102173"/>
                  </a:lnTo>
                  <a:lnTo>
                    <a:pt x="321443" y="102173"/>
                  </a:lnTo>
                  <a:lnTo>
                    <a:pt x="317987" y="102173"/>
                  </a:lnTo>
                  <a:lnTo>
                    <a:pt x="314530" y="102173"/>
                  </a:lnTo>
                  <a:lnTo>
                    <a:pt x="311074" y="102173"/>
                  </a:lnTo>
                  <a:lnTo>
                    <a:pt x="307617" y="102173"/>
                  </a:lnTo>
                  <a:lnTo>
                    <a:pt x="304161" y="102173"/>
                  </a:lnTo>
                  <a:lnTo>
                    <a:pt x="300705" y="102173"/>
                  </a:lnTo>
                  <a:lnTo>
                    <a:pt x="297248" y="102173"/>
                  </a:lnTo>
                  <a:lnTo>
                    <a:pt x="293792" y="102173"/>
                  </a:lnTo>
                  <a:lnTo>
                    <a:pt x="290336" y="102173"/>
                  </a:lnTo>
                  <a:lnTo>
                    <a:pt x="286879" y="102173"/>
                  </a:lnTo>
                  <a:lnTo>
                    <a:pt x="283423" y="102173"/>
                  </a:lnTo>
                  <a:lnTo>
                    <a:pt x="279966" y="102173"/>
                  </a:lnTo>
                  <a:lnTo>
                    <a:pt x="276510" y="102173"/>
                  </a:lnTo>
                  <a:lnTo>
                    <a:pt x="273054" y="102173"/>
                  </a:lnTo>
                  <a:lnTo>
                    <a:pt x="269597" y="102173"/>
                  </a:lnTo>
                  <a:lnTo>
                    <a:pt x="266141" y="102173"/>
                  </a:lnTo>
                  <a:lnTo>
                    <a:pt x="262685" y="102173"/>
                  </a:lnTo>
                  <a:lnTo>
                    <a:pt x="259228" y="102173"/>
                  </a:lnTo>
                  <a:lnTo>
                    <a:pt x="255772" y="102173"/>
                  </a:lnTo>
                  <a:lnTo>
                    <a:pt x="252315" y="102173"/>
                  </a:lnTo>
                  <a:lnTo>
                    <a:pt x="248859" y="102173"/>
                  </a:lnTo>
                  <a:lnTo>
                    <a:pt x="245403" y="102173"/>
                  </a:lnTo>
                  <a:lnTo>
                    <a:pt x="241946" y="102173"/>
                  </a:lnTo>
                  <a:lnTo>
                    <a:pt x="238490" y="102173"/>
                  </a:lnTo>
                  <a:lnTo>
                    <a:pt x="235033" y="102173"/>
                  </a:lnTo>
                  <a:lnTo>
                    <a:pt x="231577" y="102173"/>
                  </a:lnTo>
                  <a:lnTo>
                    <a:pt x="228121" y="102173"/>
                  </a:lnTo>
                  <a:lnTo>
                    <a:pt x="224664" y="102173"/>
                  </a:lnTo>
                  <a:lnTo>
                    <a:pt x="221208" y="102173"/>
                  </a:lnTo>
                  <a:lnTo>
                    <a:pt x="217752" y="102173"/>
                  </a:lnTo>
                  <a:lnTo>
                    <a:pt x="214295" y="102173"/>
                  </a:lnTo>
                  <a:lnTo>
                    <a:pt x="210839" y="102173"/>
                  </a:lnTo>
                  <a:lnTo>
                    <a:pt x="207382" y="102173"/>
                  </a:lnTo>
                  <a:lnTo>
                    <a:pt x="203926" y="102173"/>
                  </a:lnTo>
                  <a:lnTo>
                    <a:pt x="200470" y="102173"/>
                  </a:lnTo>
                  <a:lnTo>
                    <a:pt x="197013" y="102173"/>
                  </a:lnTo>
                  <a:lnTo>
                    <a:pt x="193557" y="102173"/>
                  </a:lnTo>
                  <a:lnTo>
                    <a:pt x="190101" y="102173"/>
                  </a:lnTo>
                  <a:lnTo>
                    <a:pt x="186644" y="102173"/>
                  </a:lnTo>
                  <a:lnTo>
                    <a:pt x="183188" y="102173"/>
                  </a:lnTo>
                  <a:lnTo>
                    <a:pt x="179731" y="102173"/>
                  </a:lnTo>
                  <a:lnTo>
                    <a:pt x="176275" y="102173"/>
                  </a:lnTo>
                  <a:lnTo>
                    <a:pt x="172819" y="102173"/>
                  </a:lnTo>
                  <a:lnTo>
                    <a:pt x="169362" y="102173"/>
                  </a:lnTo>
                  <a:lnTo>
                    <a:pt x="165906" y="102173"/>
                  </a:lnTo>
                  <a:lnTo>
                    <a:pt x="162449" y="102173"/>
                  </a:lnTo>
                  <a:lnTo>
                    <a:pt x="158993" y="102173"/>
                  </a:lnTo>
                  <a:lnTo>
                    <a:pt x="155537" y="102173"/>
                  </a:lnTo>
                  <a:lnTo>
                    <a:pt x="152080" y="102173"/>
                  </a:lnTo>
                  <a:lnTo>
                    <a:pt x="148624" y="102173"/>
                  </a:lnTo>
                  <a:lnTo>
                    <a:pt x="145168" y="102173"/>
                  </a:lnTo>
                  <a:lnTo>
                    <a:pt x="141711" y="102173"/>
                  </a:lnTo>
                  <a:lnTo>
                    <a:pt x="138255" y="102173"/>
                  </a:lnTo>
                  <a:lnTo>
                    <a:pt x="134798" y="102173"/>
                  </a:lnTo>
                  <a:lnTo>
                    <a:pt x="131342" y="102173"/>
                  </a:lnTo>
                  <a:lnTo>
                    <a:pt x="127886" y="102173"/>
                  </a:lnTo>
                  <a:lnTo>
                    <a:pt x="124429" y="102173"/>
                  </a:lnTo>
                  <a:lnTo>
                    <a:pt x="120973" y="102173"/>
                  </a:lnTo>
                  <a:lnTo>
                    <a:pt x="117516" y="102173"/>
                  </a:lnTo>
                  <a:lnTo>
                    <a:pt x="114060" y="102173"/>
                  </a:lnTo>
                  <a:lnTo>
                    <a:pt x="110604" y="102173"/>
                  </a:lnTo>
                  <a:lnTo>
                    <a:pt x="107147" y="102173"/>
                  </a:lnTo>
                  <a:lnTo>
                    <a:pt x="103691" y="102173"/>
                  </a:lnTo>
                  <a:lnTo>
                    <a:pt x="100235" y="102173"/>
                  </a:lnTo>
                  <a:lnTo>
                    <a:pt x="96778" y="102173"/>
                  </a:lnTo>
                  <a:lnTo>
                    <a:pt x="93322" y="102173"/>
                  </a:lnTo>
                  <a:lnTo>
                    <a:pt x="89865" y="102173"/>
                  </a:lnTo>
                  <a:lnTo>
                    <a:pt x="86409" y="102173"/>
                  </a:lnTo>
                  <a:lnTo>
                    <a:pt x="82953" y="102173"/>
                  </a:lnTo>
                  <a:lnTo>
                    <a:pt x="79496" y="102173"/>
                  </a:lnTo>
                  <a:lnTo>
                    <a:pt x="76040" y="102173"/>
                  </a:lnTo>
                  <a:lnTo>
                    <a:pt x="72584" y="102173"/>
                  </a:lnTo>
                  <a:lnTo>
                    <a:pt x="69127" y="102173"/>
                  </a:lnTo>
                  <a:lnTo>
                    <a:pt x="65671" y="102173"/>
                  </a:lnTo>
                  <a:lnTo>
                    <a:pt x="62214" y="102173"/>
                  </a:lnTo>
                  <a:lnTo>
                    <a:pt x="58758" y="102173"/>
                  </a:lnTo>
                  <a:lnTo>
                    <a:pt x="55302" y="102173"/>
                  </a:lnTo>
                  <a:lnTo>
                    <a:pt x="51845" y="102173"/>
                  </a:lnTo>
                  <a:lnTo>
                    <a:pt x="48389" y="102173"/>
                  </a:lnTo>
                  <a:lnTo>
                    <a:pt x="44932" y="102173"/>
                  </a:lnTo>
                  <a:lnTo>
                    <a:pt x="41476" y="102173"/>
                  </a:lnTo>
                  <a:lnTo>
                    <a:pt x="38020" y="102173"/>
                  </a:lnTo>
                  <a:lnTo>
                    <a:pt x="34563" y="102173"/>
                  </a:lnTo>
                  <a:lnTo>
                    <a:pt x="31107" y="102173"/>
                  </a:lnTo>
                  <a:lnTo>
                    <a:pt x="27651" y="102173"/>
                  </a:lnTo>
                  <a:lnTo>
                    <a:pt x="24194" y="102173"/>
                  </a:lnTo>
                  <a:lnTo>
                    <a:pt x="20738" y="102173"/>
                  </a:lnTo>
                  <a:lnTo>
                    <a:pt x="17281" y="102173"/>
                  </a:lnTo>
                  <a:lnTo>
                    <a:pt x="13825" y="102173"/>
                  </a:lnTo>
                  <a:lnTo>
                    <a:pt x="10369" y="102173"/>
                  </a:lnTo>
                  <a:lnTo>
                    <a:pt x="6912" y="102173"/>
                  </a:lnTo>
                  <a:lnTo>
                    <a:pt x="3456" y="102173"/>
                  </a:lnTo>
                  <a:lnTo>
                    <a:pt x="0" y="102173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37" name="pg336"/>
            <p:cNvSpPr/>
            <p:nvPr/>
          </p:nvSpPr>
          <p:spPr>
            <a:xfrm>
              <a:off x="6046113" y="4681863"/>
              <a:ext cx="1793544" cy="102173"/>
            </a:xfrm>
            <a:custGeom>
              <a:avLst/>
              <a:pathLst>
                <a:path w="1793544" h="102173">
                  <a:moveTo>
                    <a:pt x="0" y="0"/>
                  </a:moveTo>
                  <a:lnTo>
                    <a:pt x="3587" y="0"/>
                  </a:lnTo>
                  <a:lnTo>
                    <a:pt x="7174" y="0"/>
                  </a:lnTo>
                  <a:lnTo>
                    <a:pt x="10761" y="0"/>
                  </a:lnTo>
                  <a:lnTo>
                    <a:pt x="14348" y="0"/>
                  </a:lnTo>
                  <a:lnTo>
                    <a:pt x="17935" y="0"/>
                  </a:lnTo>
                  <a:lnTo>
                    <a:pt x="21522" y="0"/>
                  </a:lnTo>
                  <a:lnTo>
                    <a:pt x="25109" y="0"/>
                  </a:lnTo>
                  <a:lnTo>
                    <a:pt x="28696" y="0"/>
                  </a:lnTo>
                  <a:lnTo>
                    <a:pt x="32283" y="0"/>
                  </a:lnTo>
                  <a:lnTo>
                    <a:pt x="35870" y="0"/>
                  </a:lnTo>
                  <a:lnTo>
                    <a:pt x="39457" y="0"/>
                  </a:lnTo>
                  <a:lnTo>
                    <a:pt x="43045" y="0"/>
                  </a:lnTo>
                  <a:lnTo>
                    <a:pt x="46632" y="0"/>
                  </a:lnTo>
                  <a:lnTo>
                    <a:pt x="50219" y="0"/>
                  </a:lnTo>
                  <a:lnTo>
                    <a:pt x="53806" y="0"/>
                  </a:lnTo>
                  <a:lnTo>
                    <a:pt x="57393" y="0"/>
                  </a:lnTo>
                  <a:lnTo>
                    <a:pt x="60980" y="0"/>
                  </a:lnTo>
                  <a:lnTo>
                    <a:pt x="64567" y="0"/>
                  </a:lnTo>
                  <a:lnTo>
                    <a:pt x="68154" y="0"/>
                  </a:lnTo>
                  <a:lnTo>
                    <a:pt x="71741" y="0"/>
                  </a:lnTo>
                  <a:lnTo>
                    <a:pt x="75328" y="0"/>
                  </a:lnTo>
                  <a:lnTo>
                    <a:pt x="78915" y="0"/>
                  </a:lnTo>
                  <a:lnTo>
                    <a:pt x="82503" y="0"/>
                  </a:lnTo>
                  <a:lnTo>
                    <a:pt x="86090" y="0"/>
                  </a:lnTo>
                  <a:lnTo>
                    <a:pt x="89677" y="0"/>
                  </a:lnTo>
                  <a:lnTo>
                    <a:pt x="93264" y="0"/>
                  </a:lnTo>
                  <a:lnTo>
                    <a:pt x="96851" y="0"/>
                  </a:lnTo>
                  <a:lnTo>
                    <a:pt x="100438" y="0"/>
                  </a:lnTo>
                  <a:lnTo>
                    <a:pt x="104025" y="0"/>
                  </a:lnTo>
                  <a:lnTo>
                    <a:pt x="107612" y="0"/>
                  </a:lnTo>
                  <a:lnTo>
                    <a:pt x="111199" y="0"/>
                  </a:lnTo>
                  <a:lnTo>
                    <a:pt x="114786" y="0"/>
                  </a:lnTo>
                  <a:lnTo>
                    <a:pt x="118373" y="0"/>
                  </a:lnTo>
                  <a:lnTo>
                    <a:pt x="121961" y="0"/>
                  </a:lnTo>
                  <a:lnTo>
                    <a:pt x="125548" y="0"/>
                  </a:lnTo>
                  <a:lnTo>
                    <a:pt x="129135" y="0"/>
                  </a:lnTo>
                  <a:lnTo>
                    <a:pt x="132722" y="0"/>
                  </a:lnTo>
                  <a:lnTo>
                    <a:pt x="136309" y="0"/>
                  </a:lnTo>
                  <a:lnTo>
                    <a:pt x="139896" y="0"/>
                  </a:lnTo>
                  <a:lnTo>
                    <a:pt x="143483" y="0"/>
                  </a:lnTo>
                  <a:lnTo>
                    <a:pt x="147070" y="0"/>
                  </a:lnTo>
                  <a:lnTo>
                    <a:pt x="150657" y="0"/>
                  </a:lnTo>
                  <a:lnTo>
                    <a:pt x="154244" y="0"/>
                  </a:lnTo>
                  <a:lnTo>
                    <a:pt x="157831" y="0"/>
                  </a:lnTo>
                  <a:lnTo>
                    <a:pt x="161419" y="0"/>
                  </a:lnTo>
                  <a:lnTo>
                    <a:pt x="165006" y="0"/>
                  </a:lnTo>
                  <a:lnTo>
                    <a:pt x="168593" y="0"/>
                  </a:lnTo>
                  <a:lnTo>
                    <a:pt x="172180" y="0"/>
                  </a:lnTo>
                  <a:lnTo>
                    <a:pt x="175767" y="0"/>
                  </a:lnTo>
                  <a:lnTo>
                    <a:pt x="179354" y="0"/>
                  </a:lnTo>
                  <a:lnTo>
                    <a:pt x="182941" y="0"/>
                  </a:lnTo>
                  <a:lnTo>
                    <a:pt x="186528" y="0"/>
                  </a:lnTo>
                  <a:lnTo>
                    <a:pt x="190115" y="0"/>
                  </a:lnTo>
                  <a:lnTo>
                    <a:pt x="193702" y="0"/>
                  </a:lnTo>
                  <a:lnTo>
                    <a:pt x="197289" y="0"/>
                  </a:lnTo>
                  <a:lnTo>
                    <a:pt x="200876" y="0"/>
                  </a:lnTo>
                  <a:lnTo>
                    <a:pt x="204464" y="0"/>
                  </a:lnTo>
                  <a:lnTo>
                    <a:pt x="208051" y="0"/>
                  </a:lnTo>
                  <a:lnTo>
                    <a:pt x="211638" y="0"/>
                  </a:lnTo>
                  <a:lnTo>
                    <a:pt x="215225" y="0"/>
                  </a:lnTo>
                  <a:lnTo>
                    <a:pt x="218812" y="0"/>
                  </a:lnTo>
                  <a:lnTo>
                    <a:pt x="222399" y="0"/>
                  </a:lnTo>
                  <a:lnTo>
                    <a:pt x="225986" y="0"/>
                  </a:lnTo>
                  <a:lnTo>
                    <a:pt x="229573" y="0"/>
                  </a:lnTo>
                  <a:lnTo>
                    <a:pt x="233160" y="0"/>
                  </a:lnTo>
                  <a:lnTo>
                    <a:pt x="236747" y="0"/>
                  </a:lnTo>
                  <a:lnTo>
                    <a:pt x="240334" y="0"/>
                  </a:lnTo>
                  <a:lnTo>
                    <a:pt x="243922" y="0"/>
                  </a:lnTo>
                  <a:lnTo>
                    <a:pt x="247509" y="0"/>
                  </a:lnTo>
                  <a:lnTo>
                    <a:pt x="251096" y="0"/>
                  </a:lnTo>
                  <a:lnTo>
                    <a:pt x="254683" y="0"/>
                  </a:lnTo>
                  <a:lnTo>
                    <a:pt x="258270" y="0"/>
                  </a:lnTo>
                  <a:lnTo>
                    <a:pt x="261857" y="0"/>
                  </a:lnTo>
                  <a:lnTo>
                    <a:pt x="265444" y="0"/>
                  </a:lnTo>
                  <a:lnTo>
                    <a:pt x="269031" y="0"/>
                  </a:lnTo>
                  <a:lnTo>
                    <a:pt x="272618" y="0"/>
                  </a:lnTo>
                  <a:lnTo>
                    <a:pt x="276205" y="0"/>
                  </a:lnTo>
                  <a:lnTo>
                    <a:pt x="279792" y="0"/>
                  </a:lnTo>
                  <a:lnTo>
                    <a:pt x="283380" y="0"/>
                  </a:lnTo>
                  <a:lnTo>
                    <a:pt x="286967" y="0"/>
                  </a:lnTo>
                  <a:lnTo>
                    <a:pt x="290554" y="0"/>
                  </a:lnTo>
                  <a:lnTo>
                    <a:pt x="294141" y="0"/>
                  </a:lnTo>
                  <a:lnTo>
                    <a:pt x="297728" y="0"/>
                  </a:lnTo>
                  <a:lnTo>
                    <a:pt x="301315" y="0"/>
                  </a:lnTo>
                  <a:lnTo>
                    <a:pt x="304902" y="0"/>
                  </a:lnTo>
                  <a:lnTo>
                    <a:pt x="308489" y="0"/>
                  </a:lnTo>
                  <a:lnTo>
                    <a:pt x="312076" y="0"/>
                  </a:lnTo>
                  <a:lnTo>
                    <a:pt x="315663" y="0"/>
                  </a:lnTo>
                  <a:lnTo>
                    <a:pt x="319250" y="0"/>
                  </a:lnTo>
                  <a:lnTo>
                    <a:pt x="322838" y="0"/>
                  </a:lnTo>
                  <a:lnTo>
                    <a:pt x="326425" y="0"/>
                  </a:lnTo>
                  <a:lnTo>
                    <a:pt x="330012" y="0"/>
                  </a:lnTo>
                  <a:lnTo>
                    <a:pt x="333599" y="0"/>
                  </a:lnTo>
                  <a:lnTo>
                    <a:pt x="337186" y="0"/>
                  </a:lnTo>
                  <a:lnTo>
                    <a:pt x="340773" y="0"/>
                  </a:lnTo>
                  <a:lnTo>
                    <a:pt x="344360" y="0"/>
                  </a:lnTo>
                  <a:lnTo>
                    <a:pt x="347947" y="0"/>
                  </a:lnTo>
                  <a:lnTo>
                    <a:pt x="351534" y="0"/>
                  </a:lnTo>
                  <a:lnTo>
                    <a:pt x="355121" y="0"/>
                  </a:lnTo>
                  <a:lnTo>
                    <a:pt x="358708" y="0"/>
                  </a:lnTo>
                  <a:lnTo>
                    <a:pt x="362296" y="0"/>
                  </a:lnTo>
                  <a:lnTo>
                    <a:pt x="365883" y="0"/>
                  </a:lnTo>
                  <a:lnTo>
                    <a:pt x="369470" y="0"/>
                  </a:lnTo>
                  <a:lnTo>
                    <a:pt x="373057" y="0"/>
                  </a:lnTo>
                  <a:lnTo>
                    <a:pt x="376644" y="0"/>
                  </a:lnTo>
                  <a:lnTo>
                    <a:pt x="380231" y="0"/>
                  </a:lnTo>
                  <a:lnTo>
                    <a:pt x="383818" y="0"/>
                  </a:lnTo>
                  <a:lnTo>
                    <a:pt x="387405" y="0"/>
                  </a:lnTo>
                  <a:lnTo>
                    <a:pt x="390992" y="0"/>
                  </a:lnTo>
                  <a:lnTo>
                    <a:pt x="394579" y="0"/>
                  </a:lnTo>
                  <a:lnTo>
                    <a:pt x="398166" y="0"/>
                  </a:lnTo>
                  <a:lnTo>
                    <a:pt x="401753" y="0"/>
                  </a:lnTo>
                  <a:lnTo>
                    <a:pt x="405341" y="0"/>
                  </a:lnTo>
                  <a:lnTo>
                    <a:pt x="408928" y="0"/>
                  </a:lnTo>
                  <a:lnTo>
                    <a:pt x="412515" y="0"/>
                  </a:lnTo>
                  <a:lnTo>
                    <a:pt x="416102" y="0"/>
                  </a:lnTo>
                  <a:lnTo>
                    <a:pt x="419689" y="0"/>
                  </a:lnTo>
                  <a:lnTo>
                    <a:pt x="423276" y="0"/>
                  </a:lnTo>
                  <a:lnTo>
                    <a:pt x="426863" y="0"/>
                  </a:lnTo>
                  <a:lnTo>
                    <a:pt x="430450" y="0"/>
                  </a:lnTo>
                  <a:lnTo>
                    <a:pt x="434037" y="0"/>
                  </a:lnTo>
                  <a:lnTo>
                    <a:pt x="437624" y="0"/>
                  </a:lnTo>
                  <a:lnTo>
                    <a:pt x="441211" y="0"/>
                  </a:lnTo>
                  <a:lnTo>
                    <a:pt x="444799" y="0"/>
                  </a:lnTo>
                  <a:lnTo>
                    <a:pt x="448386" y="0"/>
                  </a:lnTo>
                  <a:lnTo>
                    <a:pt x="451973" y="0"/>
                  </a:lnTo>
                  <a:lnTo>
                    <a:pt x="455560" y="0"/>
                  </a:lnTo>
                  <a:lnTo>
                    <a:pt x="459147" y="0"/>
                  </a:lnTo>
                  <a:lnTo>
                    <a:pt x="462734" y="0"/>
                  </a:lnTo>
                  <a:lnTo>
                    <a:pt x="466321" y="0"/>
                  </a:lnTo>
                  <a:lnTo>
                    <a:pt x="469908" y="0"/>
                  </a:lnTo>
                  <a:lnTo>
                    <a:pt x="473495" y="0"/>
                  </a:lnTo>
                  <a:lnTo>
                    <a:pt x="477082" y="0"/>
                  </a:lnTo>
                  <a:lnTo>
                    <a:pt x="480669" y="0"/>
                  </a:lnTo>
                  <a:lnTo>
                    <a:pt x="484257" y="0"/>
                  </a:lnTo>
                  <a:lnTo>
                    <a:pt x="487844" y="0"/>
                  </a:lnTo>
                  <a:lnTo>
                    <a:pt x="491431" y="0"/>
                  </a:lnTo>
                  <a:lnTo>
                    <a:pt x="495018" y="0"/>
                  </a:lnTo>
                  <a:lnTo>
                    <a:pt x="498605" y="0"/>
                  </a:lnTo>
                  <a:lnTo>
                    <a:pt x="502192" y="0"/>
                  </a:lnTo>
                  <a:lnTo>
                    <a:pt x="505779" y="0"/>
                  </a:lnTo>
                  <a:lnTo>
                    <a:pt x="509366" y="0"/>
                  </a:lnTo>
                  <a:lnTo>
                    <a:pt x="512953" y="0"/>
                  </a:lnTo>
                  <a:lnTo>
                    <a:pt x="516540" y="0"/>
                  </a:lnTo>
                  <a:lnTo>
                    <a:pt x="520127" y="0"/>
                  </a:lnTo>
                  <a:lnTo>
                    <a:pt x="523715" y="0"/>
                  </a:lnTo>
                  <a:lnTo>
                    <a:pt x="527302" y="0"/>
                  </a:lnTo>
                  <a:lnTo>
                    <a:pt x="530889" y="0"/>
                  </a:lnTo>
                  <a:lnTo>
                    <a:pt x="534476" y="0"/>
                  </a:lnTo>
                  <a:lnTo>
                    <a:pt x="538063" y="0"/>
                  </a:lnTo>
                  <a:lnTo>
                    <a:pt x="541650" y="0"/>
                  </a:lnTo>
                  <a:lnTo>
                    <a:pt x="545237" y="0"/>
                  </a:lnTo>
                  <a:lnTo>
                    <a:pt x="548824" y="0"/>
                  </a:lnTo>
                  <a:lnTo>
                    <a:pt x="552411" y="0"/>
                  </a:lnTo>
                  <a:lnTo>
                    <a:pt x="555998" y="0"/>
                  </a:lnTo>
                  <a:lnTo>
                    <a:pt x="559585" y="0"/>
                  </a:lnTo>
                  <a:lnTo>
                    <a:pt x="563172" y="0"/>
                  </a:lnTo>
                  <a:lnTo>
                    <a:pt x="566760" y="0"/>
                  </a:lnTo>
                  <a:lnTo>
                    <a:pt x="570347" y="0"/>
                  </a:lnTo>
                  <a:lnTo>
                    <a:pt x="573934" y="0"/>
                  </a:lnTo>
                  <a:lnTo>
                    <a:pt x="577521" y="0"/>
                  </a:lnTo>
                  <a:lnTo>
                    <a:pt x="581108" y="0"/>
                  </a:lnTo>
                  <a:lnTo>
                    <a:pt x="584695" y="0"/>
                  </a:lnTo>
                  <a:lnTo>
                    <a:pt x="588282" y="0"/>
                  </a:lnTo>
                  <a:lnTo>
                    <a:pt x="591869" y="0"/>
                  </a:lnTo>
                  <a:lnTo>
                    <a:pt x="595456" y="0"/>
                  </a:lnTo>
                  <a:lnTo>
                    <a:pt x="599043" y="0"/>
                  </a:lnTo>
                  <a:lnTo>
                    <a:pt x="602630" y="0"/>
                  </a:lnTo>
                  <a:lnTo>
                    <a:pt x="606218" y="0"/>
                  </a:lnTo>
                  <a:lnTo>
                    <a:pt x="609805" y="0"/>
                  </a:lnTo>
                  <a:lnTo>
                    <a:pt x="613392" y="0"/>
                  </a:lnTo>
                  <a:lnTo>
                    <a:pt x="616979" y="0"/>
                  </a:lnTo>
                  <a:lnTo>
                    <a:pt x="620566" y="0"/>
                  </a:lnTo>
                  <a:lnTo>
                    <a:pt x="624153" y="0"/>
                  </a:lnTo>
                  <a:lnTo>
                    <a:pt x="627740" y="0"/>
                  </a:lnTo>
                  <a:lnTo>
                    <a:pt x="631327" y="0"/>
                  </a:lnTo>
                  <a:lnTo>
                    <a:pt x="634914" y="0"/>
                  </a:lnTo>
                  <a:lnTo>
                    <a:pt x="638501" y="0"/>
                  </a:lnTo>
                  <a:lnTo>
                    <a:pt x="642088" y="0"/>
                  </a:lnTo>
                  <a:lnTo>
                    <a:pt x="645676" y="0"/>
                  </a:lnTo>
                  <a:lnTo>
                    <a:pt x="649263" y="0"/>
                  </a:lnTo>
                  <a:lnTo>
                    <a:pt x="652850" y="0"/>
                  </a:lnTo>
                  <a:lnTo>
                    <a:pt x="656437" y="0"/>
                  </a:lnTo>
                  <a:lnTo>
                    <a:pt x="660024" y="0"/>
                  </a:lnTo>
                  <a:lnTo>
                    <a:pt x="663611" y="0"/>
                  </a:lnTo>
                  <a:lnTo>
                    <a:pt x="667198" y="0"/>
                  </a:lnTo>
                  <a:lnTo>
                    <a:pt x="670785" y="0"/>
                  </a:lnTo>
                  <a:lnTo>
                    <a:pt x="674372" y="0"/>
                  </a:lnTo>
                  <a:lnTo>
                    <a:pt x="677959" y="0"/>
                  </a:lnTo>
                  <a:lnTo>
                    <a:pt x="681546" y="0"/>
                  </a:lnTo>
                  <a:lnTo>
                    <a:pt x="685134" y="0"/>
                  </a:lnTo>
                  <a:lnTo>
                    <a:pt x="688721" y="0"/>
                  </a:lnTo>
                  <a:lnTo>
                    <a:pt x="692308" y="0"/>
                  </a:lnTo>
                  <a:lnTo>
                    <a:pt x="695895" y="0"/>
                  </a:lnTo>
                  <a:lnTo>
                    <a:pt x="699482" y="0"/>
                  </a:lnTo>
                  <a:lnTo>
                    <a:pt x="703069" y="0"/>
                  </a:lnTo>
                  <a:lnTo>
                    <a:pt x="706656" y="0"/>
                  </a:lnTo>
                  <a:lnTo>
                    <a:pt x="710243" y="0"/>
                  </a:lnTo>
                  <a:lnTo>
                    <a:pt x="713830" y="0"/>
                  </a:lnTo>
                  <a:lnTo>
                    <a:pt x="717417" y="0"/>
                  </a:lnTo>
                  <a:lnTo>
                    <a:pt x="721004" y="0"/>
                  </a:lnTo>
                  <a:lnTo>
                    <a:pt x="724592" y="0"/>
                  </a:lnTo>
                  <a:lnTo>
                    <a:pt x="728179" y="0"/>
                  </a:lnTo>
                  <a:lnTo>
                    <a:pt x="731766" y="0"/>
                  </a:lnTo>
                  <a:lnTo>
                    <a:pt x="735353" y="0"/>
                  </a:lnTo>
                  <a:lnTo>
                    <a:pt x="738940" y="0"/>
                  </a:lnTo>
                  <a:lnTo>
                    <a:pt x="742527" y="0"/>
                  </a:lnTo>
                  <a:lnTo>
                    <a:pt x="746114" y="0"/>
                  </a:lnTo>
                  <a:lnTo>
                    <a:pt x="749701" y="0"/>
                  </a:lnTo>
                  <a:lnTo>
                    <a:pt x="753288" y="0"/>
                  </a:lnTo>
                  <a:lnTo>
                    <a:pt x="756875" y="0"/>
                  </a:lnTo>
                  <a:lnTo>
                    <a:pt x="760462" y="0"/>
                  </a:lnTo>
                  <a:lnTo>
                    <a:pt x="764049" y="0"/>
                  </a:lnTo>
                  <a:lnTo>
                    <a:pt x="767637" y="0"/>
                  </a:lnTo>
                  <a:lnTo>
                    <a:pt x="771224" y="0"/>
                  </a:lnTo>
                  <a:lnTo>
                    <a:pt x="774811" y="0"/>
                  </a:lnTo>
                  <a:lnTo>
                    <a:pt x="778398" y="0"/>
                  </a:lnTo>
                  <a:lnTo>
                    <a:pt x="781985" y="0"/>
                  </a:lnTo>
                  <a:lnTo>
                    <a:pt x="785572" y="0"/>
                  </a:lnTo>
                  <a:lnTo>
                    <a:pt x="789159" y="0"/>
                  </a:lnTo>
                  <a:lnTo>
                    <a:pt x="792746" y="0"/>
                  </a:lnTo>
                  <a:lnTo>
                    <a:pt x="796333" y="0"/>
                  </a:lnTo>
                  <a:lnTo>
                    <a:pt x="799920" y="0"/>
                  </a:lnTo>
                  <a:lnTo>
                    <a:pt x="803507" y="0"/>
                  </a:lnTo>
                  <a:lnTo>
                    <a:pt x="807095" y="0"/>
                  </a:lnTo>
                  <a:lnTo>
                    <a:pt x="810682" y="0"/>
                  </a:lnTo>
                  <a:lnTo>
                    <a:pt x="814269" y="0"/>
                  </a:lnTo>
                  <a:lnTo>
                    <a:pt x="817856" y="0"/>
                  </a:lnTo>
                  <a:lnTo>
                    <a:pt x="821443" y="0"/>
                  </a:lnTo>
                  <a:lnTo>
                    <a:pt x="825030" y="0"/>
                  </a:lnTo>
                  <a:lnTo>
                    <a:pt x="828617" y="0"/>
                  </a:lnTo>
                  <a:lnTo>
                    <a:pt x="832204" y="0"/>
                  </a:lnTo>
                  <a:lnTo>
                    <a:pt x="835791" y="0"/>
                  </a:lnTo>
                  <a:lnTo>
                    <a:pt x="839378" y="0"/>
                  </a:lnTo>
                  <a:lnTo>
                    <a:pt x="842965" y="0"/>
                  </a:lnTo>
                  <a:lnTo>
                    <a:pt x="846553" y="0"/>
                  </a:lnTo>
                  <a:lnTo>
                    <a:pt x="850140" y="0"/>
                  </a:lnTo>
                  <a:lnTo>
                    <a:pt x="853727" y="0"/>
                  </a:lnTo>
                  <a:lnTo>
                    <a:pt x="857314" y="0"/>
                  </a:lnTo>
                  <a:lnTo>
                    <a:pt x="860901" y="0"/>
                  </a:lnTo>
                  <a:lnTo>
                    <a:pt x="864488" y="0"/>
                  </a:lnTo>
                  <a:lnTo>
                    <a:pt x="868075" y="0"/>
                  </a:lnTo>
                  <a:lnTo>
                    <a:pt x="871662" y="0"/>
                  </a:lnTo>
                  <a:lnTo>
                    <a:pt x="875249" y="0"/>
                  </a:lnTo>
                  <a:lnTo>
                    <a:pt x="878836" y="0"/>
                  </a:lnTo>
                  <a:lnTo>
                    <a:pt x="882423" y="0"/>
                  </a:lnTo>
                  <a:lnTo>
                    <a:pt x="886011" y="0"/>
                  </a:lnTo>
                  <a:lnTo>
                    <a:pt x="889598" y="0"/>
                  </a:lnTo>
                  <a:lnTo>
                    <a:pt x="893185" y="0"/>
                  </a:lnTo>
                  <a:lnTo>
                    <a:pt x="896772" y="0"/>
                  </a:lnTo>
                  <a:lnTo>
                    <a:pt x="900359" y="0"/>
                  </a:lnTo>
                  <a:lnTo>
                    <a:pt x="903946" y="0"/>
                  </a:lnTo>
                  <a:lnTo>
                    <a:pt x="907533" y="0"/>
                  </a:lnTo>
                  <a:lnTo>
                    <a:pt x="911120" y="0"/>
                  </a:lnTo>
                  <a:lnTo>
                    <a:pt x="914707" y="0"/>
                  </a:lnTo>
                  <a:lnTo>
                    <a:pt x="918294" y="0"/>
                  </a:lnTo>
                  <a:lnTo>
                    <a:pt x="921881" y="0"/>
                  </a:lnTo>
                  <a:lnTo>
                    <a:pt x="925469" y="0"/>
                  </a:lnTo>
                  <a:lnTo>
                    <a:pt x="929056" y="0"/>
                  </a:lnTo>
                  <a:lnTo>
                    <a:pt x="932643" y="0"/>
                  </a:lnTo>
                  <a:lnTo>
                    <a:pt x="936230" y="0"/>
                  </a:lnTo>
                  <a:lnTo>
                    <a:pt x="939817" y="0"/>
                  </a:lnTo>
                  <a:lnTo>
                    <a:pt x="943404" y="0"/>
                  </a:lnTo>
                  <a:lnTo>
                    <a:pt x="946991" y="0"/>
                  </a:lnTo>
                  <a:lnTo>
                    <a:pt x="950578" y="0"/>
                  </a:lnTo>
                  <a:lnTo>
                    <a:pt x="954165" y="0"/>
                  </a:lnTo>
                  <a:lnTo>
                    <a:pt x="957752" y="0"/>
                  </a:lnTo>
                  <a:lnTo>
                    <a:pt x="961339" y="0"/>
                  </a:lnTo>
                  <a:lnTo>
                    <a:pt x="964926" y="0"/>
                  </a:lnTo>
                  <a:lnTo>
                    <a:pt x="968514" y="0"/>
                  </a:lnTo>
                  <a:lnTo>
                    <a:pt x="972101" y="0"/>
                  </a:lnTo>
                  <a:lnTo>
                    <a:pt x="975688" y="0"/>
                  </a:lnTo>
                  <a:lnTo>
                    <a:pt x="979275" y="0"/>
                  </a:lnTo>
                  <a:lnTo>
                    <a:pt x="982862" y="0"/>
                  </a:lnTo>
                  <a:lnTo>
                    <a:pt x="986449" y="0"/>
                  </a:lnTo>
                  <a:lnTo>
                    <a:pt x="990036" y="0"/>
                  </a:lnTo>
                  <a:lnTo>
                    <a:pt x="993623" y="0"/>
                  </a:lnTo>
                  <a:lnTo>
                    <a:pt x="997210" y="0"/>
                  </a:lnTo>
                  <a:lnTo>
                    <a:pt x="1000797" y="0"/>
                  </a:lnTo>
                  <a:lnTo>
                    <a:pt x="1004384" y="0"/>
                  </a:lnTo>
                  <a:lnTo>
                    <a:pt x="1007972" y="0"/>
                  </a:lnTo>
                  <a:lnTo>
                    <a:pt x="1011559" y="0"/>
                  </a:lnTo>
                  <a:lnTo>
                    <a:pt x="1015146" y="0"/>
                  </a:lnTo>
                  <a:lnTo>
                    <a:pt x="1018733" y="0"/>
                  </a:lnTo>
                  <a:lnTo>
                    <a:pt x="1022320" y="0"/>
                  </a:lnTo>
                  <a:lnTo>
                    <a:pt x="1025907" y="0"/>
                  </a:lnTo>
                  <a:lnTo>
                    <a:pt x="1029494" y="0"/>
                  </a:lnTo>
                  <a:lnTo>
                    <a:pt x="1033081" y="0"/>
                  </a:lnTo>
                  <a:lnTo>
                    <a:pt x="1036668" y="0"/>
                  </a:lnTo>
                  <a:lnTo>
                    <a:pt x="1040255" y="0"/>
                  </a:lnTo>
                  <a:lnTo>
                    <a:pt x="1043842" y="0"/>
                  </a:lnTo>
                  <a:lnTo>
                    <a:pt x="1047430" y="0"/>
                  </a:lnTo>
                  <a:lnTo>
                    <a:pt x="1051017" y="0"/>
                  </a:lnTo>
                  <a:lnTo>
                    <a:pt x="1054604" y="0"/>
                  </a:lnTo>
                  <a:lnTo>
                    <a:pt x="1058191" y="0"/>
                  </a:lnTo>
                  <a:lnTo>
                    <a:pt x="1061778" y="0"/>
                  </a:lnTo>
                  <a:lnTo>
                    <a:pt x="1065365" y="0"/>
                  </a:lnTo>
                  <a:lnTo>
                    <a:pt x="1068952" y="0"/>
                  </a:lnTo>
                  <a:lnTo>
                    <a:pt x="1072539" y="0"/>
                  </a:lnTo>
                  <a:lnTo>
                    <a:pt x="1076126" y="0"/>
                  </a:lnTo>
                  <a:lnTo>
                    <a:pt x="1079713" y="0"/>
                  </a:lnTo>
                  <a:lnTo>
                    <a:pt x="1083300" y="0"/>
                  </a:lnTo>
                  <a:lnTo>
                    <a:pt x="1086888" y="0"/>
                  </a:lnTo>
                  <a:lnTo>
                    <a:pt x="1090475" y="0"/>
                  </a:lnTo>
                  <a:lnTo>
                    <a:pt x="1094062" y="0"/>
                  </a:lnTo>
                  <a:lnTo>
                    <a:pt x="1097649" y="0"/>
                  </a:lnTo>
                  <a:lnTo>
                    <a:pt x="1101236" y="0"/>
                  </a:lnTo>
                  <a:lnTo>
                    <a:pt x="1104823" y="0"/>
                  </a:lnTo>
                  <a:lnTo>
                    <a:pt x="1108410" y="0"/>
                  </a:lnTo>
                  <a:lnTo>
                    <a:pt x="1111997" y="0"/>
                  </a:lnTo>
                  <a:lnTo>
                    <a:pt x="1115584" y="0"/>
                  </a:lnTo>
                  <a:lnTo>
                    <a:pt x="1119171" y="0"/>
                  </a:lnTo>
                  <a:lnTo>
                    <a:pt x="1122758" y="0"/>
                  </a:lnTo>
                  <a:lnTo>
                    <a:pt x="1126345" y="0"/>
                  </a:lnTo>
                  <a:lnTo>
                    <a:pt x="1129933" y="0"/>
                  </a:lnTo>
                  <a:lnTo>
                    <a:pt x="1133520" y="0"/>
                  </a:lnTo>
                  <a:lnTo>
                    <a:pt x="1137107" y="0"/>
                  </a:lnTo>
                  <a:lnTo>
                    <a:pt x="1140694" y="0"/>
                  </a:lnTo>
                  <a:lnTo>
                    <a:pt x="1144281" y="0"/>
                  </a:lnTo>
                  <a:lnTo>
                    <a:pt x="1147868" y="0"/>
                  </a:lnTo>
                  <a:lnTo>
                    <a:pt x="1151455" y="0"/>
                  </a:lnTo>
                  <a:lnTo>
                    <a:pt x="1155042" y="0"/>
                  </a:lnTo>
                  <a:lnTo>
                    <a:pt x="1158629" y="0"/>
                  </a:lnTo>
                  <a:lnTo>
                    <a:pt x="1162216" y="0"/>
                  </a:lnTo>
                  <a:lnTo>
                    <a:pt x="1165803" y="0"/>
                  </a:lnTo>
                  <a:lnTo>
                    <a:pt x="1169391" y="0"/>
                  </a:lnTo>
                  <a:lnTo>
                    <a:pt x="1172978" y="0"/>
                  </a:lnTo>
                  <a:lnTo>
                    <a:pt x="1176565" y="0"/>
                  </a:lnTo>
                  <a:lnTo>
                    <a:pt x="1180152" y="0"/>
                  </a:lnTo>
                  <a:lnTo>
                    <a:pt x="1183739" y="0"/>
                  </a:lnTo>
                  <a:lnTo>
                    <a:pt x="1187326" y="0"/>
                  </a:lnTo>
                  <a:lnTo>
                    <a:pt x="1190913" y="0"/>
                  </a:lnTo>
                  <a:lnTo>
                    <a:pt x="1194500" y="0"/>
                  </a:lnTo>
                  <a:lnTo>
                    <a:pt x="1198087" y="0"/>
                  </a:lnTo>
                  <a:lnTo>
                    <a:pt x="1201674" y="0"/>
                  </a:lnTo>
                  <a:lnTo>
                    <a:pt x="1205261" y="0"/>
                  </a:lnTo>
                  <a:lnTo>
                    <a:pt x="1208849" y="0"/>
                  </a:lnTo>
                  <a:lnTo>
                    <a:pt x="1212436" y="0"/>
                  </a:lnTo>
                  <a:lnTo>
                    <a:pt x="1216023" y="0"/>
                  </a:lnTo>
                  <a:lnTo>
                    <a:pt x="1219610" y="0"/>
                  </a:lnTo>
                  <a:lnTo>
                    <a:pt x="1223197" y="0"/>
                  </a:lnTo>
                  <a:lnTo>
                    <a:pt x="1226784" y="0"/>
                  </a:lnTo>
                  <a:lnTo>
                    <a:pt x="1230371" y="0"/>
                  </a:lnTo>
                  <a:lnTo>
                    <a:pt x="1233958" y="0"/>
                  </a:lnTo>
                  <a:lnTo>
                    <a:pt x="1237545" y="0"/>
                  </a:lnTo>
                  <a:lnTo>
                    <a:pt x="1241132" y="0"/>
                  </a:lnTo>
                  <a:lnTo>
                    <a:pt x="1244719" y="0"/>
                  </a:lnTo>
                  <a:lnTo>
                    <a:pt x="1248307" y="0"/>
                  </a:lnTo>
                  <a:lnTo>
                    <a:pt x="1251894" y="0"/>
                  </a:lnTo>
                  <a:lnTo>
                    <a:pt x="1255481" y="0"/>
                  </a:lnTo>
                  <a:lnTo>
                    <a:pt x="1259068" y="0"/>
                  </a:lnTo>
                  <a:lnTo>
                    <a:pt x="1262655" y="0"/>
                  </a:lnTo>
                  <a:lnTo>
                    <a:pt x="1266242" y="0"/>
                  </a:lnTo>
                  <a:lnTo>
                    <a:pt x="1269829" y="0"/>
                  </a:lnTo>
                  <a:lnTo>
                    <a:pt x="1273416" y="0"/>
                  </a:lnTo>
                  <a:lnTo>
                    <a:pt x="1277003" y="0"/>
                  </a:lnTo>
                  <a:lnTo>
                    <a:pt x="1280590" y="0"/>
                  </a:lnTo>
                  <a:lnTo>
                    <a:pt x="1284177" y="0"/>
                  </a:lnTo>
                  <a:lnTo>
                    <a:pt x="1287765" y="0"/>
                  </a:lnTo>
                  <a:lnTo>
                    <a:pt x="1291352" y="0"/>
                  </a:lnTo>
                  <a:lnTo>
                    <a:pt x="1294939" y="0"/>
                  </a:lnTo>
                  <a:lnTo>
                    <a:pt x="1298526" y="0"/>
                  </a:lnTo>
                  <a:lnTo>
                    <a:pt x="1302113" y="0"/>
                  </a:lnTo>
                  <a:lnTo>
                    <a:pt x="1305700" y="0"/>
                  </a:lnTo>
                  <a:lnTo>
                    <a:pt x="1309287" y="0"/>
                  </a:lnTo>
                  <a:lnTo>
                    <a:pt x="1312874" y="0"/>
                  </a:lnTo>
                  <a:lnTo>
                    <a:pt x="1316461" y="0"/>
                  </a:lnTo>
                  <a:lnTo>
                    <a:pt x="1320048" y="0"/>
                  </a:lnTo>
                  <a:lnTo>
                    <a:pt x="1323635" y="0"/>
                  </a:lnTo>
                  <a:lnTo>
                    <a:pt x="1327222" y="0"/>
                  </a:lnTo>
                  <a:lnTo>
                    <a:pt x="1330810" y="0"/>
                  </a:lnTo>
                  <a:lnTo>
                    <a:pt x="1334397" y="0"/>
                  </a:lnTo>
                  <a:lnTo>
                    <a:pt x="1337984" y="0"/>
                  </a:lnTo>
                  <a:lnTo>
                    <a:pt x="1341571" y="0"/>
                  </a:lnTo>
                  <a:lnTo>
                    <a:pt x="1345158" y="0"/>
                  </a:lnTo>
                  <a:lnTo>
                    <a:pt x="1348745" y="0"/>
                  </a:lnTo>
                  <a:lnTo>
                    <a:pt x="1352332" y="0"/>
                  </a:lnTo>
                  <a:lnTo>
                    <a:pt x="1355919" y="0"/>
                  </a:lnTo>
                  <a:lnTo>
                    <a:pt x="1359506" y="0"/>
                  </a:lnTo>
                  <a:lnTo>
                    <a:pt x="1363093" y="0"/>
                  </a:lnTo>
                  <a:lnTo>
                    <a:pt x="1366680" y="0"/>
                  </a:lnTo>
                  <a:lnTo>
                    <a:pt x="1370268" y="0"/>
                  </a:lnTo>
                  <a:lnTo>
                    <a:pt x="1373855" y="0"/>
                  </a:lnTo>
                  <a:lnTo>
                    <a:pt x="1377442" y="0"/>
                  </a:lnTo>
                  <a:lnTo>
                    <a:pt x="1381029" y="0"/>
                  </a:lnTo>
                  <a:lnTo>
                    <a:pt x="1384616" y="0"/>
                  </a:lnTo>
                  <a:lnTo>
                    <a:pt x="1388203" y="0"/>
                  </a:lnTo>
                  <a:lnTo>
                    <a:pt x="1391790" y="0"/>
                  </a:lnTo>
                  <a:lnTo>
                    <a:pt x="1395377" y="0"/>
                  </a:lnTo>
                  <a:lnTo>
                    <a:pt x="1398964" y="0"/>
                  </a:lnTo>
                  <a:lnTo>
                    <a:pt x="1402551" y="0"/>
                  </a:lnTo>
                  <a:lnTo>
                    <a:pt x="1406138" y="0"/>
                  </a:lnTo>
                  <a:lnTo>
                    <a:pt x="1409726" y="0"/>
                  </a:lnTo>
                  <a:lnTo>
                    <a:pt x="1413313" y="0"/>
                  </a:lnTo>
                  <a:lnTo>
                    <a:pt x="1416900" y="0"/>
                  </a:lnTo>
                  <a:lnTo>
                    <a:pt x="1420487" y="0"/>
                  </a:lnTo>
                  <a:lnTo>
                    <a:pt x="1424074" y="0"/>
                  </a:lnTo>
                  <a:lnTo>
                    <a:pt x="1427661" y="0"/>
                  </a:lnTo>
                  <a:lnTo>
                    <a:pt x="1431248" y="0"/>
                  </a:lnTo>
                  <a:lnTo>
                    <a:pt x="1434835" y="0"/>
                  </a:lnTo>
                  <a:lnTo>
                    <a:pt x="1438422" y="0"/>
                  </a:lnTo>
                  <a:lnTo>
                    <a:pt x="1442009" y="0"/>
                  </a:lnTo>
                  <a:lnTo>
                    <a:pt x="1445596" y="0"/>
                  </a:lnTo>
                  <a:lnTo>
                    <a:pt x="1449184" y="0"/>
                  </a:lnTo>
                  <a:lnTo>
                    <a:pt x="1452771" y="0"/>
                  </a:lnTo>
                  <a:lnTo>
                    <a:pt x="1456358" y="0"/>
                  </a:lnTo>
                  <a:lnTo>
                    <a:pt x="1459945" y="0"/>
                  </a:lnTo>
                  <a:lnTo>
                    <a:pt x="1463532" y="0"/>
                  </a:lnTo>
                  <a:lnTo>
                    <a:pt x="1467119" y="0"/>
                  </a:lnTo>
                  <a:lnTo>
                    <a:pt x="1470706" y="0"/>
                  </a:lnTo>
                  <a:lnTo>
                    <a:pt x="1474293" y="0"/>
                  </a:lnTo>
                  <a:lnTo>
                    <a:pt x="1477880" y="0"/>
                  </a:lnTo>
                  <a:lnTo>
                    <a:pt x="1481467" y="0"/>
                  </a:lnTo>
                  <a:lnTo>
                    <a:pt x="1485054" y="0"/>
                  </a:lnTo>
                  <a:lnTo>
                    <a:pt x="1488641" y="0"/>
                  </a:lnTo>
                  <a:lnTo>
                    <a:pt x="1492229" y="0"/>
                  </a:lnTo>
                  <a:lnTo>
                    <a:pt x="1495816" y="0"/>
                  </a:lnTo>
                  <a:lnTo>
                    <a:pt x="1499403" y="0"/>
                  </a:lnTo>
                  <a:lnTo>
                    <a:pt x="1502990" y="0"/>
                  </a:lnTo>
                  <a:lnTo>
                    <a:pt x="1506577" y="0"/>
                  </a:lnTo>
                  <a:lnTo>
                    <a:pt x="1510164" y="0"/>
                  </a:lnTo>
                  <a:lnTo>
                    <a:pt x="1513751" y="0"/>
                  </a:lnTo>
                  <a:lnTo>
                    <a:pt x="1517338" y="0"/>
                  </a:lnTo>
                  <a:lnTo>
                    <a:pt x="1520925" y="0"/>
                  </a:lnTo>
                  <a:lnTo>
                    <a:pt x="1524512" y="0"/>
                  </a:lnTo>
                  <a:lnTo>
                    <a:pt x="1528099" y="0"/>
                  </a:lnTo>
                  <a:lnTo>
                    <a:pt x="1531687" y="0"/>
                  </a:lnTo>
                  <a:lnTo>
                    <a:pt x="1535274" y="0"/>
                  </a:lnTo>
                  <a:lnTo>
                    <a:pt x="1538861" y="0"/>
                  </a:lnTo>
                  <a:lnTo>
                    <a:pt x="1542448" y="0"/>
                  </a:lnTo>
                  <a:lnTo>
                    <a:pt x="1546035" y="0"/>
                  </a:lnTo>
                  <a:lnTo>
                    <a:pt x="1549622" y="0"/>
                  </a:lnTo>
                  <a:lnTo>
                    <a:pt x="1553209" y="0"/>
                  </a:lnTo>
                  <a:lnTo>
                    <a:pt x="1556796" y="0"/>
                  </a:lnTo>
                  <a:lnTo>
                    <a:pt x="1560383" y="0"/>
                  </a:lnTo>
                  <a:lnTo>
                    <a:pt x="1563970" y="0"/>
                  </a:lnTo>
                  <a:lnTo>
                    <a:pt x="1567557" y="0"/>
                  </a:lnTo>
                  <a:lnTo>
                    <a:pt x="1571145" y="0"/>
                  </a:lnTo>
                  <a:lnTo>
                    <a:pt x="1574732" y="0"/>
                  </a:lnTo>
                  <a:lnTo>
                    <a:pt x="1578319" y="0"/>
                  </a:lnTo>
                  <a:lnTo>
                    <a:pt x="1581906" y="0"/>
                  </a:lnTo>
                  <a:lnTo>
                    <a:pt x="1585493" y="0"/>
                  </a:lnTo>
                  <a:lnTo>
                    <a:pt x="1589080" y="0"/>
                  </a:lnTo>
                  <a:lnTo>
                    <a:pt x="1592667" y="0"/>
                  </a:lnTo>
                  <a:lnTo>
                    <a:pt x="1596254" y="0"/>
                  </a:lnTo>
                  <a:lnTo>
                    <a:pt x="1599841" y="0"/>
                  </a:lnTo>
                  <a:lnTo>
                    <a:pt x="1603428" y="0"/>
                  </a:lnTo>
                  <a:lnTo>
                    <a:pt x="1607015" y="0"/>
                  </a:lnTo>
                  <a:lnTo>
                    <a:pt x="1610603" y="0"/>
                  </a:lnTo>
                  <a:lnTo>
                    <a:pt x="1614190" y="0"/>
                  </a:lnTo>
                  <a:lnTo>
                    <a:pt x="1617777" y="0"/>
                  </a:lnTo>
                  <a:lnTo>
                    <a:pt x="1621364" y="0"/>
                  </a:lnTo>
                  <a:lnTo>
                    <a:pt x="1624951" y="0"/>
                  </a:lnTo>
                  <a:lnTo>
                    <a:pt x="1628538" y="0"/>
                  </a:lnTo>
                  <a:lnTo>
                    <a:pt x="1632125" y="0"/>
                  </a:lnTo>
                  <a:lnTo>
                    <a:pt x="1635712" y="0"/>
                  </a:lnTo>
                  <a:lnTo>
                    <a:pt x="1639299" y="0"/>
                  </a:lnTo>
                  <a:lnTo>
                    <a:pt x="1642886" y="0"/>
                  </a:lnTo>
                  <a:lnTo>
                    <a:pt x="1646473" y="0"/>
                  </a:lnTo>
                  <a:lnTo>
                    <a:pt x="1650061" y="0"/>
                  </a:lnTo>
                  <a:lnTo>
                    <a:pt x="1653648" y="0"/>
                  </a:lnTo>
                  <a:lnTo>
                    <a:pt x="1657235" y="0"/>
                  </a:lnTo>
                  <a:lnTo>
                    <a:pt x="1660822" y="0"/>
                  </a:lnTo>
                  <a:lnTo>
                    <a:pt x="1664409" y="0"/>
                  </a:lnTo>
                  <a:lnTo>
                    <a:pt x="1667996" y="0"/>
                  </a:lnTo>
                  <a:lnTo>
                    <a:pt x="1671583" y="0"/>
                  </a:lnTo>
                  <a:lnTo>
                    <a:pt x="1675170" y="0"/>
                  </a:lnTo>
                  <a:lnTo>
                    <a:pt x="1678757" y="0"/>
                  </a:lnTo>
                  <a:lnTo>
                    <a:pt x="1682344" y="0"/>
                  </a:lnTo>
                  <a:lnTo>
                    <a:pt x="1685931" y="0"/>
                  </a:lnTo>
                  <a:lnTo>
                    <a:pt x="1689518" y="0"/>
                  </a:lnTo>
                  <a:lnTo>
                    <a:pt x="1693106" y="0"/>
                  </a:lnTo>
                  <a:lnTo>
                    <a:pt x="1696693" y="0"/>
                  </a:lnTo>
                  <a:lnTo>
                    <a:pt x="1700280" y="0"/>
                  </a:lnTo>
                  <a:lnTo>
                    <a:pt x="1703867" y="0"/>
                  </a:lnTo>
                  <a:lnTo>
                    <a:pt x="1707454" y="0"/>
                  </a:lnTo>
                  <a:lnTo>
                    <a:pt x="1711041" y="0"/>
                  </a:lnTo>
                  <a:lnTo>
                    <a:pt x="1714628" y="0"/>
                  </a:lnTo>
                  <a:lnTo>
                    <a:pt x="1718215" y="0"/>
                  </a:lnTo>
                  <a:lnTo>
                    <a:pt x="1721802" y="0"/>
                  </a:lnTo>
                  <a:lnTo>
                    <a:pt x="1725389" y="0"/>
                  </a:lnTo>
                  <a:lnTo>
                    <a:pt x="1728976" y="0"/>
                  </a:lnTo>
                  <a:lnTo>
                    <a:pt x="1732564" y="0"/>
                  </a:lnTo>
                  <a:lnTo>
                    <a:pt x="1736151" y="0"/>
                  </a:lnTo>
                  <a:lnTo>
                    <a:pt x="1739738" y="0"/>
                  </a:lnTo>
                  <a:lnTo>
                    <a:pt x="1743325" y="0"/>
                  </a:lnTo>
                  <a:lnTo>
                    <a:pt x="1746912" y="0"/>
                  </a:lnTo>
                  <a:lnTo>
                    <a:pt x="1750499" y="0"/>
                  </a:lnTo>
                  <a:lnTo>
                    <a:pt x="1754086" y="0"/>
                  </a:lnTo>
                  <a:lnTo>
                    <a:pt x="1757673" y="0"/>
                  </a:lnTo>
                  <a:lnTo>
                    <a:pt x="1761260" y="0"/>
                  </a:lnTo>
                  <a:lnTo>
                    <a:pt x="1764847" y="0"/>
                  </a:lnTo>
                  <a:lnTo>
                    <a:pt x="1768434" y="0"/>
                  </a:lnTo>
                  <a:lnTo>
                    <a:pt x="1772022" y="0"/>
                  </a:lnTo>
                  <a:lnTo>
                    <a:pt x="1775609" y="0"/>
                  </a:lnTo>
                  <a:lnTo>
                    <a:pt x="1779196" y="0"/>
                  </a:lnTo>
                  <a:lnTo>
                    <a:pt x="1782783" y="0"/>
                  </a:lnTo>
                  <a:lnTo>
                    <a:pt x="1786370" y="0"/>
                  </a:lnTo>
                  <a:lnTo>
                    <a:pt x="1789957" y="0"/>
                  </a:lnTo>
                  <a:lnTo>
                    <a:pt x="1793544" y="0"/>
                  </a:lnTo>
                  <a:lnTo>
                    <a:pt x="1793544" y="102173"/>
                  </a:lnTo>
                  <a:lnTo>
                    <a:pt x="1789957" y="102173"/>
                  </a:lnTo>
                  <a:lnTo>
                    <a:pt x="1786370" y="102173"/>
                  </a:lnTo>
                  <a:lnTo>
                    <a:pt x="1782783" y="102173"/>
                  </a:lnTo>
                  <a:lnTo>
                    <a:pt x="1779196" y="102173"/>
                  </a:lnTo>
                  <a:lnTo>
                    <a:pt x="1775609" y="102173"/>
                  </a:lnTo>
                  <a:lnTo>
                    <a:pt x="1772022" y="102173"/>
                  </a:lnTo>
                  <a:lnTo>
                    <a:pt x="1768434" y="102173"/>
                  </a:lnTo>
                  <a:lnTo>
                    <a:pt x="1764847" y="102173"/>
                  </a:lnTo>
                  <a:lnTo>
                    <a:pt x="1761260" y="102173"/>
                  </a:lnTo>
                  <a:lnTo>
                    <a:pt x="1757673" y="102173"/>
                  </a:lnTo>
                  <a:lnTo>
                    <a:pt x="1754086" y="102173"/>
                  </a:lnTo>
                  <a:lnTo>
                    <a:pt x="1750499" y="102173"/>
                  </a:lnTo>
                  <a:lnTo>
                    <a:pt x="1746912" y="102173"/>
                  </a:lnTo>
                  <a:lnTo>
                    <a:pt x="1743325" y="102173"/>
                  </a:lnTo>
                  <a:lnTo>
                    <a:pt x="1739738" y="102173"/>
                  </a:lnTo>
                  <a:lnTo>
                    <a:pt x="1736151" y="102173"/>
                  </a:lnTo>
                  <a:lnTo>
                    <a:pt x="1732564" y="102173"/>
                  </a:lnTo>
                  <a:lnTo>
                    <a:pt x="1728976" y="102173"/>
                  </a:lnTo>
                  <a:lnTo>
                    <a:pt x="1725389" y="102173"/>
                  </a:lnTo>
                  <a:lnTo>
                    <a:pt x="1721802" y="102173"/>
                  </a:lnTo>
                  <a:lnTo>
                    <a:pt x="1718215" y="102173"/>
                  </a:lnTo>
                  <a:lnTo>
                    <a:pt x="1714628" y="102173"/>
                  </a:lnTo>
                  <a:lnTo>
                    <a:pt x="1711041" y="102173"/>
                  </a:lnTo>
                  <a:lnTo>
                    <a:pt x="1707454" y="102173"/>
                  </a:lnTo>
                  <a:lnTo>
                    <a:pt x="1703867" y="102173"/>
                  </a:lnTo>
                  <a:lnTo>
                    <a:pt x="1700280" y="102173"/>
                  </a:lnTo>
                  <a:lnTo>
                    <a:pt x="1696693" y="102173"/>
                  </a:lnTo>
                  <a:lnTo>
                    <a:pt x="1693106" y="102173"/>
                  </a:lnTo>
                  <a:lnTo>
                    <a:pt x="1689518" y="102173"/>
                  </a:lnTo>
                  <a:lnTo>
                    <a:pt x="1685931" y="102173"/>
                  </a:lnTo>
                  <a:lnTo>
                    <a:pt x="1682344" y="102173"/>
                  </a:lnTo>
                  <a:lnTo>
                    <a:pt x="1678757" y="102173"/>
                  </a:lnTo>
                  <a:lnTo>
                    <a:pt x="1675170" y="102173"/>
                  </a:lnTo>
                  <a:lnTo>
                    <a:pt x="1671583" y="102173"/>
                  </a:lnTo>
                  <a:lnTo>
                    <a:pt x="1667996" y="102173"/>
                  </a:lnTo>
                  <a:lnTo>
                    <a:pt x="1664409" y="102173"/>
                  </a:lnTo>
                  <a:lnTo>
                    <a:pt x="1660822" y="102173"/>
                  </a:lnTo>
                  <a:lnTo>
                    <a:pt x="1657235" y="102173"/>
                  </a:lnTo>
                  <a:lnTo>
                    <a:pt x="1653648" y="102173"/>
                  </a:lnTo>
                  <a:lnTo>
                    <a:pt x="1650061" y="102173"/>
                  </a:lnTo>
                  <a:lnTo>
                    <a:pt x="1646473" y="102173"/>
                  </a:lnTo>
                  <a:lnTo>
                    <a:pt x="1642886" y="102173"/>
                  </a:lnTo>
                  <a:lnTo>
                    <a:pt x="1639299" y="102173"/>
                  </a:lnTo>
                  <a:lnTo>
                    <a:pt x="1635712" y="102173"/>
                  </a:lnTo>
                  <a:lnTo>
                    <a:pt x="1632125" y="102173"/>
                  </a:lnTo>
                  <a:lnTo>
                    <a:pt x="1628538" y="102173"/>
                  </a:lnTo>
                  <a:lnTo>
                    <a:pt x="1624951" y="102173"/>
                  </a:lnTo>
                  <a:lnTo>
                    <a:pt x="1621364" y="102173"/>
                  </a:lnTo>
                  <a:lnTo>
                    <a:pt x="1617777" y="102173"/>
                  </a:lnTo>
                  <a:lnTo>
                    <a:pt x="1614190" y="102173"/>
                  </a:lnTo>
                  <a:lnTo>
                    <a:pt x="1610603" y="102173"/>
                  </a:lnTo>
                  <a:lnTo>
                    <a:pt x="1607015" y="102173"/>
                  </a:lnTo>
                  <a:lnTo>
                    <a:pt x="1603428" y="102173"/>
                  </a:lnTo>
                  <a:lnTo>
                    <a:pt x="1599841" y="102173"/>
                  </a:lnTo>
                  <a:lnTo>
                    <a:pt x="1596254" y="102173"/>
                  </a:lnTo>
                  <a:lnTo>
                    <a:pt x="1592667" y="102173"/>
                  </a:lnTo>
                  <a:lnTo>
                    <a:pt x="1589080" y="102173"/>
                  </a:lnTo>
                  <a:lnTo>
                    <a:pt x="1585493" y="102173"/>
                  </a:lnTo>
                  <a:lnTo>
                    <a:pt x="1581906" y="102173"/>
                  </a:lnTo>
                  <a:lnTo>
                    <a:pt x="1578319" y="102173"/>
                  </a:lnTo>
                  <a:lnTo>
                    <a:pt x="1574732" y="102173"/>
                  </a:lnTo>
                  <a:lnTo>
                    <a:pt x="1571145" y="102173"/>
                  </a:lnTo>
                  <a:lnTo>
                    <a:pt x="1567557" y="102173"/>
                  </a:lnTo>
                  <a:lnTo>
                    <a:pt x="1563970" y="102173"/>
                  </a:lnTo>
                  <a:lnTo>
                    <a:pt x="1560383" y="102173"/>
                  </a:lnTo>
                  <a:lnTo>
                    <a:pt x="1556796" y="102173"/>
                  </a:lnTo>
                  <a:lnTo>
                    <a:pt x="1553209" y="102173"/>
                  </a:lnTo>
                  <a:lnTo>
                    <a:pt x="1549622" y="102173"/>
                  </a:lnTo>
                  <a:lnTo>
                    <a:pt x="1546035" y="102173"/>
                  </a:lnTo>
                  <a:lnTo>
                    <a:pt x="1542448" y="102173"/>
                  </a:lnTo>
                  <a:lnTo>
                    <a:pt x="1538861" y="102173"/>
                  </a:lnTo>
                  <a:lnTo>
                    <a:pt x="1535274" y="102173"/>
                  </a:lnTo>
                  <a:lnTo>
                    <a:pt x="1531687" y="102173"/>
                  </a:lnTo>
                  <a:lnTo>
                    <a:pt x="1528099" y="102173"/>
                  </a:lnTo>
                  <a:lnTo>
                    <a:pt x="1524512" y="102173"/>
                  </a:lnTo>
                  <a:lnTo>
                    <a:pt x="1520925" y="102173"/>
                  </a:lnTo>
                  <a:lnTo>
                    <a:pt x="1517338" y="102173"/>
                  </a:lnTo>
                  <a:lnTo>
                    <a:pt x="1513751" y="102173"/>
                  </a:lnTo>
                  <a:lnTo>
                    <a:pt x="1510164" y="102173"/>
                  </a:lnTo>
                  <a:lnTo>
                    <a:pt x="1506577" y="102173"/>
                  </a:lnTo>
                  <a:lnTo>
                    <a:pt x="1502990" y="102173"/>
                  </a:lnTo>
                  <a:lnTo>
                    <a:pt x="1499403" y="102173"/>
                  </a:lnTo>
                  <a:lnTo>
                    <a:pt x="1495816" y="102173"/>
                  </a:lnTo>
                  <a:lnTo>
                    <a:pt x="1492229" y="102173"/>
                  </a:lnTo>
                  <a:lnTo>
                    <a:pt x="1488641" y="102173"/>
                  </a:lnTo>
                  <a:lnTo>
                    <a:pt x="1485054" y="102173"/>
                  </a:lnTo>
                  <a:lnTo>
                    <a:pt x="1481467" y="102173"/>
                  </a:lnTo>
                  <a:lnTo>
                    <a:pt x="1477880" y="102173"/>
                  </a:lnTo>
                  <a:lnTo>
                    <a:pt x="1474293" y="102173"/>
                  </a:lnTo>
                  <a:lnTo>
                    <a:pt x="1470706" y="102173"/>
                  </a:lnTo>
                  <a:lnTo>
                    <a:pt x="1467119" y="102173"/>
                  </a:lnTo>
                  <a:lnTo>
                    <a:pt x="1463532" y="102173"/>
                  </a:lnTo>
                  <a:lnTo>
                    <a:pt x="1459945" y="102173"/>
                  </a:lnTo>
                  <a:lnTo>
                    <a:pt x="1456358" y="102173"/>
                  </a:lnTo>
                  <a:lnTo>
                    <a:pt x="1452771" y="102173"/>
                  </a:lnTo>
                  <a:lnTo>
                    <a:pt x="1449184" y="102173"/>
                  </a:lnTo>
                  <a:lnTo>
                    <a:pt x="1445596" y="102173"/>
                  </a:lnTo>
                  <a:lnTo>
                    <a:pt x="1442009" y="102173"/>
                  </a:lnTo>
                  <a:lnTo>
                    <a:pt x="1438422" y="102173"/>
                  </a:lnTo>
                  <a:lnTo>
                    <a:pt x="1434835" y="102173"/>
                  </a:lnTo>
                  <a:lnTo>
                    <a:pt x="1431248" y="102173"/>
                  </a:lnTo>
                  <a:lnTo>
                    <a:pt x="1427661" y="102173"/>
                  </a:lnTo>
                  <a:lnTo>
                    <a:pt x="1424074" y="102173"/>
                  </a:lnTo>
                  <a:lnTo>
                    <a:pt x="1420487" y="102173"/>
                  </a:lnTo>
                  <a:lnTo>
                    <a:pt x="1416900" y="102173"/>
                  </a:lnTo>
                  <a:lnTo>
                    <a:pt x="1413313" y="102173"/>
                  </a:lnTo>
                  <a:lnTo>
                    <a:pt x="1409726" y="102173"/>
                  </a:lnTo>
                  <a:lnTo>
                    <a:pt x="1406138" y="102173"/>
                  </a:lnTo>
                  <a:lnTo>
                    <a:pt x="1402551" y="102173"/>
                  </a:lnTo>
                  <a:lnTo>
                    <a:pt x="1398964" y="102173"/>
                  </a:lnTo>
                  <a:lnTo>
                    <a:pt x="1395377" y="102173"/>
                  </a:lnTo>
                  <a:lnTo>
                    <a:pt x="1391790" y="102173"/>
                  </a:lnTo>
                  <a:lnTo>
                    <a:pt x="1388203" y="102173"/>
                  </a:lnTo>
                  <a:lnTo>
                    <a:pt x="1384616" y="102173"/>
                  </a:lnTo>
                  <a:lnTo>
                    <a:pt x="1381029" y="102173"/>
                  </a:lnTo>
                  <a:lnTo>
                    <a:pt x="1377442" y="102173"/>
                  </a:lnTo>
                  <a:lnTo>
                    <a:pt x="1373855" y="102173"/>
                  </a:lnTo>
                  <a:lnTo>
                    <a:pt x="1370268" y="102173"/>
                  </a:lnTo>
                  <a:lnTo>
                    <a:pt x="1366680" y="102173"/>
                  </a:lnTo>
                  <a:lnTo>
                    <a:pt x="1363093" y="102173"/>
                  </a:lnTo>
                  <a:lnTo>
                    <a:pt x="1359506" y="102173"/>
                  </a:lnTo>
                  <a:lnTo>
                    <a:pt x="1355919" y="102173"/>
                  </a:lnTo>
                  <a:lnTo>
                    <a:pt x="1352332" y="102173"/>
                  </a:lnTo>
                  <a:lnTo>
                    <a:pt x="1348745" y="102173"/>
                  </a:lnTo>
                  <a:lnTo>
                    <a:pt x="1345158" y="102173"/>
                  </a:lnTo>
                  <a:lnTo>
                    <a:pt x="1341571" y="102173"/>
                  </a:lnTo>
                  <a:lnTo>
                    <a:pt x="1337984" y="102173"/>
                  </a:lnTo>
                  <a:lnTo>
                    <a:pt x="1334397" y="102173"/>
                  </a:lnTo>
                  <a:lnTo>
                    <a:pt x="1330810" y="102173"/>
                  </a:lnTo>
                  <a:lnTo>
                    <a:pt x="1327222" y="102173"/>
                  </a:lnTo>
                  <a:lnTo>
                    <a:pt x="1323635" y="102173"/>
                  </a:lnTo>
                  <a:lnTo>
                    <a:pt x="1320048" y="102173"/>
                  </a:lnTo>
                  <a:lnTo>
                    <a:pt x="1316461" y="102173"/>
                  </a:lnTo>
                  <a:lnTo>
                    <a:pt x="1312874" y="102173"/>
                  </a:lnTo>
                  <a:lnTo>
                    <a:pt x="1309287" y="102173"/>
                  </a:lnTo>
                  <a:lnTo>
                    <a:pt x="1305700" y="102173"/>
                  </a:lnTo>
                  <a:lnTo>
                    <a:pt x="1302113" y="102173"/>
                  </a:lnTo>
                  <a:lnTo>
                    <a:pt x="1298526" y="102173"/>
                  </a:lnTo>
                  <a:lnTo>
                    <a:pt x="1294939" y="102173"/>
                  </a:lnTo>
                  <a:lnTo>
                    <a:pt x="1291352" y="102173"/>
                  </a:lnTo>
                  <a:lnTo>
                    <a:pt x="1287765" y="102173"/>
                  </a:lnTo>
                  <a:lnTo>
                    <a:pt x="1284177" y="102173"/>
                  </a:lnTo>
                  <a:lnTo>
                    <a:pt x="1280590" y="102173"/>
                  </a:lnTo>
                  <a:lnTo>
                    <a:pt x="1277003" y="102173"/>
                  </a:lnTo>
                  <a:lnTo>
                    <a:pt x="1273416" y="102173"/>
                  </a:lnTo>
                  <a:lnTo>
                    <a:pt x="1269829" y="102173"/>
                  </a:lnTo>
                  <a:lnTo>
                    <a:pt x="1266242" y="102173"/>
                  </a:lnTo>
                  <a:lnTo>
                    <a:pt x="1262655" y="102173"/>
                  </a:lnTo>
                  <a:lnTo>
                    <a:pt x="1259068" y="102173"/>
                  </a:lnTo>
                  <a:lnTo>
                    <a:pt x="1255481" y="102173"/>
                  </a:lnTo>
                  <a:lnTo>
                    <a:pt x="1251894" y="102173"/>
                  </a:lnTo>
                  <a:lnTo>
                    <a:pt x="1248307" y="102173"/>
                  </a:lnTo>
                  <a:lnTo>
                    <a:pt x="1244719" y="102173"/>
                  </a:lnTo>
                  <a:lnTo>
                    <a:pt x="1241132" y="102173"/>
                  </a:lnTo>
                  <a:lnTo>
                    <a:pt x="1237545" y="102173"/>
                  </a:lnTo>
                  <a:lnTo>
                    <a:pt x="1233958" y="102173"/>
                  </a:lnTo>
                  <a:lnTo>
                    <a:pt x="1230371" y="102173"/>
                  </a:lnTo>
                  <a:lnTo>
                    <a:pt x="1226784" y="102173"/>
                  </a:lnTo>
                  <a:lnTo>
                    <a:pt x="1223197" y="102173"/>
                  </a:lnTo>
                  <a:lnTo>
                    <a:pt x="1219610" y="102173"/>
                  </a:lnTo>
                  <a:lnTo>
                    <a:pt x="1216023" y="102173"/>
                  </a:lnTo>
                  <a:lnTo>
                    <a:pt x="1212436" y="102173"/>
                  </a:lnTo>
                  <a:lnTo>
                    <a:pt x="1208849" y="102173"/>
                  </a:lnTo>
                  <a:lnTo>
                    <a:pt x="1205261" y="102173"/>
                  </a:lnTo>
                  <a:lnTo>
                    <a:pt x="1201674" y="102173"/>
                  </a:lnTo>
                  <a:lnTo>
                    <a:pt x="1198087" y="102173"/>
                  </a:lnTo>
                  <a:lnTo>
                    <a:pt x="1194500" y="102173"/>
                  </a:lnTo>
                  <a:lnTo>
                    <a:pt x="1190913" y="102173"/>
                  </a:lnTo>
                  <a:lnTo>
                    <a:pt x="1187326" y="102173"/>
                  </a:lnTo>
                  <a:lnTo>
                    <a:pt x="1183739" y="102173"/>
                  </a:lnTo>
                  <a:lnTo>
                    <a:pt x="1180152" y="102173"/>
                  </a:lnTo>
                  <a:lnTo>
                    <a:pt x="1176565" y="102173"/>
                  </a:lnTo>
                  <a:lnTo>
                    <a:pt x="1172978" y="102173"/>
                  </a:lnTo>
                  <a:lnTo>
                    <a:pt x="1169391" y="102173"/>
                  </a:lnTo>
                  <a:lnTo>
                    <a:pt x="1165803" y="102173"/>
                  </a:lnTo>
                  <a:lnTo>
                    <a:pt x="1162216" y="102173"/>
                  </a:lnTo>
                  <a:lnTo>
                    <a:pt x="1158629" y="102173"/>
                  </a:lnTo>
                  <a:lnTo>
                    <a:pt x="1155042" y="102173"/>
                  </a:lnTo>
                  <a:lnTo>
                    <a:pt x="1151455" y="102173"/>
                  </a:lnTo>
                  <a:lnTo>
                    <a:pt x="1147868" y="102173"/>
                  </a:lnTo>
                  <a:lnTo>
                    <a:pt x="1144281" y="102173"/>
                  </a:lnTo>
                  <a:lnTo>
                    <a:pt x="1140694" y="102173"/>
                  </a:lnTo>
                  <a:lnTo>
                    <a:pt x="1137107" y="102173"/>
                  </a:lnTo>
                  <a:lnTo>
                    <a:pt x="1133520" y="102173"/>
                  </a:lnTo>
                  <a:lnTo>
                    <a:pt x="1129933" y="102173"/>
                  </a:lnTo>
                  <a:lnTo>
                    <a:pt x="1126345" y="102173"/>
                  </a:lnTo>
                  <a:lnTo>
                    <a:pt x="1122758" y="102173"/>
                  </a:lnTo>
                  <a:lnTo>
                    <a:pt x="1119171" y="102173"/>
                  </a:lnTo>
                  <a:lnTo>
                    <a:pt x="1115584" y="102173"/>
                  </a:lnTo>
                  <a:lnTo>
                    <a:pt x="1111997" y="102173"/>
                  </a:lnTo>
                  <a:lnTo>
                    <a:pt x="1108410" y="102173"/>
                  </a:lnTo>
                  <a:lnTo>
                    <a:pt x="1104823" y="102173"/>
                  </a:lnTo>
                  <a:lnTo>
                    <a:pt x="1101236" y="102173"/>
                  </a:lnTo>
                  <a:lnTo>
                    <a:pt x="1097649" y="102173"/>
                  </a:lnTo>
                  <a:lnTo>
                    <a:pt x="1094062" y="102173"/>
                  </a:lnTo>
                  <a:lnTo>
                    <a:pt x="1090475" y="102173"/>
                  </a:lnTo>
                  <a:lnTo>
                    <a:pt x="1086888" y="102173"/>
                  </a:lnTo>
                  <a:lnTo>
                    <a:pt x="1083300" y="102173"/>
                  </a:lnTo>
                  <a:lnTo>
                    <a:pt x="1079713" y="102173"/>
                  </a:lnTo>
                  <a:lnTo>
                    <a:pt x="1076126" y="102173"/>
                  </a:lnTo>
                  <a:lnTo>
                    <a:pt x="1072539" y="102173"/>
                  </a:lnTo>
                  <a:lnTo>
                    <a:pt x="1068952" y="102173"/>
                  </a:lnTo>
                  <a:lnTo>
                    <a:pt x="1065365" y="102173"/>
                  </a:lnTo>
                  <a:lnTo>
                    <a:pt x="1061778" y="102173"/>
                  </a:lnTo>
                  <a:lnTo>
                    <a:pt x="1058191" y="102173"/>
                  </a:lnTo>
                  <a:lnTo>
                    <a:pt x="1054604" y="102173"/>
                  </a:lnTo>
                  <a:lnTo>
                    <a:pt x="1051017" y="102173"/>
                  </a:lnTo>
                  <a:lnTo>
                    <a:pt x="1047430" y="102173"/>
                  </a:lnTo>
                  <a:lnTo>
                    <a:pt x="1043842" y="102173"/>
                  </a:lnTo>
                  <a:lnTo>
                    <a:pt x="1040255" y="102173"/>
                  </a:lnTo>
                  <a:lnTo>
                    <a:pt x="1036668" y="102173"/>
                  </a:lnTo>
                  <a:lnTo>
                    <a:pt x="1033081" y="102173"/>
                  </a:lnTo>
                  <a:lnTo>
                    <a:pt x="1029494" y="102173"/>
                  </a:lnTo>
                  <a:lnTo>
                    <a:pt x="1025907" y="102173"/>
                  </a:lnTo>
                  <a:lnTo>
                    <a:pt x="1022320" y="102173"/>
                  </a:lnTo>
                  <a:lnTo>
                    <a:pt x="1018733" y="102173"/>
                  </a:lnTo>
                  <a:lnTo>
                    <a:pt x="1015146" y="102173"/>
                  </a:lnTo>
                  <a:lnTo>
                    <a:pt x="1011559" y="102173"/>
                  </a:lnTo>
                  <a:lnTo>
                    <a:pt x="1007972" y="102173"/>
                  </a:lnTo>
                  <a:lnTo>
                    <a:pt x="1004384" y="102173"/>
                  </a:lnTo>
                  <a:lnTo>
                    <a:pt x="1000797" y="102173"/>
                  </a:lnTo>
                  <a:lnTo>
                    <a:pt x="997210" y="102173"/>
                  </a:lnTo>
                  <a:lnTo>
                    <a:pt x="993623" y="102173"/>
                  </a:lnTo>
                  <a:lnTo>
                    <a:pt x="990036" y="102173"/>
                  </a:lnTo>
                  <a:lnTo>
                    <a:pt x="986449" y="102173"/>
                  </a:lnTo>
                  <a:lnTo>
                    <a:pt x="982862" y="102173"/>
                  </a:lnTo>
                  <a:lnTo>
                    <a:pt x="979275" y="102173"/>
                  </a:lnTo>
                  <a:lnTo>
                    <a:pt x="975688" y="102173"/>
                  </a:lnTo>
                  <a:lnTo>
                    <a:pt x="972101" y="102173"/>
                  </a:lnTo>
                  <a:lnTo>
                    <a:pt x="968514" y="102173"/>
                  </a:lnTo>
                  <a:lnTo>
                    <a:pt x="964926" y="102173"/>
                  </a:lnTo>
                  <a:lnTo>
                    <a:pt x="961339" y="102173"/>
                  </a:lnTo>
                  <a:lnTo>
                    <a:pt x="957752" y="102173"/>
                  </a:lnTo>
                  <a:lnTo>
                    <a:pt x="954165" y="102173"/>
                  </a:lnTo>
                  <a:lnTo>
                    <a:pt x="950578" y="102173"/>
                  </a:lnTo>
                  <a:lnTo>
                    <a:pt x="946991" y="102173"/>
                  </a:lnTo>
                  <a:lnTo>
                    <a:pt x="943404" y="102173"/>
                  </a:lnTo>
                  <a:lnTo>
                    <a:pt x="939817" y="102173"/>
                  </a:lnTo>
                  <a:lnTo>
                    <a:pt x="936230" y="102173"/>
                  </a:lnTo>
                  <a:lnTo>
                    <a:pt x="932643" y="102173"/>
                  </a:lnTo>
                  <a:lnTo>
                    <a:pt x="929056" y="102173"/>
                  </a:lnTo>
                  <a:lnTo>
                    <a:pt x="925469" y="102173"/>
                  </a:lnTo>
                  <a:lnTo>
                    <a:pt x="921881" y="102173"/>
                  </a:lnTo>
                  <a:lnTo>
                    <a:pt x="918294" y="102173"/>
                  </a:lnTo>
                  <a:lnTo>
                    <a:pt x="914707" y="102173"/>
                  </a:lnTo>
                  <a:lnTo>
                    <a:pt x="911120" y="102173"/>
                  </a:lnTo>
                  <a:lnTo>
                    <a:pt x="907533" y="102173"/>
                  </a:lnTo>
                  <a:lnTo>
                    <a:pt x="903946" y="102173"/>
                  </a:lnTo>
                  <a:lnTo>
                    <a:pt x="900359" y="102173"/>
                  </a:lnTo>
                  <a:lnTo>
                    <a:pt x="896772" y="102173"/>
                  </a:lnTo>
                  <a:lnTo>
                    <a:pt x="893185" y="102173"/>
                  </a:lnTo>
                  <a:lnTo>
                    <a:pt x="889598" y="102173"/>
                  </a:lnTo>
                  <a:lnTo>
                    <a:pt x="886011" y="102173"/>
                  </a:lnTo>
                  <a:lnTo>
                    <a:pt x="882423" y="102173"/>
                  </a:lnTo>
                  <a:lnTo>
                    <a:pt x="878836" y="102173"/>
                  </a:lnTo>
                  <a:lnTo>
                    <a:pt x="875249" y="102173"/>
                  </a:lnTo>
                  <a:lnTo>
                    <a:pt x="871662" y="102173"/>
                  </a:lnTo>
                  <a:lnTo>
                    <a:pt x="868075" y="102173"/>
                  </a:lnTo>
                  <a:lnTo>
                    <a:pt x="864488" y="102173"/>
                  </a:lnTo>
                  <a:lnTo>
                    <a:pt x="860901" y="102173"/>
                  </a:lnTo>
                  <a:lnTo>
                    <a:pt x="857314" y="102173"/>
                  </a:lnTo>
                  <a:lnTo>
                    <a:pt x="853727" y="102173"/>
                  </a:lnTo>
                  <a:lnTo>
                    <a:pt x="850140" y="102173"/>
                  </a:lnTo>
                  <a:lnTo>
                    <a:pt x="846553" y="102173"/>
                  </a:lnTo>
                  <a:lnTo>
                    <a:pt x="842965" y="102173"/>
                  </a:lnTo>
                  <a:lnTo>
                    <a:pt x="839378" y="102173"/>
                  </a:lnTo>
                  <a:lnTo>
                    <a:pt x="835791" y="102173"/>
                  </a:lnTo>
                  <a:lnTo>
                    <a:pt x="832204" y="102173"/>
                  </a:lnTo>
                  <a:lnTo>
                    <a:pt x="828617" y="102173"/>
                  </a:lnTo>
                  <a:lnTo>
                    <a:pt x="825030" y="102173"/>
                  </a:lnTo>
                  <a:lnTo>
                    <a:pt x="821443" y="102173"/>
                  </a:lnTo>
                  <a:lnTo>
                    <a:pt x="817856" y="102173"/>
                  </a:lnTo>
                  <a:lnTo>
                    <a:pt x="814269" y="102173"/>
                  </a:lnTo>
                  <a:lnTo>
                    <a:pt x="810682" y="102173"/>
                  </a:lnTo>
                  <a:lnTo>
                    <a:pt x="807095" y="102173"/>
                  </a:lnTo>
                  <a:lnTo>
                    <a:pt x="803507" y="102173"/>
                  </a:lnTo>
                  <a:lnTo>
                    <a:pt x="799920" y="102173"/>
                  </a:lnTo>
                  <a:lnTo>
                    <a:pt x="796333" y="102173"/>
                  </a:lnTo>
                  <a:lnTo>
                    <a:pt x="792746" y="102173"/>
                  </a:lnTo>
                  <a:lnTo>
                    <a:pt x="789159" y="102173"/>
                  </a:lnTo>
                  <a:lnTo>
                    <a:pt x="785572" y="102173"/>
                  </a:lnTo>
                  <a:lnTo>
                    <a:pt x="781985" y="102173"/>
                  </a:lnTo>
                  <a:lnTo>
                    <a:pt x="778398" y="102173"/>
                  </a:lnTo>
                  <a:lnTo>
                    <a:pt x="774811" y="102173"/>
                  </a:lnTo>
                  <a:lnTo>
                    <a:pt x="771224" y="102173"/>
                  </a:lnTo>
                  <a:lnTo>
                    <a:pt x="767637" y="102173"/>
                  </a:lnTo>
                  <a:lnTo>
                    <a:pt x="764049" y="102173"/>
                  </a:lnTo>
                  <a:lnTo>
                    <a:pt x="760462" y="102173"/>
                  </a:lnTo>
                  <a:lnTo>
                    <a:pt x="756875" y="102173"/>
                  </a:lnTo>
                  <a:lnTo>
                    <a:pt x="753288" y="102173"/>
                  </a:lnTo>
                  <a:lnTo>
                    <a:pt x="749701" y="102173"/>
                  </a:lnTo>
                  <a:lnTo>
                    <a:pt x="746114" y="102173"/>
                  </a:lnTo>
                  <a:lnTo>
                    <a:pt x="742527" y="102173"/>
                  </a:lnTo>
                  <a:lnTo>
                    <a:pt x="738940" y="102173"/>
                  </a:lnTo>
                  <a:lnTo>
                    <a:pt x="735353" y="102173"/>
                  </a:lnTo>
                  <a:lnTo>
                    <a:pt x="731766" y="102173"/>
                  </a:lnTo>
                  <a:lnTo>
                    <a:pt x="728179" y="102173"/>
                  </a:lnTo>
                  <a:lnTo>
                    <a:pt x="724592" y="102173"/>
                  </a:lnTo>
                  <a:lnTo>
                    <a:pt x="721004" y="102173"/>
                  </a:lnTo>
                  <a:lnTo>
                    <a:pt x="717417" y="102173"/>
                  </a:lnTo>
                  <a:lnTo>
                    <a:pt x="713830" y="102173"/>
                  </a:lnTo>
                  <a:lnTo>
                    <a:pt x="710243" y="102173"/>
                  </a:lnTo>
                  <a:lnTo>
                    <a:pt x="706656" y="102173"/>
                  </a:lnTo>
                  <a:lnTo>
                    <a:pt x="703069" y="102173"/>
                  </a:lnTo>
                  <a:lnTo>
                    <a:pt x="699482" y="102173"/>
                  </a:lnTo>
                  <a:lnTo>
                    <a:pt x="695895" y="102173"/>
                  </a:lnTo>
                  <a:lnTo>
                    <a:pt x="692308" y="102173"/>
                  </a:lnTo>
                  <a:lnTo>
                    <a:pt x="688721" y="102173"/>
                  </a:lnTo>
                  <a:lnTo>
                    <a:pt x="685134" y="102173"/>
                  </a:lnTo>
                  <a:lnTo>
                    <a:pt x="681546" y="102173"/>
                  </a:lnTo>
                  <a:lnTo>
                    <a:pt x="677959" y="102173"/>
                  </a:lnTo>
                  <a:lnTo>
                    <a:pt x="674372" y="102173"/>
                  </a:lnTo>
                  <a:lnTo>
                    <a:pt x="670785" y="102173"/>
                  </a:lnTo>
                  <a:lnTo>
                    <a:pt x="667198" y="102173"/>
                  </a:lnTo>
                  <a:lnTo>
                    <a:pt x="663611" y="102173"/>
                  </a:lnTo>
                  <a:lnTo>
                    <a:pt x="660024" y="102173"/>
                  </a:lnTo>
                  <a:lnTo>
                    <a:pt x="656437" y="102173"/>
                  </a:lnTo>
                  <a:lnTo>
                    <a:pt x="652850" y="102173"/>
                  </a:lnTo>
                  <a:lnTo>
                    <a:pt x="649263" y="102173"/>
                  </a:lnTo>
                  <a:lnTo>
                    <a:pt x="645676" y="102173"/>
                  </a:lnTo>
                  <a:lnTo>
                    <a:pt x="642088" y="102173"/>
                  </a:lnTo>
                  <a:lnTo>
                    <a:pt x="638501" y="102173"/>
                  </a:lnTo>
                  <a:lnTo>
                    <a:pt x="634914" y="102173"/>
                  </a:lnTo>
                  <a:lnTo>
                    <a:pt x="631327" y="102173"/>
                  </a:lnTo>
                  <a:lnTo>
                    <a:pt x="627740" y="102173"/>
                  </a:lnTo>
                  <a:lnTo>
                    <a:pt x="624153" y="102173"/>
                  </a:lnTo>
                  <a:lnTo>
                    <a:pt x="620566" y="102173"/>
                  </a:lnTo>
                  <a:lnTo>
                    <a:pt x="616979" y="102173"/>
                  </a:lnTo>
                  <a:lnTo>
                    <a:pt x="613392" y="102173"/>
                  </a:lnTo>
                  <a:lnTo>
                    <a:pt x="609805" y="102173"/>
                  </a:lnTo>
                  <a:lnTo>
                    <a:pt x="606218" y="102173"/>
                  </a:lnTo>
                  <a:lnTo>
                    <a:pt x="602630" y="102173"/>
                  </a:lnTo>
                  <a:lnTo>
                    <a:pt x="599043" y="102173"/>
                  </a:lnTo>
                  <a:lnTo>
                    <a:pt x="595456" y="102173"/>
                  </a:lnTo>
                  <a:lnTo>
                    <a:pt x="591869" y="102173"/>
                  </a:lnTo>
                  <a:lnTo>
                    <a:pt x="588282" y="102173"/>
                  </a:lnTo>
                  <a:lnTo>
                    <a:pt x="584695" y="102173"/>
                  </a:lnTo>
                  <a:lnTo>
                    <a:pt x="581108" y="102173"/>
                  </a:lnTo>
                  <a:lnTo>
                    <a:pt x="577521" y="102173"/>
                  </a:lnTo>
                  <a:lnTo>
                    <a:pt x="573934" y="102173"/>
                  </a:lnTo>
                  <a:lnTo>
                    <a:pt x="570347" y="102173"/>
                  </a:lnTo>
                  <a:lnTo>
                    <a:pt x="566760" y="102173"/>
                  </a:lnTo>
                  <a:lnTo>
                    <a:pt x="563172" y="102173"/>
                  </a:lnTo>
                  <a:lnTo>
                    <a:pt x="559585" y="102173"/>
                  </a:lnTo>
                  <a:lnTo>
                    <a:pt x="555998" y="102173"/>
                  </a:lnTo>
                  <a:lnTo>
                    <a:pt x="552411" y="102173"/>
                  </a:lnTo>
                  <a:lnTo>
                    <a:pt x="548824" y="102173"/>
                  </a:lnTo>
                  <a:lnTo>
                    <a:pt x="545237" y="102173"/>
                  </a:lnTo>
                  <a:lnTo>
                    <a:pt x="541650" y="102173"/>
                  </a:lnTo>
                  <a:lnTo>
                    <a:pt x="538063" y="102173"/>
                  </a:lnTo>
                  <a:lnTo>
                    <a:pt x="534476" y="102173"/>
                  </a:lnTo>
                  <a:lnTo>
                    <a:pt x="530889" y="102173"/>
                  </a:lnTo>
                  <a:lnTo>
                    <a:pt x="527302" y="102173"/>
                  </a:lnTo>
                  <a:lnTo>
                    <a:pt x="523715" y="102173"/>
                  </a:lnTo>
                  <a:lnTo>
                    <a:pt x="520127" y="102173"/>
                  </a:lnTo>
                  <a:lnTo>
                    <a:pt x="516540" y="102173"/>
                  </a:lnTo>
                  <a:lnTo>
                    <a:pt x="512953" y="102173"/>
                  </a:lnTo>
                  <a:lnTo>
                    <a:pt x="509366" y="102173"/>
                  </a:lnTo>
                  <a:lnTo>
                    <a:pt x="505779" y="102173"/>
                  </a:lnTo>
                  <a:lnTo>
                    <a:pt x="502192" y="102173"/>
                  </a:lnTo>
                  <a:lnTo>
                    <a:pt x="498605" y="102173"/>
                  </a:lnTo>
                  <a:lnTo>
                    <a:pt x="495018" y="102173"/>
                  </a:lnTo>
                  <a:lnTo>
                    <a:pt x="491431" y="102173"/>
                  </a:lnTo>
                  <a:lnTo>
                    <a:pt x="487844" y="102173"/>
                  </a:lnTo>
                  <a:lnTo>
                    <a:pt x="484257" y="102173"/>
                  </a:lnTo>
                  <a:lnTo>
                    <a:pt x="480669" y="102173"/>
                  </a:lnTo>
                  <a:lnTo>
                    <a:pt x="477082" y="102173"/>
                  </a:lnTo>
                  <a:lnTo>
                    <a:pt x="473495" y="102173"/>
                  </a:lnTo>
                  <a:lnTo>
                    <a:pt x="469908" y="102173"/>
                  </a:lnTo>
                  <a:lnTo>
                    <a:pt x="466321" y="102173"/>
                  </a:lnTo>
                  <a:lnTo>
                    <a:pt x="462734" y="102173"/>
                  </a:lnTo>
                  <a:lnTo>
                    <a:pt x="459147" y="102173"/>
                  </a:lnTo>
                  <a:lnTo>
                    <a:pt x="455560" y="102173"/>
                  </a:lnTo>
                  <a:lnTo>
                    <a:pt x="451973" y="102173"/>
                  </a:lnTo>
                  <a:lnTo>
                    <a:pt x="448386" y="102173"/>
                  </a:lnTo>
                  <a:lnTo>
                    <a:pt x="444799" y="102173"/>
                  </a:lnTo>
                  <a:lnTo>
                    <a:pt x="441211" y="102173"/>
                  </a:lnTo>
                  <a:lnTo>
                    <a:pt x="437624" y="102173"/>
                  </a:lnTo>
                  <a:lnTo>
                    <a:pt x="434037" y="102173"/>
                  </a:lnTo>
                  <a:lnTo>
                    <a:pt x="430450" y="102173"/>
                  </a:lnTo>
                  <a:lnTo>
                    <a:pt x="426863" y="102173"/>
                  </a:lnTo>
                  <a:lnTo>
                    <a:pt x="423276" y="102173"/>
                  </a:lnTo>
                  <a:lnTo>
                    <a:pt x="419689" y="102173"/>
                  </a:lnTo>
                  <a:lnTo>
                    <a:pt x="416102" y="102173"/>
                  </a:lnTo>
                  <a:lnTo>
                    <a:pt x="412515" y="102173"/>
                  </a:lnTo>
                  <a:lnTo>
                    <a:pt x="408928" y="102173"/>
                  </a:lnTo>
                  <a:lnTo>
                    <a:pt x="405341" y="102173"/>
                  </a:lnTo>
                  <a:lnTo>
                    <a:pt x="401753" y="102173"/>
                  </a:lnTo>
                  <a:lnTo>
                    <a:pt x="398166" y="102173"/>
                  </a:lnTo>
                  <a:lnTo>
                    <a:pt x="394579" y="102173"/>
                  </a:lnTo>
                  <a:lnTo>
                    <a:pt x="390992" y="102173"/>
                  </a:lnTo>
                  <a:lnTo>
                    <a:pt x="387405" y="102173"/>
                  </a:lnTo>
                  <a:lnTo>
                    <a:pt x="383818" y="102173"/>
                  </a:lnTo>
                  <a:lnTo>
                    <a:pt x="380231" y="102173"/>
                  </a:lnTo>
                  <a:lnTo>
                    <a:pt x="376644" y="102173"/>
                  </a:lnTo>
                  <a:lnTo>
                    <a:pt x="373057" y="102173"/>
                  </a:lnTo>
                  <a:lnTo>
                    <a:pt x="369470" y="102173"/>
                  </a:lnTo>
                  <a:lnTo>
                    <a:pt x="365883" y="102173"/>
                  </a:lnTo>
                  <a:lnTo>
                    <a:pt x="362296" y="102173"/>
                  </a:lnTo>
                  <a:lnTo>
                    <a:pt x="358708" y="102173"/>
                  </a:lnTo>
                  <a:lnTo>
                    <a:pt x="355121" y="102173"/>
                  </a:lnTo>
                  <a:lnTo>
                    <a:pt x="351534" y="102173"/>
                  </a:lnTo>
                  <a:lnTo>
                    <a:pt x="347947" y="102173"/>
                  </a:lnTo>
                  <a:lnTo>
                    <a:pt x="344360" y="102173"/>
                  </a:lnTo>
                  <a:lnTo>
                    <a:pt x="340773" y="102173"/>
                  </a:lnTo>
                  <a:lnTo>
                    <a:pt x="337186" y="102173"/>
                  </a:lnTo>
                  <a:lnTo>
                    <a:pt x="333599" y="102173"/>
                  </a:lnTo>
                  <a:lnTo>
                    <a:pt x="330012" y="102173"/>
                  </a:lnTo>
                  <a:lnTo>
                    <a:pt x="326425" y="102173"/>
                  </a:lnTo>
                  <a:lnTo>
                    <a:pt x="322838" y="102173"/>
                  </a:lnTo>
                  <a:lnTo>
                    <a:pt x="319250" y="102173"/>
                  </a:lnTo>
                  <a:lnTo>
                    <a:pt x="315663" y="102173"/>
                  </a:lnTo>
                  <a:lnTo>
                    <a:pt x="312076" y="102173"/>
                  </a:lnTo>
                  <a:lnTo>
                    <a:pt x="308489" y="102173"/>
                  </a:lnTo>
                  <a:lnTo>
                    <a:pt x="304902" y="102173"/>
                  </a:lnTo>
                  <a:lnTo>
                    <a:pt x="301315" y="102173"/>
                  </a:lnTo>
                  <a:lnTo>
                    <a:pt x="297728" y="102173"/>
                  </a:lnTo>
                  <a:lnTo>
                    <a:pt x="294141" y="102173"/>
                  </a:lnTo>
                  <a:lnTo>
                    <a:pt x="290554" y="102173"/>
                  </a:lnTo>
                  <a:lnTo>
                    <a:pt x="286967" y="102173"/>
                  </a:lnTo>
                  <a:lnTo>
                    <a:pt x="283380" y="102173"/>
                  </a:lnTo>
                  <a:lnTo>
                    <a:pt x="279792" y="102173"/>
                  </a:lnTo>
                  <a:lnTo>
                    <a:pt x="276205" y="102173"/>
                  </a:lnTo>
                  <a:lnTo>
                    <a:pt x="272618" y="102173"/>
                  </a:lnTo>
                  <a:lnTo>
                    <a:pt x="269031" y="102173"/>
                  </a:lnTo>
                  <a:lnTo>
                    <a:pt x="265444" y="102173"/>
                  </a:lnTo>
                  <a:lnTo>
                    <a:pt x="261857" y="102173"/>
                  </a:lnTo>
                  <a:lnTo>
                    <a:pt x="258270" y="102173"/>
                  </a:lnTo>
                  <a:lnTo>
                    <a:pt x="254683" y="102173"/>
                  </a:lnTo>
                  <a:lnTo>
                    <a:pt x="251096" y="102173"/>
                  </a:lnTo>
                  <a:lnTo>
                    <a:pt x="247509" y="102173"/>
                  </a:lnTo>
                  <a:lnTo>
                    <a:pt x="243922" y="102173"/>
                  </a:lnTo>
                  <a:lnTo>
                    <a:pt x="240334" y="102173"/>
                  </a:lnTo>
                  <a:lnTo>
                    <a:pt x="236747" y="102173"/>
                  </a:lnTo>
                  <a:lnTo>
                    <a:pt x="233160" y="102173"/>
                  </a:lnTo>
                  <a:lnTo>
                    <a:pt x="229573" y="102173"/>
                  </a:lnTo>
                  <a:lnTo>
                    <a:pt x="225986" y="102173"/>
                  </a:lnTo>
                  <a:lnTo>
                    <a:pt x="222399" y="102173"/>
                  </a:lnTo>
                  <a:lnTo>
                    <a:pt x="218812" y="102173"/>
                  </a:lnTo>
                  <a:lnTo>
                    <a:pt x="215225" y="102173"/>
                  </a:lnTo>
                  <a:lnTo>
                    <a:pt x="211638" y="102173"/>
                  </a:lnTo>
                  <a:lnTo>
                    <a:pt x="208051" y="102173"/>
                  </a:lnTo>
                  <a:lnTo>
                    <a:pt x="204464" y="102173"/>
                  </a:lnTo>
                  <a:lnTo>
                    <a:pt x="200876" y="102173"/>
                  </a:lnTo>
                  <a:lnTo>
                    <a:pt x="197289" y="102173"/>
                  </a:lnTo>
                  <a:lnTo>
                    <a:pt x="193702" y="102173"/>
                  </a:lnTo>
                  <a:lnTo>
                    <a:pt x="190115" y="102173"/>
                  </a:lnTo>
                  <a:lnTo>
                    <a:pt x="186528" y="102173"/>
                  </a:lnTo>
                  <a:lnTo>
                    <a:pt x="182941" y="102173"/>
                  </a:lnTo>
                  <a:lnTo>
                    <a:pt x="179354" y="102173"/>
                  </a:lnTo>
                  <a:lnTo>
                    <a:pt x="175767" y="102173"/>
                  </a:lnTo>
                  <a:lnTo>
                    <a:pt x="172180" y="102173"/>
                  </a:lnTo>
                  <a:lnTo>
                    <a:pt x="168593" y="102173"/>
                  </a:lnTo>
                  <a:lnTo>
                    <a:pt x="165006" y="102173"/>
                  </a:lnTo>
                  <a:lnTo>
                    <a:pt x="161419" y="102173"/>
                  </a:lnTo>
                  <a:lnTo>
                    <a:pt x="157831" y="102173"/>
                  </a:lnTo>
                  <a:lnTo>
                    <a:pt x="154244" y="102173"/>
                  </a:lnTo>
                  <a:lnTo>
                    <a:pt x="150657" y="102173"/>
                  </a:lnTo>
                  <a:lnTo>
                    <a:pt x="147070" y="102173"/>
                  </a:lnTo>
                  <a:lnTo>
                    <a:pt x="143483" y="102173"/>
                  </a:lnTo>
                  <a:lnTo>
                    <a:pt x="139896" y="102173"/>
                  </a:lnTo>
                  <a:lnTo>
                    <a:pt x="136309" y="102173"/>
                  </a:lnTo>
                  <a:lnTo>
                    <a:pt x="132722" y="102173"/>
                  </a:lnTo>
                  <a:lnTo>
                    <a:pt x="129135" y="102173"/>
                  </a:lnTo>
                  <a:lnTo>
                    <a:pt x="125548" y="102173"/>
                  </a:lnTo>
                  <a:lnTo>
                    <a:pt x="121961" y="102173"/>
                  </a:lnTo>
                  <a:lnTo>
                    <a:pt x="118373" y="102173"/>
                  </a:lnTo>
                  <a:lnTo>
                    <a:pt x="114786" y="102173"/>
                  </a:lnTo>
                  <a:lnTo>
                    <a:pt x="111199" y="102173"/>
                  </a:lnTo>
                  <a:lnTo>
                    <a:pt x="107612" y="102173"/>
                  </a:lnTo>
                  <a:lnTo>
                    <a:pt x="104025" y="102173"/>
                  </a:lnTo>
                  <a:lnTo>
                    <a:pt x="100438" y="102173"/>
                  </a:lnTo>
                  <a:lnTo>
                    <a:pt x="96851" y="102173"/>
                  </a:lnTo>
                  <a:lnTo>
                    <a:pt x="93264" y="102173"/>
                  </a:lnTo>
                  <a:lnTo>
                    <a:pt x="89677" y="102173"/>
                  </a:lnTo>
                  <a:lnTo>
                    <a:pt x="86090" y="102173"/>
                  </a:lnTo>
                  <a:lnTo>
                    <a:pt x="82503" y="102173"/>
                  </a:lnTo>
                  <a:lnTo>
                    <a:pt x="78915" y="102173"/>
                  </a:lnTo>
                  <a:lnTo>
                    <a:pt x="75328" y="102173"/>
                  </a:lnTo>
                  <a:lnTo>
                    <a:pt x="71741" y="102173"/>
                  </a:lnTo>
                  <a:lnTo>
                    <a:pt x="68154" y="102173"/>
                  </a:lnTo>
                  <a:lnTo>
                    <a:pt x="64567" y="102173"/>
                  </a:lnTo>
                  <a:lnTo>
                    <a:pt x="60980" y="102173"/>
                  </a:lnTo>
                  <a:lnTo>
                    <a:pt x="57393" y="102173"/>
                  </a:lnTo>
                  <a:lnTo>
                    <a:pt x="53806" y="102173"/>
                  </a:lnTo>
                  <a:lnTo>
                    <a:pt x="50219" y="102173"/>
                  </a:lnTo>
                  <a:lnTo>
                    <a:pt x="46632" y="102173"/>
                  </a:lnTo>
                  <a:lnTo>
                    <a:pt x="43045" y="102173"/>
                  </a:lnTo>
                  <a:lnTo>
                    <a:pt x="39457" y="102173"/>
                  </a:lnTo>
                  <a:lnTo>
                    <a:pt x="35870" y="102173"/>
                  </a:lnTo>
                  <a:lnTo>
                    <a:pt x="32283" y="102173"/>
                  </a:lnTo>
                  <a:lnTo>
                    <a:pt x="28696" y="102173"/>
                  </a:lnTo>
                  <a:lnTo>
                    <a:pt x="25109" y="102173"/>
                  </a:lnTo>
                  <a:lnTo>
                    <a:pt x="21522" y="102173"/>
                  </a:lnTo>
                  <a:lnTo>
                    <a:pt x="17935" y="102173"/>
                  </a:lnTo>
                  <a:lnTo>
                    <a:pt x="14348" y="102173"/>
                  </a:lnTo>
                  <a:lnTo>
                    <a:pt x="10761" y="102173"/>
                  </a:lnTo>
                  <a:lnTo>
                    <a:pt x="7174" y="102173"/>
                  </a:lnTo>
                  <a:lnTo>
                    <a:pt x="3587" y="102173"/>
                  </a:lnTo>
                  <a:lnTo>
                    <a:pt x="0" y="102173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38" name="pg337"/>
            <p:cNvSpPr/>
            <p:nvPr/>
          </p:nvSpPr>
          <p:spPr>
            <a:xfrm>
              <a:off x="4126383" y="4795390"/>
              <a:ext cx="1296347" cy="102173"/>
            </a:xfrm>
            <a:custGeom>
              <a:avLst/>
              <a:pathLst>
                <a:path w="1296347" h="102173">
                  <a:moveTo>
                    <a:pt x="0" y="0"/>
                  </a:moveTo>
                  <a:lnTo>
                    <a:pt x="2592" y="0"/>
                  </a:lnTo>
                  <a:lnTo>
                    <a:pt x="5185" y="0"/>
                  </a:lnTo>
                  <a:lnTo>
                    <a:pt x="7778" y="0"/>
                  </a:lnTo>
                  <a:lnTo>
                    <a:pt x="10370" y="0"/>
                  </a:lnTo>
                  <a:lnTo>
                    <a:pt x="12963" y="0"/>
                  </a:lnTo>
                  <a:lnTo>
                    <a:pt x="15556" y="0"/>
                  </a:lnTo>
                  <a:lnTo>
                    <a:pt x="18148" y="0"/>
                  </a:lnTo>
                  <a:lnTo>
                    <a:pt x="20741" y="0"/>
                  </a:lnTo>
                  <a:lnTo>
                    <a:pt x="23334" y="0"/>
                  </a:lnTo>
                  <a:lnTo>
                    <a:pt x="25926" y="0"/>
                  </a:lnTo>
                  <a:lnTo>
                    <a:pt x="28519" y="0"/>
                  </a:lnTo>
                  <a:lnTo>
                    <a:pt x="31112" y="0"/>
                  </a:lnTo>
                  <a:lnTo>
                    <a:pt x="33705" y="0"/>
                  </a:lnTo>
                  <a:lnTo>
                    <a:pt x="36297" y="0"/>
                  </a:lnTo>
                  <a:lnTo>
                    <a:pt x="38890" y="0"/>
                  </a:lnTo>
                  <a:lnTo>
                    <a:pt x="41483" y="0"/>
                  </a:lnTo>
                  <a:lnTo>
                    <a:pt x="44075" y="0"/>
                  </a:lnTo>
                  <a:lnTo>
                    <a:pt x="46668" y="0"/>
                  </a:lnTo>
                  <a:lnTo>
                    <a:pt x="49261" y="0"/>
                  </a:lnTo>
                  <a:lnTo>
                    <a:pt x="51853" y="0"/>
                  </a:lnTo>
                  <a:lnTo>
                    <a:pt x="54446" y="0"/>
                  </a:lnTo>
                  <a:lnTo>
                    <a:pt x="57039" y="0"/>
                  </a:lnTo>
                  <a:lnTo>
                    <a:pt x="59631" y="0"/>
                  </a:lnTo>
                  <a:lnTo>
                    <a:pt x="62224" y="0"/>
                  </a:lnTo>
                  <a:lnTo>
                    <a:pt x="64817" y="0"/>
                  </a:lnTo>
                  <a:lnTo>
                    <a:pt x="67410" y="0"/>
                  </a:lnTo>
                  <a:lnTo>
                    <a:pt x="70002" y="0"/>
                  </a:lnTo>
                  <a:lnTo>
                    <a:pt x="72595" y="0"/>
                  </a:lnTo>
                  <a:lnTo>
                    <a:pt x="75188" y="0"/>
                  </a:lnTo>
                  <a:lnTo>
                    <a:pt x="77780" y="0"/>
                  </a:lnTo>
                  <a:lnTo>
                    <a:pt x="80373" y="0"/>
                  </a:lnTo>
                  <a:lnTo>
                    <a:pt x="82966" y="0"/>
                  </a:lnTo>
                  <a:lnTo>
                    <a:pt x="85558" y="0"/>
                  </a:lnTo>
                  <a:lnTo>
                    <a:pt x="88151" y="0"/>
                  </a:lnTo>
                  <a:lnTo>
                    <a:pt x="90744" y="0"/>
                  </a:lnTo>
                  <a:lnTo>
                    <a:pt x="93337" y="0"/>
                  </a:lnTo>
                  <a:lnTo>
                    <a:pt x="95929" y="0"/>
                  </a:lnTo>
                  <a:lnTo>
                    <a:pt x="98522" y="0"/>
                  </a:lnTo>
                  <a:lnTo>
                    <a:pt x="101115" y="0"/>
                  </a:lnTo>
                  <a:lnTo>
                    <a:pt x="103707" y="0"/>
                  </a:lnTo>
                  <a:lnTo>
                    <a:pt x="106300" y="0"/>
                  </a:lnTo>
                  <a:lnTo>
                    <a:pt x="108893" y="0"/>
                  </a:lnTo>
                  <a:lnTo>
                    <a:pt x="111485" y="0"/>
                  </a:lnTo>
                  <a:lnTo>
                    <a:pt x="114078" y="0"/>
                  </a:lnTo>
                  <a:lnTo>
                    <a:pt x="116671" y="0"/>
                  </a:lnTo>
                  <a:lnTo>
                    <a:pt x="119263" y="0"/>
                  </a:lnTo>
                  <a:lnTo>
                    <a:pt x="121856" y="0"/>
                  </a:lnTo>
                  <a:lnTo>
                    <a:pt x="124449" y="0"/>
                  </a:lnTo>
                  <a:lnTo>
                    <a:pt x="127042" y="0"/>
                  </a:lnTo>
                  <a:lnTo>
                    <a:pt x="129634" y="0"/>
                  </a:lnTo>
                  <a:lnTo>
                    <a:pt x="132227" y="0"/>
                  </a:lnTo>
                  <a:lnTo>
                    <a:pt x="134820" y="0"/>
                  </a:lnTo>
                  <a:lnTo>
                    <a:pt x="137412" y="0"/>
                  </a:lnTo>
                  <a:lnTo>
                    <a:pt x="140005" y="0"/>
                  </a:lnTo>
                  <a:lnTo>
                    <a:pt x="142598" y="0"/>
                  </a:lnTo>
                  <a:lnTo>
                    <a:pt x="145190" y="0"/>
                  </a:lnTo>
                  <a:lnTo>
                    <a:pt x="147783" y="0"/>
                  </a:lnTo>
                  <a:lnTo>
                    <a:pt x="150376" y="0"/>
                  </a:lnTo>
                  <a:lnTo>
                    <a:pt x="152969" y="0"/>
                  </a:lnTo>
                  <a:lnTo>
                    <a:pt x="155561" y="0"/>
                  </a:lnTo>
                  <a:lnTo>
                    <a:pt x="158154" y="0"/>
                  </a:lnTo>
                  <a:lnTo>
                    <a:pt x="160747" y="0"/>
                  </a:lnTo>
                  <a:lnTo>
                    <a:pt x="163339" y="0"/>
                  </a:lnTo>
                  <a:lnTo>
                    <a:pt x="165932" y="0"/>
                  </a:lnTo>
                  <a:lnTo>
                    <a:pt x="168525" y="0"/>
                  </a:lnTo>
                  <a:lnTo>
                    <a:pt x="171117" y="0"/>
                  </a:lnTo>
                  <a:lnTo>
                    <a:pt x="173710" y="0"/>
                  </a:lnTo>
                  <a:lnTo>
                    <a:pt x="176303" y="0"/>
                  </a:lnTo>
                  <a:lnTo>
                    <a:pt x="178895" y="0"/>
                  </a:lnTo>
                  <a:lnTo>
                    <a:pt x="181488" y="0"/>
                  </a:lnTo>
                  <a:lnTo>
                    <a:pt x="184081" y="0"/>
                  </a:lnTo>
                  <a:lnTo>
                    <a:pt x="186674" y="0"/>
                  </a:lnTo>
                  <a:lnTo>
                    <a:pt x="189266" y="0"/>
                  </a:lnTo>
                  <a:lnTo>
                    <a:pt x="191859" y="0"/>
                  </a:lnTo>
                  <a:lnTo>
                    <a:pt x="194452" y="0"/>
                  </a:lnTo>
                  <a:lnTo>
                    <a:pt x="197044" y="0"/>
                  </a:lnTo>
                  <a:lnTo>
                    <a:pt x="199637" y="0"/>
                  </a:lnTo>
                  <a:lnTo>
                    <a:pt x="202230" y="0"/>
                  </a:lnTo>
                  <a:lnTo>
                    <a:pt x="204822" y="0"/>
                  </a:lnTo>
                  <a:lnTo>
                    <a:pt x="207415" y="0"/>
                  </a:lnTo>
                  <a:lnTo>
                    <a:pt x="210008" y="0"/>
                  </a:lnTo>
                  <a:lnTo>
                    <a:pt x="212601" y="0"/>
                  </a:lnTo>
                  <a:lnTo>
                    <a:pt x="215193" y="0"/>
                  </a:lnTo>
                  <a:lnTo>
                    <a:pt x="217786" y="0"/>
                  </a:lnTo>
                  <a:lnTo>
                    <a:pt x="220379" y="0"/>
                  </a:lnTo>
                  <a:lnTo>
                    <a:pt x="222971" y="0"/>
                  </a:lnTo>
                  <a:lnTo>
                    <a:pt x="225564" y="0"/>
                  </a:lnTo>
                  <a:lnTo>
                    <a:pt x="228157" y="0"/>
                  </a:lnTo>
                  <a:lnTo>
                    <a:pt x="230749" y="0"/>
                  </a:lnTo>
                  <a:lnTo>
                    <a:pt x="233342" y="0"/>
                  </a:lnTo>
                  <a:lnTo>
                    <a:pt x="235935" y="0"/>
                  </a:lnTo>
                  <a:lnTo>
                    <a:pt x="238527" y="0"/>
                  </a:lnTo>
                  <a:lnTo>
                    <a:pt x="241120" y="0"/>
                  </a:lnTo>
                  <a:lnTo>
                    <a:pt x="243713" y="0"/>
                  </a:lnTo>
                  <a:lnTo>
                    <a:pt x="246306" y="0"/>
                  </a:lnTo>
                  <a:lnTo>
                    <a:pt x="248898" y="0"/>
                  </a:lnTo>
                  <a:lnTo>
                    <a:pt x="251491" y="0"/>
                  </a:lnTo>
                  <a:lnTo>
                    <a:pt x="254084" y="0"/>
                  </a:lnTo>
                  <a:lnTo>
                    <a:pt x="256676" y="0"/>
                  </a:lnTo>
                  <a:lnTo>
                    <a:pt x="259269" y="0"/>
                  </a:lnTo>
                  <a:lnTo>
                    <a:pt x="261862" y="0"/>
                  </a:lnTo>
                  <a:lnTo>
                    <a:pt x="264454" y="0"/>
                  </a:lnTo>
                  <a:lnTo>
                    <a:pt x="267047" y="0"/>
                  </a:lnTo>
                  <a:lnTo>
                    <a:pt x="269640" y="0"/>
                  </a:lnTo>
                  <a:lnTo>
                    <a:pt x="272233" y="0"/>
                  </a:lnTo>
                  <a:lnTo>
                    <a:pt x="274825" y="0"/>
                  </a:lnTo>
                  <a:lnTo>
                    <a:pt x="277418" y="0"/>
                  </a:lnTo>
                  <a:lnTo>
                    <a:pt x="280011" y="0"/>
                  </a:lnTo>
                  <a:lnTo>
                    <a:pt x="282603" y="0"/>
                  </a:lnTo>
                  <a:lnTo>
                    <a:pt x="285196" y="0"/>
                  </a:lnTo>
                  <a:lnTo>
                    <a:pt x="287789" y="0"/>
                  </a:lnTo>
                  <a:lnTo>
                    <a:pt x="290381" y="0"/>
                  </a:lnTo>
                  <a:lnTo>
                    <a:pt x="292974" y="0"/>
                  </a:lnTo>
                  <a:lnTo>
                    <a:pt x="295567" y="0"/>
                  </a:lnTo>
                  <a:lnTo>
                    <a:pt x="298159" y="0"/>
                  </a:lnTo>
                  <a:lnTo>
                    <a:pt x="300752" y="0"/>
                  </a:lnTo>
                  <a:lnTo>
                    <a:pt x="303345" y="0"/>
                  </a:lnTo>
                  <a:lnTo>
                    <a:pt x="305938" y="0"/>
                  </a:lnTo>
                  <a:lnTo>
                    <a:pt x="308530" y="0"/>
                  </a:lnTo>
                  <a:lnTo>
                    <a:pt x="311123" y="0"/>
                  </a:lnTo>
                  <a:lnTo>
                    <a:pt x="313716" y="0"/>
                  </a:lnTo>
                  <a:lnTo>
                    <a:pt x="316308" y="0"/>
                  </a:lnTo>
                  <a:lnTo>
                    <a:pt x="318901" y="0"/>
                  </a:lnTo>
                  <a:lnTo>
                    <a:pt x="321494" y="0"/>
                  </a:lnTo>
                  <a:lnTo>
                    <a:pt x="324086" y="0"/>
                  </a:lnTo>
                  <a:lnTo>
                    <a:pt x="326679" y="0"/>
                  </a:lnTo>
                  <a:lnTo>
                    <a:pt x="329272" y="0"/>
                  </a:lnTo>
                  <a:lnTo>
                    <a:pt x="331865" y="0"/>
                  </a:lnTo>
                  <a:lnTo>
                    <a:pt x="334457" y="0"/>
                  </a:lnTo>
                  <a:lnTo>
                    <a:pt x="337050" y="0"/>
                  </a:lnTo>
                  <a:lnTo>
                    <a:pt x="339643" y="0"/>
                  </a:lnTo>
                  <a:lnTo>
                    <a:pt x="342235" y="0"/>
                  </a:lnTo>
                  <a:lnTo>
                    <a:pt x="344828" y="0"/>
                  </a:lnTo>
                  <a:lnTo>
                    <a:pt x="347421" y="0"/>
                  </a:lnTo>
                  <a:lnTo>
                    <a:pt x="350013" y="0"/>
                  </a:lnTo>
                  <a:lnTo>
                    <a:pt x="352606" y="0"/>
                  </a:lnTo>
                  <a:lnTo>
                    <a:pt x="355199" y="0"/>
                  </a:lnTo>
                  <a:lnTo>
                    <a:pt x="357791" y="0"/>
                  </a:lnTo>
                  <a:lnTo>
                    <a:pt x="360384" y="0"/>
                  </a:lnTo>
                  <a:lnTo>
                    <a:pt x="362977" y="0"/>
                  </a:lnTo>
                  <a:lnTo>
                    <a:pt x="365570" y="0"/>
                  </a:lnTo>
                  <a:lnTo>
                    <a:pt x="368162" y="0"/>
                  </a:lnTo>
                  <a:lnTo>
                    <a:pt x="370755" y="0"/>
                  </a:lnTo>
                  <a:lnTo>
                    <a:pt x="373348" y="0"/>
                  </a:lnTo>
                  <a:lnTo>
                    <a:pt x="375940" y="0"/>
                  </a:lnTo>
                  <a:lnTo>
                    <a:pt x="378533" y="0"/>
                  </a:lnTo>
                  <a:lnTo>
                    <a:pt x="381126" y="0"/>
                  </a:lnTo>
                  <a:lnTo>
                    <a:pt x="383718" y="0"/>
                  </a:lnTo>
                  <a:lnTo>
                    <a:pt x="386311" y="0"/>
                  </a:lnTo>
                  <a:lnTo>
                    <a:pt x="388904" y="0"/>
                  </a:lnTo>
                  <a:lnTo>
                    <a:pt x="391497" y="0"/>
                  </a:lnTo>
                  <a:lnTo>
                    <a:pt x="394089" y="0"/>
                  </a:lnTo>
                  <a:lnTo>
                    <a:pt x="396682" y="0"/>
                  </a:lnTo>
                  <a:lnTo>
                    <a:pt x="399275" y="0"/>
                  </a:lnTo>
                  <a:lnTo>
                    <a:pt x="401867" y="0"/>
                  </a:lnTo>
                  <a:lnTo>
                    <a:pt x="404460" y="0"/>
                  </a:lnTo>
                  <a:lnTo>
                    <a:pt x="407053" y="0"/>
                  </a:lnTo>
                  <a:lnTo>
                    <a:pt x="409645" y="0"/>
                  </a:lnTo>
                  <a:lnTo>
                    <a:pt x="412238" y="0"/>
                  </a:lnTo>
                  <a:lnTo>
                    <a:pt x="414831" y="0"/>
                  </a:lnTo>
                  <a:lnTo>
                    <a:pt x="417423" y="0"/>
                  </a:lnTo>
                  <a:lnTo>
                    <a:pt x="420016" y="0"/>
                  </a:lnTo>
                  <a:lnTo>
                    <a:pt x="422609" y="0"/>
                  </a:lnTo>
                  <a:lnTo>
                    <a:pt x="425202" y="0"/>
                  </a:lnTo>
                  <a:lnTo>
                    <a:pt x="427794" y="0"/>
                  </a:lnTo>
                  <a:lnTo>
                    <a:pt x="430387" y="0"/>
                  </a:lnTo>
                  <a:lnTo>
                    <a:pt x="432980" y="0"/>
                  </a:lnTo>
                  <a:lnTo>
                    <a:pt x="435572" y="0"/>
                  </a:lnTo>
                  <a:lnTo>
                    <a:pt x="438165" y="0"/>
                  </a:lnTo>
                  <a:lnTo>
                    <a:pt x="440758" y="0"/>
                  </a:lnTo>
                  <a:lnTo>
                    <a:pt x="443350" y="0"/>
                  </a:lnTo>
                  <a:lnTo>
                    <a:pt x="445943" y="0"/>
                  </a:lnTo>
                  <a:lnTo>
                    <a:pt x="448536" y="0"/>
                  </a:lnTo>
                  <a:lnTo>
                    <a:pt x="451129" y="0"/>
                  </a:lnTo>
                  <a:lnTo>
                    <a:pt x="453721" y="0"/>
                  </a:lnTo>
                  <a:lnTo>
                    <a:pt x="456314" y="0"/>
                  </a:lnTo>
                  <a:lnTo>
                    <a:pt x="458907" y="0"/>
                  </a:lnTo>
                  <a:lnTo>
                    <a:pt x="461499" y="0"/>
                  </a:lnTo>
                  <a:lnTo>
                    <a:pt x="464092" y="0"/>
                  </a:lnTo>
                  <a:lnTo>
                    <a:pt x="466685" y="0"/>
                  </a:lnTo>
                  <a:lnTo>
                    <a:pt x="469277" y="0"/>
                  </a:lnTo>
                  <a:lnTo>
                    <a:pt x="471870" y="0"/>
                  </a:lnTo>
                  <a:lnTo>
                    <a:pt x="474463" y="0"/>
                  </a:lnTo>
                  <a:lnTo>
                    <a:pt x="477055" y="0"/>
                  </a:lnTo>
                  <a:lnTo>
                    <a:pt x="479648" y="0"/>
                  </a:lnTo>
                  <a:lnTo>
                    <a:pt x="482241" y="0"/>
                  </a:lnTo>
                  <a:lnTo>
                    <a:pt x="484834" y="0"/>
                  </a:lnTo>
                  <a:lnTo>
                    <a:pt x="487426" y="0"/>
                  </a:lnTo>
                  <a:lnTo>
                    <a:pt x="490019" y="0"/>
                  </a:lnTo>
                  <a:lnTo>
                    <a:pt x="492612" y="0"/>
                  </a:lnTo>
                  <a:lnTo>
                    <a:pt x="495204" y="0"/>
                  </a:lnTo>
                  <a:lnTo>
                    <a:pt x="497797" y="0"/>
                  </a:lnTo>
                  <a:lnTo>
                    <a:pt x="500390" y="0"/>
                  </a:lnTo>
                  <a:lnTo>
                    <a:pt x="502982" y="0"/>
                  </a:lnTo>
                  <a:lnTo>
                    <a:pt x="505575" y="0"/>
                  </a:lnTo>
                  <a:lnTo>
                    <a:pt x="508168" y="0"/>
                  </a:lnTo>
                  <a:lnTo>
                    <a:pt x="510761" y="0"/>
                  </a:lnTo>
                  <a:lnTo>
                    <a:pt x="513353" y="0"/>
                  </a:lnTo>
                  <a:lnTo>
                    <a:pt x="515946" y="0"/>
                  </a:lnTo>
                  <a:lnTo>
                    <a:pt x="518539" y="0"/>
                  </a:lnTo>
                  <a:lnTo>
                    <a:pt x="521131" y="0"/>
                  </a:lnTo>
                  <a:lnTo>
                    <a:pt x="523724" y="0"/>
                  </a:lnTo>
                  <a:lnTo>
                    <a:pt x="526317" y="0"/>
                  </a:lnTo>
                  <a:lnTo>
                    <a:pt x="528909" y="0"/>
                  </a:lnTo>
                  <a:lnTo>
                    <a:pt x="531502" y="0"/>
                  </a:lnTo>
                  <a:lnTo>
                    <a:pt x="534095" y="0"/>
                  </a:lnTo>
                  <a:lnTo>
                    <a:pt x="536687" y="0"/>
                  </a:lnTo>
                  <a:lnTo>
                    <a:pt x="539280" y="0"/>
                  </a:lnTo>
                  <a:lnTo>
                    <a:pt x="541873" y="0"/>
                  </a:lnTo>
                  <a:lnTo>
                    <a:pt x="544466" y="0"/>
                  </a:lnTo>
                  <a:lnTo>
                    <a:pt x="547058" y="0"/>
                  </a:lnTo>
                  <a:lnTo>
                    <a:pt x="549651" y="0"/>
                  </a:lnTo>
                  <a:lnTo>
                    <a:pt x="552244" y="0"/>
                  </a:lnTo>
                  <a:lnTo>
                    <a:pt x="554836" y="0"/>
                  </a:lnTo>
                  <a:lnTo>
                    <a:pt x="557429" y="0"/>
                  </a:lnTo>
                  <a:lnTo>
                    <a:pt x="560022" y="0"/>
                  </a:lnTo>
                  <a:lnTo>
                    <a:pt x="562614" y="0"/>
                  </a:lnTo>
                  <a:lnTo>
                    <a:pt x="565207" y="0"/>
                  </a:lnTo>
                  <a:lnTo>
                    <a:pt x="567800" y="0"/>
                  </a:lnTo>
                  <a:lnTo>
                    <a:pt x="570393" y="0"/>
                  </a:lnTo>
                  <a:lnTo>
                    <a:pt x="572985" y="0"/>
                  </a:lnTo>
                  <a:lnTo>
                    <a:pt x="575578" y="0"/>
                  </a:lnTo>
                  <a:lnTo>
                    <a:pt x="578171" y="0"/>
                  </a:lnTo>
                  <a:lnTo>
                    <a:pt x="580763" y="0"/>
                  </a:lnTo>
                  <a:lnTo>
                    <a:pt x="583356" y="0"/>
                  </a:lnTo>
                  <a:lnTo>
                    <a:pt x="585949" y="0"/>
                  </a:lnTo>
                  <a:lnTo>
                    <a:pt x="588541" y="0"/>
                  </a:lnTo>
                  <a:lnTo>
                    <a:pt x="591134" y="0"/>
                  </a:lnTo>
                  <a:lnTo>
                    <a:pt x="593727" y="0"/>
                  </a:lnTo>
                  <a:lnTo>
                    <a:pt x="596319" y="0"/>
                  </a:lnTo>
                  <a:lnTo>
                    <a:pt x="598912" y="0"/>
                  </a:lnTo>
                  <a:lnTo>
                    <a:pt x="601505" y="0"/>
                  </a:lnTo>
                  <a:lnTo>
                    <a:pt x="604098" y="0"/>
                  </a:lnTo>
                  <a:lnTo>
                    <a:pt x="606690" y="0"/>
                  </a:lnTo>
                  <a:lnTo>
                    <a:pt x="609283" y="0"/>
                  </a:lnTo>
                  <a:lnTo>
                    <a:pt x="611876" y="0"/>
                  </a:lnTo>
                  <a:lnTo>
                    <a:pt x="614468" y="0"/>
                  </a:lnTo>
                  <a:lnTo>
                    <a:pt x="617061" y="0"/>
                  </a:lnTo>
                  <a:lnTo>
                    <a:pt x="619654" y="0"/>
                  </a:lnTo>
                  <a:lnTo>
                    <a:pt x="622246" y="0"/>
                  </a:lnTo>
                  <a:lnTo>
                    <a:pt x="624839" y="0"/>
                  </a:lnTo>
                  <a:lnTo>
                    <a:pt x="627432" y="0"/>
                  </a:lnTo>
                  <a:lnTo>
                    <a:pt x="630024" y="0"/>
                  </a:lnTo>
                  <a:lnTo>
                    <a:pt x="632617" y="0"/>
                  </a:lnTo>
                  <a:lnTo>
                    <a:pt x="635210" y="0"/>
                  </a:lnTo>
                  <a:lnTo>
                    <a:pt x="637803" y="0"/>
                  </a:lnTo>
                  <a:lnTo>
                    <a:pt x="640395" y="0"/>
                  </a:lnTo>
                  <a:lnTo>
                    <a:pt x="642988" y="0"/>
                  </a:lnTo>
                  <a:lnTo>
                    <a:pt x="645581" y="0"/>
                  </a:lnTo>
                  <a:lnTo>
                    <a:pt x="648173" y="0"/>
                  </a:lnTo>
                  <a:lnTo>
                    <a:pt x="650766" y="0"/>
                  </a:lnTo>
                  <a:lnTo>
                    <a:pt x="653359" y="0"/>
                  </a:lnTo>
                  <a:lnTo>
                    <a:pt x="655951" y="0"/>
                  </a:lnTo>
                  <a:lnTo>
                    <a:pt x="658544" y="0"/>
                  </a:lnTo>
                  <a:lnTo>
                    <a:pt x="661137" y="0"/>
                  </a:lnTo>
                  <a:lnTo>
                    <a:pt x="663730" y="0"/>
                  </a:lnTo>
                  <a:lnTo>
                    <a:pt x="666322" y="0"/>
                  </a:lnTo>
                  <a:lnTo>
                    <a:pt x="668915" y="0"/>
                  </a:lnTo>
                  <a:lnTo>
                    <a:pt x="671508" y="0"/>
                  </a:lnTo>
                  <a:lnTo>
                    <a:pt x="674100" y="0"/>
                  </a:lnTo>
                  <a:lnTo>
                    <a:pt x="676693" y="0"/>
                  </a:lnTo>
                  <a:lnTo>
                    <a:pt x="679286" y="0"/>
                  </a:lnTo>
                  <a:lnTo>
                    <a:pt x="681878" y="0"/>
                  </a:lnTo>
                  <a:lnTo>
                    <a:pt x="684471" y="0"/>
                  </a:lnTo>
                  <a:lnTo>
                    <a:pt x="687064" y="0"/>
                  </a:lnTo>
                  <a:lnTo>
                    <a:pt x="689656" y="0"/>
                  </a:lnTo>
                  <a:lnTo>
                    <a:pt x="692249" y="0"/>
                  </a:lnTo>
                  <a:lnTo>
                    <a:pt x="694842" y="0"/>
                  </a:lnTo>
                  <a:lnTo>
                    <a:pt x="697435" y="0"/>
                  </a:lnTo>
                  <a:lnTo>
                    <a:pt x="700027" y="0"/>
                  </a:lnTo>
                  <a:lnTo>
                    <a:pt x="702620" y="0"/>
                  </a:lnTo>
                  <a:lnTo>
                    <a:pt x="705213" y="0"/>
                  </a:lnTo>
                  <a:lnTo>
                    <a:pt x="707805" y="0"/>
                  </a:lnTo>
                  <a:lnTo>
                    <a:pt x="710398" y="0"/>
                  </a:lnTo>
                  <a:lnTo>
                    <a:pt x="712991" y="0"/>
                  </a:lnTo>
                  <a:lnTo>
                    <a:pt x="715583" y="0"/>
                  </a:lnTo>
                  <a:lnTo>
                    <a:pt x="718176" y="0"/>
                  </a:lnTo>
                  <a:lnTo>
                    <a:pt x="720769" y="0"/>
                  </a:lnTo>
                  <a:lnTo>
                    <a:pt x="723362" y="0"/>
                  </a:lnTo>
                  <a:lnTo>
                    <a:pt x="725954" y="0"/>
                  </a:lnTo>
                  <a:lnTo>
                    <a:pt x="728547" y="0"/>
                  </a:lnTo>
                  <a:lnTo>
                    <a:pt x="731140" y="0"/>
                  </a:lnTo>
                  <a:lnTo>
                    <a:pt x="733732" y="0"/>
                  </a:lnTo>
                  <a:lnTo>
                    <a:pt x="736325" y="0"/>
                  </a:lnTo>
                  <a:lnTo>
                    <a:pt x="738918" y="0"/>
                  </a:lnTo>
                  <a:lnTo>
                    <a:pt x="741510" y="0"/>
                  </a:lnTo>
                  <a:lnTo>
                    <a:pt x="744103" y="0"/>
                  </a:lnTo>
                  <a:lnTo>
                    <a:pt x="746696" y="0"/>
                  </a:lnTo>
                  <a:lnTo>
                    <a:pt x="749288" y="0"/>
                  </a:lnTo>
                  <a:lnTo>
                    <a:pt x="751881" y="0"/>
                  </a:lnTo>
                  <a:lnTo>
                    <a:pt x="754474" y="0"/>
                  </a:lnTo>
                  <a:lnTo>
                    <a:pt x="757067" y="0"/>
                  </a:lnTo>
                  <a:lnTo>
                    <a:pt x="759659" y="0"/>
                  </a:lnTo>
                  <a:lnTo>
                    <a:pt x="762252" y="0"/>
                  </a:lnTo>
                  <a:lnTo>
                    <a:pt x="764845" y="0"/>
                  </a:lnTo>
                  <a:lnTo>
                    <a:pt x="767437" y="0"/>
                  </a:lnTo>
                  <a:lnTo>
                    <a:pt x="770030" y="0"/>
                  </a:lnTo>
                  <a:lnTo>
                    <a:pt x="772623" y="0"/>
                  </a:lnTo>
                  <a:lnTo>
                    <a:pt x="775215" y="0"/>
                  </a:lnTo>
                  <a:lnTo>
                    <a:pt x="777808" y="0"/>
                  </a:lnTo>
                  <a:lnTo>
                    <a:pt x="780401" y="0"/>
                  </a:lnTo>
                  <a:lnTo>
                    <a:pt x="782994" y="0"/>
                  </a:lnTo>
                  <a:lnTo>
                    <a:pt x="785586" y="0"/>
                  </a:lnTo>
                  <a:lnTo>
                    <a:pt x="788179" y="0"/>
                  </a:lnTo>
                  <a:lnTo>
                    <a:pt x="790772" y="0"/>
                  </a:lnTo>
                  <a:lnTo>
                    <a:pt x="793364" y="0"/>
                  </a:lnTo>
                  <a:lnTo>
                    <a:pt x="795957" y="0"/>
                  </a:lnTo>
                  <a:lnTo>
                    <a:pt x="798550" y="0"/>
                  </a:lnTo>
                  <a:lnTo>
                    <a:pt x="801142" y="0"/>
                  </a:lnTo>
                  <a:lnTo>
                    <a:pt x="803735" y="0"/>
                  </a:lnTo>
                  <a:lnTo>
                    <a:pt x="806328" y="0"/>
                  </a:lnTo>
                  <a:lnTo>
                    <a:pt x="808920" y="0"/>
                  </a:lnTo>
                  <a:lnTo>
                    <a:pt x="811513" y="0"/>
                  </a:lnTo>
                  <a:lnTo>
                    <a:pt x="814106" y="0"/>
                  </a:lnTo>
                  <a:lnTo>
                    <a:pt x="816699" y="0"/>
                  </a:lnTo>
                  <a:lnTo>
                    <a:pt x="819291" y="0"/>
                  </a:lnTo>
                  <a:lnTo>
                    <a:pt x="821884" y="0"/>
                  </a:lnTo>
                  <a:lnTo>
                    <a:pt x="824477" y="0"/>
                  </a:lnTo>
                  <a:lnTo>
                    <a:pt x="827069" y="0"/>
                  </a:lnTo>
                  <a:lnTo>
                    <a:pt x="829662" y="0"/>
                  </a:lnTo>
                  <a:lnTo>
                    <a:pt x="832255" y="0"/>
                  </a:lnTo>
                  <a:lnTo>
                    <a:pt x="834847" y="0"/>
                  </a:lnTo>
                  <a:lnTo>
                    <a:pt x="837440" y="0"/>
                  </a:lnTo>
                  <a:lnTo>
                    <a:pt x="840033" y="0"/>
                  </a:lnTo>
                  <a:lnTo>
                    <a:pt x="842626" y="0"/>
                  </a:lnTo>
                  <a:lnTo>
                    <a:pt x="845218" y="0"/>
                  </a:lnTo>
                  <a:lnTo>
                    <a:pt x="847811" y="0"/>
                  </a:lnTo>
                  <a:lnTo>
                    <a:pt x="850404" y="0"/>
                  </a:lnTo>
                  <a:lnTo>
                    <a:pt x="852996" y="0"/>
                  </a:lnTo>
                  <a:lnTo>
                    <a:pt x="855589" y="0"/>
                  </a:lnTo>
                  <a:lnTo>
                    <a:pt x="858182" y="0"/>
                  </a:lnTo>
                  <a:lnTo>
                    <a:pt x="860774" y="0"/>
                  </a:lnTo>
                  <a:lnTo>
                    <a:pt x="863367" y="0"/>
                  </a:lnTo>
                  <a:lnTo>
                    <a:pt x="865960" y="0"/>
                  </a:lnTo>
                  <a:lnTo>
                    <a:pt x="868552" y="0"/>
                  </a:lnTo>
                  <a:lnTo>
                    <a:pt x="871145" y="0"/>
                  </a:lnTo>
                  <a:lnTo>
                    <a:pt x="873738" y="0"/>
                  </a:lnTo>
                  <a:lnTo>
                    <a:pt x="876331" y="0"/>
                  </a:lnTo>
                  <a:lnTo>
                    <a:pt x="878923" y="0"/>
                  </a:lnTo>
                  <a:lnTo>
                    <a:pt x="881516" y="0"/>
                  </a:lnTo>
                  <a:lnTo>
                    <a:pt x="884109" y="0"/>
                  </a:lnTo>
                  <a:lnTo>
                    <a:pt x="886701" y="0"/>
                  </a:lnTo>
                  <a:lnTo>
                    <a:pt x="889294" y="0"/>
                  </a:lnTo>
                  <a:lnTo>
                    <a:pt x="891887" y="0"/>
                  </a:lnTo>
                  <a:lnTo>
                    <a:pt x="894479" y="0"/>
                  </a:lnTo>
                  <a:lnTo>
                    <a:pt x="897072" y="0"/>
                  </a:lnTo>
                  <a:lnTo>
                    <a:pt x="899665" y="0"/>
                  </a:lnTo>
                  <a:lnTo>
                    <a:pt x="902258" y="0"/>
                  </a:lnTo>
                  <a:lnTo>
                    <a:pt x="904850" y="0"/>
                  </a:lnTo>
                  <a:lnTo>
                    <a:pt x="907443" y="0"/>
                  </a:lnTo>
                  <a:lnTo>
                    <a:pt x="910036" y="0"/>
                  </a:lnTo>
                  <a:lnTo>
                    <a:pt x="912628" y="0"/>
                  </a:lnTo>
                  <a:lnTo>
                    <a:pt x="915221" y="0"/>
                  </a:lnTo>
                  <a:lnTo>
                    <a:pt x="917814" y="0"/>
                  </a:lnTo>
                  <a:lnTo>
                    <a:pt x="920406" y="0"/>
                  </a:lnTo>
                  <a:lnTo>
                    <a:pt x="922999" y="0"/>
                  </a:lnTo>
                  <a:lnTo>
                    <a:pt x="925592" y="0"/>
                  </a:lnTo>
                  <a:lnTo>
                    <a:pt x="928184" y="0"/>
                  </a:lnTo>
                  <a:lnTo>
                    <a:pt x="930777" y="0"/>
                  </a:lnTo>
                  <a:lnTo>
                    <a:pt x="933370" y="0"/>
                  </a:lnTo>
                  <a:lnTo>
                    <a:pt x="935963" y="0"/>
                  </a:lnTo>
                  <a:lnTo>
                    <a:pt x="938555" y="0"/>
                  </a:lnTo>
                  <a:lnTo>
                    <a:pt x="941148" y="0"/>
                  </a:lnTo>
                  <a:lnTo>
                    <a:pt x="943741" y="0"/>
                  </a:lnTo>
                  <a:lnTo>
                    <a:pt x="946333" y="0"/>
                  </a:lnTo>
                  <a:lnTo>
                    <a:pt x="948926" y="0"/>
                  </a:lnTo>
                  <a:lnTo>
                    <a:pt x="951519" y="0"/>
                  </a:lnTo>
                  <a:lnTo>
                    <a:pt x="954111" y="0"/>
                  </a:lnTo>
                  <a:lnTo>
                    <a:pt x="956704" y="0"/>
                  </a:lnTo>
                  <a:lnTo>
                    <a:pt x="959297" y="0"/>
                  </a:lnTo>
                  <a:lnTo>
                    <a:pt x="961890" y="0"/>
                  </a:lnTo>
                  <a:lnTo>
                    <a:pt x="964482" y="0"/>
                  </a:lnTo>
                  <a:lnTo>
                    <a:pt x="967075" y="0"/>
                  </a:lnTo>
                  <a:lnTo>
                    <a:pt x="969668" y="0"/>
                  </a:lnTo>
                  <a:lnTo>
                    <a:pt x="972260" y="0"/>
                  </a:lnTo>
                  <a:lnTo>
                    <a:pt x="974853" y="0"/>
                  </a:lnTo>
                  <a:lnTo>
                    <a:pt x="977446" y="0"/>
                  </a:lnTo>
                  <a:lnTo>
                    <a:pt x="980038" y="0"/>
                  </a:lnTo>
                  <a:lnTo>
                    <a:pt x="982631" y="0"/>
                  </a:lnTo>
                  <a:lnTo>
                    <a:pt x="985224" y="0"/>
                  </a:lnTo>
                  <a:lnTo>
                    <a:pt x="987816" y="0"/>
                  </a:lnTo>
                  <a:lnTo>
                    <a:pt x="990409" y="0"/>
                  </a:lnTo>
                  <a:lnTo>
                    <a:pt x="993002" y="0"/>
                  </a:lnTo>
                  <a:lnTo>
                    <a:pt x="995595" y="0"/>
                  </a:lnTo>
                  <a:lnTo>
                    <a:pt x="998187" y="0"/>
                  </a:lnTo>
                  <a:lnTo>
                    <a:pt x="1000780" y="0"/>
                  </a:lnTo>
                  <a:lnTo>
                    <a:pt x="1003373" y="0"/>
                  </a:lnTo>
                  <a:lnTo>
                    <a:pt x="1005965" y="0"/>
                  </a:lnTo>
                  <a:lnTo>
                    <a:pt x="1008558" y="0"/>
                  </a:lnTo>
                  <a:lnTo>
                    <a:pt x="1011151" y="0"/>
                  </a:lnTo>
                  <a:lnTo>
                    <a:pt x="1013743" y="0"/>
                  </a:lnTo>
                  <a:lnTo>
                    <a:pt x="1016336" y="0"/>
                  </a:lnTo>
                  <a:lnTo>
                    <a:pt x="1018929" y="0"/>
                  </a:lnTo>
                  <a:lnTo>
                    <a:pt x="1021522" y="0"/>
                  </a:lnTo>
                  <a:lnTo>
                    <a:pt x="1024114" y="0"/>
                  </a:lnTo>
                  <a:lnTo>
                    <a:pt x="1026707" y="0"/>
                  </a:lnTo>
                  <a:lnTo>
                    <a:pt x="1029300" y="0"/>
                  </a:lnTo>
                  <a:lnTo>
                    <a:pt x="1031892" y="0"/>
                  </a:lnTo>
                  <a:lnTo>
                    <a:pt x="1034485" y="0"/>
                  </a:lnTo>
                  <a:lnTo>
                    <a:pt x="1037078" y="0"/>
                  </a:lnTo>
                  <a:lnTo>
                    <a:pt x="1039670" y="0"/>
                  </a:lnTo>
                  <a:lnTo>
                    <a:pt x="1042263" y="0"/>
                  </a:lnTo>
                  <a:lnTo>
                    <a:pt x="1044856" y="0"/>
                  </a:lnTo>
                  <a:lnTo>
                    <a:pt x="1047448" y="0"/>
                  </a:lnTo>
                  <a:lnTo>
                    <a:pt x="1050041" y="0"/>
                  </a:lnTo>
                  <a:lnTo>
                    <a:pt x="1052634" y="0"/>
                  </a:lnTo>
                  <a:lnTo>
                    <a:pt x="1055227" y="0"/>
                  </a:lnTo>
                  <a:lnTo>
                    <a:pt x="1057819" y="0"/>
                  </a:lnTo>
                  <a:lnTo>
                    <a:pt x="1060412" y="0"/>
                  </a:lnTo>
                  <a:lnTo>
                    <a:pt x="1063005" y="0"/>
                  </a:lnTo>
                  <a:lnTo>
                    <a:pt x="1065597" y="0"/>
                  </a:lnTo>
                  <a:lnTo>
                    <a:pt x="1068190" y="0"/>
                  </a:lnTo>
                  <a:lnTo>
                    <a:pt x="1070783" y="0"/>
                  </a:lnTo>
                  <a:lnTo>
                    <a:pt x="1073375" y="0"/>
                  </a:lnTo>
                  <a:lnTo>
                    <a:pt x="1075968" y="0"/>
                  </a:lnTo>
                  <a:lnTo>
                    <a:pt x="1078561" y="0"/>
                  </a:lnTo>
                  <a:lnTo>
                    <a:pt x="1081154" y="0"/>
                  </a:lnTo>
                  <a:lnTo>
                    <a:pt x="1083746" y="0"/>
                  </a:lnTo>
                  <a:lnTo>
                    <a:pt x="1086339" y="0"/>
                  </a:lnTo>
                  <a:lnTo>
                    <a:pt x="1088932" y="0"/>
                  </a:lnTo>
                  <a:lnTo>
                    <a:pt x="1091524" y="0"/>
                  </a:lnTo>
                  <a:lnTo>
                    <a:pt x="1094117" y="0"/>
                  </a:lnTo>
                  <a:lnTo>
                    <a:pt x="1096710" y="0"/>
                  </a:lnTo>
                  <a:lnTo>
                    <a:pt x="1099302" y="0"/>
                  </a:lnTo>
                  <a:lnTo>
                    <a:pt x="1101895" y="0"/>
                  </a:lnTo>
                  <a:lnTo>
                    <a:pt x="1104488" y="0"/>
                  </a:lnTo>
                  <a:lnTo>
                    <a:pt x="1107080" y="0"/>
                  </a:lnTo>
                  <a:lnTo>
                    <a:pt x="1109673" y="0"/>
                  </a:lnTo>
                  <a:lnTo>
                    <a:pt x="1112266" y="0"/>
                  </a:lnTo>
                  <a:lnTo>
                    <a:pt x="1114859" y="0"/>
                  </a:lnTo>
                  <a:lnTo>
                    <a:pt x="1117451" y="0"/>
                  </a:lnTo>
                  <a:lnTo>
                    <a:pt x="1120044" y="0"/>
                  </a:lnTo>
                  <a:lnTo>
                    <a:pt x="1122637" y="0"/>
                  </a:lnTo>
                  <a:lnTo>
                    <a:pt x="1125229" y="0"/>
                  </a:lnTo>
                  <a:lnTo>
                    <a:pt x="1127822" y="0"/>
                  </a:lnTo>
                  <a:lnTo>
                    <a:pt x="1130415" y="0"/>
                  </a:lnTo>
                  <a:lnTo>
                    <a:pt x="1133007" y="0"/>
                  </a:lnTo>
                  <a:lnTo>
                    <a:pt x="1135600" y="0"/>
                  </a:lnTo>
                  <a:lnTo>
                    <a:pt x="1138193" y="0"/>
                  </a:lnTo>
                  <a:lnTo>
                    <a:pt x="1140786" y="0"/>
                  </a:lnTo>
                  <a:lnTo>
                    <a:pt x="1143378" y="0"/>
                  </a:lnTo>
                  <a:lnTo>
                    <a:pt x="1145971" y="0"/>
                  </a:lnTo>
                  <a:lnTo>
                    <a:pt x="1148564" y="0"/>
                  </a:lnTo>
                  <a:lnTo>
                    <a:pt x="1151156" y="0"/>
                  </a:lnTo>
                  <a:lnTo>
                    <a:pt x="1153749" y="0"/>
                  </a:lnTo>
                  <a:lnTo>
                    <a:pt x="1156342" y="0"/>
                  </a:lnTo>
                  <a:lnTo>
                    <a:pt x="1158934" y="0"/>
                  </a:lnTo>
                  <a:lnTo>
                    <a:pt x="1161527" y="0"/>
                  </a:lnTo>
                  <a:lnTo>
                    <a:pt x="1164120" y="0"/>
                  </a:lnTo>
                  <a:lnTo>
                    <a:pt x="1166712" y="0"/>
                  </a:lnTo>
                  <a:lnTo>
                    <a:pt x="1169305" y="0"/>
                  </a:lnTo>
                  <a:lnTo>
                    <a:pt x="1171898" y="0"/>
                  </a:lnTo>
                  <a:lnTo>
                    <a:pt x="1174491" y="0"/>
                  </a:lnTo>
                  <a:lnTo>
                    <a:pt x="1177083" y="0"/>
                  </a:lnTo>
                  <a:lnTo>
                    <a:pt x="1179676" y="0"/>
                  </a:lnTo>
                  <a:lnTo>
                    <a:pt x="1182269" y="0"/>
                  </a:lnTo>
                  <a:lnTo>
                    <a:pt x="1184861" y="0"/>
                  </a:lnTo>
                  <a:lnTo>
                    <a:pt x="1187454" y="0"/>
                  </a:lnTo>
                  <a:lnTo>
                    <a:pt x="1190047" y="0"/>
                  </a:lnTo>
                  <a:lnTo>
                    <a:pt x="1192639" y="0"/>
                  </a:lnTo>
                  <a:lnTo>
                    <a:pt x="1195232" y="0"/>
                  </a:lnTo>
                  <a:lnTo>
                    <a:pt x="1197825" y="0"/>
                  </a:lnTo>
                  <a:lnTo>
                    <a:pt x="1200418" y="0"/>
                  </a:lnTo>
                  <a:lnTo>
                    <a:pt x="1203010" y="0"/>
                  </a:lnTo>
                  <a:lnTo>
                    <a:pt x="1205603" y="0"/>
                  </a:lnTo>
                  <a:lnTo>
                    <a:pt x="1208196" y="0"/>
                  </a:lnTo>
                  <a:lnTo>
                    <a:pt x="1210788" y="0"/>
                  </a:lnTo>
                  <a:lnTo>
                    <a:pt x="1213381" y="0"/>
                  </a:lnTo>
                  <a:lnTo>
                    <a:pt x="1215974" y="0"/>
                  </a:lnTo>
                  <a:lnTo>
                    <a:pt x="1218566" y="0"/>
                  </a:lnTo>
                  <a:lnTo>
                    <a:pt x="1221159" y="0"/>
                  </a:lnTo>
                  <a:lnTo>
                    <a:pt x="1223752" y="0"/>
                  </a:lnTo>
                  <a:lnTo>
                    <a:pt x="1226344" y="0"/>
                  </a:lnTo>
                  <a:lnTo>
                    <a:pt x="1228937" y="0"/>
                  </a:lnTo>
                  <a:lnTo>
                    <a:pt x="1231530" y="0"/>
                  </a:lnTo>
                  <a:lnTo>
                    <a:pt x="1234123" y="0"/>
                  </a:lnTo>
                  <a:lnTo>
                    <a:pt x="1236715" y="0"/>
                  </a:lnTo>
                  <a:lnTo>
                    <a:pt x="1239308" y="0"/>
                  </a:lnTo>
                  <a:lnTo>
                    <a:pt x="1241901" y="0"/>
                  </a:lnTo>
                  <a:lnTo>
                    <a:pt x="1244493" y="0"/>
                  </a:lnTo>
                  <a:lnTo>
                    <a:pt x="1247086" y="0"/>
                  </a:lnTo>
                  <a:lnTo>
                    <a:pt x="1249679" y="0"/>
                  </a:lnTo>
                  <a:lnTo>
                    <a:pt x="1252271" y="0"/>
                  </a:lnTo>
                  <a:lnTo>
                    <a:pt x="1254864" y="0"/>
                  </a:lnTo>
                  <a:lnTo>
                    <a:pt x="1257457" y="0"/>
                  </a:lnTo>
                  <a:lnTo>
                    <a:pt x="1260049" y="0"/>
                  </a:lnTo>
                  <a:lnTo>
                    <a:pt x="1262642" y="0"/>
                  </a:lnTo>
                  <a:lnTo>
                    <a:pt x="1265235" y="0"/>
                  </a:lnTo>
                  <a:lnTo>
                    <a:pt x="1267828" y="0"/>
                  </a:lnTo>
                  <a:lnTo>
                    <a:pt x="1270420" y="0"/>
                  </a:lnTo>
                  <a:lnTo>
                    <a:pt x="1273013" y="0"/>
                  </a:lnTo>
                  <a:lnTo>
                    <a:pt x="1275606" y="0"/>
                  </a:lnTo>
                  <a:lnTo>
                    <a:pt x="1278198" y="0"/>
                  </a:lnTo>
                  <a:lnTo>
                    <a:pt x="1280791" y="0"/>
                  </a:lnTo>
                  <a:lnTo>
                    <a:pt x="1283384" y="0"/>
                  </a:lnTo>
                  <a:lnTo>
                    <a:pt x="1285976" y="0"/>
                  </a:lnTo>
                  <a:lnTo>
                    <a:pt x="1288569" y="0"/>
                  </a:lnTo>
                  <a:lnTo>
                    <a:pt x="1291162" y="0"/>
                  </a:lnTo>
                  <a:lnTo>
                    <a:pt x="1293755" y="0"/>
                  </a:lnTo>
                  <a:lnTo>
                    <a:pt x="1296347" y="0"/>
                  </a:lnTo>
                  <a:lnTo>
                    <a:pt x="1296347" y="102173"/>
                  </a:lnTo>
                  <a:lnTo>
                    <a:pt x="1293755" y="102173"/>
                  </a:lnTo>
                  <a:lnTo>
                    <a:pt x="1291162" y="102173"/>
                  </a:lnTo>
                  <a:lnTo>
                    <a:pt x="1288569" y="102173"/>
                  </a:lnTo>
                  <a:lnTo>
                    <a:pt x="1285976" y="102173"/>
                  </a:lnTo>
                  <a:lnTo>
                    <a:pt x="1283384" y="102173"/>
                  </a:lnTo>
                  <a:lnTo>
                    <a:pt x="1280791" y="102173"/>
                  </a:lnTo>
                  <a:lnTo>
                    <a:pt x="1278198" y="102173"/>
                  </a:lnTo>
                  <a:lnTo>
                    <a:pt x="1275606" y="102173"/>
                  </a:lnTo>
                  <a:lnTo>
                    <a:pt x="1273013" y="102173"/>
                  </a:lnTo>
                  <a:lnTo>
                    <a:pt x="1270420" y="102173"/>
                  </a:lnTo>
                  <a:lnTo>
                    <a:pt x="1267828" y="102173"/>
                  </a:lnTo>
                  <a:lnTo>
                    <a:pt x="1265235" y="102173"/>
                  </a:lnTo>
                  <a:lnTo>
                    <a:pt x="1262642" y="102173"/>
                  </a:lnTo>
                  <a:lnTo>
                    <a:pt x="1260049" y="102173"/>
                  </a:lnTo>
                  <a:lnTo>
                    <a:pt x="1257457" y="102173"/>
                  </a:lnTo>
                  <a:lnTo>
                    <a:pt x="1254864" y="102173"/>
                  </a:lnTo>
                  <a:lnTo>
                    <a:pt x="1252271" y="102173"/>
                  </a:lnTo>
                  <a:lnTo>
                    <a:pt x="1249679" y="102173"/>
                  </a:lnTo>
                  <a:lnTo>
                    <a:pt x="1247086" y="102173"/>
                  </a:lnTo>
                  <a:lnTo>
                    <a:pt x="1244493" y="102173"/>
                  </a:lnTo>
                  <a:lnTo>
                    <a:pt x="1241901" y="102173"/>
                  </a:lnTo>
                  <a:lnTo>
                    <a:pt x="1239308" y="102173"/>
                  </a:lnTo>
                  <a:lnTo>
                    <a:pt x="1236715" y="102173"/>
                  </a:lnTo>
                  <a:lnTo>
                    <a:pt x="1234123" y="102173"/>
                  </a:lnTo>
                  <a:lnTo>
                    <a:pt x="1231530" y="102173"/>
                  </a:lnTo>
                  <a:lnTo>
                    <a:pt x="1228937" y="102173"/>
                  </a:lnTo>
                  <a:lnTo>
                    <a:pt x="1226344" y="102173"/>
                  </a:lnTo>
                  <a:lnTo>
                    <a:pt x="1223752" y="102173"/>
                  </a:lnTo>
                  <a:lnTo>
                    <a:pt x="1221159" y="102173"/>
                  </a:lnTo>
                  <a:lnTo>
                    <a:pt x="1218566" y="102173"/>
                  </a:lnTo>
                  <a:lnTo>
                    <a:pt x="1215974" y="102173"/>
                  </a:lnTo>
                  <a:lnTo>
                    <a:pt x="1213381" y="102173"/>
                  </a:lnTo>
                  <a:lnTo>
                    <a:pt x="1210788" y="102173"/>
                  </a:lnTo>
                  <a:lnTo>
                    <a:pt x="1208196" y="102173"/>
                  </a:lnTo>
                  <a:lnTo>
                    <a:pt x="1205603" y="102173"/>
                  </a:lnTo>
                  <a:lnTo>
                    <a:pt x="1203010" y="102173"/>
                  </a:lnTo>
                  <a:lnTo>
                    <a:pt x="1200418" y="102173"/>
                  </a:lnTo>
                  <a:lnTo>
                    <a:pt x="1197825" y="102173"/>
                  </a:lnTo>
                  <a:lnTo>
                    <a:pt x="1195232" y="102173"/>
                  </a:lnTo>
                  <a:lnTo>
                    <a:pt x="1192639" y="102173"/>
                  </a:lnTo>
                  <a:lnTo>
                    <a:pt x="1190047" y="102173"/>
                  </a:lnTo>
                  <a:lnTo>
                    <a:pt x="1187454" y="102173"/>
                  </a:lnTo>
                  <a:lnTo>
                    <a:pt x="1184861" y="102173"/>
                  </a:lnTo>
                  <a:lnTo>
                    <a:pt x="1182269" y="102173"/>
                  </a:lnTo>
                  <a:lnTo>
                    <a:pt x="1179676" y="102173"/>
                  </a:lnTo>
                  <a:lnTo>
                    <a:pt x="1177083" y="102173"/>
                  </a:lnTo>
                  <a:lnTo>
                    <a:pt x="1174491" y="102173"/>
                  </a:lnTo>
                  <a:lnTo>
                    <a:pt x="1171898" y="102173"/>
                  </a:lnTo>
                  <a:lnTo>
                    <a:pt x="1169305" y="102173"/>
                  </a:lnTo>
                  <a:lnTo>
                    <a:pt x="1166712" y="102173"/>
                  </a:lnTo>
                  <a:lnTo>
                    <a:pt x="1164120" y="102173"/>
                  </a:lnTo>
                  <a:lnTo>
                    <a:pt x="1161527" y="102173"/>
                  </a:lnTo>
                  <a:lnTo>
                    <a:pt x="1158934" y="102173"/>
                  </a:lnTo>
                  <a:lnTo>
                    <a:pt x="1156342" y="102173"/>
                  </a:lnTo>
                  <a:lnTo>
                    <a:pt x="1153749" y="102173"/>
                  </a:lnTo>
                  <a:lnTo>
                    <a:pt x="1151156" y="102173"/>
                  </a:lnTo>
                  <a:lnTo>
                    <a:pt x="1148564" y="102173"/>
                  </a:lnTo>
                  <a:lnTo>
                    <a:pt x="1145971" y="102173"/>
                  </a:lnTo>
                  <a:lnTo>
                    <a:pt x="1143378" y="102173"/>
                  </a:lnTo>
                  <a:lnTo>
                    <a:pt x="1140786" y="102173"/>
                  </a:lnTo>
                  <a:lnTo>
                    <a:pt x="1138193" y="102173"/>
                  </a:lnTo>
                  <a:lnTo>
                    <a:pt x="1135600" y="102173"/>
                  </a:lnTo>
                  <a:lnTo>
                    <a:pt x="1133007" y="102173"/>
                  </a:lnTo>
                  <a:lnTo>
                    <a:pt x="1130415" y="102173"/>
                  </a:lnTo>
                  <a:lnTo>
                    <a:pt x="1127822" y="102173"/>
                  </a:lnTo>
                  <a:lnTo>
                    <a:pt x="1125229" y="102173"/>
                  </a:lnTo>
                  <a:lnTo>
                    <a:pt x="1122637" y="102173"/>
                  </a:lnTo>
                  <a:lnTo>
                    <a:pt x="1120044" y="102173"/>
                  </a:lnTo>
                  <a:lnTo>
                    <a:pt x="1117451" y="102173"/>
                  </a:lnTo>
                  <a:lnTo>
                    <a:pt x="1114859" y="102173"/>
                  </a:lnTo>
                  <a:lnTo>
                    <a:pt x="1112266" y="102173"/>
                  </a:lnTo>
                  <a:lnTo>
                    <a:pt x="1109673" y="102173"/>
                  </a:lnTo>
                  <a:lnTo>
                    <a:pt x="1107080" y="102173"/>
                  </a:lnTo>
                  <a:lnTo>
                    <a:pt x="1104488" y="102173"/>
                  </a:lnTo>
                  <a:lnTo>
                    <a:pt x="1101895" y="102173"/>
                  </a:lnTo>
                  <a:lnTo>
                    <a:pt x="1099302" y="102173"/>
                  </a:lnTo>
                  <a:lnTo>
                    <a:pt x="1096710" y="102173"/>
                  </a:lnTo>
                  <a:lnTo>
                    <a:pt x="1094117" y="102173"/>
                  </a:lnTo>
                  <a:lnTo>
                    <a:pt x="1091524" y="102173"/>
                  </a:lnTo>
                  <a:lnTo>
                    <a:pt x="1088932" y="102173"/>
                  </a:lnTo>
                  <a:lnTo>
                    <a:pt x="1086339" y="102173"/>
                  </a:lnTo>
                  <a:lnTo>
                    <a:pt x="1083746" y="102173"/>
                  </a:lnTo>
                  <a:lnTo>
                    <a:pt x="1081154" y="102173"/>
                  </a:lnTo>
                  <a:lnTo>
                    <a:pt x="1078561" y="102173"/>
                  </a:lnTo>
                  <a:lnTo>
                    <a:pt x="1075968" y="102173"/>
                  </a:lnTo>
                  <a:lnTo>
                    <a:pt x="1073375" y="102173"/>
                  </a:lnTo>
                  <a:lnTo>
                    <a:pt x="1070783" y="102173"/>
                  </a:lnTo>
                  <a:lnTo>
                    <a:pt x="1068190" y="102173"/>
                  </a:lnTo>
                  <a:lnTo>
                    <a:pt x="1065597" y="102173"/>
                  </a:lnTo>
                  <a:lnTo>
                    <a:pt x="1063005" y="102173"/>
                  </a:lnTo>
                  <a:lnTo>
                    <a:pt x="1060412" y="102173"/>
                  </a:lnTo>
                  <a:lnTo>
                    <a:pt x="1057819" y="102173"/>
                  </a:lnTo>
                  <a:lnTo>
                    <a:pt x="1055227" y="102173"/>
                  </a:lnTo>
                  <a:lnTo>
                    <a:pt x="1052634" y="102173"/>
                  </a:lnTo>
                  <a:lnTo>
                    <a:pt x="1050041" y="102173"/>
                  </a:lnTo>
                  <a:lnTo>
                    <a:pt x="1047448" y="102173"/>
                  </a:lnTo>
                  <a:lnTo>
                    <a:pt x="1044856" y="102173"/>
                  </a:lnTo>
                  <a:lnTo>
                    <a:pt x="1042263" y="102173"/>
                  </a:lnTo>
                  <a:lnTo>
                    <a:pt x="1039670" y="102173"/>
                  </a:lnTo>
                  <a:lnTo>
                    <a:pt x="1037078" y="102173"/>
                  </a:lnTo>
                  <a:lnTo>
                    <a:pt x="1034485" y="102173"/>
                  </a:lnTo>
                  <a:lnTo>
                    <a:pt x="1031892" y="102173"/>
                  </a:lnTo>
                  <a:lnTo>
                    <a:pt x="1029300" y="102173"/>
                  </a:lnTo>
                  <a:lnTo>
                    <a:pt x="1026707" y="102173"/>
                  </a:lnTo>
                  <a:lnTo>
                    <a:pt x="1024114" y="102173"/>
                  </a:lnTo>
                  <a:lnTo>
                    <a:pt x="1021522" y="102173"/>
                  </a:lnTo>
                  <a:lnTo>
                    <a:pt x="1018929" y="102173"/>
                  </a:lnTo>
                  <a:lnTo>
                    <a:pt x="1016336" y="102173"/>
                  </a:lnTo>
                  <a:lnTo>
                    <a:pt x="1013743" y="102173"/>
                  </a:lnTo>
                  <a:lnTo>
                    <a:pt x="1011151" y="102173"/>
                  </a:lnTo>
                  <a:lnTo>
                    <a:pt x="1008558" y="102173"/>
                  </a:lnTo>
                  <a:lnTo>
                    <a:pt x="1005965" y="102173"/>
                  </a:lnTo>
                  <a:lnTo>
                    <a:pt x="1003373" y="102173"/>
                  </a:lnTo>
                  <a:lnTo>
                    <a:pt x="1000780" y="102173"/>
                  </a:lnTo>
                  <a:lnTo>
                    <a:pt x="998187" y="102173"/>
                  </a:lnTo>
                  <a:lnTo>
                    <a:pt x="995595" y="102173"/>
                  </a:lnTo>
                  <a:lnTo>
                    <a:pt x="993002" y="102173"/>
                  </a:lnTo>
                  <a:lnTo>
                    <a:pt x="990409" y="102173"/>
                  </a:lnTo>
                  <a:lnTo>
                    <a:pt x="987816" y="102173"/>
                  </a:lnTo>
                  <a:lnTo>
                    <a:pt x="985224" y="102173"/>
                  </a:lnTo>
                  <a:lnTo>
                    <a:pt x="982631" y="102173"/>
                  </a:lnTo>
                  <a:lnTo>
                    <a:pt x="980038" y="102173"/>
                  </a:lnTo>
                  <a:lnTo>
                    <a:pt x="977446" y="102173"/>
                  </a:lnTo>
                  <a:lnTo>
                    <a:pt x="974853" y="102173"/>
                  </a:lnTo>
                  <a:lnTo>
                    <a:pt x="972260" y="102173"/>
                  </a:lnTo>
                  <a:lnTo>
                    <a:pt x="969668" y="102173"/>
                  </a:lnTo>
                  <a:lnTo>
                    <a:pt x="967075" y="102173"/>
                  </a:lnTo>
                  <a:lnTo>
                    <a:pt x="964482" y="102173"/>
                  </a:lnTo>
                  <a:lnTo>
                    <a:pt x="961890" y="102173"/>
                  </a:lnTo>
                  <a:lnTo>
                    <a:pt x="959297" y="102173"/>
                  </a:lnTo>
                  <a:lnTo>
                    <a:pt x="956704" y="102173"/>
                  </a:lnTo>
                  <a:lnTo>
                    <a:pt x="954111" y="102173"/>
                  </a:lnTo>
                  <a:lnTo>
                    <a:pt x="951519" y="102173"/>
                  </a:lnTo>
                  <a:lnTo>
                    <a:pt x="948926" y="102173"/>
                  </a:lnTo>
                  <a:lnTo>
                    <a:pt x="946333" y="102173"/>
                  </a:lnTo>
                  <a:lnTo>
                    <a:pt x="943741" y="102173"/>
                  </a:lnTo>
                  <a:lnTo>
                    <a:pt x="941148" y="102173"/>
                  </a:lnTo>
                  <a:lnTo>
                    <a:pt x="938555" y="102173"/>
                  </a:lnTo>
                  <a:lnTo>
                    <a:pt x="935963" y="102173"/>
                  </a:lnTo>
                  <a:lnTo>
                    <a:pt x="933370" y="102173"/>
                  </a:lnTo>
                  <a:lnTo>
                    <a:pt x="930777" y="102173"/>
                  </a:lnTo>
                  <a:lnTo>
                    <a:pt x="928184" y="102173"/>
                  </a:lnTo>
                  <a:lnTo>
                    <a:pt x="925592" y="102173"/>
                  </a:lnTo>
                  <a:lnTo>
                    <a:pt x="922999" y="102173"/>
                  </a:lnTo>
                  <a:lnTo>
                    <a:pt x="920406" y="102173"/>
                  </a:lnTo>
                  <a:lnTo>
                    <a:pt x="917814" y="102173"/>
                  </a:lnTo>
                  <a:lnTo>
                    <a:pt x="915221" y="102173"/>
                  </a:lnTo>
                  <a:lnTo>
                    <a:pt x="912628" y="102173"/>
                  </a:lnTo>
                  <a:lnTo>
                    <a:pt x="910036" y="102173"/>
                  </a:lnTo>
                  <a:lnTo>
                    <a:pt x="907443" y="102173"/>
                  </a:lnTo>
                  <a:lnTo>
                    <a:pt x="904850" y="102173"/>
                  </a:lnTo>
                  <a:lnTo>
                    <a:pt x="902258" y="102173"/>
                  </a:lnTo>
                  <a:lnTo>
                    <a:pt x="899665" y="102173"/>
                  </a:lnTo>
                  <a:lnTo>
                    <a:pt x="897072" y="102173"/>
                  </a:lnTo>
                  <a:lnTo>
                    <a:pt x="894479" y="102173"/>
                  </a:lnTo>
                  <a:lnTo>
                    <a:pt x="891887" y="102173"/>
                  </a:lnTo>
                  <a:lnTo>
                    <a:pt x="889294" y="102173"/>
                  </a:lnTo>
                  <a:lnTo>
                    <a:pt x="886701" y="102173"/>
                  </a:lnTo>
                  <a:lnTo>
                    <a:pt x="884109" y="102173"/>
                  </a:lnTo>
                  <a:lnTo>
                    <a:pt x="881516" y="102173"/>
                  </a:lnTo>
                  <a:lnTo>
                    <a:pt x="878923" y="102173"/>
                  </a:lnTo>
                  <a:lnTo>
                    <a:pt x="876331" y="102173"/>
                  </a:lnTo>
                  <a:lnTo>
                    <a:pt x="873738" y="102173"/>
                  </a:lnTo>
                  <a:lnTo>
                    <a:pt x="871145" y="102173"/>
                  </a:lnTo>
                  <a:lnTo>
                    <a:pt x="868552" y="102173"/>
                  </a:lnTo>
                  <a:lnTo>
                    <a:pt x="865960" y="102173"/>
                  </a:lnTo>
                  <a:lnTo>
                    <a:pt x="863367" y="102173"/>
                  </a:lnTo>
                  <a:lnTo>
                    <a:pt x="860774" y="102173"/>
                  </a:lnTo>
                  <a:lnTo>
                    <a:pt x="858182" y="102173"/>
                  </a:lnTo>
                  <a:lnTo>
                    <a:pt x="855589" y="102173"/>
                  </a:lnTo>
                  <a:lnTo>
                    <a:pt x="852996" y="102173"/>
                  </a:lnTo>
                  <a:lnTo>
                    <a:pt x="850404" y="102173"/>
                  </a:lnTo>
                  <a:lnTo>
                    <a:pt x="847811" y="102173"/>
                  </a:lnTo>
                  <a:lnTo>
                    <a:pt x="845218" y="102173"/>
                  </a:lnTo>
                  <a:lnTo>
                    <a:pt x="842626" y="102173"/>
                  </a:lnTo>
                  <a:lnTo>
                    <a:pt x="840033" y="102173"/>
                  </a:lnTo>
                  <a:lnTo>
                    <a:pt x="837440" y="102173"/>
                  </a:lnTo>
                  <a:lnTo>
                    <a:pt x="834847" y="102173"/>
                  </a:lnTo>
                  <a:lnTo>
                    <a:pt x="832255" y="102173"/>
                  </a:lnTo>
                  <a:lnTo>
                    <a:pt x="829662" y="102173"/>
                  </a:lnTo>
                  <a:lnTo>
                    <a:pt x="827069" y="102173"/>
                  </a:lnTo>
                  <a:lnTo>
                    <a:pt x="824477" y="102173"/>
                  </a:lnTo>
                  <a:lnTo>
                    <a:pt x="821884" y="102173"/>
                  </a:lnTo>
                  <a:lnTo>
                    <a:pt x="819291" y="102173"/>
                  </a:lnTo>
                  <a:lnTo>
                    <a:pt x="816699" y="102173"/>
                  </a:lnTo>
                  <a:lnTo>
                    <a:pt x="814106" y="102173"/>
                  </a:lnTo>
                  <a:lnTo>
                    <a:pt x="811513" y="102173"/>
                  </a:lnTo>
                  <a:lnTo>
                    <a:pt x="808920" y="102173"/>
                  </a:lnTo>
                  <a:lnTo>
                    <a:pt x="806328" y="102173"/>
                  </a:lnTo>
                  <a:lnTo>
                    <a:pt x="803735" y="102173"/>
                  </a:lnTo>
                  <a:lnTo>
                    <a:pt x="801142" y="102173"/>
                  </a:lnTo>
                  <a:lnTo>
                    <a:pt x="798550" y="102173"/>
                  </a:lnTo>
                  <a:lnTo>
                    <a:pt x="795957" y="102173"/>
                  </a:lnTo>
                  <a:lnTo>
                    <a:pt x="793364" y="102173"/>
                  </a:lnTo>
                  <a:lnTo>
                    <a:pt x="790772" y="102173"/>
                  </a:lnTo>
                  <a:lnTo>
                    <a:pt x="788179" y="102173"/>
                  </a:lnTo>
                  <a:lnTo>
                    <a:pt x="785586" y="102173"/>
                  </a:lnTo>
                  <a:lnTo>
                    <a:pt x="782994" y="102173"/>
                  </a:lnTo>
                  <a:lnTo>
                    <a:pt x="780401" y="102173"/>
                  </a:lnTo>
                  <a:lnTo>
                    <a:pt x="777808" y="102173"/>
                  </a:lnTo>
                  <a:lnTo>
                    <a:pt x="775215" y="102173"/>
                  </a:lnTo>
                  <a:lnTo>
                    <a:pt x="772623" y="102173"/>
                  </a:lnTo>
                  <a:lnTo>
                    <a:pt x="770030" y="102173"/>
                  </a:lnTo>
                  <a:lnTo>
                    <a:pt x="767437" y="102173"/>
                  </a:lnTo>
                  <a:lnTo>
                    <a:pt x="764845" y="102173"/>
                  </a:lnTo>
                  <a:lnTo>
                    <a:pt x="762252" y="102173"/>
                  </a:lnTo>
                  <a:lnTo>
                    <a:pt x="759659" y="102173"/>
                  </a:lnTo>
                  <a:lnTo>
                    <a:pt x="757067" y="102173"/>
                  </a:lnTo>
                  <a:lnTo>
                    <a:pt x="754474" y="102173"/>
                  </a:lnTo>
                  <a:lnTo>
                    <a:pt x="751881" y="102173"/>
                  </a:lnTo>
                  <a:lnTo>
                    <a:pt x="749288" y="102173"/>
                  </a:lnTo>
                  <a:lnTo>
                    <a:pt x="746696" y="102173"/>
                  </a:lnTo>
                  <a:lnTo>
                    <a:pt x="744103" y="102173"/>
                  </a:lnTo>
                  <a:lnTo>
                    <a:pt x="741510" y="102173"/>
                  </a:lnTo>
                  <a:lnTo>
                    <a:pt x="738918" y="102173"/>
                  </a:lnTo>
                  <a:lnTo>
                    <a:pt x="736325" y="102173"/>
                  </a:lnTo>
                  <a:lnTo>
                    <a:pt x="733732" y="102173"/>
                  </a:lnTo>
                  <a:lnTo>
                    <a:pt x="731140" y="102173"/>
                  </a:lnTo>
                  <a:lnTo>
                    <a:pt x="728547" y="102173"/>
                  </a:lnTo>
                  <a:lnTo>
                    <a:pt x="725954" y="102173"/>
                  </a:lnTo>
                  <a:lnTo>
                    <a:pt x="723362" y="102173"/>
                  </a:lnTo>
                  <a:lnTo>
                    <a:pt x="720769" y="102173"/>
                  </a:lnTo>
                  <a:lnTo>
                    <a:pt x="718176" y="102173"/>
                  </a:lnTo>
                  <a:lnTo>
                    <a:pt x="715583" y="102173"/>
                  </a:lnTo>
                  <a:lnTo>
                    <a:pt x="712991" y="102173"/>
                  </a:lnTo>
                  <a:lnTo>
                    <a:pt x="710398" y="102173"/>
                  </a:lnTo>
                  <a:lnTo>
                    <a:pt x="707805" y="102173"/>
                  </a:lnTo>
                  <a:lnTo>
                    <a:pt x="705213" y="102173"/>
                  </a:lnTo>
                  <a:lnTo>
                    <a:pt x="702620" y="102173"/>
                  </a:lnTo>
                  <a:lnTo>
                    <a:pt x="700027" y="102173"/>
                  </a:lnTo>
                  <a:lnTo>
                    <a:pt x="697435" y="102173"/>
                  </a:lnTo>
                  <a:lnTo>
                    <a:pt x="694842" y="102173"/>
                  </a:lnTo>
                  <a:lnTo>
                    <a:pt x="692249" y="102173"/>
                  </a:lnTo>
                  <a:lnTo>
                    <a:pt x="689656" y="102173"/>
                  </a:lnTo>
                  <a:lnTo>
                    <a:pt x="687064" y="102173"/>
                  </a:lnTo>
                  <a:lnTo>
                    <a:pt x="684471" y="102173"/>
                  </a:lnTo>
                  <a:lnTo>
                    <a:pt x="681878" y="102173"/>
                  </a:lnTo>
                  <a:lnTo>
                    <a:pt x="679286" y="102173"/>
                  </a:lnTo>
                  <a:lnTo>
                    <a:pt x="676693" y="102173"/>
                  </a:lnTo>
                  <a:lnTo>
                    <a:pt x="674100" y="102173"/>
                  </a:lnTo>
                  <a:lnTo>
                    <a:pt x="671508" y="102173"/>
                  </a:lnTo>
                  <a:lnTo>
                    <a:pt x="668915" y="102173"/>
                  </a:lnTo>
                  <a:lnTo>
                    <a:pt x="666322" y="102173"/>
                  </a:lnTo>
                  <a:lnTo>
                    <a:pt x="663730" y="102173"/>
                  </a:lnTo>
                  <a:lnTo>
                    <a:pt x="661137" y="102173"/>
                  </a:lnTo>
                  <a:lnTo>
                    <a:pt x="658544" y="102173"/>
                  </a:lnTo>
                  <a:lnTo>
                    <a:pt x="655951" y="102173"/>
                  </a:lnTo>
                  <a:lnTo>
                    <a:pt x="653359" y="102173"/>
                  </a:lnTo>
                  <a:lnTo>
                    <a:pt x="650766" y="102173"/>
                  </a:lnTo>
                  <a:lnTo>
                    <a:pt x="648173" y="102173"/>
                  </a:lnTo>
                  <a:lnTo>
                    <a:pt x="645581" y="102173"/>
                  </a:lnTo>
                  <a:lnTo>
                    <a:pt x="642988" y="102173"/>
                  </a:lnTo>
                  <a:lnTo>
                    <a:pt x="640395" y="102173"/>
                  </a:lnTo>
                  <a:lnTo>
                    <a:pt x="637803" y="102173"/>
                  </a:lnTo>
                  <a:lnTo>
                    <a:pt x="635210" y="102173"/>
                  </a:lnTo>
                  <a:lnTo>
                    <a:pt x="632617" y="102173"/>
                  </a:lnTo>
                  <a:lnTo>
                    <a:pt x="630024" y="102173"/>
                  </a:lnTo>
                  <a:lnTo>
                    <a:pt x="627432" y="102173"/>
                  </a:lnTo>
                  <a:lnTo>
                    <a:pt x="624839" y="102173"/>
                  </a:lnTo>
                  <a:lnTo>
                    <a:pt x="622246" y="102173"/>
                  </a:lnTo>
                  <a:lnTo>
                    <a:pt x="619654" y="102173"/>
                  </a:lnTo>
                  <a:lnTo>
                    <a:pt x="617061" y="102173"/>
                  </a:lnTo>
                  <a:lnTo>
                    <a:pt x="614468" y="102173"/>
                  </a:lnTo>
                  <a:lnTo>
                    <a:pt x="611876" y="102173"/>
                  </a:lnTo>
                  <a:lnTo>
                    <a:pt x="609283" y="102173"/>
                  </a:lnTo>
                  <a:lnTo>
                    <a:pt x="606690" y="102173"/>
                  </a:lnTo>
                  <a:lnTo>
                    <a:pt x="604098" y="102173"/>
                  </a:lnTo>
                  <a:lnTo>
                    <a:pt x="601505" y="102173"/>
                  </a:lnTo>
                  <a:lnTo>
                    <a:pt x="598912" y="102173"/>
                  </a:lnTo>
                  <a:lnTo>
                    <a:pt x="596319" y="102173"/>
                  </a:lnTo>
                  <a:lnTo>
                    <a:pt x="593727" y="102173"/>
                  </a:lnTo>
                  <a:lnTo>
                    <a:pt x="591134" y="102173"/>
                  </a:lnTo>
                  <a:lnTo>
                    <a:pt x="588541" y="102173"/>
                  </a:lnTo>
                  <a:lnTo>
                    <a:pt x="585949" y="102173"/>
                  </a:lnTo>
                  <a:lnTo>
                    <a:pt x="583356" y="102173"/>
                  </a:lnTo>
                  <a:lnTo>
                    <a:pt x="580763" y="102173"/>
                  </a:lnTo>
                  <a:lnTo>
                    <a:pt x="578171" y="102173"/>
                  </a:lnTo>
                  <a:lnTo>
                    <a:pt x="575578" y="102173"/>
                  </a:lnTo>
                  <a:lnTo>
                    <a:pt x="572985" y="102173"/>
                  </a:lnTo>
                  <a:lnTo>
                    <a:pt x="570393" y="102173"/>
                  </a:lnTo>
                  <a:lnTo>
                    <a:pt x="567800" y="102173"/>
                  </a:lnTo>
                  <a:lnTo>
                    <a:pt x="565207" y="102173"/>
                  </a:lnTo>
                  <a:lnTo>
                    <a:pt x="562614" y="102173"/>
                  </a:lnTo>
                  <a:lnTo>
                    <a:pt x="560022" y="102173"/>
                  </a:lnTo>
                  <a:lnTo>
                    <a:pt x="557429" y="102173"/>
                  </a:lnTo>
                  <a:lnTo>
                    <a:pt x="554836" y="102173"/>
                  </a:lnTo>
                  <a:lnTo>
                    <a:pt x="552244" y="102173"/>
                  </a:lnTo>
                  <a:lnTo>
                    <a:pt x="549651" y="102173"/>
                  </a:lnTo>
                  <a:lnTo>
                    <a:pt x="547058" y="102173"/>
                  </a:lnTo>
                  <a:lnTo>
                    <a:pt x="544466" y="102173"/>
                  </a:lnTo>
                  <a:lnTo>
                    <a:pt x="541873" y="102173"/>
                  </a:lnTo>
                  <a:lnTo>
                    <a:pt x="539280" y="102173"/>
                  </a:lnTo>
                  <a:lnTo>
                    <a:pt x="536687" y="102173"/>
                  </a:lnTo>
                  <a:lnTo>
                    <a:pt x="534095" y="102173"/>
                  </a:lnTo>
                  <a:lnTo>
                    <a:pt x="531502" y="102173"/>
                  </a:lnTo>
                  <a:lnTo>
                    <a:pt x="528909" y="102173"/>
                  </a:lnTo>
                  <a:lnTo>
                    <a:pt x="526317" y="102173"/>
                  </a:lnTo>
                  <a:lnTo>
                    <a:pt x="523724" y="102173"/>
                  </a:lnTo>
                  <a:lnTo>
                    <a:pt x="521131" y="102173"/>
                  </a:lnTo>
                  <a:lnTo>
                    <a:pt x="518539" y="102173"/>
                  </a:lnTo>
                  <a:lnTo>
                    <a:pt x="515946" y="102173"/>
                  </a:lnTo>
                  <a:lnTo>
                    <a:pt x="513353" y="102173"/>
                  </a:lnTo>
                  <a:lnTo>
                    <a:pt x="510761" y="102173"/>
                  </a:lnTo>
                  <a:lnTo>
                    <a:pt x="508168" y="102173"/>
                  </a:lnTo>
                  <a:lnTo>
                    <a:pt x="505575" y="102173"/>
                  </a:lnTo>
                  <a:lnTo>
                    <a:pt x="502982" y="102173"/>
                  </a:lnTo>
                  <a:lnTo>
                    <a:pt x="500390" y="102173"/>
                  </a:lnTo>
                  <a:lnTo>
                    <a:pt x="497797" y="102173"/>
                  </a:lnTo>
                  <a:lnTo>
                    <a:pt x="495204" y="102173"/>
                  </a:lnTo>
                  <a:lnTo>
                    <a:pt x="492612" y="102173"/>
                  </a:lnTo>
                  <a:lnTo>
                    <a:pt x="490019" y="102173"/>
                  </a:lnTo>
                  <a:lnTo>
                    <a:pt x="487426" y="102173"/>
                  </a:lnTo>
                  <a:lnTo>
                    <a:pt x="484834" y="102173"/>
                  </a:lnTo>
                  <a:lnTo>
                    <a:pt x="482241" y="102173"/>
                  </a:lnTo>
                  <a:lnTo>
                    <a:pt x="479648" y="102173"/>
                  </a:lnTo>
                  <a:lnTo>
                    <a:pt x="477055" y="102173"/>
                  </a:lnTo>
                  <a:lnTo>
                    <a:pt x="474463" y="102173"/>
                  </a:lnTo>
                  <a:lnTo>
                    <a:pt x="471870" y="102173"/>
                  </a:lnTo>
                  <a:lnTo>
                    <a:pt x="469277" y="102173"/>
                  </a:lnTo>
                  <a:lnTo>
                    <a:pt x="466685" y="102173"/>
                  </a:lnTo>
                  <a:lnTo>
                    <a:pt x="464092" y="102173"/>
                  </a:lnTo>
                  <a:lnTo>
                    <a:pt x="461499" y="102173"/>
                  </a:lnTo>
                  <a:lnTo>
                    <a:pt x="458907" y="102173"/>
                  </a:lnTo>
                  <a:lnTo>
                    <a:pt x="456314" y="102173"/>
                  </a:lnTo>
                  <a:lnTo>
                    <a:pt x="453721" y="102173"/>
                  </a:lnTo>
                  <a:lnTo>
                    <a:pt x="451129" y="102173"/>
                  </a:lnTo>
                  <a:lnTo>
                    <a:pt x="448536" y="102173"/>
                  </a:lnTo>
                  <a:lnTo>
                    <a:pt x="445943" y="102173"/>
                  </a:lnTo>
                  <a:lnTo>
                    <a:pt x="443350" y="102173"/>
                  </a:lnTo>
                  <a:lnTo>
                    <a:pt x="440758" y="102173"/>
                  </a:lnTo>
                  <a:lnTo>
                    <a:pt x="438165" y="102173"/>
                  </a:lnTo>
                  <a:lnTo>
                    <a:pt x="435572" y="102173"/>
                  </a:lnTo>
                  <a:lnTo>
                    <a:pt x="432980" y="102173"/>
                  </a:lnTo>
                  <a:lnTo>
                    <a:pt x="430387" y="102173"/>
                  </a:lnTo>
                  <a:lnTo>
                    <a:pt x="427794" y="102173"/>
                  </a:lnTo>
                  <a:lnTo>
                    <a:pt x="425202" y="102173"/>
                  </a:lnTo>
                  <a:lnTo>
                    <a:pt x="422609" y="102173"/>
                  </a:lnTo>
                  <a:lnTo>
                    <a:pt x="420016" y="102173"/>
                  </a:lnTo>
                  <a:lnTo>
                    <a:pt x="417423" y="102173"/>
                  </a:lnTo>
                  <a:lnTo>
                    <a:pt x="414831" y="102173"/>
                  </a:lnTo>
                  <a:lnTo>
                    <a:pt x="412238" y="102173"/>
                  </a:lnTo>
                  <a:lnTo>
                    <a:pt x="409645" y="102173"/>
                  </a:lnTo>
                  <a:lnTo>
                    <a:pt x="407053" y="102173"/>
                  </a:lnTo>
                  <a:lnTo>
                    <a:pt x="404460" y="102173"/>
                  </a:lnTo>
                  <a:lnTo>
                    <a:pt x="401867" y="102173"/>
                  </a:lnTo>
                  <a:lnTo>
                    <a:pt x="399275" y="102173"/>
                  </a:lnTo>
                  <a:lnTo>
                    <a:pt x="396682" y="102173"/>
                  </a:lnTo>
                  <a:lnTo>
                    <a:pt x="394089" y="102173"/>
                  </a:lnTo>
                  <a:lnTo>
                    <a:pt x="391497" y="102173"/>
                  </a:lnTo>
                  <a:lnTo>
                    <a:pt x="388904" y="102173"/>
                  </a:lnTo>
                  <a:lnTo>
                    <a:pt x="386311" y="102173"/>
                  </a:lnTo>
                  <a:lnTo>
                    <a:pt x="383718" y="102173"/>
                  </a:lnTo>
                  <a:lnTo>
                    <a:pt x="381126" y="102173"/>
                  </a:lnTo>
                  <a:lnTo>
                    <a:pt x="378533" y="102173"/>
                  </a:lnTo>
                  <a:lnTo>
                    <a:pt x="375940" y="102173"/>
                  </a:lnTo>
                  <a:lnTo>
                    <a:pt x="373348" y="102173"/>
                  </a:lnTo>
                  <a:lnTo>
                    <a:pt x="370755" y="102173"/>
                  </a:lnTo>
                  <a:lnTo>
                    <a:pt x="368162" y="102173"/>
                  </a:lnTo>
                  <a:lnTo>
                    <a:pt x="365570" y="102173"/>
                  </a:lnTo>
                  <a:lnTo>
                    <a:pt x="362977" y="102173"/>
                  </a:lnTo>
                  <a:lnTo>
                    <a:pt x="360384" y="102173"/>
                  </a:lnTo>
                  <a:lnTo>
                    <a:pt x="357791" y="102173"/>
                  </a:lnTo>
                  <a:lnTo>
                    <a:pt x="355199" y="102173"/>
                  </a:lnTo>
                  <a:lnTo>
                    <a:pt x="352606" y="102173"/>
                  </a:lnTo>
                  <a:lnTo>
                    <a:pt x="350013" y="102173"/>
                  </a:lnTo>
                  <a:lnTo>
                    <a:pt x="347421" y="102173"/>
                  </a:lnTo>
                  <a:lnTo>
                    <a:pt x="344828" y="102173"/>
                  </a:lnTo>
                  <a:lnTo>
                    <a:pt x="342235" y="102173"/>
                  </a:lnTo>
                  <a:lnTo>
                    <a:pt x="339643" y="102173"/>
                  </a:lnTo>
                  <a:lnTo>
                    <a:pt x="337050" y="102173"/>
                  </a:lnTo>
                  <a:lnTo>
                    <a:pt x="334457" y="102173"/>
                  </a:lnTo>
                  <a:lnTo>
                    <a:pt x="331865" y="102173"/>
                  </a:lnTo>
                  <a:lnTo>
                    <a:pt x="329272" y="102173"/>
                  </a:lnTo>
                  <a:lnTo>
                    <a:pt x="326679" y="102173"/>
                  </a:lnTo>
                  <a:lnTo>
                    <a:pt x="324086" y="102173"/>
                  </a:lnTo>
                  <a:lnTo>
                    <a:pt x="321494" y="102173"/>
                  </a:lnTo>
                  <a:lnTo>
                    <a:pt x="318901" y="102173"/>
                  </a:lnTo>
                  <a:lnTo>
                    <a:pt x="316308" y="102173"/>
                  </a:lnTo>
                  <a:lnTo>
                    <a:pt x="313716" y="102173"/>
                  </a:lnTo>
                  <a:lnTo>
                    <a:pt x="311123" y="102173"/>
                  </a:lnTo>
                  <a:lnTo>
                    <a:pt x="308530" y="102173"/>
                  </a:lnTo>
                  <a:lnTo>
                    <a:pt x="305938" y="102173"/>
                  </a:lnTo>
                  <a:lnTo>
                    <a:pt x="303345" y="102173"/>
                  </a:lnTo>
                  <a:lnTo>
                    <a:pt x="300752" y="102173"/>
                  </a:lnTo>
                  <a:lnTo>
                    <a:pt x="298159" y="102173"/>
                  </a:lnTo>
                  <a:lnTo>
                    <a:pt x="295567" y="102173"/>
                  </a:lnTo>
                  <a:lnTo>
                    <a:pt x="292974" y="102173"/>
                  </a:lnTo>
                  <a:lnTo>
                    <a:pt x="290381" y="102173"/>
                  </a:lnTo>
                  <a:lnTo>
                    <a:pt x="287789" y="102173"/>
                  </a:lnTo>
                  <a:lnTo>
                    <a:pt x="285196" y="102173"/>
                  </a:lnTo>
                  <a:lnTo>
                    <a:pt x="282603" y="102173"/>
                  </a:lnTo>
                  <a:lnTo>
                    <a:pt x="280011" y="102173"/>
                  </a:lnTo>
                  <a:lnTo>
                    <a:pt x="277418" y="102173"/>
                  </a:lnTo>
                  <a:lnTo>
                    <a:pt x="274825" y="102173"/>
                  </a:lnTo>
                  <a:lnTo>
                    <a:pt x="272233" y="102173"/>
                  </a:lnTo>
                  <a:lnTo>
                    <a:pt x="269640" y="102173"/>
                  </a:lnTo>
                  <a:lnTo>
                    <a:pt x="267047" y="102173"/>
                  </a:lnTo>
                  <a:lnTo>
                    <a:pt x="264454" y="102173"/>
                  </a:lnTo>
                  <a:lnTo>
                    <a:pt x="261862" y="102173"/>
                  </a:lnTo>
                  <a:lnTo>
                    <a:pt x="259269" y="102173"/>
                  </a:lnTo>
                  <a:lnTo>
                    <a:pt x="256676" y="102173"/>
                  </a:lnTo>
                  <a:lnTo>
                    <a:pt x="254084" y="102173"/>
                  </a:lnTo>
                  <a:lnTo>
                    <a:pt x="251491" y="102173"/>
                  </a:lnTo>
                  <a:lnTo>
                    <a:pt x="248898" y="102173"/>
                  </a:lnTo>
                  <a:lnTo>
                    <a:pt x="246306" y="102173"/>
                  </a:lnTo>
                  <a:lnTo>
                    <a:pt x="243713" y="102173"/>
                  </a:lnTo>
                  <a:lnTo>
                    <a:pt x="241120" y="102173"/>
                  </a:lnTo>
                  <a:lnTo>
                    <a:pt x="238527" y="102173"/>
                  </a:lnTo>
                  <a:lnTo>
                    <a:pt x="235935" y="102173"/>
                  </a:lnTo>
                  <a:lnTo>
                    <a:pt x="233342" y="102173"/>
                  </a:lnTo>
                  <a:lnTo>
                    <a:pt x="230749" y="102173"/>
                  </a:lnTo>
                  <a:lnTo>
                    <a:pt x="228157" y="102173"/>
                  </a:lnTo>
                  <a:lnTo>
                    <a:pt x="225564" y="102173"/>
                  </a:lnTo>
                  <a:lnTo>
                    <a:pt x="222971" y="102173"/>
                  </a:lnTo>
                  <a:lnTo>
                    <a:pt x="220379" y="102173"/>
                  </a:lnTo>
                  <a:lnTo>
                    <a:pt x="217786" y="102173"/>
                  </a:lnTo>
                  <a:lnTo>
                    <a:pt x="215193" y="102173"/>
                  </a:lnTo>
                  <a:lnTo>
                    <a:pt x="212601" y="102173"/>
                  </a:lnTo>
                  <a:lnTo>
                    <a:pt x="210008" y="102173"/>
                  </a:lnTo>
                  <a:lnTo>
                    <a:pt x="207415" y="102173"/>
                  </a:lnTo>
                  <a:lnTo>
                    <a:pt x="204822" y="102173"/>
                  </a:lnTo>
                  <a:lnTo>
                    <a:pt x="202230" y="102173"/>
                  </a:lnTo>
                  <a:lnTo>
                    <a:pt x="199637" y="102173"/>
                  </a:lnTo>
                  <a:lnTo>
                    <a:pt x="197044" y="102173"/>
                  </a:lnTo>
                  <a:lnTo>
                    <a:pt x="194452" y="102173"/>
                  </a:lnTo>
                  <a:lnTo>
                    <a:pt x="191859" y="102173"/>
                  </a:lnTo>
                  <a:lnTo>
                    <a:pt x="189266" y="102173"/>
                  </a:lnTo>
                  <a:lnTo>
                    <a:pt x="186674" y="102173"/>
                  </a:lnTo>
                  <a:lnTo>
                    <a:pt x="184081" y="102173"/>
                  </a:lnTo>
                  <a:lnTo>
                    <a:pt x="181488" y="102173"/>
                  </a:lnTo>
                  <a:lnTo>
                    <a:pt x="178895" y="102173"/>
                  </a:lnTo>
                  <a:lnTo>
                    <a:pt x="176303" y="102173"/>
                  </a:lnTo>
                  <a:lnTo>
                    <a:pt x="173710" y="102173"/>
                  </a:lnTo>
                  <a:lnTo>
                    <a:pt x="171117" y="102173"/>
                  </a:lnTo>
                  <a:lnTo>
                    <a:pt x="168525" y="102173"/>
                  </a:lnTo>
                  <a:lnTo>
                    <a:pt x="165932" y="102173"/>
                  </a:lnTo>
                  <a:lnTo>
                    <a:pt x="163339" y="102173"/>
                  </a:lnTo>
                  <a:lnTo>
                    <a:pt x="160747" y="102173"/>
                  </a:lnTo>
                  <a:lnTo>
                    <a:pt x="158154" y="102173"/>
                  </a:lnTo>
                  <a:lnTo>
                    <a:pt x="155561" y="102173"/>
                  </a:lnTo>
                  <a:lnTo>
                    <a:pt x="152969" y="102173"/>
                  </a:lnTo>
                  <a:lnTo>
                    <a:pt x="150376" y="102173"/>
                  </a:lnTo>
                  <a:lnTo>
                    <a:pt x="147783" y="102173"/>
                  </a:lnTo>
                  <a:lnTo>
                    <a:pt x="145190" y="102173"/>
                  </a:lnTo>
                  <a:lnTo>
                    <a:pt x="142598" y="102173"/>
                  </a:lnTo>
                  <a:lnTo>
                    <a:pt x="140005" y="102173"/>
                  </a:lnTo>
                  <a:lnTo>
                    <a:pt x="137412" y="102173"/>
                  </a:lnTo>
                  <a:lnTo>
                    <a:pt x="134820" y="102173"/>
                  </a:lnTo>
                  <a:lnTo>
                    <a:pt x="132227" y="102173"/>
                  </a:lnTo>
                  <a:lnTo>
                    <a:pt x="129634" y="102173"/>
                  </a:lnTo>
                  <a:lnTo>
                    <a:pt x="127042" y="102173"/>
                  </a:lnTo>
                  <a:lnTo>
                    <a:pt x="124449" y="102173"/>
                  </a:lnTo>
                  <a:lnTo>
                    <a:pt x="121856" y="102173"/>
                  </a:lnTo>
                  <a:lnTo>
                    <a:pt x="119263" y="102173"/>
                  </a:lnTo>
                  <a:lnTo>
                    <a:pt x="116671" y="102173"/>
                  </a:lnTo>
                  <a:lnTo>
                    <a:pt x="114078" y="102173"/>
                  </a:lnTo>
                  <a:lnTo>
                    <a:pt x="111485" y="102173"/>
                  </a:lnTo>
                  <a:lnTo>
                    <a:pt x="108893" y="102173"/>
                  </a:lnTo>
                  <a:lnTo>
                    <a:pt x="106300" y="102173"/>
                  </a:lnTo>
                  <a:lnTo>
                    <a:pt x="103707" y="102173"/>
                  </a:lnTo>
                  <a:lnTo>
                    <a:pt x="101115" y="102173"/>
                  </a:lnTo>
                  <a:lnTo>
                    <a:pt x="98522" y="102173"/>
                  </a:lnTo>
                  <a:lnTo>
                    <a:pt x="95929" y="102173"/>
                  </a:lnTo>
                  <a:lnTo>
                    <a:pt x="93337" y="102173"/>
                  </a:lnTo>
                  <a:lnTo>
                    <a:pt x="90744" y="102173"/>
                  </a:lnTo>
                  <a:lnTo>
                    <a:pt x="88151" y="102173"/>
                  </a:lnTo>
                  <a:lnTo>
                    <a:pt x="85558" y="102173"/>
                  </a:lnTo>
                  <a:lnTo>
                    <a:pt x="82966" y="102173"/>
                  </a:lnTo>
                  <a:lnTo>
                    <a:pt x="80373" y="102173"/>
                  </a:lnTo>
                  <a:lnTo>
                    <a:pt x="77780" y="102173"/>
                  </a:lnTo>
                  <a:lnTo>
                    <a:pt x="75188" y="102173"/>
                  </a:lnTo>
                  <a:lnTo>
                    <a:pt x="72595" y="102173"/>
                  </a:lnTo>
                  <a:lnTo>
                    <a:pt x="70002" y="102173"/>
                  </a:lnTo>
                  <a:lnTo>
                    <a:pt x="67410" y="102173"/>
                  </a:lnTo>
                  <a:lnTo>
                    <a:pt x="64817" y="102173"/>
                  </a:lnTo>
                  <a:lnTo>
                    <a:pt x="62224" y="102173"/>
                  </a:lnTo>
                  <a:lnTo>
                    <a:pt x="59631" y="102173"/>
                  </a:lnTo>
                  <a:lnTo>
                    <a:pt x="57039" y="102173"/>
                  </a:lnTo>
                  <a:lnTo>
                    <a:pt x="54446" y="102173"/>
                  </a:lnTo>
                  <a:lnTo>
                    <a:pt x="51853" y="102173"/>
                  </a:lnTo>
                  <a:lnTo>
                    <a:pt x="49261" y="102173"/>
                  </a:lnTo>
                  <a:lnTo>
                    <a:pt x="46668" y="102173"/>
                  </a:lnTo>
                  <a:lnTo>
                    <a:pt x="44075" y="102173"/>
                  </a:lnTo>
                  <a:lnTo>
                    <a:pt x="41483" y="102173"/>
                  </a:lnTo>
                  <a:lnTo>
                    <a:pt x="38890" y="102173"/>
                  </a:lnTo>
                  <a:lnTo>
                    <a:pt x="36297" y="102173"/>
                  </a:lnTo>
                  <a:lnTo>
                    <a:pt x="33705" y="102173"/>
                  </a:lnTo>
                  <a:lnTo>
                    <a:pt x="31112" y="102173"/>
                  </a:lnTo>
                  <a:lnTo>
                    <a:pt x="28519" y="102173"/>
                  </a:lnTo>
                  <a:lnTo>
                    <a:pt x="25926" y="102173"/>
                  </a:lnTo>
                  <a:lnTo>
                    <a:pt x="23334" y="102173"/>
                  </a:lnTo>
                  <a:lnTo>
                    <a:pt x="20741" y="102173"/>
                  </a:lnTo>
                  <a:lnTo>
                    <a:pt x="18148" y="102173"/>
                  </a:lnTo>
                  <a:lnTo>
                    <a:pt x="15556" y="102173"/>
                  </a:lnTo>
                  <a:lnTo>
                    <a:pt x="12963" y="102173"/>
                  </a:lnTo>
                  <a:lnTo>
                    <a:pt x="10370" y="102173"/>
                  </a:lnTo>
                  <a:lnTo>
                    <a:pt x="7778" y="102173"/>
                  </a:lnTo>
                  <a:lnTo>
                    <a:pt x="5185" y="102173"/>
                  </a:lnTo>
                  <a:lnTo>
                    <a:pt x="2592" y="102173"/>
                  </a:lnTo>
                  <a:lnTo>
                    <a:pt x="0" y="102173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39" name="pg338"/>
            <p:cNvSpPr/>
            <p:nvPr/>
          </p:nvSpPr>
          <p:spPr>
            <a:xfrm>
              <a:off x="7134936" y="4795390"/>
              <a:ext cx="0" cy="102173"/>
            </a:xfrm>
            <a:custGeom>
              <a:avLst/>
              <a:pathLst>
                <a:path w="0" h="102173">
                  <a:moveTo>
                    <a:pt x="0" y="0"/>
                  </a:moveTo>
                  <a:lnTo>
                    <a:pt x="0" y="102173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340" name="pl339"/>
            <p:cNvSpPr/>
            <p:nvPr/>
          </p:nvSpPr>
          <p:spPr>
            <a:xfrm>
              <a:off x="5933593" y="4118205"/>
              <a:ext cx="4015885" cy="0"/>
            </a:xfrm>
            <a:custGeom>
              <a:avLst/>
              <a:pathLst>
                <a:path w="4015885" h="0">
                  <a:moveTo>
                    <a:pt x="0" y="0"/>
                  </a:moveTo>
                  <a:lnTo>
                    <a:pt x="4015885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0"/>
            <p:cNvSpPr/>
            <p:nvPr/>
          </p:nvSpPr>
          <p:spPr>
            <a:xfrm>
              <a:off x="6463603" y="4685837"/>
              <a:ext cx="3872835" cy="0"/>
            </a:xfrm>
            <a:custGeom>
              <a:avLst/>
              <a:pathLst>
                <a:path w="3872835" h="0">
                  <a:moveTo>
                    <a:pt x="0" y="0"/>
                  </a:moveTo>
                  <a:lnTo>
                    <a:pt x="3872835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1"/>
            <p:cNvSpPr/>
            <p:nvPr/>
          </p:nvSpPr>
          <p:spPr>
            <a:xfrm>
              <a:off x="6208432" y="4572310"/>
              <a:ext cx="3849540" cy="0"/>
            </a:xfrm>
            <a:custGeom>
              <a:avLst/>
              <a:pathLst>
                <a:path w="3849540" h="0">
                  <a:moveTo>
                    <a:pt x="0" y="0"/>
                  </a:moveTo>
                  <a:lnTo>
                    <a:pt x="3849540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2"/>
            <p:cNvSpPr/>
            <p:nvPr/>
          </p:nvSpPr>
          <p:spPr>
            <a:xfrm>
              <a:off x="6725322" y="4345257"/>
              <a:ext cx="3462791" cy="0"/>
            </a:xfrm>
            <a:custGeom>
              <a:avLst/>
              <a:pathLst>
                <a:path w="3462791" h="0">
                  <a:moveTo>
                    <a:pt x="0" y="0"/>
                  </a:moveTo>
                  <a:lnTo>
                    <a:pt x="3462791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3"/>
            <p:cNvSpPr/>
            <p:nvPr/>
          </p:nvSpPr>
          <p:spPr>
            <a:xfrm>
              <a:off x="2667451" y="4572310"/>
              <a:ext cx="3338397" cy="0"/>
            </a:xfrm>
            <a:custGeom>
              <a:avLst/>
              <a:pathLst>
                <a:path w="3338397" h="0">
                  <a:moveTo>
                    <a:pt x="0" y="0"/>
                  </a:moveTo>
                  <a:lnTo>
                    <a:pt x="3338397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4"/>
            <p:cNvSpPr/>
            <p:nvPr/>
          </p:nvSpPr>
          <p:spPr>
            <a:xfrm>
              <a:off x="6676953" y="3891152"/>
              <a:ext cx="2739608" cy="0"/>
            </a:xfrm>
            <a:custGeom>
              <a:avLst/>
              <a:pathLst>
                <a:path w="2739608" h="0">
                  <a:moveTo>
                    <a:pt x="0" y="0"/>
                  </a:moveTo>
                  <a:lnTo>
                    <a:pt x="2739608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5"/>
            <p:cNvSpPr/>
            <p:nvPr/>
          </p:nvSpPr>
          <p:spPr>
            <a:xfrm>
              <a:off x="3305957" y="3891152"/>
              <a:ext cx="2530315" cy="0"/>
            </a:xfrm>
            <a:custGeom>
              <a:avLst/>
              <a:pathLst>
                <a:path w="2530315" h="0">
                  <a:moveTo>
                    <a:pt x="0" y="0"/>
                  </a:moveTo>
                  <a:lnTo>
                    <a:pt x="2530315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6"/>
            <p:cNvSpPr/>
            <p:nvPr/>
          </p:nvSpPr>
          <p:spPr>
            <a:xfrm>
              <a:off x="3796696" y="4345257"/>
              <a:ext cx="2334173" cy="0"/>
            </a:xfrm>
            <a:custGeom>
              <a:avLst/>
              <a:pathLst>
                <a:path w="2334173" h="0">
                  <a:moveTo>
                    <a:pt x="0" y="0"/>
                  </a:moveTo>
                  <a:lnTo>
                    <a:pt x="2334173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7"/>
            <p:cNvSpPr/>
            <p:nvPr/>
          </p:nvSpPr>
          <p:spPr>
            <a:xfrm>
              <a:off x="7179433" y="4685837"/>
              <a:ext cx="2283342" cy="0"/>
            </a:xfrm>
            <a:custGeom>
              <a:avLst/>
              <a:pathLst>
                <a:path w="2283342" h="0">
                  <a:moveTo>
                    <a:pt x="0" y="0"/>
                  </a:moveTo>
                  <a:lnTo>
                    <a:pt x="2283342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8"/>
            <p:cNvSpPr/>
            <p:nvPr/>
          </p:nvSpPr>
          <p:spPr>
            <a:xfrm>
              <a:off x="6998939" y="4572310"/>
              <a:ext cx="1721095" cy="0"/>
            </a:xfrm>
            <a:custGeom>
              <a:avLst/>
              <a:pathLst>
                <a:path w="1721095" h="0">
                  <a:moveTo>
                    <a:pt x="0" y="0"/>
                  </a:moveTo>
                  <a:lnTo>
                    <a:pt x="1721095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49"/>
            <p:cNvSpPr/>
            <p:nvPr/>
          </p:nvSpPr>
          <p:spPr>
            <a:xfrm>
              <a:off x="6048440" y="4799363"/>
              <a:ext cx="1682304" cy="0"/>
            </a:xfrm>
            <a:custGeom>
              <a:avLst/>
              <a:pathLst>
                <a:path w="1682304" h="0">
                  <a:moveTo>
                    <a:pt x="0" y="0"/>
                  </a:moveTo>
                  <a:lnTo>
                    <a:pt x="1682304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0"/>
            <p:cNvSpPr/>
            <p:nvPr/>
          </p:nvSpPr>
          <p:spPr>
            <a:xfrm>
              <a:off x="4516995" y="4799363"/>
              <a:ext cx="1613411" cy="0"/>
            </a:xfrm>
            <a:custGeom>
              <a:avLst/>
              <a:pathLst>
                <a:path w="1613411" h="0">
                  <a:moveTo>
                    <a:pt x="0" y="0"/>
                  </a:moveTo>
                  <a:lnTo>
                    <a:pt x="1613411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1"/>
            <p:cNvSpPr/>
            <p:nvPr/>
          </p:nvSpPr>
          <p:spPr>
            <a:xfrm>
              <a:off x="7063746" y="4118205"/>
              <a:ext cx="1548113" cy="0"/>
            </a:xfrm>
            <a:custGeom>
              <a:avLst/>
              <a:pathLst>
                <a:path w="1548113" h="0">
                  <a:moveTo>
                    <a:pt x="0" y="0"/>
                  </a:moveTo>
                  <a:lnTo>
                    <a:pt x="1548113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2"/>
            <p:cNvSpPr/>
            <p:nvPr/>
          </p:nvSpPr>
          <p:spPr>
            <a:xfrm>
              <a:off x="3820409" y="3891152"/>
              <a:ext cx="1427582" cy="0"/>
            </a:xfrm>
            <a:custGeom>
              <a:avLst/>
              <a:pathLst>
                <a:path w="1427582" h="0">
                  <a:moveTo>
                    <a:pt x="0" y="0"/>
                  </a:moveTo>
                  <a:lnTo>
                    <a:pt x="1427582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3"/>
            <p:cNvSpPr/>
            <p:nvPr/>
          </p:nvSpPr>
          <p:spPr>
            <a:xfrm>
              <a:off x="5162198" y="4118205"/>
              <a:ext cx="1407828" cy="0"/>
            </a:xfrm>
            <a:custGeom>
              <a:avLst/>
              <a:pathLst>
                <a:path w="1407828" h="0">
                  <a:moveTo>
                    <a:pt x="0" y="0"/>
                  </a:moveTo>
                  <a:lnTo>
                    <a:pt x="1407828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4"/>
            <p:cNvSpPr/>
            <p:nvPr/>
          </p:nvSpPr>
          <p:spPr>
            <a:xfrm>
              <a:off x="4341820" y="4572310"/>
              <a:ext cx="1325647" cy="0"/>
            </a:xfrm>
            <a:custGeom>
              <a:avLst/>
              <a:pathLst>
                <a:path w="1325647" h="0">
                  <a:moveTo>
                    <a:pt x="0" y="0"/>
                  </a:moveTo>
                  <a:lnTo>
                    <a:pt x="1325647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5"/>
            <p:cNvSpPr/>
            <p:nvPr/>
          </p:nvSpPr>
          <p:spPr>
            <a:xfrm>
              <a:off x="7119867" y="4004678"/>
              <a:ext cx="1294221" cy="0"/>
            </a:xfrm>
            <a:custGeom>
              <a:avLst/>
              <a:pathLst>
                <a:path w="1294221" h="0">
                  <a:moveTo>
                    <a:pt x="0" y="0"/>
                  </a:moveTo>
                  <a:lnTo>
                    <a:pt x="1294221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6"/>
            <p:cNvSpPr/>
            <p:nvPr/>
          </p:nvSpPr>
          <p:spPr>
            <a:xfrm>
              <a:off x="4136308" y="4912890"/>
              <a:ext cx="1272308" cy="0"/>
            </a:xfrm>
            <a:custGeom>
              <a:avLst/>
              <a:pathLst>
                <a:path w="1272308" h="0">
                  <a:moveTo>
                    <a:pt x="0" y="0"/>
                  </a:moveTo>
                  <a:lnTo>
                    <a:pt x="1272308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7"/>
            <p:cNvSpPr/>
            <p:nvPr/>
          </p:nvSpPr>
          <p:spPr>
            <a:xfrm>
              <a:off x="7762407" y="4345257"/>
              <a:ext cx="1255206" cy="0"/>
            </a:xfrm>
            <a:custGeom>
              <a:avLst/>
              <a:pathLst>
                <a:path w="1255206" h="0">
                  <a:moveTo>
                    <a:pt x="0" y="0"/>
                  </a:moveTo>
                  <a:lnTo>
                    <a:pt x="1255206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8"/>
            <p:cNvSpPr/>
            <p:nvPr/>
          </p:nvSpPr>
          <p:spPr>
            <a:xfrm>
              <a:off x="6262560" y="4458784"/>
              <a:ext cx="1171922" cy="0"/>
            </a:xfrm>
            <a:custGeom>
              <a:avLst/>
              <a:pathLst>
                <a:path w="1171922" h="0">
                  <a:moveTo>
                    <a:pt x="0" y="0"/>
                  </a:moveTo>
                  <a:lnTo>
                    <a:pt x="1171922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59"/>
            <p:cNvSpPr/>
            <p:nvPr/>
          </p:nvSpPr>
          <p:spPr>
            <a:xfrm>
              <a:off x="4344793" y="4345257"/>
              <a:ext cx="1164763" cy="0"/>
            </a:xfrm>
            <a:custGeom>
              <a:avLst/>
              <a:pathLst>
                <a:path w="1164763" h="0">
                  <a:moveTo>
                    <a:pt x="0" y="0"/>
                  </a:moveTo>
                  <a:lnTo>
                    <a:pt x="1164763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0"/>
            <p:cNvSpPr/>
            <p:nvPr/>
          </p:nvSpPr>
          <p:spPr>
            <a:xfrm>
              <a:off x="7652530" y="3891152"/>
              <a:ext cx="1019331" cy="0"/>
            </a:xfrm>
            <a:custGeom>
              <a:avLst/>
              <a:pathLst>
                <a:path w="1019331" h="0">
                  <a:moveTo>
                    <a:pt x="0" y="0"/>
                  </a:moveTo>
                  <a:lnTo>
                    <a:pt x="1019331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1"/>
            <p:cNvSpPr/>
            <p:nvPr/>
          </p:nvSpPr>
          <p:spPr>
            <a:xfrm>
              <a:off x="5393973" y="4118205"/>
              <a:ext cx="948266" cy="0"/>
            </a:xfrm>
            <a:custGeom>
              <a:avLst/>
              <a:pathLst>
                <a:path w="948266" h="0">
                  <a:moveTo>
                    <a:pt x="0" y="0"/>
                  </a:moveTo>
                  <a:lnTo>
                    <a:pt x="948266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2"/>
            <p:cNvSpPr/>
            <p:nvPr/>
          </p:nvSpPr>
          <p:spPr>
            <a:xfrm>
              <a:off x="4304630" y="4912890"/>
              <a:ext cx="939333" cy="0"/>
            </a:xfrm>
            <a:custGeom>
              <a:avLst/>
              <a:pathLst>
                <a:path w="939333" h="0">
                  <a:moveTo>
                    <a:pt x="0" y="0"/>
                  </a:moveTo>
                  <a:lnTo>
                    <a:pt x="939333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3"/>
            <p:cNvSpPr/>
            <p:nvPr/>
          </p:nvSpPr>
          <p:spPr>
            <a:xfrm>
              <a:off x="5123192" y="4685837"/>
              <a:ext cx="842444" cy="0"/>
            </a:xfrm>
            <a:custGeom>
              <a:avLst/>
              <a:pathLst>
                <a:path w="842444" h="0">
                  <a:moveTo>
                    <a:pt x="0" y="0"/>
                  </a:moveTo>
                  <a:lnTo>
                    <a:pt x="842444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4"/>
            <p:cNvSpPr/>
            <p:nvPr/>
          </p:nvSpPr>
          <p:spPr>
            <a:xfrm>
              <a:off x="6069387" y="4799363"/>
              <a:ext cx="681138" cy="0"/>
            </a:xfrm>
            <a:custGeom>
              <a:avLst/>
              <a:pathLst>
                <a:path w="681138" h="0">
                  <a:moveTo>
                    <a:pt x="0" y="0"/>
                  </a:moveTo>
                  <a:lnTo>
                    <a:pt x="681138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5"/>
            <p:cNvSpPr/>
            <p:nvPr/>
          </p:nvSpPr>
          <p:spPr>
            <a:xfrm>
              <a:off x="4730831" y="4004678"/>
              <a:ext cx="671387" cy="0"/>
            </a:xfrm>
            <a:custGeom>
              <a:avLst/>
              <a:pathLst>
                <a:path w="671387" h="0">
                  <a:moveTo>
                    <a:pt x="0" y="0"/>
                  </a:moveTo>
                  <a:lnTo>
                    <a:pt x="671387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6"/>
            <p:cNvSpPr/>
            <p:nvPr/>
          </p:nvSpPr>
          <p:spPr>
            <a:xfrm>
              <a:off x="6540121" y="4458784"/>
              <a:ext cx="616801" cy="0"/>
            </a:xfrm>
            <a:custGeom>
              <a:avLst/>
              <a:pathLst>
                <a:path w="616801" h="0">
                  <a:moveTo>
                    <a:pt x="0" y="0"/>
                  </a:moveTo>
                  <a:lnTo>
                    <a:pt x="616801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7"/>
            <p:cNvSpPr/>
            <p:nvPr/>
          </p:nvSpPr>
          <p:spPr>
            <a:xfrm>
              <a:off x="7346805" y="4004678"/>
              <a:ext cx="599043" cy="0"/>
            </a:xfrm>
            <a:custGeom>
              <a:avLst/>
              <a:pathLst>
                <a:path w="599043" h="0">
                  <a:moveTo>
                    <a:pt x="0" y="0"/>
                  </a:moveTo>
                  <a:lnTo>
                    <a:pt x="599043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8"/>
            <p:cNvSpPr/>
            <p:nvPr/>
          </p:nvSpPr>
          <p:spPr>
            <a:xfrm>
              <a:off x="5175607" y="4799363"/>
              <a:ext cx="580398" cy="0"/>
            </a:xfrm>
            <a:custGeom>
              <a:avLst/>
              <a:pathLst>
                <a:path w="580398" h="0">
                  <a:moveTo>
                    <a:pt x="0" y="0"/>
                  </a:moveTo>
                  <a:lnTo>
                    <a:pt x="580398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69"/>
            <p:cNvSpPr/>
            <p:nvPr/>
          </p:nvSpPr>
          <p:spPr>
            <a:xfrm>
              <a:off x="5235518" y="4685837"/>
              <a:ext cx="364429" cy="0"/>
            </a:xfrm>
            <a:custGeom>
              <a:avLst/>
              <a:pathLst>
                <a:path w="364429" h="0">
                  <a:moveTo>
                    <a:pt x="0" y="0"/>
                  </a:moveTo>
                  <a:lnTo>
                    <a:pt x="364429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0"/>
            <p:cNvSpPr/>
            <p:nvPr/>
          </p:nvSpPr>
          <p:spPr>
            <a:xfrm>
              <a:off x="4948827" y="4004678"/>
              <a:ext cx="353362" cy="0"/>
            </a:xfrm>
            <a:custGeom>
              <a:avLst/>
              <a:pathLst>
                <a:path w="353362" h="0">
                  <a:moveTo>
                    <a:pt x="0" y="0"/>
                  </a:moveTo>
                  <a:lnTo>
                    <a:pt x="353362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1"/>
            <p:cNvSpPr/>
            <p:nvPr/>
          </p:nvSpPr>
          <p:spPr>
            <a:xfrm>
              <a:off x="7134936" y="491289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2"/>
            <p:cNvSpPr/>
            <p:nvPr/>
          </p:nvSpPr>
          <p:spPr>
            <a:xfrm>
              <a:off x="7134936" y="491289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3"/>
            <p:cNvSpPr/>
            <p:nvPr/>
          </p:nvSpPr>
          <p:spPr>
            <a:xfrm>
              <a:off x="7133537" y="42317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4"/>
            <p:cNvSpPr/>
            <p:nvPr/>
          </p:nvSpPr>
          <p:spPr>
            <a:xfrm>
              <a:off x="7133537" y="42317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5"/>
            <p:cNvSpPr/>
            <p:nvPr/>
          </p:nvSpPr>
          <p:spPr>
            <a:xfrm>
              <a:off x="7586961" y="4096820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6"/>
            <p:cNvSpPr/>
            <p:nvPr/>
          </p:nvSpPr>
          <p:spPr>
            <a:xfrm>
              <a:off x="8250032" y="4664452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7"/>
            <p:cNvSpPr/>
            <p:nvPr/>
          </p:nvSpPr>
          <p:spPr>
            <a:xfrm>
              <a:off x="8140618" y="4550926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8"/>
            <p:cNvSpPr/>
            <p:nvPr/>
          </p:nvSpPr>
          <p:spPr>
            <a:xfrm>
              <a:off x="8100385" y="4323873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79"/>
            <p:cNvSpPr/>
            <p:nvPr/>
          </p:nvSpPr>
          <p:spPr>
            <a:xfrm>
              <a:off x="4879756" y="4550926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0"/>
            <p:cNvSpPr/>
            <p:nvPr/>
          </p:nvSpPr>
          <p:spPr>
            <a:xfrm>
              <a:off x="8152338" y="3869767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1"/>
            <p:cNvSpPr/>
            <p:nvPr/>
          </p:nvSpPr>
          <p:spPr>
            <a:xfrm>
              <a:off x="4716757" y="3869767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2"/>
            <p:cNvSpPr/>
            <p:nvPr/>
          </p:nvSpPr>
          <p:spPr>
            <a:xfrm>
              <a:off x="4716557" y="4323873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3"/>
            <p:cNvSpPr/>
            <p:nvPr/>
          </p:nvSpPr>
          <p:spPr>
            <a:xfrm>
              <a:off x="8230519" y="4644939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4"/>
            <p:cNvSpPr/>
            <p:nvPr/>
          </p:nvSpPr>
          <p:spPr>
            <a:xfrm>
              <a:off x="8121105" y="4531413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5"/>
            <p:cNvSpPr/>
            <p:nvPr/>
          </p:nvSpPr>
          <p:spPr>
            <a:xfrm>
              <a:off x="6210929" y="4777978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6"/>
            <p:cNvSpPr/>
            <p:nvPr/>
          </p:nvSpPr>
          <p:spPr>
            <a:xfrm>
              <a:off x="5497053" y="4777978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7"/>
            <p:cNvSpPr/>
            <p:nvPr/>
          </p:nvSpPr>
          <p:spPr>
            <a:xfrm>
              <a:off x="7567448" y="4077307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8"/>
            <p:cNvSpPr/>
            <p:nvPr/>
          </p:nvSpPr>
          <p:spPr>
            <a:xfrm>
              <a:off x="4697244" y="3850254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89"/>
            <p:cNvSpPr/>
            <p:nvPr/>
          </p:nvSpPr>
          <p:spPr>
            <a:xfrm>
              <a:off x="5587318" y="4096820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0"/>
            <p:cNvSpPr/>
            <p:nvPr/>
          </p:nvSpPr>
          <p:spPr>
            <a:xfrm>
              <a:off x="4860243" y="4531413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1"/>
            <p:cNvSpPr/>
            <p:nvPr/>
          </p:nvSpPr>
          <p:spPr>
            <a:xfrm>
              <a:off x="7618742" y="3983293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2"/>
            <p:cNvSpPr/>
            <p:nvPr/>
          </p:nvSpPr>
          <p:spPr>
            <a:xfrm>
              <a:off x="4802405" y="4891505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3"/>
            <p:cNvSpPr/>
            <p:nvPr/>
          </p:nvSpPr>
          <p:spPr>
            <a:xfrm>
              <a:off x="8080872" y="4304360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4"/>
            <p:cNvSpPr/>
            <p:nvPr/>
          </p:nvSpPr>
          <p:spPr>
            <a:xfrm>
              <a:off x="6827137" y="4437399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5"/>
            <p:cNvSpPr/>
            <p:nvPr/>
          </p:nvSpPr>
          <p:spPr>
            <a:xfrm>
              <a:off x="4697045" y="4304360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6"/>
            <p:cNvSpPr/>
            <p:nvPr/>
          </p:nvSpPr>
          <p:spPr>
            <a:xfrm>
              <a:off x="8132825" y="3850254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7"/>
            <p:cNvSpPr/>
            <p:nvPr/>
          </p:nvSpPr>
          <p:spPr>
            <a:xfrm>
              <a:off x="5567805" y="4077307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8"/>
            <p:cNvSpPr/>
            <p:nvPr/>
          </p:nvSpPr>
          <p:spPr>
            <a:xfrm>
              <a:off x="4782892" y="4871992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399"/>
            <p:cNvSpPr/>
            <p:nvPr/>
          </p:nvSpPr>
          <p:spPr>
            <a:xfrm>
              <a:off x="5258565" y="4664452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0"/>
            <p:cNvSpPr/>
            <p:nvPr/>
          </p:nvSpPr>
          <p:spPr>
            <a:xfrm>
              <a:off x="6191416" y="4758466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1"/>
            <p:cNvSpPr/>
            <p:nvPr/>
          </p:nvSpPr>
          <p:spPr>
            <a:xfrm>
              <a:off x="5169659" y="3983293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2"/>
            <p:cNvSpPr/>
            <p:nvPr/>
          </p:nvSpPr>
          <p:spPr>
            <a:xfrm>
              <a:off x="6807624" y="4417886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3"/>
            <p:cNvSpPr/>
            <p:nvPr/>
          </p:nvSpPr>
          <p:spPr>
            <a:xfrm>
              <a:off x="7599229" y="3963781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4"/>
            <p:cNvSpPr/>
            <p:nvPr/>
          </p:nvSpPr>
          <p:spPr>
            <a:xfrm>
              <a:off x="5477540" y="4758466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5"/>
            <p:cNvSpPr/>
            <p:nvPr/>
          </p:nvSpPr>
          <p:spPr>
            <a:xfrm>
              <a:off x="5239052" y="4644939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6"/>
            <p:cNvSpPr/>
            <p:nvPr/>
          </p:nvSpPr>
          <p:spPr>
            <a:xfrm>
              <a:off x="5150146" y="3963781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7"/>
            <p:cNvSpPr/>
            <p:nvPr/>
          </p:nvSpPr>
          <p:spPr>
            <a:xfrm>
              <a:off x="7094038" y="4871992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8"/>
            <p:cNvSpPr/>
            <p:nvPr/>
          </p:nvSpPr>
          <p:spPr>
            <a:xfrm>
              <a:off x="7113551" y="4891505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09"/>
            <p:cNvSpPr/>
            <p:nvPr/>
          </p:nvSpPr>
          <p:spPr>
            <a:xfrm>
              <a:off x="7092640" y="4190833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0"/>
            <p:cNvSpPr/>
            <p:nvPr/>
          </p:nvSpPr>
          <p:spPr>
            <a:xfrm>
              <a:off x="7112153" y="4210346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1"/>
            <p:cNvSpPr/>
            <p:nvPr/>
          </p:nvSpPr>
          <p:spPr>
            <a:xfrm>
              <a:off x="7121359" y="489286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2"/>
            <p:cNvSpPr/>
            <p:nvPr/>
          </p:nvSpPr>
          <p:spPr>
            <a:xfrm>
              <a:off x="4112807" y="4899313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3"/>
            <p:cNvSpPr/>
            <p:nvPr/>
          </p:nvSpPr>
          <p:spPr>
            <a:xfrm>
              <a:off x="4587592" y="489318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4"/>
            <p:cNvSpPr/>
            <p:nvPr/>
          </p:nvSpPr>
          <p:spPr>
            <a:xfrm>
              <a:off x="4192207" y="490849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5"/>
            <p:cNvSpPr/>
            <p:nvPr/>
          </p:nvSpPr>
          <p:spPr>
            <a:xfrm>
              <a:off x="5296238" y="489422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6"/>
            <p:cNvSpPr/>
            <p:nvPr/>
          </p:nvSpPr>
          <p:spPr>
            <a:xfrm>
              <a:off x="5409155" y="490384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7"/>
            <p:cNvSpPr/>
            <p:nvPr/>
          </p:nvSpPr>
          <p:spPr>
            <a:xfrm>
              <a:off x="5032835" y="491120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8"/>
            <p:cNvSpPr/>
            <p:nvPr/>
          </p:nvSpPr>
          <p:spPr>
            <a:xfrm>
              <a:off x="6063569" y="478079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19"/>
            <p:cNvSpPr/>
            <p:nvPr/>
          </p:nvSpPr>
          <p:spPr>
            <a:xfrm>
              <a:off x="4430240" y="478578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0"/>
            <p:cNvSpPr/>
            <p:nvPr/>
          </p:nvSpPr>
          <p:spPr>
            <a:xfrm>
              <a:off x="5603762" y="478089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1"/>
            <p:cNvSpPr/>
            <p:nvPr/>
          </p:nvSpPr>
          <p:spPr>
            <a:xfrm>
              <a:off x="6373906" y="477801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2"/>
            <p:cNvSpPr/>
            <p:nvPr/>
          </p:nvSpPr>
          <p:spPr>
            <a:xfrm>
              <a:off x="6158431" y="479067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3"/>
            <p:cNvSpPr/>
            <p:nvPr/>
          </p:nvSpPr>
          <p:spPr>
            <a:xfrm>
              <a:off x="6032537" y="479997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4"/>
            <p:cNvSpPr/>
            <p:nvPr/>
          </p:nvSpPr>
          <p:spPr>
            <a:xfrm>
              <a:off x="5405961" y="479060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5"/>
            <p:cNvSpPr/>
            <p:nvPr/>
          </p:nvSpPr>
          <p:spPr>
            <a:xfrm>
              <a:off x="7826081" y="479181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6"/>
            <p:cNvSpPr/>
            <p:nvPr/>
          </p:nvSpPr>
          <p:spPr>
            <a:xfrm>
              <a:off x="5235328" y="468714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7"/>
            <p:cNvSpPr/>
            <p:nvPr/>
          </p:nvSpPr>
          <p:spPr>
            <a:xfrm>
              <a:off x="6669408" y="467610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8"/>
            <p:cNvSpPr/>
            <p:nvPr/>
          </p:nvSpPr>
          <p:spPr>
            <a:xfrm>
              <a:off x="5297419" y="466719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29"/>
            <p:cNvSpPr/>
            <p:nvPr/>
          </p:nvSpPr>
          <p:spPr>
            <a:xfrm>
              <a:off x="5192909" y="468197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0"/>
            <p:cNvSpPr/>
            <p:nvPr/>
          </p:nvSpPr>
          <p:spPr>
            <a:xfrm>
              <a:off x="6395181" y="467083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1"/>
            <p:cNvSpPr/>
            <p:nvPr/>
          </p:nvSpPr>
          <p:spPr>
            <a:xfrm>
              <a:off x="5231619" y="466235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2"/>
            <p:cNvSpPr/>
            <p:nvPr/>
          </p:nvSpPr>
          <p:spPr>
            <a:xfrm>
              <a:off x="5907792" y="466056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3"/>
            <p:cNvSpPr/>
            <p:nvPr/>
          </p:nvSpPr>
          <p:spPr>
            <a:xfrm>
              <a:off x="8558844" y="467302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4"/>
            <p:cNvSpPr/>
            <p:nvPr/>
          </p:nvSpPr>
          <p:spPr>
            <a:xfrm>
              <a:off x="5961450" y="4685373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5"/>
            <p:cNvSpPr/>
            <p:nvPr/>
          </p:nvSpPr>
          <p:spPr>
            <a:xfrm>
              <a:off x="5091947" y="467226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6"/>
            <p:cNvSpPr/>
            <p:nvPr/>
          </p:nvSpPr>
          <p:spPr>
            <a:xfrm>
              <a:off x="10032414" y="467853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7"/>
            <p:cNvSpPr/>
            <p:nvPr/>
          </p:nvSpPr>
          <p:spPr>
            <a:xfrm>
              <a:off x="5479230" y="467729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8"/>
            <p:cNvSpPr/>
            <p:nvPr/>
          </p:nvSpPr>
          <p:spPr>
            <a:xfrm>
              <a:off x="9449200" y="466755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39"/>
            <p:cNvSpPr/>
            <p:nvPr/>
          </p:nvSpPr>
          <p:spPr>
            <a:xfrm>
              <a:off x="7357858" y="467714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0"/>
            <p:cNvSpPr/>
            <p:nvPr/>
          </p:nvSpPr>
          <p:spPr>
            <a:xfrm>
              <a:off x="8257841" y="466990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1"/>
            <p:cNvSpPr/>
            <p:nvPr/>
          </p:nvSpPr>
          <p:spPr>
            <a:xfrm>
              <a:off x="10395475" y="467190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2"/>
            <p:cNvSpPr/>
            <p:nvPr/>
          </p:nvSpPr>
          <p:spPr>
            <a:xfrm>
              <a:off x="7165857" y="466681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3"/>
            <p:cNvSpPr/>
            <p:nvPr/>
          </p:nvSpPr>
          <p:spPr>
            <a:xfrm>
              <a:off x="8318918" y="455600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4"/>
            <p:cNvSpPr/>
            <p:nvPr/>
          </p:nvSpPr>
          <p:spPr>
            <a:xfrm>
              <a:off x="8148426" y="456239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5"/>
            <p:cNvSpPr/>
            <p:nvPr/>
          </p:nvSpPr>
          <p:spPr>
            <a:xfrm>
              <a:off x="5204040" y="4551924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6"/>
            <p:cNvSpPr/>
            <p:nvPr/>
          </p:nvSpPr>
          <p:spPr>
            <a:xfrm>
              <a:off x="8133756" y="455406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7"/>
            <p:cNvSpPr/>
            <p:nvPr/>
          </p:nvSpPr>
          <p:spPr>
            <a:xfrm>
              <a:off x="7527503" y="455190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8"/>
            <p:cNvSpPr/>
            <p:nvPr/>
          </p:nvSpPr>
          <p:spPr>
            <a:xfrm>
              <a:off x="5624145" y="455745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49"/>
            <p:cNvSpPr/>
            <p:nvPr/>
          </p:nvSpPr>
          <p:spPr>
            <a:xfrm>
              <a:off x="8982622" y="455983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0"/>
            <p:cNvSpPr/>
            <p:nvPr/>
          </p:nvSpPr>
          <p:spPr>
            <a:xfrm>
              <a:off x="10070005" y="456402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1"/>
            <p:cNvSpPr/>
            <p:nvPr/>
          </p:nvSpPr>
          <p:spPr>
            <a:xfrm>
              <a:off x="8706459" y="455268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2"/>
            <p:cNvSpPr/>
            <p:nvPr/>
          </p:nvSpPr>
          <p:spPr>
            <a:xfrm>
              <a:off x="6985363" y="454385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3"/>
            <p:cNvSpPr/>
            <p:nvPr/>
          </p:nvSpPr>
          <p:spPr>
            <a:xfrm>
              <a:off x="4420637" y="454889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4"/>
            <p:cNvSpPr/>
            <p:nvPr/>
          </p:nvSpPr>
          <p:spPr>
            <a:xfrm>
              <a:off x="9754483" y="455785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5"/>
            <p:cNvSpPr/>
            <p:nvPr/>
          </p:nvSpPr>
          <p:spPr>
            <a:xfrm>
              <a:off x="8684835" y="456772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6"/>
            <p:cNvSpPr/>
            <p:nvPr/>
          </p:nvSpPr>
          <p:spPr>
            <a:xfrm>
              <a:off x="7194259" y="457298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7"/>
            <p:cNvSpPr/>
            <p:nvPr/>
          </p:nvSpPr>
          <p:spPr>
            <a:xfrm>
              <a:off x="3872232" y="456502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8"/>
            <p:cNvSpPr/>
            <p:nvPr/>
          </p:nvSpPr>
          <p:spPr>
            <a:xfrm>
              <a:off x="5822384" y="455246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59"/>
            <p:cNvSpPr/>
            <p:nvPr/>
          </p:nvSpPr>
          <p:spPr>
            <a:xfrm>
              <a:off x="6576742" y="456380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0"/>
            <p:cNvSpPr/>
            <p:nvPr/>
          </p:nvSpPr>
          <p:spPr>
            <a:xfrm>
              <a:off x="5810711" y="457256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1"/>
            <p:cNvSpPr/>
            <p:nvPr/>
          </p:nvSpPr>
          <p:spPr>
            <a:xfrm>
              <a:off x="5981931" y="454335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2"/>
            <p:cNvSpPr/>
            <p:nvPr/>
          </p:nvSpPr>
          <p:spPr>
            <a:xfrm>
              <a:off x="10033422" y="455377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3"/>
            <p:cNvSpPr/>
            <p:nvPr/>
          </p:nvSpPr>
          <p:spPr>
            <a:xfrm>
              <a:off x="4810119" y="456475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4"/>
            <p:cNvSpPr/>
            <p:nvPr/>
          </p:nvSpPr>
          <p:spPr>
            <a:xfrm>
              <a:off x="9965934" y="456230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5"/>
            <p:cNvSpPr/>
            <p:nvPr/>
          </p:nvSpPr>
          <p:spPr>
            <a:xfrm>
              <a:off x="6958296" y="455973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6"/>
            <p:cNvSpPr/>
            <p:nvPr/>
          </p:nvSpPr>
          <p:spPr>
            <a:xfrm>
              <a:off x="5949780" y="4562334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7"/>
            <p:cNvSpPr/>
            <p:nvPr/>
          </p:nvSpPr>
          <p:spPr>
            <a:xfrm>
              <a:off x="4868351" y="454850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8"/>
            <p:cNvSpPr/>
            <p:nvPr/>
          </p:nvSpPr>
          <p:spPr>
            <a:xfrm>
              <a:off x="5667188" y="454724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69"/>
            <p:cNvSpPr/>
            <p:nvPr/>
          </p:nvSpPr>
          <p:spPr>
            <a:xfrm>
              <a:off x="7901848" y="456907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0"/>
            <p:cNvSpPr/>
            <p:nvPr/>
          </p:nvSpPr>
          <p:spPr>
            <a:xfrm>
              <a:off x="4527067" y="4571029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1"/>
            <p:cNvSpPr/>
            <p:nvPr/>
          </p:nvSpPr>
          <p:spPr>
            <a:xfrm>
              <a:off x="4235851" y="456159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2"/>
            <p:cNvSpPr/>
            <p:nvPr/>
          </p:nvSpPr>
          <p:spPr>
            <a:xfrm>
              <a:off x="6439446" y="455569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3"/>
            <p:cNvSpPr/>
            <p:nvPr/>
          </p:nvSpPr>
          <p:spPr>
            <a:xfrm>
              <a:off x="9413789" y="456722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4"/>
            <p:cNvSpPr/>
            <p:nvPr/>
          </p:nvSpPr>
          <p:spPr>
            <a:xfrm>
              <a:off x="3887151" y="4556609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5"/>
            <p:cNvSpPr/>
            <p:nvPr/>
          </p:nvSpPr>
          <p:spPr>
            <a:xfrm>
              <a:off x="5640595" y="456766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6"/>
            <p:cNvSpPr/>
            <p:nvPr/>
          </p:nvSpPr>
          <p:spPr>
            <a:xfrm>
              <a:off x="4642005" y="4556864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7"/>
            <p:cNvSpPr/>
            <p:nvPr/>
          </p:nvSpPr>
          <p:spPr>
            <a:xfrm>
              <a:off x="5242320" y="454263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8"/>
            <p:cNvSpPr/>
            <p:nvPr/>
          </p:nvSpPr>
          <p:spPr>
            <a:xfrm>
              <a:off x="6772313" y="455159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79"/>
            <p:cNvSpPr/>
            <p:nvPr/>
          </p:nvSpPr>
          <p:spPr>
            <a:xfrm>
              <a:off x="8252924" y="457335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0"/>
            <p:cNvSpPr/>
            <p:nvPr/>
          </p:nvSpPr>
          <p:spPr>
            <a:xfrm>
              <a:off x="6579429" y="454757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1"/>
            <p:cNvSpPr/>
            <p:nvPr/>
          </p:nvSpPr>
          <p:spPr>
            <a:xfrm>
              <a:off x="4887564" y="456902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2"/>
            <p:cNvSpPr/>
            <p:nvPr/>
          </p:nvSpPr>
          <p:spPr>
            <a:xfrm>
              <a:off x="7275246" y="455829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3"/>
            <p:cNvSpPr/>
            <p:nvPr/>
          </p:nvSpPr>
          <p:spPr>
            <a:xfrm>
              <a:off x="8351266" y="456474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4"/>
            <p:cNvSpPr/>
            <p:nvPr/>
          </p:nvSpPr>
          <p:spPr>
            <a:xfrm>
              <a:off x="2692295" y="456082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5"/>
            <p:cNvSpPr/>
            <p:nvPr/>
          </p:nvSpPr>
          <p:spPr>
            <a:xfrm>
              <a:off x="5540122" y="457762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6"/>
            <p:cNvSpPr/>
            <p:nvPr/>
          </p:nvSpPr>
          <p:spPr>
            <a:xfrm>
              <a:off x="6004912" y="457395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7"/>
            <p:cNvSpPr/>
            <p:nvPr/>
          </p:nvSpPr>
          <p:spPr>
            <a:xfrm>
              <a:off x="2606916" y="4558734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8"/>
            <p:cNvSpPr/>
            <p:nvPr/>
          </p:nvSpPr>
          <p:spPr>
            <a:xfrm>
              <a:off x="3496825" y="455600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89"/>
            <p:cNvSpPr/>
            <p:nvPr/>
          </p:nvSpPr>
          <p:spPr>
            <a:xfrm>
              <a:off x="5212546" y="456101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0"/>
            <p:cNvSpPr/>
            <p:nvPr/>
          </p:nvSpPr>
          <p:spPr>
            <a:xfrm>
              <a:off x="7373996" y="456507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1"/>
            <p:cNvSpPr/>
            <p:nvPr/>
          </p:nvSpPr>
          <p:spPr>
            <a:xfrm>
              <a:off x="8247227" y="454521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2"/>
            <p:cNvSpPr/>
            <p:nvPr/>
          </p:nvSpPr>
          <p:spPr>
            <a:xfrm>
              <a:off x="8655509" y="454857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3"/>
            <p:cNvSpPr/>
            <p:nvPr/>
          </p:nvSpPr>
          <p:spPr>
            <a:xfrm>
              <a:off x="9274927" y="454995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4"/>
            <p:cNvSpPr/>
            <p:nvPr/>
          </p:nvSpPr>
          <p:spPr>
            <a:xfrm>
              <a:off x="6660775" y="456790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5"/>
            <p:cNvSpPr/>
            <p:nvPr/>
          </p:nvSpPr>
          <p:spPr>
            <a:xfrm>
              <a:off x="6218144" y="444520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6"/>
            <p:cNvSpPr/>
            <p:nvPr/>
          </p:nvSpPr>
          <p:spPr>
            <a:xfrm>
              <a:off x="7451747" y="445542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7"/>
            <p:cNvSpPr/>
            <p:nvPr/>
          </p:nvSpPr>
          <p:spPr>
            <a:xfrm>
              <a:off x="6843679" y="432777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8"/>
            <p:cNvSpPr/>
            <p:nvPr/>
          </p:nvSpPr>
          <p:spPr>
            <a:xfrm>
              <a:off x="9229478" y="434009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499"/>
            <p:cNvSpPr/>
            <p:nvPr/>
          </p:nvSpPr>
          <p:spPr>
            <a:xfrm>
              <a:off x="3845615" y="433660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0"/>
            <p:cNvSpPr/>
            <p:nvPr/>
          </p:nvSpPr>
          <p:spPr>
            <a:xfrm>
              <a:off x="3762288" y="433168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1"/>
            <p:cNvSpPr/>
            <p:nvPr/>
          </p:nvSpPr>
          <p:spPr>
            <a:xfrm>
              <a:off x="4196047" y="432509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2"/>
            <p:cNvSpPr/>
            <p:nvPr/>
          </p:nvSpPr>
          <p:spPr>
            <a:xfrm>
              <a:off x="6100079" y="433559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3"/>
            <p:cNvSpPr/>
            <p:nvPr/>
          </p:nvSpPr>
          <p:spPr>
            <a:xfrm>
              <a:off x="8250336" y="433517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4"/>
            <p:cNvSpPr/>
            <p:nvPr/>
          </p:nvSpPr>
          <p:spPr>
            <a:xfrm>
              <a:off x="8016811" y="434061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5"/>
            <p:cNvSpPr/>
            <p:nvPr/>
          </p:nvSpPr>
          <p:spPr>
            <a:xfrm>
              <a:off x="4971658" y="432286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6"/>
            <p:cNvSpPr/>
            <p:nvPr/>
          </p:nvSpPr>
          <p:spPr>
            <a:xfrm>
              <a:off x="6123031" y="4325103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7"/>
            <p:cNvSpPr/>
            <p:nvPr/>
          </p:nvSpPr>
          <p:spPr>
            <a:xfrm>
              <a:off x="7795872" y="433047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8"/>
            <p:cNvSpPr/>
            <p:nvPr/>
          </p:nvSpPr>
          <p:spPr>
            <a:xfrm>
              <a:off x="4992895" y="434177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09"/>
            <p:cNvSpPr/>
            <p:nvPr/>
          </p:nvSpPr>
          <p:spPr>
            <a:xfrm>
              <a:off x="8145002" y="434526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0"/>
            <p:cNvSpPr/>
            <p:nvPr/>
          </p:nvSpPr>
          <p:spPr>
            <a:xfrm>
              <a:off x="4466386" y="4342483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1"/>
            <p:cNvSpPr/>
            <p:nvPr/>
          </p:nvSpPr>
          <p:spPr>
            <a:xfrm>
              <a:off x="7728884" y="431547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2"/>
            <p:cNvSpPr/>
            <p:nvPr/>
          </p:nvSpPr>
          <p:spPr>
            <a:xfrm>
              <a:off x="6632586" y="433836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3"/>
            <p:cNvSpPr/>
            <p:nvPr/>
          </p:nvSpPr>
          <p:spPr>
            <a:xfrm>
              <a:off x="4724366" y="433515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4"/>
            <p:cNvSpPr/>
            <p:nvPr/>
          </p:nvSpPr>
          <p:spPr>
            <a:xfrm>
              <a:off x="9548082" y="433426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5"/>
            <p:cNvSpPr/>
            <p:nvPr/>
          </p:nvSpPr>
          <p:spPr>
            <a:xfrm>
              <a:off x="5999064" y="433044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6"/>
            <p:cNvSpPr/>
            <p:nvPr/>
          </p:nvSpPr>
          <p:spPr>
            <a:xfrm>
              <a:off x="8181086" y="432561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7"/>
            <p:cNvSpPr/>
            <p:nvPr/>
          </p:nvSpPr>
          <p:spPr>
            <a:xfrm>
              <a:off x="9251314" y="432975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8"/>
            <p:cNvSpPr/>
            <p:nvPr/>
          </p:nvSpPr>
          <p:spPr>
            <a:xfrm>
              <a:off x="4491684" y="4328073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19"/>
            <p:cNvSpPr/>
            <p:nvPr/>
          </p:nvSpPr>
          <p:spPr>
            <a:xfrm>
              <a:off x="8928890" y="432267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0"/>
            <p:cNvSpPr/>
            <p:nvPr/>
          </p:nvSpPr>
          <p:spPr>
            <a:xfrm>
              <a:off x="7115953" y="433305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1"/>
            <p:cNvSpPr/>
            <p:nvPr/>
          </p:nvSpPr>
          <p:spPr>
            <a:xfrm>
              <a:off x="10550410" y="432964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2"/>
            <p:cNvSpPr/>
            <p:nvPr/>
          </p:nvSpPr>
          <p:spPr>
            <a:xfrm>
              <a:off x="7755479" y="434936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3"/>
            <p:cNvSpPr/>
            <p:nvPr/>
          </p:nvSpPr>
          <p:spPr>
            <a:xfrm>
              <a:off x="8071385" y="432028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4"/>
            <p:cNvSpPr/>
            <p:nvPr/>
          </p:nvSpPr>
          <p:spPr>
            <a:xfrm>
              <a:off x="7119961" y="421815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5"/>
            <p:cNvSpPr/>
            <p:nvPr/>
          </p:nvSpPr>
          <p:spPr>
            <a:xfrm>
              <a:off x="8639566" y="410129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6"/>
            <p:cNvSpPr/>
            <p:nvPr/>
          </p:nvSpPr>
          <p:spPr>
            <a:xfrm>
              <a:off x="5679206" y="410686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7"/>
            <p:cNvSpPr/>
            <p:nvPr/>
          </p:nvSpPr>
          <p:spPr>
            <a:xfrm>
              <a:off x="6697309" y="409864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8"/>
            <p:cNvSpPr/>
            <p:nvPr/>
          </p:nvSpPr>
          <p:spPr>
            <a:xfrm>
              <a:off x="6426372" y="410952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29"/>
            <p:cNvSpPr/>
            <p:nvPr/>
          </p:nvSpPr>
          <p:spPr>
            <a:xfrm>
              <a:off x="7252361" y="408845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0"/>
            <p:cNvSpPr/>
            <p:nvPr/>
          </p:nvSpPr>
          <p:spPr>
            <a:xfrm>
              <a:off x="8166085" y="411835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1"/>
            <p:cNvSpPr/>
            <p:nvPr/>
          </p:nvSpPr>
          <p:spPr>
            <a:xfrm>
              <a:off x="7747129" y="409708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2"/>
            <p:cNvSpPr/>
            <p:nvPr/>
          </p:nvSpPr>
          <p:spPr>
            <a:xfrm>
              <a:off x="7220917" y="411850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3"/>
            <p:cNvSpPr/>
            <p:nvPr/>
          </p:nvSpPr>
          <p:spPr>
            <a:xfrm>
              <a:off x="6841238" y="408929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4"/>
            <p:cNvSpPr/>
            <p:nvPr/>
          </p:nvSpPr>
          <p:spPr>
            <a:xfrm>
              <a:off x="8447366" y="411122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5"/>
            <p:cNvSpPr/>
            <p:nvPr/>
          </p:nvSpPr>
          <p:spPr>
            <a:xfrm>
              <a:off x="5220438" y="410831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6"/>
            <p:cNvSpPr/>
            <p:nvPr/>
          </p:nvSpPr>
          <p:spPr>
            <a:xfrm>
              <a:off x="6706943" y="410663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7"/>
            <p:cNvSpPr/>
            <p:nvPr/>
          </p:nvSpPr>
          <p:spPr>
            <a:xfrm>
              <a:off x="5133388" y="410462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8"/>
            <p:cNvSpPr/>
            <p:nvPr/>
          </p:nvSpPr>
          <p:spPr>
            <a:xfrm>
              <a:off x="7430406" y="410152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39"/>
            <p:cNvSpPr/>
            <p:nvPr/>
          </p:nvSpPr>
          <p:spPr>
            <a:xfrm>
              <a:off x="6282326" y="410324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0"/>
            <p:cNvSpPr/>
            <p:nvPr/>
          </p:nvSpPr>
          <p:spPr>
            <a:xfrm>
              <a:off x="8156498" y="409141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1"/>
            <p:cNvSpPr/>
            <p:nvPr/>
          </p:nvSpPr>
          <p:spPr>
            <a:xfrm>
              <a:off x="6911230" y="412187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2"/>
            <p:cNvSpPr/>
            <p:nvPr/>
          </p:nvSpPr>
          <p:spPr>
            <a:xfrm>
              <a:off x="9633951" y="410353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3"/>
            <p:cNvSpPr/>
            <p:nvPr/>
          </p:nvSpPr>
          <p:spPr>
            <a:xfrm>
              <a:off x="6467676" y="409614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4"/>
            <p:cNvSpPr/>
            <p:nvPr/>
          </p:nvSpPr>
          <p:spPr>
            <a:xfrm>
              <a:off x="8154606" y="410550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5"/>
            <p:cNvSpPr/>
            <p:nvPr/>
          </p:nvSpPr>
          <p:spPr>
            <a:xfrm>
              <a:off x="10228602" y="410662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6"/>
            <p:cNvSpPr/>
            <p:nvPr/>
          </p:nvSpPr>
          <p:spPr>
            <a:xfrm>
              <a:off x="6264638" y="411406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7"/>
            <p:cNvSpPr/>
            <p:nvPr/>
          </p:nvSpPr>
          <p:spPr>
            <a:xfrm>
              <a:off x="9466569" y="410980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8"/>
            <p:cNvSpPr/>
            <p:nvPr/>
          </p:nvSpPr>
          <p:spPr>
            <a:xfrm>
              <a:off x="9718287" y="410703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49"/>
            <p:cNvSpPr/>
            <p:nvPr/>
          </p:nvSpPr>
          <p:spPr>
            <a:xfrm>
              <a:off x="7231588" y="410839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0"/>
            <p:cNvSpPr/>
            <p:nvPr/>
          </p:nvSpPr>
          <p:spPr>
            <a:xfrm>
              <a:off x="8133898" y="409853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1"/>
            <p:cNvSpPr/>
            <p:nvPr/>
          </p:nvSpPr>
          <p:spPr>
            <a:xfrm>
              <a:off x="6575281" y="411384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2"/>
            <p:cNvSpPr/>
            <p:nvPr/>
          </p:nvSpPr>
          <p:spPr>
            <a:xfrm>
              <a:off x="7286851" y="412044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3"/>
            <p:cNvSpPr/>
            <p:nvPr/>
          </p:nvSpPr>
          <p:spPr>
            <a:xfrm>
              <a:off x="6979378" y="410342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4"/>
            <p:cNvSpPr/>
            <p:nvPr/>
          </p:nvSpPr>
          <p:spPr>
            <a:xfrm>
              <a:off x="7839150" y="411084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5"/>
            <p:cNvSpPr/>
            <p:nvPr/>
          </p:nvSpPr>
          <p:spPr>
            <a:xfrm>
              <a:off x="7073767" y="411344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6"/>
            <p:cNvSpPr/>
            <p:nvPr/>
          </p:nvSpPr>
          <p:spPr>
            <a:xfrm>
              <a:off x="5511046" y="4111734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7"/>
            <p:cNvSpPr/>
            <p:nvPr/>
          </p:nvSpPr>
          <p:spPr>
            <a:xfrm>
              <a:off x="8592566" y="409796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8"/>
            <p:cNvSpPr/>
            <p:nvPr/>
          </p:nvSpPr>
          <p:spPr>
            <a:xfrm>
              <a:off x="8223016" y="410417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59"/>
            <p:cNvSpPr/>
            <p:nvPr/>
          </p:nvSpPr>
          <p:spPr>
            <a:xfrm>
              <a:off x="8661496" y="410714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0"/>
            <p:cNvSpPr/>
            <p:nvPr/>
          </p:nvSpPr>
          <p:spPr>
            <a:xfrm>
              <a:off x="7231327" y="409834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1"/>
            <p:cNvSpPr/>
            <p:nvPr/>
          </p:nvSpPr>
          <p:spPr>
            <a:xfrm>
              <a:off x="9082153" y="410063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2"/>
            <p:cNvSpPr/>
            <p:nvPr/>
          </p:nvSpPr>
          <p:spPr>
            <a:xfrm>
              <a:off x="8615433" y="411340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3"/>
            <p:cNvSpPr/>
            <p:nvPr/>
          </p:nvSpPr>
          <p:spPr>
            <a:xfrm>
              <a:off x="5433717" y="409998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4"/>
            <p:cNvSpPr/>
            <p:nvPr/>
          </p:nvSpPr>
          <p:spPr>
            <a:xfrm>
              <a:off x="5961319" y="409874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5"/>
            <p:cNvSpPr/>
            <p:nvPr/>
          </p:nvSpPr>
          <p:spPr>
            <a:xfrm>
              <a:off x="7442410" y="410970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6"/>
            <p:cNvSpPr/>
            <p:nvPr/>
          </p:nvSpPr>
          <p:spPr>
            <a:xfrm>
              <a:off x="5630899" y="410232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7"/>
            <p:cNvSpPr/>
            <p:nvPr/>
          </p:nvSpPr>
          <p:spPr>
            <a:xfrm>
              <a:off x="9894087" y="410057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8"/>
            <p:cNvSpPr/>
            <p:nvPr/>
          </p:nvSpPr>
          <p:spPr>
            <a:xfrm>
              <a:off x="7199984" y="409319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69"/>
            <p:cNvSpPr/>
            <p:nvPr/>
          </p:nvSpPr>
          <p:spPr>
            <a:xfrm>
              <a:off x="4693033" y="399110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0"/>
            <p:cNvSpPr/>
            <p:nvPr/>
          </p:nvSpPr>
          <p:spPr>
            <a:xfrm>
              <a:off x="7744371" y="400803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1"/>
            <p:cNvSpPr/>
            <p:nvPr/>
          </p:nvSpPr>
          <p:spPr>
            <a:xfrm>
              <a:off x="5399757" y="398694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2"/>
            <p:cNvSpPr/>
            <p:nvPr/>
          </p:nvSpPr>
          <p:spPr>
            <a:xfrm>
              <a:off x="5177468" y="3995783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3"/>
            <p:cNvSpPr/>
            <p:nvPr/>
          </p:nvSpPr>
          <p:spPr>
            <a:xfrm>
              <a:off x="7066158" y="400117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4"/>
            <p:cNvSpPr/>
            <p:nvPr/>
          </p:nvSpPr>
          <p:spPr>
            <a:xfrm>
              <a:off x="7345809" y="399593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5"/>
            <p:cNvSpPr/>
            <p:nvPr/>
          </p:nvSpPr>
          <p:spPr>
            <a:xfrm>
              <a:off x="7893689" y="398890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6"/>
            <p:cNvSpPr/>
            <p:nvPr/>
          </p:nvSpPr>
          <p:spPr>
            <a:xfrm>
              <a:off x="7295485" y="398644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7"/>
            <p:cNvSpPr/>
            <p:nvPr/>
          </p:nvSpPr>
          <p:spPr>
            <a:xfrm>
              <a:off x="8475283" y="398631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8"/>
            <p:cNvSpPr/>
            <p:nvPr/>
          </p:nvSpPr>
          <p:spPr>
            <a:xfrm>
              <a:off x="7508731" y="397578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79"/>
            <p:cNvSpPr/>
            <p:nvPr/>
          </p:nvSpPr>
          <p:spPr>
            <a:xfrm>
              <a:off x="8048018" y="399674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0"/>
            <p:cNvSpPr/>
            <p:nvPr/>
          </p:nvSpPr>
          <p:spPr>
            <a:xfrm>
              <a:off x="5250588" y="387582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1"/>
            <p:cNvSpPr/>
            <p:nvPr/>
          </p:nvSpPr>
          <p:spPr>
            <a:xfrm>
              <a:off x="6818675" y="387635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2"/>
            <p:cNvSpPr/>
            <p:nvPr/>
          </p:nvSpPr>
          <p:spPr>
            <a:xfrm>
              <a:off x="3654700" y="388052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3"/>
            <p:cNvSpPr/>
            <p:nvPr/>
          </p:nvSpPr>
          <p:spPr>
            <a:xfrm>
              <a:off x="3240621" y="387757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4"/>
            <p:cNvSpPr/>
            <p:nvPr/>
          </p:nvSpPr>
          <p:spPr>
            <a:xfrm>
              <a:off x="6753294" y="388614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5"/>
            <p:cNvSpPr/>
            <p:nvPr/>
          </p:nvSpPr>
          <p:spPr>
            <a:xfrm>
              <a:off x="8903203" y="388383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6"/>
            <p:cNvSpPr/>
            <p:nvPr/>
          </p:nvSpPr>
          <p:spPr>
            <a:xfrm>
              <a:off x="8759099" y="387655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7"/>
            <p:cNvSpPr/>
            <p:nvPr/>
          </p:nvSpPr>
          <p:spPr>
            <a:xfrm>
              <a:off x="5185899" y="3882734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8"/>
            <p:cNvSpPr/>
            <p:nvPr/>
          </p:nvSpPr>
          <p:spPr>
            <a:xfrm>
              <a:off x="8047073" y="386562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89"/>
            <p:cNvSpPr/>
            <p:nvPr/>
          </p:nvSpPr>
          <p:spPr>
            <a:xfrm>
              <a:off x="4263232" y="3875113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0"/>
            <p:cNvSpPr/>
            <p:nvPr/>
          </p:nvSpPr>
          <p:spPr>
            <a:xfrm>
              <a:off x="8082405" y="387026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1"/>
            <p:cNvSpPr/>
            <p:nvPr/>
          </p:nvSpPr>
          <p:spPr>
            <a:xfrm>
              <a:off x="8253787" y="385971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2"/>
            <p:cNvSpPr/>
            <p:nvPr/>
          </p:nvSpPr>
          <p:spPr>
            <a:xfrm>
              <a:off x="8355842" y="389661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3"/>
            <p:cNvSpPr/>
            <p:nvPr/>
          </p:nvSpPr>
          <p:spPr>
            <a:xfrm>
              <a:off x="8981380" y="387016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4"/>
            <p:cNvSpPr/>
            <p:nvPr/>
          </p:nvSpPr>
          <p:spPr>
            <a:xfrm>
              <a:off x="8237886" y="388012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5"/>
            <p:cNvSpPr/>
            <p:nvPr/>
          </p:nvSpPr>
          <p:spPr>
            <a:xfrm>
              <a:off x="6620084" y="387043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6"/>
            <p:cNvSpPr/>
            <p:nvPr/>
          </p:nvSpPr>
          <p:spPr>
            <a:xfrm>
              <a:off x="5904426" y="387919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7"/>
            <p:cNvSpPr/>
            <p:nvPr/>
          </p:nvSpPr>
          <p:spPr>
            <a:xfrm>
              <a:off x="8078632" y="388973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8"/>
            <p:cNvSpPr/>
            <p:nvPr/>
          </p:nvSpPr>
          <p:spPr>
            <a:xfrm>
              <a:off x="7502914" y="388175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599"/>
            <p:cNvSpPr/>
            <p:nvPr/>
          </p:nvSpPr>
          <p:spPr>
            <a:xfrm>
              <a:off x="9605981" y="388138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tx600"/>
            <p:cNvSpPr/>
            <p:nvPr/>
          </p:nvSpPr>
          <p:spPr>
            <a:xfrm>
              <a:off x="1229355" y="4874165"/>
              <a:ext cx="245973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Rock</a:t>
              </a:r>
            </a:p>
          </p:txBody>
        </p:sp>
        <p:sp>
          <p:nvSpPr>
            <p:cNvPr id="602" name="tx601"/>
            <p:cNvSpPr/>
            <p:nvPr/>
          </p:nvSpPr>
          <p:spPr>
            <a:xfrm>
              <a:off x="1079302" y="4760638"/>
              <a:ext cx="396026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Riverine</a:t>
              </a:r>
            </a:p>
          </p:txBody>
        </p:sp>
        <p:sp>
          <p:nvSpPr>
            <p:cNvPr id="603" name="tx602"/>
            <p:cNvSpPr/>
            <p:nvPr/>
          </p:nvSpPr>
          <p:spPr>
            <a:xfrm>
              <a:off x="989051" y="4647112"/>
              <a:ext cx="486277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Woodland</a:t>
              </a:r>
            </a:p>
          </p:txBody>
        </p:sp>
        <p:sp>
          <p:nvSpPr>
            <p:cNvPr id="604" name="tx603"/>
            <p:cNvSpPr/>
            <p:nvPr/>
          </p:nvSpPr>
          <p:spPr>
            <a:xfrm>
              <a:off x="1169371" y="4533585"/>
              <a:ext cx="305958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Forest</a:t>
              </a:r>
            </a:p>
          </p:txBody>
        </p:sp>
        <p:sp>
          <p:nvSpPr>
            <p:cNvPr id="605" name="tx604"/>
            <p:cNvSpPr/>
            <p:nvPr/>
          </p:nvSpPr>
          <p:spPr>
            <a:xfrm>
              <a:off x="1109203" y="4420059"/>
              <a:ext cx="366125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Coastal</a:t>
              </a:r>
            </a:p>
          </p:txBody>
        </p:sp>
        <p:sp>
          <p:nvSpPr>
            <p:cNvPr id="606" name="tx605"/>
            <p:cNvSpPr/>
            <p:nvPr/>
          </p:nvSpPr>
          <p:spPr>
            <a:xfrm>
              <a:off x="983290" y="4306533"/>
              <a:ext cx="492038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Grassland</a:t>
              </a:r>
            </a:p>
          </p:txBody>
        </p:sp>
        <p:sp>
          <p:nvSpPr>
            <p:cNvPr id="607" name="tx606"/>
            <p:cNvSpPr/>
            <p:nvPr/>
          </p:nvSpPr>
          <p:spPr>
            <a:xfrm>
              <a:off x="1145322" y="4193006"/>
              <a:ext cx="330006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Marine</a:t>
              </a:r>
            </a:p>
          </p:txBody>
        </p:sp>
        <p:sp>
          <p:nvSpPr>
            <p:cNvPr id="608" name="tx607"/>
            <p:cNvSpPr/>
            <p:nvPr/>
          </p:nvSpPr>
          <p:spPr>
            <a:xfrm>
              <a:off x="1079211" y="4079480"/>
              <a:ext cx="396118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Wetland</a:t>
              </a:r>
            </a:p>
          </p:txBody>
        </p:sp>
        <p:sp>
          <p:nvSpPr>
            <p:cNvPr id="609" name="tx608"/>
            <p:cNvSpPr/>
            <p:nvPr/>
          </p:nvSpPr>
          <p:spPr>
            <a:xfrm>
              <a:off x="689128" y="3965953"/>
              <a:ext cx="786201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Human Modified</a:t>
              </a:r>
            </a:p>
          </p:txBody>
        </p:sp>
        <p:sp>
          <p:nvSpPr>
            <p:cNvPr id="610" name="tx609"/>
            <p:cNvSpPr/>
            <p:nvPr/>
          </p:nvSpPr>
          <p:spPr>
            <a:xfrm>
              <a:off x="983016" y="3852427"/>
              <a:ext cx="492312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Shrubland</a:t>
              </a:r>
            </a:p>
          </p:txBody>
        </p:sp>
        <p:sp>
          <p:nvSpPr>
            <p:cNvPr id="611" name="tx610"/>
            <p:cNvSpPr/>
            <p:nvPr/>
          </p:nvSpPr>
          <p:spPr>
            <a:xfrm>
              <a:off x="1887275" y="5037942"/>
              <a:ext cx="150144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612" name="tx611"/>
            <p:cNvSpPr/>
            <p:nvPr/>
          </p:nvSpPr>
          <p:spPr>
            <a:xfrm>
              <a:off x="4206316" y="5037942"/>
              <a:ext cx="150144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613" name="tx612"/>
            <p:cNvSpPr/>
            <p:nvPr/>
          </p:nvSpPr>
          <p:spPr>
            <a:xfrm>
              <a:off x="6525356" y="5037942"/>
              <a:ext cx="150144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614" name="tx613"/>
            <p:cNvSpPr/>
            <p:nvPr/>
          </p:nvSpPr>
          <p:spPr>
            <a:xfrm>
              <a:off x="8844396" y="5037942"/>
              <a:ext cx="150144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615" name="tx614"/>
            <p:cNvSpPr/>
            <p:nvPr/>
          </p:nvSpPr>
          <p:spPr>
            <a:xfrm>
              <a:off x="5689655" y="5170889"/>
              <a:ext cx="1147023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Year-trend coefficient</a:t>
              </a:r>
            </a:p>
          </p:txBody>
        </p:sp>
        <p:sp>
          <p:nvSpPr>
            <p:cNvPr id="616" name="tx615"/>
            <p:cNvSpPr/>
            <p:nvPr/>
          </p:nvSpPr>
          <p:spPr>
            <a:xfrm>
              <a:off x="527371" y="3583433"/>
              <a:ext cx="1194114" cy="109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AVONET Habitat</a:t>
              </a:r>
            </a:p>
          </p:txBody>
        </p:sp>
        <p:sp>
          <p:nvSpPr>
            <p:cNvPr id="617" name="pl616"/>
            <p:cNvSpPr/>
            <p:nvPr/>
          </p:nvSpPr>
          <p:spPr>
            <a:xfrm>
              <a:off x="1532266" y="6773674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7"/>
            <p:cNvSpPr/>
            <p:nvPr/>
          </p:nvSpPr>
          <p:spPr>
            <a:xfrm>
              <a:off x="1532266" y="6561429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8"/>
            <p:cNvSpPr/>
            <p:nvPr/>
          </p:nvSpPr>
          <p:spPr>
            <a:xfrm>
              <a:off x="1532266" y="6349184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19"/>
            <p:cNvSpPr/>
            <p:nvPr/>
          </p:nvSpPr>
          <p:spPr>
            <a:xfrm>
              <a:off x="1532266" y="6136939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0"/>
            <p:cNvSpPr/>
            <p:nvPr/>
          </p:nvSpPr>
          <p:spPr>
            <a:xfrm>
              <a:off x="1532266" y="5924694"/>
              <a:ext cx="9461802" cy="0"/>
            </a:xfrm>
            <a:custGeom>
              <a:avLst/>
              <a:pathLst>
                <a:path w="9461802" h="0">
                  <a:moveTo>
                    <a:pt x="0" y="0"/>
                  </a:moveTo>
                  <a:lnTo>
                    <a:pt x="9461802" y="0"/>
                  </a:lnTo>
                  <a:lnTo>
                    <a:pt x="94618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1"/>
            <p:cNvSpPr/>
            <p:nvPr/>
          </p:nvSpPr>
          <p:spPr>
            <a:xfrm>
              <a:off x="1962347" y="5680612"/>
              <a:ext cx="0" cy="1220409"/>
            </a:xfrm>
            <a:custGeom>
              <a:avLst/>
              <a:pathLst>
                <a:path w="0" h="1220409">
                  <a:moveTo>
                    <a:pt x="0" y="12204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2"/>
            <p:cNvSpPr/>
            <p:nvPr/>
          </p:nvSpPr>
          <p:spPr>
            <a:xfrm>
              <a:off x="4281388" y="5680612"/>
              <a:ext cx="0" cy="1220409"/>
            </a:xfrm>
            <a:custGeom>
              <a:avLst/>
              <a:pathLst>
                <a:path w="0" h="1220409">
                  <a:moveTo>
                    <a:pt x="0" y="12204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3"/>
            <p:cNvSpPr/>
            <p:nvPr/>
          </p:nvSpPr>
          <p:spPr>
            <a:xfrm>
              <a:off x="6600428" y="5680612"/>
              <a:ext cx="0" cy="1220409"/>
            </a:xfrm>
            <a:custGeom>
              <a:avLst/>
              <a:pathLst>
                <a:path w="0" h="1220409">
                  <a:moveTo>
                    <a:pt x="0" y="12204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4"/>
            <p:cNvSpPr/>
            <p:nvPr/>
          </p:nvSpPr>
          <p:spPr>
            <a:xfrm>
              <a:off x="8919469" y="5680612"/>
              <a:ext cx="0" cy="1220409"/>
            </a:xfrm>
            <a:custGeom>
              <a:avLst/>
              <a:pathLst>
                <a:path w="0" h="1220409">
                  <a:moveTo>
                    <a:pt x="0" y="12204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5"/>
            <p:cNvSpPr/>
            <p:nvPr/>
          </p:nvSpPr>
          <p:spPr>
            <a:xfrm>
              <a:off x="1962347" y="5680612"/>
              <a:ext cx="0" cy="1220409"/>
            </a:xfrm>
            <a:custGeom>
              <a:avLst/>
              <a:pathLst>
                <a:path w="0" h="1220409">
                  <a:moveTo>
                    <a:pt x="0" y="122040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318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27" name="pg626"/>
            <p:cNvSpPr/>
            <p:nvPr/>
          </p:nvSpPr>
          <p:spPr>
            <a:xfrm>
              <a:off x="5146965" y="5705020"/>
              <a:ext cx="0" cy="191020"/>
            </a:xfrm>
            <a:custGeom>
              <a:avLst/>
              <a:pathLst>
                <a:path w="0" h="191020">
                  <a:moveTo>
                    <a:pt x="0" y="0"/>
                  </a:moveTo>
                  <a:lnTo>
                    <a:pt x="0" y="191020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628" name="pg627"/>
            <p:cNvSpPr/>
            <p:nvPr/>
          </p:nvSpPr>
          <p:spPr>
            <a:xfrm>
              <a:off x="6387483" y="5705020"/>
              <a:ext cx="2708247" cy="191020"/>
            </a:xfrm>
            <a:custGeom>
              <a:avLst/>
              <a:pathLst>
                <a:path w="2708247" h="191020">
                  <a:moveTo>
                    <a:pt x="0" y="0"/>
                  </a:moveTo>
                  <a:lnTo>
                    <a:pt x="5416" y="0"/>
                  </a:lnTo>
                  <a:lnTo>
                    <a:pt x="10832" y="0"/>
                  </a:lnTo>
                  <a:lnTo>
                    <a:pt x="16249" y="0"/>
                  </a:lnTo>
                  <a:lnTo>
                    <a:pt x="21665" y="0"/>
                  </a:lnTo>
                  <a:lnTo>
                    <a:pt x="27082" y="0"/>
                  </a:lnTo>
                  <a:lnTo>
                    <a:pt x="32498" y="0"/>
                  </a:lnTo>
                  <a:lnTo>
                    <a:pt x="37915" y="0"/>
                  </a:lnTo>
                  <a:lnTo>
                    <a:pt x="43331" y="0"/>
                  </a:lnTo>
                  <a:lnTo>
                    <a:pt x="48748" y="0"/>
                  </a:lnTo>
                  <a:lnTo>
                    <a:pt x="54164" y="0"/>
                  </a:lnTo>
                  <a:lnTo>
                    <a:pt x="59581" y="0"/>
                  </a:lnTo>
                  <a:lnTo>
                    <a:pt x="64997" y="0"/>
                  </a:lnTo>
                  <a:lnTo>
                    <a:pt x="70414" y="0"/>
                  </a:lnTo>
                  <a:lnTo>
                    <a:pt x="75830" y="0"/>
                  </a:lnTo>
                  <a:lnTo>
                    <a:pt x="81247" y="0"/>
                  </a:lnTo>
                  <a:lnTo>
                    <a:pt x="86663" y="0"/>
                  </a:lnTo>
                  <a:lnTo>
                    <a:pt x="92080" y="0"/>
                  </a:lnTo>
                  <a:lnTo>
                    <a:pt x="97496" y="0"/>
                  </a:lnTo>
                  <a:lnTo>
                    <a:pt x="102913" y="0"/>
                  </a:lnTo>
                  <a:lnTo>
                    <a:pt x="108329" y="0"/>
                  </a:lnTo>
                  <a:lnTo>
                    <a:pt x="113746" y="0"/>
                  </a:lnTo>
                  <a:lnTo>
                    <a:pt x="119162" y="0"/>
                  </a:lnTo>
                  <a:lnTo>
                    <a:pt x="124579" y="0"/>
                  </a:lnTo>
                  <a:lnTo>
                    <a:pt x="129995" y="0"/>
                  </a:lnTo>
                  <a:lnTo>
                    <a:pt x="135412" y="0"/>
                  </a:lnTo>
                  <a:lnTo>
                    <a:pt x="140828" y="0"/>
                  </a:lnTo>
                  <a:lnTo>
                    <a:pt x="146245" y="0"/>
                  </a:lnTo>
                  <a:lnTo>
                    <a:pt x="151661" y="0"/>
                  </a:lnTo>
                  <a:lnTo>
                    <a:pt x="157078" y="0"/>
                  </a:lnTo>
                  <a:lnTo>
                    <a:pt x="162494" y="0"/>
                  </a:lnTo>
                  <a:lnTo>
                    <a:pt x="167911" y="0"/>
                  </a:lnTo>
                  <a:lnTo>
                    <a:pt x="173327" y="0"/>
                  </a:lnTo>
                  <a:lnTo>
                    <a:pt x="178744" y="0"/>
                  </a:lnTo>
                  <a:lnTo>
                    <a:pt x="184160" y="0"/>
                  </a:lnTo>
                  <a:lnTo>
                    <a:pt x="189577" y="0"/>
                  </a:lnTo>
                  <a:lnTo>
                    <a:pt x="194993" y="0"/>
                  </a:lnTo>
                  <a:lnTo>
                    <a:pt x="200410" y="0"/>
                  </a:lnTo>
                  <a:lnTo>
                    <a:pt x="205826" y="0"/>
                  </a:lnTo>
                  <a:lnTo>
                    <a:pt x="211243" y="0"/>
                  </a:lnTo>
                  <a:lnTo>
                    <a:pt x="216659" y="0"/>
                  </a:lnTo>
                  <a:lnTo>
                    <a:pt x="222076" y="0"/>
                  </a:lnTo>
                  <a:lnTo>
                    <a:pt x="227492" y="0"/>
                  </a:lnTo>
                  <a:lnTo>
                    <a:pt x="232909" y="0"/>
                  </a:lnTo>
                  <a:lnTo>
                    <a:pt x="238325" y="0"/>
                  </a:lnTo>
                  <a:lnTo>
                    <a:pt x="243742" y="0"/>
                  </a:lnTo>
                  <a:lnTo>
                    <a:pt x="249158" y="0"/>
                  </a:lnTo>
                  <a:lnTo>
                    <a:pt x="254575" y="0"/>
                  </a:lnTo>
                  <a:lnTo>
                    <a:pt x="259991" y="0"/>
                  </a:lnTo>
                  <a:lnTo>
                    <a:pt x="265408" y="0"/>
                  </a:lnTo>
                  <a:lnTo>
                    <a:pt x="270824" y="0"/>
                  </a:lnTo>
                  <a:lnTo>
                    <a:pt x="276241" y="0"/>
                  </a:lnTo>
                  <a:lnTo>
                    <a:pt x="281657" y="0"/>
                  </a:lnTo>
                  <a:lnTo>
                    <a:pt x="287074" y="0"/>
                  </a:lnTo>
                  <a:lnTo>
                    <a:pt x="292490" y="0"/>
                  </a:lnTo>
                  <a:lnTo>
                    <a:pt x="297907" y="0"/>
                  </a:lnTo>
                  <a:lnTo>
                    <a:pt x="303323" y="0"/>
                  </a:lnTo>
                  <a:lnTo>
                    <a:pt x="308740" y="0"/>
                  </a:lnTo>
                  <a:lnTo>
                    <a:pt x="314156" y="0"/>
                  </a:lnTo>
                  <a:lnTo>
                    <a:pt x="319573" y="0"/>
                  </a:lnTo>
                  <a:lnTo>
                    <a:pt x="324989" y="0"/>
                  </a:lnTo>
                  <a:lnTo>
                    <a:pt x="330406" y="0"/>
                  </a:lnTo>
                  <a:lnTo>
                    <a:pt x="335822" y="0"/>
                  </a:lnTo>
                  <a:lnTo>
                    <a:pt x="341239" y="0"/>
                  </a:lnTo>
                  <a:lnTo>
                    <a:pt x="346655" y="0"/>
                  </a:lnTo>
                  <a:lnTo>
                    <a:pt x="352072" y="0"/>
                  </a:lnTo>
                  <a:lnTo>
                    <a:pt x="357488" y="0"/>
                  </a:lnTo>
                  <a:lnTo>
                    <a:pt x="362905" y="0"/>
                  </a:lnTo>
                  <a:lnTo>
                    <a:pt x="368321" y="0"/>
                  </a:lnTo>
                  <a:lnTo>
                    <a:pt x="373738" y="0"/>
                  </a:lnTo>
                  <a:lnTo>
                    <a:pt x="379154" y="0"/>
                  </a:lnTo>
                  <a:lnTo>
                    <a:pt x="384571" y="0"/>
                  </a:lnTo>
                  <a:lnTo>
                    <a:pt x="389987" y="0"/>
                  </a:lnTo>
                  <a:lnTo>
                    <a:pt x="395404" y="0"/>
                  </a:lnTo>
                  <a:lnTo>
                    <a:pt x="400820" y="0"/>
                  </a:lnTo>
                  <a:lnTo>
                    <a:pt x="406237" y="0"/>
                  </a:lnTo>
                  <a:lnTo>
                    <a:pt x="411653" y="0"/>
                  </a:lnTo>
                  <a:lnTo>
                    <a:pt x="417070" y="0"/>
                  </a:lnTo>
                  <a:lnTo>
                    <a:pt x="422486" y="0"/>
                  </a:lnTo>
                  <a:lnTo>
                    <a:pt x="427903" y="0"/>
                  </a:lnTo>
                  <a:lnTo>
                    <a:pt x="433319" y="0"/>
                  </a:lnTo>
                  <a:lnTo>
                    <a:pt x="438736" y="0"/>
                  </a:lnTo>
                  <a:lnTo>
                    <a:pt x="444152" y="0"/>
                  </a:lnTo>
                  <a:lnTo>
                    <a:pt x="449569" y="0"/>
                  </a:lnTo>
                  <a:lnTo>
                    <a:pt x="454985" y="0"/>
                  </a:lnTo>
                  <a:lnTo>
                    <a:pt x="460402" y="0"/>
                  </a:lnTo>
                  <a:lnTo>
                    <a:pt x="465818" y="0"/>
                  </a:lnTo>
                  <a:lnTo>
                    <a:pt x="471235" y="0"/>
                  </a:lnTo>
                  <a:lnTo>
                    <a:pt x="476651" y="0"/>
                  </a:lnTo>
                  <a:lnTo>
                    <a:pt x="482068" y="0"/>
                  </a:lnTo>
                  <a:lnTo>
                    <a:pt x="487484" y="0"/>
                  </a:lnTo>
                  <a:lnTo>
                    <a:pt x="492900" y="0"/>
                  </a:lnTo>
                  <a:lnTo>
                    <a:pt x="498317" y="0"/>
                  </a:lnTo>
                  <a:lnTo>
                    <a:pt x="503733" y="0"/>
                  </a:lnTo>
                  <a:lnTo>
                    <a:pt x="509150" y="0"/>
                  </a:lnTo>
                  <a:lnTo>
                    <a:pt x="514566" y="0"/>
                  </a:lnTo>
                  <a:lnTo>
                    <a:pt x="519983" y="0"/>
                  </a:lnTo>
                  <a:lnTo>
                    <a:pt x="525399" y="0"/>
                  </a:lnTo>
                  <a:lnTo>
                    <a:pt x="530816" y="0"/>
                  </a:lnTo>
                  <a:lnTo>
                    <a:pt x="536232" y="0"/>
                  </a:lnTo>
                  <a:lnTo>
                    <a:pt x="541649" y="0"/>
                  </a:lnTo>
                  <a:lnTo>
                    <a:pt x="547065" y="0"/>
                  </a:lnTo>
                  <a:lnTo>
                    <a:pt x="552482" y="0"/>
                  </a:lnTo>
                  <a:lnTo>
                    <a:pt x="557898" y="0"/>
                  </a:lnTo>
                  <a:lnTo>
                    <a:pt x="563315" y="0"/>
                  </a:lnTo>
                  <a:lnTo>
                    <a:pt x="568731" y="0"/>
                  </a:lnTo>
                  <a:lnTo>
                    <a:pt x="574148" y="0"/>
                  </a:lnTo>
                  <a:lnTo>
                    <a:pt x="579564" y="0"/>
                  </a:lnTo>
                  <a:lnTo>
                    <a:pt x="584981" y="0"/>
                  </a:lnTo>
                  <a:lnTo>
                    <a:pt x="590397" y="0"/>
                  </a:lnTo>
                  <a:lnTo>
                    <a:pt x="595814" y="0"/>
                  </a:lnTo>
                  <a:lnTo>
                    <a:pt x="601230" y="0"/>
                  </a:lnTo>
                  <a:lnTo>
                    <a:pt x="606647" y="0"/>
                  </a:lnTo>
                  <a:lnTo>
                    <a:pt x="612063" y="0"/>
                  </a:lnTo>
                  <a:lnTo>
                    <a:pt x="617480" y="0"/>
                  </a:lnTo>
                  <a:lnTo>
                    <a:pt x="622896" y="0"/>
                  </a:lnTo>
                  <a:lnTo>
                    <a:pt x="628313" y="0"/>
                  </a:lnTo>
                  <a:lnTo>
                    <a:pt x="633729" y="0"/>
                  </a:lnTo>
                  <a:lnTo>
                    <a:pt x="639146" y="0"/>
                  </a:lnTo>
                  <a:lnTo>
                    <a:pt x="644562" y="0"/>
                  </a:lnTo>
                  <a:lnTo>
                    <a:pt x="649979" y="0"/>
                  </a:lnTo>
                  <a:lnTo>
                    <a:pt x="655395" y="0"/>
                  </a:lnTo>
                  <a:lnTo>
                    <a:pt x="660812" y="0"/>
                  </a:lnTo>
                  <a:lnTo>
                    <a:pt x="666228" y="0"/>
                  </a:lnTo>
                  <a:lnTo>
                    <a:pt x="671645" y="0"/>
                  </a:lnTo>
                  <a:lnTo>
                    <a:pt x="677061" y="0"/>
                  </a:lnTo>
                  <a:lnTo>
                    <a:pt x="682478" y="0"/>
                  </a:lnTo>
                  <a:lnTo>
                    <a:pt x="687894" y="0"/>
                  </a:lnTo>
                  <a:lnTo>
                    <a:pt x="693311" y="0"/>
                  </a:lnTo>
                  <a:lnTo>
                    <a:pt x="698727" y="0"/>
                  </a:lnTo>
                  <a:lnTo>
                    <a:pt x="704144" y="0"/>
                  </a:lnTo>
                  <a:lnTo>
                    <a:pt x="709560" y="0"/>
                  </a:lnTo>
                  <a:lnTo>
                    <a:pt x="714977" y="0"/>
                  </a:lnTo>
                  <a:lnTo>
                    <a:pt x="720393" y="0"/>
                  </a:lnTo>
                  <a:lnTo>
                    <a:pt x="725810" y="0"/>
                  </a:lnTo>
                  <a:lnTo>
                    <a:pt x="731226" y="0"/>
                  </a:lnTo>
                  <a:lnTo>
                    <a:pt x="736643" y="0"/>
                  </a:lnTo>
                  <a:lnTo>
                    <a:pt x="742059" y="0"/>
                  </a:lnTo>
                  <a:lnTo>
                    <a:pt x="747476" y="0"/>
                  </a:lnTo>
                  <a:lnTo>
                    <a:pt x="752892" y="0"/>
                  </a:lnTo>
                  <a:lnTo>
                    <a:pt x="758309" y="0"/>
                  </a:lnTo>
                  <a:lnTo>
                    <a:pt x="763725" y="0"/>
                  </a:lnTo>
                  <a:lnTo>
                    <a:pt x="769142" y="0"/>
                  </a:lnTo>
                  <a:lnTo>
                    <a:pt x="774558" y="0"/>
                  </a:lnTo>
                  <a:lnTo>
                    <a:pt x="779975" y="0"/>
                  </a:lnTo>
                  <a:lnTo>
                    <a:pt x="785391" y="0"/>
                  </a:lnTo>
                  <a:lnTo>
                    <a:pt x="790808" y="0"/>
                  </a:lnTo>
                  <a:lnTo>
                    <a:pt x="796224" y="0"/>
                  </a:lnTo>
                  <a:lnTo>
                    <a:pt x="801641" y="0"/>
                  </a:lnTo>
                  <a:lnTo>
                    <a:pt x="807057" y="0"/>
                  </a:lnTo>
                  <a:lnTo>
                    <a:pt x="812474" y="0"/>
                  </a:lnTo>
                  <a:lnTo>
                    <a:pt x="817890" y="0"/>
                  </a:lnTo>
                  <a:lnTo>
                    <a:pt x="823307" y="0"/>
                  </a:lnTo>
                  <a:lnTo>
                    <a:pt x="828723" y="0"/>
                  </a:lnTo>
                  <a:lnTo>
                    <a:pt x="834140" y="0"/>
                  </a:lnTo>
                  <a:lnTo>
                    <a:pt x="839556" y="0"/>
                  </a:lnTo>
                  <a:lnTo>
                    <a:pt x="844973" y="0"/>
                  </a:lnTo>
                  <a:lnTo>
                    <a:pt x="850389" y="0"/>
                  </a:lnTo>
                  <a:lnTo>
                    <a:pt x="855806" y="0"/>
                  </a:lnTo>
                  <a:lnTo>
                    <a:pt x="861222" y="0"/>
                  </a:lnTo>
                  <a:lnTo>
                    <a:pt x="866639" y="0"/>
                  </a:lnTo>
                  <a:lnTo>
                    <a:pt x="872055" y="0"/>
                  </a:lnTo>
                  <a:lnTo>
                    <a:pt x="877472" y="0"/>
                  </a:lnTo>
                  <a:lnTo>
                    <a:pt x="882888" y="0"/>
                  </a:lnTo>
                  <a:lnTo>
                    <a:pt x="888305" y="0"/>
                  </a:lnTo>
                  <a:lnTo>
                    <a:pt x="893721" y="0"/>
                  </a:lnTo>
                  <a:lnTo>
                    <a:pt x="899138" y="0"/>
                  </a:lnTo>
                  <a:lnTo>
                    <a:pt x="904554" y="0"/>
                  </a:lnTo>
                  <a:lnTo>
                    <a:pt x="909971" y="0"/>
                  </a:lnTo>
                  <a:lnTo>
                    <a:pt x="915387" y="0"/>
                  </a:lnTo>
                  <a:lnTo>
                    <a:pt x="920804" y="0"/>
                  </a:lnTo>
                  <a:lnTo>
                    <a:pt x="926220" y="0"/>
                  </a:lnTo>
                  <a:lnTo>
                    <a:pt x="931637" y="0"/>
                  </a:lnTo>
                  <a:lnTo>
                    <a:pt x="937053" y="0"/>
                  </a:lnTo>
                  <a:lnTo>
                    <a:pt x="942470" y="0"/>
                  </a:lnTo>
                  <a:lnTo>
                    <a:pt x="947886" y="0"/>
                  </a:lnTo>
                  <a:lnTo>
                    <a:pt x="953303" y="0"/>
                  </a:lnTo>
                  <a:lnTo>
                    <a:pt x="958719" y="0"/>
                  </a:lnTo>
                  <a:lnTo>
                    <a:pt x="964136" y="0"/>
                  </a:lnTo>
                  <a:lnTo>
                    <a:pt x="969552" y="0"/>
                  </a:lnTo>
                  <a:lnTo>
                    <a:pt x="974969" y="0"/>
                  </a:lnTo>
                  <a:lnTo>
                    <a:pt x="980385" y="0"/>
                  </a:lnTo>
                  <a:lnTo>
                    <a:pt x="985801" y="0"/>
                  </a:lnTo>
                  <a:lnTo>
                    <a:pt x="991218" y="0"/>
                  </a:lnTo>
                  <a:lnTo>
                    <a:pt x="996634" y="0"/>
                  </a:lnTo>
                  <a:lnTo>
                    <a:pt x="1002051" y="0"/>
                  </a:lnTo>
                  <a:lnTo>
                    <a:pt x="1007467" y="0"/>
                  </a:lnTo>
                  <a:lnTo>
                    <a:pt x="1012884" y="0"/>
                  </a:lnTo>
                  <a:lnTo>
                    <a:pt x="1018300" y="0"/>
                  </a:lnTo>
                  <a:lnTo>
                    <a:pt x="1023717" y="0"/>
                  </a:lnTo>
                  <a:lnTo>
                    <a:pt x="1029133" y="0"/>
                  </a:lnTo>
                  <a:lnTo>
                    <a:pt x="1034550" y="0"/>
                  </a:lnTo>
                  <a:lnTo>
                    <a:pt x="1039966" y="0"/>
                  </a:lnTo>
                  <a:lnTo>
                    <a:pt x="1045383" y="0"/>
                  </a:lnTo>
                  <a:lnTo>
                    <a:pt x="1050799" y="0"/>
                  </a:lnTo>
                  <a:lnTo>
                    <a:pt x="1056216" y="0"/>
                  </a:lnTo>
                  <a:lnTo>
                    <a:pt x="1061632" y="0"/>
                  </a:lnTo>
                  <a:lnTo>
                    <a:pt x="1067049" y="0"/>
                  </a:lnTo>
                  <a:lnTo>
                    <a:pt x="1072465" y="0"/>
                  </a:lnTo>
                  <a:lnTo>
                    <a:pt x="1077882" y="0"/>
                  </a:lnTo>
                  <a:lnTo>
                    <a:pt x="1083298" y="0"/>
                  </a:lnTo>
                  <a:lnTo>
                    <a:pt x="1088715" y="0"/>
                  </a:lnTo>
                  <a:lnTo>
                    <a:pt x="1094131" y="0"/>
                  </a:lnTo>
                  <a:lnTo>
                    <a:pt x="1099548" y="0"/>
                  </a:lnTo>
                  <a:lnTo>
                    <a:pt x="1104964" y="0"/>
                  </a:lnTo>
                  <a:lnTo>
                    <a:pt x="1110381" y="0"/>
                  </a:lnTo>
                  <a:lnTo>
                    <a:pt x="1115797" y="0"/>
                  </a:lnTo>
                  <a:lnTo>
                    <a:pt x="1121214" y="0"/>
                  </a:lnTo>
                  <a:lnTo>
                    <a:pt x="1126630" y="0"/>
                  </a:lnTo>
                  <a:lnTo>
                    <a:pt x="1132047" y="0"/>
                  </a:lnTo>
                  <a:lnTo>
                    <a:pt x="1137463" y="0"/>
                  </a:lnTo>
                  <a:lnTo>
                    <a:pt x="1142880" y="0"/>
                  </a:lnTo>
                  <a:lnTo>
                    <a:pt x="1148296" y="0"/>
                  </a:lnTo>
                  <a:lnTo>
                    <a:pt x="1153713" y="0"/>
                  </a:lnTo>
                  <a:lnTo>
                    <a:pt x="1159129" y="0"/>
                  </a:lnTo>
                  <a:lnTo>
                    <a:pt x="1164546" y="0"/>
                  </a:lnTo>
                  <a:lnTo>
                    <a:pt x="1169962" y="0"/>
                  </a:lnTo>
                  <a:lnTo>
                    <a:pt x="1175379" y="0"/>
                  </a:lnTo>
                  <a:lnTo>
                    <a:pt x="1180795" y="0"/>
                  </a:lnTo>
                  <a:lnTo>
                    <a:pt x="1186212" y="0"/>
                  </a:lnTo>
                  <a:lnTo>
                    <a:pt x="1191628" y="0"/>
                  </a:lnTo>
                  <a:lnTo>
                    <a:pt x="1197045" y="0"/>
                  </a:lnTo>
                  <a:lnTo>
                    <a:pt x="1202461" y="0"/>
                  </a:lnTo>
                  <a:lnTo>
                    <a:pt x="1207878" y="0"/>
                  </a:lnTo>
                  <a:lnTo>
                    <a:pt x="1213294" y="0"/>
                  </a:lnTo>
                  <a:lnTo>
                    <a:pt x="1218711" y="0"/>
                  </a:lnTo>
                  <a:lnTo>
                    <a:pt x="1224127" y="0"/>
                  </a:lnTo>
                  <a:lnTo>
                    <a:pt x="1229544" y="0"/>
                  </a:lnTo>
                  <a:lnTo>
                    <a:pt x="1234960" y="0"/>
                  </a:lnTo>
                  <a:lnTo>
                    <a:pt x="1240377" y="0"/>
                  </a:lnTo>
                  <a:lnTo>
                    <a:pt x="1245793" y="0"/>
                  </a:lnTo>
                  <a:lnTo>
                    <a:pt x="1251210" y="0"/>
                  </a:lnTo>
                  <a:lnTo>
                    <a:pt x="1256626" y="0"/>
                  </a:lnTo>
                  <a:lnTo>
                    <a:pt x="1262043" y="0"/>
                  </a:lnTo>
                  <a:lnTo>
                    <a:pt x="1267459" y="0"/>
                  </a:lnTo>
                  <a:lnTo>
                    <a:pt x="1272876" y="0"/>
                  </a:lnTo>
                  <a:lnTo>
                    <a:pt x="1278292" y="0"/>
                  </a:lnTo>
                  <a:lnTo>
                    <a:pt x="1283709" y="0"/>
                  </a:lnTo>
                  <a:lnTo>
                    <a:pt x="1289125" y="0"/>
                  </a:lnTo>
                  <a:lnTo>
                    <a:pt x="1294542" y="0"/>
                  </a:lnTo>
                  <a:lnTo>
                    <a:pt x="1299958" y="0"/>
                  </a:lnTo>
                  <a:lnTo>
                    <a:pt x="1305375" y="0"/>
                  </a:lnTo>
                  <a:lnTo>
                    <a:pt x="1310791" y="0"/>
                  </a:lnTo>
                  <a:lnTo>
                    <a:pt x="1316208" y="0"/>
                  </a:lnTo>
                  <a:lnTo>
                    <a:pt x="1321624" y="0"/>
                  </a:lnTo>
                  <a:lnTo>
                    <a:pt x="1327041" y="0"/>
                  </a:lnTo>
                  <a:lnTo>
                    <a:pt x="1332457" y="0"/>
                  </a:lnTo>
                  <a:lnTo>
                    <a:pt x="1337874" y="0"/>
                  </a:lnTo>
                  <a:lnTo>
                    <a:pt x="1343290" y="0"/>
                  </a:lnTo>
                  <a:lnTo>
                    <a:pt x="1348707" y="0"/>
                  </a:lnTo>
                  <a:lnTo>
                    <a:pt x="1354123" y="0"/>
                  </a:lnTo>
                  <a:lnTo>
                    <a:pt x="1359540" y="0"/>
                  </a:lnTo>
                  <a:lnTo>
                    <a:pt x="1364956" y="0"/>
                  </a:lnTo>
                  <a:lnTo>
                    <a:pt x="1370373" y="0"/>
                  </a:lnTo>
                  <a:lnTo>
                    <a:pt x="1375789" y="0"/>
                  </a:lnTo>
                  <a:lnTo>
                    <a:pt x="1381206" y="0"/>
                  </a:lnTo>
                  <a:lnTo>
                    <a:pt x="1386622" y="0"/>
                  </a:lnTo>
                  <a:lnTo>
                    <a:pt x="1392039" y="0"/>
                  </a:lnTo>
                  <a:lnTo>
                    <a:pt x="1397455" y="0"/>
                  </a:lnTo>
                  <a:lnTo>
                    <a:pt x="1402872" y="0"/>
                  </a:lnTo>
                  <a:lnTo>
                    <a:pt x="1408288" y="0"/>
                  </a:lnTo>
                  <a:lnTo>
                    <a:pt x="1413705" y="0"/>
                  </a:lnTo>
                  <a:lnTo>
                    <a:pt x="1419121" y="0"/>
                  </a:lnTo>
                  <a:lnTo>
                    <a:pt x="1424538" y="0"/>
                  </a:lnTo>
                  <a:lnTo>
                    <a:pt x="1429954" y="0"/>
                  </a:lnTo>
                  <a:lnTo>
                    <a:pt x="1435371" y="0"/>
                  </a:lnTo>
                  <a:lnTo>
                    <a:pt x="1440787" y="0"/>
                  </a:lnTo>
                  <a:lnTo>
                    <a:pt x="1446204" y="0"/>
                  </a:lnTo>
                  <a:lnTo>
                    <a:pt x="1451620" y="0"/>
                  </a:lnTo>
                  <a:lnTo>
                    <a:pt x="1457037" y="0"/>
                  </a:lnTo>
                  <a:lnTo>
                    <a:pt x="1462453" y="0"/>
                  </a:lnTo>
                  <a:lnTo>
                    <a:pt x="1467870" y="0"/>
                  </a:lnTo>
                  <a:lnTo>
                    <a:pt x="1473286" y="0"/>
                  </a:lnTo>
                  <a:lnTo>
                    <a:pt x="1478702" y="0"/>
                  </a:lnTo>
                  <a:lnTo>
                    <a:pt x="1484119" y="0"/>
                  </a:lnTo>
                  <a:lnTo>
                    <a:pt x="1489535" y="0"/>
                  </a:lnTo>
                  <a:lnTo>
                    <a:pt x="1494952" y="0"/>
                  </a:lnTo>
                  <a:lnTo>
                    <a:pt x="1500368" y="0"/>
                  </a:lnTo>
                  <a:lnTo>
                    <a:pt x="1505785" y="0"/>
                  </a:lnTo>
                  <a:lnTo>
                    <a:pt x="1511201" y="0"/>
                  </a:lnTo>
                  <a:lnTo>
                    <a:pt x="1516618" y="0"/>
                  </a:lnTo>
                  <a:lnTo>
                    <a:pt x="1522034" y="0"/>
                  </a:lnTo>
                  <a:lnTo>
                    <a:pt x="1527451" y="0"/>
                  </a:lnTo>
                  <a:lnTo>
                    <a:pt x="1532867" y="0"/>
                  </a:lnTo>
                  <a:lnTo>
                    <a:pt x="1538284" y="0"/>
                  </a:lnTo>
                  <a:lnTo>
                    <a:pt x="1543700" y="0"/>
                  </a:lnTo>
                  <a:lnTo>
                    <a:pt x="1549117" y="0"/>
                  </a:lnTo>
                  <a:lnTo>
                    <a:pt x="1554533" y="0"/>
                  </a:lnTo>
                  <a:lnTo>
                    <a:pt x="1559950" y="0"/>
                  </a:lnTo>
                  <a:lnTo>
                    <a:pt x="1565366" y="0"/>
                  </a:lnTo>
                  <a:lnTo>
                    <a:pt x="1570783" y="0"/>
                  </a:lnTo>
                  <a:lnTo>
                    <a:pt x="1576199" y="0"/>
                  </a:lnTo>
                  <a:lnTo>
                    <a:pt x="1581616" y="0"/>
                  </a:lnTo>
                  <a:lnTo>
                    <a:pt x="1587032" y="0"/>
                  </a:lnTo>
                  <a:lnTo>
                    <a:pt x="1592449" y="0"/>
                  </a:lnTo>
                  <a:lnTo>
                    <a:pt x="1597865" y="0"/>
                  </a:lnTo>
                  <a:lnTo>
                    <a:pt x="1603282" y="0"/>
                  </a:lnTo>
                  <a:lnTo>
                    <a:pt x="1608698" y="0"/>
                  </a:lnTo>
                  <a:lnTo>
                    <a:pt x="1614115" y="0"/>
                  </a:lnTo>
                  <a:lnTo>
                    <a:pt x="1619531" y="0"/>
                  </a:lnTo>
                  <a:lnTo>
                    <a:pt x="1624948" y="0"/>
                  </a:lnTo>
                  <a:lnTo>
                    <a:pt x="1630364" y="0"/>
                  </a:lnTo>
                  <a:lnTo>
                    <a:pt x="1635781" y="0"/>
                  </a:lnTo>
                  <a:lnTo>
                    <a:pt x="1641197" y="0"/>
                  </a:lnTo>
                  <a:lnTo>
                    <a:pt x="1646614" y="0"/>
                  </a:lnTo>
                  <a:lnTo>
                    <a:pt x="1652030" y="0"/>
                  </a:lnTo>
                  <a:lnTo>
                    <a:pt x="1657447" y="0"/>
                  </a:lnTo>
                  <a:lnTo>
                    <a:pt x="1662863" y="0"/>
                  </a:lnTo>
                  <a:lnTo>
                    <a:pt x="1668280" y="0"/>
                  </a:lnTo>
                  <a:lnTo>
                    <a:pt x="1673696" y="0"/>
                  </a:lnTo>
                  <a:lnTo>
                    <a:pt x="1679113" y="0"/>
                  </a:lnTo>
                  <a:lnTo>
                    <a:pt x="1684529" y="0"/>
                  </a:lnTo>
                  <a:lnTo>
                    <a:pt x="1689946" y="0"/>
                  </a:lnTo>
                  <a:lnTo>
                    <a:pt x="1695362" y="0"/>
                  </a:lnTo>
                  <a:lnTo>
                    <a:pt x="1700779" y="0"/>
                  </a:lnTo>
                  <a:lnTo>
                    <a:pt x="1706195" y="0"/>
                  </a:lnTo>
                  <a:lnTo>
                    <a:pt x="1711612" y="0"/>
                  </a:lnTo>
                  <a:lnTo>
                    <a:pt x="1717028" y="0"/>
                  </a:lnTo>
                  <a:lnTo>
                    <a:pt x="1722445" y="0"/>
                  </a:lnTo>
                  <a:lnTo>
                    <a:pt x="1727861" y="0"/>
                  </a:lnTo>
                  <a:lnTo>
                    <a:pt x="1733278" y="0"/>
                  </a:lnTo>
                  <a:lnTo>
                    <a:pt x="1738694" y="0"/>
                  </a:lnTo>
                  <a:lnTo>
                    <a:pt x="1744111" y="0"/>
                  </a:lnTo>
                  <a:lnTo>
                    <a:pt x="1749527" y="0"/>
                  </a:lnTo>
                  <a:lnTo>
                    <a:pt x="1754944" y="0"/>
                  </a:lnTo>
                  <a:lnTo>
                    <a:pt x="1760360" y="0"/>
                  </a:lnTo>
                  <a:lnTo>
                    <a:pt x="1765777" y="0"/>
                  </a:lnTo>
                  <a:lnTo>
                    <a:pt x="1771193" y="0"/>
                  </a:lnTo>
                  <a:lnTo>
                    <a:pt x="1776610" y="0"/>
                  </a:lnTo>
                  <a:lnTo>
                    <a:pt x="1782026" y="0"/>
                  </a:lnTo>
                  <a:lnTo>
                    <a:pt x="1787443" y="0"/>
                  </a:lnTo>
                  <a:lnTo>
                    <a:pt x="1792859" y="0"/>
                  </a:lnTo>
                  <a:lnTo>
                    <a:pt x="1798276" y="0"/>
                  </a:lnTo>
                  <a:lnTo>
                    <a:pt x="1803692" y="0"/>
                  </a:lnTo>
                  <a:lnTo>
                    <a:pt x="1809109" y="0"/>
                  </a:lnTo>
                  <a:lnTo>
                    <a:pt x="1814525" y="0"/>
                  </a:lnTo>
                  <a:lnTo>
                    <a:pt x="1819942" y="0"/>
                  </a:lnTo>
                  <a:lnTo>
                    <a:pt x="1825358" y="0"/>
                  </a:lnTo>
                  <a:lnTo>
                    <a:pt x="1830775" y="0"/>
                  </a:lnTo>
                  <a:lnTo>
                    <a:pt x="1836191" y="0"/>
                  </a:lnTo>
                  <a:lnTo>
                    <a:pt x="1841608" y="0"/>
                  </a:lnTo>
                  <a:lnTo>
                    <a:pt x="1847024" y="0"/>
                  </a:lnTo>
                  <a:lnTo>
                    <a:pt x="1852441" y="0"/>
                  </a:lnTo>
                  <a:lnTo>
                    <a:pt x="1857857" y="0"/>
                  </a:lnTo>
                  <a:lnTo>
                    <a:pt x="1863274" y="0"/>
                  </a:lnTo>
                  <a:lnTo>
                    <a:pt x="1868690" y="0"/>
                  </a:lnTo>
                  <a:lnTo>
                    <a:pt x="1874107" y="0"/>
                  </a:lnTo>
                  <a:lnTo>
                    <a:pt x="1879523" y="0"/>
                  </a:lnTo>
                  <a:lnTo>
                    <a:pt x="1884940" y="0"/>
                  </a:lnTo>
                  <a:lnTo>
                    <a:pt x="1890356" y="0"/>
                  </a:lnTo>
                  <a:lnTo>
                    <a:pt x="1895773" y="0"/>
                  </a:lnTo>
                  <a:lnTo>
                    <a:pt x="1901189" y="0"/>
                  </a:lnTo>
                  <a:lnTo>
                    <a:pt x="1906606" y="0"/>
                  </a:lnTo>
                  <a:lnTo>
                    <a:pt x="1912022" y="0"/>
                  </a:lnTo>
                  <a:lnTo>
                    <a:pt x="1917439" y="0"/>
                  </a:lnTo>
                  <a:lnTo>
                    <a:pt x="1922855" y="0"/>
                  </a:lnTo>
                  <a:lnTo>
                    <a:pt x="1928272" y="0"/>
                  </a:lnTo>
                  <a:lnTo>
                    <a:pt x="1933688" y="0"/>
                  </a:lnTo>
                  <a:lnTo>
                    <a:pt x="1939105" y="0"/>
                  </a:lnTo>
                  <a:lnTo>
                    <a:pt x="1944521" y="0"/>
                  </a:lnTo>
                  <a:lnTo>
                    <a:pt x="1949938" y="0"/>
                  </a:lnTo>
                  <a:lnTo>
                    <a:pt x="1955354" y="0"/>
                  </a:lnTo>
                  <a:lnTo>
                    <a:pt x="1960771" y="0"/>
                  </a:lnTo>
                  <a:lnTo>
                    <a:pt x="1966187" y="0"/>
                  </a:lnTo>
                  <a:lnTo>
                    <a:pt x="1971603" y="0"/>
                  </a:lnTo>
                  <a:lnTo>
                    <a:pt x="1977020" y="0"/>
                  </a:lnTo>
                  <a:lnTo>
                    <a:pt x="1982436" y="0"/>
                  </a:lnTo>
                  <a:lnTo>
                    <a:pt x="1987853" y="0"/>
                  </a:lnTo>
                  <a:lnTo>
                    <a:pt x="1993269" y="0"/>
                  </a:lnTo>
                  <a:lnTo>
                    <a:pt x="1998686" y="0"/>
                  </a:lnTo>
                  <a:lnTo>
                    <a:pt x="2004102" y="0"/>
                  </a:lnTo>
                  <a:lnTo>
                    <a:pt x="2009519" y="0"/>
                  </a:lnTo>
                  <a:lnTo>
                    <a:pt x="2014935" y="0"/>
                  </a:lnTo>
                  <a:lnTo>
                    <a:pt x="2020352" y="0"/>
                  </a:lnTo>
                  <a:lnTo>
                    <a:pt x="2025768" y="0"/>
                  </a:lnTo>
                  <a:lnTo>
                    <a:pt x="2031185" y="0"/>
                  </a:lnTo>
                  <a:lnTo>
                    <a:pt x="2036601" y="0"/>
                  </a:lnTo>
                  <a:lnTo>
                    <a:pt x="2042018" y="0"/>
                  </a:lnTo>
                  <a:lnTo>
                    <a:pt x="2047434" y="0"/>
                  </a:lnTo>
                  <a:lnTo>
                    <a:pt x="2052851" y="0"/>
                  </a:lnTo>
                  <a:lnTo>
                    <a:pt x="2058267" y="0"/>
                  </a:lnTo>
                  <a:lnTo>
                    <a:pt x="2063684" y="0"/>
                  </a:lnTo>
                  <a:lnTo>
                    <a:pt x="2069100" y="0"/>
                  </a:lnTo>
                  <a:lnTo>
                    <a:pt x="2074517" y="0"/>
                  </a:lnTo>
                  <a:lnTo>
                    <a:pt x="2079933" y="0"/>
                  </a:lnTo>
                  <a:lnTo>
                    <a:pt x="2085350" y="0"/>
                  </a:lnTo>
                  <a:lnTo>
                    <a:pt x="2090766" y="0"/>
                  </a:lnTo>
                  <a:lnTo>
                    <a:pt x="2096183" y="0"/>
                  </a:lnTo>
                  <a:lnTo>
                    <a:pt x="2101599" y="0"/>
                  </a:lnTo>
                  <a:lnTo>
                    <a:pt x="2107016" y="0"/>
                  </a:lnTo>
                  <a:lnTo>
                    <a:pt x="2112432" y="0"/>
                  </a:lnTo>
                  <a:lnTo>
                    <a:pt x="2117849" y="0"/>
                  </a:lnTo>
                  <a:lnTo>
                    <a:pt x="2123265" y="0"/>
                  </a:lnTo>
                  <a:lnTo>
                    <a:pt x="2128682" y="0"/>
                  </a:lnTo>
                  <a:lnTo>
                    <a:pt x="2134098" y="0"/>
                  </a:lnTo>
                  <a:lnTo>
                    <a:pt x="2139515" y="0"/>
                  </a:lnTo>
                  <a:lnTo>
                    <a:pt x="2144931" y="0"/>
                  </a:lnTo>
                  <a:lnTo>
                    <a:pt x="2150348" y="0"/>
                  </a:lnTo>
                  <a:lnTo>
                    <a:pt x="2155764" y="0"/>
                  </a:lnTo>
                  <a:lnTo>
                    <a:pt x="2161181" y="0"/>
                  </a:lnTo>
                  <a:lnTo>
                    <a:pt x="2166597" y="0"/>
                  </a:lnTo>
                  <a:lnTo>
                    <a:pt x="2172014" y="0"/>
                  </a:lnTo>
                  <a:lnTo>
                    <a:pt x="2177430" y="0"/>
                  </a:lnTo>
                  <a:lnTo>
                    <a:pt x="2182847" y="0"/>
                  </a:lnTo>
                  <a:lnTo>
                    <a:pt x="2188263" y="0"/>
                  </a:lnTo>
                  <a:lnTo>
                    <a:pt x="2193680" y="0"/>
                  </a:lnTo>
                  <a:lnTo>
                    <a:pt x="2199096" y="0"/>
                  </a:lnTo>
                  <a:lnTo>
                    <a:pt x="2204513" y="0"/>
                  </a:lnTo>
                  <a:lnTo>
                    <a:pt x="2209929" y="0"/>
                  </a:lnTo>
                  <a:lnTo>
                    <a:pt x="2215346" y="0"/>
                  </a:lnTo>
                  <a:lnTo>
                    <a:pt x="2220762" y="0"/>
                  </a:lnTo>
                  <a:lnTo>
                    <a:pt x="2226179" y="0"/>
                  </a:lnTo>
                  <a:lnTo>
                    <a:pt x="2231595" y="0"/>
                  </a:lnTo>
                  <a:lnTo>
                    <a:pt x="2237012" y="0"/>
                  </a:lnTo>
                  <a:lnTo>
                    <a:pt x="2242428" y="0"/>
                  </a:lnTo>
                  <a:lnTo>
                    <a:pt x="2247845" y="0"/>
                  </a:lnTo>
                  <a:lnTo>
                    <a:pt x="2253261" y="0"/>
                  </a:lnTo>
                  <a:lnTo>
                    <a:pt x="2258678" y="0"/>
                  </a:lnTo>
                  <a:lnTo>
                    <a:pt x="2264094" y="0"/>
                  </a:lnTo>
                  <a:lnTo>
                    <a:pt x="2269511" y="0"/>
                  </a:lnTo>
                  <a:lnTo>
                    <a:pt x="2274927" y="0"/>
                  </a:lnTo>
                  <a:lnTo>
                    <a:pt x="2280344" y="0"/>
                  </a:lnTo>
                  <a:lnTo>
                    <a:pt x="2285760" y="0"/>
                  </a:lnTo>
                  <a:lnTo>
                    <a:pt x="2291177" y="0"/>
                  </a:lnTo>
                  <a:lnTo>
                    <a:pt x="2296593" y="0"/>
                  </a:lnTo>
                  <a:lnTo>
                    <a:pt x="2302010" y="0"/>
                  </a:lnTo>
                  <a:lnTo>
                    <a:pt x="2307426" y="0"/>
                  </a:lnTo>
                  <a:lnTo>
                    <a:pt x="2312843" y="0"/>
                  </a:lnTo>
                  <a:lnTo>
                    <a:pt x="2318259" y="0"/>
                  </a:lnTo>
                  <a:lnTo>
                    <a:pt x="2323676" y="0"/>
                  </a:lnTo>
                  <a:lnTo>
                    <a:pt x="2329092" y="0"/>
                  </a:lnTo>
                  <a:lnTo>
                    <a:pt x="2334509" y="0"/>
                  </a:lnTo>
                  <a:lnTo>
                    <a:pt x="2339925" y="0"/>
                  </a:lnTo>
                  <a:lnTo>
                    <a:pt x="2345342" y="0"/>
                  </a:lnTo>
                  <a:lnTo>
                    <a:pt x="2350758" y="0"/>
                  </a:lnTo>
                  <a:lnTo>
                    <a:pt x="2356175" y="0"/>
                  </a:lnTo>
                  <a:lnTo>
                    <a:pt x="2361591" y="0"/>
                  </a:lnTo>
                  <a:lnTo>
                    <a:pt x="2367008" y="0"/>
                  </a:lnTo>
                  <a:lnTo>
                    <a:pt x="2372424" y="0"/>
                  </a:lnTo>
                  <a:lnTo>
                    <a:pt x="2377841" y="0"/>
                  </a:lnTo>
                  <a:lnTo>
                    <a:pt x="2383257" y="0"/>
                  </a:lnTo>
                  <a:lnTo>
                    <a:pt x="2388674" y="0"/>
                  </a:lnTo>
                  <a:lnTo>
                    <a:pt x="2394090" y="0"/>
                  </a:lnTo>
                  <a:lnTo>
                    <a:pt x="2399507" y="0"/>
                  </a:lnTo>
                  <a:lnTo>
                    <a:pt x="2404923" y="0"/>
                  </a:lnTo>
                  <a:lnTo>
                    <a:pt x="2410340" y="0"/>
                  </a:lnTo>
                  <a:lnTo>
                    <a:pt x="2415756" y="0"/>
                  </a:lnTo>
                  <a:lnTo>
                    <a:pt x="2421173" y="0"/>
                  </a:lnTo>
                  <a:lnTo>
                    <a:pt x="2426589" y="0"/>
                  </a:lnTo>
                  <a:lnTo>
                    <a:pt x="2432006" y="0"/>
                  </a:lnTo>
                  <a:lnTo>
                    <a:pt x="2437422" y="0"/>
                  </a:lnTo>
                  <a:lnTo>
                    <a:pt x="2442839" y="0"/>
                  </a:lnTo>
                  <a:lnTo>
                    <a:pt x="2448255" y="0"/>
                  </a:lnTo>
                  <a:lnTo>
                    <a:pt x="2453671" y="0"/>
                  </a:lnTo>
                  <a:lnTo>
                    <a:pt x="2459088" y="0"/>
                  </a:lnTo>
                  <a:lnTo>
                    <a:pt x="2464504" y="0"/>
                  </a:lnTo>
                  <a:lnTo>
                    <a:pt x="2469921" y="0"/>
                  </a:lnTo>
                  <a:lnTo>
                    <a:pt x="2475337" y="0"/>
                  </a:lnTo>
                  <a:lnTo>
                    <a:pt x="2480754" y="0"/>
                  </a:lnTo>
                  <a:lnTo>
                    <a:pt x="2486170" y="0"/>
                  </a:lnTo>
                  <a:lnTo>
                    <a:pt x="2491587" y="0"/>
                  </a:lnTo>
                  <a:lnTo>
                    <a:pt x="2497003" y="0"/>
                  </a:lnTo>
                  <a:lnTo>
                    <a:pt x="2502420" y="0"/>
                  </a:lnTo>
                  <a:lnTo>
                    <a:pt x="2507836" y="0"/>
                  </a:lnTo>
                  <a:lnTo>
                    <a:pt x="2513253" y="0"/>
                  </a:lnTo>
                  <a:lnTo>
                    <a:pt x="2518669" y="0"/>
                  </a:lnTo>
                  <a:lnTo>
                    <a:pt x="2524086" y="0"/>
                  </a:lnTo>
                  <a:lnTo>
                    <a:pt x="2529502" y="0"/>
                  </a:lnTo>
                  <a:lnTo>
                    <a:pt x="2534919" y="0"/>
                  </a:lnTo>
                  <a:lnTo>
                    <a:pt x="2540335" y="0"/>
                  </a:lnTo>
                  <a:lnTo>
                    <a:pt x="2545752" y="0"/>
                  </a:lnTo>
                  <a:lnTo>
                    <a:pt x="2551168" y="0"/>
                  </a:lnTo>
                  <a:lnTo>
                    <a:pt x="2556585" y="0"/>
                  </a:lnTo>
                  <a:lnTo>
                    <a:pt x="2562001" y="0"/>
                  </a:lnTo>
                  <a:lnTo>
                    <a:pt x="2567418" y="0"/>
                  </a:lnTo>
                  <a:lnTo>
                    <a:pt x="2572834" y="0"/>
                  </a:lnTo>
                  <a:lnTo>
                    <a:pt x="2578251" y="0"/>
                  </a:lnTo>
                  <a:lnTo>
                    <a:pt x="2583667" y="0"/>
                  </a:lnTo>
                  <a:lnTo>
                    <a:pt x="2589084" y="0"/>
                  </a:lnTo>
                  <a:lnTo>
                    <a:pt x="2594500" y="0"/>
                  </a:lnTo>
                  <a:lnTo>
                    <a:pt x="2599917" y="0"/>
                  </a:lnTo>
                  <a:lnTo>
                    <a:pt x="2605333" y="0"/>
                  </a:lnTo>
                  <a:lnTo>
                    <a:pt x="2610750" y="0"/>
                  </a:lnTo>
                  <a:lnTo>
                    <a:pt x="2616166" y="0"/>
                  </a:lnTo>
                  <a:lnTo>
                    <a:pt x="2621583" y="0"/>
                  </a:lnTo>
                  <a:lnTo>
                    <a:pt x="2626999" y="0"/>
                  </a:lnTo>
                  <a:lnTo>
                    <a:pt x="2632416" y="0"/>
                  </a:lnTo>
                  <a:lnTo>
                    <a:pt x="2637832" y="0"/>
                  </a:lnTo>
                  <a:lnTo>
                    <a:pt x="2643249" y="0"/>
                  </a:lnTo>
                  <a:lnTo>
                    <a:pt x="2648665" y="0"/>
                  </a:lnTo>
                  <a:lnTo>
                    <a:pt x="2654082" y="0"/>
                  </a:lnTo>
                  <a:lnTo>
                    <a:pt x="2659498" y="0"/>
                  </a:lnTo>
                  <a:lnTo>
                    <a:pt x="2664915" y="0"/>
                  </a:lnTo>
                  <a:lnTo>
                    <a:pt x="2670331" y="0"/>
                  </a:lnTo>
                  <a:lnTo>
                    <a:pt x="2675748" y="0"/>
                  </a:lnTo>
                  <a:lnTo>
                    <a:pt x="2681164" y="0"/>
                  </a:lnTo>
                  <a:lnTo>
                    <a:pt x="2686581" y="0"/>
                  </a:lnTo>
                  <a:lnTo>
                    <a:pt x="2691997" y="0"/>
                  </a:lnTo>
                  <a:lnTo>
                    <a:pt x="2697414" y="0"/>
                  </a:lnTo>
                  <a:lnTo>
                    <a:pt x="2702830" y="0"/>
                  </a:lnTo>
                  <a:lnTo>
                    <a:pt x="2708247" y="0"/>
                  </a:lnTo>
                  <a:lnTo>
                    <a:pt x="2708247" y="191020"/>
                  </a:lnTo>
                  <a:lnTo>
                    <a:pt x="2702830" y="191020"/>
                  </a:lnTo>
                  <a:lnTo>
                    <a:pt x="2697414" y="191020"/>
                  </a:lnTo>
                  <a:lnTo>
                    <a:pt x="2691997" y="191020"/>
                  </a:lnTo>
                  <a:lnTo>
                    <a:pt x="2686581" y="191020"/>
                  </a:lnTo>
                  <a:lnTo>
                    <a:pt x="2681164" y="191020"/>
                  </a:lnTo>
                  <a:lnTo>
                    <a:pt x="2675748" y="191020"/>
                  </a:lnTo>
                  <a:lnTo>
                    <a:pt x="2670331" y="191020"/>
                  </a:lnTo>
                  <a:lnTo>
                    <a:pt x="2664915" y="191020"/>
                  </a:lnTo>
                  <a:lnTo>
                    <a:pt x="2659498" y="191020"/>
                  </a:lnTo>
                  <a:lnTo>
                    <a:pt x="2654082" y="191020"/>
                  </a:lnTo>
                  <a:lnTo>
                    <a:pt x="2648665" y="191020"/>
                  </a:lnTo>
                  <a:lnTo>
                    <a:pt x="2643249" y="191020"/>
                  </a:lnTo>
                  <a:lnTo>
                    <a:pt x="2637832" y="191020"/>
                  </a:lnTo>
                  <a:lnTo>
                    <a:pt x="2632416" y="191020"/>
                  </a:lnTo>
                  <a:lnTo>
                    <a:pt x="2626999" y="191020"/>
                  </a:lnTo>
                  <a:lnTo>
                    <a:pt x="2621583" y="191020"/>
                  </a:lnTo>
                  <a:lnTo>
                    <a:pt x="2616166" y="191020"/>
                  </a:lnTo>
                  <a:lnTo>
                    <a:pt x="2610750" y="191020"/>
                  </a:lnTo>
                  <a:lnTo>
                    <a:pt x="2605333" y="191020"/>
                  </a:lnTo>
                  <a:lnTo>
                    <a:pt x="2599917" y="191020"/>
                  </a:lnTo>
                  <a:lnTo>
                    <a:pt x="2594500" y="191020"/>
                  </a:lnTo>
                  <a:lnTo>
                    <a:pt x="2589084" y="191020"/>
                  </a:lnTo>
                  <a:lnTo>
                    <a:pt x="2583667" y="191020"/>
                  </a:lnTo>
                  <a:lnTo>
                    <a:pt x="2578251" y="191020"/>
                  </a:lnTo>
                  <a:lnTo>
                    <a:pt x="2572834" y="191020"/>
                  </a:lnTo>
                  <a:lnTo>
                    <a:pt x="2567418" y="191020"/>
                  </a:lnTo>
                  <a:lnTo>
                    <a:pt x="2562001" y="191020"/>
                  </a:lnTo>
                  <a:lnTo>
                    <a:pt x="2556585" y="191020"/>
                  </a:lnTo>
                  <a:lnTo>
                    <a:pt x="2551168" y="191020"/>
                  </a:lnTo>
                  <a:lnTo>
                    <a:pt x="2545752" y="191020"/>
                  </a:lnTo>
                  <a:lnTo>
                    <a:pt x="2540335" y="191020"/>
                  </a:lnTo>
                  <a:lnTo>
                    <a:pt x="2534919" y="191020"/>
                  </a:lnTo>
                  <a:lnTo>
                    <a:pt x="2529502" y="191020"/>
                  </a:lnTo>
                  <a:lnTo>
                    <a:pt x="2524086" y="191020"/>
                  </a:lnTo>
                  <a:lnTo>
                    <a:pt x="2518669" y="191020"/>
                  </a:lnTo>
                  <a:lnTo>
                    <a:pt x="2513253" y="191020"/>
                  </a:lnTo>
                  <a:lnTo>
                    <a:pt x="2507836" y="191020"/>
                  </a:lnTo>
                  <a:lnTo>
                    <a:pt x="2502420" y="191020"/>
                  </a:lnTo>
                  <a:lnTo>
                    <a:pt x="2497003" y="191020"/>
                  </a:lnTo>
                  <a:lnTo>
                    <a:pt x="2491587" y="191020"/>
                  </a:lnTo>
                  <a:lnTo>
                    <a:pt x="2486170" y="191020"/>
                  </a:lnTo>
                  <a:lnTo>
                    <a:pt x="2480754" y="191020"/>
                  </a:lnTo>
                  <a:lnTo>
                    <a:pt x="2475337" y="191020"/>
                  </a:lnTo>
                  <a:lnTo>
                    <a:pt x="2469921" y="191020"/>
                  </a:lnTo>
                  <a:lnTo>
                    <a:pt x="2464504" y="191020"/>
                  </a:lnTo>
                  <a:lnTo>
                    <a:pt x="2459088" y="191020"/>
                  </a:lnTo>
                  <a:lnTo>
                    <a:pt x="2453671" y="191020"/>
                  </a:lnTo>
                  <a:lnTo>
                    <a:pt x="2448255" y="191020"/>
                  </a:lnTo>
                  <a:lnTo>
                    <a:pt x="2442839" y="191020"/>
                  </a:lnTo>
                  <a:lnTo>
                    <a:pt x="2437422" y="191020"/>
                  </a:lnTo>
                  <a:lnTo>
                    <a:pt x="2432006" y="191020"/>
                  </a:lnTo>
                  <a:lnTo>
                    <a:pt x="2426589" y="191020"/>
                  </a:lnTo>
                  <a:lnTo>
                    <a:pt x="2421173" y="191020"/>
                  </a:lnTo>
                  <a:lnTo>
                    <a:pt x="2415756" y="191020"/>
                  </a:lnTo>
                  <a:lnTo>
                    <a:pt x="2410340" y="191020"/>
                  </a:lnTo>
                  <a:lnTo>
                    <a:pt x="2404923" y="191020"/>
                  </a:lnTo>
                  <a:lnTo>
                    <a:pt x="2399507" y="191020"/>
                  </a:lnTo>
                  <a:lnTo>
                    <a:pt x="2394090" y="191020"/>
                  </a:lnTo>
                  <a:lnTo>
                    <a:pt x="2388674" y="191020"/>
                  </a:lnTo>
                  <a:lnTo>
                    <a:pt x="2383257" y="191020"/>
                  </a:lnTo>
                  <a:lnTo>
                    <a:pt x="2377841" y="191020"/>
                  </a:lnTo>
                  <a:lnTo>
                    <a:pt x="2372424" y="191020"/>
                  </a:lnTo>
                  <a:lnTo>
                    <a:pt x="2367008" y="191020"/>
                  </a:lnTo>
                  <a:lnTo>
                    <a:pt x="2361591" y="191020"/>
                  </a:lnTo>
                  <a:lnTo>
                    <a:pt x="2356175" y="191020"/>
                  </a:lnTo>
                  <a:lnTo>
                    <a:pt x="2350758" y="191020"/>
                  </a:lnTo>
                  <a:lnTo>
                    <a:pt x="2345342" y="191020"/>
                  </a:lnTo>
                  <a:lnTo>
                    <a:pt x="2339925" y="191020"/>
                  </a:lnTo>
                  <a:lnTo>
                    <a:pt x="2334509" y="191020"/>
                  </a:lnTo>
                  <a:lnTo>
                    <a:pt x="2329092" y="191020"/>
                  </a:lnTo>
                  <a:lnTo>
                    <a:pt x="2323676" y="191020"/>
                  </a:lnTo>
                  <a:lnTo>
                    <a:pt x="2318259" y="191020"/>
                  </a:lnTo>
                  <a:lnTo>
                    <a:pt x="2312843" y="191020"/>
                  </a:lnTo>
                  <a:lnTo>
                    <a:pt x="2307426" y="191020"/>
                  </a:lnTo>
                  <a:lnTo>
                    <a:pt x="2302010" y="191020"/>
                  </a:lnTo>
                  <a:lnTo>
                    <a:pt x="2296593" y="191020"/>
                  </a:lnTo>
                  <a:lnTo>
                    <a:pt x="2291177" y="191020"/>
                  </a:lnTo>
                  <a:lnTo>
                    <a:pt x="2285760" y="191020"/>
                  </a:lnTo>
                  <a:lnTo>
                    <a:pt x="2280344" y="191020"/>
                  </a:lnTo>
                  <a:lnTo>
                    <a:pt x="2274927" y="191020"/>
                  </a:lnTo>
                  <a:lnTo>
                    <a:pt x="2269511" y="191020"/>
                  </a:lnTo>
                  <a:lnTo>
                    <a:pt x="2264094" y="191020"/>
                  </a:lnTo>
                  <a:lnTo>
                    <a:pt x="2258678" y="191020"/>
                  </a:lnTo>
                  <a:lnTo>
                    <a:pt x="2253261" y="191020"/>
                  </a:lnTo>
                  <a:lnTo>
                    <a:pt x="2247845" y="191020"/>
                  </a:lnTo>
                  <a:lnTo>
                    <a:pt x="2242428" y="191020"/>
                  </a:lnTo>
                  <a:lnTo>
                    <a:pt x="2237012" y="191020"/>
                  </a:lnTo>
                  <a:lnTo>
                    <a:pt x="2231595" y="191020"/>
                  </a:lnTo>
                  <a:lnTo>
                    <a:pt x="2226179" y="191020"/>
                  </a:lnTo>
                  <a:lnTo>
                    <a:pt x="2220762" y="191020"/>
                  </a:lnTo>
                  <a:lnTo>
                    <a:pt x="2215346" y="191020"/>
                  </a:lnTo>
                  <a:lnTo>
                    <a:pt x="2209929" y="191020"/>
                  </a:lnTo>
                  <a:lnTo>
                    <a:pt x="2204513" y="191020"/>
                  </a:lnTo>
                  <a:lnTo>
                    <a:pt x="2199096" y="191020"/>
                  </a:lnTo>
                  <a:lnTo>
                    <a:pt x="2193680" y="191020"/>
                  </a:lnTo>
                  <a:lnTo>
                    <a:pt x="2188263" y="191020"/>
                  </a:lnTo>
                  <a:lnTo>
                    <a:pt x="2182847" y="191020"/>
                  </a:lnTo>
                  <a:lnTo>
                    <a:pt x="2177430" y="191020"/>
                  </a:lnTo>
                  <a:lnTo>
                    <a:pt x="2172014" y="191020"/>
                  </a:lnTo>
                  <a:lnTo>
                    <a:pt x="2166597" y="191020"/>
                  </a:lnTo>
                  <a:lnTo>
                    <a:pt x="2161181" y="191020"/>
                  </a:lnTo>
                  <a:lnTo>
                    <a:pt x="2155764" y="191020"/>
                  </a:lnTo>
                  <a:lnTo>
                    <a:pt x="2150348" y="191020"/>
                  </a:lnTo>
                  <a:lnTo>
                    <a:pt x="2144931" y="191020"/>
                  </a:lnTo>
                  <a:lnTo>
                    <a:pt x="2139515" y="191020"/>
                  </a:lnTo>
                  <a:lnTo>
                    <a:pt x="2134098" y="191020"/>
                  </a:lnTo>
                  <a:lnTo>
                    <a:pt x="2128682" y="191020"/>
                  </a:lnTo>
                  <a:lnTo>
                    <a:pt x="2123265" y="191020"/>
                  </a:lnTo>
                  <a:lnTo>
                    <a:pt x="2117849" y="191020"/>
                  </a:lnTo>
                  <a:lnTo>
                    <a:pt x="2112432" y="191020"/>
                  </a:lnTo>
                  <a:lnTo>
                    <a:pt x="2107016" y="191020"/>
                  </a:lnTo>
                  <a:lnTo>
                    <a:pt x="2101599" y="191020"/>
                  </a:lnTo>
                  <a:lnTo>
                    <a:pt x="2096183" y="191020"/>
                  </a:lnTo>
                  <a:lnTo>
                    <a:pt x="2090766" y="191020"/>
                  </a:lnTo>
                  <a:lnTo>
                    <a:pt x="2085350" y="191020"/>
                  </a:lnTo>
                  <a:lnTo>
                    <a:pt x="2079933" y="191020"/>
                  </a:lnTo>
                  <a:lnTo>
                    <a:pt x="2074517" y="191020"/>
                  </a:lnTo>
                  <a:lnTo>
                    <a:pt x="2069100" y="191020"/>
                  </a:lnTo>
                  <a:lnTo>
                    <a:pt x="2063684" y="191020"/>
                  </a:lnTo>
                  <a:lnTo>
                    <a:pt x="2058267" y="191020"/>
                  </a:lnTo>
                  <a:lnTo>
                    <a:pt x="2052851" y="191020"/>
                  </a:lnTo>
                  <a:lnTo>
                    <a:pt x="2047434" y="191020"/>
                  </a:lnTo>
                  <a:lnTo>
                    <a:pt x="2042018" y="191020"/>
                  </a:lnTo>
                  <a:lnTo>
                    <a:pt x="2036601" y="191020"/>
                  </a:lnTo>
                  <a:lnTo>
                    <a:pt x="2031185" y="191020"/>
                  </a:lnTo>
                  <a:lnTo>
                    <a:pt x="2025768" y="191020"/>
                  </a:lnTo>
                  <a:lnTo>
                    <a:pt x="2020352" y="191020"/>
                  </a:lnTo>
                  <a:lnTo>
                    <a:pt x="2014935" y="191020"/>
                  </a:lnTo>
                  <a:lnTo>
                    <a:pt x="2009519" y="191020"/>
                  </a:lnTo>
                  <a:lnTo>
                    <a:pt x="2004102" y="191020"/>
                  </a:lnTo>
                  <a:lnTo>
                    <a:pt x="1998686" y="191020"/>
                  </a:lnTo>
                  <a:lnTo>
                    <a:pt x="1993269" y="191020"/>
                  </a:lnTo>
                  <a:lnTo>
                    <a:pt x="1987853" y="191020"/>
                  </a:lnTo>
                  <a:lnTo>
                    <a:pt x="1982436" y="191020"/>
                  </a:lnTo>
                  <a:lnTo>
                    <a:pt x="1977020" y="191020"/>
                  </a:lnTo>
                  <a:lnTo>
                    <a:pt x="1971603" y="191020"/>
                  </a:lnTo>
                  <a:lnTo>
                    <a:pt x="1966187" y="191020"/>
                  </a:lnTo>
                  <a:lnTo>
                    <a:pt x="1960771" y="191020"/>
                  </a:lnTo>
                  <a:lnTo>
                    <a:pt x="1955354" y="191020"/>
                  </a:lnTo>
                  <a:lnTo>
                    <a:pt x="1949938" y="191020"/>
                  </a:lnTo>
                  <a:lnTo>
                    <a:pt x="1944521" y="191020"/>
                  </a:lnTo>
                  <a:lnTo>
                    <a:pt x="1939105" y="191020"/>
                  </a:lnTo>
                  <a:lnTo>
                    <a:pt x="1933688" y="191020"/>
                  </a:lnTo>
                  <a:lnTo>
                    <a:pt x="1928272" y="191020"/>
                  </a:lnTo>
                  <a:lnTo>
                    <a:pt x="1922855" y="191020"/>
                  </a:lnTo>
                  <a:lnTo>
                    <a:pt x="1917439" y="191020"/>
                  </a:lnTo>
                  <a:lnTo>
                    <a:pt x="1912022" y="191020"/>
                  </a:lnTo>
                  <a:lnTo>
                    <a:pt x="1906606" y="191020"/>
                  </a:lnTo>
                  <a:lnTo>
                    <a:pt x="1901189" y="191020"/>
                  </a:lnTo>
                  <a:lnTo>
                    <a:pt x="1895773" y="191020"/>
                  </a:lnTo>
                  <a:lnTo>
                    <a:pt x="1890356" y="191020"/>
                  </a:lnTo>
                  <a:lnTo>
                    <a:pt x="1884940" y="191020"/>
                  </a:lnTo>
                  <a:lnTo>
                    <a:pt x="1879523" y="191020"/>
                  </a:lnTo>
                  <a:lnTo>
                    <a:pt x="1874107" y="191020"/>
                  </a:lnTo>
                  <a:lnTo>
                    <a:pt x="1868690" y="191020"/>
                  </a:lnTo>
                  <a:lnTo>
                    <a:pt x="1863274" y="191020"/>
                  </a:lnTo>
                  <a:lnTo>
                    <a:pt x="1857857" y="191020"/>
                  </a:lnTo>
                  <a:lnTo>
                    <a:pt x="1852441" y="191020"/>
                  </a:lnTo>
                  <a:lnTo>
                    <a:pt x="1847024" y="191020"/>
                  </a:lnTo>
                  <a:lnTo>
                    <a:pt x="1841608" y="191020"/>
                  </a:lnTo>
                  <a:lnTo>
                    <a:pt x="1836191" y="191020"/>
                  </a:lnTo>
                  <a:lnTo>
                    <a:pt x="1830775" y="191020"/>
                  </a:lnTo>
                  <a:lnTo>
                    <a:pt x="1825358" y="191020"/>
                  </a:lnTo>
                  <a:lnTo>
                    <a:pt x="1819942" y="191020"/>
                  </a:lnTo>
                  <a:lnTo>
                    <a:pt x="1814525" y="191020"/>
                  </a:lnTo>
                  <a:lnTo>
                    <a:pt x="1809109" y="191020"/>
                  </a:lnTo>
                  <a:lnTo>
                    <a:pt x="1803692" y="191020"/>
                  </a:lnTo>
                  <a:lnTo>
                    <a:pt x="1798276" y="191020"/>
                  </a:lnTo>
                  <a:lnTo>
                    <a:pt x="1792859" y="191020"/>
                  </a:lnTo>
                  <a:lnTo>
                    <a:pt x="1787443" y="191020"/>
                  </a:lnTo>
                  <a:lnTo>
                    <a:pt x="1782026" y="191020"/>
                  </a:lnTo>
                  <a:lnTo>
                    <a:pt x="1776610" y="191020"/>
                  </a:lnTo>
                  <a:lnTo>
                    <a:pt x="1771193" y="191020"/>
                  </a:lnTo>
                  <a:lnTo>
                    <a:pt x="1765777" y="191020"/>
                  </a:lnTo>
                  <a:lnTo>
                    <a:pt x="1760360" y="191020"/>
                  </a:lnTo>
                  <a:lnTo>
                    <a:pt x="1754944" y="191020"/>
                  </a:lnTo>
                  <a:lnTo>
                    <a:pt x="1749527" y="191020"/>
                  </a:lnTo>
                  <a:lnTo>
                    <a:pt x="1744111" y="191020"/>
                  </a:lnTo>
                  <a:lnTo>
                    <a:pt x="1738694" y="191020"/>
                  </a:lnTo>
                  <a:lnTo>
                    <a:pt x="1733278" y="191020"/>
                  </a:lnTo>
                  <a:lnTo>
                    <a:pt x="1727861" y="191020"/>
                  </a:lnTo>
                  <a:lnTo>
                    <a:pt x="1722445" y="191020"/>
                  </a:lnTo>
                  <a:lnTo>
                    <a:pt x="1717028" y="191020"/>
                  </a:lnTo>
                  <a:lnTo>
                    <a:pt x="1711612" y="191020"/>
                  </a:lnTo>
                  <a:lnTo>
                    <a:pt x="1706195" y="191020"/>
                  </a:lnTo>
                  <a:lnTo>
                    <a:pt x="1700779" y="191020"/>
                  </a:lnTo>
                  <a:lnTo>
                    <a:pt x="1695362" y="191020"/>
                  </a:lnTo>
                  <a:lnTo>
                    <a:pt x="1689946" y="191020"/>
                  </a:lnTo>
                  <a:lnTo>
                    <a:pt x="1684529" y="191020"/>
                  </a:lnTo>
                  <a:lnTo>
                    <a:pt x="1679113" y="191020"/>
                  </a:lnTo>
                  <a:lnTo>
                    <a:pt x="1673696" y="191020"/>
                  </a:lnTo>
                  <a:lnTo>
                    <a:pt x="1668280" y="191020"/>
                  </a:lnTo>
                  <a:lnTo>
                    <a:pt x="1662863" y="191020"/>
                  </a:lnTo>
                  <a:lnTo>
                    <a:pt x="1657447" y="191020"/>
                  </a:lnTo>
                  <a:lnTo>
                    <a:pt x="1652030" y="191020"/>
                  </a:lnTo>
                  <a:lnTo>
                    <a:pt x="1646614" y="191020"/>
                  </a:lnTo>
                  <a:lnTo>
                    <a:pt x="1641197" y="191020"/>
                  </a:lnTo>
                  <a:lnTo>
                    <a:pt x="1635781" y="191020"/>
                  </a:lnTo>
                  <a:lnTo>
                    <a:pt x="1630364" y="191020"/>
                  </a:lnTo>
                  <a:lnTo>
                    <a:pt x="1624948" y="191020"/>
                  </a:lnTo>
                  <a:lnTo>
                    <a:pt x="1619531" y="191020"/>
                  </a:lnTo>
                  <a:lnTo>
                    <a:pt x="1614115" y="191020"/>
                  </a:lnTo>
                  <a:lnTo>
                    <a:pt x="1608698" y="191020"/>
                  </a:lnTo>
                  <a:lnTo>
                    <a:pt x="1603282" y="191020"/>
                  </a:lnTo>
                  <a:lnTo>
                    <a:pt x="1597865" y="191020"/>
                  </a:lnTo>
                  <a:lnTo>
                    <a:pt x="1592449" y="191020"/>
                  </a:lnTo>
                  <a:lnTo>
                    <a:pt x="1587032" y="191020"/>
                  </a:lnTo>
                  <a:lnTo>
                    <a:pt x="1581616" y="191020"/>
                  </a:lnTo>
                  <a:lnTo>
                    <a:pt x="1576199" y="191020"/>
                  </a:lnTo>
                  <a:lnTo>
                    <a:pt x="1570783" y="191020"/>
                  </a:lnTo>
                  <a:lnTo>
                    <a:pt x="1565366" y="191020"/>
                  </a:lnTo>
                  <a:lnTo>
                    <a:pt x="1559950" y="191020"/>
                  </a:lnTo>
                  <a:lnTo>
                    <a:pt x="1554533" y="191020"/>
                  </a:lnTo>
                  <a:lnTo>
                    <a:pt x="1549117" y="191020"/>
                  </a:lnTo>
                  <a:lnTo>
                    <a:pt x="1543700" y="191020"/>
                  </a:lnTo>
                  <a:lnTo>
                    <a:pt x="1538284" y="191020"/>
                  </a:lnTo>
                  <a:lnTo>
                    <a:pt x="1532867" y="191020"/>
                  </a:lnTo>
                  <a:lnTo>
                    <a:pt x="1527451" y="191020"/>
                  </a:lnTo>
                  <a:lnTo>
                    <a:pt x="1522034" y="191020"/>
                  </a:lnTo>
                  <a:lnTo>
                    <a:pt x="1516618" y="191020"/>
                  </a:lnTo>
                  <a:lnTo>
                    <a:pt x="1511201" y="191020"/>
                  </a:lnTo>
                  <a:lnTo>
                    <a:pt x="1505785" y="191020"/>
                  </a:lnTo>
                  <a:lnTo>
                    <a:pt x="1500368" y="191020"/>
                  </a:lnTo>
                  <a:lnTo>
                    <a:pt x="1494952" y="191020"/>
                  </a:lnTo>
                  <a:lnTo>
                    <a:pt x="1489535" y="191020"/>
                  </a:lnTo>
                  <a:lnTo>
                    <a:pt x="1484119" y="191020"/>
                  </a:lnTo>
                  <a:lnTo>
                    <a:pt x="1478702" y="191020"/>
                  </a:lnTo>
                  <a:lnTo>
                    <a:pt x="1473286" y="191020"/>
                  </a:lnTo>
                  <a:lnTo>
                    <a:pt x="1467870" y="191020"/>
                  </a:lnTo>
                  <a:lnTo>
                    <a:pt x="1462453" y="191020"/>
                  </a:lnTo>
                  <a:lnTo>
                    <a:pt x="1457037" y="191020"/>
                  </a:lnTo>
                  <a:lnTo>
                    <a:pt x="1451620" y="191020"/>
                  </a:lnTo>
                  <a:lnTo>
                    <a:pt x="1446204" y="191020"/>
                  </a:lnTo>
                  <a:lnTo>
                    <a:pt x="1440787" y="191020"/>
                  </a:lnTo>
                  <a:lnTo>
                    <a:pt x="1435371" y="191020"/>
                  </a:lnTo>
                  <a:lnTo>
                    <a:pt x="1429954" y="191020"/>
                  </a:lnTo>
                  <a:lnTo>
                    <a:pt x="1424538" y="191020"/>
                  </a:lnTo>
                  <a:lnTo>
                    <a:pt x="1419121" y="191020"/>
                  </a:lnTo>
                  <a:lnTo>
                    <a:pt x="1413705" y="191020"/>
                  </a:lnTo>
                  <a:lnTo>
                    <a:pt x="1408288" y="191020"/>
                  </a:lnTo>
                  <a:lnTo>
                    <a:pt x="1402872" y="191020"/>
                  </a:lnTo>
                  <a:lnTo>
                    <a:pt x="1397455" y="191020"/>
                  </a:lnTo>
                  <a:lnTo>
                    <a:pt x="1392039" y="191020"/>
                  </a:lnTo>
                  <a:lnTo>
                    <a:pt x="1386622" y="191020"/>
                  </a:lnTo>
                  <a:lnTo>
                    <a:pt x="1381206" y="191020"/>
                  </a:lnTo>
                  <a:lnTo>
                    <a:pt x="1375789" y="191020"/>
                  </a:lnTo>
                  <a:lnTo>
                    <a:pt x="1370373" y="191020"/>
                  </a:lnTo>
                  <a:lnTo>
                    <a:pt x="1364956" y="191020"/>
                  </a:lnTo>
                  <a:lnTo>
                    <a:pt x="1359540" y="191020"/>
                  </a:lnTo>
                  <a:lnTo>
                    <a:pt x="1354123" y="191020"/>
                  </a:lnTo>
                  <a:lnTo>
                    <a:pt x="1348707" y="191020"/>
                  </a:lnTo>
                  <a:lnTo>
                    <a:pt x="1343290" y="191020"/>
                  </a:lnTo>
                  <a:lnTo>
                    <a:pt x="1337874" y="191020"/>
                  </a:lnTo>
                  <a:lnTo>
                    <a:pt x="1332457" y="191020"/>
                  </a:lnTo>
                  <a:lnTo>
                    <a:pt x="1327041" y="191020"/>
                  </a:lnTo>
                  <a:lnTo>
                    <a:pt x="1321624" y="191020"/>
                  </a:lnTo>
                  <a:lnTo>
                    <a:pt x="1316208" y="191020"/>
                  </a:lnTo>
                  <a:lnTo>
                    <a:pt x="1310791" y="191020"/>
                  </a:lnTo>
                  <a:lnTo>
                    <a:pt x="1305375" y="191020"/>
                  </a:lnTo>
                  <a:lnTo>
                    <a:pt x="1299958" y="191020"/>
                  </a:lnTo>
                  <a:lnTo>
                    <a:pt x="1294542" y="191020"/>
                  </a:lnTo>
                  <a:lnTo>
                    <a:pt x="1289125" y="191020"/>
                  </a:lnTo>
                  <a:lnTo>
                    <a:pt x="1283709" y="191020"/>
                  </a:lnTo>
                  <a:lnTo>
                    <a:pt x="1278292" y="191020"/>
                  </a:lnTo>
                  <a:lnTo>
                    <a:pt x="1272876" y="191020"/>
                  </a:lnTo>
                  <a:lnTo>
                    <a:pt x="1267459" y="191020"/>
                  </a:lnTo>
                  <a:lnTo>
                    <a:pt x="1262043" y="191020"/>
                  </a:lnTo>
                  <a:lnTo>
                    <a:pt x="1256626" y="191020"/>
                  </a:lnTo>
                  <a:lnTo>
                    <a:pt x="1251210" y="191020"/>
                  </a:lnTo>
                  <a:lnTo>
                    <a:pt x="1245793" y="191020"/>
                  </a:lnTo>
                  <a:lnTo>
                    <a:pt x="1240377" y="191020"/>
                  </a:lnTo>
                  <a:lnTo>
                    <a:pt x="1234960" y="191020"/>
                  </a:lnTo>
                  <a:lnTo>
                    <a:pt x="1229544" y="191020"/>
                  </a:lnTo>
                  <a:lnTo>
                    <a:pt x="1224127" y="191020"/>
                  </a:lnTo>
                  <a:lnTo>
                    <a:pt x="1218711" y="191020"/>
                  </a:lnTo>
                  <a:lnTo>
                    <a:pt x="1213294" y="191020"/>
                  </a:lnTo>
                  <a:lnTo>
                    <a:pt x="1207878" y="191020"/>
                  </a:lnTo>
                  <a:lnTo>
                    <a:pt x="1202461" y="191020"/>
                  </a:lnTo>
                  <a:lnTo>
                    <a:pt x="1197045" y="191020"/>
                  </a:lnTo>
                  <a:lnTo>
                    <a:pt x="1191628" y="191020"/>
                  </a:lnTo>
                  <a:lnTo>
                    <a:pt x="1186212" y="191020"/>
                  </a:lnTo>
                  <a:lnTo>
                    <a:pt x="1180795" y="191020"/>
                  </a:lnTo>
                  <a:lnTo>
                    <a:pt x="1175379" y="191020"/>
                  </a:lnTo>
                  <a:lnTo>
                    <a:pt x="1169962" y="191020"/>
                  </a:lnTo>
                  <a:lnTo>
                    <a:pt x="1164546" y="191020"/>
                  </a:lnTo>
                  <a:lnTo>
                    <a:pt x="1159129" y="191020"/>
                  </a:lnTo>
                  <a:lnTo>
                    <a:pt x="1153713" y="191020"/>
                  </a:lnTo>
                  <a:lnTo>
                    <a:pt x="1148296" y="191020"/>
                  </a:lnTo>
                  <a:lnTo>
                    <a:pt x="1142880" y="191020"/>
                  </a:lnTo>
                  <a:lnTo>
                    <a:pt x="1137463" y="191020"/>
                  </a:lnTo>
                  <a:lnTo>
                    <a:pt x="1132047" y="191020"/>
                  </a:lnTo>
                  <a:lnTo>
                    <a:pt x="1126630" y="191020"/>
                  </a:lnTo>
                  <a:lnTo>
                    <a:pt x="1121214" y="191020"/>
                  </a:lnTo>
                  <a:lnTo>
                    <a:pt x="1115797" y="191020"/>
                  </a:lnTo>
                  <a:lnTo>
                    <a:pt x="1110381" y="191020"/>
                  </a:lnTo>
                  <a:lnTo>
                    <a:pt x="1104964" y="191020"/>
                  </a:lnTo>
                  <a:lnTo>
                    <a:pt x="1099548" y="191020"/>
                  </a:lnTo>
                  <a:lnTo>
                    <a:pt x="1094131" y="191020"/>
                  </a:lnTo>
                  <a:lnTo>
                    <a:pt x="1088715" y="191020"/>
                  </a:lnTo>
                  <a:lnTo>
                    <a:pt x="1083298" y="191020"/>
                  </a:lnTo>
                  <a:lnTo>
                    <a:pt x="1077882" y="191020"/>
                  </a:lnTo>
                  <a:lnTo>
                    <a:pt x="1072465" y="191020"/>
                  </a:lnTo>
                  <a:lnTo>
                    <a:pt x="1067049" y="191020"/>
                  </a:lnTo>
                  <a:lnTo>
                    <a:pt x="1061632" y="191020"/>
                  </a:lnTo>
                  <a:lnTo>
                    <a:pt x="1056216" y="191020"/>
                  </a:lnTo>
                  <a:lnTo>
                    <a:pt x="1050799" y="191020"/>
                  </a:lnTo>
                  <a:lnTo>
                    <a:pt x="1045383" y="191020"/>
                  </a:lnTo>
                  <a:lnTo>
                    <a:pt x="1039966" y="191020"/>
                  </a:lnTo>
                  <a:lnTo>
                    <a:pt x="1034550" y="191020"/>
                  </a:lnTo>
                  <a:lnTo>
                    <a:pt x="1029133" y="191020"/>
                  </a:lnTo>
                  <a:lnTo>
                    <a:pt x="1023717" y="191020"/>
                  </a:lnTo>
                  <a:lnTo>
                    <a:pt x="1018300" y="191020"/>
                  </a:lnTo>
                  <a:lnTo>
                    <a:pt x="1012884" y="191020"/>
                  </a:lnTo>
                  <a:lnTo>
                    <a:pt x="1007467" y="191020"/>
                  </a:lnTo>
                  <a:lnTo>
                    <a:pt x="1002051" y="191020"/>
                  </a:lnTo>
                  <a:lnTo>
                    <a:pt x="996634" y="191020"/>
                  </a:lnTo>
                  <a:lnTo>
                    <a:pt x="991218" y="191020"/>
                  </a:lnTo>
                  <a:lnTo>
                    <a:pt x="985801" y="191020"/>
                  </a:lnTo>
                  <a:lnTo>
                    <a:pt x="980385" y="191020"/>
                  </a:lnTo>
                  <a:lnTo>
                    <a:pt x="974969" y="191020"/>
                  </a:lnTo>
                  <a:lnTo>
                    <a:pt x="969552" y="191020"/>
                  </a:lnTo>
                  <a:lnTo>
                    <a:pt x="964136" y="191020"/>
                  </a:lnTo>
                  <a:lnTo>
                    <a:pt x="958719" y="191020"/>
                  </a:lnTo>
                  <a:lnTo>
                    <a:pt x="953303" y="191020"/>
                  </a:lnTo>
                  <a:lnTo>
                    <a:pt x="947886" y="191020"/>
                  </a:lnTo>
                  <a:lnTo>
                    <a:pt x="942470" y="191020"/>
                  </a:lnTo>
                  <a:lnTo>
                    <a:pt x="937053" y="191020"/>
                  </a:lnTo>
                  <a:lnTo>
                    <a:pt x="931637" y="191020"/>
                  </a:lnTo>
                  <a:lnTo>
                    <a:pt x="926220" y="191020"/>
                  </a:lnTo>
                  <a:lnTo>
                    <a:pt x="920804" y="191020"/>
                  </a:lnTo>
                  <a:lnTo>
                    <a:pt x="915387" y="191020"/>
                  </a:lnTo>
                  <a:lnTo>
                    <a:pt x="909971" y="191020"/>
                  </a:lnTo>
                  <a:lnTo>
                    <a:pt x="904554" y="191020"/>
                  </a:lnTo>
                  <a:lnTo>
                    <a:pt x="899138" y="191020"/>
                  </a:lnTo>
                  <a:lnTo>
                    <a:pt x="893721" y="191020"/>
                  </a:lnTo>
                  <a:lnTo>
                    <a:pt x="888305" y="191020"/>
                  </a:lnTo>
                  <a:lnTo>
                    <a:pt x="882888" y="191020"/>
                  </a:lnTo>
                  <a:lnTo>
                    <a:pt x="877472" y="191020"/>
                  </a:lnTo>
                  <a:lnTo>
                    <a:pt x="872055" y="191020"/>
                  </a:lnTo>
                  <a:lnTo>
                    <a:pt x="866639" y="191020"/>
                  </a:lnTo>
                  <a:lnTo>
                    <a:pt x="861222" y="191020"/>
                  </a:lnTo>
                  <a:lnTo>
                    <a:pt x="855806" y="191020"/>
                  </a:lnTo>
                  <a:lnTo>
                    <a:pt x="850389" y="191020"/>
                  </a:lnTo>
                  <a:lnTo>
                    <a:pt x="844973" y="191020"/>
                  </a:lnTo>
                  <a:lnTo>
                    <a:pt x="839556" y="191020"/>
                  </a:lnTo>
                  <a:lnTo>
                    <a:pt x="834140" y="191020"/>
                  </a:lnTo>
                  <a:lnTo>
                    <a:pt x="828723" y="191020"/>
                  </a:lnTo>
                  <a:lnTo>
                    <a:pt x="823307" y="191020"/>
                  </a:lnTo>
                  <a:lnTo>
                    <a:pt x="817890" y="191020"/>
                  </a:lnTo>
                  <a:lnTo>
                    <a:pt x="812474" y="191020"/>
                  </a:lnTo>
                  <a:lnTo>
                    <a:pt x="807057" y="191020"/>
                  </a:lnTo>
                  <a:lnTo>
                    <a:pt x="801641" y="191020"/>
                  </a:lnTo>
                  <a:lnTo>
                    <a:pt x="796224" y="191020"/>
                  </a:lnTo>
                  <a:lnTo>
                    <a:pt x="790808" y="191020"/>
                  </a:lnTo>
                  <a:lnTo>
                    <a:pt x="785391" y="191020"/>
                  </a:lnTo>
                  <a:lnTo>
                    <a:pt x="779975" y="191020"/>
                  </a:lnTo>
                  <a:lnTo>
                    <a:pt x="774558" y="191020"/>
                  </a:lnTo>
                  <a:lnTo>
                    <a:pt x="769142" y="191020"/>
                  </a:lnTo>
                  <a:lnTo>
                    <a:pt x="763725" y="191020"/>
                  </a:lnTo>
                  <a:lnTo>
                    <a:pt x="758309" y="191020"/>
                  </a:lnTo>
                  <a:lnTo>
                    <a:pt x="752892" y="191020"/>
                  </a:lnTo>
                  <a:lnTo>
                    <a:pt x="747476" y="191020"/>
                  </a:lnTo>
                  <a:lnTo>
                    <a:pt x="742059" y="191020"/>
                  </a:lnTo>
                  <a:lnTo>
                    <a:pt x="736643" y="191020"/>
                  </a:lnTo>
                  <a:lnTo>
                    <a:pt x="731226" y="191020"/>
                  </a:lnTo>
                  <a:lnTo>
                    <a:pt x="725810" y="191020"/>
                  </a:lnTo>
                  <a:lnTo>
                    <a:pt x="720393" y="191020"/>
                  </a:lnTo>
                  <a:lnTo>
                    <a:pt x="714977" y="191020"/>
                  </a:lnTo>
                  <a:lnTo>
                    <a:pt x="709560" y="191020"/>
                  </a:lnTo>
                  <a:lnTo>
                    <a:pt x="704144" y="191020"/>
                  </a:lnTo>
                  <a:lnTo>
                    <a:pt x="698727" y="191020"/>
                  </a:lnTo>
                  <a:lnTo>
                    <a:pt x="693311" y="191020"/>
                  </a:lnTo>
                  <a:lnTo>
                    <a:pt x="687894" y="191020"/>
                  </a:lnTo>
                  <a:lnTo>
                    <a:pt x="682478" y="191020"/>
                  </a:lnTo>
                  <a:lnTo>
                    <a:pt x="677061" y="191020"/>
                  </a:lnTo>
                  <a:lnTo>
                    <a:pt x="671645" y="191020"/>
                  </a:lnTo>
                  <a:lnTo>
                    <a:pt x="666228" y="191020"/>
                  </a:lnTo>
                  <a:lnTo>
                    <a:pt x="660812" y="191020"/>
                  </a:lnTo>
                  <a:lnTo>
                    <a:pt x="655395" y="191020"/>
                  </a:lnTo>
                  <a:lnTo>
                    <a:pt x="649979" y="191020"/>
                  </a:lnTo>
                  <a:lnTo>
                    <a:pt x="644562" y="191020"/>
                  </a:lnTo>
                  <a:lnTo>
                    <a:pt x="639146" y="191020"/>
                  </a:lnTo>
                  <a:lnTo>
                    <a:pt x="633729" y="191020"/>
                  </a:lnTo>
                  <a:lnTo>
                    <a:pt x="628313" y="191020"/>
                  </a:lnTo>
                  <a:lnTo>
                    <a:pt x="622896" y="191020"/>
                  </a:lnTo>
                  <a:lnTo>
                    <a:pt x="617480" y="191020"/>
                  </a:lnTo>
                  <a:lnTo>
                    <a:pt x="612063" y="191020"/>
                  </a:lnTo>
                  <a:lnTo>
                    <a:pt x="606647" y="191020"/>
                  </a:lnTo>
                  <a:lnTo>
                    <a:pt x="601230" y="191020"/>
                  </a:lnTo>
                  <a:lnTo>
                    <a:pt x="595814" y="191020"/>
                  </a:lnTo>
                  <a:lnTo>
                    <a:pt x="590397" y="191020"/>
                  </a:lnTo>
                  <a:lnTo>
                    <a:pt x="584981" y="191020"/>
                  </a:lnTo>
                  <a:lnTo>
                    <a:pt x="579564" y="191020"/>
                  </a:lnTo>
                  <a:lnTo>
                    <a:pt x="574148" y="191020"/>
                  </a:lnTo>
                  <a:lnTo>
                    <a:pt x="568731" y="191020"/>
                  </a:lnTo>
                  <a:lnTo>
                    <a:pt x="563315" y="191020"/>
                  </a:lnTo>
                  <a:lnTo>
                    <a:pt x="557898" y="191020"/>
                  </a:lnTo>
                  <a:lnTo>
                    <a:pt x="552482" y="191020"/>
                  </a:lnTo>
                  <a:lnTo>
                    <a:pt x="547065" y="191020"/>
                  </a:lnTo>
                  <a:lnTo>
                    <a:pt x="541649" y="191020"/>
                  </a:lnTo>
                  <a:lnTo>
                    <a:pt x="536232" y="191020"/>
                  </a:lnTo>
                  <a:lnTo>
                    <a:pt x="530816" y="191020"/>
                  </a:lnTo>
                  <a:lnTo>
                    <a:pt x="525399" y="191020"/>
                  </a:lnTo>
                  <a:lnTo>
                    <a:pt x="519983" y="191020"/>
                  </a:lnTo>
                  <a:lnTo>
                    <a:pt x="514566" y="191020"/>
                  </a:lnTo>
                  <a:lnTo>
                    <a:pt x="509150" y="191020"/>
                  </a:lnTo>
                  <a:lnTo>
                    <a:pt x="503733" y="191020"/>
                  </a:lnTo>
                  <a:lnTo>
                    <a:pt x="498317" y="191020"/>
                  </a:lnTo>
                  <a:lnTo>
                    <a:pt x="492900" y="191020"/>
                  </a:lnTo>
                  <a:lnTo>
                    <a:pt x="487484" y="191020"/>
                  </a:lnTo>
                  <a:lnTo>
                    <a:pt x="482068" y="191020"/>
                  </a:lnTo>
                  <a:lnTo>
                    <a:pt x="476651" y="191020"/>
                  </a:lnTo>
                  <a:lnTo>
                    <a:pt x="471235" y="191020"/>
                  </a:lnTo>
                  <a:lnTo>
                    <a:pt x="465818" y="191020"/>
                  </a:lnTo>
                  <a:lnTo>
                    <a:pt x="460402" y="191020"/>
                  </a:lnTo>
                  <a:lnTo>
                    <a:pt x="454985" y="191020"/>
                  </a:lnTo>
                  <a:lnTo>
                    <a:pt x="449569" y="191020"/>
                  </a:lnTo>
                  <a:lnTo>
                    <a:pt x="444152" y="191020"/>
                  </a:lnTo>
                  <a:lnTo>
                    <a:pt x="438736" y="191020"/>
                  </a:lnTo>
                  <a:lnTo>
                    <a:pt x="433319" y="191020"/>
                  </a:lnTo>
                  <a:lnTo>
                    <a:pt x="427903" y="191020"/>
                  </a:lnTo>
                  <a:lnTo>
                    <a:pt x="422486" y="191020"/>
                  </a:lnTo>
                  <a:lnTo>
                    <a:pt x="417070" y="191020"/>
                  </a:lnTo>
                  <a:lnTo>
                    <a:pt x="411653" y="191020"/>
                  </a:lnTo>
                  <a:lnTo>
                    <a:pt x="406237" y="191020"/>
                  </a:lnTo>
                  <a:lnTo>
                    <a:pt x="400820" y="191020"/>
                  </a:lnTo>
                  <a:lnTo>
                    <a:pt x="395404" y="191020"/>
                  </a:lnTo>
                  <a:lnTo>
                    <a:pt x="389987" y="191020"/>
                  </a:lnTo>
                  <a:lnTo>
                    <a:pt x="384571" y="191020"/>
                  </a:lnTo>
                  <a:lnTo>
                    <a:pt x="379154" y="191020"/>
                  </a:lnTo>
                  <a:lnTo>
                    <a:pt x="373738" y="191020"/>
                  </a:lnTo>
                  <a:lnTo>
                    <a:pt x="368321" y="191020"/>
                  </a:lnTo>
                  <a:lnTo>
                    <a:pt x="362905" y="191020"/>
                  </a:lnTo>
                  <a:lnTo>
                    <a:pt x="357488" y="191020"/>
                  </a:lnTo>
                  <a:lnTo>
                    <a:pt x="352072" y="191020"/>
                  </a:lnTo>
                  <a:lnTo>
                    <a:pt x="346655" y="191020"/>
                  </a:lnTo>
                  <a:lnTo>
                    <a:pt x="341239" y="191020"/>
                  </a:lnTo>
                  <a:lnTo>
                    <a:pt x="335822" y="191020"/>
                  </a:lnTo>
                  <a:lnTo>
                    <a:pt x="330406" y="191020"/>
                  </a:lnTo>
                  <a:lnTo>
                    <a:pt x="324989" y="191020"/>
                  </a:lnTo>
                  <a:lnTo>
                    <a:pt x="319573" y="191020"/>
                  </a:lnTo>
                  <a:lnTo>
                    <a:pt x="314156" y="191020"/>
                  </a:lnTo>
                  <a:lnTo>
                    <a:pt x="308740" y="191020"/>
                  </a:lnTo>
                  <a:lnTo>
                    <a:pt x="303323" y="191020"/>
                  </a:lnTo>
                  <a:lnTo>
                    <a:pt x="297907" y="191020"/>
                  </a:lnTo>
                  <a:lnTo>
                    <a:pt x="292490" y="191020"/>
                  </a:lnTo>
                  <a:lnTo>
                    <a:pt x="287074" y="191020"/>
                  </a:lnTo>
                  <a:lnTo>
                    <a:pt x="281657" y="191020"/>
                  </a:lnTo>
                  <a:lnTo>
                    <a:pt x="276241" y="191020"/>
                  </a:lnTo>
                  <a:lnTo>
                    <a:pt x="270824" y="191020"/>
                  </a:lnTo>
                  <a:lnTo>
                    <a:pt x="265408" y="191020"/>
                  </a:lnTo>
                  <a:lnTo>
                    <a:pt x="259991" y="191020"/>
                  </a:lnTo>
                  <a:lnTo>
                    <a:pt x="254575" y="191020"/>
                  </a:lnTo>
                  <a:lnTo>
                    <a:pt x="249158" y="191020"/>
                  </a:lnTo>
                  <a:lnTo>
                    <a:pt x="243742" y="191020"/>
                  </a:lnTo>
                  <a:lnTo>
                    <a:pt x="238325" y="191020"/>
                  </a:lnTo>
                  <a:lnTo>
                    <a:pt x="232909" y="191020"/>
                  </a:lnTo>
                  <a:lnTo>
                    <a:pt x="227492" y="191020"/>
                  </a:lnTo>
                  <a:lnTo>
                    <a:pt x="222076" y="191020"/>
                  </a:lnTo>
                  <a:lnTo>
                    <a:pt x="216659" y="191020"/>
                  </a:lnTo>
                  <a:lnTo>
                    <a:pt x="211243" y="191020"/>
                  </a:lnTo>
                  <a:lnTo>
                    <a:pt x="205826" y="191020"/>
                  </a:lnTo>
                  <a:lnTo>
                    <a:pt x="200410" y="191020"/>
                  </a:lnTo>
                  <a:lnTo>
                    <a:pt x="194993" y="191020"/>
                  </a:lnTo>
                  <a:lnTo>
                    <a:pt x="189577" y="191020"/>
                  </a:lnTo>
                  <a:lnTo>
                    <a:pt x="184160" y="191020"/>
                  </a:lnTo>
                  <a:lnTo>
                    <a:pt x="178744" y="191020"/>
                  </a:lnTo>
                  <a:lnTo>
                    <a:pt x="173327" y="191020"/>
                  </a:lnTo>
                  <a:lnTo>
                    <a:pt x="167911" y="191020"/>
                  </a:lnTo>
                  <a:lnTo>
                    <a:pt x="162494" y="191020"/>
                  </a:lnTo>
                  <a:lnTo>
                    <a:pt x="157078" y="191020"/>
                  </a:lnTo>
                  <a:lnTo>
                    <a:pt x="151661" y="191020"/>
                  </a:lnTo>
                  <a:lnTo>
                    <a:pt x="146245" y="191020"/>
                  </a:lnTo>
                  <a:lnTo>
                    <a:pt x="140828" y="191020"/>
                  </a:lnTo>
                  <a:lnTo>
                    <a:pt x="135412" y="191020"/>
                  </a:lnTo>
                  <a:lnTo>
                    <a:pt x="129995" y="191020"/>
                  </a:lnTo>
                  <a:lnTo>
                    <a:pt x="124579" y="191020"/>
                  </a:lnTo>
                  <a:lnTo>
                    <a:pt x="119162" y="191020"/>
                  </a:lnTo>
                  <a:lnTo>
                    <a:pt x="113746" y="191020"/>
                  </a:lnTo>
                  <a:lnTo>
                    <a:pt x="108329" y="191020"/>
                  </a:lnTo>
                  <a:lnTo>
                    <a:pt x="102913" y="191020"/>
                  </a:lnTo>
                  <a:lnTo>
                    <a:pt x="97496" y="191020"/>
                  </a:lnTo>
                  <a:lnTo>
                    <a:pt x="92080" y="191020"/>
                  </a:lnTo>
                  <a:lnTo>
                    <a:pt x="86663" y="191020"/>
                  </a:lnTo>
                  <a:lnTo>
                    <a:pt x="81247" y="191020"/>
                  </a:lnTo>
                  <a:lnTo>
                    <a:pt x="75830" y="191020"/>
                  </a:lnTo>
                  <a:lnTo>
                    <a:pt x="70414" y="191020"/>
                  </a:lnTo>
                  <a:lnTo>
                    <a:pt x="64997" y="191020"/>
                  </a:lnTo>
                  <a:lnTo>
                    <a:pt x="59581" y="191020"/>
                  </a:lnTo>
                  <a:lnTo>
                    <a:pt x="54164" y="191020"/>
                  </a:lnTo>
                  <a:lnTo>
                    <a:pt x="48748" y="191020"/>
                  </a:lnTo>
                  <a:lnTo>
                    <a:pt x="43331" y="191020"/>
                  </a:lnTo>
                  <a:lnTo>
                    <a:pt x="37915" y="191020"/>
                  </a:lnTo>
                  <a:lnTo>
                    <a:pt x="32498" y="191020"/>
                  </a:lnTo>
                  <a:lnTo>
                    <a:pt x="27082" y="191020"/>
                  </a:lnTo>
                  <a:lnTo>
                    <a:pt x="21665" y="191020"/>
                  </a:lnTo>
                  <a:lnTo>
                    <a:pt x="16249" y="191020"/>
                  </a:lnTo>
                  <a:lnTo>
                    <a:pt x="10832" y="191020"/>
                  </a:lnTo>
                  <a:lnTo>
                    <a:pt x="5416" y="191020"/>
                  </a:lnTo>
                  <a:lnTo>
                    <a:pt x="0" y="191020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629" name="pg628"/>
            <p:cNvSpPr/>
            <p:nvPr/>
          </p:nvSpPr>
          <p:spPr>
            <a:xfrm>
              <a:off x="3254198" y="5917265"/>
              <a:ext cx="3334660" cy="191020"/>
            </a:xfrm>
            <a:custGeom>
              <a:avLst/>
              <a:pathLst>
                <a:path w="3334660" h="191020">
                  <a:moveTo>
                    <a:pt x="0" y="0"/>
                  </a:moveTo>
                  <a:lnTo>
                    <a:pt x="6669" y="0"/>
                  </a:lnTo>
                  <a:lnTo>
                    <a:pt x="13338" y="0"/>
                  </a:lnTo>
                  <a:lnTo>
                    <a:pt x="20007" y="0"/>
                  </a:lnTo>
                  <a:lnTo>
                    <a:pt x="26677" y="0"/>
                  </a:lnTo>
                  <a:lnTo>
                    <a:pt x="33346" y="0"/>
                  </a:lnTo>
                  <a:lnTo>
                    <a:pt x="40015" y="0"/>
                  </a:lnTo>
                  <a:lnTo>
                    <a:pt x="46685" y="0"/>
                  </a:lnTo>
                  <a:lnTo>
                    <a:pt x="53354" y="0"/>
                  </a:lnTo>
                  <a:lnTo>
                    <a:pt x="60023" y="0"/>
                  </a:lnTo>
                  <a:lnTo>
                    <a:pt x="66693" y="0"/>
                  </a:lnTo>
                  <a:lnTo>
                    <a:pt x="73362" y="0"/>
                  </a:lnTo>
                  <a:lnTo>
                    <a:pt x="80031" y="0"/>
                  </a:lnTo>
                  <a:lnTo>
                    <a:pt x="86701" y="0"/>
                  </a:lnTo>
                  <a:lnTo>
                    <a:pt x="93370" y="0"/>
                  </a:lnTo>
                  <a:lnTo>
                    <a:pt x="100039" y="0"/>
                  </a:lnTo>
                  <a:lnTo>
                    <a:pt x="106709" y="0"/>
                  </a:lnTo>
                  <a:lnTo>
                    <a:pt x="113378" y="0"/>
                  </a:lnTo>
                  <a:lnTo>
                    <a:pt x="120047" y="0"/>
                  </a:lnTo>
                  <a:lnTo>
                    <a:pt x="126717" y="0"/>
                  </a:lnTo>
                  <a:lnTo>
                    <a:pt x="133386" y="0"/>
                  </a:lnTo>
                  <a:lnTo>
                    <a:pt x="140055" y="0"/>
                  </a:lnTo>
                  <a:lnTo>
                    <a:pt x="146725" y="0"/>
                  </a:lnTo>
                  <a:lnTo>
                    <a:pt x="153394" y="0"/>
                  </a:lnTo>
                  <a:lnTo>
                    <a:pt x="160063" y="0"/>
                  </a:lnTo>
                  <a:lnTo>
                    <a:pt x="166733" y="0"/>
                  </a:lnTo>
                  <a:lnTo>
                    <a:pt x="173402" y="0"/>
                  </a:lnTo>
                  <a:lnTo>
                    <a:pt x="180071" y="0"/>
                  </a:lnTo>
                  <a:lnTo>
                    <a:pt x="186740" y="0"/>
                  </a:lnTo>
                  <a:lnTo>
                    <a:pt x="193410" y="0"/>
                  </a:lnTo>
                  <a:lnTo>
                    <a:pt x="200079" y="0"/>
                  </a:lnTo>
                  <a:lnTo>
                    <a:pt x="206748" y="0"/>
                  </a:lnTo>
                  <a:lnTo>
                    <a:pt x="213418" y="0"/>
                  </a:lnTo>
                  <a:lnTo>
                    <a:pt x="220087" y="0"/>
                  </a:lnTo>
                  <a:lnTo>
                    <a:pt x="226756" y="0"/>
                  </a:lnTo>
                  <a:lnTo>
                    <a:pt x="233426" y="0"/>
                  </a:lnTo>
                  <a:lnTo>
                    <a:pt x="240095" y="0"/>
                  </a:lnTo>
                  <a:lnTo>
                    <a:pt x="246764" y="0"/>
                  </a:lnTo>
                  <a:lnTo>
                    <a:pt x="253434" y="0"/>
                  </a:lnTo>
                  <a:lnTo>
                    <a:pt x="260103" y="0"/>
                  </a:lnTo>
                  <a:lnTo>
                    <a:pt x="266772" y="0"/>
                  </a:lnTo>
                  <a:lnTo>
                    <a:pt x="273442" y="0"/>
                  </a:lnTo>
                  <a:lnTo>
                    <a:pt x="280111" y="0"/>
                  </a:lnTo>
                  <a:lnTo>
                    <a:pt x="286780" y="0"/>
                  </a:lnTo>
                  <a:lnTo>
                    <a:pt x="293450" y="0"/>
                  </a:lnTo>
                  <a:lnTo>
                    <a:pt x="300119" y="0"/>
                  </a:lnTo>
                  <a:lnTo>
                    <a:pt x="306788" y="0"/>
                  </a:lnTo>
                  <a:lnTo>
                    <a:pt x="313458" y="0"/>
                  </a:lnTo>
                  <a:lnTo>
                    <a:pt x="320127" y="0"/>
                  </a:lnTo>
                  <a:lnTo>
                    <a:pt x="326796" y="0"/>
                  </a:lnTo>
                  <a:lnTo>
                    <a:pt x="333466" y="0"/>
                  </a:lnTo>
                  <a:lnTo>
                    <a:pt x="340135" y="0"/>
                  </a:lnTo>
                  <a:lnTo>
                    <a:pt x="346804" y="0"/>
                  </a:lnTo>
                  <a:lnTo>
                    <a:pt x="353473" y="0"/>
                  </a:lnTo>
                  <a:lnTo>
                    <a:pt x="360143" y="0"/>
                  </a:lnTo>
                  <a:lnTo>
                    <a:pt x="366812" y="0"/>
                  </a:lnTo>
                  <a:lnTo>
                    <a:pt x="373481" y="0"/>
                  </a:lnTo>
                  <a:lnTo>
                    <a:pt x="380151" y="0"/>
                  </a:lnTo>
                  <a:lnTo>
                    <a:pt x="386820" y="0"/>
                  </a:lnTo>
                  <a:lnTo>
                    <a:pt x="393489" y="0"/>
                  </a:lnTo>
                  <a:lnTo>
                    <a:pt x="400159" y="0"/>
                  </a:lnTo>
                  <a:lnTo>
                    <a:pt x="406828" y="0"/>
                  </a:lnTo>
                  <a:lnTo>
                    <a:pt x="413497" y="0"/>
                  </a:lnTo>
                  <a:lnTo>
                    <a:pt x="420167" y="0"/>
                  </a:lnTo>
                  <a:lnTo>
                    <a:pt x="426836" y="0"/>
                  </a:lnTo>
                  <a:lnTo>
                    <a:pt x="433505" y="0"/>
                  </a:lnTo>
                  <a:lnTo>
                    <a:pt x="440175" y="0"/>
                  </a:lnTo>
                  <a:lnTo>
                    <a:pt x="446844" y="0"/>
                  </a:lnTo>
                  <a:lnTo>
                    <a:pt x="453513" y="0"/>
                  </a:lnTo>
                  <a:lnTo>
                    <a:pt x="460183" y="0"/>
                  </a:lnTo>
                  <a:lnTo>
                    <a:pt x="466852" y="0"/>
                  </a:lnTo>
                  <a:lnTo>
                    <a:pt x="473521" y="0"/>
                  </a:lnTo>
                  <a:lnTo>
                    <a:pt x="480191" y="0"/>
                  </a:lnTo>
                  <a:lnTo>
                    <a:pt x="486860" y="0"/>
                  </a:lnTo>
                  <a:lnTo>
                    <a:pt x="493529" y="0"/>
                  </a:lnTo>
                  <a:lnTo>
                    <a:pt x="500199" y="0"/>
                  </a:lnTo>
                  <a:lnTo>
                    <a:pt x="506868" y="0"/>
                  </a:lnTo>
                  <a:lnTo>
                    <a:pt x="513537" y="0"/>
                  </a:lnTo>
                  <a:lnTo>
                    <a:pt x="520206" y="0"/>
                  </a:lnTo>
                  <a:lnTo>
                    <a:pt x="526876" y="0"/>
                  </a:lnTo>
                  <a:lnTo>
                    <a:pt x="533545" y="0"/>
                  </a:lnTo>
                  <a:lnTo>
                    <a:pt x="540214" y="0"/>
                  </a:lnTo>
                  <a:lnTo>
                    <a:pt x="546884" y="0"/>
                  </a:lnTo>
                  <a:lnTo>
                    <a:pt x="553553" y="0"/>
                  </a:lnTo>
                  <a:lnTo>
                    <a:pt x="560222" y="0"/>
                  </a:lnTo>
                  <a:lnTo>
                    <a:pt x="566892" y="0"/>
                  </a:lnTo>
                  <a:lnTo>
                    <a:pt x="573561" y="0"/>
                  </a:lnTo>
                  <a:lnTo>
                    <a:pt x="580230" y="0"/>
                  </a:lnTo>
                  <a:lnTo>
                    <a:pt x="586900" y="0"/>
                  </a:lnTo>
                  <a:lnTo>
                    <a:pt x="593569" y="0"/>
                  </a:lnTo>
                  <a:lnTo>
                    <a:pt x="600238" y="0"/>
                  </a:lnTo>
                  <a:lnTo>
                    <a:pt x="606908" y="0"/>
                  </a:lnTo>
                  <a:lnTo>
                    <a:pt x="613577" y="0"/>
                  </a:lnTo>
                  <a:lnTo>
                    <a:pt x="620246" y="0"/>
                  </a:lnTo>
                  <a:lnTo>
                    <a:pt x="626916" y="0"/>
                  </a:lnTo>
                  <a:lnTo>
                    <a:pt x="633585" y="0"/>
                  </a:lnTo>
                  <a:lnTo>
                    <a:pt x="640254" y="0"/>
                  </a:lnTo>
                  <a:lnTo>
                    <a:pt x="646924" y="0"/>
                  </a:lnTo>
                  <a:lnTo>
                    <a:pt x="653593" y="0"/>
                  </a:lnTo>
                  <a:lnTo>
                    <a:pt x="660262" y="0"/>
                  </a:lnTo>
                  <a:lnTo>
                    <a:pt x="666932" y="0"/>
                  </a:lnTo>
                  <a:lnTo>
                    <a:pt x="673601" y="0"/>
                  </a:lnTo>
                  <a:lnTo>
                    <a:pt x="680270" y="0"/>
                  </a:lnTo>
                  <a:lnTo>
                    <a:pt x="686939" y="0"/>
                  </a:lnTo>
                  <a:lnTo>
                    <a:pt x="693609" y="0"/>
                  </a:lnTo>
                  <a:lnTo>
                    <a:pt x="700278" y="0"/>
                  </a:lnTo>
                  <a:lnTo>
                    <a:pt x="706947" y="0"/>
                  </a:lnTo>
                  <a:lnTo>
                    <a:pt x="713617" y="0"/>
                  </a:lnTo>
                  <a:lnTo>
                    <a:pt x="720286" y="0"/>
                  </a:lnTo>
                  <a:lnTo>
                    <a:pt x="726955" y="0"/>
                  </a:lnTo>
                  <a:lnTo>
                    <a:pt x="733625" y="0"/>
                  </a:lnTo>
                  <a:lnTo>
                    <a:pt x="740294" y="0"/>
                  </a:lnTo>
                  <a:lnTo>
                    <a:pt x="746963" y="0"/>
                  </a:lnTo>
                  <a:lnTo>
                    <a:pt x="753633" y="0"/>
                  </a:lnTo>
                  <a:lnTo>
                    <a:pt x="760302" y="0"/>
                  </a:lnTo>
                  <a:lnTo>
                    <a:pt x="766971" y="0"/>
                  </a:lnTo>
                  <a:lnTo>
                    <a:pt x="773641" y="0"/>
                  </a:lnTo>
                  <a:lnTo>
                    <a:pt x="780310" y="0"/>
                  </a:lnTo>
                  <a:lnTo>
                    <a:pt x="786979" y="0"/>
                  </a:lnTo>
                  <a:lnTo>
                    <a:pt x="793649" y="0"/>
                  </a:lnTo>
                  <a:lnTo>
                    <a:pt x="800318" y="0"/>
                  </a:lnTo>
                  <a:lnTo>
                    <a:pt x="806987" y="0"/>
                  </a:lnTo>
                  <a:lnTo>
                    <a:pt x="813657" y="0"/>
                  </a:lnTo>
                  <a:lnTo>
                    <a:pt x="820326" y="0"/>
                  </a:lnTo>
                  <a:lnTo>
                    <a:pt x="826995" y="0"/>
                  </a:lnTo>
                  <a:lnTo>
                    <a:pt x="833665" y="0"/>
                  </a:lnTo>
                  <a:lnTo>
                    <a:pt x="840334" y="0"/>
                  </a:lnTo>
                  <a:lnTo>
                    <a:pt x="847003" y="0"/>
                  </a:lnTo>
                  <a:lnTo>
                    <a:pt x="853672" y="0"/>
                  </a:lnTo>
                  <a:lnTo>
                    <a:pt x="860342" y="0"/>
                  </a:lnTo>
                  <a:lnTo>
                    <a:pt x="867011" y="0"/>
                  </a:lnTo>
                  <a:lnTo>
                    <a:pt x="873680" y="0"/>
                  </a:lnTo>
                  <a:lnTo>
                    <a:pt x="880350" y="0"/>
                  </a:lnTo>
                  <a:lnTo>
                    <a:pt x="887019" y="0"/>
                  </a:lnTo>
                  <a:lnTo>
                    <a:pt x="893688" y="0"/>
                  </a:lnTo>
                  <a:lnTo>
                    <a:pt x="900358" y="0"/>
                  </a:lnTo>
                  <a:lnTo>
                    <a:pt x="907027" y="0"/>
                  </a:lnTo>
                  <a:lnTo>
                    <a:pt x="913696" y="0"/>
                  </a:lnTo>
                  <a:lnTo>
                    <a:pt x="920366" y="0"/>
                  </a:lnTo>
                  <a:lnTo>
                    <a:pt x="927035" y="0"/>
                  </a:lnTo>
                  <a:lnTo>
                    <a:pt x="933704" y="0"/>
                  </a:lnTo>
                  <a:lnTo>
                    <a:pt x="940374" y="0"/>
                  </a:lnTo>
                  <a:lnTo>
                    <a:pt x="947043" y="0"/>
                  </a:lnTo>
                  <a:lnTo>
                    <a:pt x="953712" y="0"/>
                  </a:lnTo>
                  <a:lnTo>
                    <a:pt x="960382" y="0"/>
                  </a:lnTo>
                  <a:lnTo>
                    <a:pt x="967051" y="0"/>
                  </a:lnTo>
                  <a:lnTo>
                    <a:pt x="973720" y="0"/>
                  </a:lnTo>
                  <a:lnTo>
                    <a:pt x="980390" y="0"/>
                  </a:lnTo>
                  <a:lnTo>
                    <a:pt x="987059" y="0"/>
                  </a:lnTo>
                  <a:lnTo>
                    <a:pt x="993728" y="0"/>
                  </a:lnTo>
                  <a:lnTo>
                    <a:pt x="1000398" y="0"/>
                  </a:lnTo>
                  <a:lnTo>
                    <a:pt x="1007067" y="0"/>
                  </a:lnTo>
                  <a:lnTo>
                    <a:pt x="1013736" y="0"/>
                  </a:lnTo>
                  <a:lnTo>
                    <a:pt x="1020406" y="0"/>
                  </a:lnTo>
                  <a:lnTo>
                    <a:pt x="1027075" y="0"/>
                  </a:lnTo>
                  <a:lnTo>
                    <a:pt x="1033744" y="0"/>
                  </a:lnTo>
                  <a:lnTo>
                    <a:pt x="1040413" y="0"/>
                  </a:lnTo>
                  <a:lnTo>
                    <a:pt x="1047083" y="0"/>
                  </a:lnTo>
                  <a:lnTo>
                    <a:pt x="1053752" y="0"/>
                  </a:lnTo>
                  <a:lnTo>
                    <a:pt x="1060421" y="0"/>
                  </a:lnTo>
                  <a:lnTo>
                    <a:pt x="1067091" y="0"/>
                  </a:lnTo>
                  <a:lnTo>
                    <a:pt x="1073760" y="0"/>
                  </a:lnTo>
                  <a:lnTo>
                    <a:pt x="1080429" y="0"/>
                  </a:lnTo>
                  <a:lnTo>
                    <a:pt x="1087099" y="0"/>
                  </a:lnTo>
                  <a:lnTo>
                    <a:pt x="1093768" y="0"/>
                  </a:lnTo>
                  <a:lnTo>
                    <a:pt x="1100437" y="0"/>
                  </a:lnTo>
                  <a:lnTo>
                    <a:pt x="1107107" y="0"/>
                  </a:lnTo>
                  <a:lnTo>
                    <a:pt x="1113776" y="0"/>
                  </a:lnTo>
                  <a:lnTo>
                    <a:pt x="1120445" y="0"/>
                  </a:lnTo>
                  <a:lnTo>
                    <a:pt x="1127115" y="0"/>
                  </a:lnTo>
                  <a:lnTo>
                    <a:pt x="1133784" y="0"/>
                  </a:lnTo>
                  <a:lnTo>
                    <a:pt x="1140453" y="0"/>
                  </a:lnTo>
                  <a:lnTo>
                    <a:pt x="1147123" y="0"/>
                  </a:lnTo>
                  <a:lnTo>
                    <a:pt x="1153792" y="0"/>
                  </a:lnTo>
                  <a:lnTo>
                    <a:pt x="1160461" y="0"/>
                  </a:lnTo>
                  <a:lnTo>
                    <a:pt x="1167131" y="0"/>
                  </a:lnTo>
                  <a:lnTo>
                    <a:pt x="1173800" y="0"/>
                  </a:lnTo>
                  <a:lnTo>
                    <a:pt x="1180469" y="0"/>
                  </a:lnTo>
                  <a:lnTo>
                    <a:pt x="1187139" y="0"/>
                  </a:lnTo>
                  <a:lnTo>
                    <a:pt x="1193808" y="0"/>
                  </a:lnTo>
                  <a:lnTo>
                    <a:pt x="1200477" y="0"/>
                  </a:lnTo>
                  <a:lnTo>
                    <a:pt x="1207146" y="0"/>
                  </a:lnTo>
                  <a:lnTo>
                    <a:pt x="1213816" y="0"/>
                  </a:lnTo>
                  <a:lnTo>
                    <a:pt x="1220485" y="0"/>
                  </a:lnTo>
                  <a:lnTo>
                    <a:pt x="1227154" y="0"/>
                  </a:lnTo>
                  <a:lnTo>
                    <a:pt x="1233824" y="0"/>
                  </a:lnTo>
                  <a:lnTo>
                    <a:pt x="1240493" y="0"/>
                  </a:lnTo>
                  <a:lnTo>
                    <a:pt x="1247162" y="0"/>
                  </a:lnTo>
                  <a:lnTo>
                    <a:pt x="1253832" y="0"/>
                  </a:lnTo>
                  <a:lnTo>
                    <a:pt x="1260501" y="0"/>
                  </a:lnTo>
                  <a:lnTo>
                    <a:pt x="1267170" y="0"/>
                  </a:lnTo>
                  <a:lnTo>
                    <a:pt x="1273840" y="0"/>
                  </a:lnTo>
                  <a:lnTo>
                    <a:pt x="1280509" y="0"/>
                  </a:lnTo>
                  <a:lnTo>
                    <a:pt x="1287178" y="0"/>
                  </a:lnTo>
                  <a:lnTo>
                    <a:pt x="1293848" y="0"/>
                  </a:lnTo>
                  <a:lnTo>
                    <a:pt x="1300517" y="0"/>
                  </a:lnTo>
                  <a:lnTo>
                    <a:pt x="1307186" y="0"/>
                  </a:lnTo>
                  <a:lnTo>
                    <a:pt x="1313856" y="0"/>
                  </a:lnTo>
                  <a:lnTo>
                    <a:pt x="1320525" y="0"/>
                  </a:lnTo>
                  <a:lnTo>
                    <a:pt x="1327194" y="0"/>
                  </a:lnTo>
                  <a:lnTo>
                    <a:pt x="1333864" y="0"/>
                  </a:lnTo>
                  <a:lnTo>
                    <a:pt x="1340533" y="0"/>
                  </a:lnTo>
                  <a:lnTo>
                    <a:pt x="1347202" y="0"/>
                  </a:lnTo>
                  <a:lnTo>
                    <a:pt x="1353872" y="0"/>
                  </a:lnTo>
                  <a:lnTo>
                    <a:pt x="1360541" y="0"/>
                  </a:lnTo>
                  <a:lnTo>
                    <a:pt x="1367210" y="0"/>
                  </a:lnTo>
                  <a:lnTo>
                    <a:pt x="1373879" y="0"/>
                  </a:lnTo>
                  <a:lnTo>
                    <a:pt x="1380549" y="0"/>
                  </a:lnTo>
                  <a:lnTo>
                    <a:pt x="1387218" y="0"/>
                  </a:lnTo>
                  <a:lnTo>
                    <a:pt x="1393887" y="0"/>
                  </a:lnTo>
                  <a:lnTo>
                    <a:pt x="1400557" y="0"/>
                  </a:lnTo>
                  <a:lnTo>
                    <a:pt x="1407226" y="0"/>
                  </a:lnTo>
                  <a:lnTo>
                    <a:pt x="1413895" y="0"/>
                  </a:lnTo>
                  <a:lnTo>
                    <a:pt x="1420565" y="0"/>
                  </a:lnTo>
                  <a:lnTo>
                    <a:pt x="1427234" y="0"/>
                  </a:lnTo>
                  <a:lnTo>
                    <a:pt x="1433903" y="0"/>
                  </a:lnTo>
                  <a:lnTo>
                    <a:pt x="1440573" y="0"/>
                  </a:lnTo>
                  <a:lnTo>
                    <a:pt x="1447242" y="0"/>
                  </a:lnTo>
                  <a:lnTo>
                    <a:pt x="1453911" y="0"/>
                  </a:lnTo>
                  <a:lnTo>
                    <a:pt x="1460581" y="0"/>
                  </a:lnTo>
                  <a:lnTo>
                    <a:pt x="1467250" y="0"/>
                  </a:lnTo>
                  <a:lnTo>
                    <a:pt x="1473919" y="0"/>
                  </a:lnTo>
                  <a:lnTo>
                    <a:pt x="1480589" y="0"/>
                  </a:lnTo>
                  <a:lnTo>
                    <a:pt x="1487258" y="0"/>
                  </a:lnTo>
                  <a:lnTo>
                    <a:pt x="1493927" y="0"/>
                  </a:lnTo>
                  <a:lnTo>
                    <a:pt x="1500597" y="0"/>
                  </a:lnTo>
                  <a:lnTo>
                    <a:pt x="1507266" y="0"/>
                  </a:lnTo>
                  <a:lnTo>
                    <a:pt x="1513935" y="0"/>
                  </a:lnTo>
                  <a:lnTo>
                    <a:pt x="1520605" y="0"/>
                  </a:lnTo>
                  <a:lnTo>
                    <a:pt x="1527274" y="0"/>
                  </a:lnTo>
                  <a:lnTo>
                    <a:pt x="1533943" y="0"/>
                  </a:lnTo>
                  <a:lnTo>
                    <a:pt x="1540612" y="0"/>
                  </a:lnTo>
                  <a:lnTo>
                    <a:pt x="1547282" y="0"/>
                  </a:lnTo>
                  <a:lnTo>
                    <a:pt x="1553951" y="0"/>
                  </a:lnTo>
                  <a:lnTo>
                    <a:pt x="1560620" y="0"/>
                  </a:lnTo>
                  <a:lnTo>
                    <a:pt x="1567290" y="0"/>
                  </a:lnTo>
                  <a:lnTo>
                    <a:pt x="1573959" y="0"/>
                  </a:lnTo>
                  <a:lnTo>
                    <a:pt x="1580628" y="0"/>
                  </a:lnTo>
                  <a:lnTo>
                    <a:pt x="1587298" y="0"/>
                  </a:lnTo>
                  <a:lnTo>
                    <a:pt x="1593967" y="0"/>
                  </a:lnTo>
                  <a:lnTo>
                    <a:pt x="1600636" y="0"/>
                  </a:lnTo>
                  <a:lnTo>
                    <a:pt x="1607306" y="0"/>
                  </a:lnTo>
                  <a:lnTo>
                    <a:pt x="1613975" y="0"/>
                  </a:lnTo>
                  <a:lnTo>
                    <a:pt x="1620644" y="0"/>
                  </a:lnTo>
                  <a:lnTo>
                    <a:pt x="1627314" y="0"/>
                  </a:lnTo>
                  <a:lnTo>
                    <a:pt x="1633983" y="0"/>
                  </a:lnTo>
                  <a:lnTo>
                    <a:pt x="1640652" y="0"/>
                  </a:lnTo>
                  <a:lnTo>
                    <a:pt x="1647322" y="0"/>
                  </a:lnTo>
                  <a:lnTo>
                    <a:pt x="1653991" y="0"/>
                  </a:lnTo>
                  <a:lnTo>
                    <a:pt x="1660660" y="0"/>
                  </a:lnTo>
                  <a:lnTo>
                    <a:pt x="1667330" y="0"/>
                  </a:lnTo>
                  <a:lnTo>
                    <a:pt x="1673999" y="0"/>
                  </a:lnTo>
                  <a:lnTo>
                    <a:pt x="1680668" y="0"/>
                  </a:lnTo>
                  <a:lnTo>
                    <a:pt x="1687338" y="0"/>
                  </a:lnTo>
                  <a:lnTo>
                    <a:pt x="1694007" y="0"/>
                  </a:lnTo>
                  <a:lnTo>
                    <a:pt x="1700676" y="0"/>
                  </a:lnTo>
                  <a:lnTo>
                    <a:pt x="1707345" y="0"/>
                  </a:lnTo>
                  <a:lnTo>
                    <a:pt x="1714015" y="0"/>
                  </a:lnTo>
                  <a:lnTo>
                    <a:pt x="1720684" y="0"/>
                  </a:lnTo>
                  <a:lnTo>
                    <a:pt x="1727353" y="0"/>
                  </a:lnTo>
                  <a:lnTo>
                    <a:pt x="1734023" y="0"/>
                  </a:lnTo>
                  <a:lnTo>
                    <a:pt x="1740692" y="0"/>
                  </a:lnTo>
                  <a:lnTo>
                    <a:pt x="1747361" y="0"/>
                  </a:lnTo>
                  <a:lnTo>
                    <a:pt x="1754031" y="0"/>
                  </a:lnTo>
                  <a:lnTo>
                    <a:pt x="1760700" y="0"/>
                  </a:lnTo>
                  <a:lnTo>
                    <a:pt x="1767369" y="0"/>
                  </a:lnTo>
                  <a:lnTo>
                    <a:pt x="1774039" y="0"/>
                  </a:lnTo>
                  <a:lnTo>
                    <a:pt x="1780708" y="0"/>
                  </a:lnTo>
                  <a:lnTo>
                    <a:pt x="1787377" y="0"/>
                  </a:lnTo>
                  <a:lnTo>
                    <a:pt x="1794047" y="0"/>
                  </a:lnTo>
                  <a:lnTo>
                    <a:pt x="1800716" y="0"/>
                  </a:lnTo>
                  <a:lnTo>
                    <a:pt x="1807385" y="0"/>
                  </a:lnTo>
                  <a:lnTo>
                    <a:pt x="1814055" y="0"/>
                  </a:lnTo>
                  <a:lnTo>
                    <a:pt x="1820724" y="0"/>
                  </a:lnTo>
                  <a:lnTo>
                    <a:pt x="1827393" y="0"/>
                  </a:lnTo>
                  <a:lnTo>
                    <a:pt x="1834063" y="0"/>
                  </a:lnTo>
                  <a:lnTo>
                    <a:pt x="1840732" y="0"/>
                  </a:lnTo>
                  <a:lnTo>
                    <a:pt x="1847401" y="0"/>
                  </a:lnTo>
                  <a:lnTo>
                    <a:pt x="1854071" y="0"/>
                  </a:lnTo>
                  <a:lnTo>
                    <a:pt x="1860740" y="0"/>
                  </a:lnTo>
                  <a:lnTo>
                    <a:pt x="1867409" y="0"/>
                  </a:lnTo>
                  <a:lnTo>
                    <a:pt x="1874078" y="0"/>
                  </a:lnTo>
                  <a:lnTo>
                    <a:pt x="1880748" y="0"/>
                  </a:lnTo>
                  <a:lnTo>
                    <a:pt x="1887417" y="0"/>
                  </a:lnTo>
                  <a:lnTo>
                    <a:pt x="1894086" y="0"/>
                  </a:lnTo>
                  <a:lnTo>
                    <a:pt x="1900756" y="0"/>
                  </a:lnTo>
                  <a:lnTo>
                    <a:pt x="1907425" y="0"/>
                  </a:lnTo>
                  <a:lnTo>
                    <a:pt x="1914094" y="0"/>
                  </a:lnTo>
                  <a:lnTo>
                    <a:pt x="1920764" y="0"/>
                  </a:lnTo>
                  <a:lnTo>
                    <a:pt x="1927433" y="0"/>
                  </a:lnTo>
                  <a:lnTo>
                    <a:pt x="1934102" y="0"/>
                  </a:lnTo>
                  <a:lnTo>
                    <a:pt x="1940772" y="0"/>
                  </a:lnTo>
                  <a:lnTo>
                    <a:pt x="1947441" y="0"/>
                  </a:lnTo>
                  <a:lnTo>
                    <a:pt x="1954110" y="0"/>
                  </a:lnTo>
                  <a:lnTo>
                    <a:pt x="1960780" y="0"/>
                  </a:lnTo>
                  <a:lnTo>
                    <a:pt x="1967449" y="0"/>
                  </a:lnTo>
                  <a:lnTo>
                    <a:pt x="1974118" y="0"/>
                  </a:lnTo>
                  <a:lnTo>
                    <a:pt x="1980788" y="0"/>
                  </a:lnTo>
                  <a:lnTo>
                    <a:pt x="1987457" y="0"/>
                  </a:lnTo>
                  <a:lnTo>
                    <a:pt x="1994126" y="0"/>
                  </a:lnTo>
                  <a:lnTo>
                    <a:pt x="2000796" y="0"/>
                  </a:lnTo>
                  <a:lnTo>
                    <a:pt x="2007465" y="0"/>
                  </a:lnTo>
                  <a:lnTo>
                    <a:pt x="2014134" y="0"/>
                  </a:lnTo>
                  <a:lnTo>
                    <a:pt x="2020804" y="0"/>
                  </a:lnTo>
                  <a:lnTo>
                    <a:pt x="2027473" y="0"/>
                  </a:lnTo>
                  <a:lnTo>
                    <a:pt x="2034142" y="0"/>
                  </a:lnTo>
                  <a:lnTo>
                    <a:pt x="2040812" y="0"/>
                  </a:lnTo>
                  <a:lnTo>
                    <a:pt x="2047481" y="0"/>
                  </a:lnTo>
                  <a:lnTo>
                    <a:pt x="2054150" y="0"/>
                  </a:lnTo>
                  <a:lnTo>
                    <a:pt x="2060819" y="0"/>
                  </a:lnTo>
                  <a:lnTo>
                    <a:pt x="2067489" y="0"/>
                  </a:lnTo>
                  <a:lnTo>
                    <a:pt x="2074158" y="0"/>
                  </a:lnTo>
                  <a:lnTo>
                    <a:pt x="2080827" y="0"/>
                  </a:lnTo>
                  <a:lnTo>
                    <a:pt x="2087497" y="0"/>
                  </a:lnTo>
                  <a:lnTo>
                    <a:pt x="2094166" y="0"/>
                  </a:lnTo>
                  <a:lnTo>
                    <a:pt x="2100835" y="0"/>
                  </a:lnTo>
                  <a:lnTo>
                    <a:pt x="2107505" y="0"/>
                  </a:lnTo>
                  <a:lnTo>
                    <a:pt x="2114174" y="0"/>
                  </a:lnTo>
                  <a:lnTo>
                    <a:pt x="2120843" y="0"/>
                  </a:lnTo>
                  <a:lnTo>
                    <a:pt x="2127513" y="0"/>
                  </a:lnTo>
                  <a:lnTo>
                    <a:pt x="2134182" y="0"/>
                  </a:lnTo>
                  <a:lnTo>
                    <a:pt x="2140851" y="0"/>
                  </a:lnTo>
                  <a:lnTo>
                    <a:pt x="2147521" y="0"/>
                  </a:lnTo>
                  <a:lnTo>
                    <a:pt x="2154190" y="0"/>
                  </a:lnTo>
                  <a:lnTo>
                    <a:pt x="2160859" y="0"/>
                  </a:lnTo>
                  <a:lnTo>
                    <a:pt x="2167529" y="0"/>
                  </a:lnTo>
                  <a:lnTo>
                    <a:pt x="2174198" y="0"/>
                  </a:lnTo>
                  <a:lnTo>
                    <a:pt x="2180867" y="0"/>
                  </a:lnTo>
                  <a:lnTo>
                    <a:pt x="2187537" y="0"/>
                  </a:lnTo>
                  <a:lnTo>
                    <a:pt x="2194206" y="0"/>
                  </a:lnTo>
                  <a:lnTo>
                    <a:pt x="2200875" y="0"/>
                  </a:lnTo>
                  <a:lnTo>
                    <a:pt x="2207545" y="0"/>
                  </a:lnTo>
                  <a:lnTo>
                    <a:pt x="2214214" y="0"/>
                  </a:lnTo>
                  <a:lnTo>
                    <a:pt x="2220883" y="0"/>
                  </a:lnTo>
                  <a:lnTo>
                    <a:pt x="2227552" y="0"/>
                  </a:lnTo>
                  <a:lnTo>
                    <a:pt x="2234222" y="0"/>
                  </a:lnTo>
                  <a:lnTo>
                    <a:pt x="2240891" y="0"/>
                  </a:lnTo>
                  <a:lnTo>
                    <a:pt x="2247560" y="0"/>
                  </a:lnTo>
                  <a:lnTo>
                    <a:pt x="2254230" y="0"/>
                  </a:lnTo>
                  <a:lnTo>
                    <a:pt x="2260899" y="0"/>
                  </a:lnTo>
                  <a:lnTo>
                    <a:pt x="2267568" y="0"/>
                  </a:lnTo>
                  <a:lnTo>
                    <a:pt x="2274238" y="0"/>
                  </a:lnTo>
                  <a:lnTo>
                    <a:pt x="2280907" y="0"/>
                  </a:lnTo>
                  <a:lnTo>
                    <a:pt x="2287576" y="0"/>
                  </a:lnTo>
                  <a:lnTo>
                    <a:pt x="2294246" y="0"/>
                  </a:lnTo>
                  <a:lnTo>
                    <a:pt x="2300915" y="0"/>
                  </a:lnTo>
                  <a:lnTo>
                    <a:pt x="2307584" y="0"/>
                  </a:lnTo>
                  <a:lnTo>
                    <a:pt x="2314254" y="0"/>
                  </a:lnTo>
                  <a:lnTo>
                    <a:pt x="2320923" y="0"/>
                  </a:lnTo>
                  <a:lnTo>
                    <a:pt x="2327592" y="0"/>
                  </a:lnTo>
                  <a:lnTo>
                    <a:pt x="2334262" y="0"/>
                  </a:lnTo>
                  <a:lnTo>
                    <a:pt x="2340931" y="0"/>
                  </a:lnTo>
                  <a:lnTo>
                    <a:pt x="2347600" y="0"/>
                  </a:lnTo>
                  <a:lnTo>
                    <a:pt x="2354270" y="0"/>
                  </a:lnTo>
                  <a:lnTo>
                    <a:pt x="2360939" y="0"/>
                  </a:lnTo>
                  <a:lnTo>
                    <a:pt x="2367608" y="0"/>
                  </a:lnTo>
                  <a:lnTo>
                    <a:pt x="2374278" y="0"/>
                  </a:lnTo>
                  <a:lnTo>
                    <a:pt x="2380947" y="0"/>
                  </a:lnTo>
                  <a:lnTo>
                    <a:pt x="2387616" y="0"/>
                  </a:lnTo>
                  <a:lnTo>
                    <a:pt x="2394285" y="0"/>
                  </a:lnTo>
                  <a:lnTo>
                    <a:pt x="2400955" y="0"/>
                  </a:lnTo>
                  <a:lnTo>
                    <a:pt x="2407624" y="0"/>
                  </a:lnTo>
                  <a:lnTo>
                    <a:pt x="2414293" y="0"/>
                  </a:lnTo>
                  <a:lnTo>
                    <a:pt x="2420963" y="0"/>
                  </a:lnTo>
                  <a:lnTo>
                    <a:pt x="2427632" y="0"/>
                  </a:lnTo>
                  <a:lnTo>
                    <a:pt x="2434301" y="0"/>
                  </a:lnTo>
                  <a:lnTo>
                    <a:pt x="2440971" y="0"/>
                  </a:lnTo>
                  <a:lnTo>
                    <a:pt x="2447640" y="0"/>
                  </a:lnTo>
                  <a:lnTo>
                    <a:pt x="2454309" y="0"/>
                  </a:lnTo>
                  <a:lnTo>
                    <a:pt x="2460979" y="0"/>
                  </a:lnTo>
                  <a:lnTo>
                    <a:pt x="2467648" y="0"/>
                  </a:lnTo>
                  <a:lnTo>
                    <a:pt x="2474317" y="0"/>
                  </a:lnTo>
                  <a:lnTo>
                    <a:pt x="2480987" y="0"/>
                  </a:lnTo>
                  <a:lnTo>
                    <a:pt x="2487656" y="0"/>
                  </a:lnTo>
                  <a:lnTo>
                    <a:pt x="2494325" y="0"/>
                  </a:lnTo>
                  <a:lnTo>
                    <a:pt x="2500995" y="0"/>
                  </a:lnTo>
                  <a:lnTo>
                    <a:pt x="2507664" y="0"/>
                  </a:lnTo>
                  <a:lnTo>
                    <a:pt x="2514333" y="0"/>
                  </a:lnTo>
                  <a:lnTo>
                    <a:pt x="2521003" y="0"/>
                  </a:lnTo>
                  <a:lnTo>
                    <a:pt x="2527672" y="0"/>
                  </a:lnTo>
                  <a:lnTo>
                    <a:pt x="2534341" y="0"/>
                  </a:lnTo>
                  <a:lnTo>
                    <a:pt x="2541011" y="0"/>
                  </a:lnTo>
                  <a:lnTo>
                    <a:pt x="2547680" y="0"/>
                  </a:lnTo>
                  <a:lnTo>
                    <a:pt x="2554349" y="0"/>
                  </a:lnTo>
                  <a:lnTo>
                    <a:pt x="2561018" y="0"/>
                  </a:lnTo>
                  <a:lnTo>
                    <a:pt x="2567688" y="0"/>
                  </a:lnTo>
                  <a:lnTo>
                    <a:pt x="2574357" y="0"/>
                  </a:lnTo>
                  <a:lnTo>
                    <a:pt x="2581026" y="0"/>
                  </a:lnTo>
                  <a:lnTo>
                    <a:pt x="2587696" y="0"/>
                  </a:lnTo>
                  <a:lnTo>
                    <a:pt x="2594365" y="0"/>
                  </a:lnTo>
                  <a:lnTo>
                    <a:pt x="2601034" y="0"/>
                  </a:lnTo>
                  <a:lnTo>
                    <a:pt x="2607704" y="0"/>
                  </a:lnTo>
                  <a:lnTo>
                    <a:pt x="2614373" y="0"/>
                  </a:lnTo>
                  <a:lnTo>
                    <a:pt x="2621042" y="0"/>
                  </a:lnTo>
                  <a:lnTo>
                    <a:pt x="2627712" y="0"/>
                  </a:lnTo>
                  <a:lnTo>
                    <a:pt x="2634381" y="0"/>
                  </a:lnTo>
                  <a:lnTo>
                    <a:pt x="2641050" y="0"/>
                  </a:lnTo>
                  <a:lnTo>
                    <a:pt x="2647720" y="0"/>
                  </a:lnTo>
                  <a:lnTo>
                    <a:pt x="2654389" y="0"/>
                  </a:lnTo>
                  <a:lnTo>
                    <a:pt x="2661058" y="0"/>
                  </a:lnTo>
                  <a:lnTo>
                    <a:pt x="2667728" y="0"/>
                  </a:lnTo>
                  <a:lnTo>
                    <a:pt x="2674397" y="0"/>
                  </a:lnTo>
                  <a:lnTo>
                    <a:pt x="2681066" y="0"/>
                  </a:lnTo>
                  <a:lnTo>
                    <a:pt x="2687736" y="0"/>
                  </a:lnTo>
                  <a:lnTo>
                    <a:pt x="2694405" y="0"/>
                  </a:lnTo>
                  <a:lnTo>
                    <a:pt x="2701074" y="0"/>
                  </a:lnTo>
                  <a:lnTo>
                    <a:pt x="2707744" y="0"/>
                  </a:lnTo>
                  <a:lnTo>
                    <a:pt x="2714413" y="0"/>
                  </a:lnTo>
                  <a:lnTo>
                    <a:pt x="2721082" y="0"/>
                  </a:lnTo>
                  <a:lnTo>
                    <a:pt x="2727751" y="0"/>
                  </a:lnTo>
                  <a:lnTo>
                    <a:pt x="2734421" y="0"/>
                  </a:lnTo>
                  <a:lnTo>
                    <a:pt x="2741090" y="0"/>
                  </a:lnTo>
                  <a:lnTo>
                    <a:pt x="2747759" y="0"/>
                  </a:lnTo>
                  <a:lnTo>
                    <a:pt x="2754429" y="0"/>
                  </a:lnTo>
                  <a:lnTo>
                    <a:pt x="2761098" y="0"/>
                  </a:lnTo>
                  <a:lnTo>
                    <a:pt x="2767767" y="0"/>
                  </a:lnTo>
                  <a:lnTo>
                    <a:pt x="2774437" y="0"/>
                  </a:lnTo>
                  <a:lnTo>
                    <a:pt x="2781106" y="0"/>
                  </a:lnTo>
                  <a:lnTo>
                    <a:pt x="2787775" y="0"/>
                  </a:lnTo>
                  <a:lnTo>
                    <a:pt x="2794445" y="0"/>
                  </a:lnTo>
                  <a:lnTo>
                    <a:pt x="2801114" y="0"/>
                  </a:lnTo>
                  <a:lnTo>
                    <a:pt x="2807783" y="0"/>
                  </a:lnTo>
                  <a:lnTo>
                    <a:pt x="2814453" y="0"/>
                  </a:lnTo>
                  <a:lnTo>
                    <a:pt x="2821122" y="0"/>
                  </a:lnTo>
                  <a:lnTo>
                    <a:pt x="2827791" y="0"/>
                  </a:lnTo>
                  <a:lnTo>
                    <a:pt x="2834461" y="0"/>
                  </a:lnTo>
                  <a:lnTo>
                    <a:pt x="2841130" y="0"/>
                  </a:lnTo>
                  <a:lnTo>
                    <a:pt x="2847799" y="0"/>
                  </a:lnTo>
                  <a:lnTo>
                    <a:pt x="2854469" y="0"/>
                  </a:lnTo>
                  <a:lnTo>
                    <a:pt x="2861138" y="0"/>
                  </a:lnTo>
                  <a:lnTo>
                    <a:pt x="2867807" y="0"/>
                  </a:lnTo>
                  <a:lnTo>
                    <a:pt x="2874477" y="0"/>
                  </a:lnTo>
                  <a:lnTo>
                    <a:pt x="2881146" y="0"/>
                  </a:lnTo>
                  <a:lnTo>
                    <a:pt x="2887815" y="0"/>
                  </a:lnTo>
                  <a:lnTo>
                    <a:pt x="2894484" y="0"/>
                  </a:lnTo>
                  <a:lnTo>
                    <a:pt x="2901154" y="0"/>
                  </a:lnTo>
                  <a:lnTo>
                    <a:pt x="2907823" y="0"/>
                  </a:lnTo>
                  <a:lnTo>
                    <a:pt x="2914492" y="0"/>
                  </a:lnTo>
                  <a:lnTo>
                    <a:pt x="2921162" y="0"/>
                  </a:lnTo>
                  <a:lnTo>
                    <a:pt x="2927831" y="0"/>
                  </a:lnTo>
                  <a:lnTo>
                    <a:pt x="2934500" y="0"/>
                  </a:lnTo>
                  <a:lnTo>
                    <a:pt x="2941170" y="0"/>
                  </a:lnTo>
                  <a:lnTo>
                    <a:pt x="2947839" y="0"/>
                  </a:lnTo>
                  <a:lnTo>
                    <a:pt x="2954508" y="0"/>
                  </a:lnTo>
                  <a:lnTo>
                    <a:pt x="2961178" y="0"/>
                  </a:lnTo>
                  <a:lnTo>
                    <a:pt x="2967847" y="0"/>
                  </a:lnTo>
                  <a:lnTo>
                    <a:pt x="2974516" y="0"/>
                  </a:lnTo>
                  <a:lnTo>
                    <a:pt x="2981186" y="0"/>
                  </a:lnTo>
                  <a:lnTo>
                    <a:pt x="2987855" y="0"/>
                  </a:lnTo>
                  <a:lnTo>
                    <a:pt x="2994524" y="0"/>
                  </a:lnTo>
                  <a:lnTo>
                    <a:pt x="3001194" y="0"/>
                  </a:lnTo>
                  <a:lnTo>
                    <a:pt x="3007863" y="0"/>
                  </a:lnTo>
                  <a:lnTo>
                    <a:pt x="3014532" y="0"/>
                  </a:lnTo>
                  <a:lnTo>
                    <a:pt x="3021202" y="0"/>
                  </a:lnTo>
                  <a:lnTo>
                    <a:pt x="3027871" y="0"/>
                  </a:lnTo>
                  <a:lnTo>
                    <a:pt x="3034540" y="0"/>
                  </a:lnTo>
                  <a:lnTo>
                    <a:pt x="3041210" y="0"/>
                  </a:lnTo>
                  <a:lnTo>
                    <a:pt x="3047879" y="0"/>
                  </a:lnTo>
                  <a:lnTo>
                    <a:pt x="3054548" y="0"/>
                  </a:lnTo>
                  <a:lnTo>
                    <a:pt x="3061218" y="0"/>
                  </a:lnTo>
                  <a:lnTo>
                    <a:pt x="3067887" y="0"/>
                  </a:lnTo>
                  <a:lnTo>
                    <a:pt x="3074556" y="0"/>
                  </a:lnTo>
                  <a:lnTo>
                    <a:pt x="3081225" y="0"/>
                  </a:lnTo>
                  <a:lnTo>
                    <a:pt x="3087895" y="0"/>
                  </a:lnTo>
                  <a:lnTo>
                    <a:pt x="3094564" y="0"/>
                  </a:lnTo>
                  <a:lnTo>
                    <a:pt x="3101233" y="0"/>
                  </a:lnTo>
                  <a:lnTo>
                    <a:pt x="3107903" y="0"/>
                  </a:lnTo>
                  <a:lnTo>
                    <a:pt x="3114572" y="0"/>
                  </a:lnTo>
                  <a:lnTo>
                    <a:pt x="3121241" y="0"/>
                  </a:lnTo>
                  <a:lnTo>
                    <a:pt x="3127911" y="0"/>
                  </a:lnTo>
                  <a:lnTo>
                    <a:pt x="3134580" y="0"/>
                  </a:lnTo>
                  <a:lnTo>
                    <a:pt x="3141249" y="0"/>
                  </a:lnTo>
                  <a:lnTo>
                    <a:pt x="3147919" y="0"/>
                  </a:lnTo>
                  <a:lnTo>
                    <a:pt x="3154588" y="0"/>
                  </a:lnTo>
                  <a:lnTo>
                    <a:pt x="3161257" y="0"/>
                  </a:lnTo>
                  <a:lnTo>
                    <a:pt x="3167927" y="0"/>
                  </a:lnTo>
                  <a:lnTo>
                    <a:pt x="3174596" y="0"/>
                  </a:lnTo>
                  <a:lnTo>
                    <a:pt x="3181265" y="0"/>
                  </a:lnTo>
                  <a:lnTo>
                    <a:pt x="3187935" y="0"/>
                  </a:lnTo>
                  <a:lnTo>
                    <a:pt x="3194604" y="0"/>
                  </a:lnTo>
                  <a:lnTo>
                    <a:pt x="3201273" y="0"/>
                  </a:lnTo>
                  <a:lnTo>
                    <a:pt x="3207943" y="0"/>
                  </a:lnTo>
                  <a:lnTo>
                    <a:pt x="3214612" y="0"/>
                  </a:lnTo>
                  <a:lnTo>
                    <a:pt x="3221281" y="0"/>
                  </a:lnTo>
                  <a:lnTo>
                    <a:pt x="3227951" y="0"/>
                  </a:lnTo>
                  <a:lnTo>
                    <a:pt x="3234620" y="0"/>
                  </a:lnTo>
                  <a:lnTo>
                    <a:pt x="3241289" y="0"/>
                  </a:lnTo>
                  <a:lnTo>
                    <a:pt x="3247958" y="0"/>
                  </a:lnTo>
                  <a:lnTo>
                    <a:pt x="3254628" y="0"/>
                  </a:lnTo>
                  <a:lnTo>
                    <a:pt x="3261297" y="0"/>
                  </a:lnTo>
                  <a:lnTo>
                    <a:pt x="3267966" y="0"/>
                  </a:lnTo>
                  <a:lnTo>
                    <a:pt x="3274636" y="0"/>
                  </a:lnTo>
                  <a:lnTo>
                    <a:pt x="3281305" y="0"/>
                  </a:lnTo>
                  <a:lnTo>
                    <a:pt x="3287974" y="0"/>
                  </a:lnTo>
                  <a:lnTo>
                    <a:pt x="3294644" y="0"/>
                  </a:lnTo>
                  <a:lnTo>
                    <a:pt x="3301313" y="0"/>
                  </a:lnTo>
                  <a:lnTo>
                    <a:pt x="3307982" y="0"/>
                  </a:lnTo>
                  <a:lnTo>
                    <a:pt x="3314652" y="0"/>
                  </a:lnTo>
                  <a:lnTo>
                    <a:pt x="3321321" y="0"/>
                  </a:lnTo>
                  <a:lnTo>
                    <a:pt x="3327990" y="0"/>
                  </a:lnTo>
                  <a:lnTo>
                    <a:pt x="3334660" y="0"/>
                  </a:lnTo>
                  <a:lnTo>
                    <a:pt x="3334660" y="191020"/>
                  </a:lnTo>
                  <a:lnTo>
                    <a:pt x="3327990" y="191020"/>
                  </a:lnTo>
                  <a:lnTo>
                    <a:pt x="3321321" y="191020"/>
                  </a:lnTo>
                  <a:lnTo>
                    <a:pt x="3314652" y="191020"/>
                  </a:lnTo>
                  <a:lnTo>
                    <a:pt x="3307982" y="191020"/>
                  </a:lnTo>
                  <a:lnTo>
                    <a:pt x="3301313" y="191020"/>
                  </a:lnTo>
                  <a:lnTo>
                    <a:pt x="3294644" y="191020"/>
                  </a:lnTo>
                  <a:lnTo>
                    <a:pt x="3287974" y="191020"/>
                  </a:lnTo>
                  <a:lnTo>
                    <a:pt x="3281305" y="191020"/>
                  </a:lnTo>
                  <a:lnTo>
                    <a:pt x="3274636" y="191020"/>
                  </a:lnTo>
                  <a:lnTo>
                    <a:pt x="3267966" y="191020"/>
                  </a:lnTo>
                  <a:lnTo>
                    <a:pt x="3261297" y="191020"/>
                  </a:lnTo>
                  <a:lnTo>
                    <a:pt x="3254628" y="191020"/>
                  </a:lnTo>
                  <a:lnTo>
                    <a:pt x="3247958" y="191020"/>
                  </a:lnTo>
                  <a:lnTo>
                    <a:pt x="3241289" y="191020"/>
                  </a:lnTo>
                  <a:lnTo>
                    <a:pt x="3234620" y="191020"/>
                  </a:lnTo>
                  <a:lnTo>
                    <a:pt x="3227951" y="191020"/>
                  </a:lnTo>
                  <a:lnTo>
                    <a:pt x="3221281" y="191020"/>
                  </a:lnTo>
                  <a:lnTo>
                    <a:pt x="3214612" y="191020"/>
                  </a:lnTo>
                  <a:lnTo>
                    <a:pt x="3207943" y="191020"/>
                  </a:lnTo>
                  <a:lnTo>
                    <a:pt x="3201273" y="191020"/>
                  </a:lnTo>
                  <a:lnTo>
                    <a:pt x="3194604" y="191020"/>
                  </a:lnTo>
                  <a:lnTo>
                    <a:pt x="3187935" y="191020"/>
                  </a:lnTo>
                  <a:lnTo>
                    <a:pt x="3181265" y="191020"/>
                  </a:lnTo>
                  <a:lnTo>
                    <a:pt x="3174596" y="191020"/>
                  </a:lnTo>
                  <a:lnTo>
                    <a:pt x="3167927" y="191020"/>
                  </a:lnTo>
                  <a:lnTo>
                    <a:pt x="3161257" y="191020"/>
                  </a:lnTo>
                  <a:lnTo>
                    <a:pt x="3154588" y="191020"/>
                  </a:lnTo>
                  <a:lnTo>
                    <a:pt x="3147919" y="191020"/>
                  </a:lnTo>
                  <a:lnTo>
                    <a:pt x="3141249" y="191020"/>
                  </a:lnTo>
                  <a:lnTo>
                    <a:pt x="3134580" y="191020"/>
                  </a:lnTo>
                  <a:lnTo>
                    <a:pt x="3127911" y="191020"/>
                  </a:lnTo>
                  <a:lnTo>
                    <a:pt x="3121241" y="191020"/>
                  </a:lnTo>
                  <a:lnTo>
                    <a:pt x="3114572" y="191020"/>
                  </a:lnTo>
                  <a:lnTo>
                    <a:pt x="3107903" y="191020"/>
                  </a:lnTo>
                  <a:lnTo>
                    <a:pt x="3101233" y="191020"/>
                  </a:lnTo>
                  <a:lnTo>
                    <a:pt x="3094564" y="191020"/>
                  </a:lnTo>
                  <a:lnTo>
                    <a:pt x="3087895" y="191020"/>
                  </a:lnTo>
                  <a:lnTo>
                    <a:pt x="3081225" y="191020"/>
                  </a:lnTo>
                  <a:lnTo>
                    <a:pt x="3074556" y="191020"/>
                  </a:lnTo>
                  <a:lnTo>
                    <a:pt x="3067887" y="191020"/>
                  </a:lnTo>
                  <a:lnTo>
                    <a:pt x="3061218" y="191020"/>
                  </a:lnTo>
                  <a:lnTo>
                    <a:pt x="3054548" y="191020"/>
                  </a:lnTo>
                  <a:lnTo>
                    <a:pt x="3047879" y="191020"/>
                  </a:lnTo>
                  <a:lnTo>
                    <a:pt x="3041210" y="191020"/>
                  </a:lnTo>
                  <a:lnTo>
                    <a:pt x="3034540" y="191020"/>
                  </a:lnTo>
                  <a:lnTo>
                    <a:pt x="3027871" y="191020"/>
                  </a:lnTo>
                  <a:lnTo>
                    <a:pt x="3021202" y="191020"/>
                  </a:lnTo>
                  <a:lnTo>
                    <a:pt x="3014532" y="191020"/>
                  </a:lnTo>
                  <a:lnTo>
                    <a:pt x="3007863" y="191020"/>
                  </a:lnTo>
                  <a:lnTo>
                    <a:pt x="3001194" y="191020"/>
                  </a:lnTo>
                  <a:lnTo>
                    <a:pt x="2994524" y="191020"/>
                  </a:lnTo>
                  <a:lnTo>
                    <a:pt x="2987855" y="191020"/>
                  </a:lnTo>
                  <a:lnTo>
                    <a:pt x="2981186" y="191020"/>
                  </a:lnTo>
                  <a:lnTo>
                    <a:pt x="2974516" y="191020"/>
                  </a:lnTo>
                  <a:lnTo>
                    <a:pt x="2967847" y="191020"/>
                  </a:lnTo>
                  <a:lnTo>
                    <a:pt x="2961178" y="191020"/>
                  </a:lnTo>
                  <a:lnTo>
                    <a:pt x="2954508" y="191020"/>
                  </a:lnTo>
                  <a:lnTo>
                    <a:pt x="2947839" y="191020"/>
                  </a:lnTo>
                  <a:lnTo>
                    <a:pt x="2941170" y="191020"/>
                  </a:lnTo>
                  <a:lnTo>
                    <a:pt x="2934500" y="191020"/>
                  </a:lnTo>
                  <a:lnTo>
                    <a:pt x="2927831" y="191020"/>
                  </a:lnTo>
                  <a:lnTo>
                    <a:pt x="2921162" y="191020"/>
                  </a:lnTo>
                  <a:lnTo>
                    <a:pt x="2914492" y="191020"/>
                  </a:lnTo>
                  <a:lnTo>
                    <a:pt x="2907823" y="191020"/>
                  </a:lnTo>
                  <a:lnTo>
                    <a:pt x="2901154" y="191020"/>
                  </a:lnTo>
                  <a:lnTo>
                    <a:pt x="2894484" y="191020"/>
                  </a:lnTo>
                  <a:lnTo>
                    <a:pt x="2887815" y="191020"/>
                  </a:lnTo>
                  <a:lnTo>
                    <a:pt x="2881146" y="191020"/>
                  </a:lnTo>
                  <a:lnTo>
                    <a:pt x="2874477" y="191020"/>
                  </a:lnTo>
                  <a:lnTo>
                    <a:pt x="2867807" y="191020"/>
                  </a:lnTo>
                  <a:lnTo>
                    <a:pt x="2861138" y="191020"/>
                  </a:lnTo>
                  <a:lnTo>
                    <a:pt x="2854469" y="191020"/>
                  </a:lnTo>
                  <a:lnTo>
                    <a:pt x="2847799" y="191020"/>
                  </a:lnTo>
                  <a:lnTo>
                    <a:pt x="2841130" y="191020"/>
                  </a:lnTo>
                  <a:lnTo>
                    <a:pt x="2834461" y="191020"/>
                  </a:lnTo>
                  <a:lnTo>
                    <a:pt x="2827791" y="191020"/>
                  </a:lnTo>
                  <a:lnTo>
                    <a:pt x="2821122" y="191020"/>
                  </a:lnTo>
                  <a:lnTo>
                    <a:pt x="2814453" y="191020"/>
                  </a:lnTo>
                  <a:lnTo>
                    <a:pt x="2807783" y="191020"/>
                  </a:lnTo>
                  <a:lnTo>
                    <a:pt x="2801114" y="191020"/>
                  </a:lnTo>
                  <a:lnTo>
                    <a:pt x="2794445" y="191020"/>
                  </a:lnTo>
                  <a:lnTo>
                    <a:pt x="2787775" y="191020"/>
                  </a:lnTo>
                  <a:lnTo>
                    <a:pt x="2781106" y="191020"/>
                  </a:lnTo>
                  <a:lnTo>
                    <a:pt x="2774437" y="191020"/>
                  </a:lnTo>
                  <a:lnTo>
                    <a:pt x="2767767" y="191020"/>
                  </a:lnTo>
                  <a:lnTo>
                    <a:pt x="2761098" y="191020"/>
                  </a:lnTo>
                  <a:lnTo>
                    <a:pt x="2754429" y="191020"/>
                  </a:lnTo>
                  <a:lnTo>
                    <a:pt x="2747759" y="191020"/>
                  </a:lnTo>
                  <a:lnTo>
                    <a:pt x="2741090" y="191020"/>
                  </a:lnTo>
                  <a:lnTo>
                    <a:pt x="2734421" y="191020"/>
                  </a:lnTo>
                  <a:lnTo>
                    <a:pt x="2727751" y="191020"/>
                  </a:lnTo>
                  <a:lnTo>
                    <a:pt x="2721082" y="191020"/>
                  </a:lnTo>
                  <a:lnTo>
                    <a:pt x="2714413" y="191020"/>
                  </a:lnTo>
                  <a:lnTo>
                    <a:pt x="2707744" y="191020"/>
                  </a:lnTo>
                  <a:lnTo>
                    <a:pt x="2701074" y="191020"/>
                  </a:lnTo>
                  <a:lnTo>
                    <a:pt x="2694405" y="191020"/>
                  </a:lnTo>
                  <a:lnTo>
                    <a:pt x="2687736" y="191020"/>
                  </a:lnTo>
                  <a:lnTo>
                    <a:pt x="2681066" y="191020"/>
                  </a:lnTo>
                  <a:lnTo>
                    <a:pt x="2674397" y="191020"/>
                  </a:lnTo>
                  <a:lnTo>
                    <a:pt x="2667728" y="191020"/>
                  </a:lnTo>
                  <a:lnTo>
                    <a:pt x="2661058" y="191020"/>
                  </a:lnTo>
                  <a:lnTo>
                    <a:pt x="2654389" y="191020"/>
                  </a:lnTo>
                  <a:lnTo>
                    <a:pt x="2647720" y="191020"/>
                  </a:lnTo>
                  <a:lnTo>
                    <a:pt x="2641050" y="191020"/>
                  </a:lnTo>
                  <a:lnTo>
                    <a:pt x="2634381" y="191020"/>
                  </a:lnTo>
                  <a:lnTo>
                    <a:pt x="2627712" y="191020"/>
                  </a:lnTo>
                  <a:lnTo>
                    <a:pt x="2621042" y="191020"/>
                  </a:lnTo>
                  <a:lnTo>
                    <a:pt x="2614373" y="191020"/>
                  </a:lnTo>
                  <a:lnTo>
                    <a:pt x="2607704" y="191020"/>
                  </a:lnTo>
                  <a:lnTo>
                    <a:pt x="2601034" y="191020"/>
                  </a:lnTo>
                  <a:lnTo>
                    <a:pt x="2594365" y="191020"/>
                  </a:lnTo>
                  <a:lnTo>
                    <a:pt x="2587696" y="191020"/>
                  </a:lnTo>
                  <a:lnTo>
                    <a:pt x="2581026" y="191020"/>
                  </a:lnTo>
                  <a:lnTo>
                    <a:pt x="2574357" y="191020"/>
                  </a:lnTo>
                  <a:lnTo>
                    <a:pt x="2567688" y="191020"/>
                  </a:lnTo>
                  <a:lnTo>
                    <a:pt x="2561018" y="191020"/>
                  </a:lnTo>
                  <a:lnTo>
                    <a:pt x="2554349" y="191020"/>
                  </a:lnTo>
                  <a:lnTo>
                    <a:pt x="2547680" y="191020"/>
                  </a:lnTo>
                  <a:lnTo>
                    <a:pt x="2541011" y="191020"/>
                  </a:lnTo>
                  <a:lnTo>
                    <a:pt x="2534341" y="191020"/>
                  </a:lnTo>
                  <a:lnTo>
                    <a:pt x="2527672" y="191020"/>
                  </a:lnTo>
                  <a:lnTo>
                    <a:pt x="2521003" y="191020"/>
                  </a:lnTo>
                  <a:lnTo>
                    <a:pt x="2514333" y="191020"/>
                  </a:lnTo>
                  <a:lnTo>
                    <a:pt x="2507664" y="191020"/>
                  </a:lnTo>
                  <a:lnTo>
                    <a:pt x="2500995" y="191020"/>
                  </a:lnTo>
                  <a:lnTo>
                    <a:pt x="2494325" y="191020"/>
                  </a:lnTo>
                  <a:lnTo>
                    <a:pt x="2487656" y="191020"/>
                  </a:lnTo>
                  <a:lnTo>
                    <a:pt x="2480987" y="191020"/>
                  </a:lnTo>
                  <a:lnTo>
                    <a:pt x="2474317" y="191020"/>
                  </a:lnTo>
                  <a:lnTo>
                    <a:pt x="2467648" y="191020"/>
                  </a:lnTo>
                  <a:lnTo>
                    <a:pt x="2460979" y="191020"/>
                  </a:lnTo>
                  <a:lnTo>
                    <a:pt x="2454309" y="191020"/>
                  </a:lnTo>
                  <a:lnTo>
                    <a:pt x="2447640" y="191020"/>
                  </a:lnTo>
                  <a:lnTo>
                    <a:pt x="2440971" y="191020"/>
                  </a:lnTo>
                  <a:lnTo>
                    <a:pt x="2434301" y="191020"/>
                  </a:lnTo>
                  <a:lnTo>
                    <a:pt x="2427632" y="191020"/>
                  </a:lnTo>
                  <a:lnTo>
                    <a:pt x="2420963" y="191020"/>
                  </a:lnTo>
                  <a:lnTo>
                    <a:pt x="2414293" y="191020"/>
                  </a:lnTo>
                  <a:lnTo>
                    <a:pt x="2407624" y="191020"/>
                  </a:lnTo>
                  <a:lnTo>
                    <a:pt x="2400955" y="191020"/>
                  </a:lnTo>
                  <a:lnTo>
                    <a:pt x="2394285" y="191020"/>
                  </a:lnTo>
                  <a:lnTo>
                    <a:pt x="2387616" y="191020"/>
                  </a:lnTo>
                  <a:lnTo>
                    <a:pt x="2380947" y="191020"/>
                  </a:lnTo>
                  <a:lnTo>
                    <a:pt x="2374278" y="191020"/>
                  </a:lnTo>
                  <a:lnTo>
                    <a:pt x="2367608" y="191020"/>
                  </a:lnTo>
                  <a:lnTo>
                    <a:pt x="2360939" y="191020"/>
                  </a:lnTo>
                  <a:lnTo>
                    <a:pt x="2354270" y="191020"/>
                  </a:lnTo>
                  <a:lnTo>
                    <a:pt x="2347600" y="191020"/>
                  </a:lnTo>
                  <a:lnTo>
                    <a:pt x="2340931" y="191020"/>
                  </a:lnTo>
                  <a:lnTo>
                    <a:pt x="2334262" y="191020"/>
                  </a:lnTo>
                  <a:lnTo>
                    <a:pt x="2327592" y="191020"/>
                  </a:lnTo>
                  <a:lnTo>
                    <a:pt x="2320923" y="191020"/>
                  </a:lnTo>
                  <a:lnTo>
                    <a:pt x="2314254" y="191020"/>
                  </a:lnTo>
                  <a:lnTo>
                    <a:pt x="2307584" y="191020"/>
                  </a:lnTo>
                  <a:lnTo>
                    <a:pt x="2300915" y="191020"/>
                  </a:lnTo>
                  <a:lnTo>
                    <a:pt x="2294246" y="191020"/>
                  </a:lnTo>
                  <a:lnTo>
                    <a:pt x="2287576" y="191020"/>
                  </a:lnTo>
                  <a:lnTo>
                    <a:pt x="2280907" y="191020"/>
                  </a:lnTo>
                  <a:lnTo>
                    <a:pt x="2274238" y="191020"/>
                  </a:lnTo>
                  <a:lnTo>
                    <a:pt x="2267568" y="191020"/>
                  </a:lnTo>
                  <a:lnTo>
                    <a:pt x="2260899" y="191020"/>
                  </a:lnTo>
                  <a:lnTo>
                    <a:pt x="2254230" y="191020"/>
                  </a:lnTo>
                  <a:lnTo>
                    <a:pt x="2247560" y="191020"/>
                  </a:lnTo>
                  <a:lnTo>
                    <a:pt x="2240891" y="191020"/>
                  </a:lnTo>
                  <a:lnTo>
                    <a:pt x="2234222" y="191020"/>
                  </a:lnTo>
                  <a:lnTo>
                    <a:pt x="2227552" y="191020"/>
                  </a:lnTo>
                  <a:lnTo>
                    <a:pt x="2220883" y="191020"/>
                  </a:lnTo>
                  <a:lnTo>
                    <a:pt x="2214214" y="191020"/>
                  </a:lnTo>
                  <a:lnTo>
                    <a:pt x="2207545" y="191020"/>
                  </a:lnTo>
                  <a:lnTo>
                    <a:pt x="2200875" y="191020"/>
                  </a:lnTo>
                  <a:lnTo>
                    <a:pt x="2194206" y="191020"/>
                  </a:lnTo>
                  <a:lnTo>
                    <a:pt x="2187537" y="191020"/>
                  </a:lnTo>
                  <a:lnTo>
                    <a:pt x="2180867" y="191020"/>
                  </a:lnTo>
                  <a:lnTo>
                    <a:pt x="2174198" y="191020"/>
                  </a:lnTo>
                  <a:lnTo>
                    <a:pt x="2167529" y="191020"/>
                  </a:lnTo>
                  <a:lnTo>
                    <a:pt x="2160859" y="191020"/>
                  </a:lnTo>
                  <a:lnTo>
                    <a:pt x="2154190" y="191020"/>
                  </a:lnTo>
                  <a:lnTo>
                    <a:pt x="2147521" y="191020"/>
                  </a:lnTo>
                  <a:lnTo>
                    <a:pt x="2140851" y="191020"/>
                  </a:lnTo>
                  <a:lnTo>
                    <a:pt x="2134182" y="191020"/>
                  </a:lnTo>
                  <a:lnTo>
                    <a:pt x="2127513" y="191020"/>
                  </a:lnTo>
                  <a:lnTo>
                    <a:pt x="2120843" y="191020"/>
                  </a:lnTo>
                  <a:lnTo>
                    <a:pt x="2114174" y="191020"/>
                  </a:lnTo>
                  <a:lnTo>
                    <a:pt x="2107505" y="191020"/>
                  </a:lnTo>
                  <a:lnTo>
                    <a:pt x="2100835" y="191020"/>
                  </a:lnTo>
                  <a:lnTo>
                    <a:pt x="2094166" y="191020"/>
                  </a:lnTo>
                  <a:lnTo>
                    <a:pt x="2087497" y="191020"/>
                  </a:lnTo>
                  <a:lnTo>
                    <a:pt x="2080827" y="191020"/>
                  </a:lnTo>
                  <a:lnTo>
                    <a:pt x="2074158" y="191020"/>
                  </a:lnTo>
                  <a:lnTo>
                    <a:pt x="2067489" y="191020"/>
                  </a:lnTo>
                  <a:lnTo>
                    <a:pt x="2060819" y="191020"/>
                  </a:lnTo>
                  <a:lnTo>
                    <a:pt x="2054150" y="191020"/>
                  </a:lnTo>
                  <a:lnTo>
                    <a:pt x="2047481" y="191020"/>
                  </a:lnTo>
                  <a:lnTo>
                    <a:pt x="2040812" y="191020"/>
                  </a:lnTo>
                  <a:lnTo>
                    <a:pt x="2034142" y="191020"/>
                  </a:lnTo>
                  <a:lnTo>
                    <a:pt x="2027473" y="191020"/>
                  </a:lnTo>
                  <a:lnTo>
                    <a:pt x="2020804" y="191020"/>
                  </a:lnTo>
                  <a:lnTo>
                    <a:pt x="2014134" y="191020"/>
                  </a:lnTo>
                  <a:lnTo>
                    <a:pt x="2007465" y="191020"/>
                  </a:lnTo>
                  <a:lnTo>
                    <a:pt x="2000796" y="191020"/>
                  </a:lnTo>
                  <a:lnTo>
                    <a:pt x="1994126" y="191020"/>
                  </a:lnTo>
                  <a:lnTo>
                    <a:pt x="1987457" y="191020"/>
                  </a:lnTo>
                  <a:lnTo>
                    <a:pt x="1980788" y="191020"/>
                  </a:lnTo>
                  <a:lnTo>
                    <a:pt x="1974118" y="191020"/>
                  </a:lnTo>
                  <a:lnTo>
                    <a:pt x="1967449" y="191020"/>
                  </a:lnTo>
                  <a:lnTo>
                    <a:pt x="1960780" y="191020"/>
                  </a:lnTo>
                  <a:lnTo>
                    <a:pt x="1954110" y="191020"/>
                  </a:lnTo>
                  <a:lnTo>
                    <a:pt x="1947441" y="191020"/>
                  </a:lnTo>
                  <a:lnTo>
                    <a:pt x="1940772" y="191020"/>
                  </a:lnTo>
                  <a:lnTo>
                    <a:pt x="1934102" y="191020"/>
                  </a:lnTo>
                  <a:lnTo>
                    <a:pt x="1927433" y="191020"/>
                  </a:lnTo>
                  <a:lnTo>
                    <a:pt x="1920764" y="191020"/>
                  </a:lnTo>
                  <a:lnTo>
                    <a:pt x="1914094" y="191020"/>
                  </a:lnTo>
                  <a:lnTo>
                    <a:pt x="1907425" y="191020"/>
                  </a:lnTo>
                  <a:lnTo>
                    <a:pt x="1900756" y="191020"/>
                  </a:lnTo>
                  <a:lnTo>
                    <a:pt x="1894086" y="191020"/>
                  </a:lnTo>
                  <a:lnTo>
                    <a:pt x="1887417" y="191020"/>
                  </a:lnTo>
                  <a:lnTo>
                    <a:pt x="1880748" y="191020"/>
                  </a:lnTo>
                  <a:lnTo>
                    <a:pt x="1874078" y="191020"/>
                  </a:lnTo>
                  <a:lnTo>
                    <a:pt x="1867409" y="191020"/>
                  </a:lnTo>
                  <a:lnTo>
                    <a:pt x="1860740" y="191020"/>
                  </a:lnTo>
                  <a:lnTo>
                    <a:pt x="1854071" y="191020"/>
                  </a:lnTo>
                  <a:lnTo>
                    <a:pt x="1847401" y="191020"/>
                  </a:lnTo>
                  <a:lnTo>
                    <a:pt x="1840732" y="191020"/>
                  </a:lnTo>
                  <a:lnTo>
                    <a:pt x="1834063" y="191020"/>
                  </a:lnTo>
                  <a:lnTo>
                    <a:pt x="1827393" y="191020"/>
                  </a:lnTo>
                  <a:lnTo>
                    <a:pt x="1820724" y="191020"/>
                  </a:lnTo>
                  <a:lnTo>
                    <a:pt x="1814055" y="191020"/>
                  </a:lnTo>
                  <a:lnTo>
                    <a:pt x="1807385" y="191020"/>
                  </a:lnTo>
                  <a:lnTo>
                    <a:pt x="1800716" y="191020"/>
                  </a:lnTo>
                  <a:lnTo>
                    <a:pt x="1794047" y="191020"/>
                  </a:lnTo>
                  <a:lnTo>
                    <a:pt x="1787377" y="191020"/>
                  </a:lnTo>
                  <a:lnTo>
                    <a:pt x="1780708" y="191020"/>
                  </a:lnTo>
                  <a:lnTo>
                    <a:pt x="1774039" y="191020"/>
                  </a:lnTo>
                  <a:lnTo>
                    <a:pt x="1767369" y="191020"/>
                  </a:lnTo>
                  <a:lnTo>
                    <a:pt x="1760700" y="191020"/>
                  </a:lnTo>
                  <a:lnTo>
                    <a:pt x="1754031" y="191020"/>
                  </a:lnTo>
                  <a:lnTo>
                    <a:pt x="1747361" y="191020"/>
                  </a:lnTo>
                  <a:lnTo>
                    <a:pt x="1740692" y="191020"/>
                  </a:lnTo>
                  <a:lnTo>
                    <a:pt x="1734023" y="191020"/>
                  </a:lnTo>
                  <a:lnTo>
                    <a:pt x="1727353" y="191020"/>
                  </a:lnTo>
                  <a:lnTo>
                    <a:pt x="1720684" y="191020"/>
                  </a:lnTo>
                  <a:lnTo>
                    <a:pt x="1714015" y="191020"/>
                  </a:lnTo>
                  <a:lnTo>
                    <a:pt x="1707345" y="191020"/>
                  </a:lnTo>
                  <a:lnTo>
                    <a:pt x="1700676" y="191020"/>
                  </a:lnTo>
                  <a:lnTo>
                    <a:pt x="1694007" y="191020"/>
                  </a:lnTo>
                  <a:lnTo>
                    <a:pt x="1687338" y="191020"/>
                  </a:lnTo>
                  <a:lnTo>
                    <a:pt x="1680668" y="191020"/>
                  </a:lnTo>
                  <a:lnTo>
                    <a:pt x="1673999" y="191020"/>
                  </a:lnTo>
                  <a:lnTo>
                    <a:pt x="1667330" y="191020"/>
                  </a:lnTo>
                  <a:lnTo>
                    <a:pt x="1660660" y="191020"/>
                  </a:lnTo>
                  <a:lnTo>
                    <a:pt x="1653991" y="191020"/>
                  </a:lnTo>
                  <a:lnTo>
                    <a:pt x="1647322" y="191020"/>
                  </a:lnTo>
                  <a:lnTo>
                    <a:pt x="1640652" y="191020"/>
                  </a:lnTo>
                  <a:lnTo>
                    <a:pt x="1633983" y="191020"/>
                  </a:lnTo>
                  <a:lnTo>
                    <a:pt x="1627314" y="191020"/>
                  </a:lnTo>
                  <a:lnTo>
                    <a:pt x="1620644" y="191020"/>
                  </a:lnTo>
                  <a:lnTo>
                    <a:pt x="1613975" y="191020"/>
                  </a:lnTo>
                  <a:lnTo>
                    <a:pt x="1607306" y="191020"/>
                  </a:lnTo>
                  <a:lnTo>
                    <a:pt x="1600636" y="191020"/>
                  </a:lnTo>
                  <a:lnTo>
                    <a:pt x="1593967" y="191020"/>
                  </a:lnTo>
                  <a:lnTo>
                    <a:pt x="1587298" y="191020"/>
                  </a:lnTo>
                  <a:lnTo>
                    <a:pt x="1580628" y="191020"/>
                  </a:lnTo>
                  <a:lnTo>
                    <a:pt x="1573959" y="191020"/>
                  </a:lnTo>
                  <a:lnTo>
                    <a:pt x="1567290" y="191020"/>
                  </a:lnTo>
                  <a:lnTo>
                    <a:pt x="1560620" y="191020"/>
                  </a:lnTo>
                  <a:lnTo>
                    <a:pt x="1553951" y="191020"/>
                  </a:lnTo>
                  <a:lnTo>
                    <a:pt x="1547282" y="191020"/>
                  </a:lnTo>
                  <a:lnTo>
                    <a:pt x="1540612" y="191020"/>
                  </a:lnTo>
                  <a:lnTo>
                    <a:pt x="1533943" y="191020"/>
                  </a:lnTo>
                  <a:lnTo>
                    <a:pt x="1527274" y="191020"/>
                  </a:lnTo>
                  <a:lnTo>
                    <a:pt x="1520605" y="191020"/>
                  </a:lnTo>
                  <a:lnTo>
                    <a:pt x="1513935" y="191020"/>
                  </a:lnTo>
                  <a:lnTo>
                    <a:pt x="1507266" y="191020"/>
                  </a:lnTo>
                  <a:lnTo>
                    <a:pt x="1500597" y="191020"/>
                  </a:lnTo>
                  <a:lnTo>
                    <a:pt x="1493927" y="191020"/>
                  </a:lnTo>
                  <a:lnTo>
                    <a:pt x="1487258" y="191020"/>
                  </a:lnTo>
                  <a:lnTo>
                    <a:pt x="1480589" y="191020"/>
                  </a:lnTo>
                  <a:lnTo>
                    <a:pt x="1473919" y="191020"/>
                  </a:lnTo>
                  <a:lnTo>
                    <a:pt x="1467250" y="191020"/>
                  </a:lnTo>
                  <a:lnTo>
                    <a:pt x="1460581" y="191020"/>
                  </a:lnTo>
                  <a:lnTo>
                    <a:pt x="1453911" y="191020"/>
                  </a:lnTo>
                  <a:lnTo>
                    <a:pt x="1447242" y="191020"/>
                  </a:lnTo>
                  <a:lnTo>
                    <a:pt x="1440573" y="191020"/>
                  </a:lnTo>
                  <a:lnTo>
                    <a:pt x="1433903" y="191020"/>
                  </a:lnTo>
                  <a:lnTo>
                    <a:pt x="1427234" y="191020"/>
                  </a:lnTo>
                  <a:lnTo>
                    <a:pt x="1420565" y="191020"/>
                  </a:lnTo>
                  <a:lnTo>
                    <a:pt x="1413895" y="191020"/>
                  </a:lnTo>
                  <a:lnTo>
                    <a:pt x="1407226" y="191020"/>
                  </a:lnTo>
                  <a:lnTo>
                    <a:pt x="1400557" y="191020"/>
                  </a:lnTo>
                  <a:lnTo>
                    <a:pt x="1393887" y="191020"/>
                  </a:lnTo>
                  <a:lnTo>
                    <a:pt x="1387218" y="191020"/>
                  </a:lnTo>
                  <a:lnTo>
                    <a:pt x="1380549" y="191020"/>
                  </a:lnTo>
                  <a:lnTo>
                    <a:pt x="1373879" y="191020"/>
                  </a:lnTo>
                  <a:lnTo>
                    <a:pt x="1367210" y="191020"/>
                  </a:lnTo>
                  <a:lnTo>
                    <a:pt x="1360541" y="191020"/>
                  </a:lnTo>
                  <a:lnTo>
                    <a:pt x="1353872" y="191020"/>
                  </a:lnTo>
                  <a:lnTo>
                    <a:pt x="1347202" y="191020"/>
                  </a:lnTo>
                  <a:lnTo>
                    <a:pt x="1340533" y="191020"/>
                  </a:lnTo>
                  <a:lnTo>
                    <a:pt x="1333864" y="191020"/>
                  </a:lnTo>
                  <a:lnTo>
                    <a:pt x="1327194" y="191020"/>
                  </a:lnTo>
                  <a:lnTo>
                    <a:pt x="1320525" y="191020"/>
                  </a:lnTo>
                  <a:lnTo>
                    <a:pt x="1313856" y="191020"/>
                  </a:lnTo>
                  <a:lnTo>
                    <a:pt x="1307186" y="191020"/>
                  </a:lnTo>
                  <a:lnTo>
                    <a:pt x="1300517" y="191020"/>
                  </a:lnTo>
                  <a:lnTo>
                    <a:pt x="1293848" y="191020"/>
                  </a:lnTo>
                  <a:lnTo>
                    <a:pt x="1287178" y="191020"/>
                  </a:lnTo>
                  <a:lnTo>
                    <a:pt x="1280509" y="191020"/>
                  </a:lnTo>
                  <a:lnTo>
                    <a:pt x="1273840" y="191020"/>
                  </a:lnTo>
                  <a:lnTo>
                    <a:pt x="1267170" y="191020"/>
                  </a:lnTo>
                  <a:lnTo>
                    <a:pt x="1260501" y="191020"/>
                  </a:lnTo>
                  <a:lnTo>
                    <a:pt x="1253832" y="191020"/>
                  </a:lnTo>
                  <a:lnTo>
                    <a:pt x="1247162" y="191020"/>
                  </a:lnTo>
                  <a:lnTo>
                    <a:pt x="1240493" y="191020"/>
                  </a:lnTo>
                  <a:lnTo>
                    <a:pt x="1233824" y="191020"/>
                  </a:lnTo>
                  <a:lnTo>
                    <a:pt x="1227154" y="191020"/>
                  </a:lnTo>
                  <a:lnTo>
                    <a:pt x="1220485" y="191020"/>
                  </a:lnTo>
                  <a:lnTo>
                    <a:pt x="1213816" y="191020"/>
                  </a:lnTo>
                  <a:lnTo>
                    <a:pt x="1207146" y="191020"/>
                  </a:lnTo>
                  <a:lnTo>
                    <a:pt x="1200477" y="191020"/>
                  </a:lnTo>
                  <a:lnTo>
                    <a:pt x="1193808" y="191020"/>
                  </a:lnTo>
                  <a:lnTo>
                    <a:pt x="1187139" y="191020"/>
                  </a:lnTo>
                  <a:lnTo>
                    <a:pt x="1180469" y="191020"/>
                  </a:lnTo>
                  <a:lnTo>
                    <a:pt x="1173800" y="191020"/>
                  </a:lnTo>
                  <a:lnTo>
                    <a:pt x="1167131" y="191020"/>
                  </a:lnTo>
                  <a:lnTo>
                    <a:pt x="1160461" y="191020"/>
                  </a:lnTo>
                  <a:lnTo>
                    <a:pt x="1153792" y="191020"/>
                  </a:lnTo>
                  <a:lnTo>
                    <a:pt x="1147123" y="191020"/>
                  </a:lnTo>
                  <a:lnTo>
                    <a:pt x="1140453" y="191020"/>
                  </a:lnTo>
                  <a:lnTo>
                    <a:pt x="1133784" y="191020"/>
                  </a:lnTo>
                  <a:lnTo>
                    <a:pt x="1127115" y="191020"/>
                  </a:lnTo>
                  <a:lnTo>
                    <a:pt x="1120445" y="191020"/>
                  </a:lnTo>
                  <a:lnTo>
                    <a:pt x="1113776" y="191020"/>
                  </a:lnTo>
                  <a:lnTo>
                    <a:pt x="1107107" y="191020"/>
                  </a:lnTo>
                  <a:lnTo>
                    <a:pt x="1100437" y="191020"/>
                  </a:lnTo>
                  <a:lnTo>
                    <a:pt x="1093768" y="191020"/>
                  </a:lnTo>
                  <a:lnTo>
                    <a:pt x="1087099" y="191020"/>
                  </a:lnTo>
                  <a:lnTo>
                    <a:pt x="1080429" y="191020"/>
                  </a:lnTo>
                  <a:lnTo>
                    <a:pt x="1073760" y="191020"/>
                  </a:lnTo>
                  <a:lnTo>
                    <a:pt x="1067091" y="191020"/>
                  </a:lnTo>
                  <a:lnTo>
                    <a:pt x="1060421" y="191020"/>
                  </a:lnTo>
                  <a:lnTo>
                    <a:pt x="1053752" y="191020"/>
                  </a:lnTo>
                  <a:lnTo>
                    <a:pt x="1047083" y="191020"/>
                  </a:lnTo>
                  <a:lnTo>
                    <a:pt x="1040413" y="191020"/>
                  </a:lnTo>
                  <a:lnTo>
                    <a:pt x="1033744" y="191020"/>
                  </a:lnTo>
                  <a:lnTo>
                    <a:pt x="1027075" y="191020"/>
                  </a:lnTo>
                  <a:lnTo>
                    <a:pt x="1020406" y="191020"/>
                  </a:lnTo>
                  <a:lnTo>
                    <a:pt x="1013736" y="191020"/>
                  </a:lnTo>
                  <a:lnTo>
                    <a:pt x="1007067" y="191020"/>
                  </a:lnTo>
                  <a:lnTo>
                    <a:pt x="1000398" y="191020"/>
                  </a:lnTo>
                  <a:lnTo>
                    <a:pt x="993728" y="191020"/>
                  </a:lnTo>
                  <a:lnTo>
                    <a:pt x="987059" y="191020"/>
                  </a:lnTo>
                  <a:lnTo>
                    <a:pt x="980390" y="191020"/>
                  </a:lnTo>
                  <a:lnTo>
                    <a:pt x="973720" y="191020"/>
                  </a:lnTo>
                  <a:lnTo>
                    <a:pt x="967051" y="191020"/>
                  </a:lnTo>
                  <a:lnTo>
                    <a:pt x="960382" y="191020"/>
                  </a:lnTo>
                  <a:lnTo>
                    <a:pt x="953712" y="191020"/>
                  </a:lnTo>
                  <a:lnTo>
                    <a:pt x="947043" y="191020"/>
                  </a:lnTo>
                  <a:lnTo>
                    <a:pt x="940374" y="191020"/>
                  </a:lnTo>
                  <a:lnTo>
                    <a:pt x="933704" y="191020"/>
                  </a:lnTo>
                  <a:lnTo>
                    <a:pt x="927035" y="191020"/>
                  </a:lnTo>
                  <a:lnTo>
                    <a:pt x="920366" y="191020"/>
                  </a:lnTo>
                  <a:lnTo>
                    <a:pt x="913696" y="191020"/>
                  </a:lnTo>
                  <a:lnTo>
                    <a:pt x="907027" y="191020"/>
                  </a:lnTo>
                  <a:lnTo>
                    <a:pt x="900358" y="191020"/>
                  </a:lnTo>
                  <a:lnTo>
                    <a:pt x="893688" y="191020"/>
                  </a:lnTo>
                  <a:lnTo>
                    <a:pt x="887019" y="191020"/>
                  </a:lnTo>
                  <a:lnTo>
                    <a:pt x="880350" y="191020"/>
                  </a:lnTo>
                  <a:lnTo>
                    <a:pt x="873680" y="191020"/>
                  </a:lnTo>
                  <a:lnTo>
                    <a:pt x="867011" y="191020"/>
                  </a:lnTo>
                  <a:lnTo>
                    <a:pt x="860342" y="191020"/>
                  </a:lnTo>
                  <a:lnTo>
                    <a:pt x="853672" y="191020"/>
                  </a:lnTo>
                  <a:lnTo>
                    <a:pt x="847003" y="191020"/>
                  </a:lnTo>
                  <a:lnTo>
                    <a:pt x="840334" y="191020"/>
                  </a:lnTo>
                  <a:lnTo>
                    <a:pt x="833665" y="191020"/>
                  </a:lnTo>
                  <a:lnTo>
                    <a:pt x="826995" y="191020"/>
                  </a:lnTo>
                  <a:lnTo>
                    <a:pt x="820326" y="191020"/>
                  </a:lnTo>
                  <a:lnTo>
                    <a:pt x="813657" y="191020"/>
                  </a:lnTo>
                  <a:lnTo>
                    <a:pt x="806987" y="191020"/>
                  </a:lnTo>
                  <a:lnTo>
                    <a:pt x="800318" y="191020"/>
                  </a:lnTo>
                  <a:lnTo>
                    <a:pt x="793649" y="191020"/>
                  </a:lnTo>
                  <a:lnTo>
                    <a:pt x="786979" y="191020"/>
                  </a:lnTo>
                  <a:lnTo>
                    <a:pt x="780310" y="191020"/>
                  </a:lnTo>
                  <a:lnTo>
                    <a:pt x="773641" y="191020"/>
                  </a:lnTo>
                  <a:lnTo>
                    <a:pt x="766971" y="191020"/>
                  </a:lnTo>
                  <a:lnTo>
                    <a:pt x="760302" y="191020"/>
                  </a:lnTo>
                  <a:lnTo>
                    <a:pt x="753633" y="191020"/>
                  </a:lnTo>
                  <a:lnTo>
                    <a:pt x="746963" y="191020"/>
                  </a:lnTo>
                  <a:lnTo>
                    <a:pt x="740294" y="191020"/>
                  </a:lnTo>
                  <a:lnTo>
                    <a:pt x="733625" y="191020"/>
                  </a:lnTo>
                  <a:lnTo>
                    <a:pt x="726955" y="191020"/>
                  </a:lnTo>
                  <a:lnTo>
                    <a:pt x="720286" y="191020"/>
                  </a:lnTo>
                  <a:lnTo>
                    <a:pt x="713617" y="191020"/>
                  </a:lnTo>
                  <a:lnTo>
                    <a:pt x="706947" y="191020"/>
                  </a:lnTo>
                  <a:lnTo>
                    <a:pt x="700278" y="191020"/>
                  </a:lnTo>
                  <a:lnTo>
                    <a:pt x="693609" y="191020"/>
                  </a:lnTo>
                  <a:lnTo>
                    <a:pt x="686939" y="191020"/>
                  </a:lnTo>
                  <a:lnTo>
                    <a:pt x="680270" y="191020"/>
                  </a:lnTo>
                  <a:lnTo>
                    <a:pt x="673601" y="191020"/>
                  </a:lnTo>
                  <a:lnTo>
                    <a:pt x="666932" y="191020"/>
                  </a:lnTo>
                  <a:lnTo>
                    <a:pt x="660262" y="191020"/>
                  </a:lnTo>
                  <a:lnTo>
                    <a:pt x="653593" y="191020"/>
                  </a:lnTo>
                  <a:lnTo>
                    <a:pt x="646924" y="191020"/>
                  </a:lnTo>
                  <a:lnTo>
                    <a:pt x="640254" y="191020"/>
                  </a:lnTo>
                  <a:lnTo>
                    <a:pt x="633585" y="191020"/>
                  </a:lnTo>
                  <a:lnTo>
                    <a:pt x="626916" y="191020"/>
                  </a:lnTo>
                  <a:lnTo>
                    <a:pt x="620246" y="191020"/>
                  </a:lnTo>
                  <a:lnTo>
                    <a:pt x="613577" y="191020"/>
                  </a:lnTo>
                  <a:lnTo>
                    <a:pt x="606908" y="191020"/>
                  </a:lnTo>
                  <a:lnTo>
                    <a:pt x="600238" y="191020"/>
                  </a:lnTo>
                  <a:lnTo>
                    <a:pt x="593569" y="191020"/>
                  </a:lnTo>
                  <a:lnTo>
                    <a:pt x="586900" y="191020"/>
                  </a:lnTo>
                  <a:lnTo>
                    <a:pt x="580230" y="191020"/>
                  </a:lnTo>
                  <a:lnTo>
                    <a:pt x="573561" y="191020"/>
                  </a:lnTo>
                  <a:lnTo>
                    <a:pt x="566892" y="191020"/>
                  </a:lnTo>
                  <a:lnTo>
                    <a:pt x="560222" y="191020"/>
                  </a:lnTo>
                  <a:lnTo>
                    <a:pt x="553553" y="191020"/>
                  </a:lnTo>
                  <a:lnTo>
                    <a:pt x="546884" y="191020"/>
                  </a:lnTo>
                  <a:lnTo>
                    <a:pt x="540214" y="191020"/>
                  </a:lnTo>
                  <a:lnTo>
                    <a:pt x="533545" y="191020"/>
                  </a:lnTo>
                  <a:lnTo>
                    <a:pt x="526876" y="191020"/>
                  </a:lnTo>
                  <a:lnTo>
                    <a:pt x="520206" y="191020"/>
                  </a:lnTo>
                  <a:lnTo>
                    <a:pt x="513537" y="191020"/>
                  </a:lnTo>
                  <a:lnTo>
                    <a:pt x="506868" y="191020"/>
                  </a:lnTo>
                  <a:lnTo>
                    <a:pt x="500199" y="191020"/>
                  </a:lnTo>
                  <a:lnTo>
                    <a:pt x="493529" y="191020"/>
                  </a:lnTo>
                  <a:lnTo>
                    <a:pt x="486860" y="191020"/>
                  </a:lnTo>
                  <a:lnTo>
                    <a:pt x="480191" y="191020"/>
                  </a:lnTo>
                  <a:lnTo>
                    <a:pt x="473521" y="191020"/>
                  </a:lnTo>
                  <a:lnTo>
                    <a:pt x="466852" y="191020"/>
                  </a:lnTo>
                  <a:lnTo>
                    <a:pt x="460183" y="191020"/>
                  </a:lnTo>
                  <a:lnTo>
                    <a:pt x="453513" y="191020"/>
                  </a:lnTo>
                  <a:lnTo>
                    <a:pt x="446844" y="191020"/>
                  </a:lnTo>
                  <a:lnTo>
                    <a:pt x="440175" y="191020"/>
                  </a:lnTo>
                  <a:lnTo>
                    <a:pt x="433505" y="191020"/>
                  </a:lnTo>
                  <a:lnTo>
                    <a:pt x="426836" y="191020"/>
                  </a:lnTo>
                  <a:lnTo>
                    <a:pt x="420167" y="191020"/>
                  </a:lnTo>
                  <a:lnTo>
                    <a:pt x="413497" y="191020"/>
                  </a:lnTo>
                  <a:lnTo>
                    <a:pt x="406828" y="191020"/>
                  </a:lnTo>
                  <a:lnTo>
                    <a:pt x="400159" y="191020"/>
                  </a:lnTo>
                  <a:lnTo>
                    <a:pt x="393489" y="191020"/>
                  </a:lnTo>
                  <a:lnTo>
                    <a:pt x="386820" y="191020"/>
                  </a:lnTo>
                  <a:lnTo>
                    <a:pt x="380151" y="191020"/>
                  </a:lnTo>
                  <a:lnTo>
                    <a:pt x="373481" y="191020"/>
                  </a:lnTo>
                  <a:lnTo>
                    <a:pt x="366812" y="191020"/>
                  </a:lnTo>
                  <a:lnTo>
                    <a:pt x="360143" y="191020"/>
                  </a:lnTo>
                  <a:lnTo>
                    <a:pt x="353473" y="191020"/>
                  </a:lnTo>
                  <a:lnTo>
                    <a:pt x="346804" y="191020"/>
                  </a:lnTo>
                  <a:lnTo>
                    <a:pt x="340135" y="191020"/>
                  </a:lnTo>
                  <a:lnTo>
                    <a:pt x="333466" y="191020"/>
                  </a:lnTo>
                  <a:lnTo>
                    <a:pt x="326796" y="191020"/>
                  </a:lnTo>
                  <a:lnTo>
                    <a:pt x="320127" y="191020"/>
                  </a:lnTo>
                  <a:lnTo>
                    <a:pt x="313458" y="191020"/>
                  </a:lnTo>
                  <a:lnTo>
                    <a:pt x="306788" y="191020"/>
                  </a:lnTo>
                  <a:lnTo>
                    <a:pt x="300119" y="191020"/>
                  </a:lnTo>
                  <a:lnTo>
                    <a:pt x="293450" y="191020"/>
                  </a:lnTo>
                  <a:lnTo>
                    <a:pt x="286780" y="191020"/>
                  </a:lnTo>
                  <a:lnTo>
                    <a:pt x="280111" y="191020"/>
                  </a:lnTo>
                  <a:lnTo>
                    <a:pt x="273442" y="191020"/>
                  </a:lnTo>
                  <a:lnTo>
                    <a:pt x="266772" y="191020"/>
                  </a:lnTo>
                  <a:lnTo>
                    <a:pt x="260103" y="191020"/>
                  </a:lnTo>
                  <a:lnTo>
                    <a:pt x="253434" y="191020"/>
                  </a:lnTo>
                  <a:lnTo>
                    <a:pt x="246764" y="191020"/>
                  </a:lnTo>
                  <a:lnTo>
                    <a:pt x="240095" y="191020"/>
                  </a:lnTo>
                  <a:lnTo>
                    <a:pt x="233426" y="191020"/>
                  </a:lnTo>
                  <a:lnTo>
                    <a:pt x="226756" y="191020"/>
                  </a:lnTo>
                  <a:lnTo>
                    <a:pt x="220087" y="191020"/>
                  </a:lnTo>
                  <a:lnTo>
                    <a:pt x="213418" y="191020"/>
                  </a:lnTo>
                  <a:lnTo>
                    <a:pt x="206748" y="191020"/>
                  </a:lnTo>
                  <a:lnTo>
                    <a:pt x="200079" y="191020"/>
                  </a:lnTo>
                  <a:lnTo>
                    <a:pt x="193410" y="191020"/>
                  </a:lnTo>
                  <a:lnTo>
                    <a:pt x="186740" y="191020"/>
                  </a:lnTo>
                  <a:lnTo>
                    <a:pt x="180071" y="191020"/>
                  </a:lnTo>
                  <a:lnTo>
                    <a:pt x="173402" y="191020"/>
                  </a:lnTo>
                  <a:lnTo>
                    <a:pt x="166733" y="191020"/>
                  </a:lnTo>
                  <a:lnTo>
                    <a:pt x="160063" y="191020"/>
                  </a:lnTo>
                  <a:lnTo>
                    <a:pt x="153394" y="191020"/>
                  </a:lnTo>
                  <a:lnTo>
                    <a:pt x="146725" y="191020"/>
                  </a:lnTo>
                  <a:lnTo>
                    <a:pt x="140055" y="191020"/>
                  </a:lnTo>
                  <a:lnTo>
                    <a:pt x="133386" y="191020"/>
                  </a:lnTo>
                  <a:lnTo>
                    <a:pt x="126717" y="191020"/>
                  </a:lnTo>
                  <a:lnTo>
                    <a:pt x="120047" y="191020"/>
                  </a:lnTo>
                  <a:lnTo>
                    <a:pt x="113378" y="191020"/>
                  </a:lnTo>
                  <a:lnTo>
                    <a:pt x="106709" y="191020"/>
                  </a:lnTo>
                  <a:lnTo>
                    <a:pt x="100039" y="191020"/>
                  </a:lnTo>
                  <a:lnTo>
                    <a:pt x="93370" y="191020"/>
                  </a:lnTo>
                  <a:lnTo>
                    <a:pt x="86701" y="191020"/>
                  </a:lnTo>
                  <a:lnTo>
                    <a:pt x="80031" y="191020"/>
                  </a:lnTo>
                  <a:lnTo>
                    <a:pt x="73362" y="191020"/>
                  </a:lnTo>
                  <a:lnTo>
                    <a:pt x="66693" y="191020"/>
                  </a:lnTo>
                  <a:lnTo>
                    <a:pt x="60023" y="191020"/>
                  </a:lnTo>
                  <a:lnTo>
                    <a:pt x="53354" y="191020"/>
                  </a:lnTo>
                  <a:lnTo>
                    <a:pt x="46685" y="191020"/>
                  </a:lnTo>
                  <a:lnTo>
                    <a:pt x="40015" y="191020"/>
                  </a:lnTo>
                  <a:lnTo>
                    <a:pt x="33346" y="191020"/>
                  </a:lnTo>
                  <a:lnTo>
                    <a:pt x="26677" y="191020"/>
                  </a:lnTo>
                  <a:lnTo>
                    <a:pt x="20007" y="191020"/>
                  </a:lnTo>
                  <a:lnTo>
                    <a:pt x="13338" y="191020"/>
                  </a:lnTo>
                  <a:lnTo>
                    <a:pt x="6669" y="191020"/>
                  </a:lnTo>
                  <a:lnTo>
                    <a:pt x="0" y="191020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630" name="pg629"/>
            <p:cNvSpPr/>
            <p:nvPr/>
          </p:nvSpPr>
          <p:spPr>
            <a:xfrm>
              <a:off x="5644475" y="5917265"/>
              <a:ext cx="4919511" cy="191020"/>
            </a:xfrm>
            <a:custGeom>
              <a:avLst/>
              <a:pathLst>
                <a:path w="4919511" h="191020">
                  <a:moveTo>
                    <a:pt x="0" y="0"/>
                  </a:moveTo>
                  <a:lnTo>
                    <a:pt x="9839" y="0"/>
                  </a:lnTo>
                  <a:lnTo>
                    <a:pt x="19678" y="0"/>
                  </a:lnTo>
                  <a:lnTo>
                    <a:pt x="29517" y="0"/>
                  </a:lnTo>
                  <a:lnTo>
                    <a:pt x="39356" y="0"/>
                  </a:lnTo>
                  <a:lnTo>
                    <a:pt x="49195" y="0"/>
                  </a:lnTo>
                  <a:lnTo>
                    <a:pt x="59034" y="0"/>
                  </a:lnTo>
                  <a:lnTo>
                    <a:pt x="68873" y="0"/>
                  </a:lnTo>
                  <a:lnTo>
                    <a:pt x="78712" y="0"/>
                  </a:lnTo>
                  <a:lnTo>
                    <a:pt x="88551" y="0"/>
                  </a:lnTo>
                  <a:lnTo>
                    <a:pt x="98390" y="0"/>
                  </a:lnTo>
                  <a:lnTo>
                    <a:pt x="108229" y="0"/>
                  </a:lnTo>
                  <a:lnTo>
                    <a:pt x="118068" y="0"/>
                  </a:lnTo>
                  <a:lnTo>
                    <a:pt x="127907" y="0"/>
                  </a:lnTo>
                  <a:lnTo>
                    <a:pt x="137746" y="0"/>
                  </a:lnTo>
                  <a:lnTo>
                    <a:pt x="147585" y="0"/>
                  </a:lnTo>
                  <a:lnTo>
                    <a:pt x="157424" y="0"/>
                  </a:lnTo>
                  <a:lnTo>
                    <a:pt x="167263" y="0"/>
                  </a:lnTo>
                  <a:lnTo>
                    <a:pt x="177102" y="0"/>
                  </a:lnTo>
                  <a:lnTo>
                    <a:pt x="186941" y="0"/>
                  </a:lnTo>
                  <a:lnTo>
                    <a:pt x="196780" y="0"/>
                  </a:lnTo>
                  <a:lnTo>
                    <a:pt x="206619" y="0"/>
                  </a:lnTo>
                  <a:lnTo>
                    <a:pt x="216458" y="0"/>
                  </a:lnTo>
                  <a:lnTo>
                    <a:pt x="226297" y="0"/>
                  </a:lnTo>
                  <a:lnTo>
                    <a:pt x="236136" y="0"/>
                  </a:lnTo>
                  <a:lnTo>
                    <a:pt x="245975" y="0"/>
                  </a:lnTo>
                  <a:lnTo>
                    <a:pt x="255814" y="0"/>
                  </a:lnTo>
                  <a:lnTo>
                    <a:pt x="265653" y="0"/>
                  </a:lnTo>
                  <a:lnTo>
                    <a:pt x="275492" y="0"/>
                  </a:lnTo>
                  <a:lnTo>
                    <a:pt x="285331" y="0"/>
                  </a:lnTo>
                  <a:lnTo>
                    <a:pt x="295170" y="0"/>
                  </a:lnTo>
                  <a:lnTo>
                    <a:pt x="305009" y="0"/>
                  </a:lnTo>
                  <a:lnTo>
                    <a:pt x="314848" y="0"/>
                  </a:lnTo>
                  <a:lnTo>
                    <a:pt x="324687" y="0"/>
                  </a:lnTo>
                  <a:lnTo>
                    <a:pt x="334526" y="0"/>
                  </a:lnTo>
                  <a:lnTo>
                    <a:pt x="344365" y="0"/>
                  </a:lnTo>
                  <a:lnTo>
                    <a:pt x="354204" y="0"/>
                  </a:lnTo>
                  <a:lnTo>
                    <a:pt x="364043" y="0"/>
                  </a:lnTo>
                  <a:lnTo>
                    <a:pt x="373882" y="0"/>
                  </a:lnTo>
                  <a:lnTo>
                    <a:pt x="383721" y="0"/>
                  </a:lnTo>
                  <a:lnTo>
                    <a:pt x="393560" y="0"/>
                  </a:lnTo>
                  <a:lnTo>
                    <a:pt x="403399" y="0"/>
                  </a:lnTo>
                  <a:lnTo>
                    <a:pt x="413238" y="0"/>
                  </a:lnTo>
                  <a:lnTo>
                    <a:pt x="423077" y="0"/>
                  </a:lnTo>
                  <a:lnTo>
                    <a:pt x="432916" y="0"/>
                  </a:lnTo>
                  <a:lnTo>
                    <a:pt x="442755" y="0"/>
                  </a:lnTo>
                  <a:lnTo>
                    <a:pt x="452595" y="0"/>
                  </a:lnTo>
                  <a:lnTo>
                    <a:pt x="462434" y="0"/>
                  </a:lnTo>
                  <a:lnTo>
                    <a:pt x="472273" y="0"/>
                  </a:lnTo>
                  <a:lnTo>
                    <a:pt x="482112" y="0"/>
                  </a:lnTo>
                  <a:lnTo>
                    <a:pt x="491951" y="0"/>
                  </a:lnTo>
                  <a:lnTo>
                    <a:pt x="501790" y="0"/>
                  </a:lnTo>
                  <a:lnTo>
                    <a:pt x="511629" y="0"/>
                  </a:lnTo>
                  <a:lnTo>
                    <a:pt x="521468" y="0"/>
                  </a:lnTo>
                  <a:lnTo>
                    <a:pt x="531307" y="0"/>
                  </a:lnTo>
                  <a:lnTo>
                    <a:pt x="541146" y="0"/>
                  </a:lnTo>
                  <a:lnTo>
                    <a:pt x="550985" y="0"/>
                  </a:lnTo>
                  <a:lnTo>
                    <a:pt x="560824" y="0"/>
                  </a:lnTo>
                  <a:lnTo>
                    <a:pt x="570663" y="0"/>
                  </a:lnTo>
                  <a:lnTo>
                    <a:pt x="580502" y="0"/>
                  </a:lnTo>
                  <a:lnTo>
                    <a:pt x="590341" y="0"/>
                  </a:lnTo>
                  <a:lnTo>
                    <a:pt x="600180" y="0"/>
                  </a:lnTo>
                  <a:lnTo>
                    <a:pt x="610019" y="0"/>
                  </a:lnTo>
                  <a:lnTo>
                    <a:pt x="619858" y="0"/>
                  </a:lnTo>
                  <a:lnTo>
                    <a:pt x="629697" y="0"/>
                  </a:lnTo>
                  <a:lnTo>
                    <a:pt x="639536" y="0"/>
                  </a:lnTo>
                  <a:lnTo>
                    <a:pt x="649375" y="0"/>
                  </a:lnTo>
                  <a:lnTo>
                    <a:pt x="659214" y="0"/>
                  </a:lnTo>
                  <a:lnTo>
                    <a:pt x="669053" y="0"/>
                  </a:lnTo>
                  <a:lnTo>
                    <a:pt x="678892" y="0"/>
                  </a:lnTo>
                  <a:lnTo>
                    <a:pt x="688731" y="0"/>
                  </a:lnTo>
                  <a:lnTo>
                    <a:pt x="698570" y="0"/>
                  </a:lnTo>
                  <a:lnTo>
                    <a:pt x="708409" y="0"/>
                  </a:lnTo>
                  <a:lnTo>
                    <a:pt x="718248" y="0"/>
                  </a:lnTo>
                  <a:lnTo>
                    <a:pt x="728087" y="0"/>
                  </a:lnTo>
                  <a:lnTo>
                    <a:pt x="737926" y="0"/>
                  </a:lnTo>
                  <a:lnTo>
                    <a:pt x="747765" y="0"/>
                  </a:lnTo>
                  <a:lnTo>
                    <a:pt x="757604" y="0"/>
                  </a:lnTo>
                  <a:lnTo>
                    <a:pt x="767443" y="0"/>
                  </a:lnTo>
                  <a:lnTo>
                    <a:pt x="777282" y="0"/>
                  </a:lnTo>
                  <a:lnTo>
                    <a:pt x="787121" y="0"/>
                  </a:lnTo>
                  <a:lnTo>
                    <a:pt x="796960" y="0"/>
                  </a:lnTo>
                  <a:lnTo>
                    <a:pt x="806799" y="0"/>
                  </a:lnTo>
                  <a:lnTo>
                    <a:pt x="816638" y="0"/>
                  </a:lnTo>
                  <a:lnTo>
                    <a:pt x="826477" y="0"/>
                  </a:lnTo>
                  <a:lnTo>
                    <a:pt x="836316" y="0"/>
                  </a:lnTo>
                  <a:lnTo>
                    <a:pt x="846155" y="0"/>
                  </a:lnTo>
                  <a:lnTo>
                    <a:pt x="855994" y="0"/>
                  </a:lnTo>
                  <a:lnTo>
                    <a:pt x="865833" y="0"/>
                  </a:lnTo>
                  <a:lnTo>
                    <a:pt x="875672" y="0"/>
                  </a:lnTo>
                  <a:lnTo>
                    <a:pt x="885511" y="0"/>
                  </a:lnTo>
                  <a:lnTo>
                    <a:pt x="895351" y="0"/>
                  </a:lnTo>
                  <a:lnTo>
                    <a:pt x="905190" y="0"/>
                  </a:lnTo>
                  <a:lnTo>
                    <a:pt x="915029" y="0"/>
                  </a:lnTo>
                  <a:lnTo>
                    <a:pt x="924868" y="0"/>
                  </a:lnTo>
                  <a:lnTo>
                    <a:pt x="934707" y="0"/>
                  </a:lnTo>
                  <a:lnTo>
                    <a:pt x="944546" y="0"/>
                  </a:lnTo>
                  <a:lnTo>
                    <a:pt x="954385" y="0"/>
                  </a:lnTo>
                  <a:lnTo>
                    <a:pt x="964224" y="0"/>
                  </a:lnTo>
                  <a:lnTo>
                    <a:pt x="974063" y="0"/>
                  </a:lnTo>
                  <a:lnTo>
                    <a:pt x="983902" y="0"/>
                  </a:lnTo>
                  <a:lnTo>
                    <a:pt x="993741" y="0"/>
                  </a:lnTo>
                  <a:lnTo>
                    <a:pt x="1003580" y="0"/>
                  </a:lnTo>
                  <a:lnTo>
                    <a:pt x="1013419" y="0"/>
                  </a:lnTo>
                  <a:lnTo>
                    <a:pt x="1023258" y="0"/>
                  </a:lnTo>
                  <a:lnTo>
                    <a:pt x="1033097" y="0"/>
                  </a:lnTo>
                  <a:lnTo>
                    <a:pt x="1042936" y="0"/>
                  </a:lnTo>
                  <a:lnTo>
                    <a:pt x="1052775" y="0"/>
                  </a:lnTo>
                  <a:lnTo>
                    <a:pt x="1062614" y="0"/>
                  </a:lnTo>
                  <a:lnTo>
                    <a:pt x="1072453" y="0"/>
                  </a:lnTo>
                  <a:lnTo>
                    <a:pt x="1082292" y="0"/>
                  </a:lnTo>
                  <a:lnTo>
                    <a:pt x="1092131" y="0"/>
                  </a:lnTo>
                  <a:lnTo>
                    <a:pt x="1101970" y="0"/>
                  </a:lnTo>
                  <a:lnTo>
                    <a:pt x="1111809" y="0"/>
                  </a:lnTo>
                  <a:lnTo>
                    <a:pt x="1121648" y="0"/>
                  </a:lnTo>
                  <a:lnTo>
                    <a:pt x="1131487" y="0"/>
                  </a:lnTo>
                  <a:lnTo>
                    <a:pt x="1141326" y="0"/>
                  </a:lnTo>
                  <a:lnTo>
                    <a:pt x="1151165" y="0"/>
                  </a:lnTo>
                  <a:lnTo>
                    <a:pt x="1161004" y="0"/>
                  </a:lnTo>
                  <a:lnTo>
                    <a:pt x="1170843" y="0"/>
                  </a:lnTo>
                  <a:lnTo>
                    <a:pt x="1180682" y="0"/>
                  </a:lnTo>
                  <a:lnTo>
                    <a:pt x="1190521" y="0"/>
                  </a:lnTo>
                  <a:lnTo>
                    <a:pt x="1200360" y="0"/>
                  </a:lnTo>
                  <a:lnTo>
                    <a:pt x="1210199" y="0"/>
                  </a:lnTo>
                  <a:lnTo>
                    <a:pt x="1220038" y="0"/>
                  </a:lnTo>
                  <a:lnTo>
                    <a:pt x="1229877" y="0"/>
                  </a:lnTo>
                  <a:lnTo>
                    <a:pt x="1239716" y="0"/>
                  </a:lnTo>
                  <a:lnTo>
                    <a:pt x="1249555" y="0"/>
                  </a:lnTo>
                  <a:lnTo>
                    <a:pt x="1259394" y="0"/>
                  </a:lnTo>
                  <a:lnTo>
                    <a:pt x="1269233" y="0"/>
                  </a:lnTo>
                  <a:lnTo>
                    <a:pt x="1279072" y="0"/>
                  </a:lnTo>
                  <a:lnTo>
                    <a:pt x="1288911" y="0"/>
                  </a:lnTo>
                  <a:lnTo>
                    <a:pt x="1298750" y="0"/>
                  </a:lnTo>
                  <a:lnTo>
                    <a:pt x="1308589" y="0"/>
                  </a:lnTo>
                  <a:lnTo>
                    <a:pt x="1318428" y="0"/>
                  </a:lnTo>
                  <a:lnTo>
                    <a:pt x="1328267" y="0"/>
                  </a:lnTo>
                  <a:lnTo>
                    <a:pt x="1338107" y="0"/>
                  </a:lnTo>
                  <a:lnTo>
                    <a:pt x="1347946" y="0"/>
                  </a:lnTo>
                  <a:lnTo>
                    <a:pt x="1357785" y="0"/>
                  </a:lnTo>
                  <a:lnTo>
                    <a:pt x="1367624" y="0"/>
                  </a:lnTo>
                  <a:lnTo>
                    <a:pt x="1377463" y="0"/>
                  </a:lnTo>
                  <a:lnTo>
                    <a:pt x="1387302" y="0"/>
                  </a:lnTo>
                  <a:lnTo>
                    <a:pt x="1397141" y="0"/>
                  </a:lnTo>
                  <a:lnTo>
                    <a:pt x="1406980" y="0"/>
                  </a:lnTo>
                  <a:lnTo>
                    <a:pt x="1416819" y="0"/>
                  </a:lnTo>
                  <a:lnTo>
                    <a:pt x="1426658" y="0"/>
                  </a:lnTo>
                  <a:lnTo>
                    <a:pt x="1436497" y="0"/>
                  </a:lnTo>
                  <a:lnTo>
                    <a:pt x="1446336" y="0"/>
                  </a:lnTo>
                  <a:lnTo>
                    <a:pt x="1456175" y="0"/>
                  </a:lnTo>
                  <a:lnTo>
                    <a:pt x="1466014" y="0"/>
                  </a:lnTo>
                  <a:lnTo>
                    <a:pt x="1475853" y="0"/>
                  </a:lnTo>
                  <a:lnTo>
                    <a:pt x="1485692" y="0"/>
                  </a:lnTo>
                  <a:lnTo>
                    <a:pt x="1495531" y="0"/>
                  </a:lnTo>
                  <a:lnTo>
                    <a:pt x="1505370" y="0"/>
                  </a:lnTo>
                  <a:lnTo>
                    <a:pt x="1515209" y="0"/>
                  </a:lnTo>
                  <a:lnTo>
                    <a:pt x="1525048" y="0"/>
                  </a:lnTo>
                  <a:lnTo>
                    <a:pt x="1534887" y="0"/>
                  </a:lnTo>
                  <a:lnTo>
                    <a:pt x="1544726" y="0"/>
                  </a:lnTo>
                  <a:lnTo>
                    <a:pt x="1554565" y="0"/>
                  </a:lnTo>
                  <a:lnTo>
                    <a:pt x="1564404" y="0"/>
                  </a:lnTo>
                  <a:lnTo>
                    <a:pt x="1574243" y="0"/>
                  </a:lnTo>
                  <a:lnTo>
                    <a:pt x="1584082" y="0"/>
                  </a:lnTo>
                  <a:lnTo>
                    <a:pt x="1593921" y="0"/>
                  </a:lnTo>
                  <a:lnTo>
                    <a:pt x="1603760" y="0"/>
                  </a:lnTo>
                  <a:lnTo>
                    <a:pt x="1613599" y="0"/>
                  </a:lnTo>
                  <a:lnTo>
                    <a:pt x="1623438" y="0"/>
                  </a:lnTo>
                  <a:lnTo>
                    <a:pt x="1633277" y="0"/>
                  </a:lnTo>
                  <a:lnTo>
                    <a:pt x="1643116" y="0"/>
                  </a:lnTo>
                  <a:lnTo>
                    <a:pt x="1652955" y="0"/>
                  </a:lnTo>
                  <a:lnTo>
                    <a:pt x="1662794" y="0"/>
                  </a:lnTo>
                  <a:lnTo>
                    <a:pt x="1672633" y="0"/>
                  </a:lnTo>
                  <a:lnTo>
                    <a:pt x="1682472" y="0"/>
                  </a:lnTo>
                  <a:lnTo>
                    <a:pt x="1692311" y="0"/>
                  </a:lnTo>
                  <a:lnTo>
                    <a:pt x="1702150" y="0"/>
                  </a:lnTo>
                  <a:lnTo>
                    <a:pt x="1711989" y="0"/>
                  </a:lnTo>
                  <a:lnTo>
                    <a:pt x="1721828" y="0"/>
                  </a:lnTo>
                  <a:lnTo>
                    <a:pt x="1731667" y="0"/>
                  </a:lnTo>
                  <a:lnTo>
                    <a:pt x="1741506" y="0"/>
                  </a:lnTo>
                  <a:lnTo>
                    <a:pt x="1751345" y="0"/>
                  </a:lnTo>
                  <a:lnTo>
                    <a:pt x="1761184" y="0"/>
                  </a:lnTo>
                  <a:lnTo>
                    <a:pt x="1771023" y="0"/>
                  </a:lnTo>
                  <a:lnTo>
                    <a:pt x="1780863" y="0"/>
                  </a:lnTo>
                  <a:lnTo>
                    <a:pt x="1790702" y="0"/>
                  </a:lnTo>
                  <a:lnTo>
                    <a:pt x="1800541" y="0"/>
                  </a:lnTo>
                  <a:lnTo>
                    <a:pt x="1810380" y="0"/>
                  </a:lnTo>
                  <a:lnTo>
                    <a:pt x="1820219" y="0"/>
                  </a:lnTo>
                  <a:lnTo>
                    <a:pt x="1830058" y="0"/>
                  </a:lnTo>
                  <a:lnTo>
                    <a:pt x="1839897" y="0"/>
                  </a:lnTo>
                  <a:lnTo>
                    <a:pt x="1849736" y="0"/>
                  </a:lnTo>
                  <a:lnTo>
                    <a:pt x="1859575" y="0"/>
                  </a:lnTo>
                  <a:lnTo>
                    <a:pt x="1869414" y="0"/>
                  </a:lnTo>
                  <a:lnTo>
                    <a:pt x="1879253" y="0"/>
                  </a:lnTo>
                  <a:lnTo>
                    <a:pt x="1889092" y="0"/>
                  </a:lnTo>
                  <a:lnTo>
                    <a:pt x="1898931" y="0"/>
                  </a:lnTo>
                  <a:lnTo>
                    <a:pt x="1908770" y="0"/>
                  </a:lnTo>
                  <a:lnTo>
                    <a:pt x="1918609" y="0"/>
                  </a:lnTo>
                  <a:lnTo>
                    <a:pt x="1928448" y="0"/>
                  </a:lnTo>
                  <a:lnTo>
                    <a:pt x="1938287" y="0"/>
                  </a:lnTo>
                  <a:lnTo>
                    <a:pt x="1948126" y="0"/>
                  </a:lnTo>
                  <a:lnTo>
                    <a:pt x="1957965" y="0"/>
                  </a:lnTo>
                  <a:lnTo>
                    <a:pt x="1967804" y="0"/>
                  </a:lnTo>
                  <a:lnTo>
                    <a:pt x="1977643" y="0"/>
                  </a:lnTo>
                  <a:lnTo>
                    <a:pt x="1987482" y="0"/>
                  </a:lnTo>
                  <a:lnTo>
                    <a:pt x="1997321" y="0"/>
                  </a:lnTo>
                  <a:lnTo>
                    <a:pt x="2007160" y="0"/>
                  </a:lnTo>
                  <a:lnTo>
                    <a:pt x="2016999" y="0"/>
                  </a:lnTo>
                  <a:lnTo>
                    <a:pt x="2026838" y="0"/>
                  </a:lnTo>
                  <a:lnTo>
                    <a:pt x="2036677" y="0"/>
                  </a:lnTo>
                  <a:lnTo>
                    <a:pt x="2046516" y="0"/>
                  </a:lnTo>
                  <a:lnTo>
                    <a:pt x="2056355" y="0"/>
                  </a:lnTo>
                  <a:lnTo>
                    <a:pt x="2066194" y="0"/>
                  </a:lnTo>
                  <a:lnTo>
                    <a:pt x="2076033" y="0"/>
                  </a:lnTo>
                  <a:lnTo>
                    <a:pt x="2085872" y="0"/>
                  </a:lnTo>
                  <a:lnTo>
                    <a:pt x="2095711" y="0"/>
                  </a:lnTo>
                  <a:lnTo>
                    <a:pt x="2105550" y="0"/>
                  </a:lnTo>
                  <a:lnTo>
                    <a:pt x="2115389" y="0"/>
                  </a:lnTo>
                  <a:lnTo>
                    <a:pt x="2125228" y="0"/>
                  </a:lnTo>
                  <a:lnTo>
                    <a:pt x="2135067" y="0"/>
                  </a:lnTo>
                  <a:lnTo>
                    <a:pt x="2144906" y="0"/>
                  </a:lnTo>
                  <a:lnTo>
                    <a:pt x="2154745" y="0"/>
                  </a:lnTo>
                  <a:lnTo>
                    <a:pt x="2164584" y="0"/>
                  </a:lnTo>
                  <a:lnTo>
                    <a:pt x="2174423" y="0"/>
                  </a:lnTo>
                  <a:lnTo>
                    <a:pt x="2184262" y="0"/>
                  </a:lnTo>
                  <a:lnTo>
                    <a:pt x="2194101" y="0"/>
                  </a:lnTo>
                  <a:lnTo>
                    <a:pt x="2203940" y="0"/>
                  </a:lnTo>
                  <a:lnTo>
                    <a:pt x="2213779" y="0"/>
                  </a:lnTo>
                  <a:lnTo>
                    <a:pt x="2223618" y="0"/>
                  </a:lnTo>
                  <a:lnTo>
                    <a:pt x="2233458" y="0"/>
                  </a:lnTo>
                  <a:lnTo>
                    <a:pt x="2243297" y="0"/>
                  </a:lnTo>
                  <a:lnTo>
                    <a:pt x="2253136" y="0"/>
                  </a:lnTo>
                  <a:lnTo>
                    <a:pt x="2262975" y="0"/>
                  </a:lnTo>
                  <a:lnTo>
                    <a:pt x="2272814" y="0"/>
                  </a:lnTo>
                  <a:lnTo>
                    <a:pt x="2282653" y="0"/>
                  </a:lnTo>
                  <a:lnTo>
                    <a:pt x="2292492" y="0"/>
                  </a:lnTo>
                  <a:lnTo>
                    <a:pt x="2302331" y="0"/>
                  </a:lnTo>
                  <a:lnTo>
                    <a:pt x="2312170" y="0"/>
                  </a:lnTo>
                  <a:lnTo>
                    <a:pt x="2322009" y="0"/>
                  </a:lnTo>
                  <a:lnTo>
                    <a:pt x="2331848" y="0"/>
                  </a:lnTo>
                  <a:lnTo>
                    <a:pt x="2341687" y="0"/>
                  </a:lnTo>
                  <a:lnTo>
                    <a:pt x="2351526" y="0"/>
                  </a:lnTo>
                  <a:lnTo>
                    <a:pt x="2361365" y="0"/>
                  </a:lnTo>
                  <a:lnTo>
                    <a:pt x="2371204" y="0"/>
                  </a:lnTo>
                  <a:lnTo>
                    <a:pt x="2381043" y="0"/>
                  </a:lnTo>
                  <a:lnTo>
                    <a:pt x="2390882" y="0"/>
                  </a:lnTo>
                  <a:lnTo>
                    <a:pt x="2400721" y="0"/>
                  </a:lnTo>
                  <a:lnTo>
                    <a:pt x="2410560" y="0"/>
                  </a:lnTo>
                  <a:lnTo>
                    <a:pt x="2420399" y="0"/>
                  </a:lnTo>
                  <a:lnTo>
                    <a:pt x="2430238" y="0"/>
                  </a:lnTo>
                  <a:lnTo>
                    <a:pt x="2440077" y="0"/>
                  </a:lnTo>
                  <a:lnTo>
                    <a:pt x="2449916" y="0"/>
                  </a:lnTo>
                  <a:lnTo>
                    <a:pt x="2459755" y="0"/>
                  </a:lnTo>
                  <a:lnTo>
                    <a:pt x="2469594" y="0"/>
                  </a:lnTo>
                  <a:lnTo>
                    <a:pt x="2479433" y="0"/>
                  </a:lnTo>
                  <a:lnTo>
                    <a:pt x="2489272" y="0"/>
                  </a:lnTo>
                  <a:lnTo>
                    <a:pt x="2499111" y="0"/>
                  </a:lnTo>
                  <a:lnTo>
                    <a:pt x="2508950" y="0"/>
                  </a:lnTo>
                  <a:lnTo>
                    <a:pt x="2518789" y="0"/>
                  </a:lnTo>
                  <a:lnTo>
                    <a:pt x="2528628" y="0"/>
                  </a:lnTo>
                  <a:lnTo>
                    <a:pt x="2538467" y="0"/>
                  </a:lnTo>
                  <a:lnTo>
                    <a:pt x="2548306" y="0"/>
                  </a:lnTo>
                  <a:lnTo>
                    <a:pt x="2558145" y="0"/>
                  </a:lnTo>
                  <a:lnTo>
                    <a:pt x="2567984" y="0"/>
                  </a:lnTo>
                  <a:lnTo>
                    <a:pt x="2577823" y="0"/>
                  </a:lnTo>
                  <a:lnTo>
                    <a:pt x="2587662" y="0"/>
                  </a:lnTo>
                  <a:lnTo>
                    <a:pt x="2597501" y="0"/>
                  </a:lnTo>
                  <a:lnTo>
                    <a:pt x="2607340" y="0"/>
                  </a:lnTo>
                  <a:lnTo>
                    <a:pt x="2617179" y="0"/>
                  </a:lnTo>
                  <a:lnTo>
                    <a:pt x="2627018" y="0"/>
                  </a:lnTo>
                  <a:lnTo>
                    <a:pt x="2636857" y="0"/>
                  </a:lnTo>
                  <a:lnTo>
                    <a:pt x="2646696" y="0"/>
                  </a:lnTo>
                  <a:lnTo>
                    <a:pt x="2656535" y="0"/>
                  </a:lnTo>
                  <a:lnTo>
                    <a:pt x="2666374" y="0"/>
                  </a:lnTo>
                  <a:lnTo>
                    <a:pt x="2676214" y="0"/>
                  </a:lnTo>
                  <a:lnTo>
                    <a:pt x="2686053" y="0"/>
                  </a:lnTo>
                  <a:lnTo>
                    <a:pt x="2695892" y="0"/>
                  </a:lnTo>
                  <a:lnTo>
                    <a:pt x="2705731" y="0"/>
                  </a:lnTo>
                  <a:lnTo>
                    <a:pt x="2715570" y="0"/>
                  </a:lnTo>
                  <a:lnTo>
                    <a:pt x="2725409" y="0"/>
                  </a:lnTo>
                  <a:lnTo>
                    <a:pt x="2735248" y="0"/>
                  </a:lnTo>
                  <a:lnTo>
                    <a:pt x="2745087" y="0"/>
                  </a:lnTo>
                  <a:lnTo>
                    <a:pt x="2754926" y="0"/>
                  </a:lnTo>
                  <a:lnTo>
                    <a:pt x="2764765" y="0"/>
                  </a:lnTo>
                  <a:lnTo>
                    <a:pt x="2774604" y="0"/>
                  </a:lnTo>
                  <a:lnTo>
                    <a:pt x="2784443" y="0"/>
                  </a:lnTo>
                  <a:lnTo>
                    <a:pt x="2794282" y="0"/>
                  </a:lnTo>
                  <a:lnTo>
                    <a:pt x="2804121" y="0"/>
                  </a:lnTo>
                  <a:lnTo>
                    <a:pt x="2813960" y="0"/>
                  </a:lnTo>
                  <a:lnTo>
                    <a:pt x="2823799" y="0"/>
                  </a:lnTo>
                  <a:lnTo>
                    <a:pt x="2833638" y="0"/>
                  </a:lnTo>
                  <a:lnTo>
                    <a:pt x="2843477" y="0"/>
                  </a:lnTo>
                  <a:lnTo>
                    <a:pt x="2853316" y="0"/>
                  </a:lnTo>
                  <a:lnTo>
                    <a:pt x="2863155" y="0"/>
                  </a:lnTo>
                  <a:lnTo>
                    <a:pt x="2872994" y="0"/>
                  </a:lnTo>
                  <a:lnTo>
                    <a:pt x="2882833" y="0"/>
                  </a:lnTo>
                  <a:lnTo>
                    <a:pt x="2892672" y="0"/>
                  </a:lnTo>
                  <a:lnTo>
                    <a:pt x="2902511" y="0"/>
                  </a:lnTo>
                  <a:lnTo>
                    <a:pt x="2912350" y="0"/>
                  </a:lnTo>
                  <a:lnTo>
                    <a:pt x="2922189" y="0"/>
                  </a:lnTo>
                  <a:lnTo>
                    <a:pt x="2932028" y="0"/>
                  </a:lnTo>
                  <a:lnTo>
                    <a:pt x="2941867" y="0"/>
                  </a:lnTo>
                  <a:lnTo>
                    <a:pt x="2951706" y="0"/>
                  </a:lnTo>
                  <a:lnTo>
                    <a:pt x="2961545" y="0"/>
                  </a:lnTo>
                  <a:lnTo>
                    <a:pt x="2971384" y="0"/>
                  </a:lnTo>
                  <a:lnTo>
                    <a:pt x="2981223" y="0"/>
                  </a:lnTo>
                  <a:lnTo>
                    <a:pt x="2991062" y="0"/>
                  </a:lnTo>
                  <a:lnTo>
                    <a:pt x="3000901" y="0"/>
                  </a:lnTo>
                  <a:lnTo>
                    <a:pt x="3010740" y="0"/>
                  </a:lnTo>
                  <a:lnTo>
                    <a:pt x="3020579" y="0"/>
                  </a:lnTo>
                  <a:lnTo>
                    <a:pt x="3030418" y="0"/>
                  </a:lnTo>
                  <a:lnTo>
                    <a:pt x="3040257" y="0"/>
                  </a:lnTo>
                  <a:lnTo>
                    <a:pt x="3050096" y="0"/>
                  </a:lnTo>
                  <a:lnTo>
                    <a:pt x="3059935" y="0"/>
                  </a:lnTo>
                  <a:lnTo>
                    <a:pt x="3069774" y="0"/>
                  </a:lnTo>
                  <a:lnTo>
                    <a:pt x="3079613" y="0"/>
                  </a:lnTo>
                  <a:lnTo>
                    <a:pt x="3089452" y="0"/>
                  </a:lnTo>
                  <a:lnTo>
                    <a:pt x="3099291" y="0"/>
                  </a:lnTo>
                  <a:lnTo>
                    <a:pt x="3109130" y="0"/>
                  </a:lnTo>
                  <a:lnTo>
                    <a:pt x="3118970" y="0"/>
                  </a:lnTo>
                  <a:lnTo>
                    <a:pt x="3128809" y="0"/>
                  </a:lnTo>
                  <a:lnTo>
                    <a:pt x="3138648" y="0"/>
                  </a:lnTo>
                  <a:lnTo>
                    <a:pt x="3148487" y="0"/>
                  </a:lnTo>
                  <a:lnTo>
                    <a:pt x="3158326" y="0"/>
                  </a:lnTo>
                  <a:lnTo>
                    <a:pt x="3168165" y="0"/>
                  </a:lnTo>
                  <a:lnTo>
                    <a:pt x="3178004" y="0"/>
                  </a:lnTo>
                  <a:lnTo>
                    <a:pt x="3187843" y="0"/>
                  </a:lnTo>
                  <a:lnTo>
                    <a:pt x="3197682" y="0"/>
                  </a:lnTo>
                  <a:lnTo>
                    <a:pt x="3207521" y="0"/>
                  </a:lnTo>
                  <a:lnTo>
                    <a:pt x="3217360" y="0"/>
                  </a:lnTo>
                  <a:lnTo>
                    <a:pt x="3227199" y="0"/>
                  </a:lnTo>
                  <a:lnTo>
                    <a:pt x="3237038" y="0"/>
                  </a:lnTo>
                  <a:lnTo>
                    <a:pt x="3246877" y="0"/>
                  </a:lnTo>
                  <a:lnTo>
                    <a:pt x="3256716" y="0"/>
                  </a:lnTo>
                  <a:lnTo>
                    <a:pt x="3266555" y="0"/>
                  </a:lnTo>
                  <a:lnTo>
                    <a:pt x="3276394" y="0"/>
                  </a:lnTo>
                  <a:lnTo>
                    <a:pt x="3286233" y="0"/>
                  </a:lnTo>
                  <a:lnTo>
                    <a:pt x="3296072" y="0"/>
                  </a:lnTo>
                  <a:lnTo>
                    <a:pt x="3305911" y="0"/>
                  </a:lnTo>
                  <a:lnTo>
                    <a:pt x="3315750" y="0"/>
                  </a:lnTo>
                  <a:lnTo>
                    <a:pt x="3325589" y="0"/>
                  </a:lnTo>
                  <a:lnTo>
                    <a:pt x="3335428" y="0"/>
                  </a:lnTo>
                  <a:lnTo>
                    <a:pt x="3345267" y="0"/>
                  </a:lnTo>
                  <a:lnTo>
                    <a:pt x="3355106" y="0"/>
                  </a:lnTo>
                  <a:lnTo>
                    <a:pt x="3364945" y="0"/>
                  </a:lnTo>
                  <a:lnTo>
                    <a:pt x="3374784" y="0"/>
                  </a:lnTo>
                  <a:lnTo>
                    <a:pt x="3384623" y="0"/>
                  </a:lnTo>
                  <a:lnTo>
                    <a:pt x="3394462" y="0"/>
                  </a:lnTo>
                  <a:lnTo>
                    <a:pt x="3404301" y="0"/>
                  </a:lnTo>
                  <a:lnTo>
                    <a:pt x="3414140" y="0"/>
                  </a:lnTo>
                  <a:lnTo>
                    <a:pt x="3423979" y="0"/>
                  </a:lnTo>
                  <a:lnTo>
                    <a:pt x="3433818" y="0"/>
                  </a:lnTo>
                  <a:lnTo>
                    <a:pt x="3443657" y="0"/>
                  </a:lnTo>
                  <a:lnTo>
                    <a:pt x="3453496" y="0"/>
                  </a:lnTo>
                  <a:lnTo>
                    <a:pt x="3463335" y="0"/>
                  </a:lnTo>
                  <a:lnTo>
                    <a:pt x="3473174" y="0"/>
                  </a:lnTo>
                  <a:lnTo>
                    <a:pt x="3483013" y="0"/>
                  </a:lnTo>
                  <a:lnTo>
                    <a:pt x="3492852" y="0"/>
                  </a:lnTo>
                  <a:lnTo>
                    <a:pt x="3502691" y="0"/>
                  </a:lnTo>
                  <a:lnTo>
                    <a:pt x="3512530" y="0"/>
                  </a:lnTo>
                  <a:lnTo>
                    <a:pt x="3522369" y="0"/>
                  </a:lnTo>
                  <a:lnTo>
                    <a:pt x="3532208" y="0"/>
                  </a:lnTo>
                  <a:lnTo>
                    <a:pt x="3542047" y="0"/>
                  </a:lnTo>
                  <a:lnTo>
                    <a:pt x="3551886" y="0"/>
                  </a:lnTo>
                  <a:lnTo>
                    <a:pt x="3561726" y="0"/>
                  </a:lnTo>
                  <a:lnTo>
                    <a:pt x="3571565" y="0"/>
                  </a:lnTo>
                  <a:lnTo>
                    <a:pt x="3581404" y="0"/>
                  </a:lnTo>
                  <a:lnTo>
                    <a:pt x="3591243" y="0"/>
                  </a:lnTo>
                  <a:lnTo>
                    <a:pt x="3601082" y="0"/>
                  </a:lnTo>
                  <a:lnTo>
                    <a:pt x="3610921" y="0"/>
                  </a:lnTo>
                  <a:lnTo>
                    <a:pt x="3620760" y="0"/>
                  </a:lnTo>
                  <a:lnTo>
                    <a:pt x="3630599" y="0"/>
                  </a:lnTo>
                  <a:lnTo>
                    <a:pt x="3640438" y="0"/>
                  </a:lnTo>
                  <a:lnTo>
                    <a:pt x="3650277" y="0"/>
                  </a:lnTo>
                  <a:lnTo>
                    <a:pt x="3660116" y="0"/>
                  </a:lnTo>
                  <a:lnTo>
                    <a:pt x="3669955" y="0"/>
                  </a:lnTo>
                  <a:lnTo>
                    <a:pt x="3679794" y="0"/>
                  </a:lnTo>
                  <a:lnTo>
                    <a:pt x="3689633" y="0"/>
                  </a:lnTo>
                  <a:lnTo>
                    <a:pt x="3699472" y="0"/>
                  </a:lnTo>
                  <a:lnTo>
                    <a:pt x="3709311" y="0"/>
                  </a:lnTo>
                  <a:lnTo>
                    <a:pt x="3719150" y="0"/>
                  </a:lnTo>
                  <a:lnTo>
                    <a:pt x="3728989" y="0"/>
                  </a:lnTo>
                  <a:lnTo>
                    <a:pt x="3738828" y="0"/>
                  </a:lnTo>
                  <a:lnTo>
                    <a:pt x="3748667" y="0"/>
                  </a:lnTo>
                  <a:lnTo>
                    <a:pt x="3758506" y="0"/>
                  </a:lnTo>
                  <a:lnTo>
                    <a:pt x="3768345" y="0"/>
                  </a:lnTo>
                  <a:lnTo>
                    <a:pt x="3778184" y="0"/>
                  </a:lnTo>
                  <a:lnTo>
                    <a:pt x="3788023" y="0"/>
                  </a:lnTo>
                  <a:lnTo>
                    <a:pt x="3797862" y="0"/>
                  </a:lnTo>
                  <a:lnTo>
                    <a:pt x="3807701" y="0"/>
                  </a:lnTo>
                  <a:lnTo>
                    <a:pt x="3817540" y="0"/>
                  </a:lnTo>
                  <a:lnTo>
                    <a:pt x="3827379" y="0"/>
                  </a:lnTo>
                  <a:lnTo>
                    <a:pt x="3837218" y="0"/>
                  </a:lnTo>
                  <a:lnTo>
                    <a:pt x="3847057" y="0"/>
                  </a:lnTo>
                  <a:lnTo>
                    <a:pt x="3856896" y="0"/>
                  </a:lnTo>
                  <a:lnTo>
                    <a:pt x="3866735" y="0"/>
                  </a:lnTo>
                  <a:lnTo>
                    <a:pt x="3876574" y="0"/>
                  </a:lnTo>
                  <a:lnTo>
                    <a:pt x="3886413" y="0"/>
                  </a:lnTo>
                  <a:lnTo>
                    <a:pt x="3896252" y="0"/>
                  </a:lnTo>
                  <a:lnTo>
                    <a:pt x="3906091" y="0"/>
                  </a:lnTo>
                  <a:lnTo>
                    <a:pt x="3915930" y="0"/>
                  </a:lnTo>
                  <a:lnTo>
                    <a:pt x="3925769" y="0"/>
                  </a:lnTo>
                  <a:lnTo>
                    <a:pt x="3935608" y="0"/>
                  </a:lnTo>
                  <a:lnTo>
                    <a:pt x="3945447" y="0"/>
                  </a:lnTo>
                  <a:lnTo>
                    <a:pt x="3955286" y="0"/>
                  </a:lnTo>
                  <a:lnTo>
                    <a:pt x="3965125" y="0"/>
                  </a:lnTo>
                  <a:lnTo>
                    <a:pt x="3974964" y="0"/>
                  </a:lnTo>
                  <a:lnTo>
                    <a:pt x="3984803" y="0"/>
                  </a:lnTo>
                  <a:lnTo>
                    <a:pt x="3994642" y="0"/>
                  </a:lnTo>
                  <a:lnTo>
                    <a:pt x="4004482" y="0"/>
                  </a:lnTo>
                  <a:lnTo>
                    <a:pt x="4014321" y="0"/>
                  </a:lnTo>
                  <a:lnTo>
                    <a:pt x="4024160" y="0"/>
                  </a:lnTo>
                  <a:lnTo>
                    <a:pt x="4033999" y="0"/>
                  </a:lnTo>
                  <a:lnTo>
                    <a:pt x="4043838" y="0"/>
                  </a:lnTo>
                  <a:lnTo>
                    <a:pt x="4053677" y="0"/>
                  </a:lnTo>
                  <a:lnTo>
                    <a:pt x="4063516" y="0"/>
                  </a:lnTo>
                  <a:lnTo>
                    <a:pt x="4073355" y="0"/>
                  </a:lnTo>
                  <a:lnTo>
                    <a:pt x="4083194" y="0"/>
                  </a:lnTo>
                  <a:lnTo>
                    <a:pt x="4093033" y="0"/>
                  </a:lnTo>
                  <a:lnTo>
                    <a:pt x="4102872" y="0"/>
                  </a:lnTo>
                  <a:lnTo>
                    <a:pt x="4112711" y="0"/>
                  </a:lnTo>
                  <a:lnTo>
                    <a:pt x="4122550" y="0"/>
                  </a:lnTo>
                  <a:lnTo>
                    <a:pt x="4132389" y="0"/>
                  </a:lnTo>
                  <a:lnTo>
                    <a:pt x="4142228" y="0"/>
                  </a:lnTo>
                  <a:lnTo>
                    <a:pt x="4152067" y="0"/>
                  </a:lnTo>
                  <a:lnTo>
                    <a:pt x="4161906" y="0"/>
                  </a:lnTo>
                  <a:lnTo>
                    <a:pt x="4171745" y="0"/>
                  </a:lnTo>
                  <a:lnTo>
                    <a:pt x="4181584" y="0"/>
                  </a:lnTo>
                  <a:lnTo>
                    <a:pt x="4191423" y="0"/>
                  </a:lnTo>
                  <a:lnTo>
                    <a:pt x="4201262" y="0"/>
                  </a:lnTo>
                  <a:lnTo>
                    <a:pt x="4211101" y="0"/>
                  </a:lnTo>
                  <a:lnTo>
                    <a:pt x="4220940" y="0"/>
                  </a:lnTo>
                  <a:lnTo>
                    <a:pt x="4230779" y="0"/>
                  </a:lnTo>
                  <a:lnTo>
                    <a:pt x="4240618" y="0"/>
                  </a:lnTo>
                  <a:lnTo>
                    <a:pt x="4250457" y="0"/>
                  </a:lnTo>
                  <a:lnTo>
                    <a:pt x="4260296" y="0"/>
                  </a:lnTo>
                  <a:lnTo>
                    <a:pt x="4270135" y="0"/>
                  </a:lnTo>
                  <a:lnTo>
                    <a:pt x="4279974" y="0"/>
                  </a:lnTo>
                  <a:lnTo>
                    <a:pt x="4289813" y="0"/>
                  </a:lnTo>
                  <a:lnTo>
                    <a:pt x="4299652" y="0"/>
                  </a:lnTo>
                  <a:lnTo>
                    <a:pt x="4309491" y="0"/>
                  </a:lnTo>
                  <a:lnTo>
                    <a:pt x="4319330" y="0"/>
                  </a:lnTo>
                  <a:lnTo>
                    <a:pt x="4329169" y="0"/>
                  </a:lnTo>
                  <a:lnTo>
                    <a:pt x="4339008" y="0"/>
                  </a:lnTo>
                  <a:lnTo>
                    <a:pt x="4348847" y="0"/>
                  </a:lnTo>
                  <a:lnTo>
                    <a:pt x="4358686" y="0"/>
                  </a:lnTo>
                  <a:lnTo>
                    <a:pt x="4368525" y="0"/>
                  </a:lnTo>
                  <a:lnTo>
                    <a:pt x="4378364" y="0"/>
                  </a:lnTo>
                  <a:lnTo>
                    <a:pt x="4388203" y="0"/>
                  </a:lnTo>
                  <a:lnTo>
                    <a:pt x="4398042" y="0"/>
                  </a:lnTo>
                  <a:lnTo>
                    <a:pt x="4407881" y="0"/>
                  </a:lnTo>
                  <a:lnTo>
                    <a:pt x="4417720" y="0"/>
                  </a:lnTo>
                  <a:lnTo>
                    <a:pt x="4427559" y="0"/>
                  </a:lnTo>
                  <a:lnTo>
                    <a:pt x="4437398" y="0"/>
                  </a:lnTo>
                  <a:lnTo>
                    <a:pt x="4447237" y="0"/>
                  </a:lnTo>
                  <a:lnTo>
                    <a:pt x="4457077" y="0"/>
                  </a:lnTo>
                  <a:lnTo>
                    <a:pt x="4466916" y="0"/>
                  </a:lnTo>
                  <a:lnTo>
                    <a:pt x="4476755" y="0"/>
                  </a:lnTo>
                  <a:lnTo>
                    <a:pt x="4486594" y="0"/>
                  </a:lnTo>
                  <a:lnTo>
                    <a:pt x="4496433" y="0"/>
                  </a:lnTo>
                  <a:lnTo>
                    <a:pt x="4506272" y="0"/>
                  </a:lnTo>
                  <a:lnTo>
                    <a:pt x="4516111" y="0"/>
                  </a:lnTo>
                  <a:lnTo>
                    <a:pt x="4525950" y="0"/>
                  </a:lnTo>
                  <a:lnTo>
                    <a:pt x="4535789" y="0"/>
                  </a:lnTo>
                  <a:lnTo>
                    <a:pt x="4545628" y="0"/>
                  </a:lnTo>
                  <a:lnTo>
                    <a:pt x="4555467" y="0"/>
                  </a:lnTo>
                  <a:lnTo>
                    <a:pt x="4565306" y="0"/>
                  </a:lnTo>
                  <a:lnTo>
                    <a:pt x="4575145" y="0"/>
                  </a:lnTo>
                  <a:lnTo>
                    <a:pt x="4584984" y="0"/>
                  </a:lnTo>
                  <a:lnTo>
                    <a:pt x="4594823" y="0"/>
                  </a:lnTo>
                  <a:lnTo>
                    <a:pt x="4604662" y="0"/>
                  </a:lnTo>
                  <a:lnTo>
                    <a:pt x="4614501" y="0"/>
                  </a:lnTo>
                  <a:lnTo>
                    <a:pt x="4624340" y="0"/>
                  </a:lnTo>
                  <a:lnTo>
                    <a:pt x="4634179" y="0"/>
                  </a:lnTo>
                  <a:lnTo>
                    <a:pt x="4644018" y="0"/>
                  </a:lnTo>
                  <a:lnTo>
                    <a:pt x="4653857" y="0"/>
                  </a:lnTo>
                  <a:lnTo>
                    <a:pt x="4663696" y="0"/>
                  </a:lnTo>
                  <a:lnTo>
                    <a:pt x="4673535" y="0"/>
                  </a:lnTo>
                  <a:lnTo>
                    <a:pt x="4683374" y="0"/>
                  </a:lnTo>
                  <a:lnTo>
                    <a:pt x="4693213" y="0"/>
                  </a:lnTo>
                  <a:lnTo>
                    <a:pt x="4703052" y="0"/>
                  </a:lnTo>
                  <a:lnTo>
                    <a:pt x="4712891" y="0"/>
                  </a:lnTo>
                  <a:lnTo>
                    <a:pt x="4722730" y="0"/>
                  </a:lnTo>
                  <a:lnTo>
                    <a:pt x="4732569" y="0"/>
                  </a:lnTo>
                  <a:lnTo>
                    <a:pt x="4742408" y="0"/>
                  </a:lnTo>
                  <a:lnTo>
                    <a:pt x="4752247" y="0"/>
                  </a:lnTo>
                  <a:lnTo>
                    <a:pt x="4762086" y="0"/>
                  </a:lnTo>
                  <a:lnTo>
                    <a:pt x="4771925" y="0"/>
                  </a:lnTo>
                  <a:lnTo>
                    <a:pt x="4781764" y="0"/>
                  </a:lnTo>
                  <a:lnTo>
                    <a:pt x="4791603" y="0"/>
                  </a:lnTo>
                  <a:lnTo>
                    <a:pt x="4801442" y="0"/>
                  </a:lnTo>
                  <a:lnTo>
                    <a:pt x="4811281" y="0"/>
                  </a:lnTo>
                  <a:lnTo>
                    <a:pt x="4821120" y="0"/>
                  </a:lnTo>
                  <a:lnTo>
                    <a:pt x="4830959" y="0"/>
                  </a:lnTo>
                  <a:lnTo>
                    <a:pt x="4840798" y="0"/>
                  </a:lnTo>
                  <a:lnTo>
                    <a:pt x="4850637" y="0"/>
                  </a:lnTo>
                  <a:lnTo>
                    <a:pt x="4860476" y="0"/>
                  </a:lnTo>
                  <a:lnTo>
                    <a:pt x="4870315" y="0"/>
                  </a:lnTo>
                  <a:lnTo>
                    <a:pt x="4880154" y="0"/>
                  </a:lnTo>
                  <a:lnTo>
                    <a:pt x="4889993" y="0"/>
                  </a:lnTo>
                  <a:lnTo>
                    <a:pt x="4899833" y="0"/>
                  </a:lnTo>
                  <a:lnTo>
                    <a:pt x="4909672" y="0"/>
                  </a:lnTo>
                  <a:lnTo>
                    <a:pt x="4919511" y="0"/>
                  </a:lnTo>
                  <a:lnTo>
                    <a:pt x="4919511" y="191020"/>
                  </a:lnTo>
                  <a:lnTo>
                    <a:pt x="4909672" y="191020"/>
                  </a:lnTo>
                  <a:lnTo>
                    <a:pt x="4899833" y="191020"/>
                  </a:lnTo>
                  <a:lnTo>
                    <a:pt x="4889993" y="191020"/>
                  </a:lnTo>
                  <a:lnTo>
                    <a:pt x="4880154" y="191020"/>
                  </a:lnTo>
                  <a:lnTo>
                    <a:pt x="4870315" y="191020"/>
                  </a:lnTo>
                  <a:lnTo>
                    <a:pt x="4860476" y="191020"/>
                  </a:lnTo>
                  <a:lnTo>
                    <a:pt x="4850637" y="191020"/>
                  </a:lnTo>
                  <a:lnTo>
                    <a:pt x="4840798" y="191020"/>
                  </a:lnTo>
                  <a:lnTo>
                    <a:pt x="4830959" y="191020"/>
                  </a:lnTo>
                  <a:lnTo>
                    <a:pt x="4821120" y="191020"/>
                  </a:lnTo>
                  <a:lnTo>
                    <a:pt x="4811281" y="191020"/>
                  </a:lnTo>
                  <a:lnTo>
                    <a:pt x="4801442" y="191020"/>
                  </a:lnTo>
                  <a:lnTo>
                    <a:pt x="4791603" y="191020"/>
                  </a:lnTo>
                  <a:lnTo>
                    <a:pt x="4781764" y="191020"/>
                  </a:lnTo>
                  <a:lnTo>
                    <a:pt x="4771925" y="191020"/>
                  </a:lnTo>
                  <a:lnTo>
                    <a:pt x="4762086" y="191020"/>
                  </a:lnTo>
                  <a:lnTo>
                    <a:pt x="4752247" y="191020"/>
                  </a:lnTo>
                  <a:lnTo>
                    <a:pt x="4742408" y="191020"/>
                  </a:lnTo>
                  <a:lnTo>
                    <a:pt x="4732569" y="191020"/>
                  </a:lnTo>
                  <a:lnTo>
                    <a:pt x="4722730" y="191020"/>
                  </a:lnTo>
                  <a:lnTo>
                    <a:pt x="4712891" y="191020"/>
                  </a:lnTo>
                  <a:lnTo>
                    <a:pt x="4703052" y="191020"/>
                  </a:lnTo>
                  <a:lnTo>
                    <a:pt x="4693213" y="191020"/>
                  </a:lnTo>
                  <a:lnTo>
                    <a:pt x="4683374" y="191020"/>
                  </a:lnTo>
                  <a:lnTo>
                    <a:pt x="4673535" y="191020"/>
                  </a:lnTo>
                  <a:lnTo>
                    <a:pt x="4663696" y="191020"/>
                  </a:lnTo>
                  <a:lnTo>
                    <a:pt x="4653857" y="191020"/>
                  </a:lnTo>
                  <a:lnTo>
                    <a:pt x="4644018" y="191020"/>
                  </a:lnTo>
                  <a:lnTo>
                    <a:pt x="4634179" y="191020"/>
                  </a:lnTo>
                  <a:lnTo>
                    <a:pt x="4624340" y="191020"/>
                  </a:lnTo>
                  <a:lnTo>
                    <a:pt x="4614501" y="191020"/>
                  </a:lnTo>
                  <a:lnTo>
                    <a:pt x="4604662" y="191020"/>
                  </a:lnTo>
                  <a:lnTo>
                    <a:pt x="4594823" y="191020"/>
                  </a:lnTo>
                  <a:lnTo>
                    <a:pt x="4584984" y="191020"/>
                  </a:lnTo>
                  <a:lnTo>
                    <a:pt x="4575145" y="191020"/>
                  </a:lnTo>
                  <a:lnTo>
                    <a:pt x="4565306" y="191020"/>
                  </a:lnTo>
                  <a:lnTo>
                    <a:pt x="4555467" y="191020"/>
                  </a:lnTo>
                  <a:lnTo>
                    <a:pt x="4545628" y="191020"/>
                  </a:lnTo>
                  <a:lnTo>
                    <a:pt x="4535789" y="191020"/>
                  </a:lnTo>
                  <a:lnTo>
                    <a:pt x="4525950" y="191020"/>
                  </a:lnTo>
                  <a:lnTo>
                    <a:pt x="4516111" y="191020"/>
                  </a:lnTo>
                  <a:lnTo>
                    <a:pt x="4506272" y="191020"/>
                  </a:lnTo>
                  <a:lnTo>
                    <a:pt x="4496433" y="191020"/>
                  </a:lnTo>
                  <a:lnTo>
                    <a:pt x="4486594" y="191020"/>
                  </a:lnTo>
                  <a:lnTo>
                    <a:pt x="4476755" y="191020"/>
                  </a:lnTo>
                  <a:lnTo>
                    <a:pt x="4466916" y="191020"/>
                  </a:lnTo>
                  <a:lnTo>
                    <a:pt x="4457077" y="191020"/>
                  </a:lnTo>
                  <a:lnTo>
                    <a:pt x="4447237" y="191020"/>
                  </a:lnTo>
                  <a:lnTo>
                    <a:pt x="4437398" y="191020"/>
                  </a:lnTo>
                  <a:lnTo>
                    <a:pt x="4427559" y="191020"/>
                  </a:lnTo>
                  <a:lnTo>
                    <a:pt x="4417720" y="191020"/>
                  </a:lnTo>
                  <a:lnTo>
                    <a:pt x="4407881" y="191020"/>
                  </a:lnTo>
                  <a:lnTo>
                    <a:pt x="4398042" y="191020"/>
                  </a:lnTo>
                  <a:lnTo>
                    <a:pt x="4388203" y="191020"/>
                  </a:lnTo>
                  <a:lnTo>
                    <a:pt x="4378364" y="191020"/>
                  </a:lnTo>
                  <a:lnTo>
                    <a:pt x="4368525" y="191020"/>
                  </a:lnTo>
                  <a:lnTo>
                    <a:pt x="4358686" y="191020"/>
                  </a:lnTo>
                  <a:lnTo>
                    <a:pt x="4348847" y="191020"/>
                  </a:lnTo>
                  <a:lnTo>
                    <a:pt x="4339008" y="191020"/>
                  </a:lnTo>
                  <a:lnTo>
                    <a:pt x="4329169" y="191020"/>
                  </a:lnTo>
                  <a:lnTo>
                    <a:pt x="4319330" y="191020"/>
                  </a:lnTo>
                  <a:lnTo>
                    <a:pt x="4309491" y="191020"/>
                  </a:lnTo>
                  <a:lnTo>
                    <a:pt x="4299652" y="191020"/>
                  </a:lnTo>
                  <a:lnTo>
                    <a:pt x="4289813" y="191020"/>
                  </a:lnTo>
                  <a:lnTo>
                    <a:pt x="4279974" y="191020"/>
                  </a:lnTo>
                  <a:lnTo>
                    <a:pt x="4270135" y="191020"/>
                  </a:lnTo>
                  <a:lnTo>
                    <a:pt x="4260296" y="191020"/>
                  </a:lnTo>
                  <a:lnTo>
                    <a:pt x="4250457" y="191020"/>
                  </a:lnTo>
                  <a:lnTo>
                    <a:pt x="4240618" y="191020"/>
                  </a:lnTo>
                  <a:lnTo>
                    <a:pt x="4230779" y="191020"/>
                  </a:lnTo>
                  <a:lnTo>
                    <a:pt x="4220940" y="191020"/>
                  </a:lnTo>
                  <a:lnTo>
                    <a:pt x="4211101" y="191020"/>
                  </a:lnTo>
                  <a:lnTo>
                    <a:pt x="4201262" y="191020"/>
                  </a:lnTo>
                  <a:lnTo>
                    <a:pt x="4191423" y="191020"/>
                  </a:lnTo>
                  <a:lnTo>
                    <a:pt x="4181584" y="191020"/>
                  </a:lnTo>
                  <a:lnTo>
                    <a:pt x="4171745" y="191020"/>
                  </a:lnTo>
                  <a:lnTo>
                    <a:pt x="4161906" y="191020"/>
                  </a:lnTo>
                  <a:lnTo>
                    <a:pt x="4152067" y="191020"/>
                  </a:lnTo>
                  <a:lnTo>
                    <a:pt x="4142228" y="191020"/>
                  </a:lnTo>
                  <a:lnTo>
                    <a:pt x="4132389" y="191020"/>
                  </a:lnTo>
                  <a:lnTo>
                    <a:pt x="4122550" y="191020"/>
                  </a:lnTo>
                  <a:lnTo>
                    <a:pt x="4112711" y="191020"/>
                  </a:lnTo>
                  <a:lnTo>
                    <a:pt x="4102872" y="191020"/>
                  </a:lnTo>
                  <a:lnTo>
                    <a:pt x="4093033" y="191020"/>
                  </a:lnTo>
                  <a:lnTo>
                    <a:pt x="4083194" y="191020"/>
                  </a:lnTo>
                  <a:lnTo>
                    <a:pt x="4073355" y="191020"/>
                  </a:lnTo>
                  <a:lnTo>
                    <a:pt x="4063516" y="191020"/>
                  </a:lnTo>
                  <a:lnTo>
                    <a:pt x="4053677" y="191020"/>
                  </a:lnTo>
                  <a:lnTo>
                    <a:pt x="4043838" y="191020"/>
                  </a:lnTo>
                  <a:lnTo>
                    <a:pt x="4033999" y="191020"/>
                  </a:lnTo>
                  <a:lnTo>
                    <a:pt x="4024160" y="191020"/>
                  </a:lnTo>
                  <a:lnTo>
                    <a:pt x="4014321" y="191020"/>
                  </a:lnTo>
                  <a:lnTo>
                    <a:pt x="4004482" y="191020"/>
                  </a:lnTo>
                  <a:lnTo>
                    <a:pt x="3994642" y="191020"/>
                  </a:lnTo>
                  <a:lnTo>
                    <a:pt x="3984803" y="191020"/>
                  </a:lnTo>
                  <a:lnTo>
                    <a:pt x="3974964" y="191020"/>
                  </a:lnTo>
                  <a:lnTo>
                    <a:pt x="3965125" y="191020"/>
                  </a:lnTo>
                  <a:lnTo>
                    <a:pt x="3955286" y="191020"/>
                  </a:lnTo>
                  <a:lnTo>
                    <a:pt x="3945447" y="191020"/>
                  </a:lnTo>
                  <a:lnTo>
                    <a:pt x="3935608" y="191020"/>
                  </a:lnTo>
                  <a:lnTo>
                    <a:pt x="3925769" y="191020"/>
                  </a:lnTo>
                  <a:lnTo>
                    <a:pt x="3915930" y="191020"/>
                  </a:lnTo>
                  <a:lnTo>
                    <a:pt x="3906091" y="191020"/>
                  </a:lnTo>
                  <a:lnTo>
                    <a:pt x="3896252" y="191020"/>
                  </a:lnTo>
                  <a:lnTo>
                    <a:pt x="3886413" y="191020"/>
                  </a:lnTo>
                  <a:lnTo>
                    <a:pt x="3876574" y="191020"/>
                  </a:lnTo>
                  <a:lnTo>
                    <a:pt x="3866735" y="191020"/>
                  </a:lnTo>
                  <a:lnTo>
                    <a:pt x="3856896" y="191020"/>
                  </a:lnTo>
                  <a:lnTo>
                    <a:pt x="3847057" y="191020"/>
                  </a:lnTo>
                  <a:lnTo>
                    <a:pt x="3837218" y="191020"/>
                  </a:lnTo>
                  <a:lnTo>
                    <a:pt x="3827379" y="191020"/>
                  </a:lnTo>
                  <a:lnTo>
                    <a:pt x="3817540" y="191020"/>
                  </a:lnTo>
                  <a:lnTo>
                    <a:pt x="3807701" y="191020"/>
                  </a:lnTo>
                  <a:lnTo>
                    <a:pt x="3797862" y="191020"/>
                  </a:lnTo>
                  <a:lnTo>
                    <a:pt x="3788023" y="191020"/>
                  </a:lnTo>
                  <a:lnTo>
                    <a:pt x="3778184" y="191020"/>
                  </a:lnTo>
                  <a:lnTo>
                    <a:pt x="3768345" y="191020"/>
                  </a:lnTo>
                  <a:lnTo>
                    <a:pt x="3758506" y="191020"/>
                  </a:lnTo>
                  <a:lnTo>
                    <a:pt x="3748667" y="191020"/>
                  </a:lnTo>
                  <a:lnTo>
                    <a:pt x="3738828" y="191020"/>
                  </a:lnTo>
                  <a:lnTo>
                    <a:pt x="3728989" y="191020"/>
                  </a:lnTo>
                  <a:lnTo>
                    <a:pt x="3719150" y="191020"/>
                  </a:lnTo>
                  <a:lnTo>
                    <a:pt x="3709311" y="191020"/>
                  </a:lnTo>
                  <a:lnTo>
                    <a:pt x="3699472" y="191020"/>
                  </a:lnTo>
                  <a:lnTo>
                    <a:pt x="3689633" y="191020"/>
                  </a:lnTo>
                  <a:lnTo>
                    <a:pt x="3679794" y="191020"/>
                  </a:lnTo>
                  <a:lnTo>
                    <a:pt x="3669955" y="191020"/>
                  </a:lnTo>
                  <a:lnTo>
                    <a:pt x="3660116" y="191020"/>
                  </a:lnTo>
                  <a:lnTo>
                    <a:pt x="3650277" y="191020"/>
                  </a:lnTo>
                  <a:lnTo>
                    <a:pt x="3640438" y="191020"/>
                  </a:lnTo>
                  <a:lnTo>
                    <a:pt x="3630599" y="191020"/>
                  </a:lnTo>
                  <a:lnTo>
                    <a:pt x="3620760" y="191020"/>
                  </a:lnTo>
                  <a:lnTo>
                    <a:pt x="3610921" y="191020"/>
                  </a:lnTo>
                  <a:lnTo>
                    <a:pt x="3601082" y="191020"/>
                  </a:lnTo>
                  <a:lnTo>
                    <a:pt x="3591243" y="191020"/>
                  </a:lnTo>
                  <a:lnTo>
                    <a:pt x="3581404" y="191020"/>
                  </a:lnTo>
                  <a:lnTo>
                    <a:pt x="3571565" y="191020"/>
                  </a:lnTo>
                  <a:lnTo>
                    <a:pt x="3561726" y="191020"/>
                  </a:lnTo>
                  <a:lnTo>
                    <a:pt x="3551886" y="191020"/>
                  </a:lnTo>
                  <a:lnTo>
                    <a:pt x="3542047" y="191020"/>
                  </a:lnTo>
                  <a:lnTo>
                    <a:pt x="3532208" y="191020"/>
                  </a:lnTo>
                  <a:lnTo>
                    <a:pt x="3522369" y="191020"/>
                  </a:lnTo>
                  <a:lnTo>
                    <a:pt x="3512530" y="191020"/>
                  </a:lnTo>
                  <a:lnTo>
                    <a:pt x="3502691" y="191020"/>
                  </a:lnTo>
                  <a:lnTo>
                    <a:pt x="3492852" y="191020"/>
                  </a:lnTo>
                  <a:lnTo>
                    <a:pt x="3483013" y="191020"/>
                  </a:lnTo>
                  <a:lnTo>
                    <a:pt x="3473174" y="191020"/>
                  </a:lnTo>
                  <a:lnTo>
                    <a:pt x="3463335" y="191020"/>
                  </a:lnTo>
                  <a:lnTo>
                    <a:pt x="3453496" y="191020"/>
                  </a:lnTo>
                  <a:lnTo>
                    <a:pt x="3443657" y="191020"/>
                  </a:lnTo>
                  <a:lnTo>
                    <a:pt x="3433818" y="191020"/>
                  </a:lnTo>
                  <a:lnTo>
                    <a:pt x="3423979" y="191020"/>
                  </a:lnTo>
                  <a:lnTo>
                    <a:pt x="3414140" y="191020"/>
                  </a:lnTo>
                  <a:lnTo>
                    <a:pt x="3404301" y="191020"/>
                  </a:lnTo>
                  <a:lnTo>
                    <a:pt x="3394462" y="191020"/>
                  </a:lnTo>
                  <a:lnTo>
                    <a:pt x="3384623" y="191020"/>
                  </a:lnTo>
                  <a:lnTo>
                    <a:pt x="3374784" y="191020"/>
                  </a:lnTo>
                  <a:lnTo>
                    <a:pt x="3364945" y="191020"/>
                  </a:lnTo>
                  <a:lnTo>
                    <a:pt x="3355106" y="191020"/>
                  </a:lnTo>
                  <a:lnTo>
                    <a:pt x="3345267" y="191020"/>
                  </a:lnTo>
                  <a:lnTo>
                    <a:pt x="3335428" y="191020"/>
                  </a:lnTo>
                  <a:lnTo>
                    <a:pt x="3325589" y="191020"/>
                  </a:lnTo>
                  <a:lnTo>
                    <a:pt x="3315750" y="191020"/>
                  </a:lnTo>
                  <a:lnTo>
                    <a:pt x="3305911" y="191020"/>
                  </a:lnTo>
                  <a:lnTo>
                    <a:pt x="3296072" y="191020"/>
                  </a:lnTo>
                  <a:lnTo>
                    <a:pt x="3286233" y="191020"/>
                  </a:lnTo>
                  <a:lnTo>
                    <a:pt x="3276394" y="191020"/>
                  </a:lnTo>
                  <a:lnTo>
                    <a:pt x="3266555" y="191020"/>
                  </a:lnTo>
                  <a:lnTo>
                    <a:pt x="3256716" y="191020"/>
                  </a:lnTo>
                  <a:lnTo>
                    <a:pt x="3246877" y="191020"/>
                  </a:lnTo>
                  <a:lnTo>
                    <a:pt x="3237038" y="191020"/>
                  </a:lnTo>
                  <a:lnTo>
                    <a:pt x="3227199" y="191020"/>
                  </a:lnTo>
                  <a:lnTo>
                    <a:pt x="3217360" y="191020"/>
                  </a:lnTo>
                  <a:lnTo>
                    <a:pt x="3207521" y="191020"/>
                  </a:lnTo>
                  <a:lnTo>
                    <a:pt x="3197682" y="191020"/>
                  </a:lnTo>
                  <a:lnTo>
                    <a:pt x="3187843" y="191020"/>
                  </a:lnTo>
                  <a:lnTo>
                    <a:pt x="3178004" y="191020"/>
                  </a:lnTo>
                  <a:lnTo>
                    <a:pt x="3168165" y="191020"/>
                  </a:lnTo>
                  <a:lnTo>
                    <a:pt x="3158326" y="191020"/>
                  </a:lnTo>
                  <a:lnTo>
                    <a:pt x="3148487" y="191020"/>
                  </a:lnTo>
                  <a:lnTo>
                    <a:pt x="3138648" y="191020"/>
                  </a:lnTo>
                  <a:lnTo>
                    <a:pt x="3128809" y="191020"/>
                  </a:lnTo>
                  <a:lnTo>
                    <a:pt x="3118970" y="191020"/>
                  </a:lnTo>
                  <a:lnTo>
                    <a:pt x="3109130" y="191020"/>
                  </a:lnTo>
                  <a:lnTo>
                    <a:pt x="3099291" y="191020"/>
                  </a:lnTo>
                  <a:lnTo>
                    <a:pt x="3089452" y="191020"/>
                  </a:lnTo>
                  <a:lnTo>
                    <a:pt x="3079613" y="191020"/>
                  </a:lnTo>
                  <a:lnTo>
                    <a:pt x="3069774" y="191020"/>
                  </a:lnTo>
                  <a:lnTo>
                    <a:pt x="3059935" y="191020"/>
                  </a:lnTo>
                  <a:lnTo>
                    <a:pt x="3050096" y="191020"/>
                  </a:lnTo>
                  <a:lnTo>
                    <a:pt x="3040257" y="191020"/>
                  </a:lnTo>
                  <a:lnTo>
                    <a:pt x="3030418" y="191020"/>
                  </a:lnTo>
                  <a:lnTo>
                    <a:pt x="3020579" y="191020"/>
                  </a:lnTo>
                  <a:lnTo>
                    <a:pt x="3010740" y="191020"/>
                  </a:lnTo>
                  <a:lnTo>
                    <a:pt x="3000901" y="191020"/>
                  </a:lnTo>
                  <a:lnTo>
                    <a:pt x="2991062" y="191020"/>
                  </a:lnTo>
                  <a:lnTo>
                    <a:pt x="2981223" y="191020"/>
                  </a:lnTo>
                  <a:lnTo>
                    <a:pt x="2971384" y="191020"/>
                  </a:lnTo>
                  <a:lnTo>
                    <a:pt x="2961545" y="191020"/>
                  </a:lnTo>
                  <a:lnTo>
                    <a:pt x="2951706" y="191020"/>
                  </a:lnTo>
                  <a:lnTo>
                    <a:pt x="2941867" y="191020"/>
                  </a:lnTo>
                  <a:lnTo>
                    <a:pt x="2932028" y="191020"/>
                  </a:lnTo>
                  <a:lnTo>
                    <a:pt x="2922189" y="191020"/>
                  </a:lnTo>
                  <a:lnTo>
                    <a:pt x="2912350" y="191020"/>
                  </a:lnTo>
                  <a:lnTo>
                    <a:pt x="2902511" y="191020"/>
                  </a:lnTo>
                  <a:lnTo>
                    <a:pt x="2892672" y="191020"/>
                  </a:lnTo>
                  <a:lnTo>
                    <a:pt x="2882833" y="191020"/>
                  </a:lnTo>
                  <a:lnTo>
                    <a:pt x="2872994" y="191020"/>
                  </a:lnTo>
                  <a:lnTo>
                    <a:pt x="2863155" y="191020"/>
                  </a:lnTo>
                  <a:lnTo>
                    <a:pt x="2853316" y="191020"/>
                  </a:lnTo>
                  <a:lnTo>
                    <a:pt x="2843477" y="191020"/>
                  </a:lnTo>
                  <a:lnTo>
                    <a:pt x="2833638" y="191020"/>
                  </a:lnTo>
                  <a:lnTo>
                    <a:pt x="2823799" y="191020"/>
                  </a:lnTo>
                  <a:lnTo>
                    <a:pt x="2813960" y="191020"/>
                  </a:lnTo>
                  <a:lnTo>
                    <a:pt x="2804121" y="191020"/>
                  </a:lnTo>
                  <a:lnTo>
                    <a:pt x="2794282" y="191020"/>
                  </a:lnTo>
                  <a:lnTo>
                    <a:pt x="2784443" y="191020"/>
                  </a:lnTo>
                  <a:lnTo>
                    <a:pt x="2774604" y="191020"/>
                  </a:lnTo>
                  <a:lnTo>
                    <a:pt x="2764765" y="191020"/>
                  </a:lnTo>
                  <a:lnTo>
                    <a:pt x="2754926" y="191020"/>
                  </a:lnTo>
                  <a:lnTo>
                    <a:pt x="2745087" y="191020"/>
                  </a:lnTo>
                  <a:lnTo>
                    <a:pt x="2735248" y="191020"/>
                  </a:lnTo>
                  <a:lnTo>
                    <a:pt x="2725409" y="191020"/>
                  </a:lnTo>
                  <a:lnTo>
                    <a:pt x="2715570" y="191020"/>
                  </a:lnTo>
                  <a:lnTo>
                    <a:pt x="2705731" y="191020"/>
                  </a:lnTo>
                  <a:lnTo>
                    <a:pt x="2695892" y="191020"/>
                  </a:lnTo>
                  <a:lnTo>
                    <a:pt x="2686053" y="191020"/>
                  </a:lnTo>
                  <a:lnTo>
                    <a:pt x="2676214" y="191020"/>
                  </a:lnTo>
                  <a:lnTo>
                    <a:pt x="2666374" y="191020"/>
                  </a:lnTo>
                  <a:lnTo>
                    <a:pt x="2656535" y="191020"/>
                  </a:lnTo>
                  <a:lnTo>
                    <a:pt x="2646696" y="191020"/>
                  </a:lnTo>
                  <a:lnTo>
                    <a:pt x="2636857" y="191020"/>
                  </a:lnTo>
                  <a:lnTo>
                    <a:pt x="2627018" y="191020"/>
                  </a:lnTo>
                  <a:lnTo>
                    <a:pt x="2617179" y="191020"/>
                  </a:lnTo>
                  <a:lnTo>
                    <a:pt x="2607340" y="191020"/>
                  </a:lnTo>
                  <a:lnTo>
                    <a:pt x="2597501" y="191020"/>
                  </a:lnTo>
                  <a:lnTo>
                    <a:pt x="2587662" y="191020"/>
                  </a:lnTo>
                  <a:lnTo>
                    <a:pt x="2577823" y="191020"/>
                  </a:lnTo>
                  <a:lnTo>
                    <a:pt x="2567984" y="191020"/>
                  </a:lnTo>
                  <a:lnTo>
                    <a:pt x="2558145" y="191020"/>
                  </a:lnTo>
                  <a:lnTo>
                    <a:pt x="2548306" y="191020"/>
                  </a:lnTo>
                  <a:lnTo>
                    <a:pt x="2538467" y="191020"/>
                  </a:lnTo>
                  <a:lnTo>
                    <a:pt x="2528628" y="191020"/>
                  </a:lnTo>
                  <a:lnTo>
                    <a:pt x="2518789" y="191020"/>
                  </a:lnTo>
                  <a:lnTo>
                    <a:pt x="2508950" y="191020"/>
                  </a:lnTo>
                  <a:lnTo>
                    <a:pt x="2499111" y="191020"/>
                  </a:lnTo>
                  <a:lnTo>
                    <a:pt x="2489272" y="191020"/>
                  </a:lnTo>
                  <a:lnTo>
                    <a:pt x="2479433" y="191020"/>
                  </a:lnTo>
                  <a:lnTo>
                    <a:pt x="2469594" y="191020"/>
                  </a:lnTo>
                  <a:lnTo>
                    <a:pt x="2459755" y="191020"/>
                  </a:lnTo>
                  <a:lnTo>
                    <a:pt x="2449916" y="191020"/>
                  </a:lnTo>
                  <a:lnTo>
                    <a:pt x="2440077" y="191020"/>
                  </a:lnTo>
                  <a:lnTo>
                    <a:pt x="2430238" y="191020"/>
                  </a:lnTo>
                  <a:lnTo>
                    <a:pt x="2420399" y="191020"/>
                  </a:lnTo>
                  <a:lnTo>
                    <a:pt x="2410560" y="191020"/>
                  </a:lnTo>
                  <a:lnTo>
                    <a:pt x="2400721" y="191020"/>
                  </a:lnTo>
                  <a:lnTo>
                    <a:pt x="2390882" y="191020"/>
                  </a:lnTo>
                  <a:lnTo>
                    <a:pt x="2381043" y="191020"/>
                  </a:lnTo>
                  <a:lnTo>
                    <a:pt x="2371204" y="191020"/>
                  </a:lnTo>
                  <a:lnTo>
                    <a:pt x="2361365" y="191020"/>
                  </a:lnTo>
                  <a:lnTo>
                    <a:pt x="2351526" y="191020"/>
                  </a:lnTo>
                  <a:lnTo>
                    <a:pt x="2341687" y="191020"/>
                  </a:lnTo>
                  <a:lnTo>
                    <a:pt x="2331848" y="191020"/>
                  </a:lnTo>
                  <a:lnTo>
                    <a:pt x="2322009" y="191020"/>
                  </a:lnTo>
                  <a:lnTo>
                    <a:pt x="2312170" y="191020"/>
                  </a:lnTo>
                  <a:lnTo>
                    <a:pt x="2302331" y="191020"/>
                  </a:lnTo>
                  <a:lnTo>
                    <a:pt x="2292492" y="191020"/>
                  </a:lnTo>
                  <a:lnTo>
                    <a:pt x="2282653" y="191020"/>
                  </a:lnTo>
                  <a:lnTo>
                    <a:pt x="2272814" y="191020"/>
                  </a:lnTo>
                  <a:lnTo>
                    <a:pt x="2262975" y="191020"/>
                  </a:lnTo>
                  <a:lnTo>
                    <a:pt x="2253136" y="191020"/>
                  </a:lnTo>
                  <a:lnTo>
                    <a:pt x="2243297" y="191020"/>
                  </a:lnTo>
                  <a:lnTo>
                    <a:pt x="2233458" y="191020"/>
                  </a:lnTo>
                  <a:lnTo>
                    <a:pt x="2223618" y="191020"/>
                  </a:lnTo>
                  <a:lnTo>
                    <a:pt x="2213779" y="191020"/>
                  </a:lnTo>
                  <a:lnTo>
                    <a:pt x="2203940" y="191020"/>
                  </a:lnTo>
                  <a:lnTo>
                    <a:pt x="2194101" y="191020"/>
                  </a:lnTo>
                  <a:lnTo>
                    <a:pt x="2184262" y="191020"/>
                  </a:lnTo>
                  <a:lnTo>
                    <a:pt x="2174423" y="191020"/>
                  </a:lnTo>
                  <a:lnTo>
                    <a:pt x="2164584" y="191020"/>
                  </a:lnTo>
                  <a:lnTo>
                    <a:pt x="2154745" y="191020"/>
                  </a:lnTo>
                  <a:lnTo>
                    <a:pt x="2144906" y="191020"/>
                  </a:lnTo>
                  <a:lnTo>
                    <a:pt x="2135067" y="191020"/>
                  </a:lnTo>
                  <a:lnTo>
                    <a:pt x="2125228" y="191020"/>
                  </a:lnTo>
                  <a:lnTo>
                    <a:pt x="2115389" y="191020"/>
                  </a:lnTo>
                  <a:lnTo>
                    <a:pt x="2105550" y="191020"/>
                  </a:lnTo>
                  <a:lnTo>
                    <a:pt x="2095711" y="191020"/>
                  </a:lnTo>
                  <a:lnTo>
                    <a:pt x="2085872" y="191020"/>
                  </a:lnTo>
                  <a:lnTo>
                    <a:pt x="2076033" y="191020"/>
                  </a:lnTo>
                  <a:lnTo>
                    <a:pt x="2066194" y="191020"/>
                  </a:lnTo>
                  <a:lnTo>
                    <a:pt x="2056355" y="191020"/>
                  </a:lnTo>
                  <a:lnTo>
                    <a:pt x="2046516" y="191020"/>
                  </a:lnTo>
                  <a:lnTo>
                    <a:pt x="2036677" y="191020"/>
                  </a:lnTo>
                  <a:lnTo>
                    <a:pt x="2026838" y="191020"/>
                  </a:lnTo>
                  <a:lnTo>
                    <a:pt x="2016999" y="191020"/>
                  </a:lnTo>
                  <a:lnTo>
                    <a:pt x="2007160" y="191020"/>
                  </a:lnTo>
                  <a:lnTo>
                    <a:pt x="1997321" y="191020"/>
                  </a:lnTo>
                  <a:lnTo>
                    <a:pt x="1987482" y="191020"/>
                  </a:lnTo>
                  <a:lnTo>
                    <a:pt x="1977643" y="191020"/>
                  </a:lnTo>
                  <a:lnTo>
                    <a:pt x="1967804" y="191020"/>
                  </a:lnTo>
                  <a:lnTo>
                    <a:pt x="1957965" y="191020"/>
                  </a:lnTo>
                  <a:lnTo>
                    <a:pt x="1948126" y="191020"/>
                  </a:lnTo>
                  <a:lnTo>
                    <a:pt x="1938287" y="191020"/>
                  </a:lnTo>
                  <a:lnTo>
                    <a:pt x="1928448" y="191020"/>
                  </a:lnTo>
                  <a:lnTo>
                    <a:pt x="1918609" y="191020"/>
                  </a:lnTo>
                  <a:lnTo>
                    <a:pt x="1908770" y="191020"/>
                  </a:lnTo>
                  <a:lnTo>
                    <a:pt x="1898931" y="191020"/>
                  </a:lnTo>
                  <a:lnTo>
                    <a:pt x="1889092" y="191020"/>
                  </a:lnTo>
                  <a:lnTo>
                    <a:pt x="1879253" y="191020"/>
                  </a:lnTo>
                  <a:lnTo>
                    <a:pt x="1869414" y="191020"/>
                  </a:lnTo>
                  <a:lnTo>
                    <a:pt x="1859575" y="191020"/>
                  </a:lnTo>
                  <a:lnTo>
                    <a:pt x="1849736" y="191020"/>
                  </a:lnTo>
                  <a:lnTo>
                    <a:pt x="1839897" y="191020"/>
                  </a:lnTo>
                  <a:lnTo>
                    <a:pt x="1830058" y="191020"/>
                  </a:lnTo>
                  <a:lnTo>
                    <a:pt x="1820219" y="191020"/>
                  </a:lnTo>
                  <a:lnTo>
                    <a:pt x="1810380" y="191020"/>
                  </a:lnTo>
                  <a:lnTo>
                    <a:pt x="1800541" y="191020"/>
                  </a:lnTo>
                  <a:lnTo>
                    <a:pt x="1790702" y="191020"/>
                  </a:lnTo>
                  <a:lnTo>
                    <a:pt x="1780863" y="191020"/>
                  </a:lnTo>
                  <a:lnTo>
                    <a:pt x="1771023" y="191020"/>
                  </a:lnTo>
                  <a:lnTo>
                    <a:pt x="1761184" y="191020"/>
                  </a:lnTo>
                  <a:lnTo>
                    <a:pt x="1751345" y="191020"/>
                  </a:lnTo>
                  <a:lnTo>
                    <a:pt x="1741506" y="191020"/>
                  </a:lnTo>
                  <a:lnTo>
                    <a:pt x="1731667" y="191020"/>
                  </a:lnTo>
                  <a:lnTo>
                    <a:pt x="1721828" y="191020"/>
                  </a:lnTo>
                  <a:lnTo>
                    <a:pt x="1711989" y="191020"/>
                  </a:lnTo>
                  <a:lnTo>
                    <a:pt x="1702150" y="191020"/>
                  </a:lnTo>
                  <a:lnTo>
                    <a:pt x="1692311" y="191020"/>
                  </a:lnTo>
                  <a:lnTo>
                    <a:pt x="1682472" y="191020"/>
                  </a:lnTo>
                  <a:lnTo>
                    <a:pt x="1672633" y="191020"/>
                  </a:lnTo>
                  <a:lnTo>
                    <a:pt x="1662794" y="191020"/>
                  </a:lnTo>
                  <a:lnTo>
                    <a:pt x="1652955" y="191020"/>
                  </a:lnTo>
                  <a:lnTo>
                    <a:pt x="1643116" y="191020"/>
                  </a:lnTo>
                  <a:lnTo>
                    <a:pt x="1633277" y="191020"/>
                  </a:lnTo>
                  <a:lnTo>
                    <a:pt x="1623438" y="191020"/>
                  </a:lnTo>
                  <a:lnTo>
                    <a:pt x="1613599" y="191020"/>
                  </a:lnTo>
                  <a:lnTo>
                    <a:pt x="1603760" y="191020"/>
                  </a:lnTo>
                  <a:lnTo>
                    <a:pt x="1593921" y="191020"/>
                  </a:lnTo>
                  <a:lnTo>
                    <a:pt x="1584082" y="191020"/>
                  </a:lnTo>
                  <a:lnTo>
                    <a:pt x="1574243" y="191020"/>
                  </a:lnTo>
                  <a:lnTo>
                    <a:pt x="1564404" y="191020"/>
                  </a:lnTo>
                  <a:lnTo>
                    <a:pt x="1554565" y="191020"/>
                  </a:lnTo>
                  <a:lnTo>
                    <a:pt x="1544726" y="191020"/>
                  </a:lnTo>
                  <a:lnTo>
                    <a:pt x="1534887" y="191020"/>
                  </a:lnTo>
                  <a:lnTo>
                    <a:pt x="1525048" y="191020"/>
                  </a:lnTo>
                  <a:lnTo>
                    <a:pt x="1515209" y="191020"/>
                  </a:lnTo>
                  <a:lnTo>
                    <a:pt x="1505370" y="191020"/>
                  </a:lnTo>
                  <a:lnTo>
                    <a:pt x="1495531" y="191020"/>
                  </a:lnTo>
                  <a:lnTo>
                    <a:pt x="1485692" y="191020"/>
                  </a:lnTo>
                  <a:lnTo>
                    <a:pt x="1475853" y="191020"/>
                  </a:lnTo>
                  <a:lnTo>
                    <a:pt x="1466014" y="191020"/>
                  </a:lnTo>
                  <a:lnTo>
                    <a:pt x="1456175" y="191020"/>
                  </a:lnTo>
                  <a:lnTo>
                    <a:pt x="1446336" y="191020"/>
                  </a:lnTo>
                  <a:lnTo>
                    <a:pt x="1436497" y="191020"/>
                  </a:lnTo>
                  <a:lnTo>
                    <a:pt x="1426658" y="191020"/>
                  </a:lnTo>
                  <a:lnTo>
                    <a:pt x="1416819" y="191020"/>
                  </a:lnTo>
                  <a:lnTo>
                    <a:pt x="1406980" y="191020"/>
                  </a:lnTo>
                  <a:lnTo>
                    <a:pt x="1397141" y="191020"/>
                  </a:lnTo>
                  <a:lnTo>
                    <a:pt x="1387302" y="191020"/>
                  </a:lnTo>
                  <a:lnTo>
                    <a:pt x="1377463" y="191020"/>
                  </a:lnTo>
                  <a:lnTo>
                    <a:pt x="1367624" y="191020"/>
                  </a:lnTo>
                  <a:lnTo>
                    <a:pt x="1357785" y="191020"/>
                  </a:lnTo>
                  <a:lnTo>
                    <a:pt x="1347946" y="191020"/>
                  </a:lnTo>
                  <a:lnTo>
                    <a:pt x="1338107" y="191020"/>
                  </a:lnTo>
                  <a:lnTo>
                    <a:pt x="1328267" y="191020"/>
                  </a:lnTo>
                  <a:lnTo>
                    <a:pt x="1318428" y="191020"/>
                  </a:lnTo>
                  <a:lnTo>
                    <a:pt x="1308589" y="191020"/>
                  </a:lnTo>
                  <a:lnTo>
                    <a:pt x="1298750" y="191020"/>
                  </a:lnTo>
                  <a:lnTo>
                    <a:pt x="1288911" y="191020"/>
                  </a:lnTo>
                  <a:lnTo>
                    <a:pt x="1279072" y="191020"/>
                  </a:lnTo>
                  <a:lnTo>
                    <a:pt x="1269233" y="191020"/>
                  </a:lnTo>
                  <a:lnTo>
                    <a:pt x="1259394" y="191020"/>
                  </a:lnTo>
                  <a:lnTo>
                    <a:pt x="1249555" y="191020"/>
                  </a:lnTo>
                  <a:lnTo>
                    <a:pt x="1239716" y="191020"/>
                  </a:lnTo>
                  <a:lnTo>
                    <a:pt x="1229877" y="191020"/>
                  </a:lnTo>
                  <a:lnTo>
                    <a:pt x="1220038" y="191020"/>
                  </a:lnTo>
                  <a:lnTo>
                    <a:pt x="1210199" y="191020"/>
                  </a:lnTo>
                  <a:lnTo>
                    <a:pt x="1200360" y="191020"/>
                  </a:lnTo>
                  <a:lnTo>
                    <a:pt x="1190521" y="191020"/>
                  </a:lnTo>
                  <a:lnTo>
                    <a:pt x="1180682" y="191020"/>
                  </a:lnTo>
                  <a:lnTo>
                    <a:pt x="1170843" y="191020"/>
                  </a:lnTo>
                  <a:lnTo>
                    <a:pt x="1161004" y="191020"/>
                  </a:lnTo>
                  <a:lnTo>
                    <a:pt x="1151165" y="191020"/>
                  </a:lnTo>
                  <a:lnTo>
                    <a:pt x="1141326" y="191020"/>
                  </a:lnTo>
                  <a:lnTo>
                    <a:pt x="1131487" y="191020"/>
                  </a:lnTo>
                  <a:lnTo>
                    <a:pt x="1121648" y="191020"/>
                  </a:lnTo>
                  <a:lnTo>
                    <a:pt x="1111809" y="191020"/>
                  </a:lnTo>
                  <a:lnTo>
                    <a:pt x="1101970" y="191020"/>
                  </a:lnTo>
                  <a:lnTo>
                    <a:pt x="1092131" y="191020"/>
                  </a:lnTo>
                  <a:lnTo>
                    <a:pt x="1082292" y="191020"/>
                  </a:lnTo>
                  <a:lnTo>
                    <a:pt x="1072453" y="191020"/>
                  </a:lnTo>
                  <a:lnTo>
                    <a:pt x="1062614" y="191020"/>
                  </a:lnTo>
                  <a:lnTo>
                    <a:pt x="1052775" y="191020"/>
                  </a:lnTo>
                  <a:lnTo>
                    <a:pt x="1042936" y="191020"/>
                  </a:lnTo>
                  <a:lnTo>
                    <a:pt x="1033097" y="191020"/>
                  </a:lnTo>
                  <a:lnTo>
                    <a:pt x="1023258" y="191020"/>
                  </a:lnTo>
                  <a:lnTo>
                    <a:pt x="1013419" y="191020"/>
                  </a:lnTo>
                  <a:lnTo>
                    <a:pt x="1003580" y="191020"/>
                  </a:lnTo>
                  <a:lnTo>
                    <a:pt x="993741" y="191020"/>
                  </a:lnTo>
                  <a:lnTo>
                    <a:pt x="983902" y="191020"/>
                  </a:lnTo>
                  <a:lnTo>
                    <a:pt x="974063" y="191020"/>
                  </a:lnTo>
                  <a:lnTo>
                    <a:pt x="964224" y="191020"/>
                  </a:lnTo>
                  <a:lnTo>
                    <a:pt x="954385" y="191020"/>
                  </a:lnTo>
                  <a:lnTo>
                    <a:pt x="944546" y="191020"/>
                  </a:lnTo>
                  <a:lnTo>
                    <a:pt x="934707" y="191020"/>
                  </a:lnTo>
                  <a:lnTo>
                    <a:pt x="924868" y="191020"/>
                  </a:lnTo>
                  <a:lnTo>
                    <a:pt x="915029" y="191020"/>
                  </a:lnTo>
                  <a:lnTo>
                    <a:pt x="905190" y="191020"/>
                  </a:lnTo>
                  <a:lnTo>
                    <a:pt x="895351" y="191020"/>
                  </a:lnTo>
                  <a:lnTo>
                    <a:pt x="885511" y="191020"/>
                  </a:lnTo>
                  <a:lnTo>
                    <a:pt x="875672" y="191020"/>
                  </a:lnTo>
                  <a:lnTo>
                    <a:pt x="865833" y="191020"/>
                  </a:lnTo>
                  <a:lnTo>
                    <a:pt x="855994" y="191020"/>
                  </a:lnTo>
                  <a:lnTo>
                    <a:pt x="846155" y="191020"/>
                  </a:lnTo>
                  <a:lnTo>
                    <a:pt x="836316" y="191020"/>
                  </a:lnTo>
                  <a:lnTo>
                    <a:pt x="826477" y="191020"/>
                  </a:lnTo>
                  <a:lnTo>
                    <a:pt x="816638" y="191020"/>
                  </a:lnTo>
                  <a:lnTo>
                    <a:pt x="806799" y="191020"/>
                  </a:lnTo>
                  <a:lnTo>
                    <a:pt x="796960" y="191020"/>
                  </a:lnTo>
                  <a:lnTo>
                    <a:pt x="787121" y="191020"/>
                  </a:lnTo>
                  <a:lnTo>
                    <a:pt x="777282" y="191020"/>
                  </a:lnTo>
                  <a:lnTo>
                    <a:pt x="767443" y="191020"/>
                  </a:lnTo>
                  <a:lnTo>
                    <a:pt x="757604" y="191020"/>
                  </a:lnTo>
                  <a:lnTo>
                    <a:pt x="747765" y="191020"/>
                  </a:lnTo>
                  <a:lnTo>
                    <a:pt x="737926" y="191020"/>
                  </a:lnTo>
                  <a:lnTo>
                    <a:pt x="728087" y="191020"/>
                  </a:lnTo>
                  <a:lnTo>
                    <a:pt x="718248" y="191020"/>
                  </a:lnTo>
                  <a:lnTo>
                    <a:pt x="708409" y="191020"/>
                  </a:lnTo>
                  <a:lnTo>
                    <a:pt x="698570" y="191020"/>
                  </a:lnTo>
                  <a:lnTo>
                    <a:pt x="688731" y="191020"/>
                  </a:lnTo>
                  <a:lnTo>
                    <a:pt x="678892" y="191020"/>
                  </a:lnTo>
                  <a:lnTo>
                    <a:pt x="669053" y="191020"/>
                  </a:lnTo>
                  <a:lnTo>
                    <a:pt x="659214" y="191020"/>
                  </a:lnTo>
                  <a:lnTo>
                    <a:pt x="649375" y="191020"/>
                  </a:lnTo>
                  <a:lnTo>
                    <a:pt x="639536" y="191020"/>
                  </a:lnTo>
                  <a:lnTo>
                    <a:pt x="629697" y="191020"/>
                  </a:lnTo>
                  <a:lnTo>
                    <a:pt x="619858" y="191020"/>
                  </a:lnTo>
                  <a:lnTo>
                    <a:pt x="610019" y="191020"/>
                  </a:lnTo>
                  <a:lnTo>
                    <a:pt x="600180" y="191020"/>
                  </a:lnTo>
                  <a:lnTo>
                    <a:pt x="590341" y="191020"/>
                  </a:lnTo>
                  <a:lnTo>
                    <a:pt x="580502" y="191020"/>
                  </a:lnTo>
                  <a:lnTo>
                    <a:pt x="570663" y="191020"/>
                  </a:lnTo>
                  <a:lnTo>
                    <a:pt x="560824" y="191020"/>
                  </a:lnTo>
                  <a:lnTo>
                    <a:pt x="550985" y="191020"/>
                  </a:lnTo>
                  <a:lnTo>
                    <a:pt x="541146" y="191020"/>
                  </a:lnTo>
                  <a:lnTo>
                    <a:pt x="531307" y="191020"/>
                  </a:lnTo>
                  <a:lnTo>
                    <a:pt x="521468" y="191020"/>
                  </a:lnTo>
                  <a:lnTo>
                    <a:pt x="511629" y="191020"/>
                  </a:lnTo>
                  <a:lnTo>
                    <a:pt x="501790" y="191020"/>
                  </a:lnTo>
                  <a:lnTo>
                    <a:pt x="491951" y="191020"/>
                  </a:lnTo>
                  <a:lnTo>
                    <a:pt x="482112" y="191020"/>
                  </a:lnTo>
                  <a:lnTo>
                    <a:pt x="472273" y="191020"/>
                  </a:lnTo>
                  <a:lnTo>
                    <a:pt x="462434" y="191020"/>
                  </a:lnTo>
                  <a:lnTo>
                    <a:pt x="452595" y="191020"/>
                  </a:lnTo>
                  <a:lnTo>
                    <a:pt x="442755" y="191020"/>
                  </a:lnTo>
                  <a:lnTo>
                    <a:pt x="432916" y="191020"/>
                  </a:lnTo>
                  <a:lnTo>
                    <a:pt x="423077" y="191020"/>
                  </a:lnTo>
                  <a:lnTo>
                    <a:pt x="413238" y="191020"/>
                  </a:lnTo>
                  <a:lnTo>
                    <a:pt x="403399" y="191020"/>
                  </a:lnTo>
                  <a:lnTo>
                    <a:pt x="393560" y="191020"/>
                  </a:lnTo>
                  <a:lnTo>
                    <a:pt x="383721" y="191020"/>
                  </a:lnTo>
                  <a:lnTo>
                    <a:pt x="373882" y="191020"/>
                  </a:lnTo>
                  <a:lnTo>
                    <a:pt x="364043" y="191020"/>
                  </a:lnTo>
                  <a:lnTo>
                    <a:pt x="354204" y="191020"/>
                  </a:lnTo>
                  <a:lnTo>
                    <a:pt x="344365" y="191020"/>
                  </a:lnTo>
                  <a:lnTo>
                    <a:pt x="334526" y="191020"/>
                  </a:lnTo>
                  <a:lnTo>
                    <a:pt x="324687" y="191020"/>
                  </a:lnTo>
                  <a:lnTo>
                    <a:pt x="314848" y="191020"/>
                  </a:lnTo>
                  <a:lnTo>
                    <a:pt x="305009" y="191020"/>
                  </a:lnTo>
                  <a:lnTo>
                    <a:pt x="295170" y="191020"/>
                  </a:lnTo>
                  <a:lnTo>
                    <a:pt x="285331" y="191020"/>
                  </a:lnTo>
                  <a:lnTo>
                    <a:pt x="275492" y="191020"/>
                  </a:lnTo>
                  <a:lnTo>
                    <a:pt x="265653" y="191020"/>
                  </a:lnTo>
                  <a:lnTo>
                    <a:pt x="255814" y="191020"/>
                  </a:lnTo>
                  <a:lnTo>
                    <a:pt x="245975" y="191020"/>
                  </a:lnTo>
                  <a:lnTo>
                    <a:pt x="236136" y="191020"/>
                  </a:lnTo>
                  <a:lnTo>
                    <a:pt x="226297" y="191020"/>
                  </a:lnTo>
                  <a:lnTo>
                    <a:pt x="216458" y="191020"/>
                  </a:lnTo>
                  <a:lnTo>
                    <a:pt x="206619" y="191020"/>
                  </a:lnTo>
                  <a:lnTo>
                    <a:pt x="196780" y="191020"/>
                  </a:lnTo>
                  <a:lnTo>
                    <a:pt x="186941" y="191020"/>
                  </a:lnTo>
                  <a:lnTo>
                    <a:pt x="177102" y="191020"/>
                  </a:lnTo>
                  <a:lnTo>
                    <a:pt x="167263" y="191020"/>
                  </a:lnTo>
                  <a:lnTo>
                    <a:pt x="157424" y="191020"/>
                  </a:lnTo>
                  <a:lnTo>
                    <a:pt x="147585" y="191020"/>
                  </a:lnTo>
                  <a:lnTo>
                    <a:pt x="137746" y="191020"/>
                  </a:lnTo>
                  <a:lnTo>
                    <a:pt x="127907" y="191020"/>
                  </a:lnTo>
                  <a:lnTo>
                    <a:pt x="118068" y="191020"/>
                  </a:lnTo>
                  <a:lnTo>
                    <a:pt x="108229" y="191020"/>
                  </a:lnTo>
                  <a:lnTo>
                    <a:pt x="98390" y="191020"/>
                  </a:lnTo>
                  <a:lnTo>
                    <a:pt x="88551" y="191020"/>
                  </a:lnTo>
                  <a:lnTo>
                    <a:pt x="78712" y="191020"/>
                  </a:lnTo>
                  <a:lnTo>
                    <a:pt x="68873" y="191020"/>
                  </a:lnTo>
                  <a:lnTo>
                    <a:pt x="59034" y="191020"/>
                  </a:lnTo>
                  <a:lnTo>
                    <a:pt x="49195" y="191020"/>
                  </a:lnTo>
                  <a:lnTo>
                    <a:pt x="39356" y="191020"/>
                  </a:lnTo>
                  <a:lnTo>
                    <a:pt x="29517" y="191020"/>
                  </a:lnTo>
                  <a:lnTo>
                    <a:pt x="19678" y="191020"/>
                  </a:lnTo>
                  <a:lnTo>
                    <a:pt x="9839" y="191020"/>
                  </a:lnTo>
                  <a:lnTo>
                    <a:pt x="0" y="191020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631" name="pg630"/>
            <p:cNvSpPr/>
            <p:nvPr/>
          </p:nvSpPr>
          <p:spPr>
            <a:xfrm>
              <a:off x="2620492" y="6129510"/>
              <a:ext cx="3516114" cy="191020"/>
            </a:xfrm>
            <a:custGeom>
              <a:avLst/>
              <a:pathLst>
                <a:path w="3516114" h="191020">
                  <a:moveTo>
                    <a:pt x="0" y="0"/>
                  </a:moveTo>
                  <a:lnTo>
                    <a:pt x="7032" y="0"/>
                  </a:lnTo>
                  <a:lnTo>
                    <a:pt x="14064" y="0"/>
                  </a:lnTo>
                  <a:lnTo>
                    <a:pt x="21096" y="0"/>
                  </a:lnTo>
                  <a:lnTo>
                    <a:pt x="28128" y="0"/>
                  </a:lnTo>
                  <a:lnTo>
                    <a:pt x="35161" y="0"/>
                  </a:lnTo>
                  <a:lnTo>
                    <a:pt x="42193" y="0"/>
                  </a:lnTo>
                  <a:lnTo>
                    <a:pt x="49225" y="0"/>
                  </a:lnTo>
                  <a:lnTo>
                    <a:pt x="56257" y="0"/>
                  </a:lnTo>
                  <a:lnTo>
                    <a:pt x="63290" y="0"/>
                  </a:lnTo>
                  <a:lnTo>
                    <a:pt x="70322" y="0"/>
                  </a:lnTo>
                  <a:lnTo>
                    <a:pt x="77354" y="0"/>
                  </a:lnTo>
                  <a:lnTo>
                    <a:pt x="84386" y="0"/>
                  </a:lnTo>
                  <a:lnTo>
                    <a:pt x="91418" y="0"/>
                  </a:lnTo>
                  <a:lnTo>
                    <a:pt x="98451" y="0"/>
                  </a:lnTo>
                  <a:lnTo>
                    <a:pt x="105483" y="0"/>
                  </a:lnTo>
                  <a:lnTo>
                    <a:pt x="112515" y="0"/>
                  </a:lnTo>
                  <a:lnTo>
                    <a:pt x="119547" y="0"/>
                  </a:lnTo>
                  <a:lnTo>
                    <a:pt x="126580" y="0"/>
                  </a:lnTo>
                  <a:lnTo>
                    <a:pt x="133612" y="0"/>
                  </a:lnTo>
                  <a:lnTo>
                    <a:pt x="140644" y="0"/>
                  </a:lnTo>
                  <a:lnTo>
                    <a:pt x="147676" y="0"/>
                  </a:lnTo>
                  <a:lnTo>
                    <a:pt x="154709" y="0"/>
                  </a:lnTo>
                  <a:lnTo>
                    <a:pt x="161741" y="0"/>
                  </a:lnTo>
                  <a:lnTo>
                    <a:pt x="168773" y="0"/>
                  </a:lnTo>
                  <a:lnTo>
                    <a:pt x="175805" y="0"/>
                  </a:lnTo>
                  <a:lnTo>
                    <a:pt x="182837" y="0"/>
                  </a:lnTo>
                  <a:lnTo>
                    <a:pt x="189870" y="0"/>
                  </a:lnTo>
                  <a:lnTo>
                    <a:pt x="196902" y="0"/>
                  </a:lnTo>
                  <a:lnTo>
                    <a:pt x="203934" y="0"/>
                  </a:lnTo>
                  <a:lnTo>
                    <a:pt x="210966" y="0"/>
                  </a:lnTo>
                  <a:lnTo>
                    <a:pt x="217999" y="0"/>
                  </a:lnTo>
                  <a:lnTo>
                    <a:pt x="225031" y="0"/>
                  </a:lnTo>
                  <a:lnTo>
                    <a:pt x="232063" y="0"/>
                  </a:lnTo>
                  <a:lnTo>
                    <a:pt x="239095" y="0"/>
                  </a:lnTo>
                  <a:lnTo>
                    <a:pt x="246128" y="0"/>
                  </a:lnTo>
                  <a:lnTo>
                    <a:pt x="253160" y="0"/>
                  </a:lnTo>
                  <a:lnTo>
                    <a:pt x="260192" y="0"/>
                  </a:lnTo>
                  <a:lnTo>
                    <a:pt x="267224" y="0"/>
                  </a:lnTo>
                  <a:lnTo>
                    <a:pt x="274256" y="0"/>
                  </a:lnTo>
                  <a:lnTo>
                    <a:pt x="281289" y="0"/>
                  </a:lnTo>
                  <a:lnTo>
                    <a:pt x="288321" y="0"/>
                  </a:lnTo>
                  <a:lnTo>
                    <a:pt x="295353" y="0"/>
                  </a:lnTo>
                  <a:lnTo>
                    <a:pt x="302385" y="0"/>
                  </a:lnTo>
                  <a:lnTo>
                    <a:pt x="309418" y="0"/>
                  </a:lnTo>
                  <a:lnTo>
                    <a:pt x="316450" y="0"/>
                  </a:lnTo>
                  <a:lnTo>
                    <a:pt x="323482" y="0"/>
                  </a:lnTo>
                  <a:lnTo>
                    <a:pt x="330514" y="0"/>
                  </a:lnTo>
                  <a:lnTo>
                    <a:pt x="337547" y="0"/>
                  </a:lnTo>
                  <a:lnTo>
                    <a:pt x="344579" y="0"/>
                  </a:lnTo>
                  <a:lnTo>
                    <a:pt x="351611" y="0"/>
                  </a:lnTo>
                  <a:lnTo>
                    <a:pt x="358643" y="0"/>
                  </a:lnTo>
                  <a:lnTo>
                    <a:pt x="365675" y="0"/>
                  </a:lnTo>
                  <a:lnTo>
                    <a:pt x="372708" y="0"/>
                  </a:lnTo>
                  <a:lnTo>
                    <a:pt x="379740" y="0"/>
                  </a:lnTo>
                  <a:lnTo>
                    <a:pt x="386772" y="0"/>
                  </a:lnTo>
                  <a:lnTo>
                    <a:pt x="393804" y="0"/>
                  </a:lnTo>
                  <a:lnTo>
                    <a:pt x="400837" y="0"/>
                  </a:lnTo>
                  <a:lnTo>
                    <a:pt x="407869" y="0"/>
                  </a:lnTo>
                  <a:lnTo>
                    <a:pt x="414901" y="0"/>
                  </a:lnTo>
                  <a:lnTo>
                    <a:pt x="421933" y="0"/>
                  </a:lnTo>
                  <a:lnTo>
                    <a:pt x="428966" y="0"/>
                  </a:lnTo>
                  <a:lnTo>
                    <a:pt x="435998" y="0"/>
                  </a:lnTo>
                  <a:lnTo>
                    <a:pt x="443030" y="0"/>
                  </a:lnTo>
                  <a:lnTo>
                    <a:pt x="450062" y="0"/>
                  </a:lnTo>
                  <a:lnTo>
                    <a:pt x="457094" y="0"/>
                  </a:lnTo>
                  <a:lnTo>
                    <a:pt x="464127" y="0"/>
                  </a:lnTo>
                  <a:lnTo>
                    <a:pt x="471159" y="0"/>
                  </a:lnTo>
                  <a:lnTo>
                    <a:pt x="478191" y="0"/>
                  </a:lnTo>
                  <a:lnTo>
                    <a:pt x="485223" y="0"/>
                  </a:lnTo>
                  <a:lnTo>
                    <a:pt x="492256" y="0"/>
                  </a:lnTo>
                  <a:lnTo>
                    <a:pt x="499288" y="0"/>
                  </a:lnTo>
                  <a:lnTo>
                    <a:pt x="506320" y="0"/>
                  </a:lnTo>
                  <a:lnTo>
                    <a:pt x="513352" y="0"/>
                  </a:lnTo>
                  <a:lnTo>
                    <a:pt x="520384" y="0"/>
                  </a:lnTo>
                  <a:lnTo>
                    <a:pt x="527417" y="0"/>
                  </a:lnTo>
                  <a:lnTo>
                    <a:pt x="534449" y="0"/>
                  </a:lnTo>
                  <a:lnTo>
                    <a:pt x="541481" y="0"/>
                  </a:lnTo>
                  <a:lnTo>
                    <a:pt x="548513" y="0"/>
                  </a:lnTo>
                  <a:lnTo>
                    <a:pt x="555546" y="0"/>
                  </a:lnTo>
                  <a:lnTo>
                    <a:pt x="562578" y="0"/>
                  </a:lnTo>
                  <a:lnTo>
                    <a:pt x="569610" y="0"/>
                  </a:lnTo>
                  <a:lnTo>
                    <a:pt x="576642" y="0"/>
                  </a:lnTo>
                  <a:lnTo>
                    <a:pt x="583675" y="0"/>
                  </a:lnTo>
                  <a:lnTo>
                    <a:pt x="590707" y="0"/>
                  </a:lnTo>
                  <a:lnTo>
                    <a:pt x="597739" y="0"/>
                  </a:lnTo>
                  <a:lnTo>
                    <a:pt x="604771" y="0"/>
                  </a:lnTo>
                  <a:lnTo>
                    <a:pt x="611803" y="0"/>
                  </a:lnTo>
                  <a:lnTo>
                    <a:pt x="618836" y="0"/>
                  </a:lnTo>
                  <a:lnTo>
                    <a:pt x="625868" y="0"/>
                  </a:lnTo>
                  <a:lnTo>
                    <a:pt x="632900" y="0"/>
                  </a:lnTo>
                  <a:lnTo>
                    <a:pt x="639932" y="0"/>
                  </a:lnTo>
                  <a:lnTo>
                    <a:pt x="646965" y="0"/>
                  </a:lnTo>
                  <a:lnTo>
                    <a:pt x="653997" y="0"/>
                  </a:lnTo>
                  <a:lnTo>
                    <a:pt x="661029" y="0"/>
                  </a:lnTo>
                  <a:lnTo>
                    <a:pt x="668061" y="0"/>
                  </a:lnTo>
                  <a:lnTo>
                    <a:pt x="675094" y="0"/>
                  </a:lnTo>
                  <a:lnTo>
                    <a:pt x="682126" y="0"/>
                  </a:lnTo>
                  <a:lnTo>
                    <a:pt x="689158" y="0"/>
                  </a:lnTo>
                  <a:lnTo>
                    <a:pt x="696190" y="0"/>
                  </a:lnTo>
                  <a:lnTo>
                    <a:pt x="703222" y="0"/>
                  </a:lnTo>
                  <a:lnTo>
                    <a:pt x="710255" y="0"/>
                  </a:lnTo>
                  <a:lnTo>
                    <a:pt x="717287" y="0"/>
                  </a:lnTo>
                  <a:lnTo>
                    <a:pt x="724319" y="0"/>
                  </a:lnTo>
                  <a:lnTo>
                    <a:pt x="731351" y="0"/>
                  </a:lnTo>
                  <a:lnTo>
                    <a:pt x="738384" y="0"/>
                  </a:lnTo>
                  <a:lnTo>
                    <a:pt x="745416" y="0"/>
                  </a:lnTo>
                  <a:lnTo>
                    <a:pt x="752448" y="0"/>
                  </a:lnTo>
                  <a:lnTo>
                    <a:pt x="759480" y="0"/>
                  </a:lnTo>
                  <a:lnTo>
                    <a:pt x="766513" y="0"/>
                  </a:lnTo>
                  <a:lnTo>
                    <a:pt x="773545" y="0"/>
                  </a:lnTo>
                  <a:lnTo>
                    <a:pt x="780577" y="0"/>
                  </a:lnTo>
                  <a:lnTo>
                    <a:pt x="787609" y="0"/>
                  </a:lnTo>
                  <a:lnTo>
                    <a:pt x="794641" y="0"/>
                  </a:lnTo>
                  <a:lnTo>
                    <a:pt x="801674" y="0"/>
                  </a:lnTo>
                  <a:lnTo>
                    <a:pt x="808706" y="0"/>
                  </a:lnTo>
                  <a:lnTo>
                    <a:pt x="815738" y="0"/>
                  </a:lnTo>
                  <a:lnTo>
                    <a:pt x="822770" y="0"/>
                  </a:lnTo>
                  <a:lnTo>
                    <a:pt x="829803" y="0"/>
                  </a:lnTo>
                  <a:lnTo>
                    <a:pt x="836835" y="0"/>
                  </a:lnTo>
                  <a:lnTo>
                    <a:pt x="843867" y="0"/>
                  </a:lnTo>
                  <a:lnTo>
                    <a:pt x="850899" y="0"/>
                  </a:lnTo>
                  <a:lnTo>
                    <a:pt x="857932" y="0"/>
                  </a:lnTo>
                  <a:lnTo>
                    <a:pt x="864964" y="0"/>
                  </a:lnTo>
                  <a:lnTo>
                    <a:pt x="871996" y="0"/>
                  </a:lnTo>
                  <a:lnTo>
                    <a:pt x="879028" y="0"/>
                  </a:lnTo>
                  <a:lnTo>
                    <a:pt x="886060" y="0"/>
                  </a:lnTo>
                  <a:lnTo>
                    <a:pt x="893093" y="0"/>
                  </a:lnTo>
                  <a:lnTo>
                    <a:pt x="900125" y="0"/>
                  </a:lnTo>
                  <a:lnTo>
                    <a:pt x="907157" y="0"/>
                  </a:lnTo>
                  <a:lnTo>
                    <a:pt x="914189" y="0"/>
                  </a:lnTo>
                  <a:lnTo>
                    <a:pt x="921222" y="0"/>
                  </a:lnTo>
                  <a:lnTo>
                    <a:pt x="928254" y="0"/>
                  </a:lnTo>
                  <a:lnTo>
                    <a:pt x="935286" y="0"/>
                  </a:lnTo>
                  <a:lnTo>
                    <a:pt x="942318" y="0"/>
                  </a:lnTo>
                  <a:lnTo>
                    <a:pt x="949350" y="0"/>
                  </a:lnTo>
                  <a:lnTo>
                    <a:pt x="956383" y="0"/>
                  </a:lnTo>
                  <a:lnTo>
                    <a:pt x="963415" y="0"/>
                  </a:lnTo>
                  <a:lnTo>
                    <a:pt x="970447" y="0"/>
                  </a:lnTo>
                  <a:lnTo>
                    <a:pt x="977479" y="0"/>
                  </a:lnTo>
                  <a:lnTo>
                    <a:pt x="984512" y="0"/>
                  </a:lnTo>
                  <a:lnTo>
                    <a:pt x="991544" y="0"/>
                  </a:lnTo>
                  <a:lnTo>
                    <a:pt x="998576" y="0"/>
                  </a:lnTo>
                  <a:lnTo>
                    <a:pt x="1005608" y="0"/>
                  </a:lnTo>
                  <a:lnTo>
                    <a:pt x="1012641" y="0"/>
                  </a:lnTo>
                  <a:lnTo>
                    <a:pt x="1019673" y="0"/>
                  </a:lnTo>
                  <a:lnTo>
                    <a:pt x="1026705" y="0"/>
                  </a:lnTo>
                  <a:lnTo>
                    <a:pt x="1033737" y="0"/>
                  </a:lnTo>
                  <a:lnTo>
                    <a:pt x="1040769" y="0"/>
                  </a:lnTo>
                  <a:lnTo>
                    <a:pt x="1047802" y="0"/>
                  </a:lnTo>
                  <a:lnTo>
                    <a:pt x="1054834" y="0"/>
                  </a:lnTo>
                  <a:lnTo>
                    <a:pt x="1061866" y="0"/>
                  </a:lnTo>
                  <a:lnTo>
                    <a:pt x="1068898" y="0"/>
                  </a:lnTo>
                  <a:lnTo>
                    <a:pt x="1075931" y="0"/>
                  </a:lnTo>
                  <a:lnTo>
                    <a:pt x="1082963" y="0"/>
                  </a:lnTo>
                  <a:lnTo>
                    <a:pt x="1089995" y="0"/>
                  </a:lnTo>
                  <a:lnTo>
                    <a:pt x="1097027" y="0"/>
                  </a:lnTo>
                  <a:lnTo>
                    <a:pt x="1104060" y="0"/>
                  </a:lnTo>
                  <a:lnTo>
                    <a:pt x="1111092" y="0"/>
                  </a:lnTo>
                  <a:lnTo>
                    <a:pt x="1118124" y="0"/>
                  </a:lnTo>
                  <a:lnTo>
                    <a:pt x="1125156" y="0"/>
                  </a:lnTo>
                  <a:lnTo>
                    <a:pt x="1132188" y="0"/>
                  </a:lnTo>
                  <a:lnTo>
                    <a:pt x="1139221" y="0"/>
                  </a:lnTo>
                  <a:lnTo>
                    <a:pt x="1146253" y="0"/>
                  </a:lnTo>
                  <a:lnTo>
                    <a:pt x="1153285" y="0"/>
                  </a:lnTo>
                  <a:lnTo>
                    <a:pt x="1160317" y="0"/>
                  </a:lnTo>
                  <a:lnTo>
                    <a:pt x="1167350" y="0"/>
                  </a:lnTo>
                  <a:lnTo>
                    <a:pt x="1174382" y="0"/>
                  </a:lnTo>
                  <a:lnTo>
                    <a:pt x="1181414" y="0"/>
                  </a:lnTo>
                  <a:lnTo>
                    <a:pt x="1188446" y="0"/>
                  </a:lnTo>
                  <a:lnTo>
                    <a:pt x="1195479" y="0"/>
                  </a:lnTo>
                  <a:lnTo>
                    <a:pt x="1202511" y="0"/>
                  </a:lnTo>
                  <a:lnTo>
                    <a:pt x="1209543" y="0"/>
                  </a:lnTo>
                  <a:lnTo>
                    <a:pt x="1216575" y="0"/>
                  </a:lnTo>
                  <a:lnTo>
                    <a:pt x="1223607" y="0"/>
                  </a:lnTo>
                  <a:lnTo>
                    <a:pt x="1230640" y="0"/>
                  </a:lnTo>
                  <a:lnTo>
                    <a:pt x="1237672" y="0"/>
                  </a:lnTo>
                  <a:lnTo>
                    <a:pt x="1244704" y="0"/>
                  </a:lnTo>
                  <a:lnTo>
                    <a:pt x="1251736" y="0"/>
                  </a:lnTo>
                  <a:lnTo>
                    <a:pt x="1258769" y="0"/>
                  </a:lnTo>
                  <a:lnTo>
                    <a:pt x="1265801" y="0"/>
                  </a:lnTo>
                  <a:lnTo>
                    <a:pt x="1272833" y="0"/>
                  </a:lnTo>
                  <a:lnTo>
                    <a:pt x="1279865" y="0"/>
                  </a:lnTo>
                  <a:lnTo>
                    <a:pt x="1286898" y="0"/>
                  </a:lnTo>
                  <a:lnTo>
                    <a:pt x="1293930" y="0"/>
                  </a:lnTo>
                  <a:lnTo>
                    <a:pt x="1300962" y="0"/>
                  </a:lnTo>
                  <a:lnTo>
                    <a:pt x="1307994" y="0"/>
                  </a:lnTo>
                  <a:lnTo>
                    <a:pt x="1315026" y="0"/>
                  </a:lnTo>
                  <a:lnTo>
                    <a:pt x="1322059" y="0"/>
                  </a:lnTo>
                  <a:lnTo>
                    <a:pt x="1329091" y="0"/>
                  </a:lnTo>
                  <a:lnTo>
                    <a:pt x="1336123" y="0"/>
                  </a:lnTo>
                  <a:lnTo>
                    <a:pt x="1343155" y="0"/>
                  </a:lnTo>
                  <a:lnTo>
                    <a:pt x="1350188" y="0"/>
                  </a:lnTo>
                  <a:lnTo>
                    <a:pt x="1357220" y="0"/>
                  </a:lnTo>
                  <a:lnTo>
                    <a:pt x="1364252" y="0"/>
                  </a:lnTo>
                  <a:lnTo>
                    <a:pt x="1371284" y="0"/>
                  </a:lnTo>
                  <a:lnTo>
                    <a:pt x="1378317" y="0"/>
                  </a:lnTo>
                  <a:lnTo>
                    <a:pt x="1385349" y="0"/>
                  </a:lnTo>
                  <a:lnTo>
                    <a:pt x="1392381" y="0"/>
                  </a:lnTo>
                  <a:lnTo>
                    <a:pt x="1399413" y="0"/>
                  </a:lnTo>
                  <a:lnTo>
                    <a:pt x="1406445" y="0"/>
                  </a:lnTo>
                  <a:lnTo>
                    <a:pt x="1413478" y="0"/>
                  </a:lnTo>
                  <a:lnTo>
                    <a:pt x="1420510" y="0"/>
                  </a:lnTo>
                  <a:lnTo>
                    <a:pt x="1427542" y="0"/>
                  </a:lnTo>
                  <a:lnTo>
                    <a:pt x="1434574" y="0"/>
                  </a:lnTo>
                  <a:lnTo>
                    <a:pt x="1441607" y="0"/>
                  </a:lnTo>
                  <a:lnTo>
                    <a:pt x="1448639" y="0"/>
                  </a:lnTo>
                  <a:lnTo>
                    <a:pt x="1455671" y="0"/>
                  </a:lnTo>
                  <a:lnTo>
                    <a:pt x="1462703" y="0"/>
                  </a:lnTo>
                  <a:lnTo>
                    <a:pt x="1469735" y="0"/>
                  </a:lnTo>
                  <a:lnTo>
                    <a:pt x="1476768" y="0"/>
                  </a:lnTo>
                  <a:lnTo>
                    <a:pt x="1483800" y="0"/>
                  </a:lnTo>
                  <a:lnTo>
                    <a:pt x="1490832" y="0"/>
                  </a:lnTo>
                  <a:lnTo>
                    <a:pt x="1497864" y="0"/>
                  </a:lnTo>
                  <a:lnTo>
                    <a:pt x="1504897" y="0"/>
                  </a:lnTo>
                  <a:lnTo>
                    <a:pt x="1511929" y="0"/>
                  </a:lnTo>
                  <a:lnTo>
                    <a:pt x="1518961" y="0"/>
                  </a:lnTo>
                  <a:lnTo>
                    <a:pt x="1525993" y="0"/>
                  </a:lnTo>
                  <a:lnTo>
                    <a:pt x="1533026" y="0"/>
                  </a:lnTo>
                  <a:lnTo>
                    <a:pt x="1540058" y="0"/>
                  </a:lnTo>
                  <a:lnTo>
                    <a:pt x="1547090" y="0"/>
                  </a:lnTo>
                  <a:lnTo>
                    <a:pt x="1554122" y="0"/>
                  </a:lnTo>
                  <a:lnTo>
                    <a:pt x="1561154" y="0"/>
                  </a:lnTo>
                  <a:lnTo>
                    <a:pt x="1568187" y="0"/>
                  </a:lnTo>
                  <a:lnTo>
                    <a:pt x="1575219" y="0"/>
                  </a:lnTo>
                  <a:lnTo>
                    <a:pt x="1582251" y="0"/>
                  </a:lnTo>
                  <a:lnTo>
                    <a:pt x="1589283" y="0"/>
                  </a:lnTo>
                  <a:lnTo>
                    <a:pt x="1596316" y="0"/>
                  </a:lnTo>
                  <a:lnTo>
                    <a:pt x="1603348" y="0"/>
                  </a:lnTo>
                  <a:lnTo>
                    <a:pt x="1610380" y="0"/>
                  </a:lnTo>
                  <a:lnTo>
                    <a:pt x="1617412" y="0"/>
                  </a:lnTo>
                  <a:lnTo>
                    <a:pt x="1624445" y="0"/>
                  </a:lnTo>
                  <a:lnTo>
                    <a:pt x="1631477" y="0"/>
                  </a:lnTo>
                  <a:lnTo>
                    <a:pt x="1638509" y="0"/>
                  </a:lnTo>
                  <a:lnTo>
                    <a:pt x="1645541" y="0"/>
                  </a:lnTo>
                  <a:lnTo>
                    <a:pt x="1652573" y="0"/>
                  </a:lnTo>
                  <a:lnTo>
                    <a:pt x="1659606" y="0"/>
                  </a:lnTo>
                  <a:lnTo>
                    <a:pt x="1666638" y="0"/>
                  </a:lnTo>
                  <a:lnTo>
                    <a:pt x="1673670" y="0"/>
                  </a:lnTo>
                  <a:lnTo>
                    <a:pt x="1680702" y="0"/>
                  </a:lnTo>
                  <a:lnTo>
                    <a:pt x="1687735" y="0"/>
                  </a:lnTo>
                  <a:lnTo>
                    <a:pt x="1694767" y="0"/>
                  </a:lnTo>
                  <a:lnTo>
                    <a:pt x="1701799" y="0"/>
                  </a:lnTo>
                  <a:lnTo>
                    <a:pt x="1708831" y="0"/>
                  </a:lnTo>
                  <a:lnTo>
                    <a:pt x="1715864" y="0"/>
                  </a:lnTo>
                  <a:lnTo>
                    <a:pt x="1722896" y="0"/>
                  </a:lnTo>
                  <a:lnTo>
                    <a:pt x="1729928" y="0"/>
                  </a:lnTo>
                  <a:lnTo>
                    <a:pt x="1736960" y="0"/>
                  </a:lnTo>
                  <a:lnTo>
                    <a:pt x="1743992" y="0"/>
                  </a:lnTo>
                  <a:lnTo>
                    <a:pt x="1751025" y="0"/>
                  </a:lnTo>
                  <a:lnTo>
                    <a:pt x="1758057" y="0"/>
                  </a:lnTo>
                  <a:lnTo>
                    <a:pt x="1765089" y="0"/>
                  </a:lnTo>
                  <a:lnTo>
                    <a:pt x="1772121" y="0"/>
                  </a:lnTo>
                  <a:lnTo>
                    <a:pt x="1779154" y="0"/>
                  </a:lnTo>
                  <a:lnTo>
                    <a:pt x="1786186" y="0"/>
                  </a:lnTo>
                  <a:lnTo>
                    <a:pt x="1793218" y="0"/>
                  </a:lnTo>
                  <a:lnTo>
                    <a:pt x="1800250" y="0"/>
                  </a:lnTo>
                  <a:lnTo>
                    <a:pt x="1807283" y="0"/>
                  </a:lnTo>
                  <a:lnTo>
                    <a:pt x="1814315" y="0"/>
                  </a:lnTo>
                  <a:lnTo>
                    <a:pt x="1821347" y="0"/>
                  </a:lnTo>
                  <a:lnTo>
                    <a:pt x="1828379" y="0"/>
                  </a:lnTo>
                  <a:lnTo>
                    <a:pt x="1835411" y="0"/>
                  </a:lnTo>
                  <a:lnTo>
                    <a:pt x="1842444" y="0"/>
                  </a:lnTo>
                  <a:lnTo>
                    <a:pt x="1849476" y="0"/>
                  </a:lnTo>
                  <a:lnTo>
                    <a:pt x="1856508" y="0"/>
                  </a:lnTo>
                  <a:lnTo>
                    <a:pt x="1863540" y="0"/>
                  </a:lnTo>
                  <a:lnTo>
                    <a:pt x="1870573" y="0"/>
                  </a:lnTo>
                  <a:lnTo>
                    <a:pt x="1877605" y="0"/>
                  </a:lnTo>
                  <a:lnTo>
                    <a:pt x="1884637" y="0"/>
                  </a:lnTo>
                  <a:lnTo>
                    <a:pt x="1891669" y="0"/>
                  </a:lnTo>
                  <a:lnTo>
                    <a:pt x="1898701" y="0"/>
                  </a:lnTo>
                  <a:lnTo>
                    <a:pt x="1905734" y="0"/>
                  </a:lnTo>
                  <a:lnTo>
                    <a:pt x="1912766" y="0"/>
                  </a:lnTo>
                  <a:lnTo>
                    <a:pt x="1919798" y="0"/>
                  </a:lnTo>
                  <a:lnTo>
                    <a:pt x="1926830" y="0"/>
                  </a:lnTo>
                  <a:lnTo>
                    <a:pt x="1933863" y="0"/>
                  </a:lnTo>
                  <a:lnTo>
                    <a:pt x="1940895" y="0"/>
                  </a:lnTo>
                  <a:lnTo>
                    <a:pt x="1947927" y="0"/>
                  </a:lnTo>
                  <a:lnTo>
                    <a:pt x="1954959" y="0"/>
                  </a:lnTo>
                  <a:lnTo>
                    <a:pt x="1961992" y="0"/>
                  </a:lnTo>
                  <a:lnTo>
                    <a:pt x="1969024" y="0"/>
                  </a:lnTo>
                  <a:lnTo>
                    <a:pt x="1976056" y="0"/>
                  </a:lnTo>
                  <a:lnTo>
                    <a:pt x="1983088" y="0"/>
                  </a:lnTo>
                  <a:lnTo>
                    <a:pt x="1990120" y="0"/>
                  </a:lnTo>
                  <a:lnTo>
                    <a:pt x="1997153" y="0"/>
                  </a:lnTo>
                  <a:lnTo>
                    <a:pt x="2004185" y="0"/>
                  </a:lnTo>
                  <a:lnTo>
                    <a:pt x="2011217" y="0"/>
                  </a:lnTo>
                  <a:lnTo>
                    <a:pt x="2018249" y="0"/>
                  </a:lnTo>
                  <a:lnTo>
                    <a:pt x="2025282" y="0"/>
                  </a:lnTo>
                  <a:lnTo>
                    <a:pt x="2032314" y="0"/>
                  </a:lnTo>
                  <a:lnTo>
                    <a:pt x="2039346" y="0"/>
                  </a:lnTo>
                  <a:lnTo>
                    <a:pt x="2046378" y="0"/>
                  </a:lnTo>
                  <a:lnTo>
                    <a:pt x="2053411" y="0"/>
                  </a:lnTo>
                  <a:lnTo>
                    <a:pt x="2060443" y="0"/>
                  </a:lnTo>
                  <a:lnTo>
                    <a:pt x="2067475" y="0"/>
                  </a:lnTo>
                  <a:lnTo>
                    <a:pt x="2074507" y="0"/>
                  </a:lnTo>
                  <a:lnTo>
                    <a:pt x="2081539" y="0"/>
                  </a:lnTo>
                  <a:lnTo>
                    <a:pt x="2088572" y="0"/>
                  </a:lnTo>
                  <a:lnTo>
                    <a:pt x="2095604" y="0"/>
                  </a:lnTo>
                  <a:lnTo>
                    <a:pt x="2102636" y="0"/>
                  </a:lnTo>
                  <a:lnTo>
                    <a:pt x="2109668" y="0"/>
                  </a:lnTo>
                  <a:lnTo>
                    <a:pt x="2116701" y="0"/>
                  </a:lnTo>
                  <a:lnTo>
                    <a:pt x="2123733" y="0"/>
                  </a:lnTo>
                  <a:lnTo>
                    <a:pt x="2130765" y="0"/>
                  </a:lnTo>
                  <a:lnTo>
                    <a:pt x="2137797" y="0"/>
                  </a:lnTo>
                  <a:lnTo>
                    <a:pt x="2144830" y="0"/>
                  </a:lnTo>
                  <a:lnTo>
                    <a:pt x="2151862" y="0"/>
                  </a:lnTo>
                  <a:lnTo>
                    <a:pt x="2158894" y="0"/>
                  </a:lnTo>
                  <a:lnTo>
                    <a:pt x="2165926" y="0"/>
                  </a:lnTo>
                  <a:lnTo>
                    <a:pt x="2172958" y="0"/>
                  </a:lnTo>
                  <a:lnTo>
                    <a:pt x="2179991" y="0"/>
                  </a:lnTo>
                  <a:lnTo>
                    <a:pt x="2187023" y="0"/>
                  </a:lnTo>
                  <a:lnTo>
                    <a:pt x="2194055" y="0"/>
                  </a:lnTo>
                  <a:lnTo>
                    <a:pt x="2201087" y="0"/>
                  </a:lnTo>
                  <a:lnTo>
                    <a:pt x="2208120" y="0"/>
                  </a:lnTo>
                  <a:lnTo>
                    <a:pt x="2215152" y="0"/>
                  </a:lnTo>
                  <a:lnTo>
                    <a:pt x="2222184" y="0"/>
                  </a:lnTo>
                  <a:lnTo>
                    <a:pt x="2229216" y="0"/>
                  </a:lnTo>
                  <a:lnTo>
                    <a:pt x="2236249" y="0"/>
                  </a:lnTo>
                  <a:lnTo>
                    <a:pt x="2243281" y="0"/>
                  </a:lnTo>
                  <a:lnTo>
                    <a:pt x="2250313" y="0"/>
                  </a:lnTo>
                  <a:lnTo>
                    <a:pt x="2257345" y="0"/>
                  </a:lnTo>
                  <a:lnTo>
                    <a:pt x="2264377" y="0"/>
                  </a:lnTo>
                  <a:lnTo>
                    <a:pt x="2271410" y="0"/>
                  </a:lnTo>
                  <a:lnTo>
                    <a:pt x="2278442" y="0"/>
                  </a:lnTo>
                  <a:lnTo>
                    <a:pt x="2285474" y="0"/>
                  </a:lnTo>
                  <a:lnTo>
                    <a:pt x="2292506" y="0"/>
                  </a:lnTo>
                  <a:lnTo>
                    <a:pt x="2299539" y="0"/>
                  </a:lnTo>
                  <a:lnTo>
                    <a:pt x="2306571" y="0"/>
                  </a:lnTo>
                  <a:lnTo>
                    <a:pt x="2313603" y="0"/>
                  </a:lnTo>
                  <a:lnTo>
                    <a:pt x="2320635" y="0"/>
                  </a:lnTo>
                  <a:lnTo>
                    <a:pt x="2327668" y="0"/>
                  </a:lnTo>
                  <a:lnTo>
                    <a:pt x="2334700" y="0"/>
                  </a:lnTo>
                  <a:lnTo>
                    <a:pt x="2341732" y="0"/>
                  </a:lnTo>
                  <a:lnTo>
                    <a:pt x="2348764" y="0"/>
                  </a:lnTo>
                  <a:lnTo>
                    <a:pt x="2355796" y="0"/>
                  </a:lnTo>
                  <a:lnTo>
                    <a:pt x="2362829" y="0"/>
                  </a:lnTo>
                  <a:lnTo>
                    <a:pt x="2369861" y="0"/>
                  </a:lnTo>
                  <a:lnTo>
                    <a:pt x="2376893" y="0"/>
                  </a:lnTo>
                  <a:lnTo>
                    <a:pt x="2383925" y="0"/>
                  </a:lnTo>
                  <a:lnTo>
                    <a:pt x="2390958" y="0"/>
                  </a:lnTo>
                  <a:lnTo>
                    <a:pt x="2397990" y="0"/>
                  </a:lnTo>
                  <a:lnTo>
                    <a:pt x="2405022" y="0"/>
                  </a:lnTo>
                  <a:lnTo>
                    <a:pt x="2412054" y="0"/>
                  </a:lnTo>
                  <a:lnTo>
                    <a:pt x="2419086" y="0"/>
                  </a:lnTo>
                  <a:lnTo>
                    <a:pt x="2426119" y="0"/>
                  </a:lnTo>
                  <a:lnTo>
                    <a:pt x="2433151" y="0"/>
                  </a:lnTo>
                  <a:lnTo>
                    <a:pt x="2440183" y="0"/>
                  </a:lnTo>
                  <a:lnTo>
                    <a:pt x="2447215" y="0"/>
                  </a:lnTo>
                  <a:lnTo>
                    <a:pt x="2454248" y="0"/>
                  </a:lnTo>
                  <a:lnTo>
                    <a:pt x="2461280" y="0"/>
                  </a:lnTo>
                  <a:lnTo>
                    <a:pt x="2468312" y="0"/>
                  </a:lnTo>
                  <a:lnTo>
                    <a:pt x="2475344" y="0"/>
                  </a:lnTo>
                  <a:lnTo>
                    <a:pt x="2482377" y="0"/>
                  </a:lnTo>
                  <a:lnTo>
                    <a:pt x="2489409" y="0"/>
                  </a:lnTo>
                  <a:lnTo>
                    <a:pt x="2496441" y="0"/>
                  </a:lnTo>
                  <a:lnTo>
                    <a:pt x="2503473" y="0"/>
                  </a:lnTo>
                  <a:lnTo>
                    <a:pt x="2510505" y="0"/>
                  </a:lnTo>
                  <a:lnTo>
                    <a:pt x="2517538" y="0"/>
                  </a:lnTo>
                  <a:lnTo>
                    <a:pt x="2524570" y="0"/>
                  </a:lnTo>
                  <a:lnTo>
                    <a:pt x="2531602" y="0"/>
                  </a:lnTo>
                  <a:lnTo>
                    <a:pt x="2538634" y="0"/>
                  </a:lnTo>
                  <a:lnTo>
                    <a:pt x="2545667" y="0"/>
                  </a:lnTo>
                  <a:lnTo>
                    <a:pt x="2552699" y="0"/>
                  </a:lnTo>
                  <a:lnTo>
                    <a:pt x="2559731" y="0"/>
                  </a:lnTo>
                  <a:lnTo>
                    <a:pt x="2566763" y="0"/>
                  </a:lnTo>
                  <a:lnTo>
                    <a:pt x="2573796" y="0"/>
                  </a:lnTo>
                  <a:lnTo>
                    <a:pt x="2580828" y="0"/>
                  </a:lnTo>
                  <a:lnTo>
                    <a:pt x="2587860" y="0"/>
                  </a:lnTo>
                  <a:lnTo>
                    <a:pt x="2594892" y="0"/>
                  </a:lnTo>
                  <a:lnTo>
                    <a:pt x="2601924" y="0"/>
                  </a:lnTo>
                  <a:lnTo>
                    <a:pt x="2608957" y="0"/>
                  </a:lnTo>
                  <a:lnTo>
                    <a:pt x="2615989" y="0"/>
                  </a:lnTo>
                  <a:lnTo>
                    <a:pt x="2623021" y="0"/>
                  </a:lnTo>
                  <a:lnTo>
                    <a:pt x="2630053" y="0"/>
                  </a:lnTo>
                  <a:lnTo>
                    <a:pt x="2637086" y="0"/>
                  </a:lnTo>
                  <a:lnTo>
                    <a:pt x="2644118" y="0"/>
                  </a:lnTo>
                  <a:lnTo>
                    <a:pt x="2651150" y="0"/>
                  </a:lnTo>
                  <a:lnTo>
                    <a:pt x="2658182" y="0"/>
                  </a:lnTo>
                  <a:lnTo>
                    <a:pt x="2665215" y="0"/>
                  </a:lnTo>
                  <a:lnTo>
                    <a:pt x="2672247" y="0"/>
                  </a:lnTo>
                  <a:lnTo>
                    <a:pt x="2679279" y="0"/>
                  </a:lnTo>
                  <a:lnTo>
                    <a:pt x="2686311" y="0"/>
                  </a:lnTo>
                  <a:lnTo>
                    <a:pt x="2693343" y="0"/>
                  </a:lnTo>
                  <a:lnTo>
                    <a:pt x="2700376" y="0"/>
                  </a:lnTo>
                  <a:lnTo>
                    <a:pt x="2707408" y="0"/>
                  </a:lnTo>
                  <a:lnTo>
                    <a:pt x="2714440" y="0"/>
                  </a:lnTo>
                  <a:lnTo>
                    <a:pt x="2721472" y="0"/>
                  </a:lnTo>
                  <a:lnTo>
                    <a:pt x="2728505" y="0"/>
                  </a:lnTo>
                  <a:lnTo>
                    <a:pt x="2735537" y="0"/>
                  </a:lnTo>
                  <a:lnTo>
                    <a:pt x="2742569" y="0"/>
                  </a:lnTo>
                  <a:lnTo>
                    <a:pt x="2749601" y="0"/>
                  </a:lnTo>
                  <a:lnTo>
                    <a:pt x="2756634" y="0"/>
                  </a:lnTo>
                  <a:lnTo>
                    <a:pt x="2763666" y="0"/>
                  </a:lnTo>
                  <a:lnTo>
                    <a:pt x="2770698" y="0"/>
                  </a:lnTo>
                  <a:lnTo>
                    <a:pt x="2777730" y="0"/>
                  </a:lnTo>
                  <a:lnTo>
                    <a:pt x="2784762" y="0"/>
                  </a:lnTo>
                  <a:lnTo>
                    <a:pt x="2791795" y="0"/>
                  </a:lnTo>
                  <a:lnTo>
                    <a:pt x="2798827" y="0"/>
                  </a:lnTo>
                  <a:lnTo>
                    <a:pt x="2805859" y="0"/>
                  </a:lnTo>
                  <a:lnTo>
                    <a:pt x="2812891" y="0"/>
                  </a:lnTo>
                  <a:lnTo>
                    <a:pt x="2819924" y="0"/>
                  </a:lnTo>
                  <a:lnTo>
                    <a:pt x="2826956" y="0"/>
                  </a:lnTo>
                  <a:lnTo>
                    <a:pt x="2833988" y="0"/>
                  </a:lnTo>
                  <a:lnTo>
                    <a:pt x="2841020" y="0"/>
                  </a:lnTo>
                  <a:lnTo>
                    <a:pt x="2848052" y="0"/>
                  </a:lnTo>
                  <a:lnTo>
                    <a:pt x="2855085" y="0"/>
                  </a:lnTo>
                  <a:lnTo>
                    <a:pt x="2862117" y="0"/>
                  </a:lnTo>
                  <a:lnTo>
                    <a:pt x="2869149" y="0"/>
                  </a:lnTo>
                  <a:lnTo>
                    <a:pt x="2876181" y="0"/>
                  </a:lnTo>
                  <a:lnTo>
                    <a:pt x="2883214" y="0"/>
                  </a:lnTo>
                  <a:lnTo>
                    <a:pt x="2890246" y="0"/>
                  </a:lnTo>
                  <a:lnTo>
                    <a:pt x="2897278" y="0"/>
                  </a:lnTo>
                  <a:lnTo>
                    <a:pt x="2904310" y="0"/>
                  </a:lnTo>
                  <a:lnTo>
                    <a:pt x="2911343" y="0"/>
                  </a:lnTo>
                  <a:lnTo>
                    <a:pt x="2918375" y="0"/>
                  </a:lnTo>
                  <a:lnTo>
                    <a:pt x="2925407" y="0"/>
                  </a:lnTo>
                  <a:lnTo>
                    <a:pt x="2932439" y="0"/>
                  </a:lnTo>
                  <a:lnTo>
                    <a:pt x="2939471" y="0"/>
                  </a:lnTo>
                  <a:lnTo>
                    <a:pt x="2946504" y="0"/>
                  </a:lnTo>
                  <a:lnTo>
                    <a:pt x="2953536" y="0"/>
                  </a:lnTo>
                  <a:lnTo>
                    <a:pt x="2960568" y="0"/>
                  </a:lnTo>
                  <a:lnTo>
                    <a:pt x="2967600" y="0"/>
                  </a:lnTo>
                  <a:lnTo>
                    <a:pt x="2974633" y="0"/>
                  </a:lnTo>
                  <a:lnTo>
                    <a:pt x="2981665" y="0"/>
                  </a:lnTo>
                  <a:lnTo>
                    <a:pt x="2988697" y="0"/>
                  </a:lnTo>
                  <a:lnTo>
                    <a:pt x="2995729" y="0"/>
                  </a:lnTo>
                  <a:lnTo>
                    <a:pt x="3002762" y="0"/>
                  </a:lnTo>
                  <a:lnTo>
                    <a:pt x="3009794" y="0"/>
                  </a:lnTo>
                  <a:lnTo>
                    <a:pt x="3016826" y="0"/>
                  </a:lnTo>
                  <a:lnTo>
                    <a:pt x="3023858" y="0"/>
                  </a:lnTo>
                  <a:lnTo>
                    <a:pt x="3030890" y="0"/>
                  </a:lnTo>
                  <a:lnTo>
                    <a:pt x="3037923" y="0"/>
                  </a:lnTo>
                  <a:lnTo>
                    <a:pt x="3044955" y="0"/>
                  </a:lnTo>
                  <a:lnTo>
                    <a:pt x="3051987" y="0"/>
                  </a:lnTo>
                  <a:lnTo>
                    <a:pt x="3059019" y="0"/>
                  </a:lnTo>
                  <a:lnTo>
                    <a:pt x="3066052" y="0"/>
                  </a:lnTo>
                  <a:lnTo>
                    <a:pt x="3073084" y="0"/>
                  </a:lnTo>
                  <a:lnTo>
                    <a:pt x="3080116" y="0"/>
                  </a:lnTo>
                  <a:lnTo>
                    <a:pt x="3087148" y="0"/>
                  </a:lnTo>
                  <a:lnTo>
                    <a:pt x="3094181" y="0"/>
                  </a:lnTo>
                  <a:lnTo>
                    <a:pt x="3101213" y="0"/>
                  </a:lnTo>
                  <a:lnTo>
                    <a:pt x="3108245" y="0"/>
                  </a:lnTo>
                  <a:lnTo>
                    <a:pt x="3115277" y="0"/>
                  </a:lnTo>
                  <a:lnTo>
                    <a:pt x="3122309" y="0"/>
                  </a:lnTo>
                  <a:lnTo>
                    <a:pt x="3129342" y="0"/>
                  </a:lnTo>
                  <a:lnTo>
                    <a:pt x="3136374" y="0"/>
                  </a:lnTo>
                  <a:lnTo>
                    <a:pt x="3143406" y="0"/>
                  </a:lnTo>
                  <a:lnTo>
                    <a:pt x="3150438" y="0"/>
                  </a:lnTo>
                  <a:lnTo>
                    <a:pt x="3157471" y="0"/>
                  </a:lnTo>
                  <a:lnTo>
                    <a:pt x="3164503" y="0"/>
                  </a:lnTo>
                  <a:lnTo>
                    <a:pt x="3171535" y="0"/>
                  </a:lnTo>
                  <a:lnTo>
                    <a:pt x="3178567" y="0"/>
                  </a:lnTo>
                  <a:lnTo>
                    <a:pt x="3185600" y="0"/>
                  </a:lnTo>
                  <a:lnTo>
                    <a:pt x="3192632" y="0"/>
                  </a:lnTo>
                  <a:lnTo>
                    <a:pt x="3199664" y="0"/>
                  </a:lnTo>
                  <a:lnTo>
                    <a:pt x="3206696" y="0"/>
                  </a:lnTo>
                  <a:lnTo>
                    <a:pt x="3213728" y="0"/>
                  </a:lnTo>
                  <a:lnTo>
                    <a:pt x="3220761" y="0"/>
                  </a:lnTo>
                  <a:lnTo>
                    <a:pt x="3227793" y="0"/>
                  </a:lnTo>
                  <a:lnTo>
                    <a:pt x="3234825" y="0"/>
                  </a:lnTo>
                  <a:lnTo>
                    <a:pt x="3241857" y="0"/>
                  </a:lnTo>
                  <a:lnTo>
                    <a:pt x="3248890" y="0"/>
                  </a:lnTo>
                  <a:lnTo>
                    <a:pt x="3255922" y="0"/>
                  </a:lnTo>
                  <a:lnTo>
                    <a:pt x="3262954" y="0"/>
                  </a:lnTo>
                  <a:lnTo>
                    <a:pt x="3269986" y="0"/>
                  </a:lnTo>
                  <a:lnTo>
                    <a:pt x="3277019" y="0"/>
                  </a:lnTo>
                  <a:lnTo>
                    <a:pt x="3284051" y="0"/>
                  </a:lnTo>
                  <a:lnTo>
                    <a:pt x="3291083" y="0"/>
                  </a:lnTo>
                  <a:lnTo>
                    <a:pt x="3298115" y="0"/>
                  </a:lnTo>
                  <a:lnTo>
                    <a:pt x="3305147" y="0"/>
                  </a:lnTo>
                  <a:lnTo>
                    <a:pt x="3312180" y="0"/>
                  </a:lnTo>
                  <a:lnTo>
                    <a:pt x="3319212" y="0"/>
                  </a:lnTo>
                  <a:lnTo>
                    <a:pt x="3326244" y="0"/>
                  </a:lnTo>
                  <a:lnTo>
                    <a:pt x="3333276" y="0"/>
                  </a:lnTo>
                  <a:lnTo>
                    <a:pt x="3340309" y="0"/>
                  </a:lnTo>
                  <a:lnTo>
                    <a:pt x="3347341" y="0"/>
                  </a:lnTo>
                  <a:lnTo>
                    <a:pt x="3354373" y="0"/>
                  </a:lnTo>
                  <a:lnTo>
                    <a:pt x="3361405" y="0"/>
                  </a:lnTo>
                  <a:lnTo>
                    <a:pt x="3368437" y="0"/>
                  </a:lnTo>
                  <a:lnTo>
                    <a:pt x="3375470" y="0"/>
                  </a:lnTo>
                  <a:lnTo>
                    <a:pt x="3382502" y="0"/>
                  </a:lnTo>
                  <a:lnTo>
                    <a:pt x="3389534" y="0"/>
                  </a:lnTo>
                  <a:lnTo>
                    <a:pt x="3396566" y="0"/>
                  </a:lnTo>
                  <a:lnTo>
                    <a:pt x="3403599" y="0"/>
                  </a:lnTo>
                  <a:lnTo>
                    <a:pt x="3410631" y="0"/>
                  </a:lnTo>
                  <a:lnTo>
                    <a:pt x="3417663" y="0"/>
                  </a:lnTo>
                  <a:lnTo>
                    <a:pt x="3424695" y="0"/>
                  </a:lnTo>
                  <a:lnTo>
                    <a:pt x="3431728" y="0"/>
                  </a:lnTo>
                  <a:lnTo>
                    <a:pt x="3438760" y="0"/>
                  </a:lnTo>
                  <a:lnTo>
                    <a:pt x="3445792" y="0"/>
                  </a:lnTo>
                  <a:lnTo>
                    <a:pt x="3452824" y="0"/>
                  </a:lnTo>
                  <a:lnTo>
                    <a:pt x="3459856" y="0"/>
                  </a:lnTo>
                  <a:lnTo>
                    <a:pt x="3466889" y="0"/>
                  </a:lnTo>
                  <a:lnTo>
                    <a:pt x="3473921" y="0"/>
                  </a:lnTo>
                  <a:lnTo>
                    <a:pt x="3480953" y="0"/>
                  </a:lnTo>
                  <a:lnTo>
                    <a:pt x="3487985" y="0"/>
                  </a:lnTo>
                  <a:lnTo>
                    <a:pt x="3495018" y="0"/>
                  </a:lnTo>
                  <a:lnTo>
                    <a:pt x="3502050" y="0"/>
                  </a:lnTo>
                  <a:lnTo>
                    <a:pt x="3509082" y="0"/>
                  </a:lnTo>
                  <a:lnTo>
                    <a:pt x="3516114" y="0"/>
                  </a:lnTo>
                  <a:lnTo>
                    <a:pt x="3516114" y="191020"/>
                  </a:lnTo>
                  <a:lnTo>
                    <a:pt x="3509082" y="191020"/>
                  </a:lnTo>
                  <a:lnTo>
                    <a:pt x="3502050" y="191020"/>
                  </a:lnTo>
                  <a:lnTo>
                    <a:pt x="3495018" y="191020"/>
                  </a:lnTo>
                  <a:lnTo>
                    <a:pt x="3487985" y="191020"/>
                  </a:lnTo>
                  <a:lnTo>
                    <a:pt x="3480953" y="191020"/>
                  </a:lnTo>
                  <a:lnTo>
                    <a:pt x="3473921" y="191020"/>
                  </a:lnTo>
                  <a:lnTo>
                    <a:pt x="3466889" y="191020"/>
                  </a:lnTo>
                  <a:lnTo>
                    <a:pt x="3459856" y="191020"/>
                  </a:lnTo>
                  <a:lnTo>
                    <a:pt x="3452824" y="191020"/>
                  </a:lnTo>
                  <a:lnTo>
                    <a:pt x="3445792" y="191020"/>
                  </a:lnTo>
                  <a:lnTo>
                    <a:pt x="3438760" y="191020"/>
                  </a:lnTo>
                  <a:lnTo>
                    <a:pt x="3431728" y="191020"/>
                  </a:lnTo>
                  <a:lnTo>
                    <a:pt x="3424695" y="191020"/>
                  </a:lnTo>
                  <a:lnTo>
                    <a:pt x="3417663" y="191020"/>
                  </a:lnTo>
                  <a:lnTo>
                    <a:pt x="3410631" y="191020"/>
                  </a:lnTo>
                  <a:lnTo>
                    <a:pt x="3403599" y="191020"/>
                  </a:lnTo>
                  <a:lnTo>
                    <a:pt x="3396566" y="191020"/>
                  </a:lnTo>
                  <a:lnTo>
                    <a:pt x="3389534" y="191020"/>
                  </a:lnTo>
                  <a:lnTo>
                    <a:pt x="3382502" y="191020"/>
                  </a:lnTo>
                  <a:lnTo>
                    <a:pt x="3375470" y="191020"/>
                  </a:lnTo>
                  <a:lnTo>
                    <a:pt x="3368437" y="191020"/>
                  </a:lnTo>
                  <a:lnTo>
                    <a:pt x="3361405" y="191020"/>
                  </a:lnTo>
                  <a:lnTo>
                    <a:pt x="3354373" y="191020"/>
                  </a:lnTo>
                  <a:lnTo>
                    <a:pt x="3347341" y="191020"/>
                  </a:lnTo>
                  <a:lnTo>
                    <a:pt x="3340309" y="191020"/>
                  </a:lnTo>
                  <a:lnTo>
                    <a:pt x="3333276" y="191020"/>
                  </a:lnTo>
                  <a:lnTo>
                    <a:pt x="3326244" y="191020"/>
                  </a:lnTo>
                  <a:lnTo>
                    <a:pt x="3319212" y="191020"/>
                  </a:lnTo>
                  <a:lnTo>
                    <a:pt x="3312180" y="191020"/>
                  </a:lnTo>
                  <a:lnTo>
                    <a:pt x="3305147" y="191020"/>
                  </a:lnTo>
                  <a:lnTo>
                    <a:pt x="3298115" y="191020"/>
                  </a:lnTo>
                  <a:lnTo>
                    <a:pt x="3291083" y="191020"/>
                  </a:lnTo>
                  <a:lnTo>
                    <a:pt x="3284051" y="191020"/>
                  </a:lnTo>
                  <a:lnTo>
                    <a:pt x="3277019" y="191020"/>
                  </a:lnTo>
                  <a:lnTo>
                    <a:pt x="3269986" y="191020"/>
                  </a:lnTo>
                  <a:lnTo>
                    <a:pt x="3262954" y="191020"/>
                  </a:lnTo>
                  <a:lnTo>
                    <a:pt x="3255922" y="191020"/>
                  </a:lnTo>
                  <a:lnTo>
                    <a:pt x="3248890" y="191020"/>
                  </a:lnTo>
                  <a:lnTo>
                    <a:pt x="3241857" y="191020"/>
                  </a:lnTo>
                  <a:lnTo>
                    <a:pt x="3234825" y="191020"/>
                  </a:lnTo>
                  <a:lnTo>
                    <a:pt x="3227793" y="191020"/>
                  </a:lnTo>
                  <a:lnTo>
                    <a:pt x="3220761" y="191020"/>
                  </a:lnTo>
                  <a:lnTo>
                    <a:pt x="3213728" y="191020"/>
                  </a:lnTo>
                  <a:lnTo>
                    <a:pt x="3206696" y="191020"/>
                  </a:lnTo>
                  <a:lnTo>
                    <a:pt x="3199664" y="191020"/>
                  </a:lnTo>
                  <a:lnTo>
                    <a:pt x="3192632" y="191020"/>
                  </a:lnTo>
                  <a:lnTo>
                    <a:pt x="3185600" y="191020"/>
                  </a:lnTo>
                  <a:lnTo>
                    <a:pt x="3178567" y="191020"/>
                  </a:lnTo>
                  <a:lnTo>
                    <a:pt x="3171535" y="191020"/>
                  </a:lnTo>
                  <a:lnTo>
                    <a:pt x="3164503" y="191020"/>
                  </a:lnTo>
                  <a:lnTo>
                    <a:pt x="3157471" y="191020"/>
                  </a:lnTo>
                  <a:lnTo>
                    <a:pt x="3150438" y="191020"/>
                  </a:lnTo>
                  <a:lnTo>
                    <a:pt x="3143406" y="191020"/>
                  </a:lnTo>
                  <a:lnTo>
                    <a:pt x="3136374" y="191020"/>
                  </a:lnTo>
                  <a:lnTo>
                    <a:pt x="3129342" y="191020"/>
                  </a:lnTo>
                  <a:lnTo>
                    <a:pt x="3122309" y="191020"/>
                  </a:lnTo>
                  <a:lnTo>
                    <a:pt x="3115277" y="191020"/>
                  </a:lnTo>
                  <a:lnTo>
                    <a:pt x="3108245" y="191020"/>
                  </a:lnTo>
                  <a:lnTo>
                    <a:pt x="3101213" y="191020"/>
                  </a:lnTo>
                  <a:lnTo>
                    <a:pt x="3094181" y="191020"/>
                  </a:lnTo>
                  <a:lnTo>
                    <a:pt x="3087148" y="191020"/>
                  </a:lnTo>
                  <a:lnTo>
                    <a:pt x="3080116" y="191020"/>
                  </a:lnTo>
                  <a:lnTo>
                    <a:pt x="3073084" y="191020"/>
                  </a:lnTo>
                  <a:lnTo>
                    <a:pt x="3066052" y="191020"/>
                  </a:lnTo>
                  <a:lnTo>
                    <a:pt x="3059019" y="191020"/>
                  </a:lnTo>
                  <a:lnTo>
                    <a:pt x="3051987" y="191020"/>
                  </a:lnTo>
                  <a:lnTo>
                    <a:pt x="3044955" y="191020"/>
                  </a:lnTo>
                  <a:lnTo>
                    <a:pt x="3037923" y="191020"/>
                  </a:lnTo>
                  <a:lnTo>
                    <a:pt x="3030890" y="191020"/>
                  </a:lnTo>
                  <a:lnTo>
                    <a:pt x="3023858" y="191020"/>
                  </a:lnTo>
                  <a:lnTo>
                    <a:pt x="3016826" y="191020"/>
                  </a:lnTo>
                  <a:lnTo>
                    <a:pt x="3009794" y="191020"/>
                  </a:lnTo>
                  <a:lnTo>
                    <a:pt x="3002762" y="191020"/>
                  </a:lnTo>
                  <a:lnTo>
                    <a:pt x="2995729" y="191020"/>
                  </a:lnTo>
                  <a:lnTo>
                    <a:pt x="2988697" y="191020"/>
                  </a:lnTo>
                  <a:lnTo>
                    <a:pt x="2981665" y="191020"/>
                  </a:lnTo>
                  <a:lnTo>
                    <a:pt x="2974633" y="191020"/>
                  </a:lnTo>
                  <a:lnTo>
                    <a:pt x="2967600" y="191020"/>
                  </a:lnTo>
                  <a:lnTo>
                    <a:pt x="2960568" y="191020"/>
                  </a:lnTo>
                  <a:lnTo>
                    <a:pt x="2953536" y="191020"/>
                  </a:lnTo>
                  <a:lnTo>
                    <a:pt x="2946504" y="191020"/>
                  </a:lnTo>
                  <a:lnTo>
                    <a:pt x="2939471" y="191020"/>
                  </a:lnTo>
                  <a:lnTo>
                    <a:pt x="2932439" y="191020"/>
                  </a:lnTo>
                  <a:lnTo>
                    <a:pt x="2925407" y="191020"/>
                  </a:lnTo>
                  <a:lnTo>
                    <a:pt x="2918375" y="191020"/>
                  </a:lnTo>
                  <a:lnTo>
                    <a:pt x="2911343" y="191020"/>
                  </a:lnTo>
                  <a:lnTo>
                    <a:pt x="2904310" y="191020"/>
                  </a:lnTo>
                  <a:lnTo>
                    <a:pt x="2897278" y="191020"/>
                  </a:lnTo>
                  <a:lnTo>
                    <a:pt x="2890246" y="191020"/>
                  </a:lnTo>
                  <a:lnTo>
                    <a:pt x="2883214" y="191020"/>
                  </a:lnTo>
                  <a:lnTo>
                    <a:pt x="2876181" y="191020"/>
                  </a:lnTo>
                  <a:lnTo>
                    <a:pt x="2869149" y="191020"/>
                  </a:lnTo>
                  <a:lnTo>
                    <a:pt x="2862117" y="191020"/>
                  </a:lnTo>
                  <a:lnTo>
                    <a:pt x="2855085" y="191020"/>
                  </a:lnTo>
                  <a:lnTo>
                    <a:pt x="2848052" y="191020"/>
                  </a:lnTo>
                  <a:lnTo>
                    <a:pt x="2841020" y="191020"/>
                  </a:lnTo>
                  <a:lnTo>
                    <a:pt x="2833988" y="191020"/>
                  </a:lnTo>
                  <a:lnTo>
                    <a:pt x="2826956" y="191020"/>
                  </a:lnTo>
                  <a:lnTo>
                    <a:pt x="2819924" y="191020"/>
                  </a:lnTo>
                  <a:lnTo>
                    <a:pt x="2812891" y="191020"/>
                  </a:lnTo>
                  <a:lnTo>
                    <a:pt x="2805859" y="191020"/>
                  </a:lnTo>
                  <a:lnTo>
                    <a:pt x="2798827" y="191020"/>
                  </a:lnTo>
                  <a:lnTo>
                    <a:pt x="2791795" y="191020"/>
                  </a:lnTo>
                  <a:lnTo>
                    <a:pt x="2784762" y="191020"/>
                  </a:lnTo>
                  <a:lnTo>
                    <a:pt x="2777730" y="191020"/>
                  </a:lnTo>
                  <a:lnTo>
                    <a:pt x="2770698" y="191020"/>
                  </a:lnTo>
                  <a:lnTo>
                    <a:pt x="2763666" y="191020"/>
                  </a:lnTo>
                  <a:lnTo>
                    <a:pt x="2756634" y="191020"/>
                  </a:lnTo>
                  <a:lnTo>
                    <a:pt x="2749601" y="191020"/>
                  </a:lnTo>
                  <a:lnTo>
                    <a:pt x="2742569" y="191020"/>
                  </a:lnTo>
                  <a:lnTo>
                    <a:pt x="2735537" y="191020"/>
                  </a:lnTo>
                  <a:lnTo>
                    <a:pt x="2728505" y="191020"/>
                  </a:lnTo>
                  <a:lnTo>
                    <a:pt x="2721472" y="191020"/>
                  </a:lnTo>
                  <a:lnTo>
                    <a:pt x="2714440" y="191020"/>
                  </a:lnTo>
                  <a:lnTo>
                    <a:pt x="2707408" y="191020"/>
                  </a:lnTo>
                  <a:lnTo>
                    <a:pt x="2700376" y="191020"/>
                  </a:lnTo>
                  <a:lnTo>
                    <a:pt x="2693343" y="191020"/>
                  </a:lnTo>
                  <a:lnTo>
                    <a:pt x="2686311" y="191020"/>
                  </a:lnTo>
                  <a:lnTo>
                    <a:pt x="2679279" y="191020"/>
                  </a:lnTo>
                  <a:lnTo>
                    <a:pt x="2672247" y="191020"/>
                  </a:lnTo>
                  <a:lnTo>
                    <a:pt x="2665215" y="191020"/>
                  </a:lnTo>
                  <a:lnTo>
                    <a:pt x="2658182" y="191020"/>
                  </a:lnTo>
                  <a:lnTo>
                    <a:pt x="2651150" y="191020"/>
                  </a:lnTo>
                  <a:lnTo>
                    <a:pt x="2644118" y="191020"/>
                  </a:lnTo>
                  <a:lnTo>
                    <a:pt x="2637086" y="191020"/>
                  </a:lnTo>
                  <a:lnTo>
                    <a:pt x="2630053" y="191020"/>
                  </a:lnTo>
                  <a:lnTo>
                    <a:pt x="2623021" y="191020"/>
                  </a:lnTo>
                  <a:lnTo>
                    <a:pt x="2615989" y="191020"/>
                  </a:lnTo>
                  <a:lnTo>
                    <a:pt x="2608957" y="191020"/>
                  </a:lnTo>
                  <a:lnTo>
                    <a:pt x="2601924" y="191020"/>
                  </a:lnTo>
                  <a:lnTo>
                    <a:pt x="2594892" y="191020"/>
                  </a:lnTo>
                  <a:lnTo>
                    <a:pt x="2587860" y="191020"/>
                  </a:lnTo>
                  <a:lnTo>
                    <a:pt x="2580828" y="191020"/>
                  </a:lnTo>
                  <a:lnTo>
                    <a:pt x="2573796" y="191020"/>
                  </a:lnTo>
                  <a:lnTo>
                    <a:pt x="2566763" y="191020"/>
                  </a:lnTo>
                  <a:lnTo>
                    <a:pt x="2559731" y="191020"/>
                  </a:lnTo>
                  <a:lnTo>
                    <a:pt x="2552699" y="191020"/>
                  </a:lnTo>
                  <a:lnTo>
                    <a:pt x="2545667" y="191020"/>
                  </a:lnTo>
                  <a:lnTo>
                    <a:pt x="2538634" y="191020"/>
                  </a:lnTo>
                  <a:lnTo>
                    <a:pt x="2531602" y="191020"/>
                  </a:lnTo>
                  <a:lnTo>
                    <a:pt x="2524570" y="191020"/>
                  </a:lnTo>
                  <a:lnTo>
                    <a:pt x="2517538" y="191020"/>
                  </a:lnTo>
                  <a:lnTo>
                    <a:pt x="2510505" y="191020"/>
                  </a:lnTo>
                  <a:lnTo>
                    <a:pt x="2503473" y="191020"/>
                  </a:lnTo>
                  <a:lnTo>
                    <a:pt x="2496441" y="191020"/>
                  </a:lnTo>
                  <a:lnTo>
                    <a:pt x="2489409" y="191020"/>
                  </a:lnTo>
                  <a:lnTo>
                    <a:pt x="2482377" y="191020"/>
                  </a:lnTo>
                  <a:lnTo>
                    <a:pt x="2475344" y="191020"/>
                  </a:lnTo>
                  <a:lnTo>
                    <a:pt x="2468312" y="191020"/>
                  </a:lnTo>
                  <a:lnTo>
                    <a:pt x="2461280" y="191020"/>
                  </a:lnTo>
                  <a:lnTo>
                    <a:pt x="2454248" y="191020"/>
                  </a:lnTo>
                  <a:lnTo>
                    <a:pt x="2447215" y="191020"/>
                  </a:lnTo>
                  <a:lnTo>
                    <a:pt x="2440183" y="191020"/>
                  </a:lnTo>
                  <a:lnTo>
                    <a:pt x="2433151" y="191020"/>
                  </a:lnTo>
                  <a:lnTo>
                    <a:pt x="2426119" y="191020"/>
                  </a:lnTo>
                  <a:lnTo>
                    <a:pt x="2419086" y="191020"/>
                  </a:lnTo>
                  <a:lnTo>
                    <a:pt x="2412054" y="191020"/>
                  </a:lnTo>
                  <a:lnTo>
                    <a:pt x="2405022" y="191020"/>
                  </a:lnTo>
                  <a:lnTo>
                    <a:pt x="2397990" y="191020"/>
                  </a:lnTo>
                  <a:lnTo>
                    <a:pt x="2390958" y="191020"/>
                  </a:lnTo>
                  <a:lnTo>
                    <a:pt x="2383925" y="191020"/>
                  </a:lnTo>
                  <a:lnTo>
                    <a:pt x="2376893" y="191020"/>
                  </a:lnTo>
                  <a:lnTo>
                    <a:pt x="2369861" y="191020"/>
                  </a:lnTo>
                  <a:lnTo>
                    <a:pt x="2362829" y="191020"/>
                  </a:lnTo>
                  <a:lnTo>
                    <a:pt x="2355796" y="191020"/>
                  </a:lnTo>
                  <a:lnTo>
                    <a:pt x="2348764" y="191020"/>
                  </a:lnTo>
                  <a:lnTo>
                    <a:pt x="2341732" y="191020"/>
                  </a:lnTo>
                  <a:lnTo>
                    <a:pt x="2334700" y="191020"/>
                  </a:lnTo>
                  <a:lnTo>
                    <a:pt x="2327668" y="191020"/>
                  </a:lnTo>
                  <a:lnTo>
                    <a:pt x="2320635" y="191020"/>
                  </a:lnTo>
                  <a:lnTo>
                    <a:pt x="2313603" y="191020"/>
                  </a:lnTo>
                  <a:lnTo>
                    <a:pt x="2306571" y="191020"/>
                  </a:lnTo>
                  <a:lnTo>
                    <a:pt x="2299539" y="191020"/>
                  </a:lnTo>
                  <a:lnTo>
                    <a:pt x="2292506" y="191020"/>
                  </a:lnTo>
                  <a:lnTo>
                    <a:pt x="2285474" y="191020"/>
                  </a:lnTo>
                  <a:lnTo>
                    <a:pt x="2278442" y="191020"/>
                  </a:lnTo>
                  <a:lnTo>
                    <a:pt x="2271410" y="191020"/>
                  </a:lnTo>
                  <a:lnTo>
                    <a:pt x="2264377" y="191020"/>
                  </a:lnTo>
                  <a:lnTo>
                    <a:pt x="2257345" y="191020"/>
                  </a:lnTo>
                  <a:lnTo>
                    <a:pt x="2250313" y="191020"/>
                  </a:lnTo>
                  <a:lnTo>
                    <a:pt x="2243281" y="191020"/>
                  </a:lnTo>
                  <a:lnTo>
                    <a:pt x="2236249" y="191020"/>
                  </a:lnTo>
                  <a:lnTo>
                    <a:pt x="2229216" y="191020"/>
                  </a:lnTo>
                  <a:lnTo>
                    <a:pt x="2222184" y="191020"/>
                  </a:lnTo>
                  <a:lnTo>
                    <a:pt x="2215152" y="191020"/>
                  </a:lnTo>
                  <a:lnTo>
                    <a:pt x="2208120" y="191020"/>
                  </a:lnTo>
                  <a:lnTo>
                    <a:pt x="2201087" y="191020"/>
                  </a:lnTo>
                  <a:lnTo>
                    <a:pt x="2194055" y="191020"/>
                  </a:lnTo>
                  <a:lnTo>
                    <a:pt x="2187023" y="191020"/>
                  </a:lnTo>
                  <a:lnTo>
                    <a:pt x="2179991" y="191020"/>
                  </a:lnTo>
                  <a:lnTo>
                    <a:pt x="2172958" y="191020"/>
                  </a:lnTo>
                  <a:lnTo>
                    <a:pt x="2165926" y="191020"/>
                  </a:lnTo>
                  <a:lnTo>
                    <a:pt x="2158894" y="191020"/>
                  </a:lnTo>
                  <a:lnTo>
                    <a:pt x="2151862" y="191020"/>
                  </a:lnTo>
                  <a:lnTo>
                    <a:pt x="2144830" y="191020"/>
                  </a:lnTo>
                  <a:lnTo>
                    <a:pt x="2137797" y="191020"/>
                  </a:lnTo>
                  <a:lnTo>
                    <a:pt x="2130765" y="191020"/>
                  </a:lnTo>
                  <a:lnTo>
                    <a:pt x="2123733" y="191020"/>
                  </a:lnTo>
                  <a:lnTo>
                    <a:pt x="2116701" y="191020"/>
                  </a:lnTo>
                  <a:lnTo>
                    <a:pt x="2109668" y="191020"/>
                  </a:lnTo>
                  <a:lnTo>
                    <a:pt x="2102636" y="191020"/>
                  </a:lnTo>
                  <a:lnTo>
                    <a:pt x="2095604" y="191020"/>
                  </a:lnTo>
                  <a:lnTo>
                    <a:pt x="2088572" y="191020"/>
                  </a:lnTo>
                  <a:lnTo>
                    <a:pt x="2081539" y="191020"/>
                  </a:lnTo>
                  <a:lnTo>
                    <a:pt x="2074507" y="191020"/>
                  </a:lnTo>
                  <a:lnTo>
                    <a:pt x="2067475" y="191020"/>
                  </a:lnTo>
                  <a:lnTo>
                    <a:pt x="2060443" y="191020"/>
                  </a:lnTo>
                  <a:lnTo>
                    <a:pt x="2053411" y="191020"/>
                  </a:lnTo>
                  <a:lnTo>
                    <a:pt x="2046378" y="191020"/>
                  </a:lnTo>
                  <a:lnTo>
                    <a:pt x="2039346" y="191020"/>
                  </a:lnTo>
                  <a:lnTo>
                    <a:pt x="2032314" y="191020"/>
                  </a:lnTo>
                  <a:lnTo>
                    <a:pt x="2025282" y="191020"/>
                  </a:lnTo>
                  <a:lnTo>
                    <a:pt x="2018249" y="191020"/>
                  </a:lnTo>
                  <a:lnTo>
                    <a:pt x="2011217" y="191020"/>
                  </a:lnTo>
                  <a:lnTo>
                    <a:pt x="2004185" y="191020"/>
                  </a:lnTo>
                  <a:lnTo>
                    <a:pt x="1997153" y="191020"/>
                  </a:lnTo>
                  <a:lnTo>
                    <a:pt x="1990120" y="191020"/>
                  </a:lnTo>
                  <a:lnTo>
                    <a:pt x="1983088" y="191020"/>
                  </a:lnTo>
                  <a:lnTo>
                    <a:pt x="1976056" y="191020"/>
                  </a:lnTo>
                  <a:lnTo>
                    <a:pt x="1969024" y="191020"/>
                  </a:lnTo>
                  <a:lnTo>
                    <a:pt x="1961992" y="191020"/>
                  </a:lnTo>
                  <a:lnTo>
                    <a:pt x="1954959" y="191020"/>
                  </a:lnTo>
                  <a:lnTo>
                    <a:pt x="1947927" y="191020"/>
                  </a:lnTo>
                  <a:lnTo>
                    <a:pt x="1940895" y="191020"/>
                  </a:lnTo>
                  <a:lnTo>
                    <a:pt x="1933863" y="191020"/>
                  </a:lnTo>
                  <a:lnTo>
                    <a:pt x="1926830" y="191020"/>
                  </a:lnTo>
                  <a:lnTo>
                    <a:pt x="1919798" y="191020"/>
                  </a:lnTo>
                  <a:lnTo>
                    <a:pt x="1912766" y="191020"/>
                  </a:lnTo>
                  <a:lnTo>
                    <a:pt x="1905734" y="191020"/>
                  </a:lnTo>
                  <a:lnTo>
                    <a:pt x="1898701" y="191020"/>
                  </a:lnTo>
                  <a:lnTo>
                    <a:pt x="1891669" y="191020"/>
                  </a:lnTo>
                  <a:lnTo>
                    <a:pt x="1884637" y="191020"/>
                  </a:lnTo>
                  <a:lnTo>
                    <a:pt x="1877605" y="191020"/>
                  </a:lnTo>
                  <a:lnTo>
                    <a:pt x="1870573" y="191020"/>
                  </a:lnTo>
                  <a:lnTo>
                    <a:pt x="1863540" y="191020"/>
                  </a:lnTo>
                  <a:lnTo>
                    <a:pt x="1856508" y="191020"/>
                  </a:lnTo>
                  <a:lnTo>
                    <a:pt x="1849476" y="191020"/>
                  </a:lnTo>
                  <a:lnTo>
                    <a:pt x="1842444" y="191020"/>
                  </a:lnTo>
                  <a:lnTo>
                    <a:pt x="1835411" y="191020"/>
                  </a:lnTo>
                  <a:lnTo>
                    <a:pt x="1828379" y="191020"/>
                  </a:lnTo>
                  <a:lnTo>
                    <a:pt x="1821347" y="191020"/>
                  </a:lnTo>
                  <a:lnTo>
                    <a:pt x="1814315" y="191020"/>
                  </a:lnTo>
                  <a:lnTo>
                    <a:pt x="1807283" y="191020"/>
                  </a:lnTo>
                  <a:lnTo>
                    <a:pt x="1800250" y="191020"/>
                  </a:lnTo>
                  <a:lnTo>
                    <a:pt x="1793218" y="191020"/>
                  </a:lnTo>
                  <a:lnTo>
                    <a:pt x="1786186" y="191020"/>
                  </a:lnTo>
                  <a:lnTo>
                    <a:pt x="1779154" y="191020"/>
                  </a:lnTo>
                  <a:lnTo>
                    <a:pt x="1772121" y="191020"/>
                  </a:lnTo>
                  <a:lnTo>
                    <a:pt x="1765089" y="191020"/>
                  </a:lnTo>
                  <a:lnTo>
                    <a:pt x="1758057" y="191020"/>
                  </a:lnTo>
                  <a:lnTo>
                    <a:pt x="1751025" y="191020"/>
                  </a:lnTo>
                  <a:lnTo>
                    <a:pt x="1743992" y="191020"/>
                  </a:lnTo>
                  <a:lnTo>
                    <a:pt x="1736960" y="191020"/>
                  </a:lnTo>
                  <a:lnTo>
                    <a:pt x="1729928" y="191020"/>
                  </a:lnTo>
                  <a:lnTo>
                    <a:pt x="1722896" y="191020"/>
                  </a:lnTo>
                  <a:lnTo>
                    <a:pt x="1715864" y="191020"/>
                  </a:lnTo>
                  <a:lnTo>
                    <a:pt x="1708831" y="191020"/>
                  </a:lnTo>
                  <a:lnTo>
                    <a:pt x="1701799" y="191020"/>
                  </a:lnTo>
                  <a:lnTo>
                    <a:pt x="1694767" y="191020"/>
                  </a:lnTo>
                  <a:lnTo>
                    <a:pt x="1687735" y="191020"/>
                  </a:lnTo>
                  <a:lnTo>
                    <a:pt x="1680702" y="191020"/>
                  </a:lnTo>
                  <a:lnTo>
                    <a:pt x="1673670" y="191020"/>
                  </a:lnTo>
                  <a:lnTo>
                    <a:pt x="1666638" y="191020"/>
                  </a:lnTo>
                  <a:lnTo>
                    <a:pt x="1659606" y="191020"/>
                  </a:lnTo>
                  <a:lnTo>
                    <a:pt x="1652573" y="191020"/>
                  </a:lnTo>
                  <a:lnTo>
                    <a:pt x="1645541" y="191020"/>
                  </a:lnTo>
                  <a:lnTo>
                    <a:pt x="1638509" y="191020"/>
                  </a:lnTo>
                  <a:lnTo>
                    <a:pt x="1631477" y="191020"/>
                  </a:lnTo>
                  <a:lnTo>
                    <a:pt x="1624445" y="191020"/>
                  </a:lnTo>
                  <a:lnTo>
                    <a:pt x="1617412" y="191020"/>
                  </a:lnTo>
                  <a:lnTo>
                    <a:pt x="1610380" y="191020"/>
                  </a:lnTo>
                  <a:lnTo>
                    <a:pt x="1603348" y="191020"/>
                  </a:lnTo>
                  <a:lnTo>
                    <a:pt x="1596316" y="191020"/>
                  </a:lnTo>
                  <a:lnTo>
                    <a:pt x="1589283" y="191020"/>
                  </a:lnTo>
                  <a:lnTo>
                    <a:pt x="1582251" y="191020"/>
                  </a:lnTo>
                  <a:lnTo>
                    <a:pt x="1575219" y="191020"/>
                  </a:lnTo>
                  <a:lnTo>
                    <a:pt x="1568187" y="191020"/>
                  </a:lnTo>
                  <a:lnTo>
                    <a:pt x="1561154" y="191020"/>
                  </a:lnTo>
                  <a:lnTo>
                    <a:pt x="1554122" y="191020"/>
                  </a:lnTo>
                  <a:lnTo>
                    <a:pt x="1547090" y="191020"/>
                  </a:lnTo>
                  <a:lnTo>
                    <a:pt x="1540058" y="191020"/>
                  </a:lnTo>
                  <a:lnTo>
                    <a:pt x="1533026" y="191020"/>
                  </a:lnTo>
                  <a:lnTo>
                    <a:pt x="1525993" y="191020"/>
                  </a:lnTo>
                  <a:lnTo>
                    <a:pt x="1518961" y="191020"/>
                  </a:lnTo>
                  <a:lnTo>
                    <a:pt x="1511929" y="191020"/>
                  </a:lnTo>
                  <a:lnTo>
                    <a:pt x="1504897" y="191020"/>
                  </a:lnTo>
                  <a:lnTo>
                    <a:pt x="1497864" y="191020"/>
                  </a:lnTo>
                  <a:lnTo>
                    <a:pt x="1490832" y="191020"/>
                  </a:lnTo>
                  <a:lnTo>
                    <a:pt x="1483800" y="191020"/>
                  </a:lnTo>
                  <a:lnTo>
                    <a:pt x="1476768" y="191020"/>
                  </a:lnTo>
                  <a:lnTo>
                    <a:pt x="1469735" y="191020"/>
                  </a:lnTo>
                  <a:lnTo>
                    <a:pt x="1462703" y="191020"/>
                  </a:lnTo>
                  <a:lnTo>
                    <a:pt x="1455671" y="191020"/>
                  </a:lnTo>
                  <a:lnTo>
                    <a:pt x="1448639" y="191020"/>
                  </a:lnTo>
                  <a:lnTo>
                    <a:pt x="1441607" y="191020"/>
                  </a:lnTo>
                  <a:lnTo>
                    <a:pt x="1434574" y="191020"/>
                  </a:lnTo>
                  <a:lnTo>
                    <a:pt x="1427542" y="191020"/>
                  </a:lnTo>
                  <a:lnTo>
                    <a:pt x="1420510" y="191020"/>
                  </a:lnTo>
                  <a:lnTo>
                    <a:pt x="1413478" y="191020"/>
                  </a:lnTo>
                  <a:lnTo>
                    <a:pt x="1406445" y="191020"/>
                  </a:lnTo>
                  <a:lnTo>
                    <a:pt x="1399413" y="191020"/>
                  </a:lnTo>
                  <a:lnTo>
                    <a:pt x="1392381" y="191020"/>
                  </a:lnTo>
                  <a:lnTo>
                    <a:pt x="1385349" y="191020"/>
                  </a:lnTo>
                  <a:lnTo>
                    <a:pt x="1378317" y="191020"/>
                  </a:lnTo>
                  <a:lnTo>
                    <a:pt x="1371284" y="191020"/>
                  </a:lnTo>
                  <a:lnTo>
                    <a:pt x="1364252" y="191020"/>
                  </a:lnTo>
                  <a:lnTo>
                    <a:pt x="1357220" y="191020"/>
                  </a:lnTo>
                  <a:lnTo>
                    <a:pt x="1350188" y="191020"/>
                  </a:lnTo>
                  <a:lnTo>
                    <a:pt x="1343155" y="191020"/>
                  </a:lnTo>
                  <a:lnTo>
                    <a:pt x="1336123" y="191020"/>
                  </a:lnTo>
                  <a:lnTo>
                    <a:pt x="1329091" y="191020"/>
                  </a:lnTo>
                  <a:lnTo>
                    <a:pt x="1322059" y="191020"/>
                  </a:lnTo>
                  <a:lnTo>
                    <a:pt x="1315026" y="191020"/>
                  </a:lnTo>
                  <a:lnTo>
                    <a:pt x="1307994" y="191020"/>
                  </a:lnTo>
                  <a:lnTo>
                    <a:pt x="1300962" y="191020"/>
                  </a:lnTo>
                  <a:lnTo>
                    <a:pt x="1293930" y="191020"/>
                  </a:lnTo>
                  <a:lnTo>
                    <a:pt x="1286898" y="191020"/>
                  </a:lnTo>
                  <a:lnTo>
                    <a:pt x="1279865" y="191020"/>
                  </a:lnTo>
                  <a:lnTo>
                    <a:pt x="1272833" y="191020"/>
                  </a:lnTo>
                  <a:lnTo>
                    <a:pt x="1265801" y="191020"/>
                  </a:lnTo>
                  <a:lnTo>
                    <a:pt x="1258769" y="191020"/>
                  </a:lnTo>
                  <a:lnTo>
                    <a:pt x="1251736" y="191020"/>
                  </a:lnTo>
                  <a:lnTo>
                    <a:pt x="1244704" y="191020"/>
                  </a:lnTo>
                  <a:lnTo>
                    <a:pt x="1237672" y="191020"/>
                  </a:lnTo>
                  <a:lnTo>
                    <a:pt x="1230640" y="191020"/>
                  </a:lnTo>
                  <a:lnTo>
                    <a:pt x="1223607" y="191020"/>
                  </a:lnTo>
                  <a:lnTo>
                    <a:pt x="1216575" y="191020"/>
                  </a:lnTo>
                  <a:lnTo>
                    <a:pt x="1209543" y="191020"/>
                  </a:lnTo>
                  <a:lnTo>
                    <a:pt x="1202511" y="191020"/>
                  </a:lnTo>
                  <a:lnTo>
                    <a:pt x="1195479" y="191020"/>
                  </a:lnTo>
                  <a:lnTo>
                    <a:pt x="1188446" y="191020"/>
                  </a:lnTo>
                  <a:lnTo>
                    <a:pt x="1181414" y="191020"/>
                  </a:lnTo>
                  <a:lnTo>
                    <a:pt x="1174382" y="191020"/>
                  </a:lnTo>
                  <a:lnTo>
                    <a:pt x="1167350" y="191020"/>
                  </a:lnTo>
                  <a:lnTo>
                    <a:pt x="1160317" y="191020"/>
                  </a:lnTo>
                  <a:lnTo>
                    <a:pt x="1153285" y="191020"/>
                  </a:lnTo>
                  <a:lnTo>
                    <a:pt x="1146253" y="191020"/>
                  </a:lnTo>
                  <a:lnTo>
                    <a:pt x="1139221" y="191020"/>
                  </a:lnTo>
                  <a:lnTo>
                    <a:pt x="1132188" y="191020"/>
                  </a:lnTo>
                  <a:lnTo>
                    <a:pt x="1125156" y="191020"/>
                  </a:lnTo>
                  <a:lnTo>
                    <a:pt x="1118124" y="191020"/>
                  </a:lnTo>
                  <a:lnTo>
                    <a:pt x="1111092" y="191020"/>
                  </a:lnTo>
                  <a:lnTo>
                    <a:pt x="1104060" y="191020"/>
                  </a:lnTo>
                  <a:lnTo>
                    <a:pt x="1097027" y="191020"/>
                  </a:lnTo>
                  <a:lnTo>
                    <a:pt x="1089995" y="191020"/>
                  </a:lnTo>
                  <a:lnTo>
                    <a:pt x="1082963" y="191020"/>
                  </a:lnTo>
                  <a:lnTo>
                    <a:pt x="1075931" y="191020"/>
                  </a:lnTo>
                  <a:lnTo>
                    <a:pt x="1068898" y="191020"/>
                  </a:lnTo>
                  <a:lnTo>
                    <a:pt x="1061866" y="191020"/>
                  </a:lnTo>
                  <a:lnTo>
                    <a:pt x="1054834" y="191020"/>
                  </a:lnTo>
                  <a:lnTo>
                    <a:pt x="1047802" y="191020"/>
                  </a:lnTo>
                  <a:lnTo>
                    <a:pt x="1040769" y="191020"/>
                  </a:lnTo>
                  <a:lnTo>
                    <a:pt x="1033737" y="191020"/>
                  </a:lnTo>
                  <a:lnTo>
                    <a:pt x="1026705" y="191020"/>
                  </a:lnTo>
                  <a:lnTo>
                    <a:pt x="1019673" y="191020"/>
                  </a:lnTo>
                  <a:lnTo>
                    <a:pt x="1012641" y="191020"/>
                  </a:lnTo>
                  <a:lnTo>
                    <a:pt x="1005608" y="191020"/>
                  </a:lnTo>
                  <a:lnTo>
                    <a:pt x="998576" y="191020"/>
                  </a:lnTo>
                  <a:lnTo>
                    <a:pt x="991544" y="191020"/>
                  </a:lnTo>
                  <a:lnTo>
                    <a:pt x="984512" y="191020"/>
                  </a:lnTo>
                  <a:lnTo>
                    <a:pt x="977479" y="191020"/>
                  </a:lnTo>
                  <a:lnTo>
                    <a:pt x="970447" y="191020"/>
                  </a:lnTo>
                  <a:lnTo>
                    <a:pt x="963415" y="191020"/>
                  </a:lnTo>
                  <a:lnTo>
                    <a:pt x="956383" y="191020"/>
                  </a:lnTo>
                  <a:lnTo>
                    <a:pt x="949350" y="191020"/>
                  </a:lnTo>
                  <a:lnTo>
                    <a:pt x="942318" y="191020"/>
                  </a:lnTo>
                  <a:lnTo>
                    <a:pt x="935286" y="191020"/>
                  </a:lnTo>
                  <a:lnTo>
                    <a:pt x="928254" y="191020"/>
                  </a:lnTo>
                  <a:lnTo>
                    <a:pt x="921222" y="191020"/>
                  </a:lnTo>
                  <a:lnTo>
                    <a:pt x="914189" y="191020"/>
                  </a:lnTo>
                  <a:lnTo>
                    <a:pt x="907157" y="191020"/>
                  </a:lnTo>
                  <a:lnTo>
                    <a:pt x="900125" y="191020"/>
                  </a:lnTo>
                  <a:lnTo>
                    <a:pt x="893093" y="191020"/>
                  </a:lnTo>
                  <a:lnTo>
                    <a:pt x="886060" y="191020"/>
                  </a:lnTo>
                  <a:lnTo>
                    <a:pt x="879028" y="191020"/>
                  </a:lnTo>
                  <a:lnTo>
                    <a:pt x="871996" y="191020"/>
                  </a:lnTo>
                  <a:lnTo>
                    <a:pt x="864964" y="191020"/>
                  </a:lnTo>
                  <a:lnTo>
                    <a:pt x="857932" y="191020"/>
                  </a:lnTo>
                  <a:lnTo>
                    <a:pt x="850899" y="191020"/>
                  </a:lnTo>
                  <a:lnTo>
                    <a:pt x="843867" y="191020"/>
                  </a:lnTo>
                  <a:lnTo>
                    <a:pt x="836835" y="191020"/>
                  </a:lnTo>
                  <a:lnTo>
                    <a:pt x="829803" y="191020"/>
                  </a:lnTo>
                  <a:lnTo>
                    <a:pt x="822770" y="191020"/>
                  </a:lnTo>
                  <a:lnTo>
                    <a:pt x="815738" y="191020"/>
                  </a:lnTo>
                  <a:lnTo>
                    <a:pt x="808706" y="191020"/>
                  </a:lnTo>
                  <a:lnTo>
                    <a:pt x="801674" y="191020"/>
                  </a:lnTo>
                  <a:lnTo>
                    <a:pt x="794641" y="191020"/>
                  </a:lnTo>
                  <a:lnTo>
                    <a:pt x="787609" y="191020"/>
                  </a:lnTo>
                  <a:lnTo>
                    <a:pt x="780577" y="191020"/>
                  </a:lnTo>
                  <a:lnTo>
                    <a:pt x="773545" y="191020"/>
                  </a:lnTo>
                  <a:lnTo>
                    <a:pt x="766513" y="191020"/>
                  </a:lnTo>
                  <a:lnTo>
                    <a:pt x="759480" y="191020"/>
                  </a:lnTo>
                  <a:lnTo>
                    <a:pt x="752448" y="191020"/>
                  </a:lnTo>
                  <a:lnTo>
                    <a:pt x="745416" y="191020"/>
                  </a:lnTo>
                  <a:lnTo>
                    <a:pt x="738384" y="191020"/>
                  </a:lnTo>
                  <a:lnTo>
                    <a:pt x="731351" y="191020"/>
                  </a:lnTo>
                  <a:lnTo>
                    <a:pt x="724319" y="191020"/>
                  </a:lnTo>
                  <a:lnTo>
                    <a:pt x="717287" y="191020"/>
                  </a:lnTo>
                  <a:lnTo>
                    <a:pt x="710255" y="191020"/>
                  </a:lnTo>
                  <a:lnTo>
                    <a:pt x="703222" y="191020"/>
                  </a:lnTo>
                  <a:lnTo>
                    <a:pt x="696190" y="191020"/>
                  </a:lnTo>
                  <a:lnTo>
                    <a:pt x="689158" y="191020"/>
                  </a:lnTo>
                  <a:lnTo>
                    <a:pt x="682126" y="191020"/>
                  </a:lnTo>
                  <a:lnTo>
                    <a:pt x="675094" y="191020"/>
                  </a:lnTo>
                  <a:lnTo>
                    <a:pt x="668061" y="191020"/>
                  </a:lnTo>
                  <a:lnTo>
                    <a:pt x="661029" y="191020"/>
                  </a:lnTo>
                  <a:lnTo>
                    <a:pt x="653997" y="191020"/>
                  </a:lnTo>
                  <a:lnTo>
                    <a:pt x="646965" y="191020"/>
                  </a:lnTo>
                  <a:lnTo>
                    <a:pt x="639932" y="191020"/>
                  </a:lnTo>
                  <a:lnTo>
                    <a:pt x="632900" y="191020"/>
                  </a:lnTo>
                  <a:lnTo>
                    <a:pt x="625868" y="191020"/>
                  </a:lnTo>
                  <a:lnTo>
                    <a:pt x="618836" y="191020"/>
                  </a:lnTo>
                  <a:lnTo>
                    <a:pt x="611803" y="191020"/>
                  </a:lnTo>
                  <a:lnTo>
                    <a:pt x="604771" y="191020"/>
                  </a:lnTo>
                  <a:lnTo>
                    <a:pt x="597739" y="191020"/>
                  </a:lnTo>
                  <a:lnTo>
                    <a:pt x="590707" y="191020"/>
                  </a:lnTo>
                  <a:lnTo>
                    <a:pt x="583675" y="191020"/>
                  </a:lnTo>
                  <a:lnTo>
                    <a:pt x="576642" y="191020"/>
                  </a:lnTo>
                  <a:lnTo>
                    <a:pt x="569610" y="191020"/>
                  </a:lnTo>
                  <a:lnTo>
                    <a:pt x="562578" y="191020"/>
                  </a:lnTo>
                  <a:lnTo>
                    <a:pt x="555546" y="191020"/>
                  </a:lnTo>
                  <a:lnTo>
                    <a:pt x="548513" y="191020"/>
                  </a:lnTo>
                  <a:lnTo>
                    <a:pt x="541481" y="191020"/>
                  </a:lnTo>
                  <a:lnTo>
                    <a:pt x="534449" y="191020"/>
                  </a:lnTo>
                  <a:lnTo>
                    <a:pt x="527417" y="191020"/>
                  </a:lnTo>
                  <a:lnTo>
                    <a:pt x="520384" y="191020"/>
                  </a:lnTo>
                  <a:lnTo>
                    <a:pt x="513352" y="191020"/>
                  </a:lnTo>
                  <a:lnTo>
                    <a:pt x="506320" y="191020"/>
                  </a:lnTo>
                  <a:lnTo>
                    <a:pt x="499288" y="191020"/>
                  </a:lnTo>
                  <a:lnTo>
                    <a:pt x="492256" y="191020"/>
                  </a:lnTo>
                  <a:lnTo>
                    <a:pt x="485223" y="191020"/>
                  </a:lnTo>
                  <a:lnTo>
                    <a:pt x="478191" y="191020"/>
                  </a:lnTo>
                  <a:lnTo>
                    <a:pt x="471159" y="191020"/>
                  </a:lnTo>
                  <a:lnTo>
                    <a:pt x="464127" y="191020"/>
                  </a:lnTo>
                  <a:lnTo>
                    <a:pt x="457094" y="191020"/>
                  </a:lnTo>
                  <a:lnTo>
                    <a:pt x="450062" y="191020"/>
                  </a:lnTo>
                  <a:lnTo>
                    <a:pt x="443030" y="191020"/>
                  </a:lnTo>
                  <a:lnTo>
                    <a:pt x="435998" y="191020"/>
                  </a:lnTo>
                  <a:lnTo>
                    <a:pt x="428966" y="191020"/>
                  </a:lnTo>
                  <a:lnTo>
                    <a:pt x="421933" y="191020"/>
                  </a:lnTo>
                  <a:lnTo>
                    <a:pt x="414901" y="191020"/>
                  </a:lnTo>
                  <a:lnTo>
                    <a:pt x="407869" y="191020"/>
                  </a:lnTo>
                  <a:lnTo>
                    <a:pt x="400837" y="191020"/>
                  </a:lnTo>
                  <a:lnTo>
                    <a:pt x="393804" y="191020"/>
                  </a:lnTo>
                  <a:lnTo>
                    <a:pt x="386772" y="191020"/>
                  </a:lnTo>
                  <a:lnTo>
                    <a:pt x="379740" y="191020"/>
                  </a:lnTo>
                  <a:lnTo>
                    <a:pt x="372708" y="191020"/>
                  </a:lnTo>
                  <a:lnTo>
                    <a:pt x="365675" y="191020"/>
                  </a:lnTo>
                  <a:lnTo>
                    <a:pt x="358643" y="191020"/>
                  </a:lnTo>
                  <a:lnTo>
                    <a:pt x="351611" y="191020"/>
                  </a:lnTo>
                  <a:lnTo>
                    <a:pt x="344579" y="191020"/>
                  </a:lnTo>
                  <a:lnTo>
                    <a:pt x="337547" y="191020"/>
                  </a:lnTo>
                  <a:lnTo>
                    <a:pt x="330514" y="191020"/>
                  </a:lnTo>
                  <a:lnTo>
                    <a:pt x="323482" y="191020"/>
                  </a:lnTo>
                  <a:lnTo>
                    <a:pt x="316450" y="191020"/>
                  </a:lnTo>
                  <a:lnTo>
                    <a:pt x="309418" y="191020"/>
                  </a:lnTo>
                  <a:lnTo>
                    <a:pt x="302385" y="191020"/>
                  </a:lnTo>
                  <a:lnTo>
                    <a:pt x="295353" y="191020"/>
                  </a:lnTo>
                  <a:lnTo>
                    <a:pt x="288321" y="191020"/>
                  </a:lnTo>
                  <a:lnTo>
                    <a:pt x="281289" y="191020"/>
                  </a:lnTo>
                  <a:lnTo>
                    <a:pt x="274256" y="191020"/>
                  </a:lnTo>
                  <a:lnTo>
                    <a:pt x="267224" y="191020"/>
                  </a:lnTo>
                  <a:lnTo>
                    <a:pt x="260192" y="191020"/>
                  </a:lnTo>
                  <a:lnTo>
                    <a:pt x="253160" y="191020"/>
                  </a:lnTo>
                  <a:lnTo>
                    <a:pt x="246128" y="191020"/>
                  </a:lnTo>
                  <a:lnTo>
                    <a:pt x="239095" y="191020"/>
                  </a:lnTo>
                  <a:lnTo>
                    <a:pt x="232063" y="191020"/>
                  </a:lnTo>
                  <a:lnTo>
                    <a:pt x="225031" y="191020"/>
                  </a:lnTo>
                  <a:lnTo>
                    <a:pt x="217999" y="191020"/>
                  </a:lnTo>
                  <a:lnTo>
                    <a:pt x="210966" y="191020"/>
                  </a:lnTo>
                  <a:lnTo>
                    <a:pt x="203934" y="191020"/>
                  </a:lnTo>
                  <a:lnTo>
                    <a:pt x="196902" y="191020"/>
                  </a:lnTo>
                  <a:lnTo>
                    <a:pt x="189870" y="191020"/>
                  </a:lnTo>
                  <a:lnTo>
                    <a:pt x="182837" y="191020"/>
                  </a:lnTo>
                  <a:lnTo>
                    <a:pt x="175805" y="191020"/>
                  </a:lnTo>
                  <a:lnTo>
                    <a:pt x="168773" y="191020"/>
                  </a:lnTo>
                  <a:lnTo>
                    <a:pt x="161741" y="191020"/>
                  </a:lnTo>
                  <a:lnTo>
                    <a:pt x="154709" y="191020"/>
                  </a:lnTo>
                  <a:lnTo>
                    <a:pt x="147676" y="191020"/>
                  </a:lnTo>
                  <a:lnTo>
                    <a:pt x="140644" y="191020"/>
                  </a:lnTo>
                  <a:lnTo>
                    <a:pt x="133612" y="191020"/>
                  </a:lnTo>
                  <a:lnTo>
                    <a:pt x="126580" y="191020"/>
                  </a:lnTo>
                  <a:lnTo>
                    <a:pt x="119547" y="191020"/>
                  </a:lnTo>
                  <a:lnTo>
                    <a:pt x="112515" y="191020"/>
                  </a:lnTo>
                  <a:lnTo>
                    <a:pt x="105483" y="191020"/>
                  </a:lnTo>
                  <a:lnTo>
                    <a:pt x="98451" y="191020"/>
                  </a:lnTo>
                  <a:lnTo>
                    <a:pt x="91418" y="191020"/>
                  </a:lnTo>
                  <a:lnTo>
                    <a:pt x="84386" y="191020"/>
                  </a:lnTo>
                  <a:lnTo>
                    <a:pt x="77354" y="191020"/>
                  </a:lnTo>
                  <a:lnTo>
                    <a:pt x="70322" y="191020"/>
                  </a:lnTo>
                  <a:lnTo>
                    <a:pt x="63290" y="191020"/>
                  </a:lnTo>
                  <a:lnTo>
                    <a:pt x="56257" y="191020"/>
                  </a:lnTo>
                  <a:lnTo>
                    <a:pt x="49225" y="191020"/>
                  </a:lnTo>
                  <a:lnTo>
                    <a:pt x="42193" y="191020"/>
                  </a:lnTo>
                  <a:lnTo>
                    <a:pt x="35161" y="191020"/>
                  </a:lnTo>
                  <a:lnTo>
                    <a:pt x="28128" y="191020"/>
                  </a:lnTo>
                  <a:lnTo>
                    <a:pt x="21096" y="191020"/>
                  </a:lnTo>
                  <a:lnTo>
                    <a:pt x="14064" y="191020"/>
                  </a:lnTo>
                  <a:lnTo>
                    <a:pt x="7032" y="191020"/>
                  </a:lnTo>
                  <a:lnTo>
                    <a:pt x="0" y="191020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632" name="pg631"/>
            <p:cNvSpPr/>
            <p:nvPr/>
          </p:nvSpPr>
          <p:spPr>
            <a:xfrm>
              <a:off x="6408758" y="6129510"/>
              <a:ext cx="3833420" cy="191020"/>
            </a:xfrm>
            <a:custGeom>
              <a:avLst/>
              <a:pathLst>
                <a:path w="3833420" h="191020">
                  <a:moveTo>
                    <a:pt x="0" y="0"/>
                  </a:moveTo>
                  <a:lnTo>
                    <a:pt x="7666" y="0"/>
                  </a:lnTo>
                  <a:lnTo>
                    <a:pt x="15333" y="0"/>
                  </a:lnTo>
                  <a:lnTo>
                    <a:pt x="23000" y="0"/>
                  </a:lnTo>
                  <a:lnTo>
                    <a:pt x="30667" y="0"/>
                  </a:lnTo>
                  <a:lnTo>
                    <a:pt x="38334" y="0"/>
                  </a:lnTo>
                  <a:lnTo>
                    <a:pt x="46001" y="0"/>
                  </a:lnTo>
                  <a:lnTo>
                    <a:pt x="53667" y="0"/>
                  </a:lnTo>
                  <a:lnTo>
                    <a:pt x="61334" y="0"/>
                  </a:lnTo>
                  <a:lnTo>
                    <a:pt x="69001" y="0"/>
                  </a:lnTo>
                  <a:lnTo>
                    <a:pt x="76668" y="0"/>
                  </a:lnTo>
                  <a:lnTo>
                    <a:pt x="84335" y="0"/>
                  </a:lnTo>
                  <a:lnTo>
                    <a:pt x="92002" y="0"/>
                  </a:lnTo>
                  <a:lnTo>
                    <a:pt x="99668" y="0"/>
                  </a:lnTo>
                  <a:lnTo>
                    <a:pt x="107335" y="0"/>
                  </a:lnTo>
                  <a:lnTo>
                    <a:pt x="115002" y="0"/>
                  </a:lnTo>
                  <a:lnTo>
                    <a:pt x="122669" y="0"/>
                  </a:lnTo>
                  <a:lnTo>
                    <a:pt x="130336" y="0"/>
                  </a:lnTo>
                  <a:lnTo>
                    <a:pt x="138003" y="0"/>
                  </a:lnTo>
                  <a:lnTo>
                    <a:pt x="145669" y="0"/>
                  </a:lnTo>
                  <a:lnTo>
                    <a:pt x="153336" y="0"/>
                  </a:lnTo>
                  <a:lnTo>
                    <a:pt x="161003" y="0"/>
                  </a:lnTo>
                  <a:lnTo>
                    <a:pt x="168670" y="0"/>
                  </a:lnTo>
                  <a:lnTo>
                    <a:pt x="176337" y="0"/>
                  </a:lnTo>
                  <a:lnTo>
                    <a:pt x="184004" y="0"/>
                  </a:lnTo>
                  <a:lnTo>
                    <a:pt x="191671" y="0"/>
                  </a:lnTo>
                  <a:lnTo>
                    <a:pt x="199337" y="0"/>
                  </a:lnTo>
                  <a:lnTo>
                    <a:pt x="207004" y="0"/>
                  </a:lnTo>
                  <a:lnTo>
                    <a:pt x="214671" y="0"/>
                  </a:lnTo>
                  <a:lnTo>
                    <a:pt x="222338" y="0"/>
                  </a:lnTo>
                  <a:lnTo>
                    <a:pt x="230005" y="0"/>
                  </a:lnTo>
                  <a:lnTo>
                    <a:pt x="237672" y="0"/>
                  </a:lnTo>
                  <a:lnTo>
                    <a:pt x="245338" y="0"/>
                  </a:lnTo>
                  <a:lnTo>
                    <a:pt x="253005" y="0"/>
                  </a:lnTo>
                  <a:lnTo>
                    <a:pt x="260672" y="0"/>
                  </a:lnTo>
                  <a:lnTo>
                    <a:pt x="268339" y="0"/>
                  </a:lnTo>
                  <a:lnTo>
                    <a:pt x="276006" y="0"/>
                  </a:lnTo>
                  <a:lnTo>
                    <a:pt x="283673" y="0"/>
                  </a:lnTo>
                  <a:lnTo>
                    <a:pt x="291339" y="0"/>
                  </a:lnTo>
                  <a:lnTo>
                    <a:pt x="299006" y="0"/>
                  </a:lnTo>
                  <a:lnTo>
                    <a:pt x="306673" y="0"/>
                  </a:lnTo>
                  <a:lnTo>
                    <a:pt x="314340" y="0"/>
                  </a:lnTo>
                  <a:lnTo>
                    <a:pt x="322007" y="0"/>
                  </a:lnTo>
                  <a:lnTo>
                    <a:pt x="329674" y="0"/>
                  </a:lnTo>
                  <a:lnTo>
                    <a:pt x="337340" y="0"/>
                  </a:lnTo>
                  <a:lnTo>
                    <a:pt x="345007" y="0"/>
                  </a:lnTo>
                  <a:lnTo>
                    <a:pt x="352674" y="0"/>
                  </a:lnTo>
                  <a:lnTo>
                    <a:pt x="360341" y="0"/>
                  </a:lnTo>
                  <a:lnTo>
                    <a:pt x="368008" y="0"/>
                  </a:lnTo>
                  <a:lnTo>
                    <a:pt x="375675" y="0"/>
                  </a:lnTo>
                  <a:lnTo>
                    <a:pt x="383342" y="0"/>
                  </a:lnTo>
                  <a:lnTo>
                    <a:pt x="391008" y="0"/>
                  </a:lnTo>
                  <a:lnTo>
                    <a:pt x="398675" y="0"/>
                  </a:lnTo>
                  <a:lnTo>
                    <a:pt x="406342" y="0"/>
                  </a:lnTo>
                  <a:lnTo>
                    <a:pt x="414009" y="0"/>
                  </a:lnTo>
                  <a:lnTo>
                    <a:pt x="421676" y="0"/>
                  </a:lnTo>
                  <a:lnTo>
                    <a:pt x="429343" y="0"/>
                  </a:lnTo>
                  <a:lnTo>
                    <a:pt x="437009" y="0"/>
                  </a:lnTo>
                  <a:lnTo>
                    <a:pt x="444676" y="0"/>
                  </a:lnTo>
                  <a:lnTo>
                    <a:pt x="452343" y="0"/>
                  </a:lnTo>
                  <a:lnTo>
                    <a:pt x="460010" y="0"/>
                  </a:lnTo>
                  <a:lnTo>
                    <a:pt x="467677" y="0"/>
                  </a:lnTo>
                  <a:lnTo>
                    <a:pt x="475344" y="0"/>
                  </a:lnTo>
                  <a:lnTo>
                    <a:pt x="483010" y="0"/>
                  </a:lnTo>
                  <a:lnTo>
                    <a:pt x="490677" y="0"/>
                  </a:lnTo>
                  <a:lnTo>
                    <a:pt x="498344" y="0"/>
                  </a:lnTo>
                  <a:lnTo>
                    <a:pt x="506011" y="0"/>
                  </a:lnTo>
                  <a:lnTo>
                    <a:pt x="513678" y="0"/>
                  </a:lnTo>
                  <a:lnTo>
                    <a:pt x="521345" y="0"/>
                  </a:lnTo>
                  <a:lnTo>
                    <a:pt x="529012" y="0"/>
                  </a:lnTo>
                  <a:lnTo>
                    <a:pt x="536678" y="0"/>
                  </a:lnTo>
                  <a:lnTo>
                    <a:pt x="544345" y="0"/>
                  </a:lnTo>
                  <a:lnTo>
                    <a:pt x="552012" y="0"/>
                  </a:lnTo>
                  <a:lnTo>
                    <a:pt x="559679" y="0"/>
                  </a:lnTo>
                  <a:lnTo>
                    <a:pt x="567346" y="0"/>
                  </a:lnTo>
                  <a:lnTo>
                    <a:pt x="575013" y="0"/>
                  </a:lnTo>
                  <a:lnTo>
                    <a:pt x="582679" y="0"/>
                  </a:lnTo>
                  <a:lnTo>
                    <a:pt x="590346" y="0"/>
                  </a:lnTo>
                  <a:lnTo>
                    <a:pt x="598013" y="0"/>
                  </a:lnTo>
                  <a:lnTo>
                    <a:pt x="605680" y="0"/>
                  </a:lnTo>
                  <a:lnTo>
                    <a:pt x="613347" y="0"/>
                  </a:lnTo>
                  <a:lnTo>
                    <a:pt x="621014" y="0"/>
                  </a:lnTo>
                  <a:lnTo>
                    <a:pt x="628680" y="0"/>
                  </a:lnTo>
                  <a:lnTo>
                    <a:pt x="636347" y="0"/>
                  </a:lnTo>
                  <a:lnTo>
                    <a:pt x="644014" y="0"/>
                  </a:lnTo>
                  <a:lnTo>
                    <a:pt x="651681" y="0"/>
                  </a:lnTo>
                  <a:lnTo>
                    <a:pt x="659348" y="0"/>
                  </a:lnTo>
                  <a:lnTo>
                    <a:pt x="667015" y="0"/>
                  </a:lnTo>
                  <a:lnTo>
                    <a:pt x="674681" y="0"/>
                  </a:lnTo>
                  <a:lnTo>
                    <a:pt x="682348" y="0"/>
                  </a:lnTo>
                  <a:lnTo>
                    <a:pt x="690015" y="0"/>
                  </a:lnTo>
                  <a:lnTo>
                    <a:pt x="697682" y="0"/>
                  </a:lnTo>
                  <a:lnTo>
                    <a:pt x="705349" y="0"/>
                  </a:lnTo>
                  <a:lnTo>
                    <a:pt x="713016" y="0"/>
                  </a:lnTo>
                  <a:lnTo>
                    <a:pt x="720683" y="0"/>
                  </a:lnTo>
                  <a:lnTo>
                    <a:pt x="728349" y="0"/>
                  </a:lnTo>
                  <a:lnTo>
                    <a:pt x="736016" y="0"/>
                  </a:lnTo>
                  <a:lnTo>
                    <a:pt x="743683" y="0"/>
                  </a:lnTo>
                  <a:lnTo>
                    <a:pt x="751350" y="0"/>
                  </a:lnTo>
                  <a:lnTo>
                    <a:pt x="759017" y="0"/>
                  </a:lnTo>
                  <a:lnTo>
                    <a:pt x="766684" y="0"/>
                  </a:lnTo>
                  <a:lnTo>
                    <a:pt x="774350" y="0"/>
                  </a:lnTo>
                  <a:lnTo>
                    <a:pt x="782017" y="0"/>
                  </a:lnTo>
                  <a:lnTo>
                    <a:pt x="789684" y="0"/>
                  </a:lnTo>
                  <a:lnTo>
                    <a:pt x="797351" y="0"/>
                  </a:lnTo>
                  <a:lnTo>
                    <a:pt x="805018" y="0"/>
                  </a:lnTo>
                  <a:lnTo>
                    <a:pt x="812685" y="0"/>
                  </a:lnTo>
                  <a:lnTo>
                    <a:pt x="820351" y="0"/>
                  </a:lnTo>
                  <a:lnTo>
                    <a:pt x="828018" y="0"/>
                  </a:lnTo>
                  <a:lnTo>
                    <a:pt x="835685" y="0"/>
                  </a:lnTo>
                  <a:lnTo>
                    <a:pt x="843352" y="0"/>
                  </a:lnTo>
                  <a:lnTo>
                    <a:pt x="851019" y="0"/>
                  </a:lnTo>
                  <a:lnTo>
                    <a:pt x="858686" y="0"/>
                  </a:lnTo>
                  <a:lnTo>
                    <a:pt x="866352" y="0"/>
                  </a:lnTo>
                  <a:lnTo>
                    <a:pt x="874019" y="0"/>
                  </a:lnTo>
                  <a:lnTo>
                    <a:pt x="881686" y="0"/>
                  </a:lnTo>
                  <a:lnTo>
                    <a:pt x="889353" y="0"/>
                  </a:lnTo>
                  <a:lnTo>
                    <a:pt x="897020" y="0"/>
                  </a:lnTo>
                  <a:lnTo>
                    <a:pt x="904687" y="0"/>
                  </a:lnTo>
                  <a:lnTo>
                    <a:pt x="912354" y="0"/>
                  </a:lnTo>
                  <a:lnTo>
                    <a:pt x="920020" y="0"/>
                  </a:lnTo>
                  <a:lnTo>
                    <a:pt x="927687" y="0"/>
                  </a:lnTo>
                  <a:lnTo>
                    <a:pt x="935354" y="0"/>
                  </a:lnTo>
                  <a:lnTo>
                    <a:pt x="943021" y="0"/>
                  </a:lnTo>
                  <a:lnTo>
                    <a:pt x="950688" y="0"/>
                  </a:lnTo>
                  <a:lnTo>
                    <a:pt x="958355" y="0"/>
                  </a:lnTo>
                  <a:lnTo>
                    <a:pt x="966021" y="0"/>
                  </a:lnTo>
                  <a:lnTo>
                    <a:pt x="973688" y="0"/>
                  </a:lnTo>
                  <a:lnTo>
                    <a:pt x="981355" y="0"/>
                  </a:lnTo>
                  <a:lnTo>
                    <a:pt x="989022" y="0"/>
                  </a:lnTo>
                  <a:lnTo>
                    <a:pt x="996689" y="0"/>
                  </a:lnTo>
                  <a:lnTo>
                    <a:pt x="1004356" y="0"/>
                  </a:lnTo>
                  <a:lnTo>
                    <a:pt x="1012022" y="0"/>
                  </a:lnTo>
                  <a:lnTo>
                    <a:pt x="1019689" y="0"/>
                  </a:lnTo>
                  <a:lnTo>
                    <a:pt x="1027356" y="0"/>
                  </a:lnTo>
                  <a:lnTo>
                    <a:pt x="1035023" y="0"/>
                  </a:lnTo>
                  <a:lnTo>
                    <a:pt x="1042690" y="0"/>
                  </a:lnTo>
                  <a:lnTo>
                    <a:pt x="1050357" y="0"/>
                  </a:lnTo>
                  <a:lnTo>
                    <a:pt x="1058024" y="0"/>
                  </a:lnTo>
                  <a:lnTo>
                    <a:pt x="1065690" y="0"/>
                  </a:lnTo>
                  <a:lnTo>
                    <a:pt x="1073357" y="0"/>
                  </a:lnTo>
                  <a:lnTo>
                    <a:pt x="1081024" y="0"/>
                  </a:lnTo>
                  <a:lnTo>
                    <a:pt x="1088691" y="0"/>
                  </a:lnTo>
                  <a:lnTo>
                    <a:pt x="1096358" y="0"/>
                  </a:lnTo>
                  <a:lnTo>
                    <a:pt x="1104025" y="0"/>
                  </a:lnTo>
                  <a:lnTo>
                    <a:pt x="1111691" y="0"/>
                  </a:lnTo>
                  <a:lnTo>
                    <a:pt x="1119358" y="0"/>
                  </a:lnTo>
                  <a:lnTo>
                    <a:pt x="1127025" y="0"/>
                  </a:lnTo>
                  <a:lnTo>
                    <a:pt x="1134692" y="0"/>
                  </a:lnTo>
                  <a:lnTo>
                    <a:pt x="1142359" y="0"/>
                  </a:lnTo>
                  <a:lnTo>
                    <a:pt x="1150026" y="0"/>
                  </a:lnTo>
                  <a:lnTo>
                    <a:pt x="1157692" y="0"/>
                  </a:lnTo>
                  <a:lnTo>
                    <a:pt x="1165359" y="0"/>
                  </a:lnTo>
                  <a:lnTo>
                    <a:pt x="1173026" y="0"/>
                  </a:lnTo>
                  <a:lnTo>
                    <a:pt x="1180693" y="0"/>
                  </a:lnTo>
                  <a:lnTo>
                    <a:pt x="1188360" y="0"/>
                  </a:lnTo>
                  <a:lnTo>
                    <a:pt x="1196027" y="0"/>
                  </a:lnTo>
                  <a:lnTo>
                    <a:pt x="1203693" y="0"/>
                  </a:lnTo>
                  <a:lnTo>
                    <a:pt x="1211360" y="0"/>
                  </a:lnTo>
                  <a:lnTo>
                    <a:pt x="1219027" y="0"/>
                  </a:lnTo>
                  <a:lnTo>
                    <a:pt x="1226694" y="0"/>
                  </a:lnTo>
                  <a:lnTo>
                    <a:pt x="1234361" y="0"/>
                  </a:lnTo>
                  <a:lnTo>
                    <a:pt x="1242028" y="0"/>
                  </a:lnTo>
                  <a:lnTo>
                    <a:pt x="1249695" y="0"/>
                  </a:lnTo>
                  <a:lnTo>
                    <a:pt x="1257361" y="0"/>
                  </a:lnTo>
                  <a:lnTo>
                    <a:pt x="1265028" y="0"/>
                  </a:lnTo>
                  <a:lnTo>
                    <a:pt x="1272695" y="0"/>
                  </a:lnTo>
                  <a:lnTo>
                    <a:pt x="1280362" y="0"/>
                  </a:lnTo>
                  <a:lnTo>
                    <a:pt x="1288029" y="0"/>
                  </a:lnTo>
                  <a:lnTo>
                    <a:pt x="1295696" y="0"/>
                  </a:lnTo>
                  <a:lnTo>
                    <a:pt x="1303362" y="0"/>
                  </a:lnTo>
                  <a:lnTo>
                    <a:pt x="1311029" y="0"/>
                  </a:lnTo>
                  <a:lnTo>
                    <a:pt x="1318696" y="0"/>
                  </a:lnTo>
                  <a:lnTo>
                    <a:pt x="1326363" y="0"/>
                  </a:lnTo>
                  <a:lnTo>
                    <a:pt x="1334030" y="0"/>
                  </a:lnTo>
                  <a:lnTo>
                    <a:pt x="1341697" y="0"/>
                  </a:lnTo>
                  <a:lnTo>
                    <a:pt x="1349363" y="0"/>
                  </a:lnTo>
                  <a:lnTo>
                    <a:pt x="1357030" y="0"/>
                  </a:lnTo>
                  <a:lnTo>
                    <a:pt x="1364697" y="0"/>
                  </a:lnTo>
                  <a:lnTo>
                    <a:pt x="1372364" y="0"/>
                  </a:lnTo>
                  <a:lnTo>
                    <a:pt x="1380031" y="0"/>
                  </a:lnTo>
                  <a:lnTo>
                    <a:pt x="1387698" y="0"/>
                  </a:lnTo>
                  <a:lnTo>
                    <a:pt x="1395364" y="0"/>
                  </a:lnTo>
                  <a:lnTo>
                    <a:pt x="1403031" y="0"/>
                  </a:lnTo>
                  <a:lnTo>
                    <a:pt x="1410698" y="0"/>
                  </a:lnTo>
                  <a:lnTo>
                    <a:pt x="1418365" y="0"/>
                  </a:lnTo>
                  <a:lnTo>
                    <a:pt x="1426032" y="0"/>
                  </a:lnTo>
                  <a:lnTo>
                    <a:pt x="1433699" y="0"/>
                  </a:lnTo>
                  <a:lnTo>
                    <a:pt x="1441366" y="0"/>
                  </a:lnTo>
                  <a:lnTo>
                    <a:pt x="1449032" y="0"/>
                  </a:lnTo>
                  <a:lnTo>
                    <a:pt x="1456699" y="0"/>
                  </a:lnTo>
                  <a:lnTo>
                    <a:pt x="1464366" y="0"/>
                  </a:lnTo>
                  <a:lnTo>
                    <a:pt x="1472033" y="0"/>
                  </a:lnTo>
                  <a:lnTo>
                    <a:pt x="1479700" y="0"/>
                  </a:lnTo>
                  <a:lnTo>
                    <a:pt x="1487367" y="0"/>
                  </a:lnTo>
                  <a:lnTo>
                    <a:pt x="1495033" y="0"/>
                  </a:lnTo>
                  <a:lnTo>
                    <a:pt x="1502700" y="0"/>
                  </a:lnTo>
                  <a:lnTo>
                    <a:pt x="1510367" y="0"/>
                  </a:lnTo>
                  <a:lnTo>
                    <a:pt x="1518034" y="0"/>
                  </a:lnTo>
                  <a:lnTo>
                    <a:pt x="1525701" y="0"/>
                  </a:lnTo>
                  <a:lnTo>
                    <a:pt x="1533368" y="0"/>
                  </a:lnTo>
                  <a:lnTo>
                    <a:pt x="1541034" y="0"/>
                  </a:lnTo>
                  <a:lnTo>
                    <a:pt x="1548701" y="0"/>
                  </a:lnTo>
                  <a:lnTo>
                    <a:pt x="1556368" y="0"/>
                  </a:lnTo>
                  <a:lnTo>
                    <a:pt x="1564035" y="0"/>
                  </a:lnTo>
                  <a:lnTo>
                    <a:pt x="1571702" y="0"/>
                  </a:lnTo>
                  <a:lnTo>
                    <a:pt x="1579369" y="0"/>
                  </a:lnTo>
                  <a:lnTo>
                    <a:pt x="1587036" y="0"/>
                  </a:lnTo>
                  <a:lnTo>
                    <a:pt x="1594702" y="0"/>
                  </a:lnTo>
                  <a:lnTo>
                    <a:pt x="1602369" y="0"/>
                  </a:lnTo>
                  <a:lnTo>
                    <a:pt x="1610036" y="0"/>
                  </a:lnTo>
                  <a:lnTo>
                    <a:pt x="1617703" y="0"/>
                  </a:lnTo>
                  <a:lnTo>
                    <a:pt x="1625370" y="0"/>
                  </a:lnTo>
                  <a:lnTo>
                    <a:pt x="1633037" y="0"/>
                  </a:lnTo>
                  <a:lnTo>
                    <a:pt x="1640703" y="0"/>
                  </a:lnTo>
                  <a:lnTo>
                    <a:pt x="1648370" y="0"/>
                  </a:lnTo>
                  <a:lnTo>
                    <a:pt x="1656037" y="0"/>
                  </a:lnTo>
                  <a:lnTo>
                    <a:pt x="1663704" y="0"/>
                  </a:lnTo>
                  <a:lnTo>
                    <a:pt x="1671371" y="0"/>
                  </a:lnTo>
                  <a:lnTo>
                    <a:pt x="1679038" y="0"/>
                  </a:lnTo>
                  <a:lnTo>
                    <a:pt x="1686704" y="0"/>
                  </a:lnTo>
                  <a:lnTo>
                    <a:pt x="1694371" y="0"/>
                  </a:lnTo>
                  <a:lnTo>
                    <a:pt x="1702038" y="0"/>
                  </a:lnTo>
                  <a:lnTo>
                    <a:pt x="1709705" y="0"/>
                  </a:lnTo>
                  <a:lnTo>
                    <a:pt x="1717372" y="0"/>
                  </a:lnTo>
                  <a:lnTo>
                    <a:pt x="1725039" y="0"/>
                  </a:lnTo>
                  <a:lnTo>
                    <a:pt x="1732705" y="0"/>
                  </a:lnTo>
                  <a:lnTo>
                    <a:pt x="1740372" y="0"/>
                  </a:lnTo>
                  <a:lnTo>
                    <a:pt x="1748039" y="0"/>
                  </a:lnTo>
                  <a:lnTo>
                    <a:pt x="1755706" y="0"/>
                  </a:lnTo>
                  <a:lnTo>
                    <a:pt x="1763373" y="0"/>
                  </a:lnTo>
                  <a:lnTo>
                    <a:pt x="1771040" y="0"/>
                  </a:lnTo>
                  <a:lnTo>
                    <a:pt x="1778707" y="0"/>
                  </a:lnTo>
                  <a:lnTo>
                    <a:pt x="1786373" y="0"/>
                  </a:lnTo>
                  <a:lnTo>
                    <a:pt x="1794040" y="0"/>
                  </a:lnTo>
                  <a:lnTo>
                    <a:pt x="1801707" y="0"/>
                  </a:lnTo>
                  <a:lnTo>
                    <a:pt x="1809374" y="0"/>
                  </a:lnTo>
                  <a:lnTo>
                    <a:pt x="1817041" y="0"/>
                  </a:lnTo>
                  <a:lnTo>
                    <a:pt x="1824708" y="0"/>
                  </a:lnTo>
                  <a:lnTo>
                    <a:pt x="1832374" y="0"/>
                  </a:lnTo>
                  <a:lnTo>
                    <a:pt x="1840041" y="0"/>
                  </a:lnTo>
                  <a:lnTo>
                    <a:pt x="1847708" y="0"/>
                  </a:lnTo>
                  <a:lnTo>
                    <a:pt x="1855375" y="0"/>
                  </a:lnTo>
                  <a:lnTo>
                    <a:pt x="1863042" y="0"/>
                  </a:lnTo>
                  <a:lnTo>
                    <a:pt x="1870709" y="0"/>
                  </a:lnTo>
                  <a:lnTo>
                    <a:pt x="1878375" y="0"/>
                  </a:lnTo>
                  <a:lnTo>
                    <a:pt x="1886042" y="0"/>
                  </a:lnTo>
                  <a:lnTo>
                    <a:pt x="1893709" y="0"/>
                  </a:lnTo>
                  <a:lnTo>
                    <a:pt x="1901376" y="0"/>
                  </a:lnTo>
                  <a:lnTo>
                    <a:pt x="1909043" y="0"/>
                  </a:lnTo>
                  <a:lnTo>
                    <a:pt x="1916710" y="0"/>
                  </a:lnTo>
                  <a:lnTo>
                    <a:pt x="1924376" y="0"/>
                  </a:lnTo>
                  <a:lnTo>
                    <a:pt x="1932043" y="0"/>
                  </a:lnTo>
                  <a:lnTo>
                    <a:pt x="1939710" y="0"/>
                  </a:lnTo>
                  <a:lnTo>
                    <a:pt x="1947377" y="0"/>
                  </a:lnTo>
                  <a:lnTo>
                    <a:pt x="1955044" y="0"/>
                  </a:lnTo>
                  <a:lnTo>
                    <a:pt x="1962711" y="0"/>
                  </a:lnTo>
                  <a:lnTo>
                    <a:pt x="1970378" y="0"/>
                  </a:lnTo>
                  <a:lnTo>
                    <a:pt x="1978044" y="0"/>
                  </a:lnTo>
                  <a:lnTo>
                    <a:pt x="1985711" y="0"/>
                  </a:lnTo>
                  <a:lnTo>
                    <a:pt x="1993378" y="0"/>
                  </a:lnTo>
                  <a:lnTo>
                    <a:pt x="2001045" y="0"/>
                  </a:lnTo>
                  <a:lnTo>
                    <a:pt x="2008712" y="0"/>
                  </a:lnTo>
                  <a:lnTo>
                    <a:pt x="2016379" y="0"/>
                  </a:lnTo>
                  <a:lnTo>
                    <a:pt x="2024045" y="0"/>
                  </a:lnTo>
                  <a:lnTo>
                    <a:pt x="2031712" y="0"/>
                  </a:lnTo>
                  <a:lnTo>
                    <a:pt x="2039379" y="0"/>
                  </a:lnTo>
                  <a:lnTo>
                    <a:pt x="2047046" y="0"/>
                  </a:lnTo>
                  <a:lnTo>
                    <a:pt x="2054713" y="0"/>
                  </a:lnTo>
                  <a:lnTo>
                    <a:pt x="2062380" y="0"/>
                  </a:lnTo>
                  <a:lnTo>
                    <a:pt x="2070046" y="0"/>
                  </a:lnTo>
                  <a:lnTo>
                    <a:pt x="2077713" y="0"/>
                  </a:lnTo>
                  <a:lnTo>
                    <a:pt x="2085380" y="0"/>
                  </a:lnTo>
                  <a:lnTo>
                    <a:pt x="2093047" y="0"/>
                  </a:lnTo>
                  <a:lnTo>
                    <a:pt x="2100714" y="0"/>
                  </a:lnTo>
                  <a:lnTo>
                    <a:pt x="2108381" y="0"/>
                  </a:lnTo>
                  <a:lnTo>
                    <a:pt x="2116048" y="0"/>
                  </a:lnTo>
                  <a:lnTo>
                    <a:pt x="2123714" y="0"/>
                  </a:lnTo>
                  <a:lnTo>
                    <a:pt x="2131381" y="0"/>
                  </a:lnTo>
                  <a:lnTo>
                    <a:pt x="2139048" y="0"/>
                  </a:lnTo>
                  <a:lnTo>
                    <a:pt x="2146715" y="0"/>
                  </a:lnTo>
                  <a:lnTo>
                    <a:pt x="2154382" y="0"/>
                  </a:lnTo>
                  <a:lnTo>
                    <a:pt x="2162049" y="0"/>
                  </a:lnTo>
                  <a:lnTo>
                    <a:pt x="2169715" y="0"/>
                  </a:lnTo>
                  <a:lnTo>
                    <a:pt x="2177382" y="0"/>
                  </a:lnTo>
                  <a:lnTo>
                    <a:pt x="2185049" y="0"/>
                  </a:lnTo>
                  <a:lnTo>
                    <a:pt x="2192716" y="0"/>
                  </a:lnTo>
                  <a:lnTo>
                    <a:pt x="2200383" y="0"/>
                  </a:lnTo>
                  <a:lnTo>
                    <a:pt x="2208050" y="0"/>
                  </a:lnTo>
                  <a:lnTo>
                    <a:pt x="2215716" y="0"/>
                  </a:lnTo>
                  <a:lnTo>
                    <a:pt x="2223383" y="0"/>
                  </a:lnTo>
                  <a:lnTo>
                    <a:pt x="2231050" y="0"/>
                  </a:lnTo>
                  <a:lnTo>
                    <a:pt x="2238717" y="0"/>
                  </a:lnTo>
                  <a:lnTo>
                    <a:pt x="2246384" y="0"/>
                  </a:lnTo>
                  <a:lnTo>
                    <a:pt x="2254051" y="0"/>
                  </a:lnTo>
                  <a:lnTo>
                    <a:pt x="2261717" y="0"/>
                  </a:lnTo>
                  <a:lnTo>
                    <a:pt x="2269384" y="0"/>
                  </a:lnTo>
                  <a:lnTo>
                    <a:pt x="2277051" y="0"/>
                  </a:lnTo>
                  <a:lnTo>
                    <a:pt x="2284718" y="0"/>
                  </a:lnTo>
                  <a:lnTo>
                    <a:pt x="2292385" y="0"/>
                  </a:lnTo>
                  <a:lnTo>
                    <a:pt x="2300052" y="0"/>
                  </a:lnTo>
                  <a:lnTo>
                    <a:pt x="2307719" y="0"/>
                  </a:lnTo>
                  <a:lnTo>
                    <a:pt x="2315385" y="0"/>
                  </a:lnTo>
                  <a:lnTo>
                    <a:pt x="2323052" y="0"/>
                  </a:lnTo>
                  <a:lnTo>
                    <a:pt x="2330719" y="0"/>
                  </a:lnTo>
                  <a:lnTo>
                    <a:pt x="2338386" y="0"/>
                  </a:lnTo>
                  <a:lnTo>
                    <a:pt x="2346053" y="0"/>
                  </a:lnTo>
                  <a:lnTo>
                    <a:pt x="2353720" y="0"/>
                  </a:lnTo>
                  <a:lnTo>
                    <a:pt x="2361386" y="0"/>
                  </a:lnTo>
                  <a:lnTo>
                    <a:pt x="2369053" y="0"/>
                  </a:lnTo>
                  <a:lnTo>
                    <a:pt x="2376720" y="0"/>
                  </a:lnTo>
                  <a:lnTo>
                    <a:pt x="2384387" y="0"/>
                  </a:lnTo>
                  <a:lnTo>
                    <a:pt x="2392054" y="0"/>
                  </a:lnTo>
                  <a:lnTo>
                    <a:pt x="2399721" y="0"/>
                  </a:lnTo>
                  <a:lnTo>
                    <a:pt x="2407387" y="0"/>
                  </a:lnTo>
                  <a:lnTo>
                    <a:pt x="2415054" y="0"/>
                  </a:lnTo>
                  <a:lnTo>
                    <a:pt x="2422721" y="0"/>
                  </a:lnTo>
                  <a:lnTo>
                    <a:pt x="2430388" y="0"/>
                  </a:lnTo>
                  <a:lnTo>
                    <a:pt x="2438055" y="0"/>
                  </a:lnTo>
                  <a:lnTo>
                    <a:pt x="2445722" y="0"/>
                  </a:lnTo>
                  <a:lnTo>
                    <a:pt x="2453389" y="0"/>
                  </a:lnTo>
                  <a:lnTo>
                    <a:pt x="2461055" y="0"/>
                  </a:lnTo>
                  <a:lnTo>
                    <a:pt x="2468722" y="0"/>
                  </a:lnTo>
                  <a:lnTo>
                    <a:pt x="2476389" y="0"/>
                  </a:lnTo>
                  <a:lnTo>
                    <a:pt x="2484056" y="0"/>
                  </a:lnTo>
                  <a:lnTo>
                    <a:pt x="2491723" y="0"/>
                  </a:lnTo>
                  <a:lnTo>
                    <a:pt x="2499390" y="0"/>
                  </a:lnTo>
                  <a:lnTo>
                    <a:pt x="2507056" y="0"/>
                  </a:lnTo>
                  <a:lnTo>
                    <a:pt x="2514723" y="0"/>
                  </a:lnTo>
                  <a:lnTo>
                    <a:pt x="2522390" y="0"/>
                  </a:lnTo>
                  <a:lnTo>
                    <a:pt x="2530057" y="0"/>
                  </a:lnTo>
                  <a:lnTo>
                    <a:pt x="2537724" y="0"/>
                  </a:lnTo>
                  <a:lnTo>
                    <a:pt x="2545391" y="0"/>
                  </a:lnTo>
                  <a:lnTo>
                    <a:pt x="2553057" y="0"/>
                  </a:lnTo>
                  <a:lnTo>
                    <a:pt x="2560724" y="0"/>
                  </a:lnTo>
                  <a:lnTo>
                    <a:pt x="2568391" y="0"/>
                  </a:lnTo>
                  <a:lnTo>
                    <a:pt x="2576058" y="0"/>
                  </a:lnTo>
                  <a:lnTo>
                    <a:pt x="2583725" y="0"/>
                  </a:lnTo>
                  <a:lnTo>
                    <a:pt x="2591392" y="0"/>
                  </a:lnTo>
                  <a:lnTo>
                    <a:pt x="2599058" y="0"/>
                  </a:lnTo>
                  <a:lnTo>
                    <a:pt x="2606725" y="0"/>
                  </a:lnTo>
                  <a:lnTo>
                    <a:pt x="2614392" y="0"/>
                  </a:lnTo>
                  <a:lnTo>
                    <a:pt x="2622059" y="0"/>
                  </a:lnTo>
                  <a:lnTo>
                    <a:pt x="2629726" y="0"/>
                  </a:lnTo>
                  <a:lnTo>
                    <a:pt x="2637393" y="0"/>
                  </a:lnTo>
                  <a:lnTo>
                    <a:pt x="2645060" y="0"/>
                  </a:lnTo>
                  <a:lnTo>
                    <a:pt x="2652726" y="0"/>
                  </a:lnTo>
                  <a:lnTo>
                    <a:pt x="2660393" y="0"/>
                  </a:lnTo>
                  <a:lnTo>
                    <a:pt x="2668060" y="0"/>
                  </a:lnTo>
                  <a:lnTo>
                    <a:pt x="2675727" y="0"/>
                  </a:lnTo>
                  <a:lnTo>
                    <a:pt x="2683394" y="0"/>
                  </a:lnTo>
                  <a:lnTo>
                    <a:pt x="2691061" y="0"/>
                  </a:lnTo>
                  <a:lnTo>
                    <a:pt x="2698727" y="0"/>
                  </a:lnTo>
                  <a:lnTo>
                    <a:pt x="2706394" y="0"/>
                  </a:lnTo>
                  <a:lnTo>
                    <a:pt x="2714061" y="0"/>
                  </a:lnTo>
                  <a:lnTo>
                    <a:pt x="2721728" y="0"/>
                  </a:lnTo>
                  <a:lnTo>
                    <a:pt x="2729395" y="0"/>
                  </a:lnTo>
                  <a:lnTo>
                    <a:pt x="2737062" y="0"/>
                  </a:lnTo>
                  <a:lnTo>
                    <a:pt x="2744728" y="0"/>
                  </a:lnTo>
                  <a:lnTo>
                    <a:pt x="2752395" y="0"/>
                  </a:lnTo>
                  <a:lnTo>
                    <a:pt x="2760062" y="0"/>
                  </a:lnTo>
                  <a:lnTo>
                    <a:pt x="2767729" y="0"/>
                  </a:lnTo>
                  <a:lnTo>
                    <a:pt x="2775396" y="0"/>
                  </a:lnTo>
                  <a:lnTo>
                    <a:pt x="2783063" y="0"/>
                  </a:lnTo>
                  <a:lnTo>
                    <a:pt x="2790729" y="0"/>
                  </a:lnTo>
                  <a:lnTo>
                    <a:pt x="2798396" y="0"/>
                  </a:lnTo>
                  <a:lnTo>
                    <a:pt x="2806063" y="0"/>
                  </a:lnTo>
                  <a:lnTo>
                    <a:pt x="2813730" y="0"/>
                  </a:lnTo>
                  <a:lnTo>
                    <a:pt x="2821397" y="0"/>
                  </a:lnTo>
                  <a:lnTo>
                    <a:pt x="2829064" y="0"/>
                  </a:lnTo>
                  <a:lnTo>
                    <a:pt x="2836731" y="0"/>
                  </a:lnTo>
                  <a:lnTo>
                    <a:pt x="2844397" y="0"/>
                  </a:lnTo>
                  <a:lnTo>
                    <a:pt x="2852064" y="0"/>
                  </a:lnTo>
                  <a:lnTo>
                    <a:pt x="2859731" y="0"/>
                  </a:lnTo>
                  <a:lnTo>
                    <a:pt x="2867398" y="0"/>
                  </a:lnTo>
                  <a:lnTo>
                    <a:pt x="2875065" y="0"/>
                  </a:lnTo>
                  <a:lnTo>
                    <a:pt x="2882732" y="0"/>
                  </a:lnTo>
                  <a:lnTo>
                    <a:pt x="2890398" y="0"/>
                  </a:lnTo>
                  <a:lnTo>
                    <a:pt x="2898065" y="0"/>
                  </a:lnTo>
                  <a:lnTo>
                    <a:pt x="2905732" y="0"/>
                  </a:lnTo>
                  <a:lnTo>
                    <a:pt x="2913399" y="0"/>
                  </a:lnTo>
                  <a:lnTo>
                    <a:pt x="2921066" y="0"/>
                  </a:lnTo>
                  <a:lnTo>
                    <a:pt x="2928733" y="0"/>
                  </a:lnTo>
                  <a:lnTo>
                    <a:pt x="2936399" y="0"/>
                  </a:lnTo>
                  <a:lnTo>
                    <a:pt x="2944066" y="0"/>
                  </a:lnTo>
                  <a:lnTo>
                    <a:pt x="2951733" y="0"/>
                  </a:lnTo>
                  <a:lnTo>
                    <a:pt x="2959400" y="0"/>
                  </a:lnTo>
                  <a:lnTo>
                    <a:pt x="2967067" y="0"/>
                  </a:lnTo>
                  <a:lnTo>
                    <a:pt x="2974734" y="0"/>
                  </a:lnTo>
                  <a:lnTo>
                    <a:pt x="2982401" y="0"/>
                  </a:lnTo>
                  <a:lnTo>
                    <a:pt x="2990067" y="0"/>
                  </a:lnTo>
                  <a:lnTo>
                    <a:pt x="2997734" y="0"/>
                  </a:lnTo>
                  <a:lnTo>
                    <a:pt x="3005401" y="0"/>
                  </a:lnTo>
                  <a:lnTo>
                    <a:pt x="3013068" y="0"/>
                  </a:lnTo>
                  <a:lnTo>
                    <a:pt x="3020735" y="0"/>
                  </a:lnTo>
                  <a:lnTo>
                    <a:pt x="3028402" y="0"/>
                  </a:lnTo>
                  <a:lnTo>
                    <a:pt x="3036068" y="0"/>
                  </a:lnTo>
                  <a:lnTo>
                    <a:pt x="3043735" y="0"/>
                  </a:lnTo>
                  <a:lnTo>
                    <a:pt x="3051402" y="0"/>
                  </a:lnTo>
                  <a:lnTo>
                    <a:pt x="3059069" y="0"/>
                  </a:lnTo>
                  <a:lnTo>
                    <a:pt x="3066736" y="0"/>
                  </a:lnTo>
                  <a:lnTo>
                    <a:pt x="3074403" y="0"/>
                  </a:lnTo>
                  <a:lnTo>
                    <a:pt x="3082069" y="0"/>
                  </a:lnTo>
                  <a:lnTo>
                    <a:pt x="3089736" y="0"/>
                  </a:lnTo>
                  <a:lnTo>
                    <a:pt x="3097403" y="0"/>
                  </a:lnTo>
                  <a:lnTo>
                    <a:pt x="3105070" y="0"/>
                  </a:lnTo>
                  <a:lnTo>
                    <a:pt x="3112737" y="0"/>
                  </a:lnTo>
                  <a:lnTo>
                    <a:pt x="3120404" y="0"/>
                  </a:lnTo>
                  <a:lnTo>
                    <a:pt x="3128070" y="0"/>
                  </a:lnTo>
                  <a:lnTo>
                    <a:pt x="3135737" y="0"/>
                  </a:lnTo>
                  <a:lnTo>
                    <a:pt x="3143404" y="0"/>
                  </a:lnTo>
                  <a:lnTo>
                    <a:pt x="3151071" y="0"/>
                  </a:lnTo>
                  <a:lnTo>
                    <a:pt x="3158738" y="0"/>
                  </a:lnTo>
                  <a:lnTo>
                    <a:pt x="3166405" y="0"/>
                  </a:lnTo>
                  <a:lnTo>
                    <a:pt x="3174072" y="0"/>
                  </a:lnTo>
                  <a:lnTo>
                    <a:pt x="3181738" y="0"/>
                  </a:lnTo>
                  <a:lnTo>
                    <a:pt x="3189405" y="0"/>
                  </a:lnTo>
                  <a:lnTo>
                    <a:pt x="3197072" y="0"/>
                  </a:lnTo>
                  <a:lnTo>
                    <a:pt x="3204739" y="0"/>
                  </a:lnTo>
                  <a:lnTo>
                    <a:pt x="3212406" y="0"/>
                  </a:lnTo>
                  <a:lnTo>
                    <a:pt x="3220073" y="0"/>
                  </a:lnTo>
                  <a:lnTo>
                    <a:pt x="3227739" y="0"/>
                  </a:lnTo>
                  <a:lnTo>
                    <a:pt x="3235406" y="0"/>
                  </a:lnTo>
                  <a:lnTo>
                    <a:pt x="3243073" y="0"/>
                  </a:lnTo>
                  <a:lnTo>
                    <a:pt x="3250740" y="0"/>
                  </a:lnTo>
                  <a:lnTo>
                    <a:pt x="3258407" y="0"/>
                  </a:lnTo>
                  <a:lnTo>
                    <a:pt x="3266074" y="0"/>
                  </a:lnTo>
                  <a:lnTo>
                    <a:pt x="3273740" y="0"/>
                  </a:lnTo>
                  <a:lnTo>
                    <a:pt x="3281407" y="0"/>
                  </a:lnTo>
                  <a:lnTo>
                    <a:pt x="3289074" y="0"/>
                  </a:lnTo>
                  <a:lnTo>
                    <a:pt x="3296741" y="0"/>
                  </a:lnTo>
                  <a:lnTo>
                    <a:pt x="3304408" y="0"/>
                  </a:lnTo>
                  <a:lnTo>
                    <a:pt x="3312075" y="0"/>
                  </a:lnTo>
                  <a:lnTo>
                    <a:pt x="3319741" y="0"/>
                  </a:lnTo>
                  <a:lnTo>
                    <a:pt x="3327408" y="0"/>
                  </a:lnTo>
                  <a:lnTo>
                    <a:pt x="3335075" y="0"/>
                  </a:lnTo>
                  <a:lnTo>
                    <a:pt x="3342742" y="0"/>
                  </a:lnTo>
                  <a:lnTo>
                    <a:pt x="3350409" y="0"/>
                  </a:lnTo>
                  <a:lnTo>
                    <a:pt x="3358076" y="0"/>
                  </a:lnTo>
                  <a:lnTo>
                    <a:pt x="3365743" y="0"/>
                  </a:lnTo>
                  <a:lnTo>
                    <a:pt x="3373409" y="0"/>
                  </a:lnTo>
                  <a:lnTo>
                    <a:pt x="3381076" y="0"/>
                  </a:lnTo>
                  <a:lnTo>
                    <a:pt x="3388743" y="0"/>
                  </a:lnTo>
                  <a:lnTo>
                    <a:pt x="3396410" y="0"/>
                  </a:lnTo>
                  <a:lnTo>
                    <a:pt x="3404077" y="0"/>
                  </a:lnTo>
                  <a:lnTo>
                    <a:pt x="3411744" y="0"/>
                  </a:lnTo>
                  <a:lnTo>
                    <a:pt x="3419410" y="0"/>
                  </a:lnTo>
                  <a:lnTo>
                    <a:pt x="3427077" y="0"/>
                  </a:lnTo>
                  <a:lnTo>
                    <a:pt x="3434744" y="0"/>
                  </a:lnTo>
                  <a:lnTo>
                    <a:pt x="3442411" y="0"/>
                  </a:lnTo>
                  <a:lnTo>
                    <a:pt x="3450078" y="0"/>
                  </a:lnTo>
                  <a:lnTo>
                    <a:pt x="3457745" y="0"/>
                  </a:lnTo>
                  <a:lnTo>
                    <a:pt x="3465411" y="0"/>
                  </a:lnTo>
                  <a:lnTo>
                    <a:pt x="3473078" y="0"/>
                  </a:lnTo>
                  <a:lnTo>
                    <a:pt x="3480745" y="0"/>
                  </a:lnTo>
                  <a:lnTo>
                    <a:pt x="3488412" y="0"/>
                  </a:lnTo>
                  <a:lnTo>
                    <a:pt x="3496079" y="0"/>
                  </a:lnTo>
                  <a:lnTo>
                    <a:pt x="3503746" y="0"/>
                  </a:lnTo>
                  <a:lnTo>
                    <a:pt x="3511413" y="0"/>
                  </a:lnTo>
                  <a:lnTo>
                    <a:pt x="3519079" y="0"/>
                  </a:lnTo>
                  <a:lnTo>
                    <a:pt x="3526746" y="0"/>
                  </a:lnTo>
                  <a:lnTo>
                    <a:pt x="3534413" y="0"/>
                  </a:lnTo>
                  <a:lnTo>
                    <a:pt x="3542080" y="0"/>
                  </a:lnTo>
                  <a:lnTo>
                    <a:pt x="3549747" y="0"/>
                  </a:lnTo>
                  <a:lnTo>
                    <a:pt x="3557414" y="0"/>
                  </a:lnTo>
                  <a:lnTo>
                    <a:pt x="3565080" y="0"/>
                  </a:lnTo>
                  <a:lnTo>
                    <a:pt x="3572747" y="0"/>
                  </a:lnTo>
                  <a:lnTo>
                    <a:pt x="3580414" y="0"/>
                  </a:lnTo>
                  <a:lnTo>
                    <a:pt x="3588081" y="0"/>
                  </a:lnTo>
                  <a:lnTo>
                    <a:pt x="3595748" y="0"/>
                  </a:lnTo>
                  <a:lnTo>
                    <a:pt x="3603415" y="0"/>
                  </a:lnTo>
                  <a:lnTo>
                    <a:pt x="3611081" y="0"/>
                  </a:lnTo>
                  <a:lnTo>
                    <a:pt x="3618748" y="0"/>
                  </a:lnTo>
                  <a:lnTo>
                    <a:pt x="3626415" y="0"/>
                  </a:lnTo>
                  <a:lnTo>
                    <a:pt x="3634082" y="0"/>
                  </a:lnTo>
                  <a:lnTo>
                    <a:pt x="3641749" y="0"/>
                  </a:lnTo>
                  <a:lnTo>
                    <a:pt x="3649416" y="0"/>
                  </a:lnTo>
                  <a:lnTo>
                    <a:pt x="3657082" y="0"/>
                  </a:lnTo>
                  <a:lnTo>
                    <a:pt x="3664749" y="0"/>
                  </a:lnTo>
                  <a:lnTo>
                    <a:pt x="3672416" y="0"/>
                  </a:lnTo>
                  <a:lnTo>
                    <a:pt x="3680083" y="0"/>
                  </a:lnTo>
                  <a:lnTo>
                    <a:pt x="3687750" y="0"/>
                  </a:lnTo>
                  <a:lnTo>
                    <a:pt x="3695417" y="0"/>
                  </a:lnTo>
                  <a:lnTo>
                    <a:pt x="3703084" y="0"/>
                  </a:lnTo>
                  <a:lnTo>
                    <a:pt x="3710750" y="0"/>
                  </a:lnTo>
                  <a:lnTo>
                    <a:pt x="3718417" y="0"/>
                  </a:lnTo>
                  <a:lnTo>
                    <a:pt x="3726084" y="0"/>
                  </a:lnTo>
                  <a:lnTo>
                    <a:pt x="3733751" y="0"/>
                  </a:lnTo>
                  <a:lnTo>
                    <a:pt x="3741418" y="0"/>
                  </a:lnTo>
                  <a:lnTo>
                    <a:pt x="3749085" y="0"/>
                  </a:lnTo>
                  <a:lnTo>
                    <a:pt x="3756751" y="0"/>
                  </a:lnTo>
                  <a:lnTo>
                    <a:pt x="3764418" y="0"/>
                  </a:lnTo>
                  <a:lnTo>
                    <a:pt x="3772085" y="0"/>
                  </a:lnTo>
                  <a:lnTo>
                    <a:pt x="3779752" y="0"/>
                  </a:lnTo>
                  <a:lnTo>
                    <a:pt x="3787419" y="0"/>
                  </a:lnTo>
                  <a:lnTo>
                    <a:pt x="3795086" y="0"/>
                  </a:lnTo>
                  <a:lnTo>
                    <a:pt x="3802752" y="0"/>
                  </a:lnTo>
                  <a:lnTo>
                    <a:pt x="3810419" y="0"/>
                  </a:lnTo>
                  <a:lnTo>
                    <a:pt x="3818086" y="0"/>
                  </a:lnTo>
                  <a:lnTo>
                    <a:pt x="3825753" y="0"/>
                  </a:lnTo>
                  <a:lnTo>
                    <a:pt x="3833420" y="0"/>
                  </a:lnTo>
                  <a:lnTo>
                    <a:pt x="3833420" y="191020"/>
                  </a:lnTo>
                  <a:lnTo>
                    <a:pt x="3825753" y="191020"/>
                  </a:lnTo>
                  <a:lnTo>
                    <a:pt x="3818086" y="191020"/>
                  </a:lnTo>
                  <a:lnTo>
                    <a:pt x="3810419" y="191020"/>
                  </a:lnTo>
                  <a:lnTo>
                    <a:pt x="3802752" y="191020"/>
                  </a:lnTo>
                  <a:lnTo>
                    <a:pt x="3795086" y="191020"/>
                  </a:lnTo>
                  <a:lnTo>
                    <a:pt x="3787419" y="191020"/>
                  </a:lnTo>
                  <a:lnTo>
                    <a:pt x="3779752" y="191020"/>
                  </a:lnTo>
                  <a:lnTo>
                    <a:pt x="3772085" y="191020"/>
                  </a:lnTo>
                  <a:lnTo>
                    <a:pt x="3764418" y="191020"/>
                  </a:lnTo>
                  <a:lnTo>
                    <a:pt x="3756751" y="191020"/>
                  </a:lnTo>
                  <a:lnTo>
                    <a:pt x="3749085" y="191020"/>
                  </a:lnTo>
                  <a:lnTo>
                    <a:pt x="3741418" y="191020"/>
                  </a:lnTo>
                  <a:lnTo>
                    <a:pt x="3733751" y="191020"/>
                  </a:lnTo>
                  <a:lnTo>
                    <a:pt x="3726084" y="191020"/>
                  </a:lnTo>
                  <a:lnTo>
                    <a:pt x="3718417" y="191020"/>
                  </a:lnTo>
                  <a:lnTo>
                    <a:pt x="3710750" y="191020"/>
                  </a:lnTo>
                  <a:lnTo>
                    <a:pt x="3703084" y="191020"/>
                  </a:lnTo>
                  <a:lnTo>
                    <a:pt x="3695417" y="191020"/>
                  </a:lnTo>
                  <a:lnTo>
                    <a:pt x="3687750" y="191020"/>
                  </a:lnTo>
                  <a:lnTo>
                    <a:pt x="3680083" y="191020"/>
                  </a:lnTo>
                  <a:lnTo>
                    <a:pt x="3672416" y="191020"/>
                  </a:lnTo>
                  <a:lnTo>
                    <a:pt x="3664749" y="191020"/>
                  </a:lnTo>
                  <a:lnTo>
                    <a:pt x="3657082" y="191020"/>
                  </a:lnTo>
                  <a:lnTo>
                    <a:pt x="3649416" y="191020"/>
                  </a:lnTo>
                  <a:lnTo>
                    <a:pt x="3641749" y="191020"/>
                  </a:lnTo>
                  <a:lnTo>
                    <a:pt x="3634082" y="191020"/>
                  </a:lnTo>
                  <a:lnTo>
                    <a:pt x="3626415" y="191020"/>
                  </a:lnTo>
                  <a:lnTo>
                    <a:pt x="3618748" y="191020"/>
                  </a:lnTo>
                  <a:lnTo>
                    <a:pt x="3611081" y="191020"/>
                  </a:lnTo>
                  <a:lnTo>
                    <a:pt x="3603415" y="191020"/>
                  </a:lnTo>
                  <a:lnTo>
                    <a:pt x="3595748" y="191020"/>
                  </a:lnTo>
                  <a:lnTo>
                    <a:pt x="3588081" y="191020"/>
                  </a:lnTo>
                  <a:lnTo>
                    <a:pt x="3580414" y="191020"/>
                  </a:lnTo>
                  <a:lnTo>
                    <a:pt x="3572747" y="191020"/>
                  </a:lnTo>
                  <a:lnTo>
                    <a:pt x="3565080" y="191020"/>
                  </a:lnTo>
                  <a:lnTo>
                    <a:pt x="3557414" y="191020"/>
                  </a:lnTo>
                  <a:lnTo>
                    <a:pt x="3549747" y="191020"/>
                  </a:lnTo>
                  <a:lnTo>
                    <a:pt x="3542080" y="191020"/>
                  </a:lnTo>
                  <a:lnTo>
                    <a:pt x="3534413" y="191020"/>
                  </a:lnTo>
                  <a:lnTo>
                    <a:pt x="3526746" y="191020"/>
                  </a:lnTo>
                  <a:lnTo>
                    <a:pt x="3519079" y="191020"/>
                  </a:lnTo>
                  <a:lnTo>
                    <a:pt x="3511413" y="191020"/>
                  </a:lnTo>
                  <a:lnTo>
                    <a:pt x="3503746" y="191020"/>
                  </a:lnTo>
                  <a:lnTo>
                    <a:pt x="3496079" y="191020"/>
                  </a:lnTo>
                  <a:lnTo>
                    <a:pt x="3488412" y="191020"/>
                  </a:lnTo>
                  <a:lnTo>
                    <a:pt x="3480745" y="191020"/>
                  </a:lnTo>
                  <a:lnTo>
                    <a:pt x="3473078" y="191020"/>
                  </a:lnTo>
                  <a:lnTo>
                    <a:pt x="3465411" y="191020"/>
                  </a:lnTo>
                  <a:lnTo>
                    <a:pt x="3457745" y="191020"/>
                  </a:lnTo>
                  <a:lnTo>
                    <a:pt x="3450078" y="191020"/>
                  </a:lnTo>
                  <a:lnTo>
                    <a:pt x="3442411" y="191020"/>
                  </a:lnTo>
                  <a:lnTo>
                    <a:pt x="3434744" y="191020"/>
                  </a:lnTo>
                  <a:lnTo>
                    <a:pt x="3427077" y="191020"/>
                  </a:lnTo>
                  <a:lnTo>
                    <a:pt x="3419410" y="191020"/>
                  </a:lnTo>
                  <a:lnTo>
                    <a:pt x="3411744" y="191020"/>
                  </a:lnTo>
                  <a:lnTo>
                    <a:pt x="3404077" y="191020"/>
                  </a:lnTo>
                  <a:lnTo>
                    <a:pt x="3396410" y="191020"/>
                  </a:lnTo>
                  <a:lnTo>
                    <a:pt x="3388743" y="191020"/>
                  </a:lnTo>
                  <a:lnTo>
                    <a:pt x="3381076" y="191020"/>
                  </a:lnTo>
                  <a:lnTo>
                    <a:pt x="3373409" y="191020"/>
                  </a:lnTo>
                  <a:lnTo>
                    <a:pt x="3365743" y="191020"/>
                  </a:lnTo>
                  <a:lnTo>
                    <a:pt x="3358076" y="191020"/>
                  </a:lnTo>
                  <a:lnTo>
                    <a:pt x="3350409" y="191020"/>
                  </a:lnTo>
                  <a:lnTo>
                    <a:pt x="3342742" y="191020"/>
                  </a:lnTo>
                  <a:lnTo>
                    <a:pt x="3335075" y="191020"/>
                  </a:lnTo>
                  <a:lnTo>
                    <a:pt x="3327408" y="191020"/>
                  </a:lnTo>
                  <a:lnTo>
                    <a:pt x="3319741" y="191020"/>
                  </a:lnTo>
                  <a:lnTo>
                    <a:pt x="3312075" y="191020"/>
                  </a:lnTo>
                  <a:lnTo>
                    <a:pt x="3304408" y="191020"/>
                  </a:lnTo>
                  <a:lnTo>
                    <a:pt x="3296741" y="191020"/>
                  </a:lnTo>
                  <a:lnTo>
                    <a:pt x="3289074" y="191020"/>
                  </a:lnTo>
                  <a:lnTo>
                    <a:pt x="3281407" y="191020"/>
                  </a:lnTo>
                  <a:lnTo>
                    <a:pt x="3273740" y="191020"/>
                  </a:lnTo>
                  <a:lnTo>
                    <a:pt x="3266074" y="191020"/>
                  </a:lnTo>
                  <a:lnTo>
                    <a:pt x="3258407" y="191020"/>
                  </a:lnTo>
                  <a:lnTo>
                    <a:pt x="3250740" y="191020"/>
                  </a:lnTo>
                  <a:lnTo>
                    <a:pt x="3243073" y="191020"/>
                  </a:lnTo>
                  <a:lnTo>
                    <a:pt x="3235406" y="191020"/>
                  </a:lnTo>
                  <a:lnTo>
                    <a:pt x="3227739" y="191020"/>
                  </a:lnTo>
                  <a:lnTo>
                    <a:pt x="3220073" y="191020"/>
                  </a:lnTo>
                  <a:lnTo>
                    <a:pt x="3212406" y="191020"/>
                  </a:lnTo>
                  <a:lnTo>
                    <a:pt x="3204739" y="191020"/>
                  </a:lnTo>
                  <a:lnTo>
                    <a:pt x="3197072" y="191020"/>
                  </a:lnTo>
                  <a:lnTo>
                    <a:pt x="3189405" y="191020"/>
                  </a:lnTo>
                  <a:lnTo>
                    <a:pt x="3181738" y="191020"/>
                  </a:lnTo>
                  <a:lnTo>
                    <a:pt x="3174072" y="191020"/>
                  </a:lnTo>
                  <a:lnTo>
                    <a:pt x="3166405" y="191020"/>
                  </a:lnTo>
                  <a:lnTo>
                    <a:pt x="3158738" y="191020"/>
                  </a:lnTo>
                  <a:lnTo>
                    <a:pt x="3151071" y="191020"/>
                  </a:lnTo>
                  <a:lnTo>
                    <a:pt x="3143404" y="191020"/>
                  </a:lnTo>
                  <a:lnTo>
                    <a:pt x="3135737" y="191020"/>
                  </a:lnTo>
                  <a:lnTo>
                    <a:pt x="3128070" y="191020"/>
                  </a:lnTo>
                  <a:lnTo>
                    <a:pt x="3120404" y="191020"/>
                  </a:lnTo>
                  <a:lnTo>
                    <a:pt x="3112737" y="191020"/>
                  </a:lnTo>
                  <a:lnTo>
                    <a:pt x="3105070" y="191020"/>
                  </a:lnTo>
                  <a:lnTo>
                    <a:pt x="3097403" y="191020"/>
                  </a:lnTo>
                  <a:lnTo>
                    <a:pt x="3089736" y="191020"/>
                  </a:lnTo>
                  <a:lnTo>
                    <a:pt x="3082069" y="191020"/>
                  </a:lnTo>
                  <a:lnTo>
                    <a:pt x="3074403" y="191020"/>
                  </a:lnTo>
                  <a:lnTo>
                    <a:pt x="3066736" y="191020"/>
                  </a:lnTo>
                  <a:lnTo>
                    <a:pt x="3059069" y="191020"/>
                  </a:lnTo>
                  <a:lnTo>
                    <a:pt x="3051402" y="191020"/>
                  </a:lnTo>
                  <a:lnTo>
                    <a:pt x="3043735" y="191020"/>
                  </a:lnTo>
                  <a:lnTo>
                    <a:pt x="3036068" y="191020"/>
                  </a:lnTo>
                  <a:lnTo>
                    <a:pt x="3028402" y="191020"/>
                  </a:lnTo>
                  <a:lnTo>
                    <a:pt x="3020735" y="191020"/>
                  </a:lnTo>
                  <a:lnTo>
                    <a:pt x="3013068" y="191020"/>
                  </a:lnTo>
                  <a:lnTo>
                    <a:pt x="3005401" y="191020"/>
                  </a:lnTo>
                  <a:lnTo>
                    <a:pt x="2997734" y="191020"/>
                  </a:lnTo>
                  <a:lnTo>
                    <a:pt x="2990067" y="191020"/>
                  </a:lnTo>
                  <a:lnTo>
                    <a:pt x="2982401" y="191020"/>
                  </a:lnTo>
                  <a:lnTo>
                    <a:pt x="2974734" y="191020"/>
                  </a:lnTo>
                  <a:lnTo>
                    <a:pt x="2967067" y="191020"/>
                  </a:lnTo>
                  <a:lnTo>
                    <a:pt x="2959400" y="191020"/>
                  </a:lnTo>
                  <a:lnTo>
                    <a:pt x="2951733" y="191020"/>
                  </a:lnTo>
                  <a:lnTo>
                    <a:pt x="2944066" y="191020"/>
                  </a:lnTo>
                  <a:lnTo>
                    <a:pt x="2936399" y="191020"/>
                  </a:lnTo>
                  <a:lnTo>
                    <a:pt x="2928733" y="191020"/>
                  </a:lnTo>
                  <a:lnTo>
                    <a:pt x="2921066" y="191020"/>
                  </a:lnTo>
                  <a:lnTo>
                    <a:pt x="2913399" y="191020"/>
                  </a:lnTo>
                  <a:lnTo>
                    <a:pt x="2905732" y="191020"/>
                  </a:lnTo>
                  <a:lnTo>
                    <a:pt x="2898065" y="191020"/>
                  </a:lnTo>
                  <a:lnTo>
                    <a:pt x="2890398" y="191020"/>
                  </a:lnTo>
                  <a:lnTo>
                    <a:pt x="2882732" y="191020"/>
                  </a:lnTo>
                  <a:lnTo>
                    <a:pt x="2875065" y="191020"/>
                  </a:lnTo>
                  <a:lnTo>
                    <a:pt x="2867398" y="191020"/>
                  </a:lnTo>
                  <a:lnTo>
                    <a:pt x="2859731" y="191020"/>
                  </a:lnTo>
                  <a:lnTo>
                    <a:pt x="2852064" y="191020"/>
                  </a:lnTo>
                  <a:lnTo>
                    <a:pt x="2844397" y="191020"/>
                  </a:lnTo>
                  <a:lnTo>
                    <a:pt x="2836731" y="191020"/>
                  </a:lnTo>
                  <a:lnTo>
                    <a:pt x="2829064" y="191020"/>
                  </a:lnTo>
                  <a:lnTo>
                    <a:pt x="2821397" y="191020"/>
                  </a:lnTo>
                  <a:lnTo>
                    <a:pt x="2813730" y="191020"/>
                  </a:lnTo>
                  <a:lnTo>
                    <a:pt x="2806063" y="191020"/>
                  </a:lnTo>
                  <a:lnTo>
                    <a:pt x="2798396" y="191020"/>
                  </a:lnTo>
                  <a:lnTo>
                    <a:pt x="2790729" y="191020"/>
                  </a:lnTo>
                  <a:lnTo>
                    <a:pt x="2783063" y="191020"/>
                  </a:lnTo>
                  <a:lnTo>
                    <a:pt x="2775396" y="191020"/>
                  </a:lnTo>
                  <a:lnTo>
                    <a:pt x="2767729" y="191020"/>
                  </a:lnTo>
                  <a:lnTo>
                    <a:pt x="2760062" y="191020"/>
                  </a:lnTo>
                  <a:lnTo>
                    <a:pt x="2752395" y="191020"/>
                  </a:lnTo>
                  <a:lnTo>
                    <a:pt x="2744728" y="191020"/>
                  </a:lnTo>
                  <a:lnTo>
                    <a:pt x="2737062" y="191020"/>
                  </a:lnTo>
                  <a:lnTo>
                    <a:pt x="2729395" y="191020"/>
                  </a:lnTo>
                  <a:lnTo>
                    <a:pt x="2721728" y="191020"/>
                  </a:lnTo>
                  <a:lnTo>
                    <a:pt x="2714061" y="191020"/>
                  </a:lnTo>
                  <a:lnTo>
                    <a:pt x="2706394" y="191020"/>
                  </a:lnTo>
                  <a:lnTo>
                    <a:pt x="2698727" y="191020"/>
                  </a:lnTo>
                  <a:lnTo>
                    <a:pt x="2691061" y="191020"/>
                  </a:lnTo>
                  <a:lnTo>
                    <a:pt x="2683394" y="191020"/>
                  </a:lnTo>
                  <a:lnTo>
                    <a:pt x="2675727" y="191020"/>
                  </a:lnTo>
                  <a:lnTo>
                    <a:pt x="2668060" y="191020"/>
                  </a:lnTo>
                  <a:lnTo>
                    <a:pt x="2660393" y="191020"/>
                  </a:lnTo>
                  <a:lnTo>
                    <a:pt x="2652726" y="191020"/>
                  </a:lnTo>
                  <a:lnTo>
                    <a:pt x="2645060" y="191020"/>
                  </a:lnTo>
                  <a:lnTo>
                    <a:pt x="2637393" y="191020"/>
                  </a:lnTo>
                  <a:lnTo>
                    <a:pt x="2629726" y="191020"/>
                  </a:lnTo>
                  <a:lnTo>
                    <a:pt x="2622059" y="191020"/>
                  </a:lnTo>
                  <a:lnTo>
                    <a:pt x="2614392" y="191020"/>
                  </a:lnTo>
                  <a:lnTo>
                    <a:pt x="2606725" y="191020"/>
                  </a:lnTo>
                  <a:lnTo>
                    <a:pt x="2599058" y="191020"/>
                  </a:lnTo>
                  <a:lnTo>
                    <a:pt x="2591392" y="191020"/>
                  </a:lnTo>
                  <a:lnTo>
                    <a:pt x="2583725" y="191020"/>
                  </a:lnTo>
                  <a:lnTo>
                    <a:pt x="2576058" y="191020"/>
                  </a:lnTo>
                  <a:lnTo>
                    <a:pt x="2568391" y="191020"/>
                  </a:lnTo>
                  <a:lnTo>
                    <a:pt x="2560724" y="191020"/>
                  </a:lnTo>
                  <a:lnTo>
                    <a:pt x="2553057" y="191020"/>
                  </a:lnTo>
                  <a:lnTo>
                    <a:pt x="2545391" y="191020"/>
                  </a:lnTo>
                  <a:lnTo>
                    <a:pt x="2537724" y="191020"/>
                  </a:lnTo>
                  <a:lnTo>
                    <a:pt x="2530057" y="191020"/>
                  </a:lnTo>
                  <a:lnTo>
                    <a:pt x="2522390" y="191020"/>
                  </a:lnTo>
                  <a:lnTo>
                    <a:pt x="2514723" y="191020"/>
                  </a:lnTo>
                  <a:lnTo>
                    <a:pt x="2507056" y="191020"/>
                  </a:lnTo>
                  <a:lnTo>
                    <a:pt x="2499390" y="191020"/>
                  </a:lnTo>
                  <a:lnTo>
                    <a:pt x="2491723" y="191020"/>
                  </a:lnTo>
                  <a:lnTo>
                    <a:pt x="2484056" y="191020"/>
                  </a:lnTo>
                  <a:lnTo>
                    <a:pt x="2476389" y="191020"/>
                  </a:lnTo>
                  <a:lnTo>
                    <a:pt x="2468722" y="191020"/>
                  </a:lnTo>
                  <a:lnTo>
                    <a:pt x="2461055" y="191020"/>
                  </a:lnTo>
                  <a:lnTo>
                    <a:pt x="2453389" y="191020"/>
                  </a:lnTo>
                  <a:lnTo>
                    <a:pt x="2445722" y="191020"/>
                  </a:lnTo>
                  <a:lnTo>
                    <a:pt x="2438055" y="191020"/>
                  </a:lnTo>
                  <a:lnTo>
                    <a:pt x="2430388" y="191020"/>
                  </a:lnTo>
                  <a:lnTo>
                    <a:pt x="2422721" y="191020"/>
                  </a:lnTo>
                  <a:lnTo>
                    <a:pt x="2415054" y="191020"/>
                  </a:lnTo>
                  <a:lnTo>
                    <a:pt x="2407387" y="191020"/>
                  </a:lnTo>
                  <a:lnTo>
                    <a:pt x="2399721" y="191020"/>
                  </a:lnTo>
                  <a:lnTo>
                    <a:pt x="2392054" y="191020"/>
                  </a:lnTo>
                  <a:lnTo>
                    <a:pt x="2384387" y="191020"/>
                  </a:lnTo>
                  <a:lnTo>
                    <a:pt x="2376720" y="191020"/>
                  </a:lnTo>
                  <a:lnTo>
                    <a:pt x="2369053" y="191020"/>
                  </a:lnTo>
                  <a:lnTo>
                    <a:pt x="2361386" y="191020"/>
                  </a:lnTo>
                  <a:lnTo>
                    <a:pt x="2353720" y="191020"/>
                  </a:lnTo>
                  <a:lnTo>
                    <a:pt x="2346053" y="191020"/>
                  </a:lnTo>
                  <a:lnTo>
                    <a:pt x="2338386" y="191020"/>
                  </a:lnTo>
                  <a:lnTo>
                    <a:pt x="2330719" y="191020"/>
                  </a:lnTo>
                  <a:lnTo>
                    <a:pt x="2323052" y="191020"/>
                  </a:lnTo>
                  <a:lnTo>
                    <a:pt x="2315385" y="191020"/>
                  </a:lnTo>
                  <a:lnTo>
                    <a:pt x="2307719" y="191020"/>
                  </a:lnTo>
                  <a:lnTo>
                    <a:pt x="2300052" y="191020"/>
                  </a:lnTo>
                  <a:lnTo>
                    <a:pt x="2292385" y="191020"/>
                  </a:lnTo>
                  <a:lnTo>
                    <a:pt x="2284718" y="191020"/>
                  </a:lnTo>
                  <a:lnTo>
                    <a:pt x="2277051" y="191020"/>
                  </a:lnTo>
                  <a:lnTo>
                    <a:pt x="2269384" y="191020"/>
                  </a:lnTo>
                  <a:lnTo>
                    <a:pt x="2261717" y="191020"/>
                  </a:lnTo>
                  <a:lnTo>
                    <a:pt x="2254051" y="191020"/>
                  </a:lnTo>
                  <a:lnTo>
                    <a:pt x="2246384" y="191020"/>
                  </a:lnTo>
                  <a:lnTo>
                    <a:pt x="2238717" y="191020"/>
                  </a:lnTo>
                  <a:lnTo>
                    <a:pt x="2231050" y="191020"/>
                  </a:lnTo>
                  <a:lnTo>
                    <a:pt x="2223383" y="191020"/>
                  </a:lnTo>
                  <a:lnTo>
                    <a:pt x="2215716" y="191020"/>
                  </a:lnTo>
                  <a:lnTo>
                    <a:pt x="2208050" y="191020"/>
                  </a:lnTo>
                  <a:lnTo>
                    <a:pt x="2200383" y="191020"/>
                  </a:lnTo>
                  <a:lnTo>
                    <a:pt x="2192716" y="191020"/>
                  </a:lnTo>
                  <a:lnTo>
                    <a:pt x="2185049" y="191020"/>
                  </a:lnTo>
                  <a:lnTo>
                    <a:pt x="2177382" y="191020"/>
                  </a:lnTo>
                  <a:lnTo>
                    <a:pt x="2169715" y="191020"/>
                  </a:lnTo>
                  <a:lnTo>
                    <a:pt x="2162049" y="191020"/>
                  </a:lnTo>
                  <a:lnTo>
                    <a:pt x="2154382" y="191020"/>
                  </a:lnTo>
                  <a:lnTo>
                    <a:pt x="2146715" y="191020"/>
                  </a:lnTo>
                  <a:lnTo>
                    <a:pt x="2139048" y="191020"/>
                  </a:lnTo>
                  <a:lnTo>
                    <a:pt x="2131381" y="191020"/>
                  </a:lnTo>
                  <a:lnTo>
                    <a:pt x="2123714" y="191020"/>
                  </a:lnTo>
                  <a:lnTo>
                    <a:pt x="2116048" y="191020"/>
                  </a:lnTo>
                  <a:lnTo>
                    <a:pt x="2108381" y="191020"/>
                  </a:lnTo>
                  <a:lnTo>
                    <a:pt x="2100714" y="191020"/>
                  </a:lnTo>
                  <a:lnTo>
                    <a:pt x="2093047" y="191020"/>
                  </a:lnTo>
                  <a:lnTo>
                    <a:pt x="2085380" y="191020"/>
                  </a:lnTo>
                  <a:lnTo>
                    <a:pt x="2077713" y="191020"/>
                  </a:lnTo>
                  <a:lnTo>
                    <a:pt x="2070046" y="191020"/>
                  </a:lnTo>
                  <a:lnTo>
                    <a:pt x="2062380" y="191020"/>
                  </a:lnTo>
                  <a:lnTo>
                    <a:pt x="2054713" y="191020"/>
                  </a:lnTo>
                  <a:lnTo>
                    <a:pt x="2047046" y="191020"/>
                  </a:lnTo>
                  <a:lnTo>
                    <a:pt x="2039379" y="191020"/>
                  </a:lnTo>
                  <a:lnTo>
                    <a:pt x="2031712" y="191020"/>
                  </a:lnTo>
                  <a:lnTo>
                    <a:pt x="2024045" y="191020"/>
                  </a:lnTo>
                  <a:lnTo>
                    <a:pt x="2016379" y="191020"/>
                  </a:lnTo>
                  <a:lnTo>
                    <a:pt x="2008712" y="191020"/>
                  </a:lnTo>
                  <a:lnTo>
                    <a:pt x="2001045" y="191020"/>
                  </a:lnTo>
                  <a:lnTo>
                    <a:pt x="1993378" y="191020"/>
                  </a:lnTo>
                  <a:lnTo>
                    <a:pt x="1985711" y="191020"/>
                  </a:lnTo>
                  <a:lnTo>
                    <a:pt x="1978044" y="191020"/>
                  </a:lnTo>
                  <a:lnTo>
                    <a:pt x="1970378" y="191020"/>
                  </a:lnTo>
                  <a:lnTo>
                    <a:pt x="1962711" y="191020"/>
                  </a:lnTo>
                  <a:lnTo>
                    <a:pt x="1955044" y="191020"/>
                  </a:lnTo>
                  <a:lnTo>
                    <a:pt x="1947377" y="191020"/>
                  </a:lnTo>
                  <a:lnTo>
                    <a:pt x="1939710" y="191020"/>
                  </a:lnTo>
                  <a:lnTo>
                    <a:pt x="1932043" y="191020"/>
                  </a:lnTo>
                  <a:lnTo>
                    <a:pt x="1924376" y="191020"/>
                  </a:lnTo>
                  <a:lnTo>
                    <a:pt x="1916710" y="191020"/>
                  </a:lnTo>
                  <a:lnTo>
                    <a:pt x="1909043" y="191020"/>
                  </a:lnTo>
                  <a:lnTo>
                    <a:pt x="1901376" y="191020"/>
                  </a:lnTo>
                  <a:lnTo>
                    <a:pt x="1893709" y="191020"/>
                  </a:lnTo>
                  <a:lnTo>
                    <a:pt x="1886042" y="191020"/>
                  </a:lnTo>
                  <a:lnTo>
                    <a:pt x="1878375" y="191020"/>
                  </a:lnTo>
                  <a:lnTo>
                    <a:pt x="1870709" y="191020"/>
                  </a:lnTo>
                  <a:lnTo>
                    <a:pt x="1863042" y="191020"/>
                  </a:lnTo>
                  <a:lnTo>
                    <a:pt x="1855375" y="191020"/>
                  </a:lnTo>
                  <a:lnTo>
                    <a:pt x="1847708" y="191020"/>
                  </a:lnTo>
                  <a:lnTo>
                    <a:pt x="1840041" y="191020"/>
                  </a:lnTo>
                  <a:lnTo>
                    <a:pt x="1832374" y="191020"/>
                  </a:lnTo>
                  <a:lnTo>
                    <a:pt x="1824708" y="191020"/>
                  </a:lnTo>
                  <a:lnTo>
                    <a:pt x="1817041" y="191020"/>
                  </a:lnTo>
                  <a:lnTo>
                    <a:pt x="1809374" y="191020"/>
                  </a:lnTo>
                  <a:lnTo>
                    <a:pt x="1801707" y="191020"/>
                  </a:lnTo>
                  <a:lnTo>
                    <a:pt x="1794040" y="191020"/>
                  </a:lnTo>
                  <a:lnTo>
                    <a:pt x="1786373" y="191020"/>
                  </a:lnTo>
                  <a:lnTo>
                    <a:pt x="1778707" y="191020"/>
                  </a:lnTo>
                  <a:lnTo>
                    <a:pt x="1771040" y="191020"/>
                  </a:lnTo>
                  <a:lnTo>
                    <a:pt x="1763373" y="191020"/>
                  </a:lnTo>
                  <a:lnTo>
                    <a:pt x="1755706" y="191020"/>
                  </a:lnTo>
                  <a:lnTo>
                    <a:pt x="1748039" y="191020"/>
                  </a:lnTo>
                  <a:lnTo>
                    <a:pt x="1740372" y="191020"/>
                  </a:lnTo>
                  <a:lnTo>
                    <a:pt x="1732705" y="191020"/>
                  </a:lnTo>
                  <a:lnTo>
                    <a:pt x="1725039" y="191020"/>
                  </a:lnTo>
                  <a:lnTo>
                    <a:pt x="1717372" y="191020"/>
                  </a:lnTo>
                  <a:lnTo>
                    <a:pt x="1709705" y="191020"/>
                  </a:lnTo>
                  <a:lnTo>
                    <a:pt x="1702038" y="191020"/>
                  </a:lnTo>
                  <a:lnTo>
                    <a:pt x="1694371" y="191020"/>
                  </a:lnTo>
                  <a:lnTo>
                    <a:pt x="1686704" y="191020"/>
                  </a:lnTo>
                  <a:lnTo>
                    <a:pt x="1679038" y="191020"/>
                  </a:lnTo>
                  <a:lnTo>
                    <a:pt x="1671371" y="191020"/>
                  </a:lnTo>
                  <a:lnTo>
                    <a:pt x="1663704" y="191020"/>
                  </a:lnTo>
                  <a:lnTo>
                    <a:pt x="1656037" y="191020"/>
                  </a:lnTo>
                  <a:lnTo>
                    <a:pt x="1648370" y="191020"/>
                  </a:lnTo>
                  <a:lnTo>
                    <a:pt x="1640703" y="191020"/>
                  </a:lnTo>
                  <a:lnTo>
                    <a:pt x="1633037" y="191020"/>
                  </a:lnTo>
                  <a:lnTo>
                    <a:pt x="1625370" y="191020"/>
                  </a:lnTo>
                  <a:lnTo>
                    <a:pt x="1617703" y="191020"/>
                  </a:lnTo>
                  <a:lnTo>
                    <a:pt x="1610036" y="191020"/>
                  </a:lnTo>
                  <a:lnTo>
                    <a:pt x="1602369" y="191020"/>
                  </a:lnTo>
                  <a:lnTo>
                    <a:pt x="1594702" y="191020"/>
                  </a:lnTo>
                  <a:lnTo>
                    <a:pt x="1587036" y="191020"/>
                  </a:lnTo>
                  <a:lnTo>
                    <a:pt x="1579369" y="191020"/>
                  </a:lnTo>
                  <a:lnTo>
                    <a:pt x="1571702" y="191020"/>
                  </a:lnTo>
                  <a:lnTo>
                    <a:pt x="1564035" y="191020"/>
                  </a:lnTo>
                  <a:lnTo>
                    <a:pt x="1556368" y="191020"/>
                  </a:lnTo>
                  <a:lnTo>
                    <a:pt x="1548701" y="191020"/>
                  </a:lnTo>
                  <a:lnTo>
                    <a:pt x="1541034" y="191020"/>
                  </a:lnTo>
                  <a:lnTo>
                    <a:pt x="1533368" y="191020"/>
                  </a:lnTo>
                  <a:lnTo>
                    <a:pt x="1525701" y="191020"/>
                  </a:lnTo>
                  <a:lnTo>
                    <a:pt x="1518034" y="191020"/>
                  </a:lnTo>
                  <a:lnTo>
                    <a:pt x="1510367" y="191020"/>
                  </a:lnTo>
                  <a:lnTo>
                    <a:pt x="1502700" y="191020"/>
                  </a:lnTo>
                  <a:lnTo>
                    <a:pt x="1495033" y="191020"/>
                  </a:lnTo>
                  <a:lnTo>
                    <a:pt x="1487367" y="191020"/>
                  </a:lnTo>
                  <a:lnTo>
                    <a:pt x="1479700" y="191020"/>
                  </a:lnTo>
                  <a:lnTo>
                    <a:pt x="1472033" y="191020"/>
                  </a:lnTo>
                  <a:lnTo>
                    <a:pt x="1464366" y="191020"/>
                  </a:lnTo>
                  <a:lnTo>
                    <a:pt x="1456699" y="191020"/>
                  </a:lnTo>
                  <a:lnTo>
                    <a:pt x="1449032" y="191020"/>
                  </a:lnTo>
                  <a:lnTo>
                    <a:pt x="1441366" y="191020"/>
                  </a:lnTo>
                  <a:lnTo>
                    <a:pt x="1433699" y="191020"/>
                  </a:lnTo>
                  <a:lnTo>
                    <a:pt x="1426032" y="191020"/>
                  </a:lnTo>
                  <a:lnTo>
                    <a:pt x="1418365" y="191020"/>
                  </a:lnTo>
                  <a:lnTo>
                    <a:pt x="1410698" y="191020"/>
                  </a:lnTo>
                  <a:lnTo>
                    <a:pt x="1403031" y="191020"/>
                  </a:lnTo>
                  <a:lnTo>
                    <a:pt x="1395364" y="191020"/>
                  </a:lnTo>
                  <a:lnTo>
                    <a:pt x="1387698" y="191020"/>
                  </a:lnTo>
                  <a:lnTo>
                    <a:pt x="1380031" y="191020"/>
                  </a:lnTo>
                  <a:lnTo>
                    <a:pt x="1372364" y="191020"/>
                  </a:lnTo>
                  <a:lnTo>
                    <a:pt x="1364697" y="191020"/>
                  </a:lnTo>
                  <a:lnTo>
                    <a:pt x="1357030" y="191020"/>
                  </a:lnTo>
                  <a:lnTo>
                    <a:pt x="1349363" y="191020"/>
                  </a:lnTo>
                  <a:lnTo>
                    <a:pt x="1341697" y="191020"/>
                  </a:lnTo>
                  <a:lnTo>
                    <a:pt x="1334030" y="191020"/>
                  </a:lnTo>
                  <a:lnTo>
                    <a:pt x="1326363" y="191020"/>
                  </a:lnTo>
                  <a:lnTo>
                    <a:pt x="1318696" y="191020"/>
                  </a:lnTo>
                  <a:lnTo>
                    <a:pt x="1311029" y="191020"/>
                  </a:lnTo>
                  <a:lnTo>
                    <a:pt x="1303362" y="191020"/>
                  </a:lnTo>
                  <a:lnTo>
                    <a:pt x="1295696" y="191020"/>
                  </a:lnTo>
                  <a:lnTo>
                    <a:pt x="1288029" y="191020"/>
                  </a:lnTo>
                  <a:lnTo>
                    <a:pt x="1280362" y="191020"/>
                  </a:lnTo>
                  <a:lnTo>
                    <a:pt x="1272695" y="191020"/>
                  </a:lnTo>
                  <a:lnTo>
                    <a:pt x="1265028" y="191020"/>
                  </a:lnTo>
                  <a:lnTo>
                    <a:pt x="1257361" y="191020"/>
                  </a:lnTo>
                  <a:lnTo>
                    <a:pt x="1249695" y="191020"/>
                  </a:lnTo>
                  <a:lnTo>
                    <a:pt x="1242028" y="191020"/>
                  </a:lnTo>
                  <a:lnTo>
                    <a:pt x="1234361" y="191020"/>
                  </a:lnTo>
                  <a:lnTo>
                    <a:pt x="1226694" y="191020"/>
                  </a:lnTo>
                  <a:lnTo>
                    <a:pt x="1219027" y="191020"/>
                  </a:lnTo>
                  <a:lnTo>
                    <a:pt x="1211360" y="191020"/>
                  </a:lnTo>
                  <a:lnTo>
                    <a:pt x="1203693" y="191020"/>
                  </a:lnTo>
                  <a:lnTo>
                    <a:pt x="1196027" y="191020"/>
                  </a:lnTo>
                  <a:lnTo>
                    <a:pt x="1188360" y="191020"/>
                  </a:lnTo>
                  <a:lnTo>
                    <a:pt x="1180693" y="191020"/>
                  </a:lnTo>
                  <a:lnTo>
                    <a:pt x="1173026" y="191020"/>
                  </a:lnTo>
                  <a:lnTo>
                    <a:pt x="1165359" y="191020"/>
                  </a:lnTo>
                  <a:lnTo>
                    <a:pt x="1157692" y="191020"/>
                  </a:lnTo>
                  <a:lnTo>
                    <a:pt x="1150026" y="191020"/>
                  </a:lnTo>
                  <a:lnTo>
                    <a:pt x="1142359" y="191020"/>
                  </a:lnTo>
                  <a:lnTo>
                    <a:pt x="1134692" y="191020"/>
                  </a:lnTo>
                  <a:lnTo>
                    <a:pt x="1127025" y="191020"/>
                  </a:lnTo>
                  <a:lnTo>
                    <a:pt x="1119358" y="191020"/>
                  </a:lnTo>
                  <a:lnTo>
                    <a:pt x="1111691" y="191020"/>
                  </a:lnTo>
                  <a:lnTo>
                    <a:pt x="1104025" y="191020"/>
                  </a:lnTo>
                  <a:lnTo>
                    <a:pt x="1096358" y="191020"/>
                  </a:lnTo>
                  <a:lnTo>
                    <a:pt x="1088691" y="191020"/>
                  </a:lnTo>
                  <a:lnTo>
                    <a:pt x="1081024" y="191020"/>
                  </a:lnTo>
                  <a:lnTo>
                    <a:pt x="1073357" y="191020"/>
                  </a:lnTo>
                  <a:lnTo>
                    <a:pt x="1065690" y="191020"/>
                  </a:lnTo>
                  <a:lnTo>
                    <a:pt x="1058024" y="191020"/>
                  </a:lnTo>
                  <a:lnTo>
                    <a:pt x="1050357" y="191020"/>
                  </a:lnTo>
                  <a:lnTo>
                    <a:pt x="1042690" y="191020"/>
                  </a:lnTo>
                  <a:lnTo>
                    <a:pt x="1035023" y="191020"/>
                  </a:lnTo>
                  <a:lnTo>
                    <a:pt x="1027356" y="191020"/>
                  </a:lnTo>
                  <a:lnTo>
                    <a:pt x="1019689" y="191020"/>
                  </a:lnTo>
                  <a:lnTo>
                    <a:pt x="1012022" y="191020"/>
                  </a:lnTo>
                  <a:lnTo>
                    <a:pt x="1004356" y="191020"/>
                  </a:lnTo>
                  <a:lnTo>
                    <a:pt x="996689" y="191020"/>
                  </a:lnTo>
                  <a:lnTo>
                    <a:pt x="989022" y="191020"/>
                  </a:lnTo>
                  <a:lnTo>
                    <a:pt x="981355" y="191020"/>
                  </a:lnTo>
                  <a:lnTo>
                    <a:pt x="973688" y="191020"/>
                  </a:lnTo>
                  <a:lnTo>
                    <a:pt x="966021" y="191020"/>
                  </a:lnTo>
                  <a:lnTo>
                    <a:pt x="958355" y="191020"/>
                  </a:lnTo>
                  <a:lnTo>
                    <a:pt x="950688" y="191020"/>
                  </a:lnTo>
                  <a:lnTo>
                    <a:pt x="943021" y="191020"/>
                  </a:lnTo>
                  <a:lnTo>
                    <a:pt x="935354" y="191020"/>
                  </a:lnTo>
                  <a:lnTo>
                    <a:pt x="927687" y="191020"/>
                  </a:lnTo>
                  <a:lnTo>
                    <a:pt x="920020" y="191020"/>
                  </a:lnTo>
                  <a:lnTo>
                    <a:pt x="912354" y="191020"/>
                  </a:lnTo>
                  <a:lnTo>
                    <a:pt x="904687" y="191020"/>
                  </a:lnTo>
                  <a:lnTo>
                    <a:pt x="897020" y="191020"/>
                  </a:lnTo>
                  <a:lnTo>
                    <a:pt x="889353" y="191020"/>
                  </a:lnTo>
                  <a:lnTo>
                    <a:pt x="881686" y="191020"/>
                  </a:lnTo>
                  <a:lnTo>
                    <a:pt x="874019" y="191020"/>
                  </a:lnTo>
                  <a:lnTo>
                    <a:pt x="866352" y="191020"/>
                  </a:lnTo>
                  <a:lnTo>
                    <a:pt x="858686" y="191020"/>
                  </a:lnTo>
                  <a:lnTo>
                    <a:pt x="851019" y="191020"/>
                  </a:lnTo>
                  <a:lnTo>
                    <a:pt x="843352" y="191020"/>
                  </a:lnTo>
                  <a:lnTo>
                    <a:pt x="835685" y="191020"/>
                  </a:lnTo>
                  <a:lnTo>
                    <a:pt x="828018" y="191020"/>
                  </a:lnTo>
                  <a:lnTo>
                    <a:pt x="820351" y="191020"/>
                  </a:lnTo>
                  <a:lnTo>
                    <a:pt x="812685" y="191020"/>
                  </a:lnTo>
                  <a:lnTo>
                    <a:pt x="805018" y="191020"/>
                  </a:lnTo>
                  <a:lnTo>
                    <a:pt x="797351" y="191020"/>
                  </a:lnTo>
                  <a:lnTo>
                    <a:pt x="789684" y="191020"/>
                  </a:lnTo>
                  <a:lnTo>
                    <a:pt x="782017" y="191020"/>
                  </a:lnTo>
                  <a:lnTo>
                    <a:pt x="774350" y="191020"/>
                  </a:lnTo>
                  <a:lnTo>
                    <a:pt x="766684" y="191020"/>
                  </a:lnTo>
                  <a:lnTo>
                    <a:pt x="759017" y="191020"/>
                  </a:lnTo>
                  <a:lnTo>
                    <a:pt x="751350" y="191020"/>
                  </a:lnTo>
                  <a:lnTo>
                    <a:pt x="743683" y="191020"/>
                  </a:lnTo>
                  <a:lnTo>
                    <a:pt x="736016" y="191020"/>
                  </a:lnTo>
                  <a:lnTo>
                    <a:pt x="728349" y="191020"/>
                  </a:lnTo>
                  <a:lnTo>
                    <a:pt x="720683" y="191020"/>
                  </a:lnTo>
                  <a:lnTo>
                    <a:pt x="713016" y="191020"/>
                  </a:lnTo>
                  <a:lnTo>
                    <a:pt x="705349" y="191020"/>
                  </a:lnTo>
                  <a:lnTo>
                    <a:pt x="697682" y="191020"/>
                  </a:lnTo>
                  <a:lnTo>
                    <a:pt x="690015" y="191020"/>
                  </a:lnTo>
                  <a:lnTo>
                    <a:pt x="682348" y="191020"/>
                  </a:lnTo>
                  <a:lnTo>
                    <a:pt x="674681" y="191020"/>
                  </a:lnTo>
                  <a:lnTo>
                    <a:pt x="667015" y="191020"/>
                  </a:lnTo>
                  <a:lnTo>
                    <a:pt x="659348" y="191020"/>
                  </a:lnTo>
                  <a:lnTo>
                    <a:pt x="651681" y="191020"/>
                  </a:lnTo>
                  <a:lnTo>
                    <a:pt x="644014" y="191020"/>
                  </a:lnTo>
                  <a:lnTo>
                    <a:pt x="636347" y="191020"/>
                  </a:lnTo>
                  <a:lnTo>
                    <a:pt x="628680" y="191020"/>
                  </a:lnTo>
                  <a:lnTo>
                    <a:pt x="621014" y="191020"/>
                  </a:lnTo>
                  <a:lnTo>
                    <a:pt x="613347" y="191020"/>
                  </a:lnTo>
                  <a:lnTo>
                    <a:pt x="605680" y="191020"/>
                  </a:lnTo>
                  <a:lnTo>
                    <a:pt x="598013" y="191020"/>
                  </a:lnTo>
                  <a:lnTo>
                    <a:pt x="590346" y="191020"/>
                  </a:lnTo>
                  <a:lnTo>
                    <a:pt x="582679" y="191020"/>
                  </a:lnTo>
                  <a:lnTo>
                    <a:pt x="575013" y="191020"/>
                  </a:lnTo>
                  <a:lnTo>
                    <a:pt x="567346" y="191020"/>
                  </a:lnTo>
                  <a:lnTo>
                    <a:pt x="559679" y="191020"/>
                  </a:lnTo>
                  <a:lnTo>
                    <a:pt x="552012" y="191020"/>
                  </a:lnTo>
                  <a:lnTo>
                    <a:pt x="544345" y="191020"/>
                  </a:lnTo>
                  <a:lnTo>
                    <a:pt x="536678" y="191020"/>
                  </a:lnTo>
                  <a:lnTo>
                    <a:pt x="529012" y="191020"/>
                  </a:lnTo>
                  <a:lnTo>
                    <a:pt x="521345" y="191020"/>
                  </a:lnTo>
                  <a:lnTo>
                    <a:pt x="513678" y="191020"/>
                  </a:lnTo>
                  <a:lnTo>
                    <a:pt x="506011" y="191020"/>
                  </a:lnTo>
                  <a:lnTo>
                    <a:pt x="498344" y="191020"/>
                  </a:lnTo>
                  <a:lnTo>
                    <a:pt x="490677" y="191020"/>
                  </a:lnTo>
                  <a:lnTo>
                    <a:pt x="483010" y="191020"/>
                  </a:lnTo>
                  <a:lnTo>
                    <a:pt x="475344" y="191020"/>
                  </a:lnTo>
                  <a:lnTo>
                    <a:pt x="467677" y="191020"/>
                  </a:lnTo>
                  <a:lnTo>
                    <a:pt x="460010" y="191020"/>
                  </a:lnTo>
                  <a:lnTo>
                    <a:pt x="452343" y="191020"/>
                  </a:lnTo>
                  <a:lnTo>
                    <a:pt x="444676" y="191020"/>
                  </a:lnTo>
                  <a:lnTo>
                    <a:pt x="437009" y="191020"/>
                  </a:lnTo>
                  <a:lnTo>
                    <a:pt x="429343" y="191020"/>
                  </a:lnTo>
                  <a:lnTo>
                    <a:pt x="421676" y="191020"/>
                  </a:lnTo>
                  <a:lnTo>
                    <a:pt x="414009" y="191020"/>
                  </a:lnTo>
                  <a:lnTo>
                    <a:pt x="406342" y="191020"/>
                  </a:lnTo>
                  <a:lnTo>
                    <a:pt x="398675" y="191020"/>
                  </a:lnTo>
                  <a:lnTo>
                    <a:pt x="391008" y="191020"/>
                  </a:lnTo>
                  <a:lnTo>
                    <a:pt x="383342" y="191020"/>
                  </a:lnTo>
                  <a:lnTo>
                    <a:pt x="375675" y="191020"/>
                  </a:lnTo>
                  <a:lnTo>
                    <a:pt x="368008" y="191020"/>
                  </a:lnTo>
                  <a:lnTo>
                    <a:pt x="360341" y="191020"/>
                  </a:lnTo>
                  <a:lnTo>
                    <a:pt x="352674" y="191020"/>
                  </a:lnTo>
                  <a:lnTo>
                    <a:pt x="345007" y="191020"/>
                  </a:lnTo>
                  <a:lnTo>
                    <a:pt x="337340" y="191020"/>
                  </a:lnTo>
                  <a:lnTo>
                    <a:pt x="329674" y="191020"/>
                  </a:lnTo>
                  <a:lnTo>
                    <a:pt x="322007" y="191020"/>
                  </a:lnTo>
                  <a:lnTo>
                    <a:pt x="314340" y="191020"/>
                  </a:lnTo>
                  <a:lnTo>
                    <a:pt x="306673" y="191020"/>
                  </a:lnTo>
                  <a:lnTo>
                    <a:pt x="299006" y="191020"/>
                  </a:lnTo>
                  <a:lnTo>
                    <a:pt x="291339" y="191020"/>
                  </a:lnTo>
                  <a:lnTo>
                    <a:pt x="283673" y="191020"/>
                  </a:lnTo>
                  <a:lnTo>
                    <a:pt x="276006" y="191020"/>
                  </a:lnTo>
                  <a:lnTo>
                    <a:pt x="268339" y="191020"/>
                  </a:lnTo>
                  <a:lnTo>
                    <a:pt x="260672" y="191020"/>
                  </a:lnTo>
                  <a:lnTo>
                    <a:pt x="253005" y="191020"/>
                  </a:lnTo>
                  <a:lnTo>
                    <a:pt x="245338" y="191020"/>
                  </a:lnTo>
                  <a:lnTo>
                    <a:pt x="237672" y="191020"/>
                  </a:lnTo>
                  <a:lnTo>
                    <a:pt x="230005" y="191020"/>
                  </a:lnTo>
                  <a:lnTo>
                    <a:pt x="222338" y="191020"/>
                  </a:lnTo>
                  <a:lnTo>
                    <a:pt x="214671" y="191020"/>
                  </a:lnTo>
                  <a:lnTo>
                    <a:pt x="207004" y="191020"/>
                  </a:lnTo>
                  <a:lnTo>
                    <a:pt x="199337" y="191020"/>
                  </a:lnTo>
                  <a:lnTo>
                    <a:pt x="191671" y="191020"/>
                  </a:lnTo>
                  <a:lnTo>
                    <a:pt x="184004" y="191020"/>
                  </a:lnTo>
                  <a:lnTo>
                    <a:pt x="176337" y="191020"/>
                  </a:lnTo>
                  <a:lnTo>
                    <a:pt x="168670" y="191020"/>
                  </a:lnTo>
                  <a:lnTo>
                    <a:pt x="161003" y="191020"/>
                  </a:lnTo>
                  <a:lnTo>
                    <a:pt x="153336" y="191020"/>
                  </a:lnTo>
                  <a:lnTo>
                    <a:pt x="145669" y="191020"/>
                  </a:lnTo>
                  <a:lnTo>
                    <a:pt x="138003" y="191020"/>
                  </a:lnTo>
                  <a:lnTo>
                    <a:pt x="130336" y="191020"/>
                  </a:lnTo>
                  <a:lnTo>
                    <a:pt x="122669" y="191020"/>
                  </a:lnTo>
                  <a:lnTo>
                    <a:pt x="115002" y="191020"/>
                  </a:lnTo>
                  <a:lnTo>
                    <a:pt x="107335" y="191020"/>
                  </a:lnTo>
                  <a:lnTo>
                    <a:pt x="99668" y="191020"/>
                  </a:lnTo>
                  <a:lnTo>
                    <a:pt x="92002" y="191020"/>
                  </a:lnTo>
                  <a:lnTo>
                    <a:pt x="84335" y="191020"/>
                  </a:lnTo>
                  <a:lnTo>
                    <a:pt x="76668" y="191020"/>
                  </a:lnTo>
                  <a:lnTo>
                    <a:pt x="69001" y="191020"/>
                  </a:lnTo>
                  <a:lnTo>
                    <a:pt x="61334" y="191020"/>
                  </a:lnTo>
                  <a:lnTo>
                    <a:pt x="53667" y="191020"/>
                  </a:lnTo>
                  <a:lnTo>
                    <a:pt x="46001" y="191020"/>
                  </a:lnTo>
                  <a:lnTo>
                    <a:pt x="38334" y="191020"/>
                  </a:lnTo>
                  <a:lnTo>
                    <a:pt x="30667" y="191020"/>
                  </a:lnTo>
                  <a:lnTo>
                    <a:pt x="23000" y="191020"/>
                  </a:lnTo>
                  <a:lnTo>
                    <a:pt x="15333" y="191020"/>
                  </a:lnTo>
                  <a:lnTo>
                    <a:pt x="7666" y="191020"/>
                  </a:lnTo>
                  <a:lnTo>
                    <a:pt x="0" y="191020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633" name="pg632"/>
            <p:cNvSpPr/>
            <p:nvPr/>
          </p:nvSpPr>
          <p:spPr>
            <a:xfrm>
              <a:off x="2705872" y="6341755"/>
              <a:ext cx="3289635" cy="191020"/>
            </a:xfrm>
            <a:custGeom>
              <a:avLst/>
              <a:pathLst>
                <a:path w="3289635" h="191020">
                  <a:moveTo>
                    <a:pt x="0" y="0"/>
                  </a:moveTo>
                  <a:lnTo>
                    <a:pt x="6579" y="0"/>
                  </a:lnTo>
                  <a:lnTo>
                    <a:pt x="13158" y="0"/>
                  </a:lnTo>
                  <a:lnTo>
                    <a:pt x="19737" y="0"/>
                  </a:lnTo>
                  <a:lnTo>
                    <a:pt x="26317" y="0"/>
                  </a:lnTo>
                  <a:lnTo>
                    <a:pt x="32896" y="0"/>
                  </a:lnTo>
                  <a:lnTo>
                    <a:pt x="39475" y="0"/>
                  </a:lnTo>
                  <a:lnTo>
                    <a:pt x="46054" y="0"/>
                  </a:lnTo>
                  <a:lnTo>
                    <a:pt x="52634" y="0"/>
                  </a:lnTo>
                  <a:lnTo>
                    <a:pt x="59213" y="0"/>
                  </a:lnTo>
                  <a:lnTo>
                    <a:pt x="65792" y="0"/>
                  </a:lnTo>
                  <a:lnTo>
                    <a:pt x="72371" y="0"/>
                  </a:lnTo>
                  <a:lnTo>
                    <a:pt x="78951" y="0"/>
                  </a:lnTo>
                  <a:lnTo>
                    <a:pt x="85530" y="0"/>
                  </a:lnTo>
                  <a:lnTo>
                    <a:pt x="92109" y="0"/>
                  </a:lnTo>
                  <a:lnTo>
                    <a:pt x="98689" y="0"/>
                  </a:lnTo>
                  <a:lnTo>
                    <a:pt x="105268" y="0"/>
                  </a:lnTo>
                  <a:lnTo>
                    <a:pt x="111847" y="0"/>
                  </a:lnTo>
                  <a:lnTo>
                    <a:pt x="118426" y="0"/>
                  </a:lnTo>
                  <a:lnTo>
                    <a:pt x="125006" y="0"/>
                  </a:lnTo>
                  <a:lnTo>
                    <a:pt x="131585" y="0"/>
                  </a:lnTo>
                  <a:lnTo>
                    <a:pt x="138164" y="0"/>
                  </a:lnTo>
                  <a:lnTo>
                    <a:pt x="144743" y="0"/>
                  </a:lnTo>
                  <a:lnTo>
                    <a:pt x="151323" y="0"/>
                  </a:lnTo>
                  <a:lnTo>
                    <a:pt x="157902" y="0"/>
                  </a:lnTo>
                  <a:lnTo>
                    <a:pt x="164481" y="0"/>
                  </a:lnTo>
                  <a:lnTo>
                    <a:pt x="171061" y="0"/>
                  </a:lnTo>
                  <a:lnTo>
                    <a:pt x="177640" y="0"/>
                  </a:lnTo>
                  <a:lnTo>
                    <a:pt x="184219" y="0"/>
                  </a:lnTo>
                  <a:lnTo>
                    <a:pt x="190798" y="0"/>
                  </a:lnTo>
                  <a:lnTo>
                    <a:pt x="197378" y="0"/>
                  </a:lnTo>
                  <a:lnTo>
                    <a:pt x="203957" y="0"/>
                  </a:lnTo>
                  <a:lnTo>
                    <a:pt x="210536" y="0"/>
                  </a:lnTo>
                  <a:lnTo>
                    <a:pt x="217115" y="0"/>
                  </a:lnTo>
                  <a:lnTo>
                    <a:pt x="223695" y="0"/>
                  </a:lnTo>
                  <a:lnTo>
                    <a:pt x="230274" y="0"/>
                  </a:lnTo>
                  <a:lnTo>
                    <a:pt x="236853" y="0"/>
                  </a:lnTo>
                  <a:lnTo>
                    <a:pt x="243433" y="0"/>
                  </a:lnTo>
                  <a:lnTo>
                    <a:pt x="250012" y="0"/>
                  </a:lnTo>
                  <a:lnTo>
                    <a:pt x="256591" y="0"/>
                  </a:lnTo>
                  <a:lnTo>
                    <a:pt x="263170" y="0"/>
                  </a:lnTo>
                  <a:lnTo>
                    <a:pt x="269750" y="0"/>
                  </a:lnTo>
                  <a:lnTo>
                    <a:pt x="276329" y="0"/>
                  </a:lnTo>
                  <a:lnTo>
                    <a:pt x="282908" y="0"/>
                  </a:lnTo>
                  <a:lnTo>
                    <a:pt x="289487" y="0"/>
                  </a:lnTo>
                  <a:lnTo>
                    <a:pt x="296067" y="0"/>
                  </a:lnTo>
                  <a:lnTo>
                    <a:pt x="302646" y="0"/>
                  </a:lnTo>
                  <a:lnTo>
                    <a:pt x="309225" y="0"/>
                  </a:lnTo>
                  <a:lnTo>
                    <a:pt x="315804" y="0"/>
                  </a:lnTo>
                  <a:lnTo>
                    <a:pt x="322384" y="0"/>
                  </a:lnTo>
                  <a:lnTo>
                    <a:pt x="328963" y="0"/>
                  </a:lnTo>
                  <a:lnTo>
                    <a:pt x="335542" y="0"/>
                  </a:lnTo>
                  <a:lnTo>
                    <a:pt x="342122" y="0"/>
                  </a:lnTo>
                  <a:lnTo>
                    <a:pt x="348701" y="0"/>
                  </a:lnTo>
                  <a:lnTo>
                    <a:pt x="355280" y="0"/>
                  </a:lnTo>
                  <a:lnTo>
                    <a:pt x="361859" y="0"/>
                  </a:lnTo>
                  <a:lnTo>
                    <a:pt x="368439" y="0"/>
                  </a:lnTo>
                  <a:lnTo>
                    <a:pt x="375018" y="0"/>
                  </a:lnTo>
                  <a:lnTo>
                    <a:pt x="381597" y="0"/>
                  </a:lnTo>
                  <a:lnTo>
                    <a:pt x="388176" y="0"/>
                  </a:lnTo>
                  <a:lnTo>
                    <a:pt x="394756" y="0"/>
                  </a:lnTo>
                  <a:lnTo>
                    <a:pt x="401335" y="0"/>
                  </a:lnTo>
                  <a:lnTo>
                    <a:pt x="407914" y="0"/>
                  </a:lnTo>
                  <a:lnTo>
                    <a:pt x="414494" y="0"/>
                  </a:lnTo>
                  <a:lnTo>
                    <a:pt x="421073" y="0"/>
                  </a:lnTo>
                  <a:lnTo>
                    <a:pt x="427652" y="0"/>
                  </a:lnTo>
                  <a:lnTo>
                    <a:pt x="434231" y="0"/>
                  </a:lnTo>
                  <a:lnTo>
                    <a:pt x="440811" y="0"/>
                  </a:lnTo>
                  <a:lnTo>
                    <a:pt x="447390" y="0"/>
                  </a:lnTo>
                  <a:lnTo>
                    <a:pt x="453969" y="0"/>
                  </a:lnTo>
                  <a:lnTo>
                    <a:pt x="460548" y="0"/>
                  </a:lnTo>
                  <a:lnTo>
                    <a:pt x="467128" y="0"/>
                  </a:lnTo>
                  <a:lnTo>
                    <a:pt x="473707" y="0"/>
                  </a:lnTo>
                  <a:lnTo>
                    <a:pt x="480286" y="0"/>
                  </a:lnTo>
                  <a:lnTo>
                    <a:pt x="486866" y="0"/>
                  </a:lnTo>
                  <a:lnTo>
                    <a:pt x="493445" y="0"/>
                  </a:lnTo>
                  <a:lnTo>
                    <a:pt x="500024" y="0"/>
                  </a:lnTo>
                  <a:lnTo>
                    <a:pt x="506603" y="0"/>
                  </a:lnTo>
                  <a:lnTo>
                    <a:pt x="513183" y="0"/>
                  </a:lnTo>
                  <a:lnTo>
                    <a:pt x="519762" y="0"/>
                  </a:lnTo>
                  <a:lnTo>
                    <a:pt x="526341" y="0"/>
                  </a:lnTo>
                  <a:lnTo>
                    <a:pt x="532920" y="0"/>
                  </a:lnTo>
                  <a:lnTo>
                    <a:pt x="539500" y="0"/>
                  </a:lnTo>
                  <a:lnTo>
                    <a:pt x="546079" y="0"/>
                  </a:lnTo>
                  <a:lnTo>
                    <a:pt x="552658" y="0"/>
                  </a:lnTo>
                  <a:lnTo>
                    <a:pt x="559238" y="0"/>
                  </a:lnTo>
                  <a:lnTo>
                    <a:pt x="565817" y="0"/>
                  </a:lnTo>
                  <a:lnTo>
                    <a:pt x="572396" y="0"/>
                  </a:lnTo>
                  <a:lnTo>
                    <a:pt x="578975" y="0"/>
                  </a:lnTo>
                  <a:lnTo>
                    <a:pt x="585555" y="0"/>
                  </a:lnTo>
                  <a:lnTo>
                    <a:pt x="592134" y="0"/>
                  </a:lnTo>
                  <a:lnTo>
                    <a:pt x="598713" y="0"/>
                  </a:lnTo>
                  <a:lnTo>
                    <a:pt x="605292" y="0"/>
                  </a:lnTo>
                  <a:lnTo>
                    <a:pt x="611872" y="0"/>
                  </a:lnTo>
                  <a:lnTo>
                    <a:pt x="618451" y="0"/>
                  </a:lnTo>
                  <a:lnTo>
                    <a:pt x="625030" y="0"/>
                  </a:lnTo>
                  <a:lnTo>
                    <a:pt x="631609" y="0"/>
                  </a:lnTo>
                  <a:lnTo>
                    <a:pt x="638189" y="0"/>
                  </a:lnTo>
                  <a:lnTo>
                    <a:pt x="644768" y="0"/>
                  </a:lnTo>
                  <a:lnTo>
                    <a:pt x="651347" y="0"/>
                  </a:lnTo>
                  <a:lnTo>
                    <a:pt x="657927" y="0"/>
                  </a:lnTo>
                  <a:lnTo>
                    <a:pt x="664506" y="0"/>
                  </a:lnTo>
                  <a:lnTo>
                    <a:pt x="671085" y="0"/>
                  </a:lnTo>
                  <a:lnTo>
                    <a:pt x="677664" y="0"/>
                  </a:lnTo>
                  <a:lnTo>
                    <a:pt x="684244" y="0"/>
                  </a:lnTo>
                  <a:lnTo>
                    <a:pt x="690823" y="0"/>
                  </a:lnTo>
                  <a:lnTo>
                    <a:pt x="697402" y="0"/>
                  </a:lnTo>
                  <a:lnTo>
                    <a:pt x="703981" y="0"/>
                  </a:lnTo>
                  <a:lnTo>
                    <a:pt x="710561" y="0"/>
                  </a:lnTo>
                  <a:lnTo>
                    <a:pt x="717140" y="0"/>
                  </a:lnTo>
                  <a:lnTo>
                    <a:pt x="723719" y="0"/>
                  </a:lnTo>
                  <a:lnTo>
                    <a:pt x="730299" y="0"/>
                  </a:lnTo>
                  <a:lnTo>
                    <a:pt x="736878" y="0"/>
                  </a:lnTo>
                  <a:lnTo>
                    <a:pt x="743457" y="0"/>
                  </a:lnTo>
                  <a:lnTo>
                    <a:pt x="750036" y="0"/>
                  </a:lnTo>
                  <a:lnTo>
                    <a:pt x="756616" y="0"/>
                  </a:lnTo>
                  <a:lnTo>
                    <a:pt x="763195" y="0"/>
                  </a:lnTo>
                  <a:lnTo>
                    <a:pt x="769774" y="0"/>
                  </a:lnTo>
                  <a:lnTo>
                    <a:pt x="776353" y="0"/>
                  </a:lnTo>
                  <a:lnTo>
                    <a:pt x="782933" y="0"/>
                  </a:lnTo>
                  <a:lnTo>
                    <a:pt x="789512" y="0"/>
                  </a:lnTo>
                  <a:lnTo>
                    <a:pt x="796091" y="0"/>
                  </a:lnTo>
                  <a:lnTo>
                    <a:pt x="802671" y="0"/>
                  </a:lnTo>
                  <a:lnTo>
                    <a:pt x="809250" y="0"/>
                  </a:lnTo>
                  <a:lnTo>
                    <a:pt x="815829" y="0"/>
                  </a:lnTo>
                  <a:lnTo>
                    <a:pt x="822408" y="0"/>
                  </a:lnTo>
                  <a:lnTo>
                    <a:pt x="828988" y="0"/>
                  </a:lnTo>
                  <a:lnTo>
                    <a:pt x="835567" y="0"/>
                  </a:lnTo>
                  <a:lnTo>
                    <a:pt x="842146" y="0"/>
                  </a:lnTo>
                  <a:lnTo>
                    <a:pt x="848725" y="0"/>
                  </a:lnTo>
                  <a:lnTo>
                    <a:pt x="855305" y="0"/>
                  </a:lnTo>
                  <a:lnTo>
                    <a:pt x="861884" y="0"/>
                  </a:lnTo>
                  <a:lnTo>
                    <a:pt x="868463" y="0"/>
                  </a:lnTo>
                  <a:lnTo>
                    <a:pt x="875043" y="0"/>
                  </a:lnTo>
                  <a:lnTo>
                    <a:pt x="881622" y="0"/>
                  </a:lnTo>
                  <a:lnTo>
                    <a:pt x="888201" y="0"/>
                  </a:lnTo>
                  <a:lnTo>
                    <a:pt x="894780" y="0"/>
                  </a:lnTo>
                  <a:lnTo>
                    <a:pt x="901360" y="0"/>
                  </a:lnTo>
                  <a:lnTo>
                    <a:pt x="907939" y="0"/>
                  </a:lnTo>
                  <a:lnTo>
                    <a:pt x="914518" y="0"/>
                  </a:lnTo>
                  <a:lnTo>
                    <a:pt x="921097" y="0"/>
                  </a:lnTo>
                  <a:lnTo>
                    <a:pt x="927677" y="0"/>
                  </a:lnTo>
                  <a:lnTo>
                    <a:pt x="934256" y="0"/>
                  </a:lnTo>
                  <a:lnTo>
                    <a:pt x="940835" y="0"/>
                  </a:lnTo>
                  <a:lnTo>
                    <a:pt x="947414" y="0"/>
                  </a:lnTo>
                  <a:lnTo>
                    <a:pt x="953994" y="0"/>
                  </a:lnTo>
                  <a:lnTo>
                    <a:pt x="960573" y="0"/>
                  </a:lnTo>
                  <a:lnTo>
                    <a:pt x="967152" y="0"/>
                  </a:lnTo>
                  <a:lnTo>
                    <a:pt x="973732" y="0"/>
                  </a:lnTo>
                  <a:lnTo>
                    <a:pt x="980311" y="0"/>
                  </a:lnTo>
                  <a:lnTo>
                    <a:pt x="986890" y="0"/>
                  </a:lnTo>
                  <a:lnTo>
                    <a:pt x="993469" y="0"/>
                  </a:lnTo>
                  <a:lnTo>
                    <a:pt x="1000049" y="0"/>
                  </a:lnTo>
                  <a:lnTo>
                    <a:pt x="1006628" y="0"/>
                  </a:lnTo>
                  <a:lnTo>
                    <a:pt x="1013207" y="0"/>
                  </a:lnTo>
                  <a:lnTo>
                    <a:pt x="1019786" y="0"/>
                  </a:lnTo>
                  <a:lnTo>
                    <a:pt x="1026366" y="0"/>
                  </a:lnTo>
                  <a:lnTo>
                    <a:pt x="1032945" y="0"/>
                  </a:lnTo>
                  <a:lnTo>
                    <a:pt x="1039524" y="0"/>
                  </a:lnTo>
                  <a:lnTo>
                    <a:pt x="1046104" y="0"/>
                  </a:lnTo>
                  <a:lnTo>
                    <a:pt x="1052683" y="0"/>
                  </a:lnTo>
                  <a:lnTo>
                    <a:pt x="1059262" y="0"/>
                  </a:lnTo>
                  <a:lnTo>
                    <a:pt x="1065841" y="0"/>
                  </a:lnTo>
                  <a:lnTo>
                    <a:pt x="1072421" y="0"/>
                  </a:lnTo>
                  <a:lnTo>
                    <a:pt x="1079000" y="0"/>
                  </a:lnTo>
                  <a:lnTo>
                    <a:pt x="1085579" y="0"/>
                  </a:lnTo>
                  <a:lnTo>
                    <a:pt x="1092158" y="0"/>
                  </a:lnTo>
                  <a:lnTo>
                    <a:pt x="1098738" y="0"/>
                  </a:lnTo>
                  <a:lnTo>
                    <a:pt x="1105317" y="0"/>
                  </a:lnTo>
                  <a:lnTo>
                    <a:pt x="1111896" y="0"/>
                  </a:lnTo>
                  <a:lnTo>
                    <a:pt x="1118476" y="0"/>
                  </a:lnTo>
                  <a:lnTo>
                    <a:pt x="1125055" y="0"/>
                  </a:lnTo>
                  <a:lnTo>
                    <a:pt x="1131634" y="0"/>
                  </a:lnTo>
                  <a:lnTo>
                    <a:pt x="1138213" y="0"/>
                  </a:lnTo>
                  <a:lnTo>
                    <a:pt x="1144793" y="0"/>
                  </a:lnTo>
                  <a:lnTo>
                    <a:pt x="1151372" y="0"/>
                  </a:lnTo>
                  <a:lnTo>
                    <a:pt x="1157951" y="0"/>
                  </a:lnTo>
                  <a:lnTo>
                    <a:pt x="1164530" y="0"/>
                  </a:lnTo>
                  <a:lnTo>
                    <a:pt x="1171110" y="0"/>
                  </a:lnTo>
                  <a:lnTo>
                    <a:pt x="1177689" y="0"/>
                  </a:lnTo>
                  <a:lnTo>
                    <a:pt x="1184268" y="0"/>
                  </a:lnTo>
                  <a:lnTo>
                    <a:pt x="1190848" y="0"/>
                  </a:lnTo>
                  <a:lnTo>
                    <a:pt x="1197427" y="0"/>
                  </a:lnTo>
                  <a:lnTo>
                    <a:pt x="1204006" y="0"/>
                  </a:lnTo>
                  <a:lnTo>
                    <a:pt x="1210585" y="0"/>
                  </a:lnTo>
                  <a:lnTo>
                    <a:pt x="1217165" y="0"/>
                  </a:lnTo>
                  <a:lnTo>
                    <a:pt x="1223744" y="0"/>
                  </a:lnTo>
                  <a:lnTo>
                    <a:pt x="1230323" y="0"/>
                  </a:lnTo>
                  <a:lnTo>
                    <a:pt x="1236902" y="0"/>
                  </a:lnTo>
                  <a:lnTo>
                    <a:pt x="1243482" y="0"/>
                  </a:lnTo>
                  <a:lnTo>
                    <a:pt x="1250061" y="0"/>
                  </a:lnTo>
                  <a:lnTo>
                    <a:pt x="1256640" y="0"/>
                  </a:lnTo>
                  <a:lnTo>
                    <a:pt x="1263219" y="0"/>
                  </a:lnTo>
                  <a:lnTo>
                    <a:pt x="1269799" y="0"/>
                  </a:lnTo>
                  <a:lnTo>
                    <a:pt x="1276378" y="0"/>
                  </a:lnTo>
                  <a:lnTo>
                    <a:pt x="1282957" y="0"/>
                  </a:lnTo>
                  <a:lnTo>
                    <a:pt x="1289537" y="0"/>
                  </a:lnTo>
                  <a:lnTo>
                    <a:pt x="1296116" y="0"/>
                  </a:lnTo>
                  <a:lnTo>
                    <a:pt x="1302695" y="0"/>
                  </a:lnTo>
                  <a:lnTo>
                    <a:pt x="1309274" y="0"/>
                  </a:lnTo>
                  <a:lnTo>
                    <a:pt x="1315854" y="0"/>
                  </a:lnTo>
                  <a:lnTo>
                    <a:pt x="1322433" y="0"/>
                  </a:lnTo>
                  <a:lnTo>
                    <a:pt x="1329012" y="0"/>
                  </a:lnTo>
                  <a:lnTo>
                    <a:pt x="1335591" y="0"/>
                  </a:lnTo>
                  <a:lnTo>
                    <a:pt x="1342171" y="0"/>
                  </a:lnTo>
                  <a:lnTo>
                    <a:pt x="1348750" y="0"/>
                  </a:lnTo>
                  <a:lnTo>
                    <a:pt x="1355329" y="0"/>
                  </a:lnTo>
                  <a:lnTo>
                    <a:pt x="1361909" y="0"/>
                  </a:lnTo>
                  <a:lnTo>
                    <a:pt x="1368488" y="0"/>
                  </a:lnTo>
                  <a:lnTo>
                    <a:pt x="1375067" y="0"/>
                  </a:lnTo>
                  <a:lnTo>
                    <a:pt x="1381646" y="0"/>
                  </a:lnTo>
                  <a:lnTo>
                    <a:pt x="1388226" y="0"/>
                  </a:lnTo>
                  <a:lnTo>
                    <a:pt x="1394805" y="0"/>
                  </a:lnTo>
                  <a:lnTo>
                    <a:pt x="1401384" y="0"/>
                  </a:lnTo>
                  <a:lnTo>
                    <a:pt x="1407963" y="0"/>
                  </a:lnTo>
                  <a:lnTo>
                    <a:pt x="1414543" y="0"/>
                  </a:lnTo>
                  <a:lnTo>
                    <a:pt x="1421122" y="0"/>
                  </a:lnTo>
                  <a:lnTo>
                    <a:pt x="1427701" y="0"/>
                  </a:lnTo>
                  <a:lnTo>
                    <a:pt x="1434281" y="0"/>
                  </a:lnTo>
                  <a:lnTo>
                    <a:pt x="1440860" y="0"/>
                  </a:lnTo>
                  <a:lnTo>
                    <a:pt x="1447439" y="0"/>
                  </a:lnTo>
                  <a:lnTo>
                    <a:pt x="1454018" y="0"/>
                  </a:lnTo>
                  <a:lnTo>
                    <a:pt x="1460598" y="0"/>
                  </a:lnTo>
                  <a:lnTo>
                    <a:pt x="1467177" y="0"/>
                  </a:lnTo>
                  <a:lnTo>
                    <a:pt x="1473756" y="0"/>
                  </a:lnTo>
                  <a:lnTo>
                    <a:pt x="1480335" y="0"/>
                  </a:lnTo>
                  <a:lnTo>
                    <a:pt x="1486915" y="0"/>
                  </a:lnTo>
                  <a:lnTo>
                    <a:pt x="1493494" y="0"/>
                  </a:lnTo>
                  <a:lnTo>
                    <a:pt x="1500073" y="0"/>
                  </a:lnTo>
                  <a:lnTo>
                    <a:pt x="1506652" y="0"/>
                  </a:lnTo>
                  <a:lnTo>
                    <a:pt x="1513232" y="0"/>
                  </a:lnTo>
                  <a:lnTo>
                    <a:pt x="1519811" y="0"/>
                  </a:lnTo>
                  <a:lnTo>
                    <a:pt x="1526390" y="0"/>
                  </a:lnTo>
                  <a:lnTo>
                    <a:pt x="1532970" y="0"/>
                  </a:lnTo>
                  <a:lnTo>
                    <a:pt x="1539549" y="0"/>
                  </a:lnTo>
                  <a:lnTo>
                    <a:pt x="1546128" y="0"/>
                  </a:lnTo>
                  <a:lnTo>
                    <a:pt x="1552707" y="0"/>
                  </a:lnTo>
                  <a:lnTo>
                    <a:pt x="1559287" y="0"/>
                  </a:lnTo>
                  <a:lnTo>
                    <a:pt x="1565866" y="0"/>
                  </a:lnTo>
                  <a:lnTo>
                    <a:pt x="1572445" y="0"/>
                  </a:lnTo>
                  <a:lnTo>
                    <a:pt x="1579024" y="0"/>
                  </a:lnTo>
                  <a:lnTo>
                    <a:pt x="1585604" y="0"/>
                  </a:lnTo>
                  <a:lnTo>
                    <a:pt x="1592183" y="0"/>
                  </a:lnTo>
                  <a:lnTo>
                    <a:pt x="1598762" y="0"/>
                  </a:lnTo>
                  <a:lnTo>
                    <a:pt x="1605342" y="0"/>
                  </a:lnTo>
                  <a:lnTo>
                    <a:pt x="1611921" y="0"/>
                  </a:lnTo>
                  <a:lnTo>
                    <a:pt x="1618500" y="0"/>
                  </a:lnTo>
                  <a:lnTo>
                    <a:pt x="1625079" y="0"/>
                  </a:lnTo>
                  <a:lnTo>
                    <a:pt x="1631659" y="0"/>
                  </a:lnTo>
                  <a:lnTo>
                    <a:pt x="1638238" y="0"/>
                  </a:lnTo>
                  <a:lnTo>
                    <a:pt x="1644817" y="0"/>
                  </a:lnTo>
                  <a:lnTo>
                    <a:pt x="1651396" y="0"/>
                  </a:lnTo>
                  <a:lnTo>
                    <a:pt x="1657976" y="0"/>
                  </a:lnTo>
                  <a:lnTo>
                    <a:pt x="1664555" y="0"/>
                  </a:lnTo>
                  <a:lnTo>
                    <a:pt x="1671134" y="0"/>
                  </a:lnTo>
                  <a:lnTo>
                    <a:pt x="1677714" y="0"/>
                  </a:lnTo>
                  <a:lnTo>
                    <a:pt x="1684293" y="0"/>
                  </a:lnTo>
                  <a:lnTo>
                    <a:pt x="1690872" y="0"/>
                  </a:lnTo>
                  <a:lnTo>
                    <a:pt x="1697451" y="0"/>
                  </a:lnTo>
                  <a:lnTo>
                    <a:pt x="1704031" y="0"/>
                  </a:lnTo>
                  <a:lnTo>
                    <a:pt x="1710610" y="0"/>
                  </a:lnTo>
                  <a:lnTo>
                    <a:pt x="1717189" y="0"/>
                  </a:lnTo>
                  <a:lnTo>
                    <a:pt x="1723768" y="0"/>
                  </a:lnTo>
                  <a:lnTo>
                    <a:pt x="1730348" y="0"/>
                  </a:lnTo>
                  <a:lnTo>
                    <a:pt x="1736927" y="0"/>
                  </a:lnTo>
                  <a:lnTo>
                    <a:pt x="1743506" y="0"/>
                  </a:lnTo>
                  <a:lnTo>
                    <a:pt x="1750086" y="0"/>
                  </a:lnTo>
                  <a:lnTo>
                    <a:pt x="1756665" y="0"/>
                  </a:lnTo>
                  <a:lnTo>
                    <a:pt x="1763244" y="0"/>
                  </a:lnTo>
                  <a:lnTo>
                    <a:pt x="1769823" y="0"/>
                  </a:lnTo>
                  <a:lnTo>
                    <a:pt x="1776403" y="0"/>
                  </a:lnTo>
                  <a:lnTo>
                    <a:pt x="1782982" y="0"/>
                  </a:lnTo>
                  <a:lnTo>
                    <a:pt x="1789561" y="0"/>
                  </a:lnTo>
                  <a:lnTo>
                    <a:pt x="1796140" y="0"/>
                  </a:lnTo>
                  <a:lnTo>
                    <a:pt x="1802720" y="0"/>
                  </a:lnTo>
                  <a:lnTo>
                    <a:pt x="1809299" y="0"/>
                  </a:lnTo>
                  <a:lnTo>
                    <a:pt x="1815878" y="0"/>
                  </a:lnTo>
                  <a:lnTo>
                    <a:pt x="1822457" y="0"/>
                  </a:lnTo>
                  <a:lnTo>
                    <a:pt x="1829037" y="0"/>
                  </a:lnTo>
                  <a:lnTo>
                    <a:pt x="1835616" y="0"/>
                  </a:lnTo>
                  <a:lnTo>
                    <a:pt x="1842195" y="0"/>
                  </a:lnTo>
                  <a:lnTo>
                    <a:pt x="1848775" y="0"/>
                  </a:lnTo>
                  <a:lnTo>
                    <a:pt x="1855354" y="0"/>
                  </a:lnTo>
                  <a:lnTo>
                    <a:pt x="1861933" y="0"/>
                  </a:lnTo>
                  <a:lnTo>
                    <a:pt x="1868512" y="0"/>
                  </a:lnTo>
                  <a:lnTo>
                    <a:pt x="1875092" y="0"/>
                  </a:lnTo>
                  <a:lnTo>
                    <a:pt x="1881671" y="0"/>
                  </a:lnTo>
                  <a:lnTo>
                    <a:pt x="1888250" y="0"/>
                  </a:lnTo>
                  <a:lnTo>
                    <a:pt x="1894829" y="0"/>
                  </a:lnTo>
                  <a:lnTo>
                    <a:pt x="1901409" y="0"/>
                  </a:lnTo>
                  <a:lnTo>
                    <a:pt x="1907988" y="0"/>
                  </a:lnTo>
                  <a:lnTo>
                    <a:pt x="1914567" y="0"/>
                  </a:lnTo>
                  <a:lnTo>
                    <a:pt x="1921147" y="0"/>
                  </a:lnTo>
                  <a:lnTo>
                    <a:pt x="1927726" y="0"/>
                  </a:lnTo>
                  <a:lnTo>
                    <a:pt x="1934305" y="0"/>
                  </a:lnTo>
                  <a:lnTo>
                    <a:pt x="1940884" y="0"/>
                  </a:lnTo>
                  <a:lnTo>
                    <a:pt x="1947464" y="0"/>
                  </a:lnTo>
                  <a:lnTo>
                    <a:pt x="1954043" y="0"/>
                  </a:lnTo>
                  <a:lnTo>
                    <a:pt x="1960622" y="0"/>
                  </a:lnTo>
                  <a:lnTo>
                    <a:pt x="1967201" y="0"/>
                  </a:lnTo>
                  <a:lnTo>
                    <a:pt x="1973781" y="0"/>
                  </a:lnTo>
                  <a:lnTo>
                    <a:pt x="1980360" y="0"/>
                  </a:lnTo>
                  <a:lnTo>
                    <a:pt x="1986939" y="0"/>
                  </a:lnTo>
                  <a:lnTo>
                    <a:pt x="1993519" y="0"/>
                  </a:lnTo>
                  <a:lnTo>
                    <a:pt x="2000098" y="0"/>
                  </a:lnTo>
                  <a:lnTo>
                    <a:pt x="2006677" y="0"/>
                  </a:lnTo>
                  <a:lnTo>
                    <a:pt x="2013256" y="0"/>
                  </a:lnTo>
                  <a:lnTo>
                    <a:pt x="2019836" y="0"/>
                  </a:lnTo>
                  <a:lnTo>
                    <a:pt x="2026415" y="0"/>
                  </a:lnTo>
                  <a:lnTo>
                    <a:pt x="2032994" y="0"/>
                  </a:lnTo>
                  <a:lnTo>
                    <a:pt x="2039573" y="0"/>
                  </a:lnTo>
                  <a:lnTo>
                    <a:pt x="2046153" y="0"/>
                  </a:lnTo>
                  <a:lnTo>
                    <a:pt x="2052732" y="0"/>
                  </a:lnTo>
                  <a:lnTo>
                    <a:pt x="2059311" y="0"/>
                  </a:lnTo>
                  <a:lnTo>
                    <a:pt x="2065891" y="0"/>
                  </a:lnTo>
                  <a:lnTo>
                    <a:pt x="2072470" y="0"/>
                  </a:lnTo>
                  <a:lnTo>
                    <a:pt x="2079049" y="0"/>
                  </a:lnTo>
                  <a:lnTo>
                    <a:pt x="2085628" y="0"/>
                  </a:lnTo>
                  <a:lnTo>
                    <a:pt x="2092208" y="0"/>
                  </a:lnTo>
                  <a:lnTo>
                    <a:pt x="2098787" y="0"/>
                  </a:lnTo>
                  <a:lnTo>
                    <a:pt x="2105366" y="0"/>
                  </a:lnTo>
                  <a:lnTo>
                    <a:pt x="2111945" y="0"/>
                  </a:lnTo>
                  <a:lnTo>
                    <a:pt x="2118525" y="0"/>
                  </a:lnTo>
                  <a:lnTo>
                    <a:pt x="2125104" y="0"/>
                  </a:lnTo>
                  <a:lnTo>
                    <a:pt x="2131683" y="0"/>
                  </a:lnTo>
                  <a:lnTo>
                    <a:pt x="2138262" y="0"/>
                  </a:lnTo>
                  <a:lnTo>
                    <a:pt x="2144842" y="0"/>
                  </a:lnTo>
                  <a:lnTo>
                    <a:pt x="2151421" y="0"/>
                  </a:lnTo>
                  <a:lnTo>
                    <a:pt x="2158000" y="0"/>
                  </a:lnTo>
                  <a:lnTo>
                    <a:pt x="2164580" y="0"/>
                  </a:lnTo>
                  <a:lnTo>
                    <a:pt x="2171159" y="0"/>
                  </a:lnTo>
                  <a:lnTo>
                    <a:pt x="2177738" y="0"/>
                  </a:lnTo>
                  <a:lnTo>
                    <a:pt x="2184317" y="0"/>
                  </a:lnTo>
                  <a:lnTo>
                    <a:pt x="2190897" y="0"/>
                  </a:lnTo>
                  <a:lnTo>
                    <a:pt x="2197476" y="0"/>
                  </a:lnTo>
                  <a:lnTo>
                    <a:pt x="2204055" y="0"/>
                  </a:lnTo>
                  <a:lnTo>
                    <a:pt x="2210634" y="0"/>
                  </a:lnTo>
                  <a:lnTo>
                    <a:pt x="2217214" y="0"/>
                  </a:lnTo>
                  <a:lnTo>
                    <a:pt x="2223793" y="0"/>
                  </a:lnTo>
                  <a:lnTo>
                    <a:pt x="2230372" y="0"/>
                  </a:lnTo>
                  <a:lnTo>
                    <a:pt x="2236952" y="0"/>
                  </a:lnTo>
                  <a:lnTo>
                    <a:pt x="2243531" y="0"/>
                  </a:lnTo>
                  <a:lnTo>
                    <a:pt x="2250110" y="0"/>
                  </a:lnTo>
                  <a:lnTo>
                    <a:pt x="2256689" y="0"/>
                  </a:lnTo>
                  <a:lnTo>
                    <a:pt x="2263269" y="0"/>
                  </a:lnTo>
                  <a:lnTo>
                    <a:pt x="2269848" y="0"/>
                  </a:lnTo>
                  <a:lnTo>
                    <a:pt x="2276427" y="0"/>
                  </a:lnTo>
                  <a:lnTo>
                    <a:pt x="2283006" y="0"/>
                  </a:lnTo>
                  <a:lnTo>
                    <a:pt x="2289586" y="0"/>
                  </a:lnTo>
                  <a:lnTo>
                    <a:pt x="2296165" y="0"/>
                  </a:lnTo>
                  <a:lnTo>
                    <a:pt x="2302744" y="0"/>
                  </a:lnTo>
                  <a:lnTo>
                    <a:pt x="2309324" y="0"/>
                  </a:lnTo>
                  <a:lnTo>
                    <a:pt x="2315903" y="0"/>
                  </a:lnTo>
                  <a:lnTo>
                    <a:pt x="2322482" y="0"/>
                  </a:lnTo>
                  <a:lnTo>
                    <a:pt x="2329061" y="0"/>
                  </a:lnTo>
                  <a:lnTo>
                    <a:pt x="2335641" y="0"/>
                  </a:lnTo>
                  <a:lnTo>
                    <a:pt x="2342220" y="0"/>
                  </a:lnTo>
                  <a:lnTo>
                    <a:pt x="2348799" y="0"/>
                  </a:lnTo>
                  <a:lnTo>
                    <a:pt x="2355378" y="0"/>
                  </a:lnTo>
                  <a:lnTo>
                    <a:pt x="2361958" y="0"/>
                  </a:lnTo>
                  <a:lnTo>
                    <a:pt x="2368537" y="0"/>
                  </a:lnTo>
                  <a:lnTo>
                    <a:pt x="2375116" y="0"/>
                  </a:lnTo>
                  <a:lnTo>
                    <a:pt x="2381696" y="0"/>
                  </a:lnTo>
                  <a:lnTo>
                    <a:pt x="2388275" y="0"/>
                  </a:lnTo>
                  <a:lnTo>
                    <a:pt x="2394854" y="0"/>
                  </a:lnTo>
                  <a:lnTo>
                    <a:pt x="2401433" y="0"/>
                  </a:lnTo>
                  <a:lnTo>
                    <a:pt x="2408013" y="0"/>
                  </a:lnTo>
                  <a:lnTo>
                    <a:pt x="2414592" y="0"/>
                  </a:lnTo>
                  <a:lnTo>
                    <a:pt x="2421171" y="0"/>
                  </a:lnTo>
                  <a:lnTo>
                    <a:pt x="2427750" y="0"/>
                  </a:lnTo>
                  <a:lnTo>
                    <a:pt x="2434330" y="0"/>
                  </a:lnTo>
                  <a:lnTo>
                    <a:pt x="2440909" y="0"/>
                  </a:lnTo>
                  <a:lnTo>
                    <a:pt x="2447488" y="0"/>
                  </a:lnTo>
                  <a:lnTo>
                    <a:pt x="2454067" y="0"/>
                  </a:lnTo>
                  <a:lnTo>
                    <a:pt x="2460647" y="0"/>
                  </a:lnTo>
                  <a:lnTo>
                    <a:pt x="2467226" y="0"/>
                  </a:lnTo>
                  <a:lnTo>
                    <a:pt x="2473805" y="0"/>
                  </a:lnTo>
                  <a:lnTo>
                    <a:pt x="2480385" y="0"/>
                  </a:lnTo>
                  <a:lnTo>
                    <a:pt x="2486964" y="0"/>
                  </a:lnTo>
                  <a:lnTo>
                    <a:pt x="2493543" y="0"/>
                  </a:lnTo>
                  <a:lnTo>
                    <a:pt x="2500122" y="0"/>
                  </a:lnTo>
                  <a:lnTo>
                    <a:pt x="2506702" y="0"/>
                  </a:lnTo>
                  <a:lnTo>
                    <a:pt x="2513281" y="0"/>
                  </a:lnTo>
                  <a:lnTo>
                    <a:pt x="2519860" y="0"/>
                  </a:lnTo>
                  <a:lnTo>
                    <a:pt x="2526439" y="0"/>
                  </a:lnTo>
                  <a:lnTo>
                    <a:pt x="2533019" y="0"/>
                  </a:lnTo>
                  <a:lnTo>
                    <a:pt x="2539598" y="0"/>
                  </a:lnTo>
                  <a:lnTo>
                    <a:pt x="2546177" y="0"/>
                  </a:lnTo>
                  <a:lnTo>
                    <a:pt x="2552757" y="0"/>
                  </a:lnTo>
                  <a:lnTo>
                    <a:pt x="2559336" y="0"/>
                  </a:lnTo>
                  <a:lnTo>
                    <a:pt x="2565915" y="0"/>
                  </a:lnTo>
                  <a:lnTo>
                    <a:pt x="2572494" y="0"/>
                  </a:lnTo>
                  <a:lnTo>
                    <a:pt x="2579074" y="0"/>
                  </a:lnTo>
                  <a:lnTo>
                    <a:pt x="2585653" y="0"/>
                  </a:lnTo>
                  <a:lnTo>
                    <a:pt x="2592232" y="0"/>
                  </a:lnTo>
                  <a:lnTo>
                    <a:pt x="2598811" y="0"/>
                  </a:lnTo>
                  <a:lnTo>
                    <a:pt x="2605391" y="0"/>
                  </a:lnTo>
                  <a:lnTo>
                    <a:pt x="2611970" y="0"/>
                  </a:lnTo>
                  <a:lnTo>
                    <a:pt x="2618549" y="0"/>
                  </a:lnTo>
                  <a:lnTo>
                    <a:pt x="2625129" y="0"/>
                  </a:lnTo>
                  <a:lnTo>
                    <a:pt x="2631708" y="0"/>
                  </a:lnTo>
                  <a:lnTo>
                    <a:pt x="2638287" y="0"/>
                  </a:lnTo>
                  <a:lnTo>
                    <a:pt x="2644866" y="0"/>
                  </a:lnTo>
                  <a:lnTo>
                    <a:pt x="2651446" y="0"/>
                  </a:lnTo>
                  <a:lnTo>
                    <a:pt x="2658025" y="0"/>
                  </a:lnTo>
                  <a:lnTo>
                    <a:pt x="2664604" y="0"/>
                  </a:lnTo>
                  <a:lnTo>
                    <a:pt x="2671183" y="0"/>
                  </a:lnTo>
                  <a:lnTo>
                    <a:pt x="2677763" y="0"/>
                  </a:lnTo>
                  <a:lnTo>
                    <a:pt x="2684342" y="0"/>
                  </a:lnTo>
                  <a:lnTo>
                    <a:pt x="2690921" y="0"/>
                  </a:lnTo>
                  <a:lnTo>
                    <a:pt x="2697500" y="0"/>
                  </a:lnTo>
                  <a:lnTo>
                    <a:pt x="2704080" y="0"/>
                  </a:lnTo>
                  <a:lnTo>
                    <a:pt x="2710659" y="0"/>
                  </a:lnTo>
                  <a:lnTo>
                    <a:pt x="2717238" y="0"/>
                  </a:lnTo>
                  <a:lnTo>
                    <a:pt x="2723818" y="0"/>
                  </a:lnTo>
                  <a:lnTo>
                    <a:pt x="2730397" y="0"/>
                  </a:lnTo>
                  <a:lnTo>
                    <a:pt x="2736976" y="0"/>
                  </a:lnTo>
                  <a:lnTo>
                    <a:pt x="2743555" y="0"/>
                  </a:lnTo>
                  <a:lnTo>
                    <a:pt x="2750135" y="0"/>
                  </a:lnTo>
                  <a:lnTo>
                    <a:pt x="2756714" y="0"/>
                  </a:lnTo>
                  <a:lnTo>
                    <a:pt x="2763293" y="0"/>
                  </a:lnTo>
                  <a:lnTo>
                    <a:pt x="2769872" y="0"/>
                  </a:lnTo>
                  <a:lnTo>
                    <a:pt x="2776452" y="0"/>
                  </a:lnTo>
                  <a:lnTo>
                    <a:pt x="2783031" y="0"/>
                  </a:lnTo>
                  <a:lnTo>
                    <a:pt x="2789610" y="0"/>
                  </a:lnTo>
                  <a:lnTo>
                    <a:pt x="2796190" y="0"/>
                  </a:lnTo>
                  <a:lnTo>
                    <a:pt x="2802769" y="0"/>
                  </a:lnTo>
                  <a:lnTo>
                    <a:pt x="2809348" y="0"/>
                  </a:lnTo>
                  <a:lnTo>
                    <a:pt x="2815927" y="0"/>
                  </a:lnTo>
                  <a:lnTo>
                    <a:pt x="2822507" y="0"/>
                  </a:lnTo>
                  <a:lnTo>
                    <a:pt x="2829086" y="0"/>
                  </a:lnTo>
                  <a:lnTo>
                    <a:pt x="2835665" y="0"/>
                  </a:lnTo>
                  <a:lnTo>
                    <a:pt x="2842244" y="0"/>
                  </a:lnTo>
                  <a:lnTo>
                    <a:pt x="2848824" y="0"/>
                  </a:lnTo>
                  <a:lnTo>
                    <a:pt x="2855403" y="0"/>
                  </a:lnTo>
                  <a:lnTo>
                    <a:pt x="2861982" y="0"/>
                  </a:lnTo>
                  <a:lnTo>
                    <a:pt x="2868562" y="0"/>
                  </a:lnTo>
                  <a:lnTo>
                    <a:pt x="2875141" y="0"/>
                  </a:lnTo>
                  <a:lnTo>
                    <a:pt x="2881720" y="0"/>
                  </a:lnTo>
                  <a:lnTo>
                    <a:pt x="2888299" y="0"/>
                  </a:lnTo>
                  <a:lnTo>
                    <a:pt x="2894879" y="0"/>
                  </a:lnTo>
                  <a:lnTo>
                    <a:pt x="2901458" y="0"/>
                  </a:lnTo>
                  <a:lnTo>
                    <a:pt x="2908037" y="0"/>
                  </a:lnTo>
                  <a:lnTo>
                    <a:pt x="2914616" y="0"/>
                  </a:lnTo>
                  <a:lnTo>
                    <a:pt x="2921196" y="0"/>
                  </a:lnTo>
                  <a:lnTo>
                    <a:pt x="2927775" y="0"/>
                  </a:lnTo>
                  <a:lnTo>
                    <a:pt x="2934354" y="0"/>
                  </a:lnTo>
                  <a:lnTo>
                    <a:pt x="2940934" y="0"/>
                  </a:lnTo>
                  <a:lnTo>
                    <a:pt x="2947513" y="0"/>
                  </a:lnTo>
                  <a:lnTo>
                    <a:pt x="2954092" y="0"/>
                  </a:lnTo>
                  <a:lnTo>
                    <a:pt x="2960671" y="0"/>
                  </a:lnTo>
                  <a:lnTo>
                    <a:pt x="2967251" y="0"/>
                  </a:lnTo>
                  <a:lnTo>
                    <a:pt x="2973830" y="0"/>
                  </a:lnTo>
                  <a:lnTo>
                    <a:pt x="2980409" y="0"/>
                  </a:lnTo>
                  <a:lnTo>
                    <a:pt x="2986988" y="0"/>
                  </a:lnTo>
                  <a:lnTo>
                    <a:pt x="2993568" y="0"/>
                  </a:lnTo>
                  <a:lnTo>
                    <a:pt x="3000147" y="0"/>
                  </a:lnTo>
                  <a:lnTo>
                    <a:pt x="3006726" y="0"/>
                  </a:lnTo>
                  <a:lnTo>
                    <a:pt x="3013305" y="0"/>
                  </a:lnTo>
                  <a:lnTo>
                    <a:pt x="3019885" y="0"/>
                  </a:lnTo>
                  <a:lnTo>
                    <a:pt x="3026464" y="0"/>
                  </a:lnTo>
                  <a:lnTo>
                    <a:pt x="3033043" y="0"/>
                  </a:lnTo>
                  <a:lnTo>
                    <a:pt x="3039623" y="0"/>
                  </a:lnTo>
                  <a:lnTo>
                    <a:pt x="3046202" y="0"/>
                  </a:lnTo>
                  <a:lnTo>
                    <a:pt x="3052781" y="0"/>
                  </a:lnTo>
                  <a:lnTo>
                    <a:pt x="3059360" y="0"/>
                  </a:lnTo>
                  <a:lnTo>
                    <a:pt x="3065940" y="0"/>
                  </a:lnTo>
                  <a:lnTo>
                    <a:pt x="3072519" y="0"/>
                  </a:lnTo>
                  <a:lnTo>
                    <a:pt x="3079098" y="0"/>
                  </a:lnTo>
                  <a:lnTo>
                    <a:pt x="3085677" y="0"/>
                  </a:lnTo>
                  <a:lnTo>
                    <a:pt x="3092257" y="0"/>
                  </a:lnTo>
                  <a:lnTo>
                    <a:pt x="3098836" y="0"/>
                  </a:lnTo>
                  <a:lnTo>
                    <a:pt x="3105415" y="0"/>
                  </a:lnTo>
                  <a:lnTo>
                    <a:pt x="3111995" y="0"/>
                  </a:lnTo>
                  <a:lnTo>
                    <a:pt x="3118574" y="0"/>
                  </a:lnTo>
                  <a:lnTo>
                    <a:pt x="3125153" y="0"/>
                  </a:lnTo>
                  <a:lnTo>
                    <a:pt x="3131732" y="0"/>
                  </a:lnTo>
                  <a:lnTo>
                    <a:pt x="3138312" y="0"/>
                  </a:lnTo>
                  <a:lnTo>
                    <a:pt x="3144891" y="0"/>
                  </a:lnTo>
                  <a:lnTo>
                    <a:pt x="3151470" y="0"/>
                  </a:lnTo>
                  <a:lnTo>
                    <a:pt x="3158049" y="0"/>
                  </a:lnTo>
                  <a:lnTo>
                    <a:pt x="3164629" y="0"/>
                  </a:lnTo>
                  <a:lnTo>
                    <a:pt x="3171208" y="0"/>
                  </a:lnTo>
                  <a:lnTo>
                    <a:pt x="3177787" y="0"/>
                  </a:lnTo>
                  <a:lnTo>
                    <a:pt x="3184367" y="0"/>
                  </a:lnTo>
                  <a:lnTo>
                    <a:pt x="3190946" y="0"/>
                  </a:lnTo>
                  <a:lnTo>
                    <a:pt x="3197525" y="0"/>
                  </a:lnTo>
                  <a:lnTo>
                    <a:pt x="3204104" y="0"/>
                  </a:lnTo>
                  <a:lnTo>
                    <a:pt x="3210684" y="0"/>
                  </a:lnTo>
                  <a:lnTo>
                    <a:pt x="3217263" y="0"/>
                  </a:lnTo>
                  <a:lnTo>
                    <a:pt x="3223842" y="0"/>
                  </a:lnTo>
                  <a:lnTo>
                    <a:pt x="3230421" y="0"/>
                  </a:lnTo>
                  <a:lnTo>
                    <a:pt x="3237001" y="0"/>
                  </a:lnTo>
                  <a:lnTo>
                    <a:pt x="3243580" y="0"/>
                  </a:lnTo>
                  <a:lnTo>
                    <a:pt x="3250159" y="0"/>
                  </a:lnTo>
                  <a:lnTo>
                    <a:pt x="3256739" y="0"/>
                  </a:lnTo>
                  <a:lnTo>
                    <a:pt x="3263318" y="0"/>
                  </a:lnTo>
                  <a:lnTo>
                    <a:pt x="3269897" y="0"/>
                  </a:lnTo>
                  <a:lnTo>
                    <a:pt x="3276476" y="0"/>
                  </a:lnTo>
                  <a:lnTo>
                    <a:pt x="3283056" y="0"/>
                  </a:lnTo>
                  <a:lnTo>
                    <a:pt x="3289635" y="0"/>
                  </a:lnTo>
                  <a:lnTo>
                    <a:pt x="3289635" y="191020"/>
                  </a:lnTo>
                  <a:lnTo>
                    <a:pt x="3283056" y="191020"/>
                  </a:lnTo>
                  <a:lnTo>
                    <a:pt x="3276476" y="191020"/>
                  </a:lnTo>
                  <a:lnTo>
                    <a:pt x="3269897" y="191020"/>
                  </a:lnTo>
                  <a:lnTo>
                    <a:pt x="3263318" y="191020"/>
                  </a:lnTo>
                  <a:lnTo>
                    <a:pt x="3256739" y="191020"/>
                  </a:lnTo>
                  <a:lnTo>
                    <a:pt x="3250159" y="191020"/>
                  </a:lnTo>
                  <a:lnTo>
                    <a:pt x="3243580" y="191020"/>
                  </a:lnTo>
                  <a:lnTo>
                    <a:pt x="3237001" y="191020"/>
                  </a:lnTo>
                  <a:lnTo>
                    <a:pt x="3230421" y="191020"/>
                  </a:lnTo>
                  <a:lnTo>
                    <a:pt x="3223842" y="191020"/>
                  </a:lnTo>
                  <a:lnTo>
                    <a:pt x="3217263" y="191020"/>
                  </a:lnTo>
                  <a:lnTo>
                    <a:pt x="3210684" y="191020"/>
                  </a:lnTo>
                  <a:lnTo>
                    <a:pt x="3204104" y="191020"/>
                  </a:lnTo>
                  <a:lnTo>
                    <a:pt x="3197525" y="191020"/>
                  </a:lnTo>
                  <a:lnTo>
                    <a:pt x="3190946" y="191020"/>
                  </a:lnTo>
                  <a:lnTo>
                    <a:pt x="3184367" y="191020"/>
                  </a:lnTo>
                  <a:lnTo>
                    <a:pt x="3177787" y="191020"/>
                  </a:lnTo>
                  <a:lnTo>
                    <a:pt x="3171208" y="191020"/>
                  </a:lnTo>
                  <a:lnTo>
                    <a:pt x="3164629" y="191020"/>
                  </a:lnTo>
                  <a:lnTo>
                    <a:pt x="3158049" y="191020"/>
                  </a:lnTo>
                  <a:lnTo>
                    <a:pt x="3151470" y="191020"/>
                  </a:lnTo>
                  <a:lnTo>
                    <a:pt x="3144891" y="191020"/>
                  </a:lnTo>
                  <a:lnTo>
                    <a:pt x="3138312" y="191020"/>
                  </a:lnTo>
                  <a:lnTo>
                    <a:pt x="3131732" y="191020"/>
                  </a:lnTo>
                  <a:lnTo>
                    <a:pt x="3125153" y="191020"/>
                  </a:lnTo>
                  <a:lnTo>
                    <a:pt x="3118574" y="191020"/>
                  </a:lnTo>
                  <a:lnTo>
                    <a:pt x="3111995" y="191020"/>
                  </a:lnTo>
                  <a:lnTo>
                    <a:pt x="3105415" y="191020"/>
                  </a:lnTo>
                  <a:lnTo>
                    <a:pt x="3098836" y="191020"/>
                  </a:lnTo>
                  <a:lnTo>
                    <a:pt x="3092257" y="191020"/>
                  </a:lnTo>
                  <a:lnTo>
                    <a:pt x="3085677" y="191020"/>
                  </a:lnTo>
                  <a:lnTo>
                    <a:pt x="3079098" y="191020"/>
                  </a:lnTo>
                  <a:lnTo>
                    <a:pt x="3072519" y="191020"/>
                  </a:lnTo>
                  <a:lnTo>
                    <a:pt x="3065940" y="191020"/>
                  </a:lnTo>
                  <a:lnTo>
                    <a:pt x="3059360" y="191020"/>
                  </a:lnTo>
                  <a:lnTo>
                    <a:pt x="3052781" y="191020"/>
                  </a:lnTo>
                  <a:lnTo>
                    <a:pt x="3046202" y="191020"/>
                  </a:lnTo>
                  <a:lnTo>
                    <a:pt x="3039623" y="191020"/>
                  </a:lnTo>
                  <a:lnTo>
                    <a:pt x="3033043" y="191020"/>
                  </a:lnTo>
                  <a:lnTo>
                    <a:pt x="3026464" y="191020"/>
                  </a:lnTo>
                  <a:lnTo>
                    <a:pt x="3019885" y="191020"/>
                  </a:lnTo>
                  <a:lnTo>
                    <a:pt x="3013305" y="191020"/>
                  </a:lnTo>
                  <a:lnTo>
                    <a:pt x="3006726" y="191020"/>
                  </a:lnTo>
                  <a:lnTo>
                    <a:pt x="3000147" y="191020"/>
                  </a:lnTo>
                  <a:lnTo>
                    <a:pt x="2993568" y="191020"/>
                  </a:lnTo>
                  <a:lnTo>
                    <a:pt x="2986988" y="191020"/>
                  </a:lnTo>
                  <a:lnTo>
                    <a:pt x="2980409" y="191020"/>
                  </a:lnTo>
                  <a:lnTo>
                    <a:pt x="2973830" y="191020"/>
                  </a:lnTo>
                  <a:lnTo>
                    <a:pt x="2967251" y="191020"/>
                  </a:lnTo>
                  <a:lnTo>
                    <a:pt x="2960671" y="191020"/>
                  </a:lnTo>
                  <a:lnTo>
                    <a:pt x="2954092" y="191020"/>
                  </a:lnTo>
                  <a:lnTo>
                    <a:pt x="2947513" y="191020"/>
                  </a:lnTo>
                  <a:lnTo>
                    <a:pt x="2940934" y="191020"/>
                  </a:lnTo>
                  <a:lnTo>
                    <a:pt x="2934354" y="191020"/>
                  </a:lnTo>
                  <a:lnTo>
                    <a:pt x="2927775" y="191020"/>
                  </a:lnTo>
                  <a:lnTo>
                    <a:pt x="2921196" y="191020"/>
                  </a:lnTo>
                  <a:lnTo>
                    <a:pt x="2914616" y="191020"/>
                  </a:lnTo>
                  <a:lnTo>
                    <a:pt x="2908037" y="191020"/>
                  </a:lnTo>
                  <a:lnTo>
                    <a:pt x="2901458" y="191020"/>
                  </a:lnTo>
                  <a:lnTo>
                    <a:pt x="2894879" y="191020"/>
                  </a:lnTo>
                  <a:lnTo>
                    <a:pt x="2888299" y="191020"/>
                  </a:lnTo>
                  <a:lnTo>
                    <a:pt x="2881720" y="191020"/>
                  </a:lnTo>
                  <a:lnTo>
                    <a:pt x="2875141" y="191020"/>
                  </a:lnTo>
                  <a:lnTo>
                    <a:pt x="2868562" y="191020"/>
                  </a:lnTo>
                  <a:lnTo>
                    <a:pt x="2861982" y="191020"/>
                  </a:lnTo>
                  <a:lnTo>
                    <a:pt x="2855403" y="191020"/>
                  </a:lnTo>
                  <a:lnTo>
                    <a:pt x="2848824" y="191020"/>
                  </a:lnTo>
                  <a:lnTo>
                    <a:pt x="2842244" y="191020"/>
                  </a:lnTo>
                  <a:lnTo>
                    <a:pt x="2835665" y="191020"/>
                  </a:lnTo>
                  <a:lnTo>
                    <a:pt x="2829086" y="191020"/>
                  </a:lnTo>
                  <a:lnTo>
                    <a:pt x="2822507" y="191020"/>
                  </a:lnTo>
                  <a:lnTo>
                    <a:pt x="2815927" y="191020"/>
                  </a:lnTo>
                  <a:lnTo>
                    <a:pt x="2809348" y="191020"/>
                  </a:lnTo>
                  <a:lnTo>
                    <a:pt x="2802769" y="191020"/>
                  </a:lnTo>
                  <a:lnTo>
                    <a:pt x="2796190" y="191020"/>
                  </a:lnTo>
                  <a:lnTo>
                    <a:pt x="2789610" y="191020"/>
                  </a:lnTo>
                  <a:lnTo>
                    <a:pt x="2783031" y="191020"/>
                  </a:lnTo>
                  <a:lnTo>
                    <a:pt x="2776452" y="191020"/>
                  </a:lnTo>
                  <a:lnTo>
                    <a:pt x="2769872" y="191020"/>
                  </a:lnTo>
                  <a:lnTo>
                    <a:pt x="2763293" y="191020"/>
                  </a:lnTo>
                  <a:lnTo>
                    <a:pt x="2756714" y="191020"/>
                  </a:lnTo>
                  <a:lnTo>
                    <a:pt x="2750135" y="191020"/>
                  </a:lnTo>
                  <a:lnTo>
                    <a:pt x="2743555" y="191020"/>
                  </a:lnTo>
                  <a:lnTo>
                    <a:pt x="2736976" y="191020"/>
                  </a:lnTo>
                  <a:lnTo>
                    <a:pt x="2730397" y="191020"/>
                  </a:lnTo>
                  <a:lnTo>
                    <a:pt x="2723818" y="191020"/>
                  </a:lnTo>
                  <a:lnTo>
                    <a:pt x="2717238" y="191020"/>
                  </a:lnTo>
                  <a:lnTo>
                    <a:pt x="2710659" y="191020"/>
                  </a:lnTo>
                  <a:lnTo>
                    <a:pt x="2704080" y="191020"/>
                  </a:lnTo>
                  <a:lnTo>
                    <a:pt x="2697500" y="191020"/>
                  </a:lnTo>
                  <a:lnTo>
                    <a:pt x="2690921" y="191020"/>
                  </a:lnTo>
                  <a:lnTo>
                    <a:pt x="2684342" y="191020"/>
                  </a:lnTo>
                  <a:lnTo>
                    <a:pt x="2677763" y="191020"/>
                  </a:lnTo>
                  <a:lnTo>
                    <a:pt x="2671183" y="191020"/>
                  </a:lnTo>
                  <a:lnTo>
                    <a:pt x="2664604" y="191020"/>
                  </a:lnTo>
                  <a:lnTo>
                    <a:pt x="2658025" y="191020"/>
                  </a:lnTo>
                  <a:lnTo>
                    <a:pt x="2651446" y="191020"/>
                  </a:lnTo>
                  <a:lnTo>
                    <a:pt x="2644866" y="191020"/>
                  </a:lnTo>
                  <a:lnTo>
                    <a:pt x="2638287" y="191020"/>
                  </a:lnTo>
                  <a:lnTo>
                    <a:pt x="2631708" y="191020"/>
                  </a:lnTo>
                  <a:lnTo>
                    <a:pt x="2625129" y="191020"/>
                  </a:lnTo>
                  <a:lnTo>
                    <a:pt x="2618549" y="191020"/>
                  </a:lnTo>
                  <a:lnTo>
                    <a:pt x="2611970" y="191020"/>
                  </a:lnTo>
                  <a:lnTo>
                    <a:pt x="2605391" y="191020"/>
                  </a:lnTo>
                  <a:lnTo>
                    <a:pt x="2598811" y="191020"/>
                  </a:lnTo>
                  <a:lnTo>
                    <a:pt x="2592232" y="191020"/>
                  </a:lnTo>
                  <a:lnTo>
                    <a:pt x="2585653" y="191020"/>
                  </a:lnTo>
                  <a:lnTo>
                    <a:pt x="2579074" y="191020"/>
                  </a:lnTo>
                  <a:lnTo>
                    <a:pt x="2572494" y="191020"/>
                  </a:lnTo>
                  <a:lnTo>
                    <a:pt x="2565915" y="191020"/>
                  </a:lnTo>
                  <a:lnTo>
                    <a:pt x="2559336" y="191020"/>
                  </a:lnTo>
                  <a:lnTo>
                    <a:pt x="2552757" y="191020"/>
                  </a:lnTo>
                  <a:lnTo>
                    <a:pt x="2546177" y="191020"/>
                  </a:lnTo>
                  <a:lnTo>
                    <a:pt x="2539598" y="191020"/>
                  </a:lnTo>
                  <a:lnTo>
                    <a:pt x="2533019" y="191020"/>
                  </a:lnTo>
                  <a:lnTo>
                    <a:pt x="2526439" y="191020"/>
                  </a:lnTo>
                  <a:lnTo>
                    <a:pt x="2519860" y="191020"/>
                  </a:lnTo>
                  <a:lnTo>
                    <a:pt x="2513281" y="191020"/>
                  </a:lnTo>
                  <a:lnTo>
                    <a:pt x="2506702" y="191020"/>
                  </a:lnTo>
                  <a:lnTo>
                    <a:pt x="2500122" y="191020"/>
                  </a:lnTo>
                  <a:lnTo>
                    <a:pt x="2493543" y="191020"/>
                  </a:lnTo>
                  <a:lnTo>
                    <a:pt x="2486964" y="191020"/>
                  </a:lnTo>
                  <a:lnTo>
                    <a:pt x="2480385" y="191020"/>
                  </a:lnTo>
                  <a:lnTo>
                    <a:pt x="2473805" y="191020"/>
                  </a:lnTo>
                  <a:lnTo>
                    <a:pt x="2467226" y="191020"/>
                  </a:lnTo>
                  <a:lnTo>
                    <a:pt x="2460647" y="191020"/>
                  </a:lnTo>
                  <a:lnTo>
                    <a:pt x="2454067" y="191020"/>
                  </a:lnTo>
                  <a:lnTo>
                    <a:pt x="2447488" y="191020"/>
                  </a:lnTo>
                  <a:lnTo>
                    <a:pt x="2440909" y="191020"/>
                  </a:lnTo>
                  <a:lnTo>
                    <a:pt x="2434330" y="191020"/>
                  </a:lnTo>
                  <a:lnTo>
                    <a:pt x="2427750" y="191020"/>
                  </a:lnTo>
                  <a:lnTo>
                    <a:pt x="2421171" y="191020"/>
                  </a:lnTo>
                  <a:lnTo>
                    <a:pt x="2414592" y="191020"/>
                  </a:lnTo>
                  <a:lnTo>
                    <a:pt x="2408013" y="191020"/>
                  </a:lnTo>
                  <a:lnTo>
                    <a:pt x="2401433" y="191020"/>
                  </a:lnTo>
                  <a:lnTo>
                    <a:pt x="2394854" y="191020"/>
                  </a:lnTo>
                  <a:lnTo>
                    <a:pt x="2388275" y="191020"/>
                  </a:lnTo>
                  <a:lnTo>
                    <a:pt x="2381696" y="191020"/>
                  </a:lnTo>
                  <a:lnTo>
                    <a:pt x="2375116" y="191020"/>
                  </a:lnTo>
                  <a:lnTo>
                    <a:pt x="2368537" y="191020"/>
                  </a:lnTo>
                  <a:lnTo>
                    <a:pt x="2361958" y="191020"/>
                  </a:lnTo>
                  <a:lnTo>
                    <a:pt x="2355378" y="191020"/>
                  </a:lnTo>
                  <a:lnTo>
                    <a:pt x="2348799" y="191020"/>
                  </a:lnTo>
                  <a:lnTo>
                    <a:pt x="2342220" y="191020"/>
                  </a:lnTo>
                  <a:lnTo>
                    <a:pt x="2335641" y="191020"/>
                  </a:lnTo>
                  <a:lnTo>
                    <a:pt x="2329061" y="191020"/>
                  </a:lnTo>
                  <a:lnTo>
                    <a:pt x="2322482" y="191020"/>
                  </a:lnTo>
                  <a:lnTo>
                    <a:pt x="2315903" y="191020"/>
                  </a:lnTo>
                  <a:lnTo>
                    <a:pt x="2309324" y="191020"/>
                  </a:lnTo>
                  <a:lnTo>
                    <a:pt x="2302744" y="191020"/>
                  </a:lnTo>
                  <a:lnTo>
                    <a:pt x="2296165" y="191020"/>
                  </a:lnTo>
                  <a:lnTo>
                    <a:pt x="2289586" y="191020"/>
                  </a:lnTo>
                  <a:lnTo>
                    <a:pt x="2283006" y="191020"/>
                  </a:lnTo>
                  <a:lnTo>
                    <a:pt x="2276427" y="191020"/>
                  </a:lnTo>
                  <a:lnTo>
                    <a:pt x="2269848" y="191020"/>
                  </a:lnTo>
                  <a:lnTo>
                    <a:pt x="2263269" y="191020"/>
                  </a:lnTo>
                  <a:lnTo>
                    <a:pt x="2256689" y="191020"/>
                  </a:lnTo>
                  <a:lnTo>
                    <a:pt x="2250110" y="191020"/>
                  </a:lnTo>
                  <a:lnTo>
                    <a:pt x="2243531" y="191020"/>
                  </a:lnTo>
                  <a:lnTo>
                    <a:pt x="2236952" y="191020"/>
                  </a:lnTo>
                  <a:lnTo>
                    <a:pt x="2230372" y="191020"/>
                  </a:lnTo>
                  <a:lnTo>
                    <a:pt x="2223793" y="191020"/>
                  </a:lnTo>
                  <a:lnTo>
                    <a:pt x="2217214" y="191020"/>
                  </a:lnTo>
                  <a:lnTo>
                    <a:pt x="2210634" y="191020"/>
                  </a:lnTo>
                  <a:lnTo>
                    <a:pt x="2204055" y="191020"/>
                  </a:lnTo>
                  <a:lnTo>
                    <a:pt x="2197476" y="191020"/>
                  </a:lnTo>
                  <a:lnTo>
                    <a:pt x="2190897" y="191020"/>
                  </a:lnTo>
                  <a:lnTo>
                    <a:pt x="2184317" y="191020"/>
                  </a:lnTo>
                  <a:lnTo>
                    <a:pt x="2177738" y="191020"/>
                  </a:lnTo>
                  <a:lnTo>
                    <a:pt x="2171159" y="191020"/>
                  </a:lnTo>
                  <a:lnTo>
                    <a:pt x="2164580" y="191020"/>
                  </a:lnTo>
                  <a:lnTo>
                    <a:pt x="2158000" y="191020"/>
                  </a:lnTo>
                  <a:lnTo>
                    <a:pt x="2151421" y="191020"/>
                  </a:lnTo>
                  <a:lnTo>
                    <a:pt x="2144842" y="191020"/>
                  </a:lnTo>
                  <a:lnTo>
                    <a:pt x="2138262" y="191020"/>
                  </a:lnTo>
                  <a:lnTo>
                    <a:pt x="2131683" y="191020"/>
                  </a:lnTo>
                  <a:lnTo>
                    <a:pt x="2125104" y="191020"/>
                  </a:lnTo>
                  <a:lnTo>
                    <a:pt x="2118525" y="191020"/>
                  </a:lnTo>
                  <a:lnTo>
                    <a:pt x="2111945" y="191020"/>
                  </a:lnTo>
                  <a:lnTo>
                    <a:pt x="2105366" y="191020"/>
                  </a:lnTo>
                  <a:lnTo>
                    <a:pt x="2098787" y="191020"/>
                  </a:lnTo>
                  <a:lnTo>
                    <a:pt x="2092208" y="191020"/>
                  </a:lnTo>
                  <a:lnTo>
                    <a:pt x="2085628" y="191020"/>
                  </a:lnTo>
                  <a:lnTo>
                    <a:pt x="2079049" y="191020"/>
                  </a:lnTo>
                  <a:lnTo>
                    <a:pt x="2072470" y="191020"/>
                  </a:lnTo>
                  <a:lnTo>
                    <a:pt x="2065891" y="191020"/>
                  </a:lnTo>
                  <a:lnTo>
                    <a:pt x="2059311" y="191020"/>
                  </a:lnTo>
                  <a:lnTo>
                    <a:pt x="2052732" y="191020"/>
                  </a:lnTo>
                  <a:lnTo>
                    <a:pt x="2046153" y="191020"/>
                  </a:lnTo>
                  <a:lnTo>
                    <a:pt x="2039573" y="191020"/>
                  </a:lnTo>
                  <a:lnTo>
                    <a:pt x="2032994" y="191020"/>
                  </a:lnTo>
                  <a:lnTo>
                    <a:pt x="2026415" y="191020"/>
                  </a:lnTo>
                  <a:lnTo>
                    <a:pt x="2019836" y="191020"/>
                  </a:lnTo>
                  <a:lnTo>
                    <a:pt x="2013256" y="191020"/>
                  </a:lnTo>
                  <a:lnTo>
                    <a:pt x="2006677" y="191020"/>
                  </a:lnTo>
                  <a:lnTo>
                    <a:pt x="2000098" y="191020"/>
                  </a:lnTo>
                  <a:lnTo>
                    <a:pt x="1993519" y="191020"/>
                  </a:lnTo>
                  <a:lnTo>
                    <a:pt x="1986939" y="191020"/>
                  </a:lnTo>
                  <a:lnTo>
                    <a:pt x="1980360" y="191020"/>
                  </a:lnTo>
                  <a:lnTo>
                    <a:pt x="1973781" y="191020"/>
                  </a:lnTo>
                  <a:lnTo>
                    <a:pt x="1967201" y="191020"/>
                  </a:lnTo>
                  <a:lnTo>
                    <a:pt x="1960622" y="191020"/>
                  </a:lnTo>
                  <a:lnTo>
                    <a:pt x="1954043" y="191020"/>
                  </a:lnTo>
                  <a:lnTo>
                    <a:pt x="1947464" y="191020"/>
                  </a:lnTo>
                  <a:lnTo>
                    <a:pt x="1940884" y="191020"/>
                  </a:lnTo>
                  <a:lnTo>
                    <a:pt x="1934305" y="191020"/>
                  </a:lnTo>
                  <a:lnTo>
                    <a:pt x="1927726" y="191020"/>
                  </a:lnTo>
                  <a:lnTo>
                    <a:pt x="1921147" y="191020"/>
                  </a:lnTo>
                  <a:lnTo>
                    <a:pt x="1914567" y="191020"/>
                  </a:lnTo>
                  <a:lnTo>
                    <a:pt x="1907988" y="191020"/>
                  </a:lnTo>
                  <a:lnTo>
                    <a:pt x="1901409" y="191020"/>
                  </a:lnTo>
                  <a:lnTo>
                    <a:pt x="1894829" y="191020"/>
                  </a:lnTo>
                  <a:lnTo>
                    <a:pt x="1888250" y="191020"/>
                  </a:lnTo>
                  <a:lnTo>
                    <a:pt x="1881671" y="191020"/>
                  </a:lnTo>
                  <a:lnTo>
                    <a:pt x="1875092" y="191020"/>
                  </a:lnTo>
                  <a:lnTo>
                    <a:pt x="1868512" y="191020"/>
                  </a:lnTo>
                  <a:lnTo>
                    <a:pt x="1861933" y="191020"/>
                  </a:lnTo>
                  <a:lnTo>
                    <a:pt x="1855354" y="191020"/>
                  </a:lnTo>
                  <a:lnTo>
                    <a:pt x="1848775" y="191020"/>
                  </a:lnTo>
                  <a:lnTo>
                    <a:pt x="1842195" y="191020"/>
                  </a:lnTo>
                  <a:lnTo>
                    <a:pt x="1835616" y="191020"/>
                  </a:lnTo>
                  <a:lnTo>
                    <a:pt x="1829037" y="191020"/>
                  </a:lnTo>
                  <a:lnTo>
                    <a:pt x="1822457" y="191020"/>
                  </a:lnTo>
                  <a:lnTo>
                    <a:pt x="1815878" y="191020"/>
                  </a:lnTo>
                  <a:lnTo>
                    <a:pt x="1809299" y="191020"/>
                  </a:lnTo>
                  <a:lnTo>
                    <a:pt x="1802720" y="191020"/>
                  </a:lnTo>
                  <a:lnTo>
                    <a:pt x="1796140" y="191020"/>
                  </a:lnTo>
                  <a:lnTo>
                    <a:pt x="1789561" y="191020"/>
                  </a:lnTo>
                  <a:lnTo>
                    <a:pt x="1782982" y="191020"/>
                  </a:lnTo>
                  <a:lnTo>
                    <a:pt x="1776403" y="191020"/>
                  </a:lnTo>
                  <a:lnTo>
                    <a:pt x="1769823" y="191020"/>
                  </a:lnTo>
                  <a:lnTo>
                    <a:pt x="1763244" y="191020"/>
                  </a:lnTo>
                  <a:lnTo>
                    <a:pt x="1756665" y="191020"/>
                  </a:lnTo>
                  <a:lnTo>
                    <a:pt x="1750086" y="191020"/>
                  </a:lnTo>
                  <a:lnTo>
                    <a:pt x="1743506" y="191020"/>
                  </a:lnTo>
                  <a:lnTo>
                    <a:pt x="1736927" y="191020"/>
                  </a:lnTo>
                  <a:lnTo>
                    <a:pt x="1730348" y="191020"/>
                  </a:lnTo>
                  <a:lnTo>
                    <a:pt x="1723768" y="191020"/>
                  </a:lnTo>
                  <a:lnTo>
                    <a:pt x="1717189" y="191020"/>
                  </a:lnTo>
                  <a:lnTo>
                    <a:pt x="1710610" y="191020"/>
                  </a:lnTo>
                  <a:lnTo>
                    <a:pt x="1704031" y="191020"/>
                  </a:lnTo>
                  <a:lnTo>
                    <a:pt x="1697451" y="191020"/>
                  </a:lnTo>
                  <a:lnTo>
                    <a:pt x="1690872" y="191020"/>
                  </a:lnTo>
                  <a:lnTo>
                    <a:pt x="1684293" y="191020"/>
                  </a:lnTo>
                  <a:lnTo>
                    <a:pt x="1677714" y="191020"/>
                  </a:lnTo>
                  <a:lnTo>
                    <a:pt x="1671134" y="191020"/>
                  </a:lnTo>
                  <a:lnTo>
                    <a:pt x="1664555" y="191020"/>
                  </a:lnTo>
                  <a:lnTo>
                    <a:pt x="1657976" y="191020"/>
                  </a:lnTo>
                  <a:lnTo>
                    <a:pt x="1651396" y="191020"/>
                  </a:lnTo>
                  <a:lnTo>
                    <a:pt x="1644817" y="191020"/>
                  </a:lnTo>
                  <a:lnTo>
                    <a:pt x="1638238" y="191020"/>
                  </a:lnTo>
                  <a:lnTo>
                    <a:pt x="1631659" y="191020"/>
                  </a:lnTo>
                  <a:lnTo>
                    <a:pt x="1625079" y="191020"/>
                  </a:lnTo>
                  <a:lnTo>
                    <a:pt x="1618500" y="191020"/>
                  </a:lnTo>
                  <a:lnTo>
                    <a:pt x="1611921" y="191020"/>
                  </a:lnTo>
                  <a:lnTo>
                    <a:pt x="1605342" y="191020"/>
                  </a:lnTo>
                  <a:lnTo>
                    <a:pt x="1598762" y="191020"/>
                  </a:lnTo>
                  <a:lnTo>
                    <a:pt x="1592183" y="191020"/>
                  </a:lnTo>
                  <a:lnTo>
                    <a:pt x="1585604" y="191020"/>
                  </a:lnTo>
                  <a:lnTo>
                    <a:pt x="1579024" y="191020"/>
                  </a:lnTo>
                  <a:lnTo>
                    <a:pt x="1572445" y="191020"/>
                  </a:lnTo>
                  <a:lnTo>
                    <a:pt x="1565866" y="191020"/>
                  </a:lnTo>
                  <a:lnTo>
                    <a:pt x="1559287" y="191020"/>
                  </a:lnTo>
                  <a:lnTo>
                    <a:pt x="1552707" y="191020"/>
                  </a:lnTo>
                  <a:lnTo>
                    <a:pt x="1546128" y="191020"/>
                  </a:lnTo>
                  <a:lnTo>
                    <a:pt x="1539549" y="191020"/>
                  </a:lnTo>
                  <a:lnTo>
                    <a:pt x="1532970" y="191020"/>
                  </a:lnTo>
                  <a:lnTo>
                    <a:pt x="1526390" y="191020"/>
                  </a:lnTo>
                  <a:lnTo>
                    <a:pt x="1519811" y="191020"/>
                  </a:lnTo>
                  <a:lnTo>
                    <a:pt x="1513232" y="191020"/>
                  </a:lnTo>
                  <a:lnTo>
                    <a:pt x="1506652" y="191020"/>
                  </a:lnTo>
                  <a:lnTo>
                    <a:pt x="1500073" y="191020"/>
                  </a:lnTo>
                  <a:lnTo>
                    <a:pt x="1493494" y="191020"/>
                  </a:lnTo>
                  <a:lnTo>
                    <a:pt x="1486915" y="191020"/>
                  </a:lnTo>
                  <a:lnTo>
                    <a:pt x="1480335" y="191020"/>
                  </a:lnTo>
                  <a:lnTo>
                    <a:pt x="1473756" y="191020"/>
                  </a:lnTo>
                  <a:lnTo>
                    <a:pt x="1467177" y="191020"/>
                  </a:lnTo>
                  <a:lnTo>
                    <a:pt x="1460598" y="191020"/>
                  </a:lnTo>
                  <a:lnTo>
                    <a:pt x="1454018" y="191020"/>
                  </a:lnTo>
                  <a:lnTo>
                    <a:pt x="1447439" y="191020"/>
                  </a:lnTo>
                  <a:lnTo>
                    <a:pt x="1440860" y="191020"/>
                  </a:lnTo>
                  <a:lnTo>
                    <a:pt x="1434281" y="191020"/>
                  </a:lnTo>
                  <a:lnTo>
                    <a:pt x="1427701" y="191020"/>
                  </a:lnTo>
                  <a:lnTo>
                    <a:pt x="1421122" y="191020"/>
                  </a:lnTo>
                  <a:lnTo>
                    <a:pt x="1414543" y="191020"/>
                  </a:lnTo>
                  <a:lnTo>
                    <a:pt x="1407963" y="191020"/>
                  </a:lnTo>
                  <a:lnTo>
                    <a:pt x="1401384" y="191020"/>
                  </a:lnTo>
                  <a:lnTo>
                    <a:pt x="1394805" y="191020"/>
                  </a:lnTo>
                  <a:lnTo>
                    <a:pt x="1388226" y="191020"/>
                  </a:lnTo>
                  <a:lnTo>
                    <a:pt x="1381646" y="191020"/>
                  </a:lnTo>
                  <a:lnTo>
                    <a:pt x="1375067" y="191020"/>
                  </a:lnTo>
                  <a:lnTo>
                    <a:pt x="1368488" y="191020"/>
                  </a:lnTo>
                  <a:lnTo>
                    <a:pt x="1361909" y="191020"/>
                  </a:lnTo>
                  <a:lnTo>
                    <a:pt x="1355329" y="191020"/>
                  </a:lnTo>
                  <a:lnTo>
                    <a:pt x="1348750" y="191020"/>
                  </a:lnTo>
                  <a:lnTo>
                    <a:pt x="1342171" y="191020"/>
                  </a:lnTo>
                  <a:lnTo>
                    <a:pt x="1335591" y="191020"/>
                  </a:lnTo>
                  <a:lnTo>
                    <a:pt x="1329012" y="191020"/>
                  </a:lnTo>
                  <a:lnTo>
                    <a:pt x="1322433" y="191020"/>
                  </a:lnTo>
                  <a:lnTo>
                    <a:pt x="1315854" y="191020"/>
                  </a:lnTo>
                  <a:lnTo>
                    <a:pt x="1309274" y="191020"/>
                  </a:lnTo>
                  <a:lnTo>
                    <a:pt x="1302695" y="191020"/>
                  </a:lnTo>
                  <a:lnTo>
                    <a:pt x="1296116" y="191020"/>
                  </a:lnTo>
                  <a:lnTo>
                    <a:pt x="1289537" y="191020"/>
                  </a:lnTo>
                  <a:lnTo>
                    <a:pt x="1282957" y="191020"/>
                  </a:lnTo>
                  <a:lnTo>
                    <a:pt x="1276378" y="191020"/>
                  </a:lnTo>
                  <a:lnTo>
                    <a:pt x="1269799" y="191020"/>
                  </a:lnTo>
                  <a:lnTo>
                    <a:pt x="1263219" y="191020"/>
                  </a:lnTo>
                  <a:lnTo>
                    <a:pt x="1256640" y="191020"/>
                  </a:lnTo>
                  <a:lnTo>
                    <a:pt x="1250061" y="191020"/>
                  </a:lnTo>
                  <a:lnTo>
                    <a:pt x="1243482" y="191020"/>
                  </a:lnTo>
                  <a:lnTo>
                    <a:pt x="1236902" y="191020"/>
                  </a:lnTo>
                  <a:lnTo>
                    <a:pt x="1230323" y="191020"/>
                  </a:lnTo>
                  <a:lnTo>
                    <a:pt x="1223744" y="191020"/>
                  </a:lnTo>
                  <a:lnTo>
                    <a:pt x="1217165" y="191020"/>
                  </a:lnTo>
                  <a:lnTo>
                    <a:pt x="1210585" y="191020"/>
                  </a:lnTo>
                  <a:lnTo>
                    <a:pt x="1204006" y="191020"/>
                  </a:lnTo>
                  <a:lnTo>
                    <a:pt x="1197427" y="191020"/>
                  </a:lnTo>
                  <a:lnTo>
                    <a:pt x="1190848" y="191020"/>
                  </a:lnTo>
                  <a:lnTo>
                    <a:pt x="1184268" y="191020"/>
                  </a:lnTo>
                  <a:lnTo>
                    <a:pt x="1177689" y="191020"/>
                  </a:lnTo>
                  <a:lnTo>
                    <a:pt x="1171110" y="191020"/>
                  </a:lnTo>
                  <a:lnTo>
                    <a:pt x="1164530" y="191020"/>
                  </a:lnTo>
                  <a:lnTo>
                    <a:pt x="1157951" y="191020"/>
                  </a:lnTo>
                  <a:lnTo>
                    <a:pt x="1151372" y="191020"/>
                  </a:lnTo>
                  <a:lnTo>
                    <a:pt x="1144793" y="191020"/>
                  </a:lnTo>
                  <a:lnTo>
                    <a:pt x="1138213" y="191020"/>
                  </a:lnTo>
                  <a:lnTo>
                    <a:pt x="1131634" y="191020"/>
                  </a:lnTo>
                  <a:lnTo>
                    <a:pt x="1125055" y="191020"/>
                  </a:lnTo>
                  <a:lnTo>
                    <a:pt x="1118476" y="191020"/>
                  </a:lnTo>
                  <a:lnTo>
                    <a:pt x="1111896" y="191020"/>
                  </a:lnTo>
                  <a:lnTo>
                    <a:pt x="1105317" y="191020"/>
                  </a:lnTo>
                  <a:lnTo>
                    <a:pt x="1098738" y="191020"/>
                  </a:lnTo>
                  <a:lnTo>
                    <a:pt x="1092158" y="191020"/>
                  </a:lnTo>
                  <a:lnTo>
                    <a:pt x="1085579" y="191020"/>
                  </a:lnTo>
                  <a:lnTo>
                    <a:pt x="1079000" y="191020"/>
                  </a:lnTo>
                  <a:lnTo>
                    <a:pt x="1072421" y="191020"/>
                  </a:lnTo>
                  <a:lnTo>
                    <a:pt x="1065841" y="191020"/>
                  </a:lnTo>
                  <a:lnTo>
                    <a:pt x="1059262" y="191020"/>
                  </a:lnTo>
                  <a:lnTo>
                    <a:pt x="1052683" y="191020"/>
                  </a:lnTo>
                  <a:lnTo>
                    <a:pt x="1046104" y="191020"/>
                  </a:lnTo>
                  <a:lnTo>
                    <a:pt x="1039524" y="191020"/>
                  </a:lnTo>
                  <a:lnTo>
                    <a:pt x="1032945" y="191020"/>
                  </a:lnTo>
                  <a:lnTo>
                    <a:pt x="1026366" y="191020"/>
                  </a:lnTo>
                  <a:lnTo>
                    <a:pt x="1019786" y="191020"/>
                  </a:lnTo>
                  <a:lnTo>
                    <a:pt x="1013207" y="191020"/>
                  </a:lnTo>
                  <a:lnTo>
                    <a:pt x="1006628" y="191020"/>
                  </a:lnTo>
                  <a:lnTo>
                    <a:pt x="1000049" y="191020"/>
                  </a:lnTo>
                  <a:lnTo>
                    <a:pt x="993469" y="191020"/>
                  </a:lnTo>
                  <a:lnTo>
                    <a:pt x="986890" y="191020"/>
                  </a:lnTo>
                  <a:lnTo>
                    <a:pt x="980311" y="191020"/>
                  </a:lnTo>
                  <a:lnTo>
                    <a:pt x="973732" y="191020"/>
                  </a:lnTo>
                  <a:lnTo>
                    <a:pt x="967152" y="191020"/>
                  </a:lnTo>
                  <a:lnTo>
                    <a:pt x="960573" y="191020"/>
                  </a:lnTo>
                  <a:lnTo>
                    <a:pt x="953994" y="191020"/>
                  </a:lnTo>
                  <a:lnTo>
                    <a:pt x="947414" y="191020"/>
                  </a:lnTo>
                  <a:lnTo>
                    <a:pt x="940835" y="191020"/>
                  </a:lnTo>
                  <a:lnTo>
                    <a:pt x="934256" y="191020"/>
                  </a:lnTo>
                  <a:lnTo>
                    <a:pt x="927677" y="191020"/>
                  </a:lnTo>
                  <a:lnTo>
                    <a:pt x="921097" y="191020"/>
                  </a:lnTo>
                  <a:lnTo>
                    <a:pt x="914518" y="191020"/>
                  </a:lnTo>
                  <a:lnTo>
                    <a:pt x="907939" y="191020"/>
                  </a:lnTo>
                  <a:lnTo>
                    <a:pt x="901360" y="191020"/>
                  </a:lnTo>
                  <a:lnTo>
                    <a:pt x="894780" y="191020"/>
                  </a:lnTo>
                  <a:lnTo>
                    <a:pt x="888201" y="191020"/>
                  </a:lnTo>
                  <a:lnTo>
                    <a:pt x="881622" y="191020"/>
                  </a:lnTo>
                  <a:lnTo>
                    <a:pt x="875043" y="191020"/>
                  </a:lnTo>
                  <a:lnTo>
                    <a:pt x="868463" y="191020"/>
                  </a:lnTo>
                  <a:lnTo>
                    <a:pt x="861884" y="191020"/>
                  </a:lnTo>
                  <a:lnTo>
                    <a:pt x="855305" y="191020"/>
                  </a:lnTo>
                  <a:lnTo>
                    <a:pt x="848725" y="191020"/>
                  </a:lnTo>
                  <a:lnTo>
                    <a:pt x="842146" y="191020"/>
                  </a:lnTo>
                  <a:lnTo>
                    <a:pt x="835567" y="191020"/>
                  </a:lnTo>
                  <a:lnTo>
                    <a:pt x="828988" y="191020"/>
                  </a:lnTo>
                  <a:lnTo>
                    <a:pt x="822408" y="191020"/>
                  </a:lnTo>
                  <a:lnTo>
                    <a:pt x="815829" y="191020"/>
                  </a:lnTo>
                  <a:lnTo>
                    <a:pt x="809250" y="191020"/>
                  </a:lnTo>
                  <a:lnTo>
                    <a:pt x="802671" y="191020"/>
                  </a:lnTo>
                  <a:lnTo>
                    <a:pt x="796091" y="191020"/>
                  </a:lnTo>
                  <a:lnTo>
                    <a:pt x="789512" y="191020"/>
                  </a:lnTo>
                  <a:lnTo>
                    <a:pt x="782933" y="191020"/>
                  </a:lnTo>
                  <a:lnTo>
                    <a:pt x="776353" y="191020"/>
                  </a:lnTo>
                  <a:lnTo>
                    <a:pt x="769774" y="191020"/>
                  </a:lnTo>
                  <a:lnTo>
                    <a:pt x="763195" y="191020"/>
                  </a:lnTo>
                  <a:lnTo>
                    <a:pt x="756616" y="191020"/>
                  </a:lnTo>
                  <a:lnTo>
                    <a:pt x="750036" y="191020"/>
                  </a:lnTo>
                  <a:lnTo>
                    <a:pt x="743457" y="191020"/>
                  </a:lnTo>
                  <a:lnTo>
                    <a:pt x="736878" y="191020"/>
                  </a:lnTo>
                  <a:lnTo>
                    <a:pt x="730299" y="191020"/>
                  </a:lnTo>
                  <a:lnTo>
                    <a:pt x="723719" y="191020"/>
                  </a:lnTo>
                  <a:lnTo>
                    <a:pt x="717140" y="191020"/>
                  </a:lnTo>
                  <a:lnTo>
                    <a:pt x="710561" y="191020"/>
                  </a:lnTo>
                  <a:lnTo>
                    <a:pt x="703981" y="191020"/>
                  </a:lnTo>
                  <a:lnTo>
                    <a:pt x="697402" y="191020"/>
                  </a:lnTo>
                  <a:lnTo>
                    <a:pt x="690823" y="191020"/>
                  </a:lnTo>
                  <a:lnTo>
                    <a:pt x="684244" y="191020"/>
                  </a:lnTo>
                  <a:lnTo>
                    <a:pt x="677664" y="191020"/>
                  </a:lnTo>
                  <a:lnTo>
                    <a:pt x="671085" y="191020"/>
                  </a:lnTo>
                  <a:lnTo>
                    <a:pt x="664506" y="191020"/>
                  </a:lnTo>
                  <a:lnTo>
                    <a:pt x="657927" y="191020"/>
                  </a:lnTo>
                  <a:lnTo>
                    <a:pt x="651347" y="191020"/>
                  </a:lnTo>
                  <a:lnTo>
                    <a:pt x="644768" y="191020"/>
                  </a:lnTo>
                  <a:lnTo>
                    <a:pt x="638189" y="191020"/>
                  </a:lnTo>
                  <a:lnTo>
                    <a:pt x="631609" y="191020"/>
                  </a:lnTo>
                  <a:lnTo>
                    <a:pt x="625030" y="191020"/>
                  </a:lnTo>
                  <a:lnTo>
                    <a:pt x="618451" y="191020"/>
                  </a:lnTo>
                  <a:lnTo>
                    <a:pt x="611872" y="191020"/>
                  </a:lnTo>
                  <a:lnTo>
                    <a:pt x="605292" y="191020"/>
                  </a:lnTo>
                  <a:lnTo>
                    <a:pt x="598713" y="191020"/>
                  </a:lnTo>
                  <a:lnTo>
                    <a:pt x="592134" y="191020"/>
                  </a:lnTo>
                  <a:lnTo>
                    <a:pt x="585555" y="191020"/>
                  </a:lnTo>
                  <a:lnTo>
                    <a:pt x="578975" y="191020"/>
                  </a:lnTo>
                  <a:lnTo>
                    <a:pt x="572396" y="191020"/>
                  </a:lnTo>
                  <a:lnTo>
                    <a:pt x="565817" y="191020"/>
                  </a:lnTo>
                  <a:lnTo>
                    <a:pt x="559238" y="191020"/>
                  </a:lnTo>
                  <a:lnTo>
                    <a:pt x="552658" y="191020"/>
                  </a:lnTo>
                  <a:lnTo>
                    <a:pt x="546079" y="191020"/>
                  </a:lnTo>
                  <a:lnTo>
                    <a:pt x="539500" y="191020"/>
                  </a:lnTo>
                  <a:lnTo>
                    <a:pt x="532920" y="191020"/>
                  </a:lnTo>
                  <a:lnTo>
                    <a:pt x="526341" y="191020"/>
                  </a:lnTo>
                  <a:lnTo>
                    <a:pt x="519762" y="191020"/>
                  </a:lnTo>
                  <a:lnTo>
                    <a:pt x="513183" y="191020"/>
                  </a:lnTo>
                  <a:lnTo>
                    <a:pt x="506603" y="191020"/>
                  </a:lnTo>
                  <a:lnTo>
                    <a:pt x="500024" y="191020"/>
                  </a:lnTo>
                  <a:lnTo>
                    <a:pt x="493445" y="191020"/>
                  </a:lnTo>
                  <a:lnTo>
                    <a:pt x="486866" y="191020"/>
                  </a:lnTo>
                  <a:lnTo>
                    <a:pt x="480286" y="191020"/>
                  </a:lnTo>
                  <a:lnTo>
                    <a:pt x="473707" y="191020"/>
                  </a:lnTo>
                  <a:lnTo>
                    <a:pt x="467128" y="191020"/>
                  </a:lnTo>
                  <a:lnTo>
                    <a:pt x="460548" y="191020"/>
                  </a:lnTo>
                  <a:lnTo>
                    <a:pt x="453969" y="191020"/>
                  </a:lnTo>
                  <a:lnTo>
                    <a:pt x="447390" y="191020"/>
                  </a:lnTo>
                  <a:lnTo>
                    <a:pt x="440811" y="191020"/>
                  </a:lnTo>
                  <a:lnTo>
                    <a:pt x="434231" y="191020"/>
                  </a:lnTo>
                  <a:lnTo>
                    <a:pt x="427652" y="191020"/>
                  </a:lnTo>
                  <a:lnTo>
                    <a:pt x="421073" y="191020"/>
                  </a:lnTo>
                  <a:lnTo>
                    <a:pt x="414494" y="191020"/>
                  </a:lnTo>
                  <a:lnTo>
                    <a:pt x="407914" y="191020"/>
                  </a:lnTo>
                  <a:lnTo>
                    <a:pt x="401335" y="191020"/>
                  </a:lnTo>
                  <a:lnTo>
                    <a:pt x="394756" y="191020"/>
                  </a:lnTo>
                  <a:lnTo>
                    <a:pt x="388176" y="191020"/>
                  </a:lnTo>
                  <a:lnTo>
                    <a:pt x="381597" y="191020"/>
                  </a:lnTo>
                  <a:lnTo>
                    <a:pt x="375018" y="191020"/>
                  </a:lnTo>
                  <a:lnTo>
                    <a:pt x="368439" y="191020"/>
                  </a:lnTo>
                  <a:lnTo>
                    <a:pt x="361859" y="191020"/>
                  </a:lnTo>
                  <a:lnTo>
                    <a:pt x="355280" y="191020"/>
                  </a:lnTo>
                  <a:lnTo>
                    <a:pt x="348701" y="191020"/>
                  </a:lnTo>
                  <a:lnTo>
                    <a:pt x="342122" y="191020"/>
                  </a:lnTo>
                  <a:lnTo>
                    <a:pt x="335542" y="191020"/>
                  </a:lnTo>
                  <a:lnTo>
                    <a:pt x="328963" y="191020"/>
                  </a:lnTo>
                  <a:lnTo>
                    <a:pt x="322384" y="191020"/>
                  </a:lnTo>
                  <a:lnTo>
                    <a:pt x="315804" y="191020"/>
                  </a:lnTo>
                  <a:lnTo>
                    <a:pt x="309225" y="191020"/>
                  </a:lnTo>
                  <a:lnTo>
                    <a:pt x="302646" y="191020"/>
                  </a:lnTo>
                  <a:lnTo>
                    <a:pt x="296067" y="191020"/>
                  </a:lnTo>
                  <a:lnTo>
                    <a:pt x="289487" y="191020"/>
                  </a:lnTo>
                  <a:lnTo>
                    <a:pt x="282908" y="191020"/>
                  </a:lnTo>
                  <a:lnTo>
                    <a:pt x="276329" y="191020"/>
                  </a:lnTo>
                  <a:lnTo>
                    <a:pt x="269750" y="191020"/>
                  </a:lnTo>
                  <a:lnTo>
                    <a:pt x="263170" y="191020"/>
                  </a:lnTo>
                  <a:lnTo>
                    <a:pt x="256591" y="191020"/>
                  </a:lnTo>
                  <a:lnTo>
                    <a:pt x="250012" y="191020"/>
                  </a:lnTo>
                  <a:lnTo>
                    <a:pt x="243433" y="191020"/>
                  </a:lnTo>
                  <a:lnTo>
                    <a:pt x="236853" y="191020"/>
                  </a:lnTo>
                  <a:lnTo>
                    <a:pt x="230274" y="191020"/>
                  </a:lnTo>
                  <a:lnTo>
                    <a:pt x="223695" y="191020"/>
                  </a:lnTo>
                  <a:lnTo>
                    <a:pt x="217115" y="191020"/>
                  </a:lnTo>
                  <a:lnTo>
                    <a:pt x="210536" y="191020"/>
                  </a:lnTo>
                  <a:lnTo>
                    <a:pt x="203957" y="191020"/>
                  </a:lnTo>
                  <a:lnTo>
                    <a:pt x="197378" y="191020"/>
                  </a:lnTo>
                  <a:lnTo>
                    <a:pt x="190798" y="191020"/>
                  </a:lnTo>
                  <a:lnTo>
                    <a:pt x="184219" y="191020"/>
                  </a:lnTo>
                  <a:lnTo>
                    <a:pt x="177640" y="191020"/>
                  </a:lnTo>
                  <a:lnTo>
                    <a:pt x="171061" y="191020"/>
                  </a:lnTo>
                  <a:lnTo>
                    <a:pt x="164481" y="191020"/>
                  </a:lnTo>
                  <a:lnTo>
                    <a:pt x="157902" y="191020"/>
                  </a:lnTo>
                  <a:lnTo>
                    <a:pt x="151323" y="191020"/>
                  </a:lnTo>
                  <a:lnTo>
                    <a:pt x="144743" y="191020"/>
                  </a:lnTo>
                  <a:lnTo>
                    <a:pt x="138164" y="191020"/>
                  </a:lnTo>
                  <a:lnTo>
                    <a:pt x="131585" y="191020"/>
                  </a:lnTo>
                  <a:lnTo>
                    <a:pt x="125006" y="191020"/>
                  </a:lnTo>
                  <a:lnTo>
                    <a:pt x="118426" y="191020"/>
                  </a:lnTo>
                  <a:lnTo>
                    <a:pt x="111847" y="191020"/>
                  </a:lnTo>
                  <a:lnTo>
                    <a:pt x="105268" y="191020"/>
                  </a:lnTo>
                  <a:lnTo>
                    <a:pt x="98689" y="191020"/>
                  </a:lnTo>
                  <a:lnTo>
                    <a:pt x="92109" y="191020"/>
                  </a:lnTo>
                  <a:lnTo>
                    <a:pt x="85530" y="191020"/>
                  </a:lnTo>
                  <a:lnTo>
                    <a:pt x="78951" y="191020"/>
                  </a:lnTo>
                  <a:lnTo>
                    <a:pt x="72371" y="191020"/>
                  </a:lnTo>
                  <a:lnTo>
                    <a:pt x="65792" y="191020"/>
                  </a:lnTo>
                  <a:lnTo>
                    <a:pt x="59213" y="191020"/>
                  </a:lnTo>
                  <a:lnTo>
                    <a:pt x="52634" y="191020"/>
                  </a:lnTo>
                  <a:lnTo>
                    <a:pt x="46054" y="191020"/>
                  </a:lnTo>
                  <a:lnTo>
                    <a:pt x="39475" y="191020"/>
                  </a:lnTo>
                  <a:lnTo>
                    <a:pt x="32896" y="191020"/>
                  </a:lnTo>
                  <a:lnTo>
                    <a:pt x="26317" y="191020"/>
                  </a:lnTo>
                  <a:lnTo>
                    <a:pt x="19737" y="191020"/>
                  </a:lnTo>
                  <a:lnTo>
                    <a:pt x="13158" y="191020"/>
                  </a:lnTo>
                  <a:lnTo>
                    <a:pt x="6579" y="191020"/>
                  </a:lnTo>
                  <a:lnTo>
                    <a:pt x="0" y="191020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634" name="pg633"/>
            <p:cNvSpPr/>
            <p:nvPr/>
          </p:nvSpPr>
          <p:spPr>
            <a:xfrm>
              <a:off x="5637721" y="6341755"/>
              <a:ext cx="4445860" cy="191020"/>
            </a:xfrm>
            <a:custGeom>
              <a:avLst/>
              <a:pathLst>
                <a:path w="4445860" h="191020">
                  <a:moveTo>
                    <a:pt x="0" y="0"/>
                  </a:moveTo>
                  <a:lnTo>
                    <a:pt x="8891" y="0"/>
                  </a:lnTo>
                  <a:lnTo>
                    <a:pt x="17783" y="0"/>
                  </a:lnTo>
                  <a:lnTo>
                    <a:pt x="26675" y="0"/>
                  </a:lnTo>
                  <a:lnTo>
                    <a:pt x="35566" y="0"/>
                  </a:lnTo>
                  <a:lnTo>
                    <a:pt x="44458" y="0"/>
                  </a:lnTo>
                  <a:lnTo>
                    <a:pt x="53350" y="0"/>
                  </a:lnTo>
                  <a:lnTo>
                    <a:pt x="62242" y="0"/>
                  </a:lnTo>
                  <a:lnTo>
                    <a:pt x="71133" y="0"/>
                  </a:lnTo>
                  <a:lnTo>
                    <a:pt x="80025" y="0"/>
                  </a:lnTo>
                  <a:lnTo>
                    <a:pt x="88917" y="0"/>
                  </a:lnTo>
                  <a:lnTo>
                    <a:pt x="97808" y="0"/>
                  </a:lnTo>
                  <a:lnTo>
                    <a:pt x="106700" y="0"/>
                  </a:lnTo>
                  <a:lnTo>
                    <a:pt x="115592" y="0"/>
                  </a:lnTo>
                  <a:lnTo>
                    <a:pt x="124484" y="0"/>
                  </a:lnTo>
                  <a:lnTo>
                    <a:pt x="133375" y="0"/>
                  </a:lnTo>
                  <a:lnTo>
                    <a:pt x="142267" y="0"/>
                  </a:lnTo>
                  <a:lnTo>
                    <a:pt x="151159" y="0"/>
                  </a:lnTo>
                  <a:lnTo>
                    <a:pt x="160050" y="0"/>
                  </a:lnTo>
                  <a:lnTo>
                    <a:pt x="168942" y="0"/>
                  </a:lnTo>
                  <a:lnTo>
                    <a:pt x="177834" y="0"/>
                  </a:lnTo>
                  <a:lnTo>
                    <a:pt x="186726" y="0"/>
                  </a:lnTo>
                  <a:lnTo>
                    <a:pt x="195617" y="0"/>
                  </a:lnTo>
                  <a:lnTo>
                    <a:pt x="204509" y="0"/>
                  </a:lnTo>
                  <a:lnTo>
                    <a:pt x="213401" y="0"/>
                  </a:lnTo>
                  <a:lnTo>
                    <a:pt x="222293" y="0"/>
                  </a:lnTo>
                  <a:lnTo>
                    <a:pt x="231184" y="0"/>
                  </a:lnTo>
                  <a:lnTo>
                    <a:pt x="240076" y="0"/>
                  </a:lnTo>
                  <a:lnTo>
                    <a:pt x="248968" y="0"/>
                  </a:lnTo>
                  <a:lnTo>
                    <a:pt x="257859" y="0"/>
                  </a:lnTo>
                  <a:lnTo>
                    <a:pt x="266751" y="0"/>
                  </a:lnTo>
                  <a:lnTo>
                    <a:pt x="275643" y="0"/>
                  </a:lnTo>
                  <a:lnTo>
                    <a:pt x="284535" y="0"/>
                  </a:lnTo>
                  <a:lnTo>
                    <a:pt x="293426" y="0"/>
                  </a:lnTo>
                  <a:lnTo>
                    <a:pt x="302318" y="0"/>
                  </a:lnTo>
                  <a:lnTo>
                    <a:pt x="311210" y="0"/>
                  </a:lnTo>
                  <a:lnTo>
                    <a:pt x="320101" y="0"/>
                  </a:lnTo>
                  <a:lnTo>
                    <a:pt x="328993" y="0"/>
                  </a:lnTo>
                  <a:lnTo>
                    <a:pt x="337885" y="0"/>
                  </a:lnTo>
                  <a:lnTo>
                    <a:pt x="346777" y="0"/>
                  </a:lnTo>
                  <a:lnTo>
                    <a:pt x="355668" y="0"/>
                  </a:lnTo>
                  <a:lnTo>
                    <a:pt x="364560" y="0"/>
                  </a:lnTo>
                  <a:lnTo>
                    <a:pt x="373452" y="0"/>
                  </a:lnTo>
                  <a:lnTo>
                    <a:pt x="382343" y="0"/>
                  </a:lnTo>
                  <a:lnTo>
                    <a:pt x="391235" y="0"/>
                  </a:lnTo>
                  <a:lnTo>
                    <a:pt x="400127" y="0"/>
                  </a:lnTo>
                  <a:lnTo>
                    <a:pt x="409019" y="0"/>
                  </a:lnTo>
                  <a:lnTo>
                    <a:pt x="417910" y="0"/>
                  </a:lnTo>
                  <a:lnTo>
                    <a:pt x="426802" y="0"/>
                  </a:lnTo>
                  <a:lnTo>
                    <a:pt x="435694" y="0"/>
                  </a:lnTo>
                  <a:lnTo>
                    <a:pt x="444586" y="0"/>
                  </a:lnTo>
                  <a:lnTo>
                    <a:pt x="453477" y="0"/>
                  </a:lnTo>
                  <a:lnTo>
                    <a:pt x="462369" y="0"/>
                  </a:lnTo>
                  <a:lnTo>
                    <a:pt x="471261" y="0"/>
                  </a:lnTo>
                  <a:lnTo>
                    <a:pt x="480152" y="0"/>
                  </a:lnTo>
                  <a:lnTo>
                    <a:pt x="489044" y="0"/>
                  </a:lnTo>
                  <a:lnTo>
                    <a:pt x="497936" y="0"/>
                  </a:lnTo>
                  <a:lnTo>
                    <a:pt x="506828" y="0"/>
                  </a:lnTo>
                  <a:lnTo>
                    <a:pt x="515719" y="0"/>
                  </a:lnTo>
                  <a:lnTo>
                    <a:pt x="524611" y="0"/>
                  </a:lnTo>
                  <a:lnTo>
                    <a:pt x="533503" y="0"/>
                  </a:lnTo>
                  <a:lnTo>
                    <a:pt x="542394" y="0"/>
                  </a:lnTo>
                  <a:lnTo>
                    <a:pt x="551286" y="0"/>
                  </a:lnTo>
                  <a:lnTo>
                    <a:pt x="560178" y="0"/>
                  </a:lnTo>
                  <a:lnTo>
                    <a:pt x="569070" y="0"/>
                  </a:lnTo>
                  <a:lnTo>
                    <a:pt x="577961" y="0"/>
                  </a:lnTo>
                  <a:lnTo>
                    <a:pt x="586853" y="0"/>
                  </a:lnTo>
                  <a:lnTo>
                    <a:pt x="595745" y="0"/>
                  </a:lnTo>
                  <a:lnTo>
                    <a:pt x="604636" y="0"/>
                  </a:lnTo>
                  <a:lnTo>
                    <a:pt x="613528" y="0"/>
                  </a:lnTo>
                  <a:lnTo>
                    <a:pt x="622420" y="0"/>
                  </a:lnTo>
                  <a:lnTo>
                    <a:pt x="631312" y="0"/>
                  </a:lnTo>
                  <a:lnTo>
                    <a:pt x="640203" y="0"/>
                  </a:lnTo>
                  <a:lnTo>
                    <a:pt x="649095" y="0"/>
                  </a:lnTo>
                  <a:lnTo>
                    <a:pt x="657987" y="0"/>
                  </a:lnTo>
                  <a:lnTo>
                    <a:pt x="666879" y="0"/>
                  </a:lnTo>
                  <a:lnTo>
                    <a:pt x="675770" y="0"/>
                  </a:lnTo>
                  <a:lnTo>
                    <a:pt x="684662" y="0"/>
                  </a:lnTo>
                  <a:lnTo>
                    <a:pt x="693554" y="0"/>
                  </a:lnTo>
                  <a:lnTo>
                    <a:pt x="702445" y="0"/>
                  </a:lnTo>
                  <a:lnTo>
                    <a:pt x="711337" y="0"/>
                  </a:lnTo>
                  <a:lnTo>
                    <a:pt x="720229" y="0"/>
                  </a:lnTo>
                  <a:lnTo>
                    <a:pt x="729121" y="0"/>
                  </a:lnTo>
                  <a:lnTo>
                    <a:pt x="738012" y="0"/>
                  </a:lnTo>
                  <a:lnTo>
                    <a:pt x="746904" y="0"/>
                  </a:lnTo>
                  <a:lnTo>
                    <a:pt x="755796" y="0"/>
                  </a:lnTo>
                  <a:lnTo>
                    <a:pt x="764687" y="0"/>
                  </a:lnTo>
                  <a:lnTo>
                    <a:pt x="773579" y="0"/>
                  </a:lnTo>
                  <a:lnTo>
                    <a:pt x="782471" y="0"/>
                  </a:lnTo>
                  <a:lnTo>
                    <a:pt x="791363" y="0"/>
                  </a:lnTo>
                  <a:lnTo>
                    <a:pt x="800254" y="0"/>
                  </a:lnTo>
                  <a:lnTo>
                    <a:pt x="809146" y="0"/>
                  </a:lnTo>
                  <a:lnTo>
                    <a:pt x="818038" y="0"/>
                  </a:lnTo>
                  <a:lnTo>
                    <a:pt x="826930" y="0"/>
                  </a:lnTo>
                  <a:lnTo>
                    <a:pt x="835821" y="0"/>
                  </a:lnTo>
                  <a:lnTo>
                    <a:pt x="844713" y="0"/>
                  </a:lnTo>
                  <a:lnTo>
                    <a:pt x="853605" y="0"/>
                  </a:lnTo>
                  <a:lnTo>
                    <a:pt x="862496" y="0"/>
                  </a:lnTo>
                  <a:lnTo>
                    <a:pt x="871388" y="0"/>
                  </a:lnTo>
                  <a:lnTo>
                    <a:pt x="880280" y="0"/>
                  </a:lnTo>
                  <a:lnTo>
                    <a:pt x="889172" y="0"/>
                  </a:lnTo>
                  <a:lnTo>
                    <a:pt x="898063" y="0"/>
                  </a:lnTo>
                  <a:lnTo>
                    <a:pt x="906955" y="0"/>
                  </a:lnTo>
                  <a:lnTo>
                    <a:pt x="915847" y="0"/>
                  </a:lnTo>
                  <a:lnTo>
                    <a:pt x="924738" y="0"/>
                  </a:lnTo>
                  <a:lnTo>
                    <a:pt x="933630" y="0"/>
                  </a:lnTo>
                  <a:lnTo>
                    <a:pt x="942522" y="0"/>
                  </a:lnTo>
                  <a:lnTo>
                    <a:pt x="951414" y="0"/>
                  </a:lnTo>
                  <a:lnTo>
                    <a:pt x="960305" y="0"/>
                  </a:lnTo>
                  <a:lnTo>
                    <a:pt x="969197" y="0"/>
                  </a:lnTo>
                  <a:lnTo>
                    <a:pt x="978089" y="0"/>
                  </a:lnTo>
                  <a:lnTo>
                    <a:pt x="986980" y="0"/>
                  </a:lnTo>
                  <a:lnTo>
                    <a:pt x="995872" y="0"/>
                  </a:lnTo>
                  <a:lnTo>
                    <a:pt x="1004764" y="0"/>
                  </a:lnTo>
                  <a:lnTo>
                    <a:pt x="1013656" y="0"/>
                  </a:lnTo>
                  <a:lnTo>
                    <a:pt x="1022547" y="0"/>
                  </a:lnTo>
                  <a:lnTo>
                    <a:pt x="1031439" y="0"/>
                  </a:lnTo>
                  <a:lnTo>
                    <a:pt x="1040331" y="0"/>
                  </a:lnTo>
                  <a:lnTo>
                    <a:pt x="1049223" y="0"/>
                  </a:lnTo>
                  <a:lnTo>
                    <a:pt x="1058114" y="0"/>
                  </a:lnTo>
                  <a:lnTo>
                    <a:pt x="1067006" y="0"/>
                  </a:lnTo>
                  <a:lnTo>
                    <a:pt x="1075898" y="0"/>
                  </a:lnTo>
                  <a:lnTo>
                    <a:pt x="1084789" y="0"/>
                  </a:lnTo>
                  <a:lnTo>
                    <a:pt x="1093681" y="0"/>
                  </a:lnTo>
                  <a:lnTo>
                    <a:pt x="1102573" y="0"/>
                  </a:lnTo>
                  <a:lnTo>
                    <a:pt x="1111465" y="0"/>
                  </a:lnTo>
                  <a:lnTo>
                    <a:pt x="1120356" y="0"/>
                  </a:lnTo>
                  <a:lnTo>
                    <a:pt x="1129248" y="0"/>
                  </a:lnTo>
                  <a:lnTo>
                    <a:pt x="1138140" y="0"/>
                  </a:lnTo>
                  <a:lnTo>
                    <a:pt x="1147031" y="0"/>
                  </a:lnTo>
                  <a:lnTo>
                    <a:pt x="1155923" y="0"/>
                  </a:lnTo>
                  <a:lnTo>
                    <a:pt x="1164815" y="0"/>
                  </a:lnTo>
                  <a:lnTo>
                    <a:pt x="1173707" y="0"/>
                  </a:lnTo>
                  <a:lnTo>
                    <a:pt x="1182598" y="0"/>
                  </a:lnTo>
                  <a:lnTo>
                    <a:pt x="1191490" y="0"/>
                  </a:lnTo>
                  <a:lnTo>
                    <a:pt x="1200382" y="0"/>
                  </a:lnTo>
                  <a:lnTo>
                    <a:pt x="1209273" y="0"/>
                  </a:lnTo>
                  <a:lnTo>
                    <a:pt x="1218165" y="0"/>
                  </a:lnTo>
                  <a:lnTo>
                    <a:pt x="1227057" y="0"/>
                  </a:lnTo>
                  <a:lnTo>
                    <a:pt x="1235949" y="0"/>
                  </a:lnTo>
                  <a:lnTo>
                    <a:pt x="1244840" y="0"/>
                  </a:lnTo>
                  <a:lnTo>
                    <a:pt x="1253732" y="0"/>
                  </a:lnTo>
                  <a:lnTo>
                    <a:pt x="1262624" y="0"/>
                  </a:lnTo>
                  <a:lnTo>
                    <a:pt x="1271516" y="0"/>
                  </a:lnTo>
                  <a:lnTo>
                    <a:pt x="1280407" y="0"/>
                  </a:lnTo>
                  <a:lnTo>
                    <a:pt x="1289299" y="0"/>
                  </a:lnTo>
                  <a:lnTo>
                    <a:pt x="1298191" y="0"/>
                  </a:lnTo>
                  <a:lnTo>
                    <a:pt x="1307082" y="0"/>
                  </a:lnTo>
                  <a:lnTo>
                    <a:pt x="1315974" y="0"/>
                  </a:lnTo>
                  <a:lnTo>
                    <a:pt x="1324866" y="0"/>
                  </a:lnTo>
                  <a:lnTo>
                    <a:pt x="1333758" y="0"/>
                  </a:lnTo>
                  <a:lnTo>
                    <a:pt x="1342649" y="0"/>
                  </a:lnTo>
                  <a:lnTo>
                    <a:pt x="1351541" y="0"/>
                  </a:lnTo>
                  <a:lnTo>
                    <a:pt x="1360433" y="0"/>
                  </a:lnTo>
                  <a:lnTo>
                    <a:pt x="1369324" y="0"/>
                  </a:lnTo>
                  <a:lnTo>
                    <a:pt x="1378216" y="0"/>
                  </a:lnTo>
                  <a:lnTo>
                    <a:pt x="1387108" y="0"/>
                  </a:lnTo>
                  <a:lnTo>
                    <a:pt x="1396000" y="0"/>
                  </a:lnTo>
                  <a:lnTo>
                    <a:pt x="1404891" y="0"/>
                  </a:lnTo>
                  <a:lnTo>
                    <a:pt x="1413783" y="0"/>
                  </a:lnTo>
                  <a:lnTo>
                    <a:pt x="1422675" y="0"/>
                  </a:lnTo>
                  <a:lnTo>
                    <a:pt x="1431566" y="0"/>
                  </a:lnTo>
                  <a:lnTo>
                    <a:pt x="1440458" y="0"/>
                  </a:lnTo>
                  <a:lnTo>
                    <a:pt x="1449350" y="0"/>
                  </a:lnTo>
                  <a:lnTo>
                    <a:pt x="1458242" y="0"/>
                  </a:lnTo>
                  <a:lnTo>
                    <a:pt x="1467133" y="0"/>
                  </a:lnTo>
                  <a:lnTo>
                    <a:pt x="1476025" y="0"/>
                  </a:lnTo>
                  <a:lnTo>
                    <a:pt x="1484917" y="0"/>
                  </a:lnTo>
                  <a:lnTo>
                    <a:pt x="1493809" y="0"/>
                  </a:lnTo>
                  <a:lnTo>
                    <a:pt x="1502700" y="0"/>
                  </a:lnTo>
                  <a:lnTo>
                    <a:pt x="1511592" y="0"/>
                  </a:lnTo>
                  <a:lnTo>
                    <a:pt x="1520484" y="0"/>
                  </a:lnTo>
                  <a:lnTo>
                    <a:pt x="1529375" y="0"/>
                  </a:lnTo>
                  <a:lnTo>
                    <a:pt x="1538267" y="0"/>
                  </a:lnTo>
                  <a:lnTo>
                    <a:pt x="1547159" y="0"/>
                  </a:lnTo>
                  <a:lnTo>
                    <a:pt x="1556051" y="0"/>
                  </a:lnTo>
                  <a:lnTo>
                    <a:pt x="1564942" y="0"/>
                  </a:lnTo>
                  <a:lnTo>
                    <a:pt x="1573834" y="0"/>
                  </a:lnTo>
                  <a:lnTo>
                    <a:pt x="1582726" y="0"/>
                  </a:lnTo>
                  <a:lnTo>
                    <a:pt x="1591617" y="0"/>
                  </a:lnTo>
                  <a:lnTo>
                    <a:pt x="1600509" y="0"/>
                  </a:lnTo>
                  <a:lnTo>
                    <a:pt x="1609401" y="0"/>
                  </a:lnTo>
                  <a:lnTo>
                    <a:pt x="1618293" y="0"/>
                  </a:lnTo>
                  <a:lnTo>
                    <a:pt x="1627184" y="0"/>
                  </a:lnTo>
                  <a:lnTo>
                    <a:pt x="1636076" y="0"/>
                  </a:lnTo>
                  <a:lnTo>
                    <a:pt x="1644968" y="0"/>
                  </a:lnTo>
                  <a:lnTo>
                    <a:pt x="1653860" y="0"/>
                  </a:lnTo>
                  <a:lnTo>
                    <a:pt x="1662751" y="0"/>
                  </a:lnTo>
                  <a:lnTo>
                    <a:pt x="1671643" y="0"/>
                  </a:lnTo>
                  <a:lnTo>
                    <a:pt x="1680535" y="0"/>
                  </a:lnTo>
                  <a:lnTo>
                    <a:pt x="1689426" y="0"/>
                  </a:lnTo>
                  <a:lnTo>
                    <a:pt x="1698318" y="0"/>
                  </a:lnTo>
                  <a:lnTo>
                    <a:pt x="1707210" y="0"/>
                  </a:lnTo>
                  <a:lnTo>
                    <a:pt x="1716102" y="0"/>
                  </a:lnTo>
                  <a:lnTo>
                    <a:pt x="1724993" y="0"/>
                  </a:lnTo>
                  <a:lnTo>
                    <a:pt x="1733885" y="0"/>
                  </a:lnTo>
                  <a:lnTo>
                    <a:pt x="1742777" y="0"/>
                  </a:lnTo>
                  <a:lnTo>
                    <a:pt x="1751668" y="0"/>
                  </a:lnTo>
                  <a:lnTo>
                    <a:pt x="1760560" y="0"/>
                  </a:lnTo>
                  <a:lnTo>
                    <a:pt x="1769452" y="0"/>
                  </a:lnTo>
                  <a:lnTo>
                    <a:pt x="1778344" y="0"/>
                  </a:lnTo>
                  <a:lnTo>
                    <a:pt x="1787235" y="0"/>
                  </a:lnTo>
                  <a:lnTo>
                    <a:pt x="1796127" y="0"/>
                  </a:lnTo>
                  <a:lnTo>
                    <a:pt x="1805019" y="0"/>
                  </a:lnTo>
                  <a:lnTo>
                    <a:pt x="1813910" y="0"/>
                  </a:lnTo>
                  <a:lnTo>
                    <a:pt x="1822802" y="0"/>
                  </a:lnTo>
                  <a:lnTo>
                    <a:pt x="1831694" y="0"/>
                  </a:lnTo>
                  <a:lnTo>
                    <a:pt x="1840586" y="0"/>
                  </a:lnTo>
                  <a:lnTo>
                    <a:pt x="1849477" y="0"/>
                  </a:lnTo>
                  <a:lnTo>
                    <a:pt x="1858369" y="0"/>
                  </a:lnTo>
                  <a:lnTo>
                    <a:pt x="1867261" y="0"/>
                  </a:lnTo>
                  <a:lnTo>
                    <a:pt x="1876153" y="0"/>
                  </a:lnTo>
                  <a:lnTo>
                    <a:pt x="1885044" y="0"/>
                  </a:lnTo>
                  <a:lnTo>
                    <a:pt x="1893936" y="0"/>
                  </a:lnTo>
                  <a:lnTo>
                    <a:pt x="1902828" y="0"/>
                  </a:lnTo>
                  <a:lnTo>
                    <a:pt x="1911719" y="0"/>
                  </a:lnTo>
                  <a:lnTo>
                    <a:pt x="1920611" y="0"/>
                  </a:lnTo>
                  <a:lnTo>
                    <a:pt x="1929503" y="0"/>
                  </a:lnTo>
                  <a:lnTo>
                    <a:pt x="1938395" y="0"/>
                  </a:lnTo>
                  <a:lnTo>
                    <a:pt x="1947286" y="0"/>
                  </a:lnTo>
                  <a:lnTo>
                    <a:pt x="1956178" y="0"/>
                  </a:lnTo>
                  <a:lnTo>
                    <a:pt x="1965070" y="0"/>
                  </a:lnTo>
                  <a:lnTo>
                    <a:pt x="1973961" y="0"/>
                  </a:lnTo>
                  <a:lnTo>
                    <a:pt x="1982853" y="0"/>
                  </a:lnTo>
                  <a:lnTo>
                    <a:pt x="1991745" y="0"/>
                  </a:lnTo>
                  <a:lnTo>
                    <a:pt x="2000637" y="0"/>
                  </a:lnTo>
                  <a:lnTo>
                    <a:pt x="2009528" y="0"/>
                  </a:lnTo>
                  <a:lnTo>
                    <a:pt x="2018420" y="0"/>
                  </a:lnTo>
                  <a:lnTo>
                    <a:pt x="2027312" y="0"/>
                  </a:lnTo>
                  <a:lnTo>
                    <a:pt x="2036203" y="0"/>
                  </a:lnTo>
                  <a:lnTo>
                    <a:pt x="2045095" y="0"/>
                  </a:lnTo>
                  <a:lnTo>
                    <a:pt x="2053987" y="0"/>
                  </a:lnTo>
                  <a:lnTo>
                    <a:pt x="2062879" y="0"/>
                  </a:lnTo>
                  <a:lnTo>
                    <a:pt x="2071770" y="0"/>
                  </a:lnTo>
                  <a:lnTo>
                    <a:pt x="2080662" y="0"/>
                  </a:lnTo>
                  <a:lnTo>
                    <a:pt x="2089554" y="0"/>
                  </a:lnTo>
                  <a:lnTo>
                    <a:pt x="2098446" y="0"/>
                  </a:lnTo>
                  <a:lnTo>
                    <a:pt x="2107337" y="0"/>
                  </a:lnTo>
                  <a:lnTo>
                    <a:pt x="2116229" y="0"/>
                  </a:lnTo>
                  <a:lnTo>
                    <a:pt x="2125121" y="0"/>
                  </a:lnTo>
                  <a:lnTo>
                    <a:pt x="2134012" y="0"/>
                  </a:lnTo>
                  <a:lnTo>
                    <a:pt x="2142904" y="0"/>
                  </a:lnTo>
                  <a:lnTo>
                    <a:pt x="2151796" y="0"/>
                  </a:lnTo>
                  <a:lnTo>
                    <a:pt x="2160688" y="0"/>
                  </a:lnTo>
                  <a:lnTo>
                    <a:pt x="2169579" y="0"/>
                  </a:lnTo>
                  <a:lnTo>
                    <a:pt x="2178471" y="0"/>
                  </a:lnTo>
                  <a:lnTo>
                    <a:pt x="2187363" y="0"/>
                  </a:lnTo>
                  <a:lnTo>
                    <a:pt x="2196254" y="0"/>
                  </a:lnTo>
                  <a:lnTo>
                    <a:pt x="2205146" y="0"/>
                  </a:lnTo>
                  <a:lnTo>
                    <a:pt x="2214038" y="0"/>
                  </a:lnTo>
                  <a:lnTo>
                    <a:pt x="2222930" y="0"/>
                  </a:lnTo>
                  <a:lnTo>
                    <a:pt x="2231821" y="0"/>
                  </a:lnTo>
                  <a:lnTo>
                    <a:pt x="2240713" y="0"/>
                  </a:lnTo>
                  <a:lnTo>
                    <a:pt x="2249605" y="0"/>
                  </a:lnTo>
                  <a:lnTo>
                    <a:pt x="2258496" y="0"/>
                  </a:lnTo>
                  <a:lnTo>
                    <a:pt x="2267388" y="0"/>
                  </a:lnTo>
                  <a:lnTo>
                    <a:pt x="2276280" y="0"/>
                  </a:lnTo>
                  <a:lnTo>
                    <a:pt x="2285172" y="0"/>
                  </a:lnTo>
                  <a:lnTo>
                    <a:pt x="2294063" y="0"/>
                  </a:lnTo>
                  <a:lnTo>
                    <a:pt x="2302955" y="0"/>
                  </a:lnTo>
                  <a:lnTo>
                    <a:pt x="2311847" y="0"/>
                  </a:lnTo>
                  <a:lnTo>
                    <a:pt x="2320739" y="0"/>
                  </a:lnTo>
                  <a:lnTo>
                    <a:pt x="2329630" y="0"/>
                  </a:lnTo>
                  <a:lnTo>
                    <a:pt x="2338522" y="0"/>
                  </a:lnTo>
                  <a:lnTo>
                    <a:pt x="2347414" y="0"/>
                  </a:lnTo>
                  <a:lnTo>
                    <a:pt x="2356305" y="0"/>
                  </a:lnTo>
                  <a:lnTo>
                    <a:pt x="2365197" y="0"/>
                  </a:lnTo>
                  <a:lnTo>
                    <a:pt x="2374089" y="0"/>
                  </a:lnTo>
                  <a:lnTo>
                    <a:pt x="2382981" y="0"/>
                  </a:lnTo>
                  <a:lnTo>
                    <a:pt x="2391872" y="0"/>
                  </a:lnTo>
                  <a:lnTo>
                    <a:pt x="2400764" y="0"/>
                  </a:lnTo>
                  <a:lnTo>
                    <a:pt x="2409656" y="0"/>
                  </a:lnTo>
                  <a:lnTo>
                    <a:pt x="2418547" y="0"/>
                  </a:lnTo>
                  <a:lnTo>
                    <a:pt x="2427439" y="0"/>
                  </a:lnTo>
                  <a:lnTo>
                    <a:pt x="2436331" y="0"/>
                  </a:lnTo>
                  <a:lnTo>
                    <a:pt x="2445223" y="0"/>
                  </a:lnTo>
                  <a:lnTo>
                    <a:pt x="2454114" y="0"/>
                  </a:lnTo>
                  <a:lnTo>
                    <a:pt x="2463006" y="0"/>
                  </a:lnTo>
                  <a:lnTo>
                    <a:pt x="2471898" y="0"/>
                  </a:lnTo>
                  <a:lnTo>
                    <a:pt x="2480790" y="0"/>
                  </a:lnTo>
                  <a:lnTo>
                    <a:pt x="2489681" y="0"/>
                  </a:lnTo>
                  <a:lnTo>
                    <a:pt x="2498573" y="0"/>
                  </a:lnTo>
                  <a:lnTo>
                    <a:pt x="2507465" y="0"/>
                  </a:lnTo>
                  <a:lnTo>
                    <a:pt x="2516356" y="0"/>
                  </a:lnTo>
                  <a:lnTo>
                    <a:pt x="2525248" y="0"/>
                  </a:lnTo>
                  <a:lnTo>
                    <a:pt x="2534140" y="0"/>
                  </a:lnTo>
                  <a:lnTo>
                    <a:pt x="2543032" y="0"/>
                  </a:lnTo>
                  <a:lnTo>
                    <a:pt x="2551923" y="0"/>
                  </a:lnTo>
                  <a:lnTo>
                    <a:pt x="2560815" y="0"/>
                  </a:lnTo>
                  <a:lnTo>
                    <a:pt x="2569707" y="0"/>
                  </a:lnTo>
                  <a:lnTo>
                    <a:pt x="2578598" y="0"/>
                  </a:lnTo>
                  <a:lnTo>
                    <a:pt x="2587490" y="0"/>
                  </a:lnTo>
                  <a:lnTo>
                    <a:pt x="2596382" y="0"/>
                  </a:lnTo>
                  <a:lnTo>
                    <a:pt x="2605274" y="0"/>
                  </a:lnTo>
                  <a:lnTo>
                    <a:pt x="2614165" y="0"/>
                  </a:lnTo>
                  <a:lnTo>
                    <a:pt x="2623057" y="0"/>
                  </a:lnTo>
                  <a:lnTo>
                    <a:pt x="2631949" y="0"/>
                  </a:lnTo>
                  <a:lnTo>
                    <a:pt x="2640840" y="0"/>
                  </a:lnTo>
                  <a:lnTo>
                    <a:pt x="2649732" y="0"/>
                  </a:lnTo>
                  <a:lnTo>
                    <a:pt x="2658624" y="0"/>
                  </a:lnTo>
                  <a:lnTo>
                    <a:pt x="2667516" y="0"/>
                  </a:lnTo>
                  <a:lnTo>
                    <a:pt x="2676407" y="0"/>
                  </a:lnTo>
                  <a:lnTo>
                    <a:pt x="2685299" y="0"/>
                  </a:lnTo>
                  <a:lnTo>
                    <a:pt x="2694191" y="0"/>
                  </a:lnTo>
                  <a:lnTo>
                    <a:pt x="2703083" y="0"/>
                  </a:lnTo>
                  <a:lnTo>
                    <a:pt x="2711974" y="0"/>
                  </a:lnTo>
                  <a:lnTo>
                    <a:pt x="2720866" y="0"/>
                  </a:lnTo>
                  <a:lnTo>
                    <a:pt x="2729758" y="0"/>
                  </a:lnTo>
                  <a:lnTo>
                    <a:pt x="2738649" y="0"/>
                  </a:lnTo>
                  <a:lnTo>
                    <a:pt x="2747541" y="0"/>
                  </a:lnTo>
                  <a:lnTo>
                    <a:pt x="2756433" y="0"/>
                  </a:lnTo>
                  <a:lnTo>
                    <a:pt x="2765325" y="0"/>
                  </a:lnTo>
                  <a:lnTo>
                    <a:pt x="2774216" y="0"/>
                  </a:lnTo>
                  <a:lnTo>
                    <a:pt x="2783108" y="0"/>
                  </a:lnTo>
                  <a:lnTo>
                    <a:pt x="2792000" y="0"/>
                  </a:lnTo>
                  <a:lnTo>
                    <a:pt x="2800891" y="0"/>
                  </a:lnTo>
                  <a:lnTo>
                    <a:pt x="2809783" y="0"/>
                  </a:lnTo>
                  <a:lnTo>
                    <a:pt x="2818675" y="0"/>
                  </a:lnTo>
                  <a:lnTo>
                    <a:pt x="2827567" y="0"/>
                  </a:lnTo>
                  <a:lnTo>
                    <a:pt x="2836458" y="0"/>
                  </a:lnTo>
                  <a:lnTo>
                    <a:pt x="2845350" y="0"/>
                  </a:lnTo>
                  <a:lnTo>
                    <a:pt x="2854242" y="0"/>
                  </a:lnTo>
                  <a:lnTo>
                    <a:pt x="2863133" y="0"/>
                  </a:lnTo>
                  <a:lnTo>
                    <a:pt x="2872025" y="0"/>
                  </a:lnTo>
                  <a:lnTo>
                    <a:pt x="2880917" y="0"/>
                  </a:lnTo>
                  <a:lnTo>
                    <a:pt x="2889809" y="0"/>
                  </a:lnTo>
                  <a:lnTo>
                    <a:pt x="2898700" y="0"/>
                  </a:lnTo>
                  <a:lnTo>
                    <a:pt x="2907592" y="0"/>
                  </a:lnTo>
                  <a:lnTo>
                    <a:pt x="2916484" y="0"/>
                  </a:lnTo>
                  <a:lnTo>
                    <a:pt x="2925376" y="0"/>
                  </a:lnTo>
                  <a:lnTo>
                    <a:pt x="2934267" y="0"/>
                  </a:lnTo>
                  <a:lnTo>
                    <a:pt x="2943159" y="0"/>
                  </a:lnTo>
                  <a:lnTo>
                    <a:pt x="2952051" y="0"/>
                  </a:lnTo>
                  <a:lnTo>
                    <a:pt x="2960942" y="0"/>
                  </a:lnTo>
                  <a:lnTo>
                    <a:pt x="2969834" y="0"/>
                  </a:lnTo>
                  <a:lnTo>
                    <a:pt x="2978726" y="0"/>
                  </a:lnTo>
                  <a:lnTo>
                    <a:pt x="2987618" y="0"/>
                  </a:lnTo>
                  <a:lnTo>
                    <a:pt x="2996509" y="0"/>
                  </a:lnTo>
                  <a:lnTo>
                    <a:pt x="3005401" y="0"/>
                  </a:lnTo>
                  <a:lnTo>
                    <a:pt x="3014293" y="0"/>
                  </a:lnTo>
                  <a:lnTo>
                    <a:pt x="3023184" y="0"/>
                  </a:lnTo>
                  <a:lnTo>
                    <a:pt x="3032076" y="0"/>
                  </a:lnTo>
                  <a:lnTo>
                    <a:pt x="3040968" y="0"/>
                  </a:lnTo>
                  <a:lnTo>
                    <a:pt x="3049860" y="0"/>
                  </a:lnTo>
                  <a:lnTo>
                    <a:pt x="3058751" y="0"/>
                  </a:lnTo>
                  <a:lnTo>
                    <a:pt x="3067643" y="0"/>
                  </a:lnTo>
                  <a:lnTo>
                    <a:pt x="3076535" y="0"/>
                  </a:lnTo>
                  <a:lnTo>
                    <a:pt x="3085426" y="0"/>
                  </a:lnTo>
                  <a:lnTo>
                    <a:pt x="3094318" y="0"/>
                  </a:lnTo>
                  <a:lnTo>
                    <a:pt x="3103210" y="0"/>
                  </a:lnTo>
                  <a:lnTo>
                    <a:pt x="3112102" y="0"/>
                  </a:lnTo>
                  <a:lnTo>
                    <a:pt x="3120993" y="0"/>
                  </a:lnTo>
                  <a:lnTo>
                    <a:pt x="3129885" y="0"/>
                  </a:lnTo>
                  <a:lnTo>
                    <a:pt x="3138777" y="0"/>
                  </a:lnTo>
                  <a:lnTo>
                    <a:pt x="3147669" y="0"/>
                  </a:lnTo>
                  <a:lnTo>
                    <a:pt x="3156560" y="0"/>
                  </a:lnTo>
                  <a:lnTo>
                    <a:pt x="3165452" y="0"/>
                  </a:lnTo>
                  <a:lnTo>
                    <a:pt x="3174344" y="0"/>
                  </a:lnTo>
                  <a:lnTo>
                    <a:pt x="3183235" y="0"/>
                  </a:lnTo>
                  <a:lnTo>
                    <a:pt x="3192127" y="0"/>
                  </a:lnTo>
                  <a:lnTo>
                    <a:pt x="3201019" y="0"/>
                  </a:lnTo>
                  <a:lnTo>
                    <a:pt x="3209911" y="0"/>
                  </a:lnTo>
                  <a:lnTo>
                    <a:pt x="3218802" y="0"/>
                  </a:lnTo>
                  <a:lnTo>
                    <a:pt x="3227694" y="0"/>
                  </a:lnTo>
                  <a:lnTo>
                    <a:pt x="3236586" y="0"/>
                  </a:lnTo>
                  <a:lnTo>
                    <a:pt x="3245477" y="0"/>
                  </a:lnTo>
                  <a:lnTo>
                    <a:pt x="3254369" y="0"/>
                  </a:lnTo>
                  <a:lnTo>
                    <a:pt x="3263261" y="0"/>
                  </a:lnTo>
                  <a:lnTo>
                    <a:pt x="3272153" y="0"/>
                  </a:lnTo>
                  <a:lnTo>
                    <a:pt x="3281044" y="0"/>
                  </a:lnTo>
                  <a:lnTo>
                    <a:pt x="3289936" y="0"/>
                  </a:lnTo>
                  <a:lnTo>
                    <a:pt x="3298828" y="0"/>
                  </a:lnTo>
                  <a:lnTo>
                    <a:pt x="3307720" y="0"/>
                  </a:lnTo>
                  <a:lnTo>
                    <a:pt x="3316611" y="0"/>
                  </a:lnTo>
                  <a:lnTo>
                    <a:pt x="3325503" y="0"/>
                  </a:lnTo>
                  <a:lnTo>
                    <a:pt x="3334395" y="0"/>
                  </a:lnTo>
                  <a:lnTo>
                    <a:pt x="3343286" y="0"/>
                  </a:lnTo>
                  <a:lnTo>
                    <a:pt x="3352178" y="0"/>
                  </a:lnTo>
                  <a:lnTo>
                    <a:pt x="3361070" y="0"/>
                  </a:lnTo>
                  <a:lnTo>
                    <a:pt x="3369962" y="0"/>
                  </a:lnTo>
                  <a:lnTo>
                    <a:pt x="3378853" y="0"/>
                  </a:lnTo>
                  <a:lnTo>
                    <a:pt x="3387745" y="0"/>
                  </a:lnTo>
                  <a:lnTo>
                    <a:pt x="3396637" y="0"/>
                  </a:lnTo>
                  <a:lnTo>
                    <a:pt x="3405528" y="0"/>
                  </a:lnTo>
                  <a:lnTo>
                    <a:pt x="3414420" y="0"/>
                  </a:lnTo>
                  <a:lnTo>
                    <a:pt x="3423312" y="0"/>
                  </a:lnTo>
                  <a:lnTo>
                    <a:pt x="3432204" y="0"/>
                  </a:lnTo>
                  <a:lnTo>
                    <a:pt x="3441095" y="0"/>
                  </a:lnTo>
                  <a:lnTo>
                    <a:pt x="3449987" y="0"/>
                  </a:lnTo>
                  <a:lnTo>
                    <a:pt x="3458879" y="0"/>
                  </a:lnTo>
                  <a:lnTo>
                    <a:pt x="3467770" y="0"/>
                  </a:lnTo>
                  <a:lnTo>
                    <a:pt x="3476662" y="0"/>
                  </a:lnTo>
                  <a:lnTo>
                    <a:pt x="3485554" y="0"/>
                  </a:lnTo>
                  <a:lnTo>
                    <a:pt x="3494446" y="0"/>
                  </a:lnTo>
                  <a:lnTo>
                    <a:pt x="3503337" y="0"/>
                  </a:lnTo>
                  <a:lnTo>
                    <a:pt x="3512229" y="0"/>
                  </a:lnTo>
                  <a:lnTo>
                    <a:pt x="3521121" y="0"/>
                  </a:lnTo>
                  <a:lnTo>
                    <a:pt x="3530013" y="0"/>
                  </a:lnTo>
                  <a:lnTo>
                    <a:pt x="3538904" y="0"/>
                  </a:lnTo>
                  <a:lnTo>
                    <a:pt x="3547796" y="0"/>
                  </a:lnTo>
                  <a:lnTo>
                    <a:pt x="3556688" y="0"/>
                  </a:lnTo>
                  <a:lnTo>
                    <a:pt x="3565579" y="0"/>
                  </a:lnTo>
                  <a:lnTo>
                    <a:pt x="3574471" y="0"/>
                  </a:lnTo>
                  <a:lnTo>
                    <a:pt x="3583363" y="0"/>
                  </a:lnTo>
                  <a:lnTo>
                    <a:pt x="3592255" y="0"/>
                  </a:lnTo>
                  <a:lnTo>
                    <a:pt x="3601146" y="0"/>
                  </a:lnTo>
                  <a:lnTo>
                    <a:pt x="3610038" y="0"/>
                  </a:lnTo>
                  <a:lnTo>
                    <a:pt x="3618930" y="0"/>
                  </a:lnTo>
                  <a:lnTo>
                    <a:pt x="3627821" y="0"/>
                  </a:lnTo>
                  <a:lnTo>
                    <a:pt x="3636713" y="0"/>
                  </a:lnTo>
                  <a:lnTo>
                    <a:pt x="3645605" y="0"/>
                  </a:lnTo>
                  <a:lnTo>
                    <a:pt x="3654497" y="0"/>
                  </a:lnTo>
                  <a:lnTo>
                    <a:pt x="3663388" y="0"/>
                  </a:lnTo>
                  <a:lnTo>
                    <a:pt x="3672280" y="0"/>
                  </a:lnTo>
                  <a:lnTo>
                    <a:pt x="3681172" y="0"/>
                  </a:lnTo>
                  <a:lnTo>
                    <a:pt x="3690063" y="0"/>
                  </a:lnTo>
                  <a:lnTo>
                    <a:pt x="3698955" y="0"/>
                  </a:lnTo>
                  <a:lnTo>
                    <a:pt x="3707847" y="0"/>
                  </a:lnTo>
                  <a:lnTo>
                    <a:pt x="3716739" y="0"/>
                  </a:lnTo>
                  <a:lnTo>
                    <a:pt x="3725630" y="0"/>
                  </a:lnTo>
                  <a:lnTo>
                    <a:pt x="3734522" y="0"/>
                  </a:lnTo>
                  <a:lnTo>
                    <a:pt x="3743414" y="0"/>
                  </a:lnTo>
                  <a:lnTo>
                    <a:pt x="3752306" y="0"/>
                  </a:lnTo>
                  <a:lnTo>
                    <a:pt x="3761197" y="0"/>
                  </a:lnTo>
                  <a:lnTo>
                    <a:pt x="3770089" y="0"/>
                  </a:lnTo>
                  <a:lnTo>
                    <a:pt x="3778981" y="0"/>
                  </a:lnTo>
                  <a:lnTo>
                    <a:pt x="3787872" y="0"/>
                  </a:lnTo>
                  <a:lnTo>
                    <a:pt x="3796764" y="0"/>
                  </a:lnTo>
                  <a:lnTo>
                    <a:pt x="3805656" y="0"/>
                  </a:lnTo>
                  <a:lnTo>
                    <a:pt x="3814548" y="0"/>
                  </a:lnTo>
                  <a:lnTo>
                    <a:pt x="3823439" y="0"/>
                  </a:lnTo>
                  <a:lnTo>
                    <a:pt x="3832331" y="0"/>
                  </a:lnTo>
                  <a:lnTo>
                    <a:pt x="3841223" y="0"/>
                  </a:lnTo>
                  <a:lnTo>
                    <a:pt x="3850114" y="0"/>
                  </a:lnTo>
                  <a:lnTo>
                    <a:pt x="3859006" y="0"/>
                  </a:lnTo>
                  <a:lnTo>
                    <a:pt x="3867898" y="0"/>
                  </a:lnTo>
                  <a:lnTo>
                    <a:pt x="3876790" y="0"/>
                  </a:lnTo>
                  <a:lnTo>
                    <a:pt x="3885681" y="0"/>
                  </a:lnTo>
                  <a:lnTo>
                    <a:pt x="3894573" y="0"/>
                  </a:lnTo>
                  <a:lnTo>
                    <a:pt x="3903465" y="0"/>
                  </a:lnTo>
                  <a:lnTo>
                    <a:pt x="3912356" y="0"/>
                  </a:lnTo>
                  <a:lnTo>
                    <a:pt x="3921248" y="0"/>
                  </a:lnTo>
                  <a:lnTo>
                    <a:pt x="3930140" y="0"/>
                  </a:lnTo>
                  <a:lnTo>
                    <a:pt x="3939032" y="0"/>
                  </a:lnTo>
                  <a:lnTo>
                    <a:pt x="3947923" y="0"/>
                  </a:lnTo>
                  <a:lnTo>
                    <a:pt x="3956815" y="0"/>
                  </a:lnTo>
                  <a:lnTo>
                    <a:pt x="3965707" y="0"/>
                  </a:lnTo>
                  <a:lnTo>
                    <a:pt x="3974599" y="0"/>
                  </a:lnTo>
                  <a:lnTo>
                    <a:pt x="3983490" y="0"/>
                  </a:lnTo>
                  <a:lnTo>
                    <a:pt x="3992382" y="0"/>
                  </a:lnTo>
                  <a:lnTo>
                    <a:pt x="4001274" y="0"/>
                  </a:lnTo>
                  <a:lnTo>
                    <a:pt x="4010165" y="0"/>
                  </a:lnTo>
                  <a:lnTo>
                    <a:pt x="4019057" y="0"/>
                  </a:lnTo>
                  <a:lnTo>
                    <a:pt x="4027949" y="0"/>
                  </a:lnTo>
                  <a:lnTo>
                    <a:pt x="4036841" y="0"/>
                  </a:lnTo>
                  <a:lnTo>
                    <a:pt x="4045732" y="0"/>
                  </a:lnTo>
                  <a:lnTo>
                    <a:pt x="4054624" y="0"/>
                  </a:lnTo>
                  <a:lnTo>
                    <a:pt x="4063516" y="0"/>
                  </a:lnTo>
                  <a:lnTo>
                    <a:pt x="4072407" y="0"/>
                  </a:lnTo>
                  <a:lnTo>
                    <a:pt x="4081299" y="0"/>
                  </a:lnTo>
                  <a:lnTo>
                    <a:pt x="4090191" y="0"/>
                  </a:lnTo>
                  <a:lnTo>
                    <a:pt x="4099083" y="0"/>
                  </a:lnTo>
                  <a:lnTo>
                    <a:pt x="4107974" y="0"/>
                  </a:lnTo>
                  <a:lnTo>
                    <a:pt x="4116866" y="0"/>
                  </a:lnTo>
                  <a:lnTo>
                    <a:pt x="4125758" y="0"/>
                  </a:lnTo>
                  <a:lnTo>
                    <a:pt x="4134650" y="0"/>
                  </a:lnTo>
                  <a:lnTo>
                    <a:pt x="4143541" y="0"/>
                  </a:lnTo>
                  <a:lnTo>
                    <a:pt x="4152433" y="0"/>
                  </a:lnTo>
                  <a:lnTo>
                    <a:pt x="4161325" y="0"/>
                  </a:lnTo>
                  <a:lnTo>
                    <a:pt x="4170216" y="0"/>
                  </a:lnTo>
                  <a:lnTo>
                    <a:pt x="4179108" y="0"/>
                  </a:lnTo>
                  <a:lnTo>
                    <a:pt x="4188000" y="0"/>
                  </a:lnTo>
                  <a:lnTo>
                    <a:pt x="4196892" y="0"/>
                  </a:lnTo>
                  <a:lnTo>
                    <a:pt x="4205783" y="0"/>
                  </a:lnTo>
                  <a:lnTo>
                    <a:pt x="4214675" y="0"/>
                  </a:lnTo>
                  <a:lnTo>
                    <a:pt x="4223567" y="0"/>
                  </a:lnTo>
                  <a:lnTo>
                    <a:pt x="4232458" y="0"/>
                  </a:lnTo>
                  <a:lnTo>
                    <a:pt x="4241350" y="0"/>
                  </a:lnTo>
                  <a:lnTo>
                    <a:pt x="4250242" y="0"/>
                  </a:lnTo>
                  <a:lnTo>
                    <a:pt x="4259134" y="0"/>
                  </a:lnTo>
                  <a:lnTo>
                    <a:pt x="4268025" y="0"/>
                  </a:lnTo>
                  <a:lnTo>
                    <a:pt x="4276917" y="0"/>
                  </a:lnTo>
                  <a:lnTo>
                    <a:pt x="4285809" y="0"/>
                  </a:lnTo>
                  <a:lnTo>
                    <a:pt x="4294700" y="0"/>
                  </a:lnTo>
                  <a:lnTo>
                    <a:pt x="4303592" y="0"/>
                  </a:lnTo>
                  <a:lnTo>
                    <a:pt x="4312484" y="0"/>
                  </a:lnTo>
                  <a:lnTo>
                    <a:pt x="4321376" y="0"/>
                  </a:lnTo>
                  <a:lnTo>
                    <a:pt x="4330267" y="0"/>
                  </a:lnTo>
                  <a:lnTo>
                    <a:pt x="4339159" y="0"/>
                  </a:lnTo>
                  <a:lnTo>
                    <a:pt x="4348051" y="0"/>
                  </a:lnTo>
                  <a:lnTo>
                    <a:pt x="4356943" y="0"/>
                  </a:lnTo>
                  <a:lnTo>
                    <a:pt x="4365834" y="0"/>
                  </a:lnTo>
                  <a:lnTo>
                    <a:pt x="4374726" y="0"/>
                  </a:lnTo>
                  <a:lnTo>
                    <a:pt x="4383618" y="0"/>
                  </a:lnTo>
                  <a:lnTo>
                    <a:pt x="4392509" y="0"/>
                  </a:lnTo>
                  <a:lnTo>
                    <a:pt x="4401401" y="0"/>
                  </a:lnTo>
                  <a:lnTo>
                    <a:pt x="4410293" y="0"/>
                  </a:lnTo>
                  <a:lnTo>
                    <a:pt x="4419185" y="0"/>
                  </a:lnTo>
                  <a:lnTo>
                    <a:pt x="4428076" y="0"/>
                  </a:lnTo>
                  <a:lnTo>
                    <a:pt x="4436968" y="0"/>
                  </a:lnTo>
                  <a:lnTo>
                    <a:pt x="4445860" y="0"/>
                  </a:lnTo>
                  <a:lnTo>
                    <a:pt x="4445860" y="191020"/>
                  </a:lnTo>
                  <a:lnTo>
                    <a:pt x="4436968" y="191020"/>
                  </a:lnTo>
                  <a:lnTo>
                    <a:pt x="4428076" y="191020"/>
                  </a:lnTo>
                  <a:lnTo>
                    <a:pt x="4419185" y="191020"/>
                  </a:lnTo>
                  <a:lnTo>
                    <a:pt x="4410293" y="191020"/>
                  </a:lnTo>
                  <a:lnTo>
                    <a:pt x="4401401" y="191020"/>
                  </a:lnTo>
                  <a:lnTo>
                    <a:pt x="4392509" y="191020"/>
                  </a:lnTo>
                  <a:lnTo>
                    <a:pt x="4383618" y="191020"/>
                  </a:lnTo>
                  <a:lnTo>
                    <a:pt x="4374726" y="191020"/>
                  </a:lnTo>
                  <a:lnTo>
                    <a:pt x="4365834" y="191020"/>
                  </a:lnTo>
                  <a:lnTo>
                    <a:pt x="4356943" y="191020"/>
                  </a:lnTo>
                  <a:lnTo>
                    <a:pt x="4348051" y="191020"/>
                  </a:lnTo>
                  <a:lnTo>
                    <a:pt x="4339159" y="191020"/>
                  </a:lnTo>
                  <a:lnTo>
                    <a:pt x="4330267" y="191020"/>
                  </a:lnTo>
                  <a:lnTo>
                    <a:pt x="4321376" y="191020"/>
                  </a:lnTo>
                  <a:lnTo>
                    <a:pt x="4312484" y="191020"/>
                  </a:lnTo>
                  <a:lnTo>
                    <a:pt x="4303592" y="191020"/>
                  </a:lnTo>
                  <a:lnTo>
                    <a:pt x="4294700" y="191020"/>
                  </a:lnTo>
                  <a:lnTo>
                    <a:pt x="4285809" y="191020"/>
                  </a:lnTo>
                  <a:lnTo>
                    <a:pt x="4276917" y="191020"/>
                  </a:lnTo>
                  <a:lnTo>
                    <a:pt x="4268025" y="191020"/>
                  </a:lnTo>
                  <a:lnTo>
                    <a:pt x="4259134" y="191020"/>
                  </a:lnTo>
                  <a:lnTo>
                    <a:pt x="4250242" y="191020"/>
                  </a:lnTo>
                  <a:lnTo>
                    <a:pt x="4241350" y="191020"/>
                  </a:lnTo>
                  <a:lnTo>
                    <a:pt x="4232458" y="191020"/>
                  </a:lnTo>
                  <a:lnTo>
                    <a:pt x="4223567" y="191020"/>
                  </a:lnTo>
                  <a:lnTo>
                    <a:pt x="4214675" y="191020"/>
                  </a:lnTo>
                  <a:lnTo>
                    <a:pt x="4205783" y="191020"/>
                  </a:lnTo>
                  <a:lnTo>
                    <a:pt x="4196892" y="191020"/>
                  </a:lnTo>
                  <a:lnTo>
                    <a:pt x="4188000" y="191020"/>
                  </a:lnTo>
                  <a:lnTo>
                    <a:pt x="4179108" y="191020"/>
                  </a:lnTo>
                  <a:lnTo>
                    <a:pt x="4170216" y="191020"/>
                  </a:lnTo>
                  <a:lnTo>
                    <a:pt x="4161325" y="191020"/>
                  </a:lnTo>
                  <a:lnTo>
                    <a:pt x="4152433" y="191020"/>
                  </a:lnTo>
                  <a:lnTo>
                    <a:pt x="4143541" y="191020"/>
                  </a:lnTo>
                  <a:lnTo>
                    <a:pt x="4134650" y="191020"/>
                  </a:lnTo>
                  <a:lnTo>
                    <a:pt x="4125758" y="191020"/>
                  </a:lnTo>
                  <a:lnTo>
                    <a:pt x="4116866" y="191020"/>
                  </a:lnTo>
                  <a:lnTo>
                    <a:pt x="4107974" y="191020"/>
                  </a:lnTo>
                  <a:lnTo>
                    <a:pt x="4099083" y="191020"/>
                  </a:lnTo>
                  <a:lnTo>
                    <a:pt x="4090191" y="191020"/>
                  </a:lnTo>
                  <a:lnTo>
                    <a:pt x="4081299" y="191020"/>
                  </a:lnTo>
                  <a:lnTo>
                    <a:pt x="4072407" y="191020"/>
                  </a:lnTo>
                  <a:lnTo>
                    <a:pt x="4063516" y="191020"/>
                  </a:lnTo>
                  <a:lnTo>
                    <a:pt x="4054624" y="191020"/>
                  </a:lnTo>
                  <a:lnTo>
                    <a:pt x="4045732" y="191020"/>
                  </a:lnTo>
                  <a:lnTo>
                    <a:pt x="4036841" y="191020"/>
                  </a:lnTo>
                  <a:lnTo>
                    <a:pt x="4027949" y="191020"/>
                  </a:lnTo>
                  <a:lnTo>
                    <a:pt x="4019057" y="191020"/>
                  </a:lnTo>
                  <a:lnTo>
                    <a:pt x="4010165" y="191020"/>
                  </a:lnTo>
                  <a:lnTo>
                    <a:pt x="4001274" y="191020"/>
                  </a:lnTo>
                  <a:lnTo>
                    <a:pt x="3992382" y="191020"/>
                  </a:lnTo>
                  <a:lnTo>
                    <a:pt x="3983490" y="191020"/>
                  </a:lnTo>
                  <a:lnTo>
                    <a:pt x="3974599" y="191020"/>
                  </a:lnTo>
                  <a:lnTo>
                    <a:pt x="3965707" y="191020"/>
                  </a:lnTo>
                  <a:lnTo>
                    <a:pt x="3956815" y="191020"/>
                  </a:lnTo>
                  <a:lnTo>
                    <a:pt x="3947923" y="191020"/>
                  </a:lnTo>
                  <a:lnTo>
                    <a:pt x="3939032" y="191020"/>
                  </a:lnTo>
                  <a:lnTo>
                    <a:pt x="3930140" y="191020"/>
                  </a:lnTo>
                  <a:lnTo>
                    <a:pt x="3921248" y="191020"/>
                  </a:lnTo>
                  <a:lnTo>
                    <a:pt x="3912356" y="191020"/>
                  </a:lnTo>
                  <a:lnTo>
                    <a:pt x="3903465" y="191020"/>
                  </a:lnTo>
                  <a:lnTo>
                    <a:pt x="3894573" y="191020"/>
                  </a:lnTo>
                  <a:lnTo>
                    <a:pt x="3885681" y="191020"/>
                  </a:lnTo>
                  <a:lnTo>
                    <a:pt x="3876790" y="191020"/>
                  </a:lnTo>
                  <a:lnTo>
                    <a:pt x="3867898" y="191020"/>
                  </a:lnTo>
                  <a:lnTo>
                    <a:pt x="3859006" y="191020"/>
                  </a:lnTo>
                  <a:lnTo>
                    <a:pt x="3850114" y="191020"/>
                  </a:lnTo>
                  <a:lnTo>
                    <a:pt x="3841223" y="191020"/>
                  </a:lnTo>
                  <a:lnTo>
                    <a:pt x="3832331" y="191020"/>
                  </a:lnTo>
                  <a:lnTo>
                    <a:pt x="3823439" y="191020"/>
                  </a:lnTo>
                  <a:lnTo>
                    <a:pt x="3814548" y="191020"/>
                  </a:lnTo>
                  <a:lnTo>
                    <a:pt x="3805656" y="191020"/>
                  </a:lnTo>
                  <a:lnTo>
                    <a:pt x="3796764" y="191020"/>
                  </a:lnTo>
                  <a:lnTo>
                    <a:pt x="3787872" y="191020"/>
                  </a:lnTo>
                  <a:lnTo>
                    <a:pt x="3778981" y="191020"/>
                  </a:lnTo>
                  <a:lnTo>
                    <a:pt x="3770089" y="191020"/>
                  </a:lnTo>
                  <a:lnTo>
                    <a:pt x="3761197" y="191020"/>
                  </a:lnTo>
                  <a:lnTo>
                    <a:pt x="3752306" y="191020"/>
                  </a:lnTo>
                  <a:lnTo>
                    <a:pt x="3743414" y="191020"/>
                  </a:lnTo>
                  <a:lnTo>
                    <a:pt x="3734522" y="191020"/>
                  </a:lnTo>
                  <a:lnTo>
                    <a:pt x="3725630" y="191020"/>
                  </a:lnTo>
                  <a:lnTo>
                    <a:pt x="3716739" y="191020"/>
                  </a:lnTo>
                  <a:lnTo>
                    <a:pt x="3707847" y="191020"/>
                  </a:lnTo>
                  <a:lnTo>
                    <a:pt x="3698955" y="191020"/>
                  </a:lnTo>
                  <a:lnTo>
                    <a:pt x="3690063" y="191020"/>
                  </a:lnTo>
                  <a:lnTo>
                    <a:pt x="3681172" y="191020"/>
                  </a:lnTo>
                  <a:lnTo>
                    <a:pt x="3672280" y="191020"/>
                  </a:lnTo>
                  <a:lnTo>
                    <a:pt x="3663388" y="191020"/>
                  </a:lnTo>
                  <a:lnTo>
                    <a:pt x="3654497" y="191020"/>
                  </a:lnTo>
                  <a:lnTo>
                    <a:pt x="3645605" y="191020"/>
                  </a:lnTo>
                  <a:lnTo>
                    <a:pt x="3636713" y="191020"/>
                  </a:lnTo>
                  <a:lnTo>
                    <a:pt x="3627821" y="191020"/>
                  </a:lnTo>
                  <a:lnTo>
                    <a:pt x="3618930" y="191020"/>
                  </a:lnTo>
                  <a:lnTo>
                    <a:pt x="3610038" y="191020"/>
                  </a:lnTo>
                  <a:lnTo>
                    <a:pt x="3601146" y="191020"/>
                  </a:lnTo>
                  <a:lnTo>
                    <a:pt x="3592255" y="191020"/>
                  </a:lnTo>
                  <a:lnTo>
                    <a:pt x="3583363" y="191020"/>
                  </a:lnTo>
                  <a:lnTo>
                    <a:pt x="3574471" y="191020"/>
                  </a:lnTo>
                  <a:lnTo>
                    <a:pt x="3565579" y="191020"/>
                  </a:lnTo>
                  <a:lnTo>
                    <a:pt x="3556688" y="191020"/>
                  </a:lnTo>
                  <a:lnTo>
                    <a:pt x="3547796" y="191020"/>
                  </a:lnTo>
                  <a:lnTo>
                    <a:pt x="3538904" y="191020"/>
                  </a:lnTo>
                  <a:lnTo>
                    <a:pt x="3530013" y="191020"/>
                  </a:lnTo>
                  <a:lnTo>
                    <a:pt x="3521121" y="191020"/>
                  </a:lnTo>
                  <a:lnTo>
                    <a:pt x="3512229" y="191020"/>
                  </a:lnTo>
                  <a:lnTo>
                    <a:pt x="3503337" y="191020"/>
                  </a:lnTo>
                  <a:lnTo>
                    <a:pt x="3494446" y="191020"/>
                  </a:lnTo>
                  <a:lnTo>
                    <a:pt x="3485554" y="191020"/>
                  </a:lnTo>
                  <a:lnTo>
                    <a:pt x="3476662" y="191020"/>
                  </a:lnTo>
                  <a:lnTo>
                    <a:pt x="3467770" y="191020"/>
                  </a:lnTo>
                  <a:lnTo>
                    <a:pt x="3458879" y="191020"/>
                  </a:lnTo>
                  <a:lnTo>
                    <a:pt x="3449987" y="191020"/>
                  </a:lnTo>
                  <a:lnTo>
                    <a:pt x="3441095" y="191020"/>
                  </a:lnTo>
                  <a:lnTo>
                    <a:pt x="3432204" y="191020"/>
                  </a:lnTo>
                  <a:lnTo>
                    <a:pt x="3423312" y="191020"/>
                  </a:lnTo>
                  <a:lnTo>
                    <a:pt x="3414420" y="191020"/>
                  </a:lnTo>
                  <a:lnTo>
                    <a:pt x="3405528" y="191020"/>
                  </a:lnTo>
                  <a:lnTo>
                    <a:pt x="3396637" y="191020"/>
                  </a:lnTo>
                  <a:lnTo>
                    <a:pt x="3387745" y="191020"/>
                  </a:lnTo>
                  <a:lnTo>
                    <a:pt x="3378853" y="191020"/>
                  </a:lnTo>
                  <a:lnTo>
                    <a:pt x="3369962" y="191020"/>
                  </a:lnTo>
                  <a:lnTo>
                    <a:pt x="3361070" y="191020"/>
                  </a:lnTo>
                  <a:lnTo>
                    <a:pt x="3352178" y="191020"/>
                  </a:lnTo>
                  <a:lnTo>
                    <a:pt x="3343286" y="191020"/>
                  </a:lnTo>
                  <a:lnTo>
                    <a:pt x="3334395" y="191020"/>
                  </a:lnTo>
                  <a:lnTo>
                    <a:pt x="3325503" y="191020"/>
                  </a:lnTo>
                  <a:lnTo>
                    <a:pt x="3316611" y="191020"/>
                  </a:lnTo>
                  <a:lnTo>
                    <a:pt x="3307720" y="191020"/>
                  </a:lnTo>
                  <a:lnTo>
                    <a:pt x="3298828" y="191020"/>
                  </a:lnTo>
                  <a:lnTo>
                    <a:pt x="3289936" y="191020"/>
                  </a:lnTo>
                  <a:lnTo>
                    <a:pt x="3281044" y="191020"/>
                  </a:lnTo>
                  <a:lnTo>
                    <a:pt x="3272153" y="191020"/>
                  </a:lnTo>
                  <a:lnTo>
                    <a:pt x="3263261" y="191020"/>
                  </a:lnTo>
                  <a:lnTo>
                    <a:pt x="3254369" y="191020"/>
                  </a:lnTo>
                  <a:lnTo>
                    <a:pt x="3245477" y="191020"/>
                  </a:lnTo>
                  <a:lnTo>
                    <a:pt x="3236586" y="191020"/>
                  </a:lnTo>
                  <a:lnTo>
                    <a:pt x="3227694" y="191020"/>
                  </a:lnTo>
                  <a:lnTo>
                    <a:pt x="3218802" y="191020"/>
                  </a:lnTo>
                  <a:lnTo>
                    <a:pt x="3209911" y="191020"/>
                  </a:lnTo>
                  <a:lnTo>
                    <a:pt x="3201019" y="191020"/>
                  </a:lnTo>
                  <a:lnTo>
                    <a:pt x="3192127" y="191020"/>
                  </a:lnTo>
                  <a:lnTo>
                    <a:pt x="3183235" y="191020"/>
                  </a:lnTo>
                  <a:lnTo>
                    <a:pt x="3174344" y="191020"/>
                  </a:lnTo>
                  <a:lnTo>
                    <a:pt x="3165452" y="191020"/>
                  </a:lnTo>
                  <a:lnTo>
                    <a:pt x="3156560" y="191020"/>
                  </a:lnTo>
                  <a:lnTo>
                    <a:pt x="3147669" y="191020"/>
                  </a:lnTo>
                  <a:lnTo>
                    <a:pt x="3138777" y="191020"/>
                  </a:lnTo>
                  <a:lnTo>
                    <a:pt x="3129885" y="191020"/>
                  </a:lnTo>
                  <a:lnTo>
                    <a:pt x="3120993" y="191020"/>
                  </a:lnTo>
                  <a:lnTo>
                    <a:pt x="3112102" y="191020"/>
                  </a:lnTo>
                  <a:lnTo>
                    <a:pt x="3103210" y="191020"/>
                  </a:lnTo>
                  <a:lnTo>
                    <a:pt x="3094318" y="191020"/>
                  </a:lnTo>
                  <a:lnTo>
                    <a:pt x="3085426" y="191020"/>
                  </a:lnTo>
                  <a:lnTo>
                    <a:pt x="3076535" y="191020"/>
                  </a:lnTo>
                  <a:lnTo>
                    <a:pt x="3067643" y="191020"/>
                  </a:lnTo>
                  <a:lnTo>
                    <a:pt x="3058751" y="191020"/>
                  </a:lnTo>
                  <a:lnTo>
                    <a:pt x="3049860" y="191020"/>
                  </a:lnTo>
                  <a:lnTo>
                    <a:pt x="3040968" y="191020"/>
                  </a:lnTo>
                  <a:lnTo>
                    <a:pt x="3032076" y="191020"/>
                  </a:lnTo>
                  <a:lnTo>
                    <a:pt x="3023184" y="191020"/>
                  </a:lnTo>
                  <a:lnTo>
                    <a:pt x="3014293" y="191020"/>
                  </a:lnTo>
                  <a:lnTo>
                    <a:pt x="3005401" y="191020"/>
                  </a:lnTo>
                  <a:lnTo>
                    <a:pt x="2996509" y="191020"/>
                  </a:lnTo>
                  <a:lnTo>
                    <a:pt x="2987618" y="191020"/>
                  </a:lnTo>
                  <a:lnTo>
                    <a:pt x="2978726" y="191020"/>
                  </a:lnTo>
                  <a:lnTo>
                    <a:pt x="2969834" y="191020"/>
                  </a:lnTo>
                  <a:lnTo>
                    <a:pt x="2960942" y="191020"/>
                  </a:lnTo>
                  <a:lnTo>
                    <a:pt x="2952051" y="191020"/>
                  </a:lnTo>
                  <a:lnTo>
                    <a:pt x="2943159" y="191020"/>
                  </a:lnTo>
                  <a:lnTo>
                    <a:pt x="2934267" y="191020"/>
                  </a:lnTo>
                  <a:lnTo>
                    <a:pt x="2925376" y="191020"/>
                  </a:lnTo>
                  <a:lnTo>
                    <a:pt x="2916484" y="191020"/>
                  </a:lnTo>
                  <a:lnTo>
                    <a:pt x="2907592" y="191020"/>
                  </a:lnTo>
                  <a:lnTo>
                    <a:pt x="2898700" y="191020"/>
                  </a:lnTo>
                  <a:lnTo>
                    <a:pt x="2889809" y="191020"/>
                  </a:lnTo>
                  <a:lnTo>
                    <a:pt x="2880917" y="191020"/>
                  </a:lnTo>
                  <a:lnTo>
                    <a:pt x="2872025" y="191020"/>
                  </a:lnTo>
                  <a:lnTo>
                    <a:pt x="2863133" y="191020"/>
                  </a:lnTo>
                  <a:lnTo>
                    <a:pt x="2854242" y="191020"/>
                  </a:lnTo>
                  <a:lnTo>
                    <a:pt x="2845350" y="191020"/>
                  </a:lnTo>
                  <a:lnTo>
                    <a:pt x="2836458" y="191020"/>
                  </a:lnTo>
                  <a:lnTo>
                    <a:pt x="2827567" y="191020"/>
                  </a:lnTo>
                  <a:lnTo>
                    <a:pt x="2818675" y="191020"/>
                  </a:lnTo>
                  <a:lnTo>
                    <a:pt x="2809783" y="191020"/>
                  </a:lnTo>
                  <a:lnTo>
                    <a:pt x="2800891" y="191020"/>
                  </a:lnTo>
                  <a:lnTo>
                    <a:pt x="2792000" y="191020"/>
                  </a:lnTo>
                  <a:lnTo>
                    <a:pt x="2783108" y="191020"/>
                  </a:lnTo>
                  <a:lnTo>
                    <a:pt x="2774216" y="191020"/>
                  </a:lnTo>
                  <a:lnTo>
                    <a:pt x="2765325" y="191020"/>
                  </a:lnTo>
                  <a:lnTo>
                    <a:pt x="2756433" y="191020"/>
                  </a:lnTo>
                  <a:lnTo>
                    <a:pt x="2747541" y="191020"/>
                  </a:lnTo>
                  <a:lnTo>
                    <a:pt x="2738649" y="191020"/>
                  </a:lnTo>
                  <a:lnTo>
                    <a:pt x="2729758" y="191020"/>
                  </a:lnTo>
                  <a:lnTo>
                    <a:pt x="2720866" y="191020"/>
                  </a:lnTo>
                  <a:lnTo>
                    <a:pt x="2711974" y="191020"/>
                  </a:lnTo>
                  <a:lnTo>
                    <a:pt x="2703083" y="191020"/>
                  </a:lnTo>
                  <a:lnTo>
                    <a:pt x="2694191" y="191020"/>
                  </a:lnTo>
                  <a:lnTo>
                    <a:pt x="2685299" y="191020"/>
                  </a:lnTo>
                  <a:lnTo>
                    <a:pt x="2676407" y="191020"/>
                  </a:lnTo>
                  <a:lnTo>
                    <a:pt x="2667516" y="191020"/>
                  </a:lnTo>
                  <a:lnTo>
                    <a:pt x="2658624" y="191020"/>
                  </a:lnTo>
                  <a:lnTo>
                    <a:pt x="2649732" y="191020"/>
                  </a:lnTo>
                  <a:lnTo>
                    <a:pt x="2640840" y="191020"/>
                  </a:lnTo>
                  <a:lnTo>
                    <a:pt x="2631949" y="191020"/>
                  </a:lnTo>
                  <a:lnTo>
                    <a:pt x="2623057" y="191020"/>
                  </a:lnTo>
                  <a:lnTo>
                    <a:pt x="2614165" y="191020"/>
                  </a:lnTo>
                  <a:lnTo>
                    <a:pt x="2605274" y="191020"/>
                  </a:lnTo>
                  <a:lnTo>
                    <a:pt x="2596382" y="191020"/>
                  </a:lnTo>
                  <a:lnTo>
                    <a:pt x="2587490" y="191020"/>
                  </a:lnTo>
                  <a:lnTo>
                    <a:pt x="2578598" y="191020"/>
                  </a:lnTo>
                  <a:lnTo>
                    <a:pt x="2569707" y="191020"/>
                  </a:lnTo>
                  <a:lnTo>
                    <a:pt x="2560815" y="191020"/>
                  </a:lnTo>
                  <a:lnTo>
                    <a:pt x="2551923" y="191020"/>
                  </a:lnTo>
                  <a:lnTo>
                    <a:pt x="2543032" y="191020"/>
                  </a:lnTo>
                  <a:lnTo>
                    <a:pt x="2534140" y="191020"/>
                  </a:lnTo>
                  <a:lnTo>
                    <a:pt x="2525248" y="191020"/>
                  </a:lnTo>
                  <a:lnTo>
                    <a:pt x="2516356" y="191020"/>
                  </a:lnTo>
                  <a:lnTo>
                    <a:pt x="2507465" y="191020"/>
                  </a:lnTo>
                  <a:lnTo>
                    <a:pt x="2498573" y="191020"/>
                  </a:lnTo>
                  <a:lnTo>
                    <a:pt x="2489681" y="191020"/>
                  </a:lnTo>
                  <a:lnTo>
                    <a:pt x="2480790" y="191020"/>
                  </a:lnTo>
                  <a:lnTo>
                    <a:pt x="2471898" y="191020"/>
                  </a:lnTo>
                  <a:lnTo>
                    <a:pt x="2463006" y="191020"/>
                  </a:lnTo>
                  <a:lnTo>
                    <a:pt x="2454114" y="191020"/>
                  </a:lnTo>
                  <a:lnTo>
                    <a:pt x="2445223" y="191020"/>
                  </a:lnTo>
                  <a:lnTo>
                    <a:pt x="2436331" y="191020"/>
                  </a:lnTo>
                  <a:lnTo>
                    <a:pt x="2427439" y="191020"/>
                  </a:lnTo>
                  <a:lnTo>
                    <a:pt x="2418547" y="191020"/>
                  </a:lnTo>
                  <a:lnTo>
                    <a:pt x="2409656" y="191020"/>
                  </a:lnTo>
                  <a:lnTo>
                    <a:pt x="2400764" y="191020"/>
                  </a:lnTo>
                  <a:lnTo>
                    <a:pt x="2391872" y="191020"/>
                  </a:lnTo>
                  <a:lnTo>
                    <a:pt x="2382981" y="191020"/>
                  </a:lnTo>
                  <a:lnTo>
                    <a:pt x="2374089" y="191020"/>
                  </a:lnTo>
                  <a:lnTo>
                    <a:pt x="2365197" y="191020"/>
                  </a:lnTo>
                  <a:lnTo>
                    <a:pt x="2356305" y="191020"/>
                  </a:lnTo>
                  <a:lnTo>
                    <a:pt x="2347414" y="191020"/>
                  </a:lnTo>
                  <a:lnTo>
                    <a:pt x="2338522" y="191020"/>
                  </a:lnTo>
                  <a:lnTo>
                    <a:pt x="2329630" y="191020"/>
                  </a:lnTo>
                  <a:lnTo>
                    <a:pt x="2320739" y="191020"/>
                  </a:lnTo>
                  <a:lnTo>
                    <a:pt x="2311847" y="191020"/>
                  </a:lnTo>
                  <a:lnTo>
                    <a:pt x="2302955" y="191020"/>
                  </a:lnTo>
                  <a:lnTo>
                    <a:pt x="2294063" y="191020"/>
                  </a:lnTo>
                  <a:lnTo>
                    <a:pt x="2285172" y="191020"/>
                  </a:lnTo>
                  <a:lnTo>
                    <a:pt x="2276280" y="191020"/>
                  </a:lnTo>
                  <a:lnTo>
                    <a:pt x="2267388" y="191020"/>
                  </a:lnTo>
                  <a:lnTo>
                    <a:pt x="2258496" y="191020"/>
                  </a:lnTo>
                  <a:lnTo>
                    <a:pt x="2249605" y="191020"/>
                  </a:lnTo>
                  <a:lnTo>
                    <a:pt x="2240713" y="191020"/>
                  </a:lnTo>
                  <a:lnTo>
                    <a:pt x="2231821" y="191020"/>
                  </a:lnTo>
                  <a:lnTo>
                    <a:pt x="2222930" y="191020"/>
                  </a:lnTo>
                  <a:lnTo>
                    <a:pt x="2214038" y="191020"/>
                  </a:lnTo>
                  <a:lnTo>
                    <a:pt x="2205146" y="191020"/>
                  </a:lnTo>
                  <a:lnTo>
                    <a:pt x="2196254" y="191020"/>
                  </a:lnTo>
                  <a:lnTo>
                    <a:pt x="2187363" y="191020"/>
                  </a:lnTo>
                  <a:lnTo>
                    <a:pt x="2178471" y="191020"/>
                  </a:lnTo>
                  <a:lnTo>
                    <a:pt x="2169579" y="191020"/>
                  </a:lnTo>
                  <a:lnTo>
                    <a:pt x="2160688" y="191020"/>
                  </a:lnTo>
                  <a:lnTo>
                    <a:pt x="2151796" y="191020"/>
                  </a:lnTo>
                  <a:lnTo>
                    <a:pt x="2142904" y="191020"/>
                  </a:lnTo>
                  <a:lnTo>
                    <a:pt x="2134012" y="191020"/>
                  </a:lnTo>
                  <a:lnTo>
                    <a:pt x="2125121" y="191020"/>
                  </a:lnTo>
                  <a:lnTo>
                    <a:pt x="2116229" y="191020"/>
                  </a:lnTo>
                  <a:lnTo>
                    <a:pt x="2107337" y="191020"/>
                  </a:lnTo>
                  <a:lnTo>
                    <a:pt x="2098446" y="191020"/>
                  </a:lnTo>
                  <a:lnTo>
                    <a:pt x="2089554" y="191020"/>
                  </a:lnTo>
                  <a:lnTo>
                    <a:pt x="2080662" y="191020"/>
                  </a:lnTo>
                  <a:lnTo>
                    <a:pt x="2071770" y="191020"/>
                  </a:lnTo>
                  <a:lnTo>
                    <a:pt x="2062879" y="191020"/>
                  </a:lnTo>
                  <a:lnTo>
                    <a:pt x="2053987" y="191020"/>
                  </a:lnTo>
                  <a:lnTo>
                    <a:pt x="2045095" y="191020"/>
                  </a:lnTo>
                  <a:lnTo>
                    <a:pt x="2036203" y="191020"/>
                  </a:lnTo>
                  <a:lnTo>
                    <a:pt x="2027312" y="191020"/>
                  </a:lnTo>
                  <a:lnTo>
                    <a:pt x="2018420" y="191020"/>
                  </a:lnTo>
                  <a:lnTo>
                    <a:pt x="2009528" y="191020"/>
                  </a:lnTo>
                  <a:lnTo>
                    <a:pt x="2000637" y="191020"/>
                  </a:lnTo>
                  <a:lnTo>
                    <a:pt x="1991745" y="191020"/>
                  </a:lnTo>
                  <a:lnTo>
                    <a:pt x="1982853" y="191020"/>
                  </a:lnTo>
                  <a:lnTo>
                    <a:pt x="1973961" y="191020"/>
                  </a:lnTo>
                  <a:lnTo>
                    <a:pt x="1965070" y="191020"/>
                  </a:lnTo>
                  <a:lnTo>
                    <a:pt x="1956178" y="191020"/>
                  </a:lnTo>
                  <a:lnTo>
                    <a:pt x="1947286" y="191020"/>
                  </a:lnTo>
                  <a:lnTo>
                    <a:pt x="1938395" y="191020"/>
                  </a:lnTo>
                  <a:lnTo>
                    <a:pt x="1929503" y="191020"/>
                  </a:lnTo>
                  <a:lnTo>
                    <a:pt x="1920611" y="191020"/>
                  </a:lnTo>
                  <a:lnTo>
                    <a:pt x="1911719" y="191020"/>
                  </a:lnTo>
                  <a:lnTo>
                    <a:pt x="1902828" y="191020"/>
                  </a:lnTo>
                  <a:lnTo>
                    <a:pt x="1893936" y="191020"/>
                  </a:lnTo>
                  <a:lnTo>
                    <a:pt x="1885044" y="191020"/>
                  </a:lnTo>
                  <a:lnTo>
                    <a:pt x="1876153" y="191020"/>
                  </a:lnTo>
                  <a:lnTo>
                    <a:pt x="1867261" y="191020"/>
                  </a:lnTo>
                  <a:lnTo>
                    <a:pt x="1858369" y="191020"/>
                  </a:lnTo>
                  <a:lnTo>
                    <a:pt x="1849477" y="191020"/>
                  </a:lnTo>
                  <a:lnTo>
                    <a:pt x="1840586" y="191020"/>
                  </a:lnTo>
                  <a:lnTo>
                    <a:pt x="1831694" y="191020"/>
                  </a:lnTo>
                  <a:lnTo>
                    <a:pt x="1822802" y="191020"/>
                  </a:lnTo>
                  <a:lnTo>
                    <a:pt x="1813910" y="191020"/>
                  </a:lnTo>
                  <a:lnTo>
                    <a:pt x="1805019" y="191020"/>
                  </a:lnTo>
                  <a:lnTo>
                    <a:pt x="1796127" y="191020"/>
                  </a:lnTo>
                  <a:lnTo>
                    <a:pt x="1787235" y="191020"/>
                  </a:lnTo>
                  <a:lnTo>
                    <a:pt x="1778344" y="191020"/>
                  </a:lnTo>
                  <a:lnTo>
                    <a:pt x="1769452" y="191020"/>
                  </a:lnTo>
                  <a:lnTo>
                    <a:pt x="1760560" y="191020"/>
                  </a:lnTo>
                  <a:lnTo>
                    <a:pt x="1751668" y="191020"/>
                  </a:lnTo>
                  <a:lnTo>
                    <a:pt x="1742777" y="191020"/>
                  </a:lnTo>
                  <a:lnTo>
                    <a:pt x="1733885" y="191020"/>
                  </a:lnTo>
                  <a:lnTo>
                    <a:pt x="1724993" y="191020"/>
                  </a:lnTo>
                  <a:lnTo>
                    <a:pt x="1716102" y="191020"/>
                  </a:lnTo>
                  <a:lnTo>
                    <a:pt x="1707210" y="191020"/>
                  </a:lnTo>
                  <a:lnTo>
                    <a:pt x="1698318" y="191020"/>
                  </a:lnTo>
                  <a:lnTo>
                    <a:pt x="1689426" y="191020"/>
                  </a:lnTo>
                  <a:lnTo>
                    <a:pt x="1680535" y="191020"/>
                  </a:lnTo>
                  <a:lnTo>
                    <a:pt x="1671643" y="191020"/>
                  </a:lnTo>
                  <a:lnTo>
                    <a:pt x="1662751" y="191020"/>
                  </a:lnTo>
                  <a:lnTo>
                    <a:pt x="1653860" y="191020"/>
                  </a:lnTo>
                  <a:lnTo>
                    <a:pt x="1644968" y="191020"/>
                  </a:lnTo>
                  <a:lnTo>
                    <a:pt x="1636076" y="191020"/>
                  </a:lnTo>
                  <a:lnTo>
                    <a:pt x="1627184" y="191020"/>
                  </a:lnTo>
                  <a:lnTo>
                    <a:pt x="1618293" y="191020"/>
                  </a:lnTo>
                  <a:lnTo>
                    <a:pt x="1609401" y="191020"/>
                  </a:lnTo>
                  <a:lnTo>
                    <a:pt x="1600509" y="191020"/>
                  </a:lnTo>
                  <a:lnTo>
                    <a:pt x="1591617" y="191020"/>
                  </a:lnTo>
                  <a:lnTo>
                    <a:pt x="1582726" y="191020"/>
                  </a:lnTo>
                  <a:lnTo>
                    <a:pt x="1573834" y="191020"/>
                  </a:lnTo>
                  <a:lnTo>
                    <a:pt x="1564942" y="191020"/>
                  </a:lnTo>
                  <a:lnTo>
                    <a:pt x="1556051" y="191020"/>
                  </a:lnTo>
                  <a:lnTo>
                    <a:pt x="1547159" y="191020"/>
                  </a:lnTo>
                  <a:lnTo>
                    <a:pt x="1538267" y="191020"/>
                  </a:lnTo>
                  <a:lnTo>
                    <a:pt x="1529375" y="191020"/>
                  </a:lnTo>
                  <a:lnTo>
                    <a:pt x="1520484" y="191020"/>
                  </a:lnTo>
                  <a:lnTo>
                    <a:pt x="1511592" y="191020"/>
                  </a:lnTo>
                  <a:lnTo>
                    <a:pt x="1502700" y="191020"/>
                  </a:lnTo>
                  <a:lnTo>
                    <a:pt x="1493809" y="191020"/>
                  </a:lnTo>
                  <a:lnTo>
                    <a:pt x="1484917" y="191020"/>
                  </a:lnTo>
                  <a:lnTo>
                    <a:pt x="1476025" y="191020"/>
                  </a:lnTo>
                  <a:lnTo>
                    <a:pt x="1467133" y="191020"/>
                  </a:lnTo>
                  <a:lnTo>
                    <a:pt x="1458242" y="191020"/>
                  </a:lnTo>
                  <a:lnTo>
                    <a:pt x="1449350" y="191020"/>
                  </a:lnTo>
                  <a:lnTo>
                    <a:pt x="1440458" y="191020"/>
                  </a:lnTo>
                  <a:lnTo>
                    <a:pt x="1431566" y="191020"/>
                  </a:lnTo>
                  <a:lnTo>
                    <a:pt x="1422675" y="191020"/>
                  </a:lnTo>
                  <a:lnTo>
                    <a:pt x="1413783" y="191020"/>
                  </a:lnTo>
                  <a:lnTo>
                    <a:pt x="1404891" y="191020"/>
                  </a:lnTo>
                  <a:lnTo>
                    <a:pt x="1396000" y="191020"/>
                  </a:lnTo>
                  <a:lnTo>
                    <a:pt x="1387108" y="191020"/>
                  </a:lnTo>
                  <a:lnTo>
                    <a:pt x="1378216" y="191020"/>
                  </a:lnTo>
                  <a:lnTo>
                    <a:pt x="1369324" y="191020"/>
                  </a:lnTo>
                  <a:lnTo>
                    <a:pt x="1360433" y="191020"/>
                  </a:lnTo>
                  <a:lnTo>
                    <a:pt x="1351541" y="191020"/>
                  </a:lnTo>
                  <a:lnTo>
                    <a:pt x="1342649" y="191020"/>
                  </a:lnTo>
                  <a:lnTo>
                    <a:pt x="1333758" y="191020"/>
                  </a:lnTo>
                  <a:lnTo>
                    <a:pt x="1324866" y="191020"/>
                  </a:lnTo>
                  <a:lnTo>
                    <a:pt x="1315974" y="191020"/>
                  </a:lnTo>
                  <a:lnTo>
                    <a:pt x="1307082" y="191020"/>
                  </a:lnTo>
                  <a:lnTo>
                    <a:pt x="1298191" y="191020"/>
                  </a:lnTo>
                  <a:lnTo>
                    <a:pt x="1289299" y="191020"/>
                  </a:lnTo>
                  <a:lnTo>
                    <a:pt x="1280407" y="191020"/>
                  </a:lnTo>
                  <a:lnTo>
                    <a:pt x="1271516" y="191020"/>
                  </a:lnTo>
                  <a:lnTo>
                    <a:pt x="1262624" y="191020"/>
                  </a:lnTo>
                  <a:lnTo>
                    <a:pt x="1253732" y="191020"/>
                  </a:lnTo>
                  <a:lnTo>
                    <a:pt x="1244840" y="191020"/>
                  </a:lnTo>
                  <a:lnTo>
                    <a:pt x="1235949" y="191020"/>
                  </a:lnTo>
                  <a:lnTo>
                    <a:pt x="1227057" y="191020"/>
                  </a:lnTo>
                  <a:lnTo>
                    <a:pt x="1218165" y="191020"/>
                  </a:lnTo>
                  <a:lnTo>
                    <a:pt x="1209273" y="191020"/>
                  </a:lnTo>
                  <a:lnTo>
                    <a:pt x="1200382" y="191020"/>
                  </a:lnTo>
                  <a:lnTo>
                    <a:pt x="1191490" y="191020"/>
                  </a:lnTo>
                  <a:lnTo>
                    <a:pt x="1182598" y="191020"/>
                  </a:lnTo>
                  <a:lnTo>
                    <a:pt x="1173707" y="191020"/>
                  </a:lnTo>
                  <a:lnTo>
                    <a:pt x="1164815" y="191020"/>
                  </a:lnTo>
                  <a:lnTo>
                    <a:pt x="1155923" y="191020"/>
                  </a:lnTo>
                  <a:lnTo>
                    <a:pt x="1147031" y="191020"/>
                  </a:lnTo>
                  <a:lnTo>
                    <a:pt x="1138140" y="191020"/>
                  </a:lnTo>
                  <a:lnTo>
                    <a:pt x="1129248" y="191020"/>
                  </a:lnTo>
                  <a:lnTo>
                    <a:pt x="1120356" y="191020"/>
                  </a:lnTo>
                  <a:lnTo>
                    <a:pt x="1111465" y="191020"/>
                  </a:lnTo>
                  <a:lnTo>
                    <a:pt x="1102573" y="191020"/>
                  </a:lnTo>
                  <a:lnTo>
                    <a:pt x="1093681" y="191020"/>
                  </a:lnTo>
                  <a:lnTo>
                    <a:pt x="1084789" y="191020"/>
                  </a:lnTo>
                  <a:lnTo>
                    <a:pt x="1075898" y="191020"/>
                  </a:lnTo>
                  <a:lnTo>
                    <a:pt x="1067006" y="191020"/>
                  </a:lnTo>
                  <a:lnTo>
                    <a:pt x="1058114" y="191020"/>
                  </a:lnTo>
                  <a:lnTo>
                    <a:pt x="1049223" y="191020"/>
                  </a:lnTo>
                  <a:lnTo>
                    <a:pt x="1040331" y="191020"/>
                  </a:lnTo>
                  <a:lnTo>
                    <a:pt x="1031439" y="191020"/>
                  </a:lnTo>
                  <a:lnTo>
                    <a:pt x="1022547" y="191020"/>
                  </a:lnTo>
                  <a:lnTo>
                    <a:pt x="1013656" y="191020"/>
                  </a:lnTo>
                  <a:lnTo>
                    <a:pt x="1004764" y="191020"/>
                  </a:lnTo>
                  <a:lnTo>
                    <a:pt x="995872" y="191020"/>
                  </a:lnTo>
                  <a:lnTo>
                    <a:pt x="986980" y="191020"/>
                  </a:lnTo>
                  <a:lnTo>
                    <a:pt x="978089" y="191020"/>
                  </a:lnTo>
                  <a:lnTo>
                    <a:pt x="969197" y="191020"/>
                  </a:lnTo>
                  <a:lnTo>
                    <a:pt x="960305" y="191020"/>
                  </a:lnTo>
                  <a:lnTo>
                    <a:pt x="951414" y="191020"/>
                  </a:lnTo>
                  <a:lnTo>
                    <a:pt x="942522" y="191020"/>
                  </a:lnTo>
                  <a:lnTo>
                    <a:pt x="933630" y="191020"/>
                  </a:lnTo>
                  <a:lnTo>
                    <a:pt x="924738" y="191020"/>
                  </a:lnTo>
                  <a:lnTo>
                    <a:pt x="915847" y="191020"/>
                  </a:lnTo>
                  <a:lnTo>
                    <a:pt x="906955" y="191020"/>
                  </a:lnTo>
                  <a:lnTo>
                    <a:pt x="898063" y="191020"/>
                  </a:lnTo>
                  <a:lnTo>
                    <a:pt x="889172" y="191020"/>
                  </a:lnTo>
                  <a:lnTo>
                    <a:pt x="880280" y="191020"/>
                  </a:lnTo>
                  <a:lnTo>
                    <a:pt x="871388" y="191020"/>
                  </a:lnTo>
                  <a:lnTo>
                    <a:pt x="862496" y="191020"/>
                  </a:lnTo>
                  <a:lnTo>
                    <a:pt x="853605" y="191020"/>
                  </a:lnTo>
                  <a:lnTo>
                    <a:pt x="844713" y="191020"/>
                  </a:lnTo>
                  <a:lnTo>
                    <a:pt x="835821" y="191020"/>
                  </a:lnTo>
                  <a:lnTo>
                    <a:pt x="826930" y="191020"/>
                  </a:lnTo>
                  <a:lnTo>
                    <a:pt x="818038" y="191020"/>
                  </a:lnTo>
                  <a:lnTo>
                    <a:pt x="809146" y="191020"/>
                  </a:lnTo>
                  <a:lnTo>
                    <a:pt x="800254" y="191020"/>
                  </a:lnTo>
                  <a:lnTo>
                    <a:pt x="791363" y="191020"/>
                  </a:lnTo>
                  <a:lnTo>
                    <a:pt x="782471" y="191020"/>
                  </a:lnTo>
                  <a:lnTo>
                    <a:pt x="773579" y="191020"/>
                  </a:lnTo>
                  <a:lnTo>
                    <a:pt x="764687" y="191020"/>
                  </a:lnTo>
                  <a:lnTo>
                    <a:pt x="755796" y="191020"/>
                  </a:lnTo>
                  <a:lnTo>
                    <a:pt x="746904" y="191020"/>
                  </a:lnTo>
                  <a:lnTo>
                    <a:pt x="738012" y="191020"/>
                  </a:lnTo>
                  <a:lnTo>
                    <a:pt x="729121" y="191020"/>
                  </a:lnTo>
                  <a:lnTo>
                    <a:pt x="720229" y="191020"/>
                  </a:lnTo>
                  <a:lnTo>
                    <a:pt x="711337" y="191020"/>
                  </a:lnTo>
                  <a:lnTo>
                    <a:pt x="702445" y="191020"/>
                  </a:lnTo>
                  <a:lnTo>
                    <a:pt x="693554" y="191020"/>
                  </a:lnTo>
                  <a:lnTo>
                    <a:pt x="684662" y="191020"/>
                  </a:lnTo>
                  <a:lnTo>
                    <a:pt x="675770" y="191020"/>
                  </a:lnTo>
                  <a:lnTo>
                    <a:pt x="666879" y="191020"/>
                  </a:lnTo>
                  <a:lnTo>
                    <a:pt x="657987" y="191020"/>
                  </a:lnTo>
                  <a:lnTo>
                    <a:pt x="649095" y="191020"/>
                  </a:lnTo>
                  <a:lnTo>
                    <a:pt x="640203" y="191020"/>
                  </a:lnTo>
                  <a:lnTo>
                    <a:pt x="631312" y="191020"/>
                  </a:lnTo>
                  <a:lnTo>
                    <a:pt x="622420" y="191020"/>
                  </a:lnTo>
                  <a:lnTo>
                    <a:pt x="613528" y="191020"/>
                  </a:lnTo>
                  <a:lnTo>
                    <a:pt x="604636" y="191020"/>
                  </a:lnTo>
                  <a:lnTo>
                    <a:pt x="595745" y="191020"/>
                  </a:lnTo>
                  <a:lnTo>
                    <a:pt x="586853" y="191020"/>
                  </a:lnTo>
                  <a:lnTo>
                    <a:pt x="577961" y="191020"/>
                  </a:lnTo>
                  <a:lnTo>
                    <a:pt x="569070" y="191020"/>
                  </a:lnTo>
                  <a:lnTo>
                    <a:pt x="560178" y="191020"/>
                  </a:lnTo>
                  <a:lnTo>
                    <a:pt x="551286" y="191020"/>
                  </a:lnTo>
                  <a:lnTo>
                    <a:pt x="542394" y="191020"/>
                  </a:lnTo>
                  <a:lnTo>
                    <a:pt x="533503" y="191020"/>
                  </a:lnTo>
                  <a:lnTo>
                    <a:pt x="524611" y="191020"/>
                  </a:lnTo>
                  <a:lnTo>
                    <a:pt x="515719" y="191020"/>
                  </a:lnTo>
                  <a:lnTo>
                    <a:pt x="506828" y="191020"/>
                  </a:lnTo>
                  <a:lnTo>
                    <a:pt x="497936" y="191020"/>
                  </a:lnTo>
                  <a:lnTo>
                    <a:pt x="489044" y="191020"/>
                  </a:lnTo>
                  <a:lnTo>
                    <a:pt x="480152" y="191020"/>
                  </a:lnTo>
                  <a:lnTo>
                    <a:pt x="471261" y="191020"/>
                  </a:lnTo>
                  <a:lnTo>
                    <a:pt x="462369" y="191020"/>
                  </a:lnTo>
                  <a:lnTo>
                    <a:pt x="453477" y="191020"/>
                  </a:lnTo>
                  <a:lnTo>
                    <a:pt x="444586" y="191020"/>
                  </a:lnTo>
                  <a:lnTo>
                    <a:pt x="435694" y="191020"/>
                  </a:lnTo>
                  <a:lnTo>
                    <a:pt x="426802" y="191020"/>
                  </a:lnTo>
                  <a:lnTo>
                    <a:pt x="417910" y="191020"/>
                  </a:lnTo>
                  <a:lnTo>
                    <a:pt x="409019" y="191020"/>
                  </a:lnTo>
                  <a:lnTo>
                    <a:pt x="400127" y="191020"/>
                  </a:lnTo>
                  <a:lnTo>
                    <a:pt x="391235" y="191020"/>
                  </a:lnTo>
                  <a:lnTo>
                    <a:pt x="382343" y="191020"/>
                  </a:lnTo>
                  <a:lnTo>
                    <a:pt x="373452" y="191020"/>
                  </a:lnTo>
                  <a:lnTo>
                    <a:pt x="364560" y="191020"/>
                  </a:lnTo>
                  <a:lnTo>
                    <a:pt x="355668" y="191020"/>
                  </a:lnTo>
                  <a:lnTo>
                    <a:pt x="346777" y="191020"/>
                  </a:lnTo>
                  <a:lnTo>
                    <a:pt x="337885" y="191020"/>
                  </a:lnTo>
                  <a:lnTo>
                    <a:pt x="328993" y="191020"/>
                  </a:lnTo>
                  <a:lnTo>
                    <a:pt x="320101" y="191020"/>
                  </a:lnTo>
                  <a:lnTo>
                    <a:pt x="311210" y="191020"/>
                  </a:lnTo>
                  <a:lnTo>
                    <a:pt x="302318" y="191020"/>
                  </a:lnTo>
                  <a:lnTo>
                    <a:pt x="293426" y="191020"/>
                  </a:lnTo>
                  <a:lnTo>
                    <a:pt x="284535" y="191020"/>
                  </a:lnTo>
                  <a:lnTo>
                    <a:pt x="275643" y="191020"/>
                  </a:lnTo>
                  <a:lnTo>
                    <a:pt x="266751" y="191020"/>
                  </a:lnTo>
                  <a:lnTo>
                    <a:pt x="257859" y="191020"/>
                  </a:lnTo>
                  <a:lnTo>
                    <a:pt x="248968" y="191020"/>
                  </a:lnTo>
                  <a:lnTo>
                    <a:pt x="240076" y="191020"/>
                  </a:lnTo>
                  <a:lnTo>
                    <a:pt x="231184" y="191020"/>
                  </a:lnTo>
                  <a:lnTo>
                    <a:pt x="222293" y="191020"/>
                  </a:lnTo>
                  <a:lnTo>
                    <a:pt x="213401" y="191020"/>
                  </a:lnTo>
                  <a:lnTo>
                    <a:pt x="204509" y="191020"/>
                  </a:lnTo>
                  <a:lnTo>
                    <a:pt x="195617" y="191020"/>
                  </a:lnTo>
                  <a:lnTo>
                    <a:pt x="186726" y="191020"/>
                  </a:lnTo>
                  <a:lnTo>
                    <a:pt x="177834" y="191020"/>
                  </a:lnTo>
                  <a:lnTo>
                    <a:pt x="168942" y="191020"/>
                  </a:lnTo>
                  <a:lnTo>
                    <a:pt x="160050" y="191020"/>
                  </a:lnTo>
                  <a:lnTo>
                    <a:pt x="151159" y="191020"/>
                  </a:lnTo>
                  <a:lnTo>
                    <a:pt x="142267" y="191020"/>
                  </a:lnTo>
                  <a:lnTo>
                    <a:pt x="133375" y="191020"/>
                  </a:lnTo>
                  <a:lnTo>
                    <a:pt x="124484" y="191020"/>
                  </a:lnTo>
                  <a:lnTo>
                    <a:pt x="115592" y="191020"/>
                  </a:lnTo>
                  <a:lnTo>
                    <a:pt x="106700" y="191020"/>
                  </a:lnTo>
                  <a:lnTo>
                    <a:pt x="97808" y="191020"/>
                  </a:lnTo>
                  <a:lnTo>
                    <a:pt x="88917" y="191020"/>
                  </a:lnTo>
                  <a:lnTo>
                    <a:pt x="80025" y="191020"/>
                  </a:lnTo>
                  <a:lnTo>
                    <a:pt x="71133" y="191020"/>
                  </a:lnTo>
                  <a:lnTo>
                    <a:pt x="62242" y="191020"/>
                  </a:lnTo>
                  <a:lnTo>
                    <a:pt x="53350" y="191020"/>
                  </a:lnTo>
                  <a:lnTo>
                    <a:pt x="44458" y="191020"/>
                  </a:lnTo>
                  <a:lnTo>
                    <a:pt x="35566" y="191020"/>
                  </a:lnTo>
                  <a:lnTo>
                    <a:pt x="26675" y="191020"/>
                  </a:lnTo>
                  <a:lnTo>
                    <a:pt x="17783" y="191020"/>
                  </a:lnTo>
                  <a:lnTo>
                    <a:pt x="8891" y="191020"/>
                  </a:lnTo>
                  <a:lnTo>
                    <a:pt x="0" y="191020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635" name="pg634"/>
            <p:cNvSpPr/>
            <p:nvPr/>
          </p:nvSpPr>
          <p:spPr>
            <a:xfrm>
              <a:off x="4126383" y="6554000"/>
              <a:ext cx="2354868" cy="191020"/>
            </a:xfrm>
            <a:custGeom>
              <a:avLst/>
              <a:pathLst>
                <a:path w="2354868" h="191020">
                  <a:moveTo>
                    <a:pt x="0" y="0"/>
                  </a:moveTo>
                  <a:lnTo>
                    <a:pt x="4709" y="0"/>
                  </a:lnTo>
                  <a:lnTo>
                    <a:pt x="9419" y="0"/>
                  </a:lnTo>
                  <a:lnTo>
                    <a:pt x="14129" y="0"/>
                  </a:lnTo>
                  <a:lnTo>
                    <a:pt x="18838" y="0"/>
                  </a:lnTo>
                  <a:lnTo>
                    <a:pt x="23548" y="0"/>
                  </a:lnTo>
                  <a:lnTo>
                    <a:pt x="28258" y="0"/>
                  </a:lnTo>
                  <a:lnTo>
                    <a:pt x="32968" y="0"/>
                  </a:lnTo>
                  <a:lnTo>
                    <a:pt x="37677" y="0"/>
                  </a:lnTo>
                  <a:lnTo>
                    <a:pt x="42387" y="0"/>
                  </a:lnTo>
                  <a:lnTo>
                    <a:pt x="47097" y="0"/>
                  </a:lnTo>
                  <a:lnTo>
                    <a:pt x="51807" y="0"/>
                  </a:lnTo>
                  <a:lnTo>
                    <a:pt x="56516" y="0"/>
                  </a:lnTo>
                  <a:lnTo>
                    <a:pt x="61226" y="0"/>
                  </a:lnTo>
                  <a:lnTo>
                    <a:pt x="65936" y="0"/>
                  </a:lnTo>
                  <a:lnTo>
                    <a:pt x="70646" y="0"/>
                  </a:lnTo>
                  <a:lnTo>
                    <a:pt x="75355" y="0"/>
                  </a:lnTo>
                  <a:lnTo>
                    <a:pt x="80065" y="0"/>
                  </a:lnTo>
                  <a:lnTo>
                    <a:pt x="84775" y="0"/>
                  </a:lnTo>
                  <a:lnTo>
                    <a:pt x="89485" y="0"/>
                  </a:lnTo>
                  <a:lnTo>
                    <a:pt x="94194" y="0"/>
                  </a:lnTo>
                  <a:lnTo>
                    <a:pt x="98904" y="0"/>
                  </a:lnTo>
                  <a:lnTo>
                    <a:pt x="103614" y="0"/>
                  </a:lnTo>
                  <a:lnTo>
                    <a:pt x="108323" y="0"/>
                  </a:lnTo>
                  <a:lnTo>
                    <a:pt x="113033" y="0"/>
                  </a:lnTo>
                  <a:lnTo>
                    <a:pt x="117743" y="0"/>
                  </a:lnTo>
                  <a:lnTo>
                    <a:pt x="122453" y="0"/>
                  </a:lnTo>
                  <a:lnTo>
                    <a:pt x="127162" y="0"/>
                  </a:lnTo>
                  <a:lnTo>
                    <a:pt x="131872" y="0"/>
                  </a:lnTo>
                  <a:lnTo>
                    <a:pt x="136582" y="0"/>
                  </a:lnTo>
                  <a:lnTo>
                    <a:pt x="141292" y="0"/>
                  </a:lnTo>
                  <a:lnTo>
                    <a:pt x="146001" y="0"/>
                  </a:lnTo>
                  <a:lnTo>
                    <a:pt x="150711" y="0"/>
                  </a:lnTo>
                  <a:lnTo>
                    <a:pt x="155421" y="0"/>
                  </a:lnTo>
                  <a:lnTo>
                    <a:pt x="160131" y="0"/>
                  </a:lnTo>
                  <a:lnTo>
                    <a:pt x="164840" y="0"/>
                  </a:lnTo>
                  <a:lnTo>
                    <a:pt x="169550" y="0"/>
                  </a:lnTo>
                  <a:lnTo>
                    <a:pt x="174260" y="0"/>
                  </a:lnTo>
                  <a:lnTo>
                    <a:pt x="178970" y="0"/>
                  </a:lnTo>
                  <a:lnTo>
                    <a:pt x="183679" y="0"/>
                  </a:lnTo>
                  <a:lnTo>
                    <a:pt x="188389" y="0"/>
                  </a:lnTo>
                  <a:lnTo>
                    <a:pt x="193099" y="0"/>
                  </a:lnTo>
                  <a:lnTo>
                    <a:pt x="197808" y="0"/>
                  </a:lnTo>
                  <a:lnTo>
                    <a:pt x="202518" y="0"/>
                  </a:lnTo>
                  <a:lnTo>
                    <a:pt x="207228" y="0"/>
                  </a:lnTo>
                  <a:lnTo>
                    <a:pt x="211938" y="0"/>
                  </a:lnTo>
                  <a:lnTo>
                    <a:pt x="216647" y="0"/>
                  </a:lnTo>
                  <a:lnTo>
                    <a:pt x="221357" y="0"/>
                  </a:lnTo>
                  <a:lnTo>
                    <a:pt x="226067" y="0"/>
                  </a:lnTo>
                  <a:lnTo>
                    <a:pt x="230777" y="0"/>
                  </a:lnTo>
                  <a:lnTo>
                    <a:pt x="235486" y="0"/>
                  </a:lnTo>
                  <a:lnTo>
                    <a:pt x="240196" y="0"/>
                  </a:lnTo>
                  <a:lnTo>
                    <a:pt x="244906" y="0"/>
                  </a:lnTo>
                  <a:lnTo>
                    <a:pt x="249616" y="0"/>
                  </a:lnTo>
                  <a:lnTo>
                    <a:pt x="254325" y="0"/>
                  </a:lnTo>
                  <a:lnTo>
                    <a:pt x="259035" y="0"/>
                  </a:lnTo>
                  <a:lnTo>
                    <a:pt x="263745" y="0"/>
                  </a:lnTo>
                  <a:lnTo>
                    <a:pt x="268455" y="0"/>
                  </a:lnTo>
                  <a:lnTo>
                    <a:pt x="273164" y="0"/>
                  </a:lnTo>
                  <a:lnTo>
                    <a:pt x="277874" y="0"/>
                  </a:lnTo>
                  <a:lnTo>
                    <a:pt x="282584" y="0"/>
                  </a:lnTo>
                  <a:lnTo>
                    <a:pt x="287293" y="0"/>
                  </a:lnTo>
                  <a:lnTo>
                    <a:pt x="292003" y="0"/>
                  </a:lnTo>
                  <a:lnTo>
                    <a:pt x="296713" y="0"/>
                  </a:lnTo>
                  <a:lnTo>
                    <a:pt x="301423" y="0"/>
                  </a:lnTo>
                  <a:lnTo>
                    <a:pt x="306132" y="0"/>
                  </a:lnTo>
                  <a:lnTo>
                    <a:pt x="310842" y="0"/>
                  </a:lnTo>
                  <a:lnTo>
                    <a:pt x="315552" y="0"/>
                  </a:lnTo>
                  <a:lnTo>
                    <a:pt x="320262" y="0"/>
                  </a:lnTo>
                  <a:lnTo>
                    <a:pt x="324971" y="0"/>
                  </a:lnTo>
                  <a:lnTo>
                    <a:pt x="329681" y="0"/>
                  </a:lnTo>
                  <a:lnTo>
                    <a:pt x="334391" y="0"/>
                  </a:lnTo>
                  <a:lnTo>
                    <a:pt x="339101" y="0"/>
                  </a:lnTo>
                  <a:lnTo>
                    <a:pt x="343810" y="0"/>
                  </a:lnTo>
                  <a:lnTo>
                    <a:pt x="348520" y="0"/>
                  </a:lnTo>
                  <a:lnTo>
                    <a:pt x="353230" y="0"/>
                  </a:lnTo>
                  <a:lnTo>
                    <a:pt x="357940" y="0"/>
                  </a:lnTo>
                  <a:lnTo>
                    <a:pt x="362649" y="0"/>
                  </a:lnTo>
                  <a:lnTo>
                    <a:pt x="367359" y="0"/>
                  </a:lnTo>
                  <a:lnTo>
                    <a:pt x="372069" y="0"/>
                  </a:lnTo>
                  <a:lnTo>
                    <a:pt x="376779" y="0"/>
                  </a:lnTo>
                  <a:lnTo>
                    <a:pt x="381488" y="0"/>
                  </a:lnTo>
                  <a:lnTo>
                    <a:pt x="386198" y="0"/>
                  </a:lnTo>
                  <a:lnTo>
                    <a:pt x="390908" y="0"/>
                  </a:lnTo>
                  <a:lnTo>
                    <a:pt x="395617" y="0"/>
                  </a:lnTo>
                  <a:lnTo>
                    <a:pt x="400327" y="0"/>
                  </a:lnTo>
                  <a:lnTo>
                    <a:pt x="405037" y="0"/>
                  </a:lnTo>
                  <a:lnTo>
                    <a:pt x="409747" y="0"/>
                  </a:lnTo>
                  <a:lnTo>
                    <a:pt x="414456" y="0"/>
                  </a:lnTo>
                  <a:lnTo>
                    <a:pt x="419166" y="0"/>
                  </a:lnTo>
                  <a:lnTo>
                    <a:pt x="423876" y="0"/>
                  </a:lnTo>
                  <a:lnTo>
                    <a:pt x="428586" y="0"/>
                  </a:lnTo>
                  <a:lnTo>
                    <a:pt x="433295" y="0"/>
                  </a:lnTo>
                  <a:lnTo>
                    <a:pt x="438005" y="0"/>
                  </a:lnTo>
                  <a:lnTo>
                    <a:pt x="442715" y="0"/>
                  </a:lnTo>
                  <a:lnTo>
                    <a:pt x="447425" y="0"/>
                  </a:lnTo>
                  <a:lnTo>
                    <a:pt x="452134" y="0"/>
                  </a:lnTo>
                  <a:lnTo>
                    <a:pt x="456844" y="0"/>
                  </a:lnTo>
                  <a:lnTo>
                    <a:pt x="461554" y="0"/>
                  </a:lnTo>
                  <a:lnTo>
                    <a:pt x="466264" y="0"/>
                  </a:lnTo>
                  <a:lnTo>
                    <a:pt x="470973" y="0"/>
                  </a:lnTo>
                  <a:lnTo>
                    <a:pt x="475683" y="0"/>
                  </a:lnTo>
                  <a:lnTo>
                    <a:pt x="480393" y="0"/>
                  </a:lnTo>
                  <a:lnTo>
                    <a:pt x="485102" y="0"/>
                  </a:lnTo>
                  <a:lnTo>
                    <a:pt x="489812" y="0"/>
                  </a:lnTo>
                  <a:lnTo>
                    <a:pt x="494522" y="0"/>
                  </a:lnTo>
                  <a:lnTo>
                    <a:pt x="499232" y="0"/>
                  </a:lnTo>
                  <a:lnTo>
                    <a:pt x="503941" y="0"/>
                  </a:lnTo>
                  <a:lnTo>
                    <a:pt x="508651" y="0"/>
                  </a:lnTo>
                  <a:lnTo>
                    <a:pt x="513361" y="0"/>
                  </a:lnTo>
                  <a:lnTo>
                    <a:pt x="518071" y="0"/>
                  </a:lnTo>
                  <a:lnTo>
                    <a:pt x="522780" y="0"/>
                  </a:lnTo>
                  <a:lnTo>
                    <a:pt x="527490" y="0"/>
                  </a:lnTo>
                  <a:lnTo>
                    <a:pt x="532200" y="0"/>
                  </a:lnTo>
                  <a:lnTo>
                    <a:pt x="536910" y="0"/>
                  </a:lnTo>
                  <a:lnTo>
                    <a:pt x="541619" y="0"/>
                  </a:lnTo>
                  <a:lnTo>
                    <a:pt x="546329" y="0"/>
                  </a:lnTo>
                  <a:lnTo>
                    <a:pt x="551039" y="0"/>
                  </a:lnTo>
                  <a:lnTo>
                    <a:pt x="555749" y="0"/>
                  </a:lnTo>
                  <a:lnTo>
                    <a:pt x="560458" y="0"/>
                  </a:lnTo>
                  <a:lnTo>
                    <a:pt x="565168" y="0"/>
                  </a:lnTo>
                  <a:lnTo>
                    <a:pt x="569878" y="0"/>
                  </a:lnTo>
                  <a:lnTo>
                    <a:pt x="574587" y="0"/>
                  </a:lnTo>
                  <a:lnTo>
                    <a:pt x="579297" y="0"/>
                  </a:lnTo>
                  <a:lnTo>
                    <a:pt x="584007" y="0"/>
                  </a:lnTo>
                  <a:lnTo>
                    <a:pt x="588717" y="0"/>
                  </a:lnTo>
                  <a:lnTo>
                    <a:pt x="593426" y="0"/>
                  </a:lnTo>
                  <a:lnTo>
                    <a:pt x="598136" y="0"/>
                  </a:lnTo>
                  <a:lnTo>
                    <a:pt x="602846" y="0"/>
                  </a:lnTo>
                  <a:lnTo>
                    <a:pt x="607556" y="0"/>
                  </a:lnTo>
                  <a:lnTo>
                    <a:pt x="612265" y="0"/>
                  </a:lnTo>
                  <a:lnTo>
                    <a:pt x="616975" y="0"/>
                  </a:lnTo>
                  <a:lnTo>
                    <a:pt x="621685" y="0"/>
                  </a:lnTo>
                  <a:lnTo>
                    <a:pt x="626395" y="0"/>
                  </a:lnTo>
                  <a:lnTo>
                    <a:pt x="631104" y="0"/>
                  </a:lnTo>
                  <a:lnTo>
                    <a:pt x="635814" y="0"/>
                  </a:lnTo>
                  <a:lnTo>
                    <a:pt x="640524" y="0"/>
                  </a:lnTo>
                  <a:lnTo>
                    <a:pt x="645234" y="0"/>
                  </a:lnTo>
                  <a:lnTo>
                    <a:pt x="649943" y="0"/>
                  </a:lnTo>
                  <a:lnTo>
                    <a:pt x="654653" y="0"/>
                  </a:lnTo>
                  <a:lnTo>
                    <a:pt x="659363" y="0"/>
                  </a:lnTo>
                  <a:lnTo>
                    <a:pt x="664072" y="0"/>
                  </a:lnTo>
                  <a:lnTo>
                    <a:pt x="668782" y="0"/>
                  </a:lnTo>
                  <a:lnTo>
                    <a:pt x="673492" y="0"/>
                  </a:lnTo>
                  <a:lnTo>
                    <a:pt x="678202" y="0"/>
                  </a:lnTo>
                  <a:lnTo>
                    <a:pt x="682911" y="0"/>
                  </a:lnTo>
                  <a:lnTo>
                    <a:pt x="687621" y="0"/>
                  </a:lnTo>
                  <a:lnTo>
                    <a:pt x="692331" y="0"/>
                  </a:lnTo>
                  <a:lnTo>
                    <a:pt x="697041" y="0"/>
                  </a:lnTo>
                  <a:lnTo>
                    <a:pt x="701750" y="0"/>
                  </a:lnTo>
                  <a:lnTo>
                    <a:pt x="706460" y="0"/>
                  </a:lnTo>
                  <a:lnTo>
                    <a:pt x="711170" y="0"/>
                  </a:lnTo>
                  <a:lnTo>
                    <a:pt x="715880" y="0"/>
                  </a:lnTo>
                  <a:lnTo>
                    <a:pt x="720589" y="0"/>
                  </a:lnTo>
                  <a:lnTo>
                    <a:pt x="725299" y="0"/>
                  </a:lnTo>
                  <a:lnTo>
                    <a:pt x="730009" y="0"/>
                  </a:lnTo>
                  <a:lnTo>
                    <a:pt x="734719" y="0"/>
                  </a:lnTo>
                  <a:lnTo>
                    <a:pt x="739428" y="0"/>
                  </a:lnTo>
                  <a:lnTo>
                    <a:pt x="744138" y="0"/>
                  </a:lnTo>
                  <a:lnTo>
                    <a:pt x="748848" y="0"/>
                  </a:lnTo>
                  <a:lnTo>
                    <a:pt x="753558" y="0"/>
                  </a:lnTo>
                  <a:lnTo>
                    <a:pt x="758267" y="0"/>
                  </a:lnTo>
                  <a:lnTo>
                    <a:pt x="762977" y="0"/>
                  </a:lnTo>
                  <a:lnTo>
                    <a:pt x="767687" y="0"/>
                  </a:lnTo>
                  <a:lnTo>
                    <a:pt x="772396" y="0"/>
                  </a:lnTo>
                  <a:lnTo>
                    <a:pt x="777106" y="0"/>
                  </a:lnTo>
                  <a:lnTo>
                    <a:pt x="781816" y="0"/>
                  </a:lnTo>
                  <a:lnTo>
                    <a:pt x="786526" y="0"/>
                  </a:lnTo>
                  <a:lnTo>
                    <a:pt x="791235" y="0"/>
                  </a:lnTo>
                  <a:lnTo>
                    <a:pt x="795945" y="0"/>
                  </a:lnTo>
                  <a:lnTo>
                    <a:pt x="800655" y="0"/>
                  </a:lnTo>
                  <a:lnTo>
                    <a:pt x="805365" y="0"/>
                  </a:lnTo>
                  <a:lnTo>
                    <a:pt x="810074" y="0"/>
                  </a:lnTo>
                  <a:lnTo>
                    <a:pt x="814784" y="0"/>
                  </a:lnTo>
                  <a:lnTo>
                    <a:pt x="819494" y="0"/>
                  </a:lnTo>
                  <a:lnTo>
                    <a:pt x="824204" y="0"/>
                  </a:lnTo>
                  <a:lnTo>
                    <a:pt x="828913" y="0"/>
                  </a:lnTo>
                  <a:lnTo>
                    <a:pt x="833623" y="0"/>
                  </a:lnTo>
                  <a:lnTo>
                    <a:pt x="838333" y="0"/>
                  </a:lnTo>
                  <a:lnTo>
                    <a:pt x="843043" y="0"/>
                  </a:lnTo>
                  <a:lnTo>
                    <a:pt x="847752" y="0"/>
                  </a:lnTo>
                  <a:lnTo>
                    <a:pt x="852462" y="0"/>
                  </a:lnTo>
                  <a:lnTo>
                    <a:pt x="857172" y="0"/>
                  </a:lnTo>
                  <a:lnTo>
                    <a:pt x="861881" y="0"/>
                  </a:lnTo>
                  <a:lnTo>
                    <a:pt x="866591" y="0"/>
                  </a:lnTo>
                  <a:lnTo>
                    <a:pt x="871301" y="0"/>
                  </a:lnTo>
                  <a:lnTo>
                    <a:pt x="876011" y="0"/>
                  </a:lnTo>
                  <a:lnTo>
                    <a:pt x="880720" y="0"/>
                  </a:lnTo>
                  <a:lnTo>
                    <a:pt x="885430" y="0"/>
                  </a:lnTo>
                  <a:lnTo>
                    <a:pt x="890140" y="0"/>
                  </a:lnTo>
                  <a:lnTo>
                    <a:pt x="894850" y="0"/>
                  </a:lnTo>
                  <a:lnTo>
                    <a:pt x="899559" y="0"/>
                  </a:lnTo>
                  <a:lnTo>
                    <a:pt x="904269" y="0"/>
                  </a:lnTo>
                  <a:lnTo>
                    <a:pt x="908979" y="0"/>
                  </a:lnTo>
                  <a:lnTo>
                    <a:pt x="913689" y="0"/>
                  </a:lnTo>
                  <a:lnTo>
                    <a:pt x="918398" y="0"/>
                  </a:lnTo>
                  <a:lnTo>
                    <a:pt x="923108" y="0"/>
                  </a:lnTo>
                  <a:lnTo>
                    <a:pt x="927818" y="0"/>
                  </a:lnTo>
                  <a:lnTo>
                    <a:pt x="932528" y="0"/>
                  </a:lnTo>
                  <a:lnTo>
                    <a:pt x="937237" y="0"/>
                  </a:lnTo>
                  <a:lnTo>
                    <a:pt x="941947" y="0"/>
                  </a:lnTo>
                  <a:lnTo>
                    <a:pt x="946657" y="0"/>
                  </a:lnTo>
                  <a:lnTo>
                    <a:pt x="951366" y="0"/>
                  </a:lnTo>
                  <a:lnTo>
                    <a:pt x="956076" y="0"/>
                  </a:lnTo>
                  <a:lnTo>
                    <a:pt x="960786" y="0"/>
                  </a:lnTo>
                  <a:lnTo>
                    <a:pt x="965496" y="0"/>
                  </a:lnTo>
                  <a:lnTo>
                    <a:pt x="970205" y="0"/>
                  </a:lnTo>
                  <a:lnTo>
                    <a:pt x="974915" y="0"/>
                  </a:lnTo>
                  <a:lnTo>
                    <a:pt x="979625" y="0"/>
                  </a:lnTo>
                  <a:lnTo>
                    <a:pt x="984335" y="0"/>
                  </a:lnTo>
                  <a:lnTo>
                    <a:pt x="989044" y="0"/>
                  </a:lnTo>
                  <a:lnTo>
                    <a:pt x="993754" y="0"/>
                  </a:lnTo>
                  <a:lnTo>
                    <a:pt x="998464" y="0"/>
                  </a:lnTo>
                  <a:lnTo>
                    <a:pt x="1003174" y="0"/>
                  </a:lnTo>
                  <a:lnTo>
                    <a:pt x="1007883" y="0"/>
                  </a:lnTo>
                  <a:lnTo>
                    <a:pt x="1012593" y="0"/>
                  </a:lnTo>
                  <a:lnTo>
                    <a:pt x="1017303" y="0"/>
                  </a:lnTo>
                  <a:lnTo>
                    <a:pt x="1022013" y="0"/>
                  </a:lnTo>
                  <a:lnTo>
                    <a:pt x="1026722" y="0"/>
                  </a:lnTo>
                  <a:lnTo>
                    <a:pt x="1031432" y="0"/>
                  </a:lnTo>
                  <a:lnTo>
                    <a:pt x="1036142" y="0"/>
                  </a:lnTo>
                  <a:lnTo>
                    <a:pt x="1040851" y="0"/>
                  </a:lnTo>
                  <a:lnTo>
                    <a:pt x="1045561" y="0"/>
                  </a:lnTo>
                  <a:lnTo>
                    <a:pt x="1050271" y="0"/>
                  </a:lnTo>
                  <a:lnTo>
                    <a:pt x="1054981" y="0"/>
                  </a:lnTo>
                  <a:lnTo>
                    <a:pt x="1059690" y="0"/>
                  </a:lnTo>
                  <a:lnTo>
                    <a:pt x="1064400" y="0"/>
                  </a:lnTo>
                  <a:lnTo>
                    <a:pt x="1069110" y="0"/>
                  </a:lnTo>
                  <a:lnTo>
                    <a:pt x="1073820" y="0"/>
                  </a:lnTo>
                  <a:lnTo>
                    <a:pt x="1078529" y="0"/>
                  </a:lnTo>
                  <a:lnTo>
                    <a:pt x="1083239" y="0"/>
                  </a:lnTo>
                  <a:lnTo>
                    <a:pt x="1087949" y="0"/>
                  </a:lnTo>
                  <a:lnTo>
                    <a:pt x="1092659" y="0"/>
                  </a:lnTo>
                  <a:lnTo>
                    <a:pt x="1097368" y="0"/>
                  </a:lnTo>
                  <a:lnTo>
                    <a:pt x="1102078" y="0"/>
                  </a:lnTo>
                  <a:lnTo>
                    <a:pt x="1106788" y="0"/>
                  </a:lnTo>
                  <a:lnTo>
                    <a:pt x="1111498" y="0"/>
                  </a:lnTo>
                  <a:lnTo>
                    <a:pt x="1116207" y="0"/>
                  </a:lnTo>
                  <a:lnTo>
                    <a:pt x="1120917" y="0"/>
                  </a:lnTo>
                  <a:lnTo>
                    <a:pt x="1125627" y="0"/>
                  </a:lnTo>
                  <a:lnTo>
                    <a:pt x="1130337" y="0"/>
                  </a:lnTo>
                  <a:lnTo>
                    <a:pt x="1135046" y="0"/>
                  </a:lnTo>
                  <a:lnTo>
                    <a:pt x="1139756" y="0"/>
                  </a:lnTo>
                  <a:lnTo>
                    <a:pt x="1144466" y="0"/>
                  </a:lnTo>
                  <a:lnTo>
                    <a:pt x="1149175" y="0"/>
                  </a:lnTo>
                  <a:lnTo>
                    <a:pt x="1153885" y="0"/>
                  </a:lnTo>
                  <a:lnTo>
                    <a:pt x="1158595" y="0"/>
                  </a:lnTo>
                  <a:lnTo>
                    <a:pt x="1163305" y="0"/>
                  </a:lnTo>
                  <a:lnTo>
                    <a:pt x="1168014" y="0"/>
                  </a:lnTo>
                  <a:lnTo>
                    <a:pt x="1172724" y="0"/>
                  </a:lnTo>
                  <a:lnTo>
                    <a:pt x="1177434" y="0"/>
                  </a:lnTo>
                  <a:lnTo>
                    <a:pt x="1182144" y="0"/>
                  </a:lnTo>
                  <a:lnTo>
                    <a:pt x="1186853" y="0"/>
                  </a:lnTo>
                  <a:lnTo>
                    <a:pt x="1191563" y="0"/>
                  </a:lnTo>
                  <a:lnTo>
                    <a:pt x="1196273" y="0"/>
                  </a:lnTo>
                  <a:lnTo>
                    <a:pt x="1200983" y="0"/>
                  </a:lnTo>
                  <a:lnTo>
                    <a:pt x="1205692" y="0"/>
                  </a:lnTo>
                  <a:lnTo>
                    <a:pt x="1210402" y="0"/>
                  </a:lnTo>
                  <a:lnTo>
                    <a:pt x="1215112" y="0"/>
                  </a:lnTo>
                  <a:lnTo>
                    <a:pt x="1219822" y="0"/>
                  </a:lnTo>
                  <a:lnTo>
                    <a:pt x="1224531" y="0"/>
                  </a:lnTo>
                  <a:lnTo>
                    <a:pt x="1229241" y="0"/>
                  </a:lnTo>
                  <a:lnTo>
                    <a:pt x="1233951" y="0"/>
                  </a:lnTo>
                  <a:lnTo>
                    <a:pt x="1238660" y="0"/>
                  </a:lnTo>
                  <a:lnTo>
                    <a:pt x="1243370" y="0"/>
                  </a:lnTo>
                  <a:lnTo>
                    <a:pt x="1248080" y="0"/>
                  </a:lnTo>
                  <a:lnTo>
                    <a:pt x="1252790" y="0"/>
                  </a:lnTo>
                  <a:lnTo>
                    <a:pt x="1257499" y="0"/>
                  </a:lnTo>
                  <a:lnTo>
                    <a:pt x="1262209" y="0"/>
                  </a:lnTo>
                  <a:lnTo>
                    <a:pt x="1266919" y="0"/>
                  </a:lnTo>
                  <a:lnTo>
                    <a:pt x="1271629" y="0"/>
                  </a:lnTo>
                  <a:lnTo>
                    <a:pt x="1276338" y="0"/>
                  </a:lnTo>
                  <a:lnTo>
                    <a:pt x="1281048" y="0"/>
                  </a:lnTo>
                  <a:lnTo>
                    <a:pt x="1285758" y="0"/>
                  </a:lnTo>
                  <a:lnTo>
                    <a:pt x="1290468" y="0"/>
                  </a:lnTo>
                  <a:lnTo>
                    <a:pt x="1295177" y="0"/>
                  </a:lnTo>
                  <a:lnTo>
                    <a:pt x="1299887" y="0"/>
                  </a:lnTo>
                  <a:lnTo>
                    <a:pt x="1304597" y="0"/>
                  </a:lnTo>
                  <a:lnTo>
                    <a:pt x="1309307" y="0"/>
                  </a:lnTo>
                  <a:lnTo>
                    <a:pt x="1314016" y="0"/>
                  </a:lnTo>
                  <a:lnTo>
                    <a:pt x="1318726" y="0"/>
                  </a:lnTo>
                  <a:lnTo>
                    <a:pt x="1323436" y="0"/>
                  </a:lnTo>
                  <a:lnTo>
                    <a:pt x="1328145" y="0"/>
                  </a:lnTo>
                  <a:lnTo>
                    <a:pt x="1332855" y="0"/>
                  </a:lnTo>
                  <a:lnTo>
                    <a:pt x="1337565" y="0"/>
                  </a:lnTo>
                  <a:lnTo>
                    <a:pt x="1342275" y="0"/>
                  </a:lnTo>
                  <a:lnTo>
                    <a:pt x="1346984" y="0"/>
                  </a:lnTo>
                  <a:lnTo>
                    <a:pt x="1351694" y="0"/>
                  </a:lnTo>
                  <a:lnTo>
                    <a:pt x="1356404" y="0"/>
                  </a:lnTo>
                  <a:lnTo>
                    <a:pt x="1361114" y="0"/>
                  </a:lnTo>
                  <a:lnTo>
                    <a:pt x="1365823" y="0"/>
                  </a:lnTo>
                  <a:lnTo>
                    <a:pt x="1370533" y="0"/>
                  </a:lnTo>
                  <a:lnTo>
                    <a:pt x="1375243" y="0"/>
                  </a:lnTo>
                  <a:lnTo>
                    <a:pt x="1379953" y="0"/>
                  </a:lnTo>
                  <a:lnTo>
                    <a:pt x="1384662" y="0"/>
                  </a:lnTo>
                  <a:lnTo>
                    <a:pt x="1389372" y="0"/>
                  </a:lnTo>
                  <a:lnTo>
                    <a:pt x="1394082" y="0"/>
                  </a:lnTo>
                  <a:lnTo>
                    <a:pt x="1398792" y="0"/>
                  </a:lnTo>
                  <a:lnTo>
                    <a:pt x="1403501" y="0"/>
                  </a:lnTo>
                  <a:lnTo>
                    <a:pt x="1408211" y="0"/>
                  </a:lnTo>
                  <a:lnTo>
                    <a:pt x="1412921" y="0"/>
                  </a:lnTo>
                  <a:lnTo>
                    <a:pt x="1417631" y="0"/>
                  </a:lnTo>
                  <a:lnTo>
                    <a:pt x="1422340" y="0"/>
                  </a:lnTo>
                  <a:lnTo>
                    <a:pt x="1427050" y="0"/>
                  </a:lnTo>
                  <a:lnTo>
                    <a:pt x="1431760" y="0"/>
                  </a:lnTo>
                  <a:lnTo>
                    <a:pt x="1436469" y="0"/>
                  </a:lnTo>
                  <a:lnTo>
                    <a:pt x="1441179" y="0"/>
                  </a:lnTo>
                  <a:lnTo>
                    <a:pt x="1445889" y="0"/>
                  </a:lnTo>
                  <a:lnTo>
                    <a:pt x="1450599" y="0"/>
                  </a:lnTo>
                  <a:lnTo>
                    <a:pt x="1455308" y="0"/>
                  </a:lnTo>
                  <a:lnTo>
                    <a:pt x="1460018" y="0"/>
                  </a:lnTo>
                  <a:lnTo>
                    <a:pt x="1464728" y="0"/>
                  </a:lnTo>
                  <a:lnTo>
                    <a:pt x="1469438" y="0"/>
                  </a:lnTo>
                  <a:lnTo>
                    <a:pt x="1474147" y="0"/>
                  </a:lnTo>
                  <a:lnTo>
                    <a:pt x="1478857" y="0"/>
                  </a:lnTo>
                  <a:lnTo>
                    <a:pt x="1483567" y="0"/>
                  </a:lnTo>
                  <a:lnTo>
                    <a:pt x="1488277" y="0"/>
                  </a:lnTo>
                  <a:lnTo>
                    <a:pt x="1492986" y="0"/>
                  </a:lnTo>
                  <a:lnTo>
                    <a:pt x="1497696" y="0"/>
                  </a:lnTo>
                  <a:lnTo>
                    <a:pt x="1502406" y="0"/>
                  </a:lnTo>
                  <a:lnTo>
                    <a:pt x="1507116" y="0"/>
                  </a:lnTo>
                  <a:lnTo>
                    <a:pt x="1511825" y="0"/>
                  </a:lnTo>
                  <a:lnTo>
                    <a:pt x="1516535" y="0"/>
                  </a:lnTo>
                  <a:lnTo>
                    <a:pt x="1521245" y="0"/>
                  </a:lnTo>
                  <a:lnTo>
                    <a:pt x="1525954" y="0"/>
                  </a:lnTo>
                  <a:lnTo>
                    <a:pt x="1530664" y="0"/>
                  </a:lnTo>
                  <a:lnTo>
                    <a:pt x="1535374" y="0"/>
                  </a:lnTo>
                  <a:lnTo>
                    <a:pt x="1540084" y="0"/>
                  </a:lnTo>
                  <a:lnTo>
                    <a:pt x="1544793" y="0"/>
                  </a:lnTo>
                  <a:lnTo>
                    <a:pt x="1549503" y="0"/>
                  </a:lnTo>
                  <a:lnTo>
                    <a:pt x="1554213" y="0"/>
                  </a:lnTo>
                  <a:lnTo>
                    <a:pt x="1558923" y="0"/>
                  </a:lnTo>
                  <a:lnTo>
                    <a:pt x="1563632" y="0"/>
                  </a:lnTo>
                  <a:lnTo>
                    <a:pt x="1568342" y="0"/>
                  </a:lnTo>
                  <a:lnTo>
                    <a:pt x="1573052" y="0"/>
                  </a:lnTo>
                  <a:lnTo>
                    <a:pt x="1577762" y="0"/>
                  </a:lnTo>
                  <a:lnTo>
                    <a:pt x="1582471" y="0"/>
                  </a:lnTo>
                  <a:lnTo>
                    <a:pt x="1587181" y="0"/>
                  </a:lnTo>
                  <a:lnTo>
                    <a:pt x="1591891" y="0"/>
                  </a:lnTo>
                  <a:lnTo>
                    <a:pt x="1596601" y="0"/>
                  </a:lnTo>
                  <a:lnTo>
                    <a:pt x="1601310" y="0"/>
                  </a:lnTo>
                  <a:lnTo>
                    <a:pt x="1606020" y="0"/>
                  </a:lnTo>
                  <a:lnTo>
                    <a:pt x="1610730" y="0"/>
                  </a:lnTo>
                  <a:lnTo>
                    <a:pt x="1615439" y="0"/>
                  </a:lnTo>
                  <a:lnTo>
                    <a:pt x="1620149" y="0"/>
                  </a:lnTo>
                  <a:lnTo>
                    <a:pt x="1624859" y="0"/>
                  </a:lnTo>
                  <a:lnTo>
                    <a:pt x="1629569" y="0"/>
                  </a:lnTo>
                  <a:lnTo>
                    <a:pt x="1634278" y="0"/>
                  </a:lnTo>
                  <a:lnTo>
                    <a:pt x="1638988" y="0"/>
                  </a:lnTo>
                  <a:lnTo>
                    <a:pt x="1643698" y="0"/>
                  </a:lnTo>
                  <a:lnTo>
                    <a:pt x="1648408" y="0"/>
                  </a:lnTo>
                  <a:lnTo>
                    <a:pt x="1653117" y="0"/>
                  </a:lnTo>
                  <a:lnTo>
                    <a:pt x="1657827" y="0"/>
                  </a:lnTo>
                  <a:lnTo>
                    <a:pt x="1662537" y="0"/>
                  </a:lnTo>
                  <a:lnTo>
                    <a:pt x="1667247" y="0"/>
                  </a:lnTo>
                  <a:lnTo>
                    <a:pt x="1671956" y="0"/>
                  </a:lnTo>
                  <a:lnTo>
                    <a:pt x="1676666" y="0"/>
                  </a:lnTo>
                  <a:lnTo>
                    <a:pt x="1681376" y="0"/>
                  </a:lnTo>
                  <a:lnTo>
                    <a:pt x="1686086" y="0"/>
                  </a:lnTo>
                  <a:lnTo>
                    <a:pt x="1690795" y="0"/>
                  </a:lnTo>
                  <a:lnTo>
                    <a:pt x="1695505" y="0"/>
                  </a:lnTo>
                  <a:lnTo>
                    <a:pt x="1700215" y="0"/>
                  </a:lnTo>
                  <a:lnTo>
                    <a:pt x="1704924" y="0"/>
                  </a:lnTo>
                  <a:lnTo>
                    <a:pt x="1709634" y="0"/>
                  </a:lnTo>
                  <a:lnTo>
                    <a:pt x="1714344" y="0"/>
                  </a:lnTo>
                  <a:lnTo>
                    <a:pt x="1719054" y="0"/>
                  </a:lnTo>
                  <a:lnTo>
                    <a:pt x="1723763" y="0"/>
                  </a:lnTo>
                  <a:lnTo>
                    <a:pt x="1728473" y="0"/>
                  </a:lnTo>
                  <a:lnTo>
                    <a:pt x="1733183" y="0"/>
                  </a:lnTo>
                  <a:lnTo>
                    <a:pt x="1737893" y="0"/>
                  </a:lnTo>
                  <a:lnTo>
                    <a:pt x="1742602" y="0"/>
                  </a:lnTo>
                  <a:lnTo>
                    <a:pt x="1747312" y="0"/>
                  </a:lnTo>
                  <a:lnTo>
                    <a:pt x="1752022" y="0"/>
                  </a:lnTo>
                  <a:lnTo>
                    <a:pt x="1756732" y="0"/>
                  </a:lnTo>
                  <a:lnTo>
                    <a:pt x="1761441" y="0"/>
                  </a:lnTo>
                  <a:lnTo>
                    <a:pt x="1766151" y="0"/>
                  </a:lnTo>
                  <a:lnTo>
                    <a:pt x="1770861" y="0"/>
                  </a:lnTo>
                  <a:lnTo>
                    <a:pt x="1775571" y="0"/>
                  </a:lnTo>
                  <a:lnTo>
                    <a:pt x="1780280" y="0"/>
                  </a:lnTo>
                  <a:lnTo>
                    <a:pt x="1784990" y="0"/>
                  </a:lnTo>
                  <a:lnTo>
                    <a:pt x="1789700" y="0"/>
                  </a:lnTo>
                  <a:lnTo>
                    <a:pt x="1794410" y="0"/>
                  </a:lnTo>
                  <a:lnTo>
                    <a:pt x="1799119" y="0"/>
                  </a:lnTo>
                  <a:lnTo>
                    <a:pt x="1803829" y="0"/>
                  </a:lnTo>
                  <a:lnTo>
                    <a:pt x="1808539" y="0"/>
                  </a:lnTo>
                  <a:lnTo>
                    <a:pt x="1813248" y="0"/>
                  </a:lnTo>
                  <a:lnTo>
                    <a:pt x="1817958" y="0"/>
                  </a:lnTo>
                  <a:lnTo>
                    <a:pt x="1822668" y="0"/>
                  </a:lnTo>
                  <a:lnTo>
                    <a:pt x="1827378" y="0"/>
                  </a:lnTo>
                  <a:lnTo>
                    <a:pt x="1832087" y="0"/>
                  </a:lnTo>
                  <a:lnTo>
                    <a:pt x="1836797" y="0"/>
                  </a:lnTo>
                  <a:lnTo>
                    <a:pt x="1841507" y="0"/>
                  </a:lnTo>
                  <a:lnTo>
                    <a:pt x="1846217" y="0"/>
                  </a:lnTo>
                  <a:lnTo>
                    <a:pt x="1850926" y="0"/>
                  </a:lnTo>
                  <a:lnTo>
                    <a:pt x="1855636" y="0"/>
                  </a:lnTo>
                  <a:lnTo>
                    <a:pt x="1860346" y="0"/>
                  </a:lnTo>
                  <a:lnTo>
                    <a:pt x="1865056" y="0"/>
                  </a:lnTo>
                  <a:lnTo>
                    <a:pt x="1869765" y="0"/>
                  </a:lnTo>
                  <a:lnTo>
                    <a:pt x="1874475" y="0"/>
                  </a:lnTo>
                  <a:lnTo>
                    <a:pt x="1879185" y="0"/>
                  </a:lnTo>
                  <a:lnTo>
                    <a:pt x="1883895" y="0"/>
                  </a:lnTo>
                  <a:lnTo>
                    <a:pt x="1888604" y="0"/>
                  </a:lnTo>
                  <a:lnTo>
                    <a:pt x="1893314" y="0"/>
                  </a:lnTo>
                  <a:lnTo>
                    <a:pt x="1898024" y="0"/>
                  </a:lnTo>
                  <a:lnTo>
                    <a:pt x="1902733" y="0"/>
                  </a:lnTo>
                  <a:lnTo>
                    <a:pt x="1907443" y="0"/>
                  </a:lnTo>
                  <a:lnTo>
                    <a:pt x="1912153" y="0"/>
                  </a:lnTo>
                  <a:lnTo>
                    <a:pt x="1916863" y="0"/>
                  </a:lnTo>
                  <a:lnTo>
                    <a:pt x="1921572" y="0"/>
                  </a:lnTo>
                  <a:lnTo>
                    <a:pt x="1926282" y="0"/>
                  </a:lnTo>
                  <a:lnTo>
                    <a:pt x="1930992" y="0"/>
                  </a:lnTo>
                  <a:lnTo>
                    <a:pt x="1935702" y="0"/>
                  </a:lnTo>
                  <a:lnTo>
                    <a:pt x="1940411" y="0"/>
                  </a:lnTo>
                  <a:lnTo>
                    <a:pt x="1945121" y="0"/>
                  </a:lnTo>
                  <a:lnTo>
                    <a:pt x="1949831" y="0"/>
                  </a:lnTo>
                  <a:lnTo>
                    <a:pt x="1954541" y="0"/>
                  </a:lnTo>
                  <a:lnTo>
                    <a:pt x="1959250" y="0"/>
                  </a:lnTo>
                  <a:lnTo>
                    <a:pt x="1963960" y="0"/>
                  </a:lnTo>
                  <a:lnTo>
                    <a:pt x="1968670" y="0"/>
                  </a:lnTo>
                  <a:lnTo>
                    <a:pt x="1973380" y="0"/>
                  </a:lnTo>
                  <a:lnTo>
                    <a:pt x="1978089" y="0"/>
                  </a:lnTo>
                  <a:lnTo>
                    <a:pt x="1982799" y="0"/>
                  </a:lnTo>
                  <a:lnTo>
                    <a:pt x="1987509" y="0"/>
                  </a:lnTo>
                  <a:lnTo>
                    <a:pt x="1992218" y="0"/>
                  </a:lnTo>
                  <a:lnTo>
                    <a:pt x="1996928" y="0"/>
                  </a:lnTo>
                  <a:lnTo>
                    <a:pt x="2001638" y="0"/>
                  </a:lnTo>
                  <a:lnTo>
                    <a:pt x="2006348" y="0"/>
                  </a:lnTo>
                  <a:lnTo>
                    <a:pt x="2011057" y="0"/>
                  </a:lnTo>
                  <a:lnTo>
                    <a:pt x="2015767" y="0"/>
                  </a:lnTo>
                  <a:lnTo>
                    <a:pt x="2020477" y="0"/>
                  </a:lnTo>
                  <a:lnTo>
                    <a:pt x="2025187" y="0"/>
                  </a:lnTo>
                  <a:lnTo>
                    <a:pt x="2029896" y="0"/>
                  </a:lnTo>
                  <a:lnTo>
                    <a:pt x="2034606" y="0"/>
                  </a:lnTo>
                  <a:lnTo>
                    <a:pt x="2039316" y="0"/>
                  </a:lnTo>
                  <a:lnTo>
                    <a:pt x="2044026" y="0"/>
                  </a:lnTo>
                  <a:lnTo>
                    <a:pt x="2048735" y="0"/>
                  </a:lnTo>
                  <a:lnTo>
                    <a:pt x="2053445" y="0"/>
                  </a:lnTo>
                  <a:lnTo>
                    <a:pt x="2058155" y="0"/>
                  </a:lnTo>
                  <a:lnTo>
                    <a:pt x="2062865" y="0"/>
                  </a:lnTo>
                  <a:lnTo>
                    <a:pt x="2067574" y="0"/>
                  </a:lnTo>
                  <a:lnTo>
                    <a:pt x="2072284" y="0"/>
                  </a:lnTo>
                  <a:lnTo>
                    <a:pt x="2076994" y="0"/>
                  </a:lnTo>
                  <a:lnTo>
                    <a:pt x="2081703" y="0"/>
                  </a:lnTo>
                  <a:lnTo>
                    <a:pt x="2086413" y="0"/>
                  </a:lnTo>
                  <a:lnTo>
                    <a:pt x="2091123" y="0"/>
                  </a:lnTo>
                  <a:lnTo>
                    <a:pt x="2095833" y="0"/>
                  </a:lnTo>
                  <a:lnTo>
                    <a:pt x="2100542" y="0"/>
                  </a:lnTo>
                  <a:lnTo>
                    <a:pt x="2105252" y="0"/>
                  </a:lnTo>
                  <a:lnTo>
                    <a:pt x="2109962" y="0"/>
                  </a:lnTo>
                  <a:lnTo>
                    <a:pt x="2114672" y="0"/>
                  </a:lnTo>
                  <a:lnTo>
                    <a:pt x="2119381" y="0"/>
                  </a:lnTo>
                  <a:lnTo>
                    <a:pt x="2124091" y="0"/>
                  </a:lnTo>
                  <a:lnTo>
                    <a:pt x="2128801" y="0"/>
                  </a:lnTo>
                  <a:lnTo>
                    <a:pt x="2133511" y="0"/>
                  </a:lnTo>
                  <a:lnTo>
                    <a:pt x="2138220" y="0"/>
                  </a:lnTo>
                  <a:lnTo>
                    <a:pt x="2142930" y="0"/>
                  </a:lnTo>
                  <a:lnTo>
                    <a:pt x="2147640" y="0"/>
                  </a:lnTo>
                  <a:lnTo>
                    <a:pt x="2152350" y="0"/>
                  </a:lnTo>
                  <a:lnTo>
                    <a:pt x="2157059" y="0"/>
                  </a:lnTo>
                  <a:lnTo>
                    <a:pt x="2161769" y="0"/>
                  </a:lnTo>
                  <a:lnTo>
                    <a:pt x="2166479" y="0"/>
                  </a:lnTo>
                  <a:lnTo>
                    <a:pt x="2171189" y="0"/>
                  </a:lnTo>
                  <a:lnTo>
                    <a:pt x="2175898" y="0"/>
                  </a:lnTo>
                  <a:lnTo>
                    <a:pt x="2180608" y="0"/>
                  </a:lnTo>
                  <a:lnTo>
                    <a:pt x="2185318" y="0"/>
                  </a:lnTo>
                  <a:lnTo>
                    <a:pt x="2190027" y="0"/>
                  </a:lnTo>
                  <a:lnTo>
                    <a:pt x="2194737" y="0"/>
                  </a:lnTo>
                  <a:lnTo>
                    <a:pt x="2199447" y="0"/>
                  </a:lnTo>
                  <a:lnTo>
                    <a:pt x="2204157" y="0"/>
                  </a:lnTo>
                  <a:lnTo>
                    <a:pt x="2208866" y="0"/>
                  </a:lnTo>
                  <a:lnTo>
                    <a:pt x="2213576" y="0"/>
                  </a:lnTo>
                  <a:lnTo>
                    <a:pt x="2218286" y="0"/>
                  </a:lnTo>
                  <a:lnTo>
                    <a:pt x="2222996" y="0"/>
                  </a:lnTo>
                  <a:lnTo>
                    <a:pt x="2227705" y="0"/>
                  </a:lnTo>
                  <a:lnTo>
                    <a:pt x="2232415" y="0"/>
                  </a:lnTo>
                  <a:lnTo>
                    <a:pt x="2237125" y="0"/>
                  </a:lnTo>
                  <a:lnTo>
                    <a:pt x="2241835" y="0"/>
                  </a:lnTo>
                  <a:lnTo>
                    <a:pt x="2246544" y="0"/>
                  </a:lnTo>
                  <a:lnTo>
                    <a:pt x="2251254" y="0"/>
                  </a:lnTo>
                  <a:lnTo>
                    <a:pt x="2255964" y="0"/>
                  </a:lnTo>
                  <a:lnTo>
                    <a:pt x="2260674" y="0"/>
                  </a:lnTo>
                  <a:lnTo>
                    <a:pt x="2265383" y="0"/>
                  </a:lnTo>
                  <a:lnTo>
                    <a:pt x="2270093" y="0"/>
                  </a:lnTo>
                  <a:lnTo>
                    <a:pt x="2274803" y="0"/>
                  </a:lnTo>
                  <a:lnTo>
                    <a:pt x="2279512" y="0"/>
                  </a:lnTo>
                  <a:lnTo>
                    <a:pt x="2284222" y="0"/>
                  </a:lnTo>
                  <a:lnTo>
                    <a:pt x="2288932" y="0"/>
                  </a:lnTo>
                  <a:lnTo>
                    <a:pt x="2293642" y="0"/>
                  </a:lnTo>
                  <a:lnTo>
                    <a:pt x="2298351" y="0"/>
                  </a:lnTo>
                  <a:lnTo>
                    <a:pt x="2303061" y="0"/>
                  </a:lnTo>
                  <a:lnTo>
                    <a:pt x="2307771" y="0"/>
                  </a:lnTo>
                  <a:lnTo>
                    <a:pt x="2312481" y="0"/>
                  </a:lnTo>
                  <a:lnTo>
                    <a:pt x="2317190" y="0"/>
                  </a:lnTo>
                  <a:lnTo>
                    <a:pt x="2321900" y="0"/>
                  </a:lnTo>
                  <a:lnTo>
                    <a:pt x="2326610" y="0"/>
                  </a:lnTo>
                  <a:lnTo>
                    <a:pt x="2331320" y="0"/>
                  </a:lnTo>
                  <a:lnTo>
                    <a:pt x="2336029" y="0"/>
                  </a:lnTo>
                  <a:lnTo>
                    <a:pt x="2340739" y="0"/>
                  </a:lnTo>
                  <a:lnTo>
                    <a:pt x="2345449" y="0"/>
                  </a:lnTo>
                  <a:lnTo>
                    <a:pt x="2350159" y="0"/>
                  </a:lnTo>
                  <a:lnTo>
                    <a:pt x="2354868" y="0"/>
                  </a:lnTo>
                  <a:lnTo>
                    <a:pt x="2354868" y="191020"/>
                  </a:lnTo>
                  <a:lnTo>
                    <a:pt x="2350159" y="191020"/>
                  </a:lnTo>
                  <a:lnTo>
                    <a:pt x="2345449" y="191020"/>
                  </a:lnTo>
                  <a:lnTo>
                    <a:pt x="2340739" y="191020"/>
                  </a:lnTo>
                  <a:lnTo>
                    <a:pt x="2336029" y="191020"/>
                  </a:lnTo>
                  <a:lnTo>
                    <a:pt x="2331320" y="191020"/>
                  </a:lnTo>
                  <a:lnTo>
                    <a:pt x="2326610" y="191020"/>
                  </a:lnTo>
                  <a:lnTo>
                    <a:pt x="2321900" y="191020"/>
                  </a:lnTo>
                  <a:lnTo>
                    <a:pt x="2317190" y="191020"/>
                  </a:lnTo>
                  <a:lnTo>
                    <a:pt x="2312481" y="191020"/>
                  </a:lnTo>
                  <a:lnTo>
                    <a:pt x="2307771" y="191020"/>
                  </a:lnTo>
                  <a:lnTo>
                    <a:pt x="2303061" y="191020"/>
                  </a:lnTo>
                  <a:lnTo>
                    <a:pt x="2298351" y="191020"/>
                  </a:lnTo>
                  <a:lnTo>
                    <a:pt x="2293642" y="191020"/>
                  </a:lnTo>
                  <a:lnTo>
                    <a:pt x="2288932" y="191020"/>
                  </a:lnTo>
                  <a:lnTo>
                    <a:pt x="2284222" y="191020"/>
                  </a:lnTo>
                  <a:lnTo>
                    <a:pt x="2279512" y="191020"/>
                  </a:lnTo>
                  <a:lnTo>
                    <a:pt x="2274803" y="191020"/>
                  </a:lnTo>
                  <a:lnTo>
                    <a:pt x="2270093" y="191020"/>
                  </a:lnTo>
                  <a:lnTo>
                    <a:pt x="2265383" y="191020"/>
                  </a:lnTo>
                  <a:lnTo>
                    <a:pt x="2260674" y="191020"/>
                  </a:lnTo>
                  <a:lnTo>
                    <a:pt x="2255964" y="191020"/>
                  </a:lnTo>
                  <a:lnTo>
                    <a:pt x="2251254" y="191020"/>
                  </a:lnTo>
                  <a:lnTo>
                    <a:pt x="2246544" y="191020"/>
                  </a:lnTo>
                  <a:lnTo>
                    <a:pt x="2241835" y="191020"/>
                  </a:lnTo>
                  <a:lnTo>
                    <a:pt x="2237125" y="191020"/>
                  </a:lnTo>
                  <a:lnTo>
                    <a:pt x="2232415" y="191020"/>
                  </a:lnTo>
                  <a:lnTo>
                    <a:pt x="2227705" y="191020"/>
                  </a:lnTo>
                  <a:lnTo>
                    <a:pt x="2222996" y="191020"/>
                  </a:lnTo>
                  <a:lnTo>
                    <a:pt x="2218286" y="191020"/>
                  </a:lnTo>
                  <a:lnTo>
                    <a:pt x="2213576" y="191020"/>
                  </a:lnTo>
                  <a:lnTo>
                    <a:pt x="2208866" y="191020"/>
                  </a:lnTo>
                  <a:lnTo>
                    <a:pt x="2204157" y="191020"/>
                  </a:lnTo>
                  <a:lnTo>
                    <a:pt x="2199447" y="191020"/>
                  </a:lnTo>
                  <a:lnTo>
                    <a:pt x="2194737" y="191020"/>
                  </a:lnTo>
                  <a:lnTo>
                    <a:pt x="2190027" y="191020"/>
                  </a:lnTo>
                  <a:lnTo>
                    <a:pt x="2185318" y="191020"/>
                  </a:lnTo>
                  <a:lnTo>
                    <a:pt x="2180608" y="191020"/>
                  </a:lnTo>
                  <a:lnTo>
                    <a:pt x="2175898" y="191020"/>
                  </a:lnTo>
                  <a:lnTo>
                    <a:pt x="2171189" y="191020"/>
                  </a:lnTo>
                  <a:lnTo>
                    <a:pt x="2166479" y="191020"/>
                  </a:lnTo>
                  <a:lnTo>
                    <a:pt x="2161769" y="191020"/>
                  </a:lnTo>
                  <a:lnTo>
                    <a:pt x="2157059" y="191020"/>
                  </a:lnTo>
                  <a:lnTo>
                    <a:pt x="2152350" y="191020"/>
                  </a:lnTo>
                  <a:lnTo>
                    <a:pt x="2147640" y="191020"/>
                  </a:lnTo>
                  <a:lnTo>
                    <a:pt x="2142930" y="191020"/>
                  </a:lnTo>
                  <a:lnTo>
                    <a:pt x="2138220" y="191020"/>
                  </a:lnTo>
                  <a:lnTo>
                    <a:pt x="2133511" y="191020"/>
                  </a:lnTo>
                  <a:lnTo>
                    <a:pt x="2128801" y="191020"/>
                  </a:lnTo>
                  <a:lnTo>
                    <a:pt x="2124091" y="191020"/>
                  </a:lnTo>
                  <a:lnTo>
                    <a:pt x="2119381" y="191020"/>
                  </a:lnTo>
                  <a:lnTo>
                    <a:pt x="2114672" y="191020"/>
                  </a:lnTo>
                  <a:lnTo>
                    <a:pt x="2109962" y="191020"/>
                  </a:lnTo>
                  <a:lnTo>
                    <a:pt x="2105252" y="191020"/>
                  </a:lnTo>
                  <a:lnTo>
                    <a:pt x="2100542" y="191020"/>
                  </a:lnTo>
                  <a:lnTo>
                    <a:pt x="2095833" y="191020"/>
                  </a:lnTo>
                  <a:lnTo>
                    <a:pt x="2091123" y="191020"/>
                  </a:lnTo>
                  <a:lnTo>
                    <a:pt x="2086413" y="191020"/>
                  </a:lnTo>
                  <a:lnTo>
                    <a:pt x="2081703" y="191020"/>
                  </a:lnTo>
                  <a:lnTo>
                    <a:pt x="2076994" y="191020"/>
                  </a:lnTo>
                  <a:lnTo>
                    <a:pt x="2072284" y="191020"/>
                  </a:lnTo>
                  <a:lnTo>
                    <a:pt x="2067574" y="191020"/>
                  </a:lnTo>
                  <a:lnTo>
                    <a:pt x="2062865" y="191020"/>
                  </a:lnTo>
                  <a:lnTo>
                    <a:pt x="2058155" y="191020"/>
                  </a:lnTo>
                  <a:lnTo>
                    <a:pt x="2053445" y="191020"/>
                  </a:lnTo>
                  <a:lnTo>
                    <a:pt x="2048735" y="191020"/>
                  </a:lnTo>
                  <a:lnTo>
                    <a:pt x="2044026" y="191020"/>
                  </a:lnTo>
                  <a:lnTo>
                    <a:pt x="2039316" y="191020"/>
                  </a:lnTo>
                  <a:lnTo>
                    <a:pt x="2034606" y="191020"/>
                  </a:lnTo>
                  <a:lnTo>
                    <a:pt x="2029896" y="191020"/>
                  </a:lnTo>
                  <a:lnTo>
                    <a:pt x="2025187" y="191020"/>
                  </a:lnTo>
                  <a:lnTo>
                    <a:pt x="2020477" y="191020"/>
                  </a:lnTo>
                  <a:lnTo>
                    <a:pt x="2015767" y="191020"/>
                  </a:lnTo>
                  <a:lnTo>
                    <a:pt x="2011057" y="191020"/>
                  </a:lnTo>
                  <a:lnTo>
                    <a:pt x="2006348" y="191020"/>
                  </a:lnTo>
                  <a:lnTo>
                    <a:pt x="2001638" y="191020"/>
                  </a:lnTo>
                  <a:lnTo>
                    <a:pt x="1996928" y="191020"/>
                  </a:lnTo>
                  <a:lnTo>
                    <a:pt x="1992218" y="191020"/>
                  </a:lnTo>
                  <a:lnTo>
                    <a:pt x="1987509" y="191020"/>
                  </a:lnTo>
                  <a:lnTo>
                    <a:pt x="1982799" y="191020"/>
                  </a:lnTo>
                  <a:lnTo>
                    <a:pt x="1978089" y="191020"/>
                  </a:lnTo>
                  <a:lnTo>
                    <a:pt x="1973380" y="191020"/>
                  </a:lnTo>
                  <a:lnTo>
                    <a:pt x="1968670" y="191020"/>
                  </a:lnTo>
                  <a:lnTo>
                    <a:pt x="1963960" y="191020"/>
                  </a:lnTo>
                  <a:lnTo>
                    <a:pt x="1959250" y="191020"/>
                  </a:lnTo>
                  <a:lnTo>
                    <a:pt x="1954541" y="191020"/>
                  </a:lnTo>
                  <a:lnTo>
                    <a:pt x="1949831" y="191020"/>
                  </a:lnTo>
                  <a:lnTo>
                    <a:pt x="1945121" y="191020"/>
                  </a:lnTo>
                  <a:lnTo>
                    <a:pt x="1940411" y="191020"/>
                  </a:lnTo>
                  <a:lnTo>
                    <a:pt x="1935702" y="191020"/>
                  </a:lnTo>
                  <a:lnTo>
                    <a:pt x="1930992" y="191020"/>
                  </a:lnTo>
                  <a:lnTo>
                    <a:pt x="1926282" y="191020"/>
                  </a:lnTo>
                  <a:lnTo>
                    <a:pt x="1921572" y="191020"/>
                  </a:lnTo>
                  <a:lnTo>
                    <a:pt x="1916863" y="191020"/>
                  </a:lnTo>
                  <a:lnTo>
                    <a:pt x="1912153" y="191020"/>
                  </a:lnTo>
                  <a:lnTo>
                    <a:pt x="1907443" y="191020"/>
                  </a:lnTo>
                  <a:lnTo>
                    <a:pt x="1902733" y="191020"/>
                  </a:lnTo>
                  <a:lnTo>
                    <a:pt x="1898024" y="191020"/>
                  </a:lnTo>
                  <a:lnTo>
                    <a:pt x="1893314" y="191020"/>
                  </a:lnTo>
                  <a:lnTo>
                    <a:pt x="1888604" y="191020"/>
                  </a:lnTo>
                  <a:lnTo>
                    <a:pt x="1883895" y="191020"/>
                  </a:lnTo>
                  <a:lnTo>
                    <a:pt x="1879185" y="191020"/>
                  </a:lnTo>
                  <a:lnTo>
                    <a:pt x="1874475" y="191020"/>
                  </a:lnTo>
                  <a:lnTo>
                    <a:pt x="1869765" y="191020"/>
                  </a:lnTo>
                  <a:lnTo>
                    <a:pt x="1865056" y="191020"/>
                  </a:lnTo>
                  <a:lnTo>
                    <a:pt x="1860346" y="191020"/>
                  </a:lnTo>
                  <a:lnTo>
                    <a:pt x="1855636" y="191020"/>
                  </a:lnTo>
                  <a:lnTo>
                    <a:pt x="1850926" y="191020"/>
                  </a:lnTo>
                  <a:lnTo>
                    <a:pt x="1846217" y="191020"/>
                  </a:lnTo>
                  <a:lnTo>
                    <a:pt x="1841507" y="191020"/>
                  </a:lnTo>
                  <a:lnTo>
                    <a:pt x="1836797" y="191020"/>
                  </a:lnTo>
                  <a:lnTo>
                    <a:pt x="1832087" y="191020"/>
                  </a:lnTo>
                  <a:lnTo>
                    <a:pt x="1827378" y="191020"/>
                  </a:lnTo>
                  <a:lnTo>
                    <a:pt x="1822668" y="191020"/>
                  </a:lnTo>
                  <a:lnTo>
                    <a:pt x="1817958" y="191020"/>
                  </a:lnTo>
                  <a:lnTo>
                    <a:pt x="1813248" y="191020"/>
                  </a:lnTo>
                  <a:lnTo>
                    <a:pt x="1808539" y="191020"/>
                  </a:lnTo>
                  <a:lnTo>
                    <a:pt x="1803829" y="191020"/>
                  </a:lnTo>
                  <a:lnTo>
                    <a:pt x="1799119" y="191020"/>
                  </a:lnTo>
                  <a:lnTo>
                    <a:pt x="1794410" y="191020"/>
                  </a:lnTo>
                  <a:lnTo>
                    <a:pt x="1789700" y="191020"/>
                  </a:lnTo>
                  <a:lnTo>
                    <a:pt x="1784990" y="191020"/>
                  </a:lnTo>
                  <a:lnTo>
                    <a:pt x="1780280" y="191020"/>
                  </a:lnTo>
                  <a:lnTo>
                    <a:pt x="1775571" y="191020"/>
                  </a:lnTo>
                  <a:lnTo>
                    <a:pt x="1770861" y="191020"/>
                  </a:lnTo>
                  <a:lnTo>
                    <a:pt x="1766151" y="191020"/>
                  </a:lnTo>
                  <a:lnTo>
                    <a:pt x="1761441" y="191020"/>
                  </a:lnTo>
                  <a:lnTo>
                    <a:pt x="1756732" y="191020"/>
                  </a:lnTo>
                  <a:lnTo>
                    <a:pt x="1752022" y="191020"/>
                  </a:lnTo>
                  <a:lnTo>
                    <a:pt x="1747312" y="191020"/>
                  </a:lnTo>
                  <a:lnTo>
                    <a:pt x="1742602" y="191020"/>
                  </a:lnTo>
                  <a:lnTo>
                    <a:pt x="1737893" y="191020"/>
                  </a:lnTo>
                  <a:lnTo>
                    <a:pt x="1733183" y="191020"/>
                  </a:lnTo>
                  <a:lnTo>
                    <a:pt x="1728473" y="191020"/>
                  </a:lnTo>
                  <a:lnTo>
                    <a:pt x="1723763" y="191020"/>
                  </a:lnTo>
                  <a:lnTo>
                    <a:pt x="1719054" y="191020"/>
                  </a:lnTo>
                  <a:lnTo>
                    <a:pt x="1714344" y="191020"/>
                  </a:lnTo>
                  <a:lnTo>
                    <a:pt x="1709634" y="191020"/>
                  </a:lnTo>
                  <a:lnTo>
                    <a:pt x="1704924" y="191020"/>
                  </a:lnTo>
                  <a:lnTo>
                    <a:pt x="1700215" y="191020"/>
                  </a:lnTo>
                  <a:lnTo>
                    <a:pt x="1695505" y="191020"/>
                  </a:lnTo>
                  <a:lnTo>
                    <a:pt x="1690795" y="191020"/>
                  </a:lnTo>
                  <a:lnTo>
                    <a:pt x="1686086" y="191020"/>
                  </a:lnTo>
                  <a:lnTo>
                    <a:pt x="1681376" y="191020"/>
                  </a:lnTo>
                  <a:lnTo>
                    <a:pt x="1676666" y="191020"/>
                  </a:lnTo>
                  <a:lnTo>
                    <a:pt x="1671956" y="191020"/>
                  </a:lnTo>
                  <a:lnTo>
                    <a:pt x="1667247" y="191020"/>
                  </a:lnTo>
                  <a:lnTo>
                    <a:pt x="1662537" y="191020"/>
                  </a:lnTo>
                  <a:lnTo>
                    <a:pt x="1657827" y="191020"/>
                  </a:lnTo>
                  <a:lnTo>
                    <a:pt x="1653117" y="191020"/>
                  </a:lnTo>
                  <a:lnTo>
                    <a:pt x="1648408" y="191020"/>
                  </a:lnTo>
                  <a:lnTo>
                    <a:pt x="1643698" y="191020"/>
                  </a:lnTo>
                  <a:lnTo>
                    <a:pt x="1638988" y="191020"/>
                  </a:lnTo>
                  <a:lnTo>
                    <a:pt x="1634278" y="191020"/>
                  </a:lnTo>
                  <a:lnTo>
                    <a:pt x="1629569" y="191020"/>
                  </a:lnTo>
                  <a:lnTo>
                    <a:pt x="1624859" y="191020"/>
                  </a:lnTo>
                  <a:lnTo>
                    <a:pt x="1620149" y="191020"/>
                  </a:lnTo>
                  <a:lnTo>
                    <a:pt x="1615439" y="191020"/>
                  </a:lnTo>
                  <a:lnTo>
                    <a:pt x="1610730" y="191020"/>
                  </a:lnTo>
                  <a:lnTo>
                    <a:pt x="1606020" y="191020"/>
                  </a:lnTo>
                  <a:lnTo>
                    <a:pt x="1601310" y="191020"/>
                  </a:lnTo>
                  <a:lnTo>
                    <a:pt x="1596601" y="191020"/>
                  </a:lnTo>
                  <a:lnTo>
                    <a:pt x="1591891" y="191020"/>
                  </a:lnTo>
                  <a:lnTo>
                    <a:pt x="1587181" y="191020"/>
                  </a:lnTo>
                  <a:lnTo>
                    <a:pt x="1582471" y="191020"/>
                  </a:lnTo>
                  <a:lnTo>
                    <a:pt x="1577762" y="191020"/>
                  </a:lnTo>
                  <a:lnTo>
                    <a:pt x="1573052" y="191020"/>
                  </a:lnTo>
                  <a:lnTo>
                    <a:pt x="1568342" y="191020"/>
                  </a:lnTo>
                  <a:lnTo>
                    <a:pt x="1563632" y="191020"/>
                  </a:lnTo>
                  <a:lnTo>
                    <a:pt x="1558923" y="191020"/>
                  </a:lnTo>
                  <a:lnTo>
                    <a:pt x="1554213" y="191020"/>
                  </a:lnTo>
                  <a:lnTo>
                    <a:pt x="1549503" y="191020"/>
                  </a:lnTo>
                  <a:lnTo>
                    <a:pt x="1544793" y="191020"/>
                  </a:lnTo>
                  <a:lnTo>
                    <a:pt x="1540084" y="191020"/>
                  </a:lnTo>
                  <a:lnTo>
                    <a:pt x="1535374" y="191020"/>
                  </a:lnTo>
                  <a:lnTo>
                    <a:pt x="1530664" y="191020"/>
                  </a:lnTo>
                  <a:lnTo>
                    <a:pt x="1525954" y="191020"/>
                  </a:lnTo>
                  <a:lnTo>
                    <a:pt x="1521245" y="191020"/>
                  </a:lnTo>
                  <a:lnTo>
                    <a:pt x="1516535" y="191020"/>
                  </a:lnTo>
                  <a:lnTo>
                    <a:pt x="1511825" y="191020"/>
                  </a:lnTo>
                  <a:lnTo>
                    <a:pt x="1507116" y="191020"/>
                  </a:lnTo>
                  <a:lnTo>
                    <a:pt x="1502406" y="191020"/>
                  </a:lnTo>
                  <a:lnTo>
                    <a:pt x="1497696" y="191020"/>
                  </a:lnTo>
                  <a:lnTo>
                    <a:pt x="1492986" y="191020"/>
                  </a:lnTo>
                  <a:lnTo>
                    <a:pt x="1488277" y="191020"/>
                  </a:lnTo>
                  <a:lnTo>
                    <a:pt x="1483567" y="191020"/>
                  </a:lnTo>
                  <a:lnTo>
                    <a:pt x="1478857" y="191020"/>
                  </a:lnTo>
                  <a:lnTo>
                    <a:pt x="1474147" y="191020"/>
                  </a:lnTo>
                  <a:lnTo>
                    <a:pt x="1469438" y="191020"/>
                  </a:lnTo>
                  <a:lnTo>
                    <a:pt x="1464728" y="191020"/>
                  </a:lnTo>
                  <a:lnTo>
                    <a:pt x="1460018" y="191020"/>
                  </a:lnTo>
                  <a:lnTo>
                    <a:pt x="1455308" y="191020"/>
                  </a:lnTo>
                  <a:lnTo>
                    <a:pt x="1450599" y="191020"/>
                  </a:lnTo>
                  <a:lnTo>
                    <a:pt x="1445889" y="191020"/>
                  </a:lnTo>
                  <a:lnTo>
                    <a:pt x="1441179" y="191020"/>
                  </a:lnTo>
                  <a:lnTo>
                    <a:pt x="1436469" y="191020"/>
                  </a:lnTo>
                  <a:lnTo>
                    <a:pt x="1431760" y="191020"/>
                  </a:lnTo>
                  <a:lnTo>
                    <a:pt x="1427050" y="191020"/>
                  </a:lnTo>
                  <a:lnTo>
                    <a:pt x="1422340" y="191020"/>
                  </a:lnTo>
                  <a:lnTo>
                    <a:pt x="1417631" y="191020"/>
                  </a:lnTo>
                  <a:lnTo>
                    <a:pt x="1412921" y="191020"/>
                  </a:lnTo>
                  <a:lnTo>
                    <a:pt x="1408211" y="191020"/>
                  </a:lnTo>
                  <a:lnTo>
                    <a:pt x="1403501" y="191020"/>
                  </a:lnTo>
                  <a:lnTo>
                    <a:pt x="1398792" y="191020"/>
                  </a:lnTo>
                  <a:lnTo>
                    <a:pt x="1394082" y="191020"/>
                  </a:lnTo>
                  <a:lnTo>
                    <a:pt x="1389372" y="191020"/>
                  </a:lnTo>
                  <a:lnTo>
                    <a:pt x="1384662" y="191020"/>
                  </a:lnTo>
                  <a:lnTo>
                    <a:pt x="1379953" y="191020"/>
                  </a:lnTo>
                  <a:lnTo>
                    <a:pt x="1375243" y="191020"/>
                  </a:lnTo>
                  <a:lnTo>
                    <a:pt x="1370533" y="191020"/>
                  </a:lnTo>
                  <a:lnTo>
                    <a:pt x="1365823" y="191020"/>
                  </a:lnTo>
                  <a:lnTo>
                    <a:pt x="1361114" y="191020"/>
                  </a:lnTo>
                  <a:lnTo>
                    <a:pt x="1356404" y="191020"/>
                  </a:lnTo>
                  <a:lnTo>
                    <a:pt x="1351694" y="191020"/>
                  </a:lnTo>
                  <a:lnTo>
                    <a:pt x="1346984" y="191020"/>
                  </a:lnTo>
                  <a:lnTo>
                    <a:pt x="1342275" y="191020"/>
                  </a:lnTo>
                  <a:lnTo>
                    <a:pt x="1337565" y="191020"/>
                  </a:lnTo>
                  <a:lnTo>
                    <a:pt x="1332855" y="191020"/>
                  </a:lnTo>
                  <a:lnTo>
                    <a:pt x="1328145" y="191020"/>
                  </a:lnTo>
                  <a:lnTo>
                    <a:pt x="1323436" y="191020"/>
                  </a:lnTo>
                  <a:lnTo>
                    <a:pt x="1318726" y="191020"/>
                  </a:lnTo>
                  <a:lnTo>
                    <a:pt x="1314016" y="191020"/>
                  </a:lnTo>
                  <a:lnTo>
                    <a:pt x="1309307" y="191020"/>
                  </a:lnTo>
                  <a:lnTo>
                    <a:pt x="1304597" y="191020"/>
                  </a:lnTo>
                  <a:lnTo>
                    <a:pt x="1299887" y="191020"/>
                  </a:lnTo>
                  <a:lnTo>
                    <a:pt x="1295177" y="191020"/>
                  </a:lnTo>
                  <a:lnTo>
                    <a:pt x="1290468" y="191020"/>
                  </a:lnTo>
                  <a:lnTo>
                    <a:pt x="1285758" y="191020"/>
                  </a:lnTo>
                  <a:lnTo>
                    <a:pt x="1281048" y="191020"/>
                  </a:lnTo>
                  <a:lnTo>
                    <a:pt x="1276338" y="191020"/>
                  </a:lnTo>
                  <a:lnTo>
                    <a:pt x="1271629" y="191020"/>
                  </a:lnTo>
                  <a:lnTo>
                    <a:pt x="1266919" y="191020"/>
                  </a:lnTo>
                  <a:lnTo>
                    <a:pt x="1262209" y="191020"/>
                  </a:lnTo>
                  <a:lnTo>
                    <a:pt x="1257499" y="191020"/>
                  </a:lnTo>
                  <a:lnTo>
                    <a:pt x="1252790" y="191020"/>
                  </a:lnTo>
                  <a:lnTo>
                    <a:pt x="1248080" y="191020"/>
                  </a:lnTo>
                  <a:lnTo>
                    <a:pt x="1243370" y="191020"/>
                  </a:lnTo>
                  <a:lnTo>
                    <a:pt x="1238660" y="191020"/>
                  </a:lnTo>
                  <a:lnTo>
                    <a:pt x="1233951" y="191020"/>
                  </a:lnTo>
                  <a:lnTo>
                    <a:pt x="1229241" y="191020"/>
                  </a:lnTo>
                  <a:lnTo>
                    <a:pt x="1224531" y="191020"/>
                  </a:lnTo>
                  <a:lnTo>
                    <a:pt x="1219822" y="191020"/>
                  </a:lnTo>
                  <a:lnTo>
                    <a:pt x="1215112" y="191020"/>
                  </a:lnTo>
                  <a:lnTo>
                    <a:pt x="1210402" y="191020"/>
                  </a:lnTo>
                  <a:lnTo>
                    <a:pt x="1205692" y="191020"/>
                  </a:lnTo>
                  <a:lnTo>
                    <a:pt x="1200983" y="191020"/>
                  </a:lnTo>
                  <a:lnTo>
                    <a:pt x="1196273" y="191020"/>
                  </a:lnTo>
                  <a:lnTo>
                    <a:pt x="1191563" y="191020"/>
                  </a:lnTo>
                  <a:lnTo>
                    <a:pt x="1186853" y="191020"/>
                  </a:lnTo>
                  <a:lnTo>
                    <a:pt x="1182144" y="191020"/>
                  </a:lnTo>
                  <a:lnTo>
                    <a:pt x="1177434" y="191020"/>
                  </a:lnTo>
                  <a:lnTo>
                    <a:pt x="1172724" y="191020"/>
                  </a:lnTo>
                  <a:lnTo>
                    <a:pt x="1168014" y="191020"/>
                  </a:lnTo>
                  <a:lnTo>
                    <a:pt x="1163305" y="191020"/>
                  </a:lnTo>
                  <a:lnTo>
                    <a:pt x="1158595" y="191020"/>
                  </a:lnTo>
                  <a:lnTo>
                    <a:pt x="1153885" y="191020"/>
                  </a:lnTo>
                  <a:lnTo>
                    <a:pt x="1149175" y="191020"/>
                  </a:lnTo>
                  <a:lnTo>
                    <a:pt x="1144466" y="191020"/>
                  </a:lnTo>
                  <a:lnTo>
                    <a:pt x="1139756" y="191020"/>
                  </a:lnTo>
                  <a:lnTo>
                    <a:pt x="1135046" y="191020"/>
                  </a:lnTo>
                  <a:lnTo>
                    <a:pt x="1130337" y="191020"/>
                  </a:lnTo>
                  <a:lnTo>
                    <a:pt x="1125627" y="191020"/>
                  </a:lnTo>
                  <a:lnTo>
                    <a:pt x="1120917" y="191020"/>
                  </a:lnTo>
                  <a:lnTo>
                    <a:pt x="1116207" y="191020"/>
                  </a:lnTo>
                  <a:lnTo>
                    <a:pt x="1111498" y="191020"/>
                  </a:lnTo>
                  <a:lnTo>
                    <a:pt x="1106788" y="191020"/>
                  </a:lnTo>
                  <a:lnTo>
                    <a:pt x="1102078" y="191020"/>
                  </a:lnTo>
                  <a:lnTo>
                    <a:pt x="1097368" y="191020"/>
                  </a:lnTo>
                  <a:lnTo>
                    <a:pt x="1092659" y="191020"/>
                  </a:lnTo>
                  <a:lnTo>
                    <a:pt x="1087949" y="191020"/>
                  </a:lnTo>
                  <a:lnTo>
                    <a:pt x="1083239" y="191020"/>
                  </a:lnTo>
                  <a:lnTo>
                    <a:pt x="1078529" y="191020"/>
                  </a:lnTo>
                  <a:lnTo>
                    <a:pt x="1073820" y="191020"/>
                  </a:lnTo>
                  <a:lnTo>
                    <a:pt x="1069110" y="191020"/>
                  </a:lnTo>
                  <a:lnTo>
                    <a:pt x="1064400" y="191020"/>
                  </a:lnTo>
                  <a:lnTo>
                    <a:pt x="1059690" y="191020"/>
                  </a:lnTo>
                  <a:lnTo>
                    <a:pt x="1054981" y="191020"/>
                  </a:lnTo>
                  <a:lnTo>
                    <a:pt x="1050271" y="191020"/>
                  </a:lnTo>
                  <a:lnTo>
                    <a:pt x="1045561" y="191020"/>
                  </a:lnTo>
                  <a:lnTo>
                    <a:pt x="1040851" y="191020"/>
                  </a:lnTo>
                  <a:lnTo>
                    <a:pt x="1036142" y="191020"/>
                  </a:lnTo>
                  <a:lnTo>
                    <a:pt x="1031432" y="191020"/>
                  </a:lnTo>
                  <a:lnTo>
                    <a:pt x="1026722" y="191020"/>
                  </a:lnTo>
                  <a:lnTo>
                    <a:pt x="1022013" y="191020"/>
                  </a:lnTo>
                  <a:lnTo>
                    <a:pt x="1017303" y="191020"/>
                  </a:lnTo>
                  <a:lnTo>
                    <a:pt x="1012593" y="191020"/>
                  </a:lnTo>
                  <a:lnTo>
                    <a:pt x="1007883" y="191020"/>
                  </a:lnTo>
                  <a:lnTo>
                    <a:pt x="1003174" y="191020"/>
                  </a:lnTo>
                  <a:lnTo>
                    <a:pt x="998464" y="191020"/>
                  </a:lnTo>
                  <a:lnTo>
                    <a:pt x="993754" y="191020"/>
                  </a:lnTo>
                  <a:lnTo>
                    <a:pt x="989044" y="191020"/>
                  </a:lnTo>
                  <a:lnTo>
                    <a:pt x="984335" y="191020"/>
                  </a:lnTo>
                  <a:lnTo>
                    <a:pt x="979625" y="191020"/>
                  </a:lnTo>
                  <a:lnTo>
                    <a:pt x="974915" y="191020"/>
                  </a:lnTo>
                  <a:lnTo>
                    <a:pt x="970205" y="191020"/>
                  </a:lnTo>
                  <a:lnTo>
                    <a:pt x="965496" y="191020"/>
                  </a:lnTo>
                  <a:lnTo>
                    <a:pt x="960786" y="191020"/>
                  </a:lnTo>
                  <a:lnTo>
                    <a:pt x="956076" y="191020"/>
                  </a:lnTo>
                  <a:lnTo>
                    <a:pt x="951366" y="191020"/>
                  </a:lnTo>
                  <a:lnTo>
                    <a:pt x="946657" y="191020"/>
                  </a:lnTo>
                  <a:lnTo>
                    <a:pt x="941947" y="191020"/>
                  </a:lnTo>
                  <a:lnTo>
                    <a:pt x="937237" y="191020"/>
                  </a:lnTo>
                  <a:lnTo>
                    <a:pt x="932528" y="191020"/>
                  </a:lnTo>
                  <a:lnTo>
                    <a:pt x="927818" y="191020"/>
                  </a:lnTo>
                  <a:lnTo>
                    <a:pt x="923108" y="191020"/>
                  </a:lnTo>
                  <a:lnTo>
                    <a:pt x="918398" y="191020"/>
                  </a:lnTo>
                  <a:lnTo>
                    <a:pt x="913689" y="191020"/>
                  </a:lnTo>
                  <a:lnTo>
                    <a:pt x="908979" y="191020"/>
                  </a:lnTo>
                  <a:lnTo>
                    <a:pt x="904269" y="191020"/>
                  </a:lnTo>
                  <a:lnTo>
                    <a:pt x="899559" y="191020"/>
                  </a:lnTo>
                  <a:lnTo>
                    <a:pt x="894850" y="191020"/>
                  </a:lnTo>
                  <a:lnTo>
                    <a:pt x="890140" y="191020"/>
                  </a:lnTo>
                  <a:lnTo>
                    <a:pt x="885430" y="191020"/>
                  </a:lnTo>
                  <a:lnTo>
                    <a:pt x="880720" y="191020"/>
                  </a:lnTo>
                  <a:lnTo>
                    <a:pt x="876011" y="191020"/>
                  </a:lnTo>
                  <a:lnTo>
                    <a:pt x="871301" y="191020"/>
                  </a:lnTo>
                  <a:lnTo>
                    <a:pt x="866591" y="191020"/>
                  </a:lnTo>
                  <a:lnTo>
                    <a:pt x="861881" y="191020"/>
                  </a:lnTo>
                  <a:lnTo>
                    <a:pt x="857172" y="191020"/>
                  </a:lnTo>
                  <a:lnTo>
                    <a:pt x="852462" y="191020"/>
                  </a:lnTo>
                  <a:lnTo>
                    <a:pt x="847752" y="191020"/>
                  </a:lnTo>
                  <a:lnTo>
                    <a:pt x="843043" y="191020"/>
                  </a:lnTo>
                  <a:lnTo>
                    <a:pt x="838333" y="191020"/>
                  </a:lnTo>
                  <a:lnTo>
                    <a:pt x="833623" y="191020"/>
                  </a:lnTo>
                  <a:lnTo>
                    <a:pt x="828913" y="191020"/>
                  </a:lnTo>
                  <a:lnTo>
                    <a:pt x="824204" y="191020"/>
                  </a:lnTo>
                  <a:lnTo>
                    <a:pt x="819494" y="191020"/>
                  </a:lnTo>
                  <a:lnTo>
                    <a:pt x="814784" y="191020"/>
                  </a:lnTo>
                  <a:lnTo>
                    <a:pt x="810074" y="191020"/>
                  </a:lnTo>
                  <a:lnTo>
                    <a:pt x="805365" y="191020"/>
                  </a:lnTo>
                  <a:lnTo>
                    <a:pt x="800655" y="191020"/>
                  </a:lnTo>
                  <a:lnTo>
                    <a:pt x="795945" y="191020"/>
                  </a:lnTo>
                  <a:lnTo>
                    <a:pt x="791235" y="191020"/>
                  </a:lnTo>
                  <a:lnTo>
                    <a:pt x="786526" y="191020"/>
                  </a:lnTo>
                  <a:lnTo>
                    <a:pt x="781816" y="191020"/>
                  </a:lnTo>
                  <a:lnTo>
                    <a:pt x="777106" y="191020"/>
                  </a:lnTo>
                  <a:lnTo>
                    <a:pt x="772396" y="191020"/>
                  </a:lnTo>
                  <a:lnTo>
                    <a:pt x="767687" y="191020"/>
                  </a:lnTo>
                  <a:lnTo>
                    <a:pt x="762977" y="191020"/>
                  </a:lnTo>
                  <a:lnTo>
                    <a:pt x="758267" y="191020"/>
                  </a:lnTo>
                  <a:lnTo>
                    <a:pt x="753558" y="191020"/>
                  </a:lnTo>
                  <a:lnTo>
                    <a:pt x="748848" y="191020"/>
                  </a:lnTo>
                  <a:lnTo>
                    <a:pt x="744138" y="191020"/>
                  </a:lnTo>
                  <a:lnTo>
                    <a:pt x="739428" y="191020"/>
                  </a:lnTo>
                  <a:lnTo>
                    <a:pt x="734719" y="191020"/>
                  </a:lnTo>
                  <a:lnTo>
                    <a:pt x="730009" y="191020"/>
                  </a:lnTo>
                  <a:lnTo>
                    <a:pt x="725299" y="191020"/>
                  </a:lnTo>
                  <a:lnTo>
                    <a:pt x="720589" y="191020"/>
                  </a:lnTo>
                  <a:lnTo>
                    <a:pt x="715880" y="191020"/>
                  </a:lnTo>
                  <a:lnTo>
                    <a:pt x="711170" y="191020"/>
                  </a:lnTo>
                  <a:lnTo>
                    <a:pt x="706460" y="191020"/>
                  </a:lnTo>
                  <a:lnTo>
                    <a:pt x="701750" y="191020"/>
                  </a:lnTo>
                  <a:lnTo>
                    <a:pt x="697041" y="191020"/>
                  </a:lnTo>
                  <a:lnTo>
                    <a:pt x="692331" y="191020"/>
                  </a:lnTo>
                  <a:lnTo>
                    <a:pt x="687621" y="191020"/>
                  </a:lnTo>
                  <a:lnTo>
                    <a:pt x="682911" y="191020"/>
                  </a:lnTo>
                  <a:lnTo>
                    <a:pt x="678202" y="191020"/>
                  </a:lnTo>
                  <a:lnTo>
                    <a:pt x="673492" y="191020"/>
                  </a:lnTo>
                  <a:lnTo>
                    <a:pt x="668782" y="191020"/>
                  </a:lnTo>
                  <a:lnTo>
                    <a:pt x="664072" y="191020"/>
                  </a:lnTo>
                  <a:lnTo>
                    <a:pt x="659363" y="191020"/>
                  </a:lnTo>
                  <a:lnTo>
                    <a:pt x="654653" y="191020"/>
                  </a:lnTo>
                  <a:lnTo>
                    <a:pt x="649943" y="191020"/>
                  </a:lnTo>
                  <a:lnTo>
                    <a:pt x="645234" y="191020"/>
                  </a:lnTo>
                  <a:lnTo>
                    <a:pt x="640524" y="191020"/>
                  </a:lnTo>
                  <a:lnTo>
                    <a:pt x="635814" y="191020"/>
                  </a:lnTo>
                  <a:lnTo>
                    <a:pt x="631104" y="191020"/>
                  </a:lnTo>
                  <a:lnTo>
                    <a:pt x="626395" y="191020"/>
                  </a:lnTo>
                  <a:lnTo>
                    <a:pt x="621685" y="191020"/>
                  </a:lnTo>
                  <a:lnTo>
                    <a:pt x="616975" y="191020"/>
                  </a:lnTo>
                  <a:lnTo>
                    <a:pt x="612265" y="191020"/>
                  </a:lnTo>
                  <a:lnTo>
                    <a:pt x="607556" y="191020"/>
                  </a:lnTo>
                  <a:lnTo>
                    <a:pt x="602846" y="191020"/>
                  </a:lnTo>
                  <a:lnTo>
                    <a:pt x="598136" y="191020"/>
                  </a:lnTo>
                  <a:lnTo>
                    <a:pt x="593426" y="191020"/>
                  </a:lnTo>
                  <a:lnTo>
                    <a:pt x="588717" y="191020"/>
                  </a:lnTo>
                  <a:lnTo>
                    <a:pt x="584007" y="191020"/>
                  </a:lnTo>
                  <a:lnTo>
                    <a:pt x="579297" y="191020"/>
                  </a:lnTo>
                  <a:lnTo>
                    <a:pt x="574587" y="191020"/>
                  </a:lnTo>
                  <a:lnTo>
                    <a:pt x="569878" y="191020"/>
                  </a:lnTo>
                  <a:lnTo>
                    <a:pt x="565168" y="191020"/>
                  </a:lnTo>
                  <a:lnTo>
                    <a:pt x="560458" y="191020"/>
                  </a:lnTo>
                  <a:lnTo>
                    <a:pt x="555749" y="191020"/>
                  </a:lnTo>
                  <a:lnTo>
                    <a:pt x="551039" y="191020"/>
                  </a:lnTo>
                  <a:lnTo>
                    <a:pt x="546329" y="191020"/>
                  </a:lnTo>
                  <a:lnTo>
                    <a:pt x="541619" y="191020"/>
                  </a:lnTo>
                  <a:lnTo>
                    <a:pt x="536910" y="191020"/>
                  </a:lnTo>
                  <a:lnTo>
                    <a:pt x="532200" y="191020"/>
                  </a:lnTo>
                  <a:lnTo>
                    <a:pt x="527490" y="191020"/>
                  </a:lnTo>
                  <a:lnTo>
                    <a:pt x="522780" y="191020"/>
                  </a:lnTo>
                  <a:lnTo>
                    <a:pt x="518071" y="191020"/>
                  </a:lnTo>
                  <a:lnTo>
                    <a:pt x="513361" y="191020"/>
                  </a:lnTo>
                  <a:lnTo>
                    <a:pt x="508651" y="191020"/>
                  </a:lnTo>
                  <a:lnTo>
                    <a:pt x="503941" y="191020"/>
                  </a:lnTo>
                  <a:lnTo>
                    <a:pt x="499232" y="191020"/>
                  </a:lnTo>
                  <a:lnTo>
                    <a:pt x="494522" y="191020"/>
                  </a:lnTo>
                  <a:lnTo>
                    <a:pt x="489812" y="191020"/>
                  </a:lnTo>
                  <a:lnTo>
                    <a:pt x="485102" y="191020"/>
                  </a:lnTo>
                  <a:lnTo>
                    <a:pt x="480393" y="191020"/>
                  </a:lnTo>
                  <a:lnTo>
                    <a:pt x="475683" y="191020"/>
                  </a:lnTo>
                  <a:lnTo>
                    <a:pt x="470973" y="191020"/>
                  </a:lnTo>
                  <a:lnTo>
                    <a:pt x="466264" y="191020"/>
                  </a:lnTo>
                  <a:lnTo>
                    <a:pt x="461554" y="191020"/>
                  </a:lnTo>
                  <a:lnTo>
                    <a:pt x="456844" y="191020"/>
                  </a:lnTo>
                  <a:lnTo>
                    <a:pt x="452134" y="191020"/>
                  </a:lnTo>
                  <a:lnTo>
                    <a:pt x="447425" y="191020"/>
                  </a:lnTo>
                  <a:lnTo>
                    <a:pt x="442715" y="191020"/>
                  </a:lnTo>
                  <a:lnTo>
                    <a:pt x="438005" y="191020"/>
                  </a:lnTo>
                  <a:lnTo>
                    <a:pt x="433295" y="191020"/>
                  </a:lnTo>
                  <a:lnTo>
                    <a:pt x="428586" y="191020"/>
                  </a:lnTo>
                  <a:lnTo>
                    <a:pt x="423876" y="191020"/>
                  </a:lnTo>
                  <a:lnTo>
                    <a:pt x="419166" y="191020"/>
                  </a:lnTo>
                  <a:lnTo>
                    <a:pt x="414456" y="191020"/>
                  </a:lnTo>
                  <a:lnTo>
                    <a:pt x="409747" y="191020"/>
                  </a:lnTo>
                  <a:lnTo>
                    <a:pt x="405037" y="191020"/>
                  </a:lnTo>
                  <a:lnTo>
                    <a:pt x="400327" y="191020"/>
                  </a:lnTo>
                  <a:lnTo>
                    <a:pt x="395617" y="191020"/>
                  </a:lnTo>
                  <a:lnTo>
                    <a:pt x="390908" y="191020"/>
                  </a:lnTo>
                  <a:lnTo>
                    <a:pt x="386198" y="191020"/>
                  </a:lnTo>
                  <a:lnTo>
                    <a:pt x="381488" y="191020"/>
                  </a:lnTo>
                  <a:lnTo>
                    <a:pt x="376779" y="191020"/>
                  </a:lnTo>
                  <a:lnTo>
                    <a:pt x="372069" y="191020"/>
                  </a:lnTo>
                  <a:lnTo>
                    <a:pt x="367359" y="191020"/>
                  </a:lnTo>
                  <a:lnTo>
                    <a:pt x="362649" y="191020"/>
                  </a:lnTo>
                  <a:lnTo>
                    <a:pt x="357940" y="191020"/>
                  </a:lnTo>
                  <a:lnTo>
                    <a:pt x="353230" y="191020"/>
                  </a:lnTo>
                  <a:lnTo>
                    <a:pt x="348520" y="191020"/>
                  </a:lnTo>
                  <a:lnTo>
                    <a:pt x="343810" y="191020"/>
                  </a:lnTo>
                  <a:lnTo>
                    <a:pt x="339101" y="191020"/>
                  </a:lnTo>
                  <a:lnTo>
                    <a:pt x="334391" y="191020"/>
                  </a:lnTo>
                  <a:lnTo>
                    <a:pt x="329681" y="191020"/>
                  </a:lnTo>
                  <a:lnTo>
                    <a:pt x="324971" y="191020"/>
                  </a:lnTo>
                  <a:lnTo>
                    <a:pt x="320262" y="191020"/>
                  </a:lnTo>
                  <a:lnTo>
                    <a:pt x="315552" y="191020"/>
                  </a:lnTo>
                  <a:lnTo>
                    <a:pt x="310842" y="191020"/>
                  </a:lnTo>
                  <a:lnTo>
                    <a:pt x="306132" y="191020"/>
                  </a:lnTo>
                  <a:lnTo>
                    <a:pt x="301423" y="191020"/>
                  </a:lnTo>
                  <a:lnTo>
                    <a:pt x="296713" y="191020"/>
                  </a:lnTo>
                  <a:lnTo>
                    <a:pt x="292003" y="191020"/>
                  </a:lnTo>
                  <a:lnTo>
                    <a:pt x="287293" y="191020"/>
                  </a:lnTo>
                  <a:lnTo>
                    <a:pt x="282584" y="191020"/>
                  </a:lnTo>
                  <a:lnTo>
                    <a:pt x="277874" y="191020"/>
                  </a:lnTo>
                  <a:lnTo>
                    <a:pt x="273164" y="191020"/>
                  </a:lnTo>
                  <a:lnTo>
                    <a:pt x="268455" y="191020"/>
                  </a:lnTo>
                  <a:lnTo>
                    <a:pt x="263745" y="191020"/>
                  </a:lnTo>
                  <a:lnTo>
                    <a:pt x="259035" y="191020"/>
                  </a:lnTo>
                  <a:lnTo>
                    <a:pt x="254325" y="191020"/>
                  </a:lnTo>
                  <a:lnTo>
                    <a:pt x="249616" y="191020"/>
                  </a:lnTo>
                  <a:lnTo>
                    <a:pt x="244906" y="191020"/>
                  </a:lnTo>
                  <a:lnTo>
                    <a:pt x="240196" y="191020"/>
                  </a:lnTo>
                  <a:lnTo>
                    <a:pt x="235486" y="191020"/>
                  </a:lnTo>
                  <a:lnTo>
                    <a:pt x="230777" y="191020"/>
                  </a:lnTo>
                  <a:lnTo>
                    <a:pt x="226067" y="191020"/>
                  </a:lnTo>
                  <a:lnTo>
                    <a:pt x="221357" y="191020"/>
                  </a:lnTo>
                  <a:lnTo>
                    <a:pt x="216647" y="191020"/>
                  </a:lnTo>
                  <a:lnTo>
                    <a:pt x="211938" y="191020"/>
                  </a:lnTo>
                  <a:lnTo>
                    <a:pt x="207228" y="191020"/>
                  </a:lnTo>
                  <a:lnTo>
                    <a:pt x="202518" y="191020"/>
                  </a:lnTo>
                  <a:lnTo>
                    <a:pt x="197808" y="191020"/>
                  </a:lnTo>
                  <a:lnTo>
                    <a:pt x="193099" y="191020"/>
                  </a:lnTo>
                  <a:lnTo>
                    <a:pt x="188389" y="191020"/>
                  </a:lnTo>
                  <a:lnTo>
                    <a:pt x="183679" y="191020"/>
                  </a:lnTo>
                  <a:lnTo>
                    <a:pt x="178970" y="191020"/>
                  </a:lnTo>
                  <a:lnTo>
                    <a:pt x="174260" y="191020"/>
                  </a:lnTo>
                  <a:lnTo>
                    <a:pt x="169550" y="191020"/>
                  </a:lnTo>
                  <a:lnTo>
                    <a:pt x="164840" y="191020"/>
                  </a:lnTo>
                  <a:lnTo>
                    <a:pt x="160131" y="191020"/>
                  </a:lnTo>
                  <a:lnTo>
                    <a:pt x="155421" y="191020"/>
                  </a:lnTo>
                  <a:lnTo>
                    <a:pt x="150711" y="191020"/>
                  </a:lnTo>
                  <a:lnTo>
                    <a:pt x="146001" y="191020"/>
                  </a:lnTo>
                  <a:lnTo>
                    <a:pt x="141292" y="191020"/>
                  </a:lnTo>
                  <a:lnTo>
                    <a:pt x="136582" y="191020"/>
                  </a:lnTo>
                  <a:lnTo>
                    <a:pt x="131872" y="191020"/>
                  </a:lnTo>
                  <a:lnTo>
                    <a:pt x="127162" y="191020"/>
                  </a:lnTo>
                  <a:lnTo>
                    <a:pt x="122453" y="191020"/>
                  </a:lnTo>
                  <a:lnTo>
                    <a:pt x="117743" y="191020"/>
                  </a:lnTo>
                  <a:lnTo>
                    <a:pt x="113033" y="191020"/>
                  </a:lnTo>
                  <a:lnTo>
                    <a:pt x="108323" y="191020"/>
                  </a:lnTo>
                  <a:lnTo>
                    <a:pt x="103614" y="191020"/>
                  </a:lnTo>
                  <a:lnTo>
                    <a:pt x="98904" y="191020"/>
                  </a:lnTo>
                  <a:lnTo>
                    <a:pt x="94194" y="191020"/>
                  </a:lnTo>
                  <a:lnTo>
                    <a:pt x="89485" y="191020"/>
                  </a:lnTo>
                  <a:lnTo>
                    <a:pt x="84775" y="191020"/>
                  </a:lnTo>
                  <a:lnTo>
                    <a:pt x="80065" y="191020"/>
                  </a:lnTo>
                  <a:lnTo>
                    <a:pt x="75355" y="191020"/>
                  </a:lnTo>
                  <a:lnTo>
                    <a:pt x="70646" y="191020"/>
                  </a:lnTo>
                  <a:lnTo>
                    <a:pt x="65936" y="191020"/>
                  </a:lnTo>
                  <a:lnTo>
                    <a:pt x="61226" y="191020"/>
                  </a:lnTo>
                  <a:lnTo>
                    <a:pt x="56516" y="191020"/>
                  </a:lnTo>
                  <a:lnTo>
                    <a:pt x="51807" y="191020"/>
                  </a:lnTo>
                  <a:lnTo>
                    <a:pt x="47097" y="191020"/>
                  </a:lnTo>
                  <a:lnTo>
                    <a:pt x="42387" y="191020"/>
                  </a:lnTo>
                  <a:lnTo>
                    <a:pt x="37677" y="191020"/>
                  </a:lnTo>
                  <a:lnTo>
                    <a:pt x="32968" y="191020"/>
                  </a:lnTo>
                  <a:lnTo>
                    <a:pt x="28258" y="191020"/>
                  </a:lnTo>
                  <a:lnTo>
                    <a:pt x="23548" y="191020"/>
                  </a:lnTo>
                  <a:lnTo>
                    <a:pt x="18838" y="191020"/>
                  </a:lnTo>
                  <a:lnTo>
                    <a:pt x="14129" y="191020"/>
                  </a:lnTo>
                  <a:lnTo>
                    <a:pt x="9419" y="191020"/>
                  </a:lnTo>
                  <a:lnTo>
                    <a:pt x="4709" y="191020"/>
                  </a:lnTo>
                  <a:lnTo>
                    <a:pt x="0" y="191020"/>
                  </a:lnTo>
                  <a:close/>
                </a:path>
              </a:pathLst>
            </a:custGeom>
            <a:solidFill>
              <a:srgbClr val="8C8C8C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636" name="pg635"/>
            <p:cNvSpPr/>
            <p:nvPr/>
          </p:nvSpPr>
          <p:spPr>
            <a:xfrm>
              <a:off x="7133537" y="6554000"/>
              <a:ext cx="2513989" cy="191020"/>
            </a:xfrm>
            <a:custGeom>
              <a:avLst/>
              <a:pathLst>
                <a:path w="2513989" h="191020">
                  <a:moveTo>
                    <a:pt x="0" y="0"/>
                  </a:moveTo>
                  <a:lnTo>
                    <a:pt x="5027" y="0"/>
                  </a:lnTo>
                  <a:lnTo>
                    <a:pt x="10055" y="0"/>
                  </a:lnTo>
                  <a:lnTo>
                    <a:pt x="15083" y="0"/>
                  </a:lnTo>
                  <a:lnTo>
                    <a:pt x="20111" y="0"/>
                  </a:lnTo>
                  <a:lnTo>
                    <a:pt x="25139" y="0"/>
                  </a:lnTo>
                  <a:lnTo>
                    <a:pt x="30167" y="0"/>
                  </a:lnTo>
                  <a:lnTo>
                    <a:pt x="35195" y="0"/>
                  </a:lnTo>
                  <a:lnTo>
                    <a:pt x="40223" y="0"/>
                  </a:lnTo>
                  <a:lnTo>
                    <a:pt x="45251" y="0"/>
                  </a:lnTo>
                  <a:lnTo>
                    <a:pt x="50279" y="0"/>
                  </a:lnTo>
                  <a:lnTo>
                    <a:pt x="55307" y="0"/>
                  </a:lnTo>
                  <a:lnTo>
                    <a:pt x="60335" y="0"/>
                  </a:lnTo>
                  <a:lnTo>
                    <a:pt x="65363" y="0"/>
                  </a:lnTo>
                  <a:lnTo>
                    <a:pt x="70391" y="0"/>
                  </a:lnTo>
                  <a:lnTo>
                    <a:pt x="75419" y="0"/>
                  </a:lnTo>
                  <a:lnTo>
                    <a:pt x="80447" y="0"/>
                  </a:lnTo>
                  <a:lnTo>
                    <a:pt x="85475" y="0"/>
                  </a:lnTo>
                  <a:lnTo>
                    <a:pt x="90503" y="0"/>
                  </a:lnTo>
                  <a:lnTo>
                    <a:pt x="95531" y="0"/>
                  </a:lnTo>
                  <a:lnTo>
                    <a:pt x="100559" y="0"/>
                  </a:lnTo>
                  <a:lnTo>
                    <a:pt x="105587" y="0"/>
                  </a:lnTo>
                  <a:lnTo>
                    <a:pt x="110615" y="0"/>
                  </a:lnTo>
                  <a:lnTo>
                    <a:pt x="115643" y="0"/>
                  </a:lnTo>
                  <a:lnTo>
                    <a:pt x="120671" y="0"/>
                  </a:lnTo>
                  <a:lnTo>
                    <a:pt x="125699" y="0"/>
                  </a:lnTo>
                  <a:lnTo>
                    <a:pt x="130727" y="0"/>
                  </a:lnTo>
                  <a:lnTo>
                    <a:pt x="135755" y="0"/>
                  </a:lnTo>
                  <a:lnTo>
                    <a:pt x="140783" y="0"/>
                  </a:lnTo>
                  <a:lnTo>
                    <a:pt x="145811" y="0"/>
                  </a:lnTo>
                  <a:lnTo>
                    <a:pt x="150839" y="0"/>
                  </a:lnTo>
                  <a:lnTo>
                    <a:pt x="155867" y="0"/>
                  </a:lnTo>
                  <a:lnTo>
                    <a:pt x="160895" y="0"/>
                  </a:lnTo>
                  <a:lnTo>
                    <a:pt x="165923" y="0"/>
                  </a:lnTo>
                  <a:lnTo>
                    <a:pt x="170951" y="0"/>
                  </a:lnTo>
                  <a:lnTo>
                    <a:pt x="175979" y="0"/>
                  </a:lnTo>
                  <a:lnTo>
                    <a:pt x="181007" y="0"/>
                  </a:lnTo>
                  <a:lnTo>
                    <a:pt x="186035" y="0"/>
                  </a:lnTo>
                  <a:lnTo>
                    <a:pt x="191063" y="0"/>
                  </a:lnTo>
                  <a:lnTo>
                    <a:pt x="196091" y="0"/>
                  </a:lnTo>
                  <a:lnTo>
                    <a:pt x="201119" y="0"/>
                  </a:lnTo>
                  <a:lnTo>
                    <a:pt x="206147" y="0"/>
                  </a:lnTo>
                  <a:lnTo>
                    <a:pt x="211175" y="0"/>
                  </a:lnTo>
                  <a:lnTo>
                    <a:pt x="216203" y="0"/>
                  </a:lnTo>
                  <a:lnTo>
                    <a:pt x="221231" y="0"/>
                  </a:lnTo>
                  <a:lnTo>
                    <a:pt x="226259" y="0"/>
                  </a:lnTo>
                  <a:lnTo>
                    <a:pt x="231287" y="0"/>
                  </a:lnTo>
                  <a:lnTo>
                    <a:pt x="236315" y="0"/>
                  </a:lnTo>
                  <a:lnTo>
                    <a:pt x="241343" y="0"/>
                  </a:lnTo>
                  <a:lnTo>
                    <a:pt x="246371" y="0"/>
                  </a:lnTo>
                  <a:lnTo>
                    <a:pt x="251398" y="0"/>
                  </a:lnTo>
                  <a:lnTo>
                    <a:pt x="256426" y="0"/>
                  </a:lnTo>
                  <a:lnTo>
                    <a:pt x="261454" y="0"/>
                  </a:lnTo>
                  <a:lnTo>
                    <a:pt x="266482" y="0"/>
                  </a:lnTo>
                  <a:lnTo>
                    <a:pt x="271510" y="0"/>
                  </a:lnTo>
                  <a:lnTo>
                    <a:pt x="276538" y="0"/>
                  </a:lnTo>
                  <a:lnTo>
                    <a:pt x="281566" y="0"/>
                  </a:lnTo>
                  <a:lnTo>
                    <a:pt x="286594" y="0"/>
                  </a:lnTo>
                  <a:lnTo>
                    <a:pt x="291622" y="0"/>
                  </a:lnTo>
                  <a:lnTo>
                    <a:pt x="296650" y="0"/>
                  </a:lnTo>
                  <a:lnTo>
                    <a:pt x="301678" y="0"/>
                  </a:lnTo>
                  <a:lnTo>
                    <a:pt x="306706" y="0"/>
                  </a:lnTo>
                  <a:lnTo>
                    <a:pt x="311734" y="0"/>
                  </a:lnTo>
                  <a:lnTo>
                    <a:pt x="316762" y="0"/>
                  </a:lnTo>
                  <a:lnTo>
                    <a:pt x="321790" y="0"/>
                  </a:lnTo>
                  <a:lnTo>
                    <a:pt x="326818" y="0"/>
                  </a:lnTo>
                  <a:lnTo>
                    <a:pt x="331846" y="0"/>
                  </a:lnTo>
                  <a:lnTo>
                    <a:pt x="336874" y="0"/>
                  </a:lnTo>
                  <a:lnTo>
                    <a:pt x="341902" y="0"/>
                  </a:lnTo>
                  <a:lnTo>
                    <a:pt x="346930" y="0"/>
                  </a:lnTo>
                  <a:lnTo>
                    <a:pt x="351958" y="0"/>
                  </a:lnTo>
                  <a:lnTo>
                    <a:pt x="356986" y="0"/>
                  </a:lnTo>
                  <a:lnTo>
                    <a:pt x="362014" y="0"/>
                  </a:lnTo>
                  <a:lnTo>
                    <a:pt x="367042" y="0"/>
                  </a:lnTo>
                  <a:lnTo>
                    <a:pt x="372070" y="0"/>
                  </a:lnTo>
                  <a:lnTo>
                    <a:pt x="377098" y="0"/>
                  </a:lnTo>
                  <a:lnTo>
                    <a:pt x="382126" y="0"/>
                  </a:lnTo>
                  <a:lnTo>
                    <a:pt x="387154" y="0"/>
                  </a:lnTo>
                  <a:lnTo>
                    <a:pt x="392182" y="0"/>
                  </a:lnTo>
                  <a:lnTo>
                    <a:pt x="397210" y="0"/>
                  </a:lnTo>
                  <a:lnTo>
                    <a:pt x="402238" y="0"/>
                  </a:lnTo>
                  <a:lnTo>
                    <a:pt x="407266" y="0"/>
                  </a:lnTo>
                  <a:lnTo>
                    <a:pt x="412294" y="0"/>
                  </a:lnTo>
                  <a:lnTo>
                    <a:pt x="417322" y="0"/>
                  </a:lnTo>
                  <a:lnTo>
                    <a:pt x="422350" y="0"/>
                  </a:lnTo>
                  <a:lnTo>
                    <a:pt x="427378" y="0"/>
                  </a:lnTo>
                  <a:lnTo>
                    <a:pt x="432406" y="0"/>
                  </a:lnTo>
                  <a:lnTo>
                    <a:pt x="437434" y="0"/>
                  </a:lnTo>
                  <a:lnTo>
                    <a:pt x="442462" y="0"/>
                  </a:lnTo>
                  <a:lnTo>
                    <a:pt x="447490" y="0"/>
                  </a:lnTo>
                  <a:lnTo>
                    <a:pt x="452518" y="0"/>
                  </a:lnTo>
                  <a:lnTo>
                    <a:pt x="457546" y="0"/>
                  </a:lnTo>
                  <a:lnTo>
                    <a:pt x="462574" y="0"/>
                  </a:lnTo>
                  <a:lnTo>
                    <a:pt x="467602" y="0"/>
                  </a:lnTo>
                  <a:lnTo>
                    <a:pt x="472630" y="0"/>
                  </a:lnTo>
                  <a:lnTo>
                    <a:pt x="477658" y="0"/>
                  </a:lnTo>
                  <a:lnTo>
                    <a:pt x="482686" y="0"/>
                  </a:lnTo>
                  <a:lnTo>
                    <a:pt x="487714" y="0"/>
                  </a:lnTo>
                  <a:lnTo>
                    <a:pt x="492742" y="0"/>
                  </a:lnTo>
                  <a:lnTo>
                    <a:pt x="497770" y="0"/>
                  </a:lnTo>
                  <a:lnTo>
                    <a:pt x="502797" y="0"/>
                  </a:lnTo>
                  <a:lnTo>
                    <a:pt x="507825" y="0"/>
                  </a:lnTo>
                  <a:lnTo>
                    <a:pt x="512853" y="0"/>
                  </a:lnTo>
                  <a:lnTo>
                    <a:pt x="517881" y="0"/>
                  </a:lnTo>
                  <a:lnTo>
                    <a:pt x="522909" y="0"/>
                  </a:lnTo>
                  <a:lnTo>
                    <a:pt x="527937" y="0"/>
                  </a:lnTo>
                  <a:lnTo>
                    <a:pt x="532965" y="0"/>
                  </a:lnTo>
                  <a:lnTo>
                    <a:pt x="537993" y="0"/>
                  </a:lnTo>
                  <a:lnTo>
                    <a:pt x="543021" y="0"/>
                  </a:lnTo>
                  <a:lnTo>
                    <a:pt x="548049" y="0"/>
                  </a:lnTo>
                  <a:lnTo>
                    <a:pt x="553077" y="0"/>
                  </a:lnTo>
                  <a:lnTo>
                    <a:pt x="558105" y="0"/>
                  </a:lnTo>
                  <a:lnTo>
                    <a:pt x="563133" y="0"/>
                  </a:lnTo>
                  <a:lnTo>
                    <a:pt x="568161" y="0"/>
                  </a:lnTo>
                  <a:lnTo>
                    <a:pt x="573189" y="0"/>
                  </a:lnTo>
                  <a:lnTo>
                    <a:pt x="578217" y="0"/>
                  </a:lnTo>
                  <a:lnTo>
                    <a:pt x="583245" y="0"/>
                  </a:lnTo>
                  <a:lnTo>
                    <a:pt x="588273" y="0"/>
                  </a:lnTo>
                  <a:lnTo>
                    <a:pt x="593301" y="0"/>
                  </a:lnTo>
                  <a:lnTo>
                    <a:pt x="598329" y="0"/>
                  </a:lnTo>
                  <a:lnTo>
                    <a:pt x="603357" y="0"/>
                  </a:lnTo>
                  <a:lnTo>
                    <a:pt x="608385" y="0"/>
                  </a:lnTo>
                  <a:lnTo>
                    <a:pt x="613413" y="0"/>
                  </a:lnTo>
                  <a:lnTo>
                    <a:pt x="618441" y="0"/>
                  </a:lnTo>
                  <a:lnTo>
                    <a:pt x="623469" y="0"/>
                  </a:lnTo>
                  <a:lnTo>
                    <a:pt x="628497" y="0"/>
                  </a:lnTo>
                  <a:lnTo>
                    <a:pt x="633525" y="0"/>
                  </a:lnTo>
                  <a:lnTo>
                    <a:pt x="638553" y="0"/>
                  </a:lnTo>
                  <a:lnTo>
                    <a:pt x="643581" y="0"/>
                  </a:lnTo>
                  <a:lnTo>
                    <a:pt x="648609" y="0"/>
                  </a:lnTo>
                  <a:lnTo>
                    <a:pt x="653637" y="0"/>
                  </a:lnTo>
                  <a:lnTo>
                    <a:pt x="658665" y="0"/>
                  </a:lnTo>
                  <a:lnTo>
                    <a:pt x="663693" y="0"/>
                  </a:lnTo>
                  <a:lnTo>
                    <a:pt x="668721" y="0"/>
                  </a:lnTo>
                  <a:lnTo>
                    <a:pt x="673749" y="0"/>
                  </a:lnTo>
                  <a:lnTo>
                    <a:pt x="678777" y="0"/>
                  </a:lnTo>
                  <a:lnTo>
                    <a:pt x="683805" y="0"/>
                  </a:lnTo>
                  <a:lnTo>
                    <a:pt x="688833" y="0"/>
                  </a:lnTo>
                  <a:lnTo>
                    <a:pt x="693861" y="0"/>
                  </a:lnTo>
                  <a:lnTo>
                    <a:pt x="698889" y="0"/>
                  </a:lnTo>
                  <a:lnTo>
                    <a:pt x="703917" y="0"/>
                  </a:lnTo>
                  <a:lnTo>
                    <a:pt x="708945" y="0"/>
                  </a:lnTo>
                  <a:lnTo>
                    <a:pt x="713973" y="0"/>
                  </a:lnTo>
                  <a:lnTo>
                    <a:pt x="719001" y="0"/>
                  </a:lnTo>
                  <a:lnTo>
                    <a:pt x="724029" y="0"/>
                  </a:lnTo>
                  <a:lnTo>
                    <a:pt x="729057" y="0"/>
                  </a:lnTo>
                  <a:lnTo>
                    <a:pt x="734085" y="0"/>
                  </a:lnTo>
                  <a:lnTo>
                    <a:pt x="739113" y="0"/>
                  </a:lnTo>
                  <a:lnTo>
                    <a:pt x="744141" y="0"/>
                  </a:lnTo>
                  <a:lnTo>
                    <a:pt x="749168" y="0"/>
                  </a:lnTo>
                  <a:lnTo>
                    <a:pt x="754196" y="0"/>
                  </a:lnTo>
                  <a:lnTo>
                    <a:pt x="759224" y="0"/>
                  </a:lnTo>
                  <a:lnTo>
                    <a:pt x="764252" y="0"/>
                  </a:lnTo>
                  <a:lnTo>
                    <a:pt x="769280" y="0"/>
                  </a:lnTo>
                  <a:lnTo>
                    <a:pt x="774308" y="0"/>
                  </a:lnTo>
                  <a:lnTo>
                    <a:pt x="779336" y="0"/>
                  </a:lnTo>
                  <a:lnTo>
                    <a:pt x="784364" y="0"/>
                  </a:lnTo>
                  <a:lnTo>
                    <a:pt x="789392" y="0"/>
                  </a:lnTo>
                  <a:lnTo>
                    <a:pt x="794420" y="0"/>
                  </a:lnTo>
                  <a:lnTo>
                    <a:pt x="799448" y="0"/>
                  </a:lnTo>
                  <a:lnTo>
                    <a:pt x="804476" y="0"/>
                  </a:lnTo>
                  <a:lnTo>
                    <a:pt x="809504" y="0"/>
                  </a:lnTo>
                  <a:lnTo>
                    <a:pt x="814532" y="0"/>
                  </a:lnTo>
                  <a:lnTo>
                    <a:pt x="819560" y="0"/>
                  </a:lnTo>
                  <a:lnTo>
                    <a:pt x="824588" y="0"/>
                  </a:lnTo>
                  <a:lnTo>
                    <a:pt x="829616" y="0"/>
                  </a:lnTo>
                  <a:lnTo>
                    <a:pt x="834644" y="0"/>
                  </a:lnTo>
                  <a:lnTo>
                    <a:pt x="839672" y="0"/>
                  </a:lnTo>
                  <a:lnTo>
                    <a:pt x="844700" y="0"/>
                  </a:lnTo>
                  <a:lnTo>
                    <a:pt x="849728" y="0"/>
                  </a:lnTo>
                  <a:lnTo>
                    <a:pt x="854756" y="0"/>
                  </a:lnTo>
                  <a:lnTo>
                    <a:pt x="859784" y="0"/>
                  </a:lnTo>
                  <a:lnTo>
                    <a:pt x="864812" y="0"/>
                  </a:lnTo>
                  <a:lnTo>
                    <a:pt x="869840" y="0"/>
                  </a:lnTo>
                  <a:lnTo>
                    <a:pt x="874868" y="0"/>
                  </a:lnTo>
                  <a:lnTo>
                    <a:pt x="879896" y="0"/>
                  </a:lnTo>
                  <a:lnTo>
                    <a:pt x="884924" y="0"/>
                  </a:lnTo>
                  <a:lnTo>
                    <a:pt x="889952" y="0"/>
                  </a:lnTo>
                  <a:lnTo>
                    <a:pt x="894980" y="0"/>
                  </a:lnTo>
                  <a:lnTo>
                    <a:pt x="900008" y="0"/>
                  </a:lnTo>
                  <a:lnTo>
                    <a:pt x="905036" y="0"/>
                  </a:lnTo>
                  <a:lnTo>
                    <a:pt x="910064" y="0"/>
                  </a:lnTo>
                  <a:lnTo>
                    <a:pt x="915092" y="0"/>
                  </a:lnTo>
                  <a:lnTo>
                    <a:pt x="920120" y="0"/>
                  </a:lnTo>
                  <a:lnTo>
                    <a:pt x="925148" y="0"/>
                  </a:lnTo>
                  <a:lnTo>
                    <a:pt x="930176" y="0"/>
                  </a:lnTo>
                  <a:lnTo>
                    <a:pt x="935204" y="0"/>
                  </a:lnTo>
                  <a:lnTo>
                    <a:pt x="940232" y="0"/>
                  </a:lnTo>
                  <a:lnTo>
                    <a:pt x="945260" y="0"/>
                  </a:lnTo>
                  <a:lnTo>
                    <a:pt x="950288" y="0"/>
                  </a:lnTo>
                  <a:lnTo>
                    <a:pt x="955316" y="0"/>
                  </a:lnTo>
                  <a:lnTo>
                    <a:pt x="960344" y="0"/>
                  </a:lnTo>
                  <a:lnTo>
                    <a:pt x="965372" y="0"/>
                  </a:lnTo>
                  <a:lnTo>
                    <a:pt x="970400" y="0"/>
                  </a:lnTo>
                  <a:lnTo>
                    <a:pt x="975428" y="0"/>
                  </a:lnTo>
                  <a:lnTo>
                    <a:pt x="980456" y="0"/>
                  </a:lnTo>
                  <a:lnTo>
                    <a:pt x="985484" y="0"/>
                  </a:lnTo>
                  <a:lnTo>
                    <a:pt x="990512" y="0"/>
                  </a:lnTo>
                  <a:lnTo>
                    <a:pt x="995540" y="0"/>
                  </a:lnTo>
                  <a:lnTo>
                    <a:pt x="1000567" y="0"/>
                  </a:lnTo>
                  <a:lnTo>
                    <a:pt x="1005595" y="0"/>
                  </a:lnTo>
                  <a:lnTo>
                    <a:pt x="1010623" y="0"/>
                  </a:lnTo>
                  <a:lnTo>
                    <a:pt x="1015651" y="0"/>
                  </a:lnTo>
                  <a:lnTo>
                    <a:pt x="1020679" y="0"/>
                  </a:lnTo>
                  <a:lnTo>
                    <a:pt x="1025707" y="0"/>
                  </a:lnTo>
                  <a:lnTo>
                    <a:pt x="1030735" y="0"/>
                  </a:lnTo>
                  <a:lnTo>
                    <a:pt x="1035763" y="0"/>
                  </a:lnTo>
                  <a:lnTo>
                    <a:pt x="1040791" y="0"/>
                  </a:lnTo>
                  <a:lnTo>
                    <a:pt x="1045819" y="0"/>
                  </a:lnTo>
                  <a:lnTo>
                    <a:pt x="1050847" y="0"/>
                  </a:lnTo>
                  <a:lnTo>
                    <a:pt x="1055875" y="0"/>
                  </a:lnTo>
                  <a:lnTo>
                    <a:pt x="1060903" y="0"/>
                  </a:lnTo>
                  <a:lnTo>
                    <a:pt x="1065931" y="0"/>
                  </a:lnTo>
                  <a:lnTo>
                    <a:pt x="1070959" y="0"/>
                  </a:lnTo>
                  <a:lnTo>
                    <a:pt x="1075987" y="0"/>
                  </a:lnTo>
                  <a:lnTo>
                    <a:pt x="1081015" y="0"/>
                  </a:lnTo>
                  <a:lnTo>
                    <a:pt x="1086043" y="0"/>
                  </a:lnTo>
                  <a:lnTo>
                    <a:pt x="1091071" y="0"/>
                  </a:lnTo>
                  <a:lnTo>
                    <a:pt x="1096099" y="0"/>
                  </a:lnTo>
                  <a:lnTo>
                    <a:pt x="1101127" y="0"/>
                  </a:lnTo>
                  <a:lnTo>
                    <a:pt x="1106155" y="0"/>
                  </a:lnTo>
                  <a:lnTo>
                    <a:pt x="1111183" y="0"/>
                  </a:lnTo>
                  <a:lnTo>
                    <a:pt x="1116211" y="0"/>
                  </a:lnTo>
                  <a:lnTo>
                    <a:pt x="1121239" y="0"/>
                  </a:lnTo>
                  <a:lnTo>
                    <a:pt x="1126267" y="0"/>
                  </a:lnTo>
                  <a:lnTo>
                    <a:pt x="1131295" y="0"/>
                  </a:lnTo>
                  <a:lnTo>
                    <a:pt x="1136323" y="0"/>
                  </a:lnTo>
                  <a:lnTo>
                    <a:pt x="1141351" y="0"/>
                  </a:lnTo>
                  <a:lnTo>
                    <a:pt x="1146379" y="0"/>
                  </a:lnTo>
                  <a:lnTo>
                    <a:pt x="1151407" y="0"/>
                  </a:lnTo>
                  <a:lnTo>
                    <a:pt x="1156435" y="0"/>
                  </a:lnTo>
                  <a:lnTo>
                    <a:pt x="1161463" y="0"/>
                  </a:lnTo>
                  <a:lnTo>
                    <a:pt x="1166491" y="0"/>
                  </a:lnTo>
                  <a:lnTo>
                    <a:pt x="1171519" y="0"/>
                  </a:lnTo>
                  <a:lnTo>
                    <a:pt x="1176547" y="0"/>
                  </a:lnTo>
                  <a:lnTo>
                    <a:pt x="1181575" y="0"/>
                  </a:lnTo>
                  <a:lnTo>
                    <a:pt x="1186603" y="0"/>
                  </a:lnTo>
                  <a:lnTo>
                    <a:pt x="1191631" y="0"/>
                  </a:lnTo>
                  <a:lnTo>
                    <a:pt x="1196659" y="0"/>
                  </a:lnTo>
                  <a:lnTo>
                    <a:pt x="1201687" y="0"/>
                  </a:lnTo>
                  <a:lnTo>
                    <a:pt x="1206715" y="0"/>
                  </a:lnTo>
                  <a:lnTo>
                    <a:pt x="1211743" y="0"/>
                  </a:lnTo>
                  <a:lnTo>
                    <a:pt x="1216771" y="0"/>
                  </a:lnTo>
                  <a:lnTo>
                    <a:pt x="1221799" y="0"/>
                  </a:lnTo>
                  <a:lnTo>
                    <a:pt x="1226827" y="0"/>
                  </a:lnTo>
                  <a:lnTo>
                    <a:pt x="1231855" y="0"/>
                  </a:lnTo>
                  <a:lnTo>
                    <a:pt x="1236883" y="0"/>
                  </a:lnTo>
                  <a:lnTo>
                    <a:pt x="1241911" y="0"/>
                  </a:lnTo>
                  <a:lnTo>
                    <a:pt x="1246939" y="0"/>
                  </a:lnTo>
                  <a:lnTo>
                    <a:pt x="1251966" y="0"/>
                  </a:lnTo>
                  <a:lnTo>
                    <a:pt x="1256994" y="0"/>
                  </a:lnTo>
                  <a:lnTo>
                    <a:pt x="1262022" y="0"/>
                  </a:lnTo>
                  <a:lnTo>
                    <a:pt x="1267050" y="0"/>
                  </a:lnTo>
                  <a:lnTo>
                    <a:pt x="1272078" y="0"/>
                  </a:lnTo>
                  <a:lnTo>
                    <a:pt x="1277106" y="0"/>
                  </a:lnTo>
                  <a:lnTo>
                    <a:pt x="1282134" y="0"/>
                  </a:lnTo>
                  <a:lnTo>
                    <a:pt x="1287162" y="0"/>
                  </a:lnTo>
                  <a:lnTo>
                    <a:pt x="1292190" y="0"/>
                  </a:lnTo>
                  <a:lnTo>
                    <a:pt x="1297218" y="0"/>
                  </a:lnTo>
                  <a:lnTo>
                    <a:pt x="1302246" y="0"/>
                  </a:lnTo>
                  <a:lnTo>
                    <a:pt x="1307274" y="0"/>
                  </a:lnTo>
                  <a:lnTo>
                    <a:pt x="1312302" y="0"/>
                  </a:lnTo>
                  <a:lnTo>
                    <a:pt x="1317330" y="0"/>
                  </a:lnTo>
                  <a:lnTo>
                    <a:pt x="1322358" y="0"/>
                  </a:lnTo>
                  <a:lnTo>
                    <a:pt x="1327386" y="0"/>
                  </a:lnTo>
                  <a:lnTo>
                    <a:pt x="1332414" y="0"/>
                  </a:lnTo>
                  <a:lnTo>
                    <a:pt x="1337442" y="0"/>
                  </a:lnTo>
                  <a:lnTo>
                    <a:pt x="1342470" y="0"/>
                  </a:lnTo>
                  <a:lnTo>
                    <a:pt x="1347498" y="0"/>
                  </a:lnTo>
                  <a:lnTo>
                    <a:pt x="1352526" y="0"/>
                  </a:lnTo>
                  <a:lnTo>
                    <a:pt x="1357554" y="0"/>
                  </a:lnTo>
                  <a:lnTo>
                    <a:pt x="1362582" y="0"/>
                  </a:lnTo>
                  <a:lnTo>
                    <a:pt x="1367610" y="0"/>
                  </a:lnTo>
                  <a:lnTo>
                    <a:pt x="1372638" y="0"/>
                  </a:lnTo>
                  <a:lnTo>
                    <a:pt x="1377666" y="0"/>
                  </a:lnTo>
                  <a:lnTo>
                    <a:pt x="1382694" y="0"/>
                  </a:lnTo>
                  <a:lnTo>
                    <a:pt x="1387722" y="0"/>
                  </a:lnTo>
                  <a:lnTo>
                    <a:pt x="1392750" y="0"/>
                  </a:lnTo>
                  <a:lnTo>
                    <a:pt x="1397778" y="0"/>
                  </a:lnTo>
                  <a:lnTo>
                    <a:pt x="1402806" y="0"/>
                  </a:lnTo>
                  <a:lnTo>
                    <a:pt x="1407834" y="0"/>
                  </a:lnTo>
                  <a:lnTo>
                    <a:pt x="1412862" y="0"/>
                  </a:lnTo>
                  <a:lnTo>
                    <a:pt x="1417890" y="0"/>
                  </a:lnTo>
                  <a:lnTo>
                    <a:pt x="1422918" y="0"/>
                  </a:lnTo>
                  <a:lnTo>
                    <a:pt x="1427946" y="0"/>
                  </a:lnTo>
                  <a:lnTo>
                    <a:pt x="1432974" y="0"/>
                  </a:lnTo>
                  <a:lnTo>
                    <a:pt x="1438002" y="0"/>
                  </a:lnTo>
                  <a:lnTo>
                    <a:pt x="1443030" y="0"/>
                  </a:lnTo>
                  <a:lnTo>
                    <a:pt x="1448058" y="0"/>
                  </a:lnTo>
                  <a:lnTo>
                    <a:pt x="1453086" y="0"/>
                  </a:lnTo>
                  <a:lnTo>
                    <a:pt x="1458114" y="0"/>
                  </a:lnTo>
                  <a:lnTo>
                    <a:pt x="1463142" y="0"/>
                  </a:lnTo>
                  <a:lnTo>
                    <a:pt x="1468170" y="0"/>
                  </a:lnTo>
                  <a:lnTo>
                    <a:pt x="1473198" y="0"/>
                  </a:lnTo>
                  <a:lnTo>
                    <a:pt x="1478226" y="0"/>
                  </a:lnTo>
                  <a:lnTo>
                    <a:pt x="1483254" y="0"/>
                  </a:lnTo>
                  <a:lnTo>
                    <a:pt x="1488282" y="0"/>
                  </a:lnTo>
                  <a:lnTo>
                    <a:pt x="1493310" y="0"/>
                  </a:lnTo>
                  <a:lnTo>
                    <a:pt x="1498337" y="0"/>
                  </a:lnTo>
                  <a:lnTo>
                    <a:pt x="1503365" y="0"/>
                  </a:lnTo>
                  <a:lnTo>
                    <a:pt x="1508393" y="0"/>
                  </a:lnTo>
                  <a:lnTo>
                    <a:pt x="1513421" y="0"/>
                  </a:lnTo>
                  <a:lnTo>
                    <a:pt x="1518449" y="0"/>
                  </a:lnTo>
                  <a:lnTo>
                    <a:pt x="1523477" y="0"/>
                  </a:lnTo>
                  <a:lnTo>
                    <a:pt x="1528505" y="0"/>
                  </a:lnTo>
                  <a:lnTo>
                    <a:pt x="1533533" y="0"/>
                  </a:lnTo>
                  <a:lnTo>
                    <a:pt x="1538561" y="0"/>
                  </a:lnTo>
                  <a:lnTo>
                    <a:pt x="1543589" y="0"/>
                  </a:lnTo>
                  <a:lnTo>
                    <a:pt x="1548617" y="0"/>
                  </a:lnTo>
                  <a:lnTo>
                    <a:pt x="1553645" y="0"/>
                  </a:lnTo>
                  <a:lnTo>
                    <a:pt x="1558673" y="0"/>
                  </a:lnTo>
                  <a:lnTo>
                    <a:pt x="1563701" y="0"/>
                  </a:lnTo>
                  <a:lnTo>
                    <a:pt x="1568729" y="0"/>
                  </a:lnTo>
                  <a:lnTo>
                    <a:pt x="1573757" y="0"/>
                  </a:lnTo>
                  <a:lnTo>
                    <a:pt x="1578785" y="0"/>
                  </a:lnTo>
                  <a:lnTo>
                    <a:pt x="1583813" y="0"/>
                  </a:lnTo>
                  <a:lnTo>
                    <a:pt x="1588841" y="0"/>
                  </a:lnTo>
                  <a:lnTo>
                    <a:pt x="1593869" y="0"/>
                  </a:lnTo>
                  <a:lnTo>
                    <a:pt x="1598897" y="0"/>
                  </a:lnTo>
                  <a:lnTo>
                    <a:pt x="1603925" y="0"/>
                  </a:lnTo>
                  <a:lnTo>
                    <a:pt x="1608953" y="0"/>
                  </a:lnTo>
                  <a:lnTo>
                    <a:pt x="1613981" y="0"/>
                  </a:lnTo>
                  <a:lnTo>
                    <a:pt x="1619009" y="0"/>
                  </a:lnTo>
                  <a:lnTo>
                    <a:pt x="1624037" y="0"/>
                  </a:lnTo>
                  <a:lnTo>
                    <a:pt x="1629065" y="0"/>
                  </a:lnTo>
                  <a:lnTo>
                    <a:pt x="1634093" y="0"/>
                  </a:lnTo>
                  <a:lnTo>
                    <a:pt x="1639121" y="0"/>
                  </a:lnTo>
                  <a:lnTo>
                    <a:pt x="1644149" y="0"/>
                  </a:lnTo>
                  <a:lnTo>
                    <a:pt x="1649177" y="0"/>
                  </a:lnTo>
                  <a:lnTo>
                    <a:pt x="1654205" y="0"/>
                  </a:lnTo>
                  <a:lnTo>
                    <a:pt x="1659233" y="0"/>
                  </a:lnTo>
                  <a:lnTo>
                    <a:pt x="1664261" y="0"/>
                  </a:lnTo>
                  <a:lnTo>
                    <a:pt x="1669289" y="0"/>
                  </a:lnTo>
                  <a:lnTo>
                    <a:pt x="1674317" y="0"/>
                  </a:lnTo>
                  <a:lnTo>
                    <a:pt x="1679345" y="0"/>
                  </a:lnTo>
                  <a:lnTo>
                    <a:pt x="1684373" y="0"/>
                  </a:lnTo>
                  <a:lnTo>
                    <a:pt x="1689401" y="0"/>
                  </a:lnTo>
                  <a:lnTo>
                    <a:pt x="1694429" y="0"/>
                  </a:lnTo>
                  <a:lnTo>
                    <a:pt x="1699457" y="0"/>
                  </a:lnTo>
                  <a:lnTo>
                    <a:pt x="1704485" y="0"/>
                  </a:lnTo>
                  <a:lnTo>
                    <a:pt x="1709513" y="0"/>
                  </a:lnTo>
                  <a:lnTo>
                    <a:pt x="1714541" y="0"/>
                  </a:lnTo>
                  <a:lnTo>
                    <a:pt x="1719569" y="0"/>
                  </a:lnTo>
                  <a:lnTo>
                    <a:pt x="1724597" y="0"/>
                  </a:lnTo>
                  <a:lnTo>
                    <a:pt x="1729625" y="0"/>
                  </a:lnTo>
                  <a:lnTo>
                    <a:pt x="1734653" y="0"/>
                  </a:lnTo>
                  <a:lnTo>
                    <a:pt x="1739681" y="0"/>
                  </a:lnTo>
                  <a:lnTo>
                    <a:pt x="1744709" y="0"/>
                  </a:lnTo>
                  <a:lnTo>
                    <a:pt x="1749736" y="0"/>
                  </a:lnTo>
                  <a:lnTo>
                    <a:pt x="1754764" y="0"/>
                  </a:lnTo>
                  <a:lnTo>
                    <a:pt x="1759792" y="0"/>
                  </a:lnTo>
                  <a:lnTo>
                    <a:pt x="1764820" y="0"/>
                  </a:lnTo>
                  <a:lnTo>
                    <a:pt x="1769848" y="0"/>
                  </a:lnTo>
                  <a:lnTo>
                    <a:pt x="1774876" y="0"/>
                  </a:lnTo>
                  <a:lnTo>
                    <a:pt x="1779904" y="0"/>
                  </a:lnTo>
                  <a:lnTo>
                    <a:pt x="1784932" y="0"/>
                  </a:lnTo>
                  <a:lnTo>
                    <a:pt x="1789960" y="0"/>
                  </a:lnTo>
                  <a:lnTo>
                    <a:pt x="1794988" y="0"/>
                  </a:lnTo>
                  <a:lnTo>
                    <a:pt x="1800016" y="0"/>
                  </a:lnTo>
                  <a:lnTo>
                    <a:pt x="1805044" y="0"/>
                  </a:lnTo>
                  <a:lnTo>
                    <a:pt x="1810072" y="0"/>
                  </a:lnTo>
                  <a:lnTo>
                    <a:pt x="1815100" y="0"/>
                  </a:lnTo>
                  <a:lnTo>
                    <a:pt x="1820128" y="0"/>
                  </a:lnTo>
                  <a:lnTo>
                    <a:pt x="1825156" y="0"/>
                  </a:lnTo>
                  <a:lnTo>
                    <a:pt x="1830184" y="0"/>
                  </a:lnTo>
                  <a:lnTo>
                    <a:pt x="1835212" y="0"/>
                  </a:lnTo>
                  <a:lnTo>
                    <a:pt x="1840240" y="0"/>
                  </a:lnTo>
                  <a:lnTo>
                    <a:pt x="1845268" y="0"/>
                  </a:lnTo>
                  <a:lnTo>
                    <a:pt x="1850296" y="0"/>
                  </a:lnTo>
                  <a:lnTo>
                    <a:pt x="1855324" y="0"/>
                  </a:lnTo>
                  <a:lnTo>
                    <a:pt x="1860352" y="0"/>
                  </a:lnTo>
                  <a:lnTo>
                    <a:pt x="1865380" y="0"/>
                  </a:lnTo>
                  <a:lnTo>
                    <a:pt x="1870408" y="0"/>
                  </a:lnTo>
                  <a:lnTo>
                    <a:pt x="1875436" y="0"/>
                  </a:lnTo>
                  <a:lnTo>
                    <a:pt x="1880464" y="0"/>
                  </a:lnTo>
                  <a:lnTo>
                    <a:pt x="1885492" y="0"/>
                  </a:lnTo>
                  <a:lnTo>
                    <a:pt x="1890520" y="0"/>
                  </a:lnTo>
                  <a:lnTo>
                    <a:pt x="1895548" y="0"/>
                  </a:lnTo>
                  <a:lnTo>
                    <a:pt x="1900576" y="0"/>
                  </a:lnTo>
                  <a:lnTo>
                    <a:pt x="1905604" y="0"/>
                  </a:lnTo>
                  <a:lnTo>
                    <a:pt x="1910632" y="0"/>
                  </a:lnTo>
                  <a:lnTo>
                    <a:pt x="1915660" y="0"/>
                  </a:lnTo>
                  <a:lnTo>
                    <a:pt x="1920688" y="0"/>
                  </a:lnTo>
                  <a:lnTo>
                    <a:pt x="1925716" y="0"/>
                  </a:lnTo>
                  <a:lnTo>
                    <a:pt x="1930744" y="0"/>
                  </a:lnTo>
                  <a:lnTo>
                    <a:pt x="1935772" y="0"/>
                  </a:lnTo>
                  <a:lnTo>
                    <a:pt x="1940800" y="0"/>
                  </a:lnTo>
                  <a:lnTo>
                    <a:pt x="1945828" y="0"/>
                  </a:lnTo>
                  <a:lnTo>
                    <a:pt x="1950856" y="0"/>
                  </a:lnTo>
                  <a:lnTo>
                    <a:pt x="1955884" y="0"/>
                  </a:lnTo>
                  <a:lnTo>
                    <a:pt x="1960912" y="0"/>
                  </a:lnTo>
                  <a:lnTo>
                    <a:pt x="1965940" y="0"/>
                  </a:lnTo>
                  <a:lnTo>
                    <a:pt x="1970968" y="0"/>
                  </a:lnTo>
                  <a:lnTo>
                    <a:pt x="1975996" y="0"/>
                  </a:lnTo>
                  <a:lnTo>
                    <a:pt x="1981024" y="0"/>
                  </a:lnTo>
                  <a:lnTo>
                    <a:pt x="1986052" y="0"/>
                  </a:lnTo>
                  <a:lnTo>
                    <a:pt x="1991080" y="0"/>
                  </a:lnTo>
                  <a:lnTo>
                    <a:pt x="1996108" y="0"/>
                  </a:lnTo>
                  <a:lnTo>
                    <a:pt x="2001135" y="0"/>
                  </a:lnTo>
                  <a:lnTo>
                    <a:pt x="2006163" y="0"/>
                  </a:lnTo>
                  <a:lnTo>
                    <a:pt x="2011191" y="0"/>
                  </a:lnTo>
                  <a:lnTo>
                    <a:pt x="2016219" y="0"/>
                  </a:lnTo>
                  <a:lnTo>
                    <a:pt x="2021247" y="0"/>
                  </a:lnTo>
                  <a:lnTo>
                    <a:pt x="2026275" y="0"/>
                  </a:lnTo>
                  <a:lnTo>
                    <a:pt x="2031303" y="0"/>
                  </a:lnTo>
                  <a:lnTo>
                    <a:pt x="2036331" y="0"/>
                  </a:lnTo>
                  <a:lnTo>
                    <a:pt x="2041359" y="0"/>
                  </a:lnTo>
                  <a:lnTo>
                    <a:pt x="2046387" y="0"/>
                  </a:lnTo>
                  <a:lnTo>
                    <a:pt x="2051415" y="0"/>
                  </a:lnTo>
                  <a:lnTo>
                    <a:pt x="2056443" y="0"/>
                  </a:lnTo>
                  <a:lnTo>
                    <a:pt x="2061471" y="0"/>
                  </a:lnTo>
                  <a:lnTo>
                    <a:pt x="2066499" y="0"/>
                  </a:lnTo>
                  <a:lnTo>
                    <a:pt x="2071527" y="0"/>
                  </a:lnTo>
                  <a:lnTo>
                    <a:pt x="2076555" y="0"/>
                  </a:lnTo>
                  <a:lnTo>
                    <a:pt x="2081583" y="0"/>
                  </a:lnTo>
                  <a:lnTo>
                    <a:pt x="2086611" y="0"/>
                  </a:lnTo>
                  <a:lnTo>
                    <a:pt x="2091639" y="0"/>
                  </a:lnTo>
                  <a:lnTo>
                    <a:pt x="2096667" y="0"/>
                  </a:lnTo>
                  <a:lnTo>
                    <a:pt x="2101695" y="0"/>
                  </a:lnTo>
                  <a:lnTo>
                    <a:pt x="2106723" y="0"/>
                  </a:lnTo>
                  <a:lnTo>
                    <a:pt x="2111751" y="0"/>
                  </a:lnTo>
                  <a:lnTo>
                    <a:pt x="2116779" y="0"/>
                  </a:lnTo>
                  <a:lnTo>
                    <a:pt x="2121807" y="0"/>
                  </a:lnTo>
                  <a:lnTo>
                    <a:pt x="2126835" y="0"/>
                  </a:lnTo>
                  <a:lnTo>
                    <a:pt x="2131863" y="0"/>
                  </a:lnTo>
                  <a:lnTo>
                    <a:pt x="2136891" y="0"/>
                  </a:lnTo>
                  <a:lnTo>
                    <a:pt x="2141919" y="0"/>
                  </a:lnTo>
                  <a:lnTo>
                    <a:pt x="2146947" y="0"/>
                  </a:lnTo>
                  <a:lnTo>
                    <a:pt x="2151975" y="0"/>
                  </a:lnTo>
                  <a:lnTo>
                    <a:pt x="2157003" y="0"/>
                  </a:lnTo>
                  <a:lnTo>
                    <a:pt x="2162031" y="0"/>
                  </a:lnTo>
                  <a:lnTo>
                    <a:pt x="2167059" y="0"/>
                  </a:lnTo>
                  <a:lnTo>
                    <a:pt x="2172087" y="0"/>
                  </a:lnTo>
                  <a:lnTo>
                    <a:pt x="2177115" y="0"/>
                  </a:lnTo>
                  <a:lnTo>
                    <a:pt x="2182143" y="0"/>
                  </a:lnTo>
                  <a:lnTo>
                    <a:pt x="2187171" y="0"/>
                  </a:lnTo>
                  <a:lnTo>
                    <a:pt x="2192199" y="0"/>
                  </a:lnTo>
                  <a:lnTo>
                    <a:pt x="2197227" y="0"/>
                  </a:lnTo>
                  <a:lnTo>
                    <a:pt x="2202255" y="0"/>
                  </a:lnTo>
                  <a:lnTo>
                    <a:pt x="2207283" y="0"/>
                  </a:lnTo>
                  <a:lnTo>
                    <a:pt x="2212311" y="0"/>
                  </a:lnTo>
                  <a:lnTo>
                    <a:pt x="2217339" y="0"/>
                  </a:lnTo>
                  <a:lnTo>
                    <a:pt x="2222367" y="0"/>
                  </a:lnTo>
                  <a:lnTo>
                    <a:pt x="2227395" y="0"/>
                  </a:lnTo>
                  <a:lnTo>
                    <a:pt x="2232423" y="0"/>
                  </a:lnTo>
                  <a:lnTo>
                    <a:pt x="2237451" y="0"/>
                  </a:lnTo>
                  <a:lnTo>
                    <a:pt x="2242479" y="0"/>
                  </a:lnTo>
                  <a:lnTo>
                    <a:pt x="2247506" y="0"/>
                  </a:lnTo>
                  <a:lnTo>
                    <a:pt x="2252534" y="0"/>
                  </a:lnTo>
                  <a:lnTo>
                    <a:pt x="2257562" y="0"/>
                  </a:lnTo>
                  <a:lnTo>
                    <a:pt x="2262590" y="0"/>
                  </a:lnTo>
                  <a:lnTo>
                    <a:pt x="2267618" y="0"/>
                  </a:lnTo>
                  <a:lnTo>
                    <a:pt x="2272646" y="0"/>
                  </a:lnTo>
                  <a:lnTo>
                    <a:pt x="2277674" y="0"/>
                  </a:lnTo>
                  <a:lnTo>
                    <a:pt x="2282702" y="0"/>
                  </a:lnTo>
                  <a:lnTo>
                    <a:pt x="2287730" y="0"/>
                  </a:lnTo>
                  <a:lnTo>
                    <a:pt x="2292758" y="0"/>
                  </a:lnTo>
                  <a:lnTo>
                    <a:pt x="2297786" y="0"/>
                  </a:lnTo>
                  <a:lnTo>
                    <a:pt x="2302814" y="0"/>
                  </a:lnTo>
                  <a:lnTo>
                    <a:pt x="2307842" y="0"/>
                  </a:lnTo>
                  <a:lnTo>
                    <a:pt x="2312870" y="0"/>
                  </a:lnTo>
                  <a:lnTo>
                    <a:pt x="2317898" y="0"/>
                  </a:lnTo>
                  <a:lnTo>
                    <a:pt x="2322926" y="0"/>
                  </a:lnTo>
                  <a:lnTo>
                    <a:pt x="2327954" y="0"/>
                  </a:lnTo>
                  <a:lnTo>
                    <a:pt x="2332982" y="0"/>
                  </a:lnTo>
                  <a:lnTo>
                    <a:pt x="2338010" y="0"/>
                  </a:lnTo>
                  <a:lnTo>
                    <a:pt x="2343038" y="0"/>
                  </a:lnTo>
                  <a:lnTo>
                    <a:pt x="2348066" y="0"/>
                  </a:lnTo>
                  <a:lnTo>
                    <a:pt x="2353094" y="0"/>
                  </a:lnTo>
                  <a:lnTo>
                    <a:pt x="2358122" y="0"/>
                  </a:lnTo>
                  <a:lnTo>
                    <a:pt x="2363150" y="0"/>
                  </a:lnTo>
                  <a:lnTo>
                    <a:pt x="2368178" y="0"/>
                  </a:lnTo>
                  <a:lnTo>
                    <a:pt x="2373206" y="0"/>
                  </a:lnTo>
                  <a:lnTo>
                    <a:pt x="2378234" y="0"/>
                  </a:lnTo>
                  <a:lnTo>
                    <a:pt x="2383262" y="0"/>
                  </a:lnTo>
                  <a:lnTo>
                    <a:pt x="2388290" y="0"/>
                  </a:lnTo>
                  <a:lnTo>
                    <a:pt x="2393318" y="0"/>
                  </a:lnTo>
                  <a:lnTo>
                    <a:pt x="2398346" y="0"/>
                  </a:lnTo>
                  <a:lnTo>
                    <a:pt x="2403374" y="0"/>
                  </a:lnTo>
                  <a:lnTo>
                    <a:pt x="2408402" y="0"/>
                  </a:lnTo>
                  <a:lnTo>
                    <a:pt x="2413430" y="0"/>
                  </a:lnTo>
                  <a:lnTo>
                    <a:pt x="2418458" y="0"/>
                  </a:lnTo>
                  <a:lnTo>
                    <a:pt x="2423486" y="0"/>
                  </a:lnTo>
                  <a:lnTo>
                    <a:pt x="2428514" y="0"/>
                  </a:lnTo>
                  <a:lnTo>
                    <a:pt x="2433542" y="0"/>
                  </a:lnTo>
                  <a:lnTo>
                    <a:pt x="2438570" y="0"/>
                  </a:lnTo>
                  <a:lnTo>
                    <a:pt x="2443598" y="0"/>
                  </a:lnTo>
                  <a:lnTo>
                    <a:pt x="2448626" y="0"/>
                  </a:lnTo>
                  <a:lnTo>
                    <a:pt x="2453654" y="0"/>
                  </a:lnTo>
                  <a:lnTo>
                    <a:pt x="2458682" y="0"/>
                  </a:lnTo>
                  <a:lnTo>
                    <a:pt x="2463710" y="0"/>
                  </a:lnTo>
                  <a:lnTo>
                    <a:pt x="2468738" y="0"/>
                  </a:lnTo>
                  <a:lnTo>
                    <a:pt x="2473766" y="0"/>
                  </a:lnTo>
                  <a:lnTo>
                    <a:pt x="2478794" y="0"/>
                  </a:lnTo>
                  <a:lnTo>
                    <a:pt x="2483822" y="0"/>
                  </a:lnTo>
                  <a:lnTo>
                    <a:pt x="2488850" y="0"/>
                  </a:lnTo>
                  <a:lnTo>
                    <a:pt x="2493878" y="0"/>
                  </a:lnTo>
                  <a:lnTo>
                    <a:pt x="2498905" y="0"/>
                  </a:lnTo>
                  <a:lnTo>
                    <a:pt x="2503933" y="0"/>
                  </a:lnTo>
                  <a:lnTo>
                    <a:pt x="2508961" y="0"/>
                  </a:lnTo>
                  <a:lnTo>
                    <a:pt x="2513989" y="0"/>
                  </a:lnTo>
                  <a:lnTo>
                    <a:pt x="2513989" y="191020"/>
                  </a:lnTo>
                  <a:lnTo>
                    <a:pt x="2508961" y="191020"/>
                  </a:lnTo>
                  <a:lnTo>
                    <a:pt x="2503933" y="191020"/>
                  </a:lnTo>
                  <a:lnTo>
                    <a:pt x="2498905" y="191020"/>
                  </a:lnTo>
                  <a:lnTo>
                    <a:pt x="2493878" y="191020"/>
                  </a:lnTo>
                  <a:lnTo>
                    <a:pt x="2488850" y="191020"/>
                  </a:lnTo>
                  <a:lnTo>
                    <a:pt x="2483822" y="191020"/>
                  </a:lnTo>
                  <a:lnTo>
                    <a:pt x="2478794" y="191020"/>
                  </a:lnTo>
                  <a:lnTo>
                    <a:pt x="2473766" y="191020"/>
                  </a:lnTo>
                  <a:lnTo>
                    <a:pt x="2468738" y="191020"/>
                  </a:lnTo>
                  <a:lnTo>
                    <a:pt x="2463710" y="191020"/>
                  </a:lnTo>
                  <a:lnTo>
                    <a:pt x="2458682" y="191020"/>
                  </a:lnTo>
                  <a:lnTo>
                    <a:pt x="2453654" y="191020"/>
                  </a:lnTo>
                  <a:lnTo>
                    <a:pt x="2448626" y="191020"/>
                  </a:lnTo>
                  <a:lnTo>
                    <a:pt x="2443598" y="191020"/>
                  </a:lnTo>
                  <a:lnTo>
                    <a:pt x="2438570" y="191020"/>
                  </a:lnTo>
                  <a:lnTo>
                    <a:pt x="2433542" y="191020"/>
                  </a:lnTo>
                  <a:lnTo>
                    <a:pt x="2428514" y="191020"/>
                  </a:lnTo>
                  <a:lnTo>
                    <a:pt x="2423486" y="191020"/>
                  </a:lnTo>
                  <a:lnTo>
                    <a:pt x="2418458" y="191020"/>
                  </a:lnTo>
                  <a:lnTo>
                    <a:pt x="2413430" y="191020"/>
                  </a:lnTo>
                  <a:lnTo>
                    <a:pt x="2408402" y="191020"/>
                  </a:lnTo>
                  <a:lnTo>
                    <a:pt x="2403374" y="191020"/>
                  </a:lnTo>
                  <a:lnTo>
                    <a:pt x="2398346" y="191020"/>
                  </a:lnTo>
                  <a:lnTo>
                    <a:pt x="2393318" y="191020"/>
                  </a:lnTo>
                  <a:lnTo>
                    <a:pt x="2388290" y="191020"/>
                  </a:lnTo>
                  <a:lnTo>
                    <a:pt x="2383262" y="191020"/>
                  </a:lnTo>
                  <a:lnTo>
                    <a:pt x="2378234" y="191020"/>
                  </a:lnTo>
                  <a:lnTo>
                    <a:pt x="2373206" y="191020"/>
                  </a:lnTo>
                  <a:lnTo>
                    <a:pt x="2368178" y="191020"/>
                  </a:lnTo>
                  <a:lnTo>
                    <a:pt x="2363150" y="191020"/>
                  </a:lnTo>
                  <a:lnTo>
                    <a:pt x="2358122" y="191020"/>
                  </a:lnTo>
                  <a:lnTo>
                    <a:pt x="2353094" y="191020"/>
                  </a:lnTo>
                  <a:lnTo>
                    <a:pt x="2348066" y="191020"/>
                  </a:lnTo>
                  <a:lnTo>
                    <a:pt x="2343038" y="191020"/>
                  </a:lnTo>
                  <a:lnTo>
                    <a:pt x="2338010" y="191020"/>
                  </a:lnTo>
                  <a:lnTo>
                    <a:pt x="2332982" y="191020"/>
                  </a:lnTo>
                  <a:lnTo>
                    <a:pt x="2327954" y="191020"/>
                  </a:lnTo>
                  <a:lnTo>
                    <a:pt x="2322926" y="191020"/>
                  </a:lnTo>
                  <a:lnTo>
                    <a:pt x="2317898" y="191020"/>
                  </a:lnTo>
                  <a:lnTo>
                    <a:pt x="2312870" y="191020"/>
                  </a:lnTo>
                  <a:lnTo>
                    <a:pt x="2307842" y="191020"/>
                  </a:lnTo>
                  <a:lnTo>
                    <a:pt x="2302814" y="191020"/>
                  </a:lnTo>
                  <a:lnTo>
                    <a:pt x="2297786" y="191020"/>
                  </a:lnTo>
                  <a:lnTo>
                    <a:pt x="2292758" y="191020"/>
                  </a:lnTo>
                  <a:lnTo>
                    <a:pt x="2287730" y="191020"/>
                  </a:lnTo>
                  <a:lnTo>
                    <a:pt x="2282702" y="191020"/>
                  </a:lnTo>
                  <a:lnTo>
                    <a:pt x="2277674" y="191020"/>
                  </a:lnTo>
                  <a:lnTo>
                    <a:pt x="2272646" y="191020"/>
                  </a:lnTo>
                  <a:lnTo>
                    <a:pt x="2267618" y="191020"/>
                  </a:lnTo>
                  <a:lnTo>
                    <a:pt x="2262590" y="191020"/>
                  </a:lnTo>
                  <a:lnTo>
                    <a:pt x="2257562" y="191020"/>
                  </a:lnTo>
                  <a:lnTo>
                    <a:pt x="2252534" y="191020"/>
                  </a:lnTo>
                  <a:lnTo>
                    <a:pt x="2247506" y="191020"/>
                  </a:lnTo>
                  <a:lnTo>
                    <a:pt x="2242479" y="191020"/>
                  </a:lnTo>
                  <a:lnTo>
                    <a:pt x="2237451" y="191020"/>
                  </a:lnTo>
                  <a:lnTo>
                    <a:pt x="2232423" y="191020"/>
                  </a:lnTo>
                  <a:lnTo>
                    <a:pt x="2227395" y="191020"/>
                  </a:lnTo>
                  <a:lnTo>
                    <a:pt x="2222367" y="191020"/>
                  </a:lnTo>
                  <a:lnTo>
                    <a:pt x="2217339" y="191020"/>
                  </a:lnTo>
                  <a:lnTo>
                    <a:pt x="2212311" y="191020"/>
                  </a:lnTo>
                  <a:lnTo>
                    <a:pt x="2207283" y="191020"/>
                  </a:lnTo>
                  <a:lnTo>
                    <a:pt x="2202255" y="191020"/>
                  </a:lnTo>
                  <a:lnTo>
                    <a:pt x="2197227" y="191020"/>
                  </a:lnTo>
                  <a:lnTo>
                    <a:pt x="2192199" y="191020"/>
                  </a:lnTo>
                  <a:lnTo>
                    <a:pt x="2187171" y="191020"/>
                  </a:lnTo>
                  <a:lnTo>
                    <a:pt x="2182143" y="191020"/>
                  </a:lnTo>
                  <a:lnTo>
                    <a:pt x="2177115" y="191020"/>
                  </a:lnTo>
                  <a:lnTo>
                    <a:pt x="2172087" y="191020"/>
                  </a:lnTo>
                  <a:lnTo>
                    <a:pt x="2167059" y="191020"/>
                  </a:lnTo>
                  <a:lnTo>
                    <a:pt x="2162031" y="191020"/>
                  </a:lnTo>
                  <a:lnTo>
                    <a:pt x="2157003" y="191020"/>
                  </a:lnTo>
                  <a:lnTo>
                    <a:pt x="2151975" y="191020"/>
                  </a:lnTo>
                  <a:lnTo>
                    <a:pt x="2146947" y="191020"/>
                  </a:lnTo>
                  <a:lnTo>
                    <a:pt x="2141919" y="191020"/>
                  </a:lnTo>
                  <a:lnTo>
                    <a:pt x="2136891" y="191020"/>
                  </a:lnTo>
                  <a:lnTo>
                    <a:pt x="2131863" y="191020"/>
                  </a:lnTo>
                  <a:lnTo>
                    <a:pt x="2126835" y="191020"/>
                  </a:lnTo>
                  <a:lnTo>
                    <a:pt x="2121807" y="191020"/>
                  </a:lnTo>
                  <a:lnTo>
                    <a:pt x="2116779" y="191020"/>
                  </a:lnTo>
                  <a:lnTo>
                    <a:pt x="2111751" y="191020"/>
                  </a:lnTo>
                  <a:lnTo>
                    <a:pt x="2106723" y="191020"/>
                  </a:lnTo>
                  <a:lnTo>
                    <a:pt x="2101695" y="191020"/>
                  </a:lnTo>
                  <a:lnTo>
                    <a:pt x="2096667" y="191020"/>
                  </a:lnTo>
                  <a:lnTo>
                    <a:pt x="2091639" y="191020"/>
                  </a:lnTo>
                  <a:lnTo>
                    <a:pt x="2086611" y="191020"/>
                  </a:lnTo>
                  <a:lnTo>
                    <a:pt x="2081583" y="191020"/>
                  </a:lnTo>
                  <a:lnTo>
                    <a:pt x="2076555" y="191020"/>
                  </a:lnTo>
                  <a:lnTo>
                    <a:pt x="2071527" y="191020"/>
                  </a:lnTo>
                  <a:lnTo>
                    <a:pt x="2066499" y="191020"/>
                  </a:lnTo>
                  <a:lnTo>
                    <a:pt x="2061471" y="191020"/>
                  </a:lnTo>
                  <a:lnTo>
                    <a:pt x="2056443" y="191020"/>
                  </a:lnTo>
                  <a:lnTo>
                    <a:pt x="2051415" y="191020"/>
                  </a:lnTo>
                  <a:lnTo>
                    <a:pt x="2046387" y="191020"/>
                  </a:lnTo>
                  <a:lnTo>
                    <a:pt x="2041359" y="191020"/>
                  </a:lnTo>
                  <a:lnTo>
                    <a:pt x="2036331" y="191020"/>
                  </a:lnTo>
                  <a:lnTo>
                    <a:pt x="2031303" y="191020"/>
                  </a:lnTo>
                  <a:lnTo>
                    <a:pt x="2026275" y="191020"/>
                  </a:lnTo>
                  <a:lnTo>
                    <a:pt x="2021247" y="191020"/>
                  </a:lnTo>
                  <a:lnTo>
                    <a:pt x="2016219" y="191020"/>
                  </a:lnTo>
                  <a:lnTo>
                    <a:pt x="2011191" y="191020"/>
                  </a:lnTo>
                  <a:lnTo>
                    <a:pt x="2006163" y="191020"/>
                  </a:lnTo>
                  <a:lnTo>
                    <a:pt x="2001135" y="191020"/>
                  </a:lnTo>
                  <a:lnTo>
                    <a:pt x="1996108" y="191020"/>
                  </a:lnTo>
                  <a:lnTo>
                    <a:pt x="1991080" y="191020"/>
                  </a:lnTo>
                  <a:lnTo>
                    <a:pt x="1986052" y="191020"/>
                  </a:lnTo>
                  <a:lnTo>
                    <a:pt x="1981024" y="191020"/>
                  </a:lnTo>
                  <a:lnTo>
                    <a:pt x="1975996" y="191020"/>
                  </a:lnTo>
                  <a:lnTo>
                    <a:pt x="1970968" y="191020"/>
                  </a:lnTo>
                  <a:lnTo>
                    <a:pt x="1965940" y="191020"/>
                  </a:lnTo>
                  <a:lnTo>
                    <a:pt x="1960912" y="191020"/>
                  </a:lnTo>
                  <a:lnTo>
                    <a:pt x="1955884" y="191020"/>
                  </a:lnTo>
                  <a:lnTo>
                    <a:pt x="1950856" y="191020"/>
                  </a:lnTo>
                  <a:lnTo>
                    <a:pt x="1945828" y="191020"/>
                  </a:lnTo>
                  <a:lnTo>
                    <a:pt x="1940800" y="191020"/>
                  </a:lnTo>
                  <a:lnTo>
                    <a:pt x="1935772" y="191020"/>
                  </a:lnTo>
                  <a:lnTo>
                    <a:pt x="1930744" y="191020"/>
                  </a:lnTo>
                  <a:lnTo>
                    <a:pt x="1925716" y="191020"/>
                  </a:lnTo>
                  <a:lnTo>
                    <a:pt x="1920688" y="191020"/>
                  </a:lnTo>
                  <a:lnTo>
                    <a:pt x="1915660" y="191020"/>
                  </a:lnTo>
                  <a:lnTo>
                    <a:pt x="1910632" y="191020"/>
                  </a:lnTo>
                  <a:lnTo>
                    <a:pt x="1905604" y="191020"/>
                  </a:lnTo>
                  <a:lnTo>
                    <a:pt x="1900576" y="191020"/>
                  </a:lnTo>
                  <a:lnTo>
                    <a:pt x="1895548" y="191020"/>
                  </a:lnTo>
                  <a:lnTo>
                    <a:pt x="1890520" y="191020"/>
                  </a:lnTo>
                  <a:lnTo>
                    <a:pt x="1885492" y="191020"/>
                  </a:lnTo>
                  <a:lnTo>
                    <a:pt x="1880464" y="191020"/>
                  </a:lnTo>
                  <a:lnTo>
                    <a:pt x="1875436" y="191020"/>
                  </a:lnTo>
                  <a:lnTo>
                    <a:pt x="1870408" y="191020"/>
                  </a:lnTo>
                  <a:lnTo>
                    <a:pt x="1865380" y="191020"/>
                  </a:lnTo>
                  <a:lnTo>
                    <a:pt x="1860352" y="191020"/>
                  </a:lnTo>
                  <a:lnTo>
                    <a:pt x="1855324" y="191020"/>
                  </a:lnTo>
                  <a:lnTo>
                    <a:pt x="1850296" y="191020"/>
                  </a:lnTo>
                  <a:lnTo>
                    <a:pt x="1845268" y="191020"/>
                  </a:lnTo>
                  <a:lnTo>
                    <a:pt x="1840240" y="191020"/>
                  </a:lnTo>
                  <a:lnTo>
                    <a:pt x="1835212" y="191020"/>
                  </a:lnTo>
                  <a:lnTo>
                    <a:pt x="1830184" y="191020"/>
                  </a:lnTo>
                  <a:lnTo>
                    <a:pt x="1825156" y="191020"/>
                  </a:lnTo>
                  <a:lnTo>
                    <a:pt x="1820128" y="191020"/>
                  </a:lnTo>
                  <a:lnTo>
                    <a:pt x="1815100" y="191020"/>
                  </a:lnTo>
                  <a:lnTo>
                    <a:pt x="1810072" y="191020"/>
                  </a:lnTo>
                  <a:lnTo>
                    <a:pt x="1805044" y="191020"/>
                  </a:lnTo>
                  <a:lnTo>
                    <a:pt x="1800016" y="191020"/>
                  </a:lnTo>
                  <a:lnTo>
                    <a:pt x="1794988" y="191020"/>
                  </a:lnTo>
                  <a:lnTo>
                    <a:pt x="1789960" y="191020"/>
                  </a:lnTo>
                  <a:lnTo>
                    <a:pt x="1784932" y="191020"/>
                  </a:lnTo>
                  <a:lnTo>
                    <a:pt x="1779904" y="191020"/>
                  </a:lnTo>
                  <a:lnTo>
                    <a:pt x="1774876" y="191020"/>
                  </a:lnTo>
                  <a:lnTo>
                    <a:pt x="1769848" y="191020"/>
                  </a:lnTo>
                  <a:lnTo>
                    <a:pt x="1764820" y="191020"/>
                  </a:lnTo>
                  <a:lnTo>
                    <a:pt x="1759792" y="191020"/>
                  </a:lnTo>
                  <a:lnTo>
                    <a:pt x="1754764" y="191020"/>
                  </a:lnTo>
                  <a:lnTo>
                    <a:pt x="1749736" y="191020"/>
                  </a:lnTo>
                  <a:lnTo>
                    <a:pt x="1744709" y="191020"/>
                  </a:lnTo>
                  <a:lnTo>
                    <a:pt x="1739681" y="191020"/>
                  </a:lnTo>
                  <a:lnTo>
                    <a:pt x="1734653" y="191020"/>
                  </a:lnTo>
                  <a:lnTo>
                    <a:pt x="1729625" y="191020"/>
                  </a:lnTo>
                  <a:lnTo>
                    <a:pt x="1724597" y="191020"/>
                  </a:lnTo>
                  <a:lnTo>
                    <a:pt x="1719569" y="191020"/>
                  </a:lnTo>
                  <a:lnTo>
                    <a:pt x="1714541" y="191020"/>
                  </a:lnTo>
                  <a:lnTo>
                    <a:pt x="1709513" y="191020"/>
                  </a:lnTo>
                  <a:lnTo>
                    <a:pt x="1704485" y="191020"/>
                  </a:lnTo>
                  <a:lnTo>
                    <a:pt x="1699457" y="191020"/>
                  </a:lnTo>
                  <a:lnTo>
                    <a:pt x="1694429" y="191020"/>
                  </a:lnTo>
                  <a:lnTo>
                    <a:pt x="1689401" y="191020"/>
                  </a:lnTo>
                  <a:lnTo>
                    <a:pt x="1684373" y="191020"/>
                  </a:lnTo>
                  <a:lnTo>
                    <a:pt x="1679345" y="191020"/>
                  </a:lnTo>
                  <a:lnTo>
                    <a:pt x="1674317" y="191020"/>
                  </a:lnTo>
                  <a:lnTo>
                    <a:pt x="1669289" y="191020"/>
                  </a:lnTo>
                  <a:lnTo>
                    <a:pt x="1664261" y="191020"/>
                  </a:lnTo>
                  <a:lnTo>
                    <a:pt x="1659233" y="191020"/>
                  </a:lnTo>
                  <a:lnTo>
                    <a:pt x="1654205" y="191020"/>
                  </a:lnTo>
                  <a:lnTo>
                    <a:pt x="1649177" y="191020"/>
                  </a:lnTo>
                  <a:lnTo>
                    <a:pt x="1644149" y="191020"/>
                  </a:lnTo>
                  <a:lnTo>
                    <a:pt x="1639121" y="191020"/>
                  </a:lnTo>
                  <a:lnTo>
                    <a:pt x="1634093" y="191020"/>
                  </a:lnTo>
                  <a:lnTo>
                    <a:pt x="1629065" y="191020"/>
                  </a:lnTo>
                  <a:lnTo>
                    <a:pt x="1624037" y="191020"/>
                  </a:lnTo>
                  <a:lnTo>
                    <a:pt x="1619009" y="191020"/>
                  </a:lnTo>
                  <a:lnTo>
                    <a:pt x="1613981" y="191020"/>
                  </a:lnTo>
                  <a:lnTo>
                    <a:pt x="1608953" y="191020"/>
                  </a:lnTo>
                  <a:lnTo>
                    <a:pt x="1603925" y="191020"/>
                  </a:lnTo>
                  <a:lnTo>
                    <a:pt x="1598897" y="191020"/>
                  </a:lnTo>
                  <a:lnTo>
                    <a:pt x="1593869" y="191020"/>
                  </a:lnTo>
                  <a:lnTo>
                    <a:pt x="1588841" y="191020"/>
                  </a:lnTo>
                  <a:lnTo>
                    <a:pt x="1583813" y="191020"/>
                  </a:lnTo>
                  <a:lnTo>
                    <a:pt x="1578785" y="191020"/>
                  </a:lnTo>
                  <a:lnTo>
                    <a:pt x="1573757" y="191020"/>
                  </a:lnTo>
                  <a:lnTo>
                    <a:pt x="1568729" y="191020"/>
                  </a:lnTo>
                  <a:lnTo>
                    <a:pt x="1563701" y="191020"/>
                  </a:lnTo>
                  <a:lnTo>
                    <a:pt x="1558673" y="191020"/>
                  </a:lnTo>
                  <a:lnTo>
                    <a:pt x="1553645" y="191020"/>
                  </a:lnTo>
                  <a:lnTo>
                    <a:pt x="1548617" y="191020"/>
                  </a:lnTo>
                  <a:lnTo>
                    <a:pt x="1543589" y="191020"/>
                  </a:lnTo>
                  <a:lnTo>
                    <a:pt x="1538561" y="191020"/>
                  </a:lnTo>
                  <a:lnTo>
                    <a:pt x="1533533" y="191020"/>
                  </a:lnTo>
                  <a:lnTo>
                    <a:pt x="1528505" y="191020"/>
                  </a:lnTo>
                  <a:lnTo>
                    <a:pt x="1523477" y="191020"/>
                  </a:lnTo>
                  <a:lnTo>
                    <a:pt x="1518449" y="191020"/>
                  </a:lnTo>
                  <a:lnTo>
                    <a:pt x="1513421" y="191020"/>
                  </a:lnTo>
                  <a:lnTo>
                    <a:pt x="1508393" y="191020"/>
                  </a:lnTo>
                  <a:lnTo>
                    <a:pt x="1503365" y="191020"/>
                  </a:lnTo>
                  <a:lnTo>
                    <a:pt x="1498337" y="191020"/>
                  </a:lnTo>
                  <a:lnTo>
                    <a:pt x="1493310" y="191020"/>
                  </a:lnTo>
                  <a:lnTo>
                    <a:pt x="1488282" y="191020"/>
                  </a:lnTo>
                  <a:lnTo>
                    <a:pt x="1483254" y="191020"/>
                  </a:lnTo>
                  <a:lnTo>
                    <a:pt x="1478226" y="191020"/>
                  </a:lnTo>
                  <a:lnTo>
                    <a:pt x="1473198" y="191020"/>
                  </a:lnTo>
                  <a:lnTo>
                    <a:pt x="1468170" y="191020"/>
                  </a:lnTo>
                  <a:lnTo>
                    <a:pt x="1463142" y="191020"/>
                  </a:lnTo>
                  <a:lnTo>
                    <a:pt x="1458114" y="191020"/>
                  </a:lnTo>
                  <a:lnTo>
                    <a:pt x="1453086" y="191020"/>
                  </a:lnTo>
                  <a:lnTo>
                    <a:pt x="1448058" y="191020"/>
                  </a:lnTo>
                  <a:lnTo>
                    <a:pt x="1443030" y="191020"/>
                  </a:lnTo>
                  <a:lnTo>
                    <a:pt x="1438002" y="191020"/>
                  </a:lnTo>
                  <a:lnTo>
                    <a:pt x="1432974" y="191020"/>
                  </a:lnTo>
                  <a:lnTo>
                    <a:pt x="1427946" y="191020"/>
                  </a:lnTo>
                  <a:lnTo>
                    <a:pt x="1422918" y="191020"/>
                  </a:lnTo>
                  <a:lnTo>
                    <a:pt x="1417890" y="191020"/>
                  </a:lnTo>
                  <a:lnTo>
                    <a:pt x="1412862" y="191020"/>
                  </a:lnTo>
                  <a:lnTo>
                    <a:pt x="1407834" y="191020"/>
                  </a:lnTo>
                  <a:lnTo>
                    <a:pt x="1402806" y="191020"/>
                  </a:lnTo>
                  <a:lnTo>
                    <a:pt x="1397778" y="191020"/>
                  </a:lnTo>
                  <a:lnTo>
                    <a:pt x="1392750" y="191020"/>
                  </a:lnTo>
                  <a:lnTo>
                    <a:pt x="1387722" y="191020"/>
                  </a:lnTo>
                  <a:lnTo>
                    <a:pt x="1382694" y="191020"/>
                  </a:lnTo>
                  <a:lnTo>
                    <a:pt x="1377666" y="191020"/>
                  </a:lnTo>
                  <a:lnTo>
                    <a:pt x="1372638" y="191020"/>
                  </a:lnTo>
                  <a:lnTo>
                    <a:pt x="1367610" y="191020"/>
                  </a:lnTo>
                  <a:lnTo>
                    <a:pt x="1362582" y="191020"/>
                  </a:lnTo>
                  <a:lnTo>
                    <a:pt x="1357554" y="191020"/>
                  </a:lnTo>
                  <a:lnTo>
                    <a:pt x="1352526" y="191020"/>
                  </a:lnTo>
                  <a:lnTo>
                    <a:pt x="1347498" y="191020"/>
                  </a:lnTo>
                  <a:lnTo>
                    <a:pt x="1342470" y="191020"/>
                  </a:lnTo>
                  <a:lnTo>
                    <a:pt x="1337442" y="191020"/>
                  </a:lnTo>
                  <a:lnTo>
                    <a:pt x="1332414" y="191020"/>
                  </a:lnTo>
                  <a:lnTo>
                    <a:pt x="1327386" y="191020"/>
                  </a:lnTo>
                  <a:lnTo>
                    <a:pt x="1322358" y="191020"/>
                  </a:lnTo>
                  <a:lnTo>
                    <a:pt x="1317330" y="191020"/>
                  </a:lnTo>
                  <a:lnTo>
                    <a:pt x="1312302" y="191020"/>
                  </a:lnTo>
                  <a:lnTo>
                    <a:pt x="1307274" y="191020"/>
                  </a:lnTo>
                  <a:lnTo>
                    <a:pt x="1302246" y="191020"/>
                  </a:lnTo>
                  <a:lnTo>
                    <a:pt x="1297218" y="191020"/>
                  </a:lnTo>
                  <a:lnTo>
                    <a:pt x="1292190" y="191020"/>
                  </a:lnTo>
                  <a:lnTo>
                    <a:pt x="1287162" y="191020"/>
                  </a:lnTo>
                  <a:lnTo>
                    <a:pt x="1282134" y="191020"/>
                  </a:lnTo>
                  <a:lnTo>
                    <a:pt x="1277106" y="191020"/>
                  </a:lnTo>
                  <a:lnTo>
                    <a:pt x="1272078" y="191020"/>
                  </a:lnTo>
                  <a:lnTo>
                    <a:pt x="1267050" y="191020"/>
                  </a:lnTo>
                  <a:lnTo>
                    <a:pt x="1262022" y="191020"/>
                  </a:lnTo>
                  <a:lnTo>
                    <a:pt x="1256994" y="191020"/>
                  </a:lnTo>
                  <a:lnTo>
                    <a:pt x="1251966" y="191020"/>
                  </a:lnTo>
                  <a:lnTo>
                    <a:pt x="1246939" y="191020"/>
                  </a:lnTo>
                  <a:lnTo>
                    <a:pt x="1241911" y="191020"/>
                  </a:lnTo>
                  <a:lnTo>
                    <a:pt x="1236883" y="191020"/>
                  </a:lnTo>
                  <a:lnTo>
                    <a:pt x="1231855" y="191020"/>
                  </a:lnTo>
                  <a:lnTo>
                    <a:pt x="1226827" y="191020"/>
                  </a:lnTo>
                  <a:lnTo>
                    <a:pt x="1221799" y="191020"/>
                  </a:lnTo>
                  <a:lnTo>
                    <a:pt x="1216771" y="191020"/>
                  </a:lnTo>
                  <a:lnTo>
                    <a:pt x="1211743" y="191020"/>
                  </a:lnTo>
                  <a:lnTo>
                    <a:pt x="1206715" y="191020"/>
                  </a:lnTo>
                  <a:lnTo>
                    <a:pt x="1201687" y="191020"/>
                  </a:lnTo>
                  <a:lnTo>
                    <a:pt x="1196659" y="191020"/>
                  </a:lnTo>
                  <a:lnTo>
                    <a:pt x="1191631" y="191020"/>
                  </a:lnTo>
                  <a:lnTo>
                    <a:pt x="1186603" y="191020"/>
                  </a:lnTo>
                  <a:lnTo>
                    <a:pt x="1181575" y="191020"/>
                  </a:lnTo>
                  <a:lnTo>
                    <a:pt x="1176547" y="191020"/>
                  </a:lnTo>
                  <a:lnTo>
                    <a:pt x="1171519" y="191020"/>
                  </a:lnTo>
                  <a:lnTo>
                    <a:pt x="1166491" y="191020"/>
                  </a:lnTo>
                  <a:lnTo>
                    <a:pt x="1161463" y="191020"/>
                  </a:lnTo>
                  <a:lnTo>
                    <a:pt x="1156435" y="191020"/>
                  </a:lnTo>
                  <a:lnTo>
                    <a:pt x="1151407" y="191020"/>
                  </a:lnTo>
                  <a:lnTo>
                    <a:pt x="1146379" y="191020"/>
                  </a:lnTo>
                  <a:lnTo>
                    <a:pt x="1141351" y="191020"/>
                  </a:lnTo>
                  <a:lnTo>
                    <a:pt x="1136323" y="191020"/>
                  </a:lnTo>
                  <a:lnTo>
                    <a:pt x="1131295" y="191020"/>
                  </a:lnTo>
                  <a:lnTo>
                    <a:pt x="1126267" y="191020"/>
                  </a:lnTo>
                  <a:lnTo>
                    <a:pt x="1121239" y="191020"/>
                  </a:lnTo>
                  <a:lnTo>
                    <a:pt x="1116211" y="191020"/>
                  </a:lnTo>
                  <a:lnTo>
                    <a:pt x="1111183" y="191020"/>
                  </a:lnTo>
                  <a:lnTo>
                    <a:pt x="1106155" y="191020"/>
                  </a:lnTo>
                  <a:lnTo>
                    <a:pt x="1101127" y="191020"/>
                  </a:lnTo>
                  <a:lnTo>
                    <a:pt x="1096099" y="191020"/>
                  </a:lnTo>
                  <a:lnTo>
                    <a:pt x="1091071" y="191020"/>
                  </a:lnTo>
                  <a:lnTo>
                    <a:pt x="1086043" y="191020"/>
                  </a:lnTo>
                  <a:lnTo>
                    <a:pt x="1081015" y="191020"/>
                  </a:lnTo>
                  <a:lnTo>
                    <a:pt x="1075987" y="191020"/>
                  </a:lnTo>
                  <a:lnTo>
                    <a:pt x="1070959" y="191020"/>
                  </a:lnTo>
                  <a:lnTo>
                    <a:pt x="1065931" y="191020"/>
                  </a:lnTo>
                  <a:lnTo>
                    <a:pt x="1060903" y="191020"/>
                  </a:lnTo>
                  <a:lnTo>
                    <a:pt x="1055875" y="191020"/>
                  </a:lnTo>
                  <a:lnTo>
                    <a:pt x="1050847" y="191020"/>
                  </a:lnTo>
                  <a:lnTo>
                    <a:pt x="1045819" y="191020"/>
                  </a:lnTo>
                  <a:lnTo>
                    <a:pt x="1040791" y="191020"/>
                  </a:lnTo>
                  <a:lnTo>
                    <a:pt x="1035763" y="191020"/>
                  </a:lnTo>
                  <a:lnTo>
                    <a:pt x="1030735" y="191020"/>
                  </a:lnTo>
                  <a:lnTo>
                    <a:pt x="1025707" y="191020"/>
                  </a:lnTo>
                  <a:lnTo>
                    <a:pt x="1020679" y="191020"/>
                  </a:lnTo>
                  <a:lnTo>
                    <a:pt x="1015651" y="191020"/>
                  </a:lnTo>
                  <a:lnTo>
                    <a:pt x="1010623" y="191020"/>
                  </a:lnTo>
                  <a:lnTo>
                    <a:pt x="1005595" y="191020"/>
                  </a:lnTo>
                  <a:lnTo>
                    <a:pt x="1000567" y="191020"/>
                  </a:lnTo>
                  <a:lnTo>
                    <a:pt x="995540" y="191020"/>
                  </a:lnTo>
                  <a:lnTo>
                    <a:pt x="990512" y="191020"/>
                  </a:lnTo>
                  <a:lnTo>
                    <a:pt x="985484" y="191020"/>
                  </a:lnTo>
                  <a:lnTo>
                    <a:pt x="980456" y="191020"/>
                  </a:lnTo>
                  <a:lnTo>
                    <a:pt x="975428" y="191020"/>
                  </a:lnTo>
                  <a:lnTo>
                    <a:pt x="970400" y="191020"/>
                  </a:lnTo>
                  <a:lnTo>
                    <a:pt x="965372" y="191020"/>
                  </a:lnTo>
                  <a:lnTo>
                    <a:pt x="960344" y="191020"/>
                  </a:lnTo>
                  <a:lnTo>
                    <a:pt x="955316" y="191020"/>
                  </a:lnTo>
                  <a:lnTo>
                    <a:pt x="950288" y="191020"/>
                  </a:lnTo>
                  <a:lnTo>
                    <a:pt x="945260" y="191020"/>
                  </a:lnTo>
                  <a:lnTo>
                    <a:pt x="940232" y="191020"/>
                  </a:lnTo>
                  <a:lnTo>
                    <a:pt x="935204" y="191020"/>
                  </a:lnTo>
                  <a:lnTo>
                    <a:pt x="930176" y="191020"/>
                  </a:lnTo>
                  <a:lnTo>
                    <a:pt x="925148" y="191020"/>
                  </a:lnTo>
                  <a:lnTo>
                    <a:pt x="920120" y="191020"/>
                  </a:lnTo>
                  <a:lnTo>
                    <a:pt x="915092" y="191020"/>
                  </a:lnTo>
                  <a:lnTo>
                    <a:pt x="910064" y="191020"/>
                  </a:lnTo>
                  <a:lnTo>
                    <a:pt x="905036" y="191020"/>
                  </a:lnTo>
                  <a:lnTo>
                    <a:pt x="900008" y="191020"/>
                  </a:lnTo>
                  <a:lnTo>
                    <a:pt x="894980" y="191020"/>
                  </a:lnTo>
                  <a:lnTo>
                    <a:pt x="889952" y="191020"/>
                  </a:lnTo>
                  <a:lnTo>
                    <a:pt x="884924" y="191020"/>
                  </a:lnTo>
                  <a:lnTo>
                    <a:pt x="879896" y="191020"/>
                  </a:lnTo>
                  <a:lnTo>
                    <a:pt x="874868" y="191020"/>
                  </a:lnTo>
                  <a:lnTo>
                    <a:pt x="869840" y="191020"/>
                  </a:lnTo>
                  <a:lnTo>
                    <a:pt x="864812" y="191020"/>
                  </a:lnTo>
                  <a:lnTo>
                    <a:pt x="859784" y="191020"/>
                  </a:lnTo>
                  <a:lnTo>
                    <a:pt x="854756" y="191020"/>
                  </a:lnTo>
                  <a:lnTo>
                    <a:pt x="849728" y="191020"/>
                  </a:lnTo>
                  <a:lnTo>
                    <a:pt x="844700" y="191020"/>
                  </a:lnTo>
                  <a:lnTo>
                    <a:pt x="839672" y="191020"/>
                  </a:lnTo>
                  <a:lnTo>
                    <a:pt x="834644" y="191020"/>
                  </a:lnTo>
                  <a:lnTo>
                    <a:pt x="829616" y="191020"/>
                  </a:lnTo>
                  <a:lnTo>
                    <a:pt x="824588" y="191020"/>
                  </a:lnTo>
                  <a:lnTo>
                    <a:pt x="819560" y="191020"/>
                  </a:lnTo>
                  <a:lnTo>
                    <a:pt x="814532" y="191020"/>
                  </a:lnTo>
                  <a:lnTo>
                    <a:pt x="809504" y="191020"/>
                  </a:lnTo>
                  <a:lnTo>
                    <a:pt x="804476" y="191020"/>
                  </a:lnTo>
                  <a:lnTo>
                    <a:pt x="799448" y="191020"/>
                  </a:lnTo>
                  <a:lnTo>
                    <a:pt x="794420" y="191020"/>
                  </a:lnTo>
                  <a:lnTo>
                    <a:pt x="789392" y="191020"/>
                  </a:lnTo>
                  <a:lnTo>
                    <a:pt x="784364" y="191020"/>
                  </a:lnTo>
                  <a:lnTo>
                    <a:pt x="779336" y="191020"/>
                  </a:lnTo>
                  <a:lnTo>
                    <a:pt x="774308" y="191020"/>
                  </a:lnTo>
                  <a:lnTo>
                    <a:pt x="769280" y="191020"/>
                  </a:lnTo>
                  <a:lnTo>
                    <a:pt x="764252" y="191020"/>
                  </a:lnTo>
                  <a:lnTo>
                    <a:pt x="759224" y="191020"/>
                  </a:lnTo>
                  <a:lnTo>
                    <a:pt x="754196" y="191020"/>
                  </a:lnTo>
                  <a:lnTo>
                    <a:pt x="749168" y="191020"/>
                  </a:lnTo>
                  <a:lnTo>
                    <a:pt x="744141" y="191020"/>
                  </a:lnTo>
                  <a:lnTo>
                    <a:pt x="739113" y="191020"/>
                  </a:lnTo>
                  <a:lnTo>
                    <a:pt x="734085" y="191020"/>
                  </a:lnTo>
                  <a:lnTo>
                    <a:pt x="729057" y="191020"/>
                  </a:lnTo>
                  <a:lnTo>
                    <a:pt x="724029" y="191020"/>
                  </a:lnTo>
                  <a:lnTo>
                    <a:pt x="719001" y="191020"/>
                  </a:lnTo>
                  <a:lnTo>
                    <a:pt x="713973" y="191020"/>
                  </a:lnTo>
                  <a:lnTo>
                    <a:pt x="708945" y="191020"/>
                  </a:lnTo>
                  <a:lnTo>
                    <a:pt x="703917" y="191020"/>
                  </a:lnTo>
                  <a:lnTo>
                    <a:pt x="698889" y="191020"/>
                  </a:lnTo>
                  <a:lnTo>
                    <a:pt x="693861" y="191020"/>
                  </a:lnTo>
                  <a:lnTo>
                    <a:pt x="688833" y="191020"/>
                  </a:lnTo>
                  <a:lnTo>
                    <a:pt x="683805" y="191020"/>
                  </a:lnTo>
                  <a:lnTo>
                    <a:pt x="678777" y="191020"/>
                  </a:lnTo>
                  <a:lnTo>
                    <a:pt x="673749" y="191020"/>
                  </a:lnTo>
                  <a:lnTo>
                    <a:pt x="668721" y="191020"/>
                  </a:lnTo>
                  <a:lnTo>
                    <a:pt x="663693" y="191020"/>
                  </a:lnTo>
                  <a:lnTo>
                    <a:pt x="658665" y="191020"/>
                  </a:lnTo>
                  <a:lnTo>
                    <a:pt x="653637" y="191020"/>
                  </a:lnTo>
                  <a:lnTo>
                    <a:pt x="648609" y="191020"/>
                  </a:lnTo>
                  <a:lnTo>
                    <a:pt x="643581" y="191020"/>
                  </a:lnTo>
                  <a:lnTo>
                    <a:pt x="638553" y="191020"/>
                  </a:lnTo>
                  <a:lnTo>
                    <a:pt x="633525" y="191020"/>
                  </a:lnTo>
                  <a:lnTo>
                    <a:pt x="628497" y="191020"/>
                  </a:lnTo>
                  <a:lnTo>
                    <a:pt x="623469" y="191020"/>
                  </a:lnTo>
                  <a:lnTo>
                    <a:pt x="618441" y="191020"/>
                  </a:lnTo>
                  <a:lnTo>
                    <a:pt x="613413" y="191020"/>
                  </a:lnTo>
                  <a:lnTo>
                    <a:pt x="608385" y="191020"/>
                  </a:lnTo>
                  <a:lnTo>
                    <a:pt x="603357" y="191020"/>
                  </a:lnTo>
                  <a:lnTo>
                    <a:pt x="598329" y="191020"/>
                  </a:lnTo>
                  <a:lnTo>
                    <a:pt x="593301" y="191020"/>
                  </a:lnTo>
                  <a:lnTo>
                    <a:pt x="588273" y="191020"/>
                  </a:lnTo>
                  <a:lnTo>
                    <a:pt x="583245" y="191020"/>
                  </a:lnTo>
                  <a:lnTo>
                    <a:pt x="578217" y="191020"/>
                  </a:lnTo>
                  <a:lnTo>
                    <a:pt x="573189" y="191020"/>
                  </a:lnTo>
                  <a:lnTo>
                    <a:pt x="568161" y="191020"/>
                  </a:lnTo>
                  <a:lnTo>
                    <a:pt x="563133" y="191020"/>
                  </a:lnTo>
                  <a:lnTo>
                    <a:pt x="558105" y="191020"/>
                  </a:lnTo>
                  <a:lnTo>
                    <a:pt x="553077" y="191020"/>
                  </a:lnTo>
                  <a:lnTo>
                    <a:pt x="548049" y="191020"/>
                  </a:lnTo>
                  <a:lnTo>
                    <a:pt x="543021" y="191020"/>
                  </a:lnTo>
                  <a:lnTo>
                    <a:pt x="537993" y="191020"/>
                  </a:lnTo>
                  <a:lnTo>
                    <a:pt x="532965" y="191020"/>
                  </a:lnTo>
                  <a:lnTo>
                    <a:pt x="527937" y="191020"/>
                  </a:lnTo>
                  <a:lnTo>
                    <a:pt x="522909" y="191020"/>
                  </a:lnTo>
                  <a:lnTo>
                    <a:pt x="517881" y="191020"/>
                  </a:lnTo>
                  <a:lnTo>
                    <a:pt x="512853" y="191020"/>
                  </a:lnTo>
                  <a:lnTo>
                    <a:pt x="507825" y="191020"/>
                  </a:lnTo>
                  <a:lnTo>
                    <a:pt x="502797" y="191020"/>
                  </a:lnTo>
                  <a:lnTo>
                    <a:pt x="497770" y="191020"/>
                  </a:lnTo>
                  <a:lnTo>
                    <a:pt x="492742" y="191020"/>
                  </a:lnTo>
                  <a:lnTo>
                    <a:pt x="487714" y="191020"/>
                  </a:lnTo>
                  <a:lnTo>
                    <a:pt x="482686" y="191020"/>
                  </a:lnTo>
                  <a:lnTo>
                    <a:pt x="477658" y="191020"/>
                  </a:lnTo>
                  <a:lnTo>
                    <a:pt x="472630" y="191020"/>
                  </a:lnTo>
                  <a:lnTo>
                    <a:pt x="467602" y="191020"/>
                  </a:lnTo>
                  <a:lnTo>
                    <a:pt x="462574" y="191020"/>
                  </a:lnTo>
                  <a:lnTo>
                    <a:pt x="457546" y="191020"/>
                  </a:lnTo>
                  <a:lnTo>
                    <a:pt x="452518" y="191020"/>
                  </a:lnTo>
                  <a:lnTo>
                    <a:pt x="447490" y="191020"/>
                  </a:lnTo>
                  <a:lnTo>
                    <a:pt x="442462" y="191020"/>
                  </a:lnTo>
                  <a:lnTo>
                    <a:pt x="437434" y="191020"/>
                  </a:lnTo>
                  <a:lnTo>
                    <a:pt x="432406" y="191020"/>
                  </a:lnTo>
                  <a:lnTo>
                    <a:pt x="427378" y="191020"/>
                  </a:lnTo>
                  <a:lnTo>
                    <a:pt x="422350" y="191020"/>
                  </a:lnTo>
                  <a:lnTo>
                    <a:pt x="417322" y="191020"/>
                  </a:lnTo>
                  <a:lnTo>
                    <a:pt x="412294" y="191020"/>
                  </a:lnTo>
                  <a:lnTo>
                    <a:pt x="407266" y="191020"/>
                  </a:lnTo>
                  <a:lnTo>
                    <a:pt x="402238" y="191020"/>
                  </a:lnTo>
                  <a:lnTo>
                    <a:pt x="397210" y="191020"/>
                  </a:lnTo>
                  <a:lnTo>
                    <a:pt x="392182" y="191020"/>
                  </a:lnTo>
                  <a:lnTo>
                    <a:pt x="387154" y="191020"/>
                  </a:lnTo>
                  <a:lnTo>
                    <a:pt x="382126" y="191020"/>
                  </a:lnTo>
                  <a:lnTo>
                    <a:pt x="377098" y="191020"/>
                  </a:lnTo>
                  <a:lnTo>
                    <a:pt x="372070" y="191020"/>
                  </a:lnTo>
                  <a:lnTo>
                    <a:pt x="367042" y="191020"/>
                  </a:lnTo>
                  <a:lnTo>
                    <a:pt x="362014" y="191020"/>
                  </a:lnTo>
                  <a:lnTo>
                    <a:pt x="356986" y="191020"/>
                  </a:lnTo>
                  <a:lnTo>
                    <a:pt x="351958" y="191020"/>
                  </a:lnTo>
                  <a:lnTo>
                    <a:pt x="346930" y="191020"/>
                  </a:lnTo>
                  <a:lnTo>
                    <a:pt x="341902" y="191020"/>
                  </a:lnTo>
                  <a:lnTo>
                    <a:pt x="336874" y="191020"/>
                  </a:lnTo>
                  <a:lnTo>
                    <a:pt x="331846" y="191020"/>
                  </a:lnTo>
                  <a:lnTo>
                    <a:pt x="326818" y="191020"/>
                  </a:lnTo>
                  <a:lnTo>
                    <a:pt x="321790" y="191020"/>
                  </a:lnTo>
                  <a:lnTo>
                    <a:pt x="316762" y="191020"/>
                  </a:lnTo>
                  <a:lnTo>
                    <a:pt x="311734" y="191020"/>
                  </a:lnTo>
                  <a:lnTo>
                    <a:pt x="306706" y="191020"/>
                  </a:lnTo>
                  <a:lnTo>
                    <a:pt x="301678" y="191020"/>
                  </a:lnTo>
                  <a:lnTo>
                    <a:pt x="296650" y="191020"/>
                  </a:lnTo>
                  <a:lnTo>
                    <a:pt x="291622" y="191020"/>
                  </a:lnTo>
                  <a:lnTo>
                    <a:pt x="286594" y="191020"/>
                  </a:lnTo>
                  <a:lnTo>
                    <a:pt x="281566" y="191020"/>
                  </a:lnTo>
                  <a:lnTo>
                    <a:pt x="276538" y="191020"/>
                  </a:lnTo>
                  <a:lnTo>
                    <a:pt x="271510" y="191020"/>
                  </a:lnTo>
                  <a:lnTo>
                    <a:pt x="266482" y="191020"/>
                  </a:lnTo>
                  <a:lnTo>
                    <a:pt x="261454" y="191020"/>
                  </a:lnTo>
                  <a:lnTo>
                    <a:pt x="256426" y="191020"/>
                  </a:lnTo>
                  <a:lnTo>
                    <a:pt x="251398" y="191020"/>
                  </a:lnTo>
                  <a:lnTo>
                    <a:pt x="246371" y="191020"/>
                  </a:lnTo>
                  <a:lnTo>
                    <a:pt x="241343" y="191020"/>
                  </a:lnTo>
                  <a:lnTo>
                    <a:pt x="236315" y="191020"/>
                  </a:lnTo>
                  <a:lnTo>
                    <a:pt x="231287" y="191020"/>
                  </a:lnTo>
                  <a:lnTo>
                    <a:pt x="226259" y="191020"/>
                  </a:lnTo>
                  <a:lnTo>
                    <a:pt x="221231" y="191020"/>
                  </a:lnTo>
                  <a:lnTo>
                    <a:pt x="216203" y="191020"/>
                  </a:lnTo>
                  <a:lnTo>
                    <a:pt x="211175" y="191020"/>
                  </a:lnTo>
                  <a:lnTo>
                    <a:pt x="206147" y="191020"/>
                  </a:lnTo>
                  <a:lnTo>
                    <a:pt x="201119" y="191020"/>
                  </a:lnTo>
                  <a:lnTo>
                    <a:pt x="196091" y="191020"/>
                  </a:lnTo>
                  <a:lnTo>
                    <a:pt x="191063" y="191020"/>
                  </a:lnTo>
                  <a:lnTo>
                    <a:pt x="186035" y="191020"/>
                  </a:lnTo>
                  <a:lnTo>
                    <a:pt x="181007" y="191020"/>
                  </a:lnTo>
                  <a:lnTo>
                    <a:pt x="175979" y="191020"/>
                  </a:lnTo>
                  <a:lnTo>
                    <a:pt x="170951" y="191020"/>
                  </a:lnTo>
                  <a:lnTo>
                    <a:pt x="165923" y="191020"/>
                  </a:lnTo>
                  <a:lnTo>
                    <a:pt x="160895" y="191020"/>
                  </a:lnTo>
                  <a:lnTo>
                    <a:pt x="155867" y="191020"/>
                  </a:lnTo>
                  <a:lnTo>
                    <a:pt x="150839" y="191020"/>
                  </a:lnTo>
                  <a:lnTo>
                    <a:pt x="145811" y="191020"/>
                  </a:lnTo>
                  <a:lnTo>
                    <a:pt x="140783" y="191020"/>
                  </a:lnTo>
                  <a:lnTo>
                    <a:pt x="135755" y="191020"/>
                  </a:lnTo>
                  <a:lnTo>
                    <a:pt x="130727" y="191020"/>
                  </a:lnTo>
                  <a:lnTo>
                    <a:pt x="125699" y="191020"/>
                  </a:lnTo>
                  <a:lnTo>
                    <a:pt x="120671" y="191020"/>
                  </a:lnTo>
                  <a:lnTo>
                    <a:pt x="115643" y="191020"/>
                  </a:lnTo>
                  <a:lnTo>
                    <a:pt x="110615" y="191020"/>
                  </a:lnTo>
                  <a:lnTo>
                    <a:pt x="105587" y="191020"/>
                  </a:lnTo>
                  <a:lnTo>
                    <a:pt x="100559" y="191020"/>
                  </a:lnTo>
                  <a:lnTo>
                    <a:pt x="95531" y="191020"/>
                  </a:lnTo>
                  <a:lnTo>
                    <a:pt x="90503" y="191020"/>
                  </a:lnTo>
                  <a:lnTo>
                    <a:pt x="85475" y="191020"/>
                  </a:lnTo>
                  <a:lnTo>
                    <a:pt x="80447" y="191020"/>
                  </a:lnTo>
                  <a:lnTo>
                    <a:pt x="75419" y="191020"/>
                  </a:lnTo>
                  <a:lnTo>
                    <a:pt x="70391" y="191020"/>
                  </a:lnTo>
                  <a:lnTo>
                    <a:pt x="65363" y="191020"/>
                  </a:lnTo>
                  <a:lnTo>
                    <a:pt x="60335" y="191020"/>
                  </a:lnTo>
                  <a:lnTo>
                    <a:pt x="55307" y="191020"/>
                  </a:lnTo>
                  <a:lnTo>
                    <a:pt x="50279" y="191020"/>
                  </a:lnTo>
                  <a:lnTo>
                    <a:pt x="45251" y="191020"/>
                  </a:lnTo>
                  <a:lnTo>
                    <a:pt x="40223" y="191020"/>
                  </a:lnTo>
                  <a:lnTo>
                    <a:pt x="35195" y="191020"/>
                  </a:lnTo>
                  <a:lnTo>
                    <a:pt x="30167" y="191020"/>
                  </a:lnTo>
                  <a:lnTo>
                    <a:pt x="25139" y="191020"/>
                  </a:lnTo>
                  <a:lnTo>
                    <a:pt x="20111" y="191020"/>
                  </a:lnTo>
                  <a:lnTo>
                    <a:pt x="15083" y="191020"/>
                  </a:lnTo>
                  <a:lnTo>
                    <a:pt x="10055" y="191020"/>
                  </a:lnTo>
                  <a:lnTo>
                    <a:pt x="5027" y="191020"/>
                  </a:lnTo>
                  <a:lnTo>
                    <a:pt x="0" y="191020"/>
                  </a:lnTo>
                  <a:close/>
                </a:path>
              </a:pathLst>
            </a:custGeom>
            <a:solidFill>
              <a:srgbClr val="8B2E1E">
                <a:alpha val="45098"/>
              </a:srgbClr>
            </a:solidFill>
          </p:spPr>
          <p:txBody>
            <a:bodyPr/>
            <a:lstStyle/>
            <a:p/>
          </p:txBody>
        </p:sp>
        <p:sp>
          <p:nvSpPr>
            <p:cNvPr id="637" name="pl636"/>
            <p:cNvSpPr/>
            <p:nvPr/>
          </p:nvSpPr>
          <p:spPr>
            <a:xfrm>
              <a:off x="5987736" y="6136939"/>
              <a:ext cx="4396245" cy="0"/>
            </a:xfrm>
            <a:custGeom>
              <a:avLst/>
              <a:pathLst>
                <a:path w="4396245" h="0">
                  <a:moveTo>
                    <a:pt x="0" y="0"/>
                  </a:moveTo>
                  <a:lnTo>
                    <a:pt x="4396245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7"/>
            <p:cNvSpPr/>
            <p:nvPr/>
          </p:nvSpPr>
          <p:spPr>
            <a:xfrm>
              <a:off x="6046113" y="6561429"/>
              <a:ext cx="3999877" cy="0"/>
            </a:xfrm>
            <a:custGeom>
              <a:avLst/>
              <a:pathLst>
                <a:path w="3999877" h="0">
                  <a:moveTo>
                    <a:pt x="0" y="0"/>
                  </a:moveTo>
                  <a:lnTo>
                    <a:pt x="3999877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l638"/>
            <p:cNvSpPr/>
            <p:nvPr/>
          </p:nvSpPr>
          <p:spPr>
            <a:xfrm>
              <a:off x="6472304" y="6349184"/>
              <a:ext cx="3701561" cy="0"/>
            </a:xfrm>
            <a:custGeom>
              <a:avLst/>
              <a:pathLst>
                <a:path w="3701561" h="0">
                  <a:moveTo>
                    <a:pt x="0" y="0"/>
                  </a:moveTo>
                  <a:lnTo>
                    <a:pt x="3701561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l639"/>
            <p:cNvSpPr/>
            <p:nvPr/>
          </p:nvSpPr>
          <p:spPr>
            <a:xfrm>
              <a:off x="2893991" y="6349184"/>
              <a:ext cx="3224898" cy="0"/>
            </a:xfrm>
            <a:custGeom>
              <a:avLst/>
              <a:pathLst>
                <a:path w="3224898" h="0">
                  <a:moveTo>
                    <a:pt x="0" y="0"/>
                  </a:moveTo>
                  <a:lnTo>
                    <a:pt x="3224898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l640"/>
            <p:cNvSpPr/>
            <p:nvPr/>
          </p:nvSpPr>
          <p:spPr>
            <a:xfrm>
              <a:off x="3488948" y="6136939"/>
              <a:ext cx="2968080" cy="0"/>
            </a:xfrm>
            <a:custGeom>
              <a:avLst/>
              <a:pathLst>
                <a:path w="2968080" h="0">
                  <a:moveTo>
                    <a:pt x="0" y="0"/>
                  </a:moveTo>
                  <a:lnTo>
                    <a:pt x="2968080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l641"/>
            <p:cNvSpPr/>
            <p:nvPr/>
          </p:nvSpPr>
          <p:spPr>
            <a:xfrm>
              <a:off x="3309269" y="6561429"/>
              <a:ext cx="2662125" cy="0"/>
            </a:xfrm>
            <a:custGeom>
              <a:avLst/>
              <a:pathLst>
                <a:path w="2662125" h="0">
                  <a:moveTo>
                    <a:pt x="0" y="0"/>
                  </a:moveTo>
                  <a:lnTo>
                    <a:pt x="2662125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l642"/>
            <p:cNvSpPr/>
            <p:nvPr/>
          </p:nvSpPr>
          <p:spPr>
            <a:xfrm>
              <a:off x="6403222" y="5924694"/>
              <a:ext cx="2434766" cy="0"/>
            </a:xfrm>
            <a:custGeom>
              <a:avLst/>
              <a:pathLst>
                <a:path w="2434766" h="0">
                  <a:moveTo>
                    <a:pt x="0" y="0"/>
                  </a:moveTo>
                  <a:lnTo>
                    <a:pt x="2434766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3"/>
            <p:cNvSpPr/>
            <p:nvPr/>
          </p:nvSpPr>
          <p:spPr>
            <a:xfrm>
              <a:off x="7240099" y="6773674"/>
              <a:ext cx="2279547" cy="0"/>
            </a:xfrm>
            <a:custGeom>
              <a:avLst/>
              <a:pathLst>
                <a:path w="2279547" h="0">
                  <a:moveTo>
                    <a:pt x="0" y="0"/>
                  </a:moveTo>
                  <a:lnTo>
                    <a:pt x="2279547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4"/>
            <p:cNvSpPr/>
            <p:nvPr/>
          </p:nvSpPr>
          <p:spPr>
            <a:xfrm>
              <a:off x="4271440" y="6773674"/>
              <a:ext cx="2092659" cy="0"/>
            </a:xfrm>
            <a:custGeom>
              <a:avLst/>
              <a:pathLst>
                <a:path w="2092659" h="0">
                  <a:moveTo>
                    <a:pt x="0" y="0"/>
                  </a:moveTo>
                  <a:lnTo>
                    <a:pt x="2092659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5"/>
            <p:cNvSpPr/>
            <p:nvPr/>
          </p:nvSpPr>
          <p:spPr>
            <a:xfrm>
              <a:off x="6914564" y="6349184"/>
              <a:ext cx="1779995" cy="0"/>
            </a:xfrm>
            <a:custGeom>
              <a:avLst/>
              <a:pathLst>
                <a:path w="1779995" h="0">
                  <a:moveTo>
                    <a:pt x="0" y="0"/>
                  </a:moveTo>
                  <a:lnTo>
                    <a:pt x="1779995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6"/>
            <p:cNvSpPr/>
            <p:nvPr/>
          </p:nvSpPr>
          <p:spPr>
            <a:xfrm>
              <a:off x="6958880" y="6136939"/>
              <a:ext cx="1588620" cy="0"/>
            </a:xfrm>
            <a:custGeom>
              <a:avLst/>
              <a:pathLst>
                <a:path w="1588620" h="0">
                  <a:moveTo>
                    <a:pt x="0" y="0"/>
                  </a:moveTo>
                  <a:lnTo>
                    <a:pt x="1588620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7"/>
            <p:cNvSpPr/>
            <p:nvPr/>
          </p:nvSpPr>
          <p:spPr>
            <a:xfrm>
              <a:off x="7516490" y="6561429"/>
              <a:ext cx="1478466" cy="0"/>
            </a:xfrm>
            <a:custGeom>
              <a:avLst/>
              <a:pathLst>
                <a:path w="1478466" h="0">
                  <a:moveTo>
                    <a:pt x="0" y="0"/>
                  </a:moveTo>
                  <a:lnTo>
                    <a:pt x="1478466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8"/>
            <p:cNvSpPr/>
            <p:nvPr/>
          </p:nvSpPr>
          <p:spPr>
            <a:xfrm>
              <a:off x="4517691" y="6136939"/>
              <a:ext cx="1289384" cy="0"/>
            </a:xfrm>
            <a:custGeom>
              <a:avLst/>
              <a:pathLst>
                <a:path w="1289384" h="0">
                  <a:moveTo>
                    <a:pt x="0" y="0"/>
                  </a:moveTo>
                  <a:lnTo>
                    <a:pt x="1289384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49"/>
            <p:cNvSpPr/>
            <p:nvPr/>
          </p:nvSpPr>
          <p:spPr>
            <a:xfrm>
              <a:off x="4461889" y="6349184"/>
              <a:ext cx="1202852" cy="0"/>
            </a:xfrm>
            <a:custGeom>
              <a:avLst/>
              <a:pathLst>
                <a:path w="1202852" h="0">
                  <a:moveTo>
                    <a:pt x="0" y="0"/>
                  </a:moveTo>
                  <a:lnTo>
                    <a:pt x="1202852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0"/>
            <p:cNvSpPr/>
            <p:nvPr/>
          </p:nvSpPr>
          <p:spPr>
            <a:xfrm>
              <a:off x="4391035" y="6561429"/>
              <a:ext cx="1077943" cy="0"/>
            </a:xfrm>
            <a:custGeom>
              <a:avLst/>
              <a:pathLst>
                <a:path w="1077943" h="0">
                  <a:moveTo>
                    <a:pt x="0" y="0"/>
                  </a:moveTo>
                  <a:lnTo>
                    <a:pt x="1077943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1"/>
            <p:cNvSpPr/>
            <p:nvPr/>
          </p:nvSpPr>
          <p:spPr>
            <a:xfrm>
              <a:off x="7087343" y="5924694"/>
              <a:ext cx="1060131" cy="0"/>
            </a:xfrm>
            <a:custGeom>
              <a:avLst/>
              <a:pathLst>
                <a:path w="1060131" h="0">
                  <a:moveTo>
                    <a:pt x="0" y="0"/>
                  </a:moveTo>
                  <a:lnTo>
                    <a:pt x="1060131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2"/>
            <p:cNvSpPr/>
            <p:nvPr/>
          </p:nvSpPr>
          <p:spPr>
            <a:xfrm>
              <a:off x="4995853" y="6773674"/>
              <a:ext cx="738064" cy="0"/>
            </a:xfrm>
            <a:custGeom>
              <a:avLst/>
              <a:pathLst>
                <a:path w="738064" h="0">
                  <a:moveTo>
                    <a:pt x="0" y="0"/>
                  </a:moveTo>
                  <a:lnTo>
                    <a:pt x="738064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3"/>
            <p:cNvSpPr/>
            <p:nvPr/>
          </p:nvSpPr>
          <p:spPr>
            <a:xfrm>
              <a:off x="7754075" y="6773674"/>
              <a:ext cx="594053" cy="0"/>
            </a:xfrm>
            <a:custGeom>
              <a:avLst/>
              <a:pathLst>
                <a:path w="594053" h="0">
                  <a:moveTo>
                    <a:pt x="0" y="0"/>
                  </a:moveTo>
                  <a:lnTo>
                    <a:pt x="594053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4"/>
            <p:cNvSpPr/>
            <p:nvPr/>
          </p:nvSpPr>
          <p:spPr>
            <a:xfrm>
              <a:off x="5146965" y="592469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7941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l655"/>
            <p:cNvSpPr/>
            <p:nvPr/>
          </p:nvSpPr>
          <p:spPr>
            <a:xfrm>
              <a:off x="5146965" y="592469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6"/>
            <p:cNvSpPr/>
            <p:nvPr/>
          </p:nvSpPr>
          <p:spPr>
            <a:xfrm>
              <a:off x="7366187" y="6115554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7"/>
            <p:cNvSpPr/>
            <p:nvPr/>
          </p:nvSpPr>
          <p:spPr>
            <a:xfrm>
              <a:off x="8173277" y="6540044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8"/>
            <p:cNvSpPr/>
            <p:nvPr/>
          </p:nvSpPr>
          <p:spPr>
            <a:xfrm>
              <a:off x="7519694" y="6327799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59"/>
            <p:cNvSpPr/>
            <p:nvPr/>
          </p:nvSpPr>
          <p:spPr>
            <a:xfrm>
              <a:off x="5204738" y="6327799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0"/>
            <p:cNvSpPr/>
            <p:nvPr/>
          </p:nvSpPr>
          <p:spPr>
            <a:xfrm>
              <a:off x="5212630" y="6115554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1"/>
            <p:cNvSpPr/>
            <p:nvPr/>
          </p:nvSpPr>
          <p:spPr>
            <a:xfrm>
              <a:off x="5178091" y="6540044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2"/>
            <p:cNvSpPr/>
            <p:nvPr/>
          </p:nvSpPr>
          <p:spPr>
            <a:xfrm>
              <a:off x="7279043" y="5903309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3"/>
            <p:cNvSpPr/>
            <p:nvPr/>
          </p:nvSpPr>
          <p:spPr>
            <a:xfrm>
              <a:off x="7852077" y="6752289"/>
              <a:ext cx="42769" cy="42769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4"/>
            <p:cNvSpPr/>
            <p:nvPr/>
          </p:nvSpPr>
          <p:spPr>
            <a:xfrm>
              <a:off x="5398153" y="6752289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5"/>
            <p:cNvSpPr/>
            <p:nvPr/>
          </p:nvSpPr>
          <p:spPr>
            <a:xfrm>
              <a:off x="7500181" y="6308286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6"/>
            <p:cNvSpPr/>
            <p:nvPr/>
          </p:nvSpPr>
          <p:spPr>
            <a:xfrm>
              <a:off x="7346674" y="6096041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7"/>
            <p:cNvSpPr/>
            <p:nvPr/>
          </p:nvSpPr>
          <p:spPr>
            <a:xfrm>
              <a:off x="8153764" y="6520531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8"/>
            <p:cNvSpPr/>
            <p:nvPr/>
          </p:nvSpPr>
          <p:spPr>
            <a:xfrm>
              <a:off x="5193117" y="6096041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69"/>
            <p:cNvSpPr/>
            <p:nvPr/>
          </p:nvSpPr>
          <p:spPr>
            <a:xfrm>
              <a:off x="5185225" y="6308286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0"/>
            <p:cNvSpPr/>
            <p:nvPr/>
          </p:nvSpPr>
          <p:spPr>
            <a:xfrm>
              <a:off x="5158578" y="6520531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1"/>
            <p:cNvSpPr/>
            <p:nvPr/>
          </p:nvSpPr>
          <p:spPr>
            <a:xfrm>
              <a:off x="7259530" y="5883796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2"/>
            <p:cNvSpPr/>
            <p:nvPr/>
          </p:nvSpPr>
          <p:spPr>
            <a:xfrm>
              <a:off x="5378640" y="6732776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3"/>
            <p:cNvSpPr/>
            <p:nvPr/>
          </p:nvSpPr>
          <p:spPr>
            <a:xfrm>
              <a:off x="7832564" y="6732776"/>
              <a:ext cx="81795" cy="81795"/>
            </a:xfrm>
            <a:prstGeom prst="ellipse">
              <a:avLst/>
            </a:prstGeom>
            <a:solidFill>
              <a:srgbClr val="8B2E1E">
                <a:alpha val="100000"/>
              </a:srgbClr>
            </a:solidFill>
            <a:ln w="13500" cap="rnd">
              <a:solidFill>
                <a:srgbClr val="8B2E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4"/>
            <p:cNvSpPr/>
            <p:nvPr/>
          </p:nvSpPr>
          <p:spPr>
            <a:xfrm>
              <a:off x="5106067" y="5883796"/>
              <a:ext cx="81795" cy="81795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5"/>
            <p:cNvSpPr/>
            <p:nvPr/>
          </p:nvSpPr>
          <p:spPr>
            <a:xfrm>
              <a:off x="5125580" y="5903309"/>
              <a:ext cx="42769" cy="42769"/>
            </a:xfrm>
            <a:prstGeom prst="ellipse">
              <a:avLst/>
            </a:prstGeom>
            <a:solidFill>
              <a:srgbClr val="8C8C8C">
                <a:alpha val="100000"/>
              </a:srgbClr>
            </a:solidFill>
            <a:ln w="13500" cap="rnd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6"/>
            <p:cNvSpPr/>
            <p:nvPr/>
          </p:nvSpPr>
          <p:spPr>
            <a:xfrm>
              <a:off x="4693033" y="677205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7"/>
            <p:cNvSpPr/>
            <p:nvPr/>
          </p:nvSpPr>
          <p:spPr>
            <a:xfrm>
              <a:off x="7744371" y="676390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8"/>
            <p:cNvSpPr/>
            <p:nvPr/>
          </p:nvSpPr>
          <p:spPr>
            <a:xfrm>
              <a:off x="5235328" y="675058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79"/>
            <p:cNvSpPr/>
            <p:nvPr/>
          </p:nvSpPr>
          <p:spPr>
            <a:xfrm>
              <a:off x="4971658" y="674344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0"/>
            <p:cNvSpPr/>
            <p:nvPr/>
          </p:nvSpPr>
          <p:spPr>
            <a:xfrm>
              <a:off x="4992895" y="678552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1"/>
            <p:cNvSpPr/>
            <p:nvPr/>
          </p:nvSpPr>
          <p:spPr>
            <a:xfrm>
              <a:off x="9633951" y="675590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2"/>
            <p:cNvSpPr/>
            <p:nvPr/>
          </p:nvSpPr>
          <p:spPr>
            <a:xfrm>
              <a:off x="8145002" y="675855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3"/>
            <p:cNvSpPr/>
            <p:nvPr/>
          </p:nvSpPr>
          <p:spPr>
            <a:xfrm>
              <a:off x="6467676" y="675099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4"/>
            <p:cNvSpPr/>
            <p:nvPr/>
          </p:nvSpPr>
          <p:spPr>
            <a:xfrm>
              <a:off x="4112807" y="676009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5"/>
            <p:cNvSpPr/>
            <p:nvPr/>
          </p:nvSpPr>
          <p:spPr>
            <a:xfrm>
              <a:off x="7728884" y="674875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6"/>
            <p:cNvSpPr/>
            <p:nvPr/>
          </p:nvSpPr>
          <p:spPr>
            <a:xfrm>
              <a:off x="5999064" y="6769103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7"/>
            <p:cNvSpPr/>
            <p:nvPr/>
          </p:nvSpPr>
          <p:spPr>
            <a:xfrm>
              <a:off x="5961450" y="6756983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8"/>
            <p:cNvSpPr/>
            <p:nvPr/>
          </p:nvSpPr>
          <p:spPr>
            <a:xfrm>
              <a:off x="8903203" y="676402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89"/>
            <p:cNvSpPr/>
            <p:nvPr/>
          </p:nvSpPr>
          <p:spPr>
            <a:xfrm>
              <a:off x="7893689" y="678877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0"/>
            <p:cNvSpPr/>
            <p:nvPr/>
          </p:nvSpPr>
          <p:spPr>
            <a:xfrm>
              <a:off x="5479230" y="679201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1"/>
            <p:cNvSpPr/>
            <p:nvPr/>
          </p:nvSpPr>
          <p:spPr>
            <a:xfrm>
              <a:off x="5409155" y="673198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2"/>
            <p:cNvSpPr/>
            <p:nvPr/>
          </p:nvSpPr>
          <p:spPr>
            <a:xfrm>
              <a:off x="5405961" y="676947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3"/>
            <p:cNvSpPr/>
            <p:nvPr/>
          </p:nvSpPr>
          <p:spPr>
            <a:xfrm>
              <a:off x="7826081" y="673306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4"/>
            <p:cNvSpPr/>
            <p:nvPr/>
          </p:nvSpPr>
          <p:spPr>
            <a:xfrm>
              <a:off x="7119961" y="676898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5"/>
            <p:cNvSpPr/>
            <p:nvPr/>
          </p:nvSpPr>
          <p:spPr>
            <a:xfrm>
              <a:off x="8318918" y="653976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6"/>
            <p:cNvSpPr/>
            <p:nvPr/>
          </p:nvSpPr>
          <p:spPr>
            <a:xfrm>
              <a:off x="8148426" y="656330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7"/>
            <p:cNvSpPr/>
            <p:nvPr/>
          </p:nvSpPr>
          <p:spPr>
            <a:xfrm>
              <a:off x="5204040" y="656318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8"/>
            <p:cNvSpPr/>
            <p:nvPr/>
          </p:nvSpPr>
          <p:spPr>
            <a:xfrm>
              <a:off x="8133756" y="654429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699"/>
            <p:cNvSpPr/>
            <p:nvPr/>
          </p:nvSpPr>
          <p:spPr>
            <a:xfrm>
              <a:off x="8639566" y="656215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0"/>
            <p:cNvSpPr/>
            <p:nvPr/>
          </p:nvSpPr>
          <p:spPr>
            <a:xfrm>
              <a:off x="5624145" y="655841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1"/>
            <p:cNvSpPr/>
            <p:nvPr/>
          </p:nvSpPr>
          <p:spPr>
            <a:xfrm>
              <a:off x="8982622" y="652958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2"/>
            <p:cNvSpPr/>
            <p:nvPr/>
          </p:nvSpPr>
          <p:spPr>
            <a:xfrm>
              <a:off x="10070005" y="655773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3"/>
            <p:cNvSpPr/>
            <p:nvPr/>
          </p:nvSpPr>
          <p:spPr>
            <a:xfrm>
              <a:off x="6063569" y="655892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4"/>
            <p:cNvSpPr/>
            <p:nvPr/>
          </p:nvSpPr>
          <p:spPr>
            <a:xfrm>
              <a:off x="5399757" y="651865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5"/>
            <p:cNvSpPr/>
            <p:nvPr/>
          </p:nvSpPr>
          <p:spPr>
            <a:xfrm>
              <a:off x="7795872" y="656495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6"/>
            <p:cNvSpPr/>
            <p:nvPr/>
          </p:nvSpPr>
          <p:spPr>
            <a:xfrm>
              <a:off x="5250588" y="653675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7"/>
            <p:cNvSpPr/>
            <p:nvPr/>
          </p:nvSpPr>
          <p:spPr>
            <a:xfrm>
              <a:off x="8156498" y="652523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8"/>
            <p:cNvSpPr/>
            <p:nvPr/>
          </p:nvSpPr>
          <p:spPr>
            <a:xfrm>
              <a:off x="9754483" y="654359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09"/>
            <p:cNvSpPr/>
            <p:nvPr/>
          </p:nvSpPr>
          <p:spPr>
            <a:xfrm>
              <a:off x="8684835" y="653594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0"/>
            <p:cNvSpPr/>
            <p:nvPr/>
          </p:nvSpPr>
          <p:spPr>
            <a:xfrm>
              <a:off x="5192909" y="654567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1"/>
            <p:cNvSpPr/>
            <p:nvPr/>
          </p:nvSpPr>
          <p:spPr>
            <a:xfrm>
              <a:off x="7194259" y="653598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2"/>
            <p:cNvSpPr/>
            <p:nvPr/>
          </p:nvSpPr>
          <p:spPr>
            <a:xfrm>
              <a:off x="5231619" y="6527979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3"/>
            <p:cNvSpPr/>
            <p:nvPr/>
          </p:nvSpPr>
          <p:spPr>
            <a:xfrm>
              <a:off x="3872232" y="655838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4"/>
            <p:cNvSpPr/>
            <p:nvPr/>
          </p:nvSpPr>
          <p:spPr>
            <a:xfrm>
              <a:off x="5822384" y="653477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5"/>
            <p:cNvSpPr/>
            <p:nvPr/>
          </p:nvSpPr>
          <p:spPr>
            <a:xfrm>
              <a:off x="3654700" y="654235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6"/>
            <p:cNvSpPr/>
            <p:nvPr/>
          </p:nvSpPr>
          <p:spPr>
            <a:xfrm>
              <a:off x="5810711" y="656481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7"/>
            <p:cNvSpPr/>
            <p:nvPr/>
          </p:nvSpPr>
          <p:spPr>
            <a:xfrm>
              <a:off x="8558844" y="652644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8"/>
            <p:cNvSpPr/>
            <p:nvPr/>
          </p:nvSpPr>
          <p:spPr>
            <a:xfrm>
              <a:off x="5981931" y="6572864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19"/>
            <p:cNvSpPr/>
            <p:nvPr/>
          </p:nvSpPr>
          <p:spPr>
            <a:xfrm>
              <a:off x="9548082" y="653893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0"/>
            <p:cNvSpPr/>
            <p:nvPr/>
          </p:nvSpPr>
          <p:spPr>
            <a:xfrm>
              <a:off x="5091947" y="6518703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1"/>
            <p:cNvSpPr/>
            <p:nvPr/>
          </p:nvSpPr>
          <p:spPr>
            <a:xfrm>
              <a:off x="4810119" y="656473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2"/>
            <p:cNvSpPr/>
            <p:nvPr/>
          </p:nvSpPr>
          <p:spPr>
            <a:xfrm>
              <a:off x="8181086" y="657291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3"/>
            <p:cNvSpPr/>
            <p:nvPr/>
          </p:nvSpPr>
          <p:spPr>
            <a:xfrm>
              <a:off x="7345809" y="656233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4"/>
            <p:cNvSpPr/>
            <p:nvPr/>
          </p:nvSpPr>
          <p:spPr>
            <a:xfrm>
              <a:off x="9965934" y="655097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5"/>
            <p:cNvSpPr/>
            <p:nvPr/>
          </p:nvSpPr>
          <p:spPr>
            <a:xfrm>
              <a:off x="5949780" y="6522843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6"/>
            <p:cNvSpPr/>
            <p:nvPr/>
          </p:nvSpPr>
          <p:spPr>
            <a:xfrm>
              <a:off x="10032414" y="653852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7"/>
            <p:cNvSpPr/>
            <p:nvPr/>
          </p:nvSpPr>
          <p:spPr>
            <a:xfrm>
              <a:off x="5185899" y="658048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8"/>
            <p:cNvSpPr/>
            <p:nvPr/>
          </p:nvSpPr>
          <p:spPr>
            <a:xfrm>
              <a:off x="8047073" y="655128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29"/>
            <p:cNvSpPr/>
            <p:nvPr/>
          </p:nvSpPr>
          <p:spPr>
            <a:xfrm>
              <a:off x="9251314" y="656520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0"/>
            <p:cNvSpPr/>
            <p:nvPr/>
          </p:nvSpPr>
          <p:spPr>
            <a:xfrm>
              <a:off x="4491684" y="654520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1"/>
            <p:cNvSpPr/>
            <p:nvPr/>
          </p:nvSpPr>
          <p:spPr>
            <a:xfrm>
              <a:off x="4263232" y="656399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2"/>
            <p:cNvSpPr/>
            <p:nvPr/>
          </p:nvSpPr>
          <p:spPr>
            <a:xfrm>
              <a:off x="8082405" y="658161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3"/>
            <p:cNvSpPr/>
            <p:nvPr/>
          </p:nvSpPr>
          <p:spPr>
            <a:xfrm>
              <a:off x="4192207" y="655227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4"/>
            <p:cNvSpPr/>
            <p:nvPr/>
          </p:nvSpPr>
          <p:spPr>
            <a:xfrm>
              <a:off x="4868351" y="653721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5"/>
            <p:cNvSpPr/>
            <p:nvPr/>
          </p:nvSpPr>
          <p:spPr>
            <a:xfrm>
              <a:off x="7901848" y="653465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6"/>
            <p:cNvSpPr/>
            <p:nvPr/>
          </p:nvSpPr>
          <p:spPr>
            <a:xfrm>
              <a:off x="4527067" y="655597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7"/>
            <p:cNvSpPr/>
            <p:nvPr/>
          </p:nvSpPr>
          <p:spPr>
            <a:xfrm>
              <a:off x="4235851" y="6534233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8"/>
            <p:cNvSpPr/>
            <p:nvPr/>
          </p:nvSpPr>
          <p:spPr>
            <a:xfrm>
              <a:off x="9413789" y="655636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39"/>
            <p:cNvSpPr/>
            <p:nvPr/>
          </p:nvSpPr>
          <p:spPr>
            <a:xfrm>
              <a:off x="3887151" y="6544294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0"/>
            <p:cNvSpPr/>
            <p:nvPr/>
          </p:nvSpPr>
          <p:spPr>
            <a:xfrm>
              <a:off x="7357858" y="654514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1"/>
            <p:cNvSpPr/>
            <p:nvPr/>
          </p:nvSpPr>
          <p:spPr>
            <a:xfrm>
              <a:off x="5640595" y="652479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2"/>
            <p:cNvSpPr/>
            <p:nvPr/>
          </p:nvSpPr>
          <p:spPr>
            <a:xfrm>
              <a:off x="4642005" y="653313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3"/>
            <p:cNvSpPr/>
            <p:nvPr/>
          </p:nvSpPr>
          <p:spPr>
            <a:xfrm>
              <a:off x="6032537" y="654708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4"/>
            <p:cNvSpPr/>
            <p:nvPr/>
          </p:nvSpPr>
          <p:spPr>
            <a:xfrm>
              <a:off x="5296238" y="655456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5"/>
            <p:cNvSpPr/>
            <p:nvPr/>
          </p:nvSpPr>
          <p:spPr>
            <a:xfrm>
              <a:off x="5511046" y="657648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6"/>
            <p:cNvSpPr/>
            <p:nvPr/>
          </p:nvSpPr>
          <p:spPr>
            <a:xfrm>
              <a:off x="5242320" y="657221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7"/>
            <p:cNvSpPr/>
            <p:nvPr/>
          </p:nvSpPr>
          <p:spPr>
            <a:xfrm>
              <a:off x="8257841" y="657744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8"/>
            <p:cNvSpPr/>
            <p:nvPr/>
          </p:nvSpPr>
          <p:spPr>
            <a:xfrm>
              <a:off x="6772313" y="655082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49"/>
            <p:cNvSpPr/>
            <p:nvPr/>
          </p:nvSpPr>
          <p:spPr>
            <a:xfrm>
              <a:off x="8252924" y="655377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0"/>
            <p:cNvSpPr/>
            <p:nvPr/>
          </p:nvSpPr>
          <p:spPr>
            <a:xfrm>
              <a:off x="6579429" y="654019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1"/>
            <p:cNvSpPr/>
            <p:nvPr/>
          </p:nvSpPr>
          <p:spPr>
            <a:xfrm>
              <a:off x="4887564" y="655145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2"/>
            <p:cNvSpPr/>
            <p:nvPr/>
          </p:nvSpPr>
          <p:spPr>
            <a:xfrm>
              <a:off x="8253787" y="651586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3"/>
            <p:cNvSpPr/>
            <p:nvPr/>
          </p:nvSpPr>
          <p:spPr>
            <a:xfrm>
              <a:off x="8351266" y="655806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4"/>
            <p:cNvSpPr/>
            <p:nvPr/>
          </p:nvSpPr>
          <p:spPr>
            <a:xfrm>
              <a:off x="8981380" y="654844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5"/>
            <p:cNvSpPr/>
            <p:nvPr/>
          </p:nvSpPr>
          <p:spPr>
            <a:xfrm>
              <a:off x="8237886" y="653477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6"/>
            <p:cNvSpPr/>
            <p:nvPr/>
          </p:nvSpPr>
          <p:spPr>
            <a:xfrm>
              <a:off x="7508731" y="653456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7"/>
            <p:cNvSpPr/>
            <p:nvPr/>
          </p:nvSpPr>
          <p:spPr>
            <a:xfrm>
              <a:off x="6620084" y="655802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8"/>
            <p:cNvSpPr/>
            <p:nvPr/>
          </p:nvSpPr>
          <p:spPr>
            <a:xfrm>
              <a:off x="2692295" y="6547853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59"/>
            <p:cNvSpPr/>
            <p:nvPr/>
          </p:nvSpPr>
          <p:spPr>
            <a:xfrm>
              <a:off x="5904426" y="6549594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0"/>
            <p:cNvSpPr/>
            <p:nvPr/>
          </p:nvSpPr>
          <p:spPr>
            <a:xfrm>
              <a:off x="8078632" y="651414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1"/>
            <p:cNvSpPr/>
            <p:nvPr/>
          </p:nvSpPr>
          <p:spPr>
            <a:xfrm>
              <a:off x="5540122" y="654130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2"/>
            <p:cNvSpPr/>
            <p:nvPr/>
          </p:nvSpPr>
          <p:spPr>
            <a:xfrm>
              <a:off x="7502914" y="655477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3"/>
            <p:cNvSpPr/>
            <p:nvPr/>
          </p:nvSpPr>
          <p:spPr>
            <a:xfrm>
              <a:off x="9605981" y="656038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4"/>
            <p:cNvSpPr/>
            <p:nvPr/>
          </p:nvSpPr>
          <p:spPr>
            <a:xfrm>
              <a:off x="3496825" y="6552129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5"/>
            <p:cNvSpPr/>
            <p:nvPr/>
          </p:nvSpPr>
          <p:spPr>
            <a:xfrm>
              <a:off x="9274927" y="654757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6"/>
            <p:cNvSpPr/>
            <p:nvPr/>
          </p:nvSpPr>
          <p:spPr>
            <a:xfrm>
              <a:off x="6660775" y="654393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7"/>
            <p:cNvSpPr/>
            <p:nvPr/>
          </p:nvSpPr>
          <p:spPr>
            <a:xfrm>
              <a:off x="7527503" y="631168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8"/>
            <p:cNvSpPr/>
            <p:nvPr/>
          </p:nvSpPr>
          <p:spPr>
            <a:xfrm>
              <a:off x="6843679" y="631173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69"/>
            <p:cNvSpPr/>
            <p:nvPr/>
          </p:nvSpPr>
          <p:spPr>
            <a:xfrm>
              <a:off x="8706459" y="632046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0"/>
            <p:cNvSpPr/>
            <p:nvPr/>
          </p:nvSpPr>
          <p:spPr>
            <a:xfrm>
              <a:off x="6123031" y="631522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1"/>
            <p:cNvSpPr/>
            <p:nvPr/>
          </p:nvSpPr>
          <p:spPr>
            <a:xfrm>
              <a:off x="6818675" y="634993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2"/>
            <p:cNvSpPr/>
            <p:nvPr/>
          </p:nvSpPr>
          <p:spPr>
            <a:xfrm>
              <a:off x="4430240" y="634302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3"/>
            <p:cNvSpPr/>
            <p:nvPr/>
          </p:nvSpPr>
          <p:spPr>
            <a:xfrm>
              <a:off x="4466386" y="6328024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4"/>
            <p:cNvSpPr/>
            <p:nvPr/>
          </p:nvSpPr>
          <p:spPr>
            <a:xfrm>
              <a:off x="5297419" y="633131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5"/>
            <p:cNvSpPr/>
            <p:nvPr/>
          </p:nvSpPr>
          <p:spPr>
            <a:xfrm>
              <a:off x="6395181" y="636479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6"/>
            <p:cNvSpPr/>
            <p:nvPr/>
          </p:nvSpPr>
          <p:spPr>
            <a:xfrm>
              <a:off x="6576742" y="633105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7"/>
            <p:cNvSpPr/>
            <p:nvPr/>
          </p:nvSpPr>
          <p:spPr>
            <a:xfrm>
              <a:off x="10033422" y="633167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8"/>
            <p:cNvSpPr/>
            <p:nvPr/>
          </p:nvSpPr>
          <p:spPr>
            <a:xfrm>
              <a:off x="10228602" y="633793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79"/>
            <p:cNvSpPr/>
            <p:nvPr/>
          </p:nvSpPr>
          <p:spPr>
            <a:xfrm>
              <a:off x="6958296" y="635922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0"/>
            <p:cNvSpPr/>
            <p:nvPr/>
          </p:nvSpPr>
          <p:spPr>
            <a:xfrm>
              <a:off x="8928890" y="635063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1"/>
            <p:cNvSpPr/>
            <p:nvPr/>
          </p:nvSpPr>
          <p:spPr>
            <a:xfrm>
              <a:off x="7275246" y="632315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2"/>
            <p:cNvSpPr/>
            <p:nvPr/>
          </p:nvSpPr>
          <p:spPr>
            <a:xfrm>
              <a:off x="8355842" y="633394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3"/>
            <p:cNvSpPr/>
            <p:nvPr/>
          </p:nvSpPr>
          <p:spPr>
            <a:xfrm>
              <a:off x="7451747" y="633925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4"/>
            <p:cNvSpPr/>
            <p:nvPr/>
          </p:nvSpPr>
          <p:spPr>
            <a:xfrm>
              <a:off x="6004912" y="634170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5"/>
            <p:cNvSpPr/>
            <p:nvPr/>
          </p:nvSpPr>
          <p:spPr>
            <a:xfrm>
              <a:off x="2606916" y="633560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6"/>
            <p:cNvSpPr/>
            <p:nvPr/>
          </p:nvSpPr>
          <p:spPr>
            <a:xfrm>
              <a:off x="5212546" y="634840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7"/>
            <p:cNvSpPr/>
            <p:nvPr/>
          </p:nvSpPr>
          <p:spPr>
            <a:xfrm>
              <a:off x="8247227" y="635906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8"/>
            <p:cNvSpPr/>
            <p:nvPr/>
          </p:nvSpPr>
          <p:spPr>
            <a:xfrm>
              <a:off x="8655509" y="634765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89"/>
            <p:cNvSpPr/>
            <p:nvPr/>
          </p:nvSpPr>
          <p:spPr>
            <a:xfrm>
              <a:off x="5679206" y="610466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0"/>
            <p:cNvSpPr/>
            <p:nvPr/>
          </p:nvSpPr>
          <p:spPr>
            <a:xfrm>
              <a:off x="9229478" y="613115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1"/>
            <p:cNvSpPr/>
            <p:nvPr/>
          </p:nvSpPr>
          <p:spPr>
            <a:xfrm>
              <a:off x="3845615" y="611958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2"/>
            <p:cNvSpPr/>
            <p:nvPr/>
          </p:nvSpPr>
          <p:spPr>
            <a:xfrm>
              <a:off x="6697309" y="610028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3"/>
            <p:cNvSpPr/>
            <p:nvPr/>
          </p:nvSpPr>
          <p:spPr>
            <a:xfrm>
              <a:off x="7220917" y="613107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4"/>
            <p:cNvSpPr/>
            <p:nvPr/>
          </p:nvSpPr>
          <p:spPr>
            <a:xfrm>
              <a:off x="3762288" y="612692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5"/>
            <p:cNvSpPr/>
            <p:nvPr/>
          </p:nvSpPr>
          <p:spPr>
            <a:xfrm>
              <a:off x="4196047" y="6130056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6"/>
            <p:cNvSpPr/>
            <p:nvPr/>
          </p:nvSpPr>
          <p:spPr>
            <a:xfrm>
              <a:off x="6100079" y="613430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7"/>
            <p:cNvSpPr/>
            <p:nvPr/>
          </p:nvSpPr>
          <p:spPr>
            <a:xfrm>
              <a:off x="8250336" y="612129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8"/>
            <p:cNvSpPr/>
            <p:nvPr/>
          </p:nvSpPr>
          <p:spPr>
            <a:xfrm>
              <a:off x="8016811" y="611490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799"/>
            <p:cNvSpPr/>
            <p:nvPr/>
          </p:nvSpPr>
          <p:spPr>
            <a:xfrm>
              <a:off x="6841238" y="610740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0"/>
            <p:cNvSpPr/>
            <p:nvPr/>
          </p:nvSpPr>
          <p:spPr>
            <a:xfrm>
              <a:off x="8447366" y="613203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1"/>
            <p:cNvSpPr/>
            <p:nvPr/>
          </p:nvSpPr>
          <p:spPr>
            <a:xfrm>
              <a:off x="5220438" y="612907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2"/>
            <p:cNvSpPr/>
            <p:nvPr/>
          </p:nvSpPr>
          <p:spPr>
            <a:xfrm>
              <a:off x="6985363" y="616031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3"/>
            <p:cNvSpPr/>
            <p:nvPr/>
          </p:nvSpPr>
          <p:spPr>
            <a:xfrm>
              <a:off x="6282326" y="6128374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4"/>
            <p:cNvSpPr/>
            <p:nvPr/>
          </p:nvSpPr>
          <p:spPr>
            <a:xfrm>
              <a:off x="6218144" y="614129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5"/>
            <p:cNvSpPr/>
            <p:nvPr/>
          </p:nvSpPr>
          <p:spPr>
            <a:xfrm>
              <a:off x="6911230" y="612570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6"/>
            <p:cNvSpPr/>
            <p:nvPr/>
          </p:nvSpPr>
          <p:spPr>
            <a:xfrm>
              <a:off x="5177468" y="612153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7"/>
            <p:cNvSpPr/>
            <p:nvPr/>
          </p:nvSpPr>
          <p:spPr>
            <a:xfrm>
              <a:off x="7121359" y="610347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8"/>
            <p:cNvSpPr/>
            <p:nvPr/>
          </p:nvSpPr>
          <p:spPr>
            <a:xfrm>
              <a:off x="6669408" y="613366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09"/>
            <p:cNvSpPr/>
            <p:nvPr/>
          </p:nvSpPr>
          <p:spPr>
            <a:xfrm>
              <a:off x="4420637" y="6120894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0"/>
            <p:cNvSpPr/>
            <p:nvPr/>
          </p:nvSpPr>
          <p:spPr>
            <a:xfrm>
              <a:off x="7066158" y="612217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1"/>
            <p:cNvSpPr/>
            <p:nvPr/>
          </p:nvSpPr>
          <p:spPr>
            <a:xfrm>
              <a:off x="8154606" y="614307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2"/>
            <p:cNvSpPr/>
            <p:nvPr/>
          </p:nvSpPr>
          <p:spPr>
            <a:xfrm>
              <a:off x="6632586" y="611732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3"/>
            <p:cNvSpPr/>
            <p:nvPr/>
          </p:nvSpPr>
          <p:spPr>
            <a:xfrm>
              <a:off x="5907792" y="614530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4"/>
            <p:cNvSpPr/>
            <p:nvPr/>
          </p:nvSpPr>
          <p:spPr>
            <a:xfrm>
              <a:off x="3240621" y="6123363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5"/>
            <p:cNvSpPr/>
            <p:nvPr/>
          </p:nvSpPr>
          <p:spPr>
            <a:xfrm>
              <a:off x="6753294" y="614291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6"/>
            <p:cNvSpPr/>
            <p:nvPr/>
          </p:nvSpPr>
          <p:spPr>
            <a:xfrm>
              <a:off x="5603762" y="613620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7"/>
            <p:cNvSpPr/>
            <p:nvPr/>
          </p:nvSpPr>
          <p:spPr>
            <a:xfrm>
              <a:off x="4724366" y="6115210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8"/>
            <p:cNvSpPr/>
            <p:nvPr/>
          </p:nvSpPr>
          <p:spPr>
            <a:xfrm>
              <a:off x="6264638" y="611506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19"/>
            <p:cNvSpPr/>
            <p:nvPr/>
          </p:nvSpPr>
          <p:spPr>
            <a:xfrm>
              <a:off x="9466569" y="612631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0"/>
            <p:cNvSpPr/>
            <p:nvPr/>
          </p:nvSpPr>
          <p:spPr>
            <a:xfrm>
              <a:off x="8759099" y="610988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1"/>
            <p:cNvSpPr/>
            <p:nvPr/>
          </p:nvSpPr>
          <p:spPr>
            <a:xfrm>
              <a:off x="4587592" y="6125974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2"/>
            <p:cNvSpPr/>
            <p:nvPr/>
          </p:nvSpPr>
          <p:spPr>
            <a:xfrm>
              <a:off x="9718287" y="611646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3"/>
            <p:cNvSpPr/>
            <p:nvPr/>
          </p:nvSpPr>
          <p:spPr>
            <a:xfrm>
              <a:off x="7231588" y="609605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4"/>
            <p:cNvSpPr/>
            <p:nvPr/>
          </p:nvSpPr>
          <p:spPr>
            <a:xfrm>
              <a:off x="6575281" y="6148581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5"/>
            <p:cNvSpPr/>
            <p:nvPr/>
          </p:nvSpPr>
          <p:spPr>
            <a:xfrm>
              <a:off x="7295485" y="615110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6"/>
            <p:cNvSpPr/>
            <p:nvPr/>
          </p:nvSpPr>
          <p:spPr>
            <a:xfrm>
              <a:off x="6158431" y="610900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7"/>
            <p:cNvSpPr/>
            <p:nvPr/>
          </p:nvSpPr>
          <p:spPr>
            <a:xfrm>
              <a:off x="6979378" y="608763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8"/>
            <p:cNvSpPr/>
            <p:nvPr/>
          </p:nvSpPr>
          <p:spPr>
            <a:xfrm>
              <a:off x="7115953" y="614094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29"/>
            <p:cNvSpPr/>
            <p:nvPr/>
          </p:nvSpPr>
          <p:spPr>
            <a:xfrm>
              <a:off x="5667188" y="6126018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0"/>
            <p:cNvSpPr/>
            <p:nvPr/>
          </p:nvSpPr>
          <p:spPr>
            <a:xfrm>
              <a:off x="7839150" y="613510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1"/>
            <p:cNvSpPr/>
            <p:nvPr/>
          </p:nvSpPr>
          <p:spPr>
            <a:xfrm>
              <a:off x="6439446" y="610004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2"/>
            <p:cNvSpPr/>
            <p:nvPr/>
          </p:nvSpPr>
          <p:spPr>
            <a:xfrm>
              <a:off x="9449200" y="612107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3"/>
            <p:cNvSpPr/>
            <p:nvPr/>
          </p:nvSpPr>
          <p:spPr>
            <a:xfrm>
              <a:off x="8475283" y="611084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4"/>
            <p:cNvSpPr/>
            <p:nvPr/>
          </p:nvSpPr>
          <p:spPr>
            <a:xfrm>
              <a:off x="8592566" y="613611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5"/>
            <p:cNvSpPr/>
            <p:nvPr/>
          </p:nvSpPr>
          <p:spPr>
            <a:xfrm>
              <a:off x="5032835" y="6134655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6"/>
            <p:cNvSpPr/>
            <p:nvPr/>
          </p:nvSpPr>
          <p:spPr>
            <a:xfrm>
              <a:off x="8661496" y="612619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7"/>
            <p:cNvSpPr/>
            <p:nvPr/>
          </p:nvSpPr>
          <p:spPr>
            <a:xfrm>
              <a:off x="10395475" y="612059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8"/>
            <p:cNvSpPr/>
            <p:nvPr/>
          </p:nvSpPr>
          <p:spPr>
            <a:xfrm>
              <a:off x="10550410" y="612352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39"/>
            <p:cNvSpPr/>
            <p:nvPr/>
          </p:nvSpPr>
          <p:spPr>
            <a:xfrm>
              <a:off x="8048018" y="612533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0"/>
            <p:cNvSpPr/>
            <p:nvPr/>
          </p:nvSpPr>
          <p:spPr>
            <a:xfrm>
              <a:off x="7165857" y="614968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1"/>
            <p:cNvSpPr/>
            <p:nvPr/>
          </p:nvSpPr>
          <p:spPr>
            <a:xfrm>
              <a:off x="8615433" y="611682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2"/>
            <p:cNvSpPr/>
            <p:nvPr/>
          </p:nvSpPr>
          <p:spPr>
            <a:xfrm>
              <a:off x="7755479" y="6110288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3"/>
            <p:cNvSpPr/>
            <p:nvPr/>
          </p:nvSpPr>
          <p:spPr>
            <a:xfrm>
              <a:off x="5433717" y="6111902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4"/>
            <p:cNvSpPr/>
            <p:nvPr/>
          </p:nvSpPr>
          <p:spPr>
            <a:xfrm>
              <a:off x="5961319" y="612187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5"/>
            <p:cNvSpPr/>
            <p:nvPr/>
          </p:nvSpPr>
          <p:spPr>
            <a:xfrm>
              <a:off x="7442410" y="613274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6"/>
            <p:cNvSpPr/>
            <p:nvPr/>
          </p:nvSpPr>
          <p:spPr>
            <a:xfrm>
              <a:off x="5630899" y="611554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7"/>
            <p:cNvSpPr/>
            <p:nvPr/>
          </p:nvSpPr>
          <p:spPr>
            <a:xfrm>
              <a:off x="7373996" y="611868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8"/>
            <p:cNvSpPr/>
            <p:nvPr/>
          </p:nvSpPr>
          <p:spPr>
            <a:xfrm>
              <a:off x="8071385" y="610411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49"/>
            <p:cNvSpPr/>
            <p:nvPr/>
          </p:nvSpPr>
          <p:spPr>
            <a:xfrm>
              <a:off x="9894087" y="6127649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0"/>
            <p:cNvSpPr/>
            <p:nvPr/>
          </p:nvSpPr>
          <p:spPr>
            <a:xfrm>
              <a:off x="7199984" y="611328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1"/>
            <p:cNvSpPr/>
            <p:nvPr/>
          </p:nvSpPr>
          <p:spPr>
            <a:xfrm>
              <a:off x="6426372" y="590090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2"/>
            <p:cNvSpPr/>
            <p:nvPr/>
          </p:nvSpPr>
          <p:spPr>
            <a:xfrm>
              <a:off x="7252361" y="588248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3"/>
            <p:cNvSpPr/>
            <p:nvPr/>
          </p:nvSpPr>
          <p:spPr>
            <a:xfrm>
              <a:off x="8166085" y="5927275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4"/>
            <p:cNvSpPr/>
            <p:nvPr/>
          </p:nvSpPr>
          <p:spPr>
            <a:xfrm>
              <a:off x="7747129" y="591879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5"/>
            <p:cNvSpPr/>
            <p:nvPr/>
          </p:nvSpPr>
          <p:spPr>
            <a:xfrm>
              <a:off x="6706943" y="592624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6"/>
            <p:cNvSpPr/>
            <p:nvPr/>
          </p:nvSpPr>
          <p:spPr>
            <a:xfrm>
              <a:off x="5133388" y="5911117"/>
              <a:ext cx="27152" cy="27152"/>
            </a:xfrm>
            <a:prstGeom prst="ellipse">
              <a:avLst/>
            </a:prstGeom>
            <a:solidFill>
              <a:srgbClr val="8C8C8C">
                <a:alpha val="45098"/>
              </a:srgbClr>
            </a:solidFill>
            <a:ln w="8181" cap="rnd">
              <a:solidFill>
                <a:srgbClr val="8C8C8C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7"/>
            <p:cNvSpPr/>
            <p:nvPr/>
          </p:nvSpPr>
          <p:spPr>
            <a:xfrm>
              <a:off x="7430406" y="5906934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8"/>
            <p:cNvSpPr/>
            <p:nvPr/>
          </p:nvSpPr>
          <p:spPr>
            <a:xfrm>
              <a:off x="8133898" y="5894832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59"/>
            <p:cNvSpPr/>
            <p:nvPr/>
          </p:nvSpPr>
          <p:spPr>
            <a:xfrm>
              <a:off x="7286851" y="5944450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0"/>
            <p:cNvSpPr/>
            <p:nvPr/>
          </p:nvSpPr>
          <p:spPr>
            <a:xfrm>
              <a:off x="6373906" y="5920763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1"/>
            <p:cNvSpPr/>
            <p:nvPr/>
          </p:nvSpPr>
          <p:spPr>
            <a:xfrm>
              <a:off x="7073767" y="5903046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2"/>
            <p:cNvSpPr/>
            <p:nvPr/>
          </p:nvSpPr>
          <p:spPr>
            <a:xfrm>
              <a:off x="8223016" y="590185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3"/>
            <p:cNvSpPr/>
            <p:nvPr/>
          </p:nvSpPr>
          <p:spPr>
            <a:xfrm>
              <a:off x="7231327" y="5920621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4"/>
            <p:cNvSpPr/>
            <p:nvPr/>
          </p:nvSpPr>
          <p:spPr>
            <a:xfrm>
              <a:off x="9082153" y="5912127"/>
              <a:ext cx="27152" cy="27152"/>
            </a:xfrm>
            <a:prstGeom prst="ellipse">
              <a:avLst/>
            </a:prstGeom>
            <a:solidFill>
              <a:srgbClr val="8B2E1E">
                <a:alpha val="45098"/>
              </a:srgbClr>
            </a:solidFill>
            <a:ln w="8181" cap="rnd">
              <a:solidFill>
                <a:srgbClr val="8B2E1E">
                  <a:alpha val="4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tx865"/>
            <p:cNvSpPr/>
            <p:nvPr/>
          </p:nvSpPr>
          <p:spPr>
            <a:xfrm>
              <a:off x="1199363" y="6734949"/>
              <a:ext cx="275965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Aerial</a:t>
              </a:r>
            </a:p>
          </p:txBody>
        </p:sp>
        <p:sp>
          <p:nvSpPr>
            <p:cNvPr id="867" name="tx866"/>
            <p:cNvSpPr/>
            <p:nvPr/>
          </p:nvSpPr>
          <p:spPr>
            <a:xfrm>
              <a:off x="959333" y="6522704"/>
              <a:ext cx="515995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Insessorial</a:t>
              </a:r>
            </a:p>
          </p:txBody>
        </p:sp>
        <p:sp>
          <p:nvSpPr>
            <p:cNvPr id="868" name="tx867"/>
            <p:cNvSpPr/>
            <p:nvPr/>
          </p:nvSpPr>
          <p:spPr>
            <a:xfrm>
              <a:off x="983290" y="6310459"/>
              <a:ext cx="492038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Generalist</a:t>
              </a:r>
            </a:p>
          </p:txBody>
        </p:sp>
        <p:sp>
          <p:nvSpPr>
            <p:cNvPr id="869" name="tx868"/>
            <p:cNvSpPr/>
            <p:nvPr/>
          </p:nvSpPr>
          <p:spPr>
            <a:xfrm>
              <a:off x="989508" y="6098214"/>
              <a:ext cx="485820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Terrestrial</a:t>
              </a:r>
            </a:p>
          </p:txBody>
        </p:sp>
        <p:sp>
          <p:nvSpPr>
            <p:cNvPr id="870" name="tx869"/>
            <p:cNvSpPr/>
            <p:nvPr/>
          </p:nvSpPr>
          <p:spPr>
            <a:xfrm>
              <a:off x="1115238" y="5885969"/>
              <a:ext cx="360090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Aquatic</a:t>
              </a:r>
            </a:p>
          </p:txBody>
        </p:sp>
        <p:sp>
          <p:nvSpPr>
            <p:cNvPr id="871" name="tx870"/>
            <p:cNvSpPr/>
            <p:nvPr/>
          </p:nvSpPr>
          <p:spPr>
            <a:xfrm>
              <a:off x="1887275" y="6957958"/>
              <a:ext cx="150144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872" name="tx871"/>
            <p:cNvSpPr/>
            <p:nvPr/>
          </p:nvSpPr>
          <p:spPr>
            <a:xfrm>
              <a:off x="4206316" y="6957958"/>
              <a:ext cx="150144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873" name="tx872"/>
            <p:cNvSpPr/>
            <p:nvPr/>
          </p:nvSpPr>
          <p:spPr>
            <a:xfrm>
              <a:off x="6525356" y="6957958"/>
              <a:ext cx="150144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874" name="tx873"/>
            <p:cNvSpPr/>
            <p:nvPr/>
          </p:nvSpPr>
          <p:spPr>
            <a:xfrm>
              <a:off x="8844396" y="6957958"/>
              <a:ext cx="150144" cy="774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875" name="tx874"/>
            <p:cNvSpPr/>
            <p:nvPr/>
          </p:nvSpPr>
          <p:spPr>
            <a:xfrm>
              <a:off x="5689655" y="7090904"/>
              <a:ext cx="1147023" cy="865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50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Year-trend coefficient</a:t>
              </a:r>
            </a:p>
          </p:txBody>
        </p:sp>
        <p:sp>
          <p:nvSpPr>
            <p:cNvPr id="876" name="tx875"/>
            <p:cNvSpPr/>
            <p:nvPr/>
          </p:nvSpPr>
          <p:spPr>
            <a:xfrm>
              <a:off x="527371" y="5503449"/>
              <a:ext cx="1177655" cy="109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 lifestyle</a:t>
              </a:r>
            </a:p>
          </p:txBody>
        </p:sp>
        <p:sp>
          <p:nvSpPr>
            <p:cNvPr id="877" name="tx876"/>
            <p:cNvSpPr/>
            <p:nvPr/>
          </p:nvSpPr>
          <p:spPr>
            <a:xfrm>
              <a:off x="527371" y="1313027"/>
              <a:ext cx="306872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AVONET trait categories | run=v2_full_200sp_ar1</a:t>
              </a:r>
            </a:p>
          </p:txBody>
        </p:sp>
        <p:sp>
          <p:nvSpPr>
            <p:cNvPr id="878" name="tx877"/>
            <p:cNvSpPr/>
            <p:nvPr/>
          </p:nvSpPr>
          <p:spPr>
            <a:xfrm>
              <a:off x="527371" y="1107060"/>
              <a:ext cx="3155868" cy="118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Winner/loser distributions by trait group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Ridgeline by family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74320" y="1005840"/>
            <a:ext cx="10972800" cy="6400800"/>
            <a:chOff x="274320" y="1005840"/>
            <a:chExt cx="10972800" cy="6400800"/>
          </a:xfrm>
        </p:grpSpPr>
        <p:sp>
          <p:nvSpPr>
            <p:cNvPr id="4" name="rc3"/>
            <p:cNvSpPr/>
            <p:nvPr/>
          </p:nvSpPr>
          <p:spPr>
            <a:xfrm>
              <a:off x="274320" y="1005840"/>
              <a:ext cx="109728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1247120" y="1005840"/>
              <a:ext cx="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159413" y="6779766"/>
              <a:ext cx="9961181" cy="0"/>
            </a:xfrm>
            <a:custGeom>
              <a:avLst/>
              <a:pathLst>
                <a:path w="9961181" h="0">
                  <a:moveTo>
                    <a:pt x="0" y="0"/>
                  </a:moveTo>
                  <a:lnTo>
                    <a:pt x="9961181" y="0"/>
                  </a:lnTo>
                  <a:lnTo>
                    <a:pt x="996118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159413" y="6436471"/>
              <a:ext cx="9961181" cy="0"/>
            </a:xfrm>
            <a:custGeom>
              <a:avLst/>
              <a:pathLst>
                <a:path w="9961181" h="0">
                  <a:moveTo>
                    <a:pt x="0" y="0"/>
                  </a:moveTo>
                  <a:lnTo>
                    <a:pt x="9961181" y="0"/>
                  </a:lnTo>
                  <a:lnTo>
                    <a:pt x="996118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159413" y="6093176"/>
              <a:ext cx="9961181" cy="0"/>
            </a:xfrm>
            <a:custGeom>
              <a:avLst/>
              <a:pathLst>
                <a:path w="9961181" h="0">
                  <a:moveTo>
                    <a:pt x="0" y="0"/>
                  </a:moveTo>
                  <a:lnTo>
                    <a:pt x="9961181" y="0"/>
                  </a:lnTo>
                  <a:lnTo>
                    <a:pt x="996118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159413" y="5749881"/>
              <a:ext cx="9961181" cy="0"/>
            </a:xfrm>
            <a:custGeom>
              <a:avLst/>
              <a:pathLst>
                <a:path w="9961181" h="0">
                  <a:moveTo>
                    <a:pt x="0" y="0"/>
                  </a:moveTo>
                  <a:lnTo>
                    <a:pt x="9961181" y="0"/>
                  </a:lnTo>
                  <a:lnTo>
                    <a:pt x="996118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159413" y="5406586"/>
              <a:ext cx="9961181" cy="0"/>
            </a:xfrm>
            <a:custGeom>
              <a:avLst/>
              <a:pathLst>
                <a:path w="9961181" h="0">
                  <a:moveTo>
                    <a:pt x="0" y="0"/>
                  </a:moveTo>
                  <a:lnTo>
                    <a:pt x="9961181" y="0"/>
                  </a:lnTo>
                  <a:lnTo>
                    <a:pt x="996118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159413" y="5063291"/>
              <a:ext cx="9961181" cy="0"/>
            </a:xfrm>
            <a:custGeom>
              <a:avLst/>
              <a:pathLst>
                <a:path w="9961181" h="0">
                  <a:moveTo>
                    <a:pt x="0" y="0"/>
                  </a:moveTo>
                  <a:lnTo>
                    <a:pt x="9961181" y="0"/>
                  </a:lnTo>
                  <a:lnTo>
                    <a:pt x="996118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159413" y="4719996"/>
              <a:ext cx="9961181" cy="0"/>
            </a:xfrm>
            <a:custGeom>
              <a:avLst/>
              <a:pathLst>
                <a:path w="9961181" h="0">
                  <a:moveTo>
                    <a:pt x="0" y="0"/>
                  </a:moveTo>
                  <a:lnTo>
                    <a:pt x="9961181" y="0"/>
                  </a:lnTo>
                  <a:lnTo>
                    <a:pt x="996118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159413" y="4376701"/>
              <a:ext cx="9961181" cy="0"/>
            </a:xfrm>
            <a:custGeom>
              <a:avLst/>
              <a:pathLst>
                <a:path w="9961181" h="0">
                  <a:moveTo>
                    <a:pt x="0" y="0"/>
                  </a:moveTo>
                  <a:lnTo>
                    <a:pt x="9961181" y="0"/>
                  </a:lnTo>
                  <a:lnTo>
                    <a:pt x="996118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159413" y="4033406"/>
              <a:ext cx="9961181" cy="0"/>
            </a:xfrm>
            <a:custGeom>
              <a:avLst/>
              <a:pathLst>
                <a:path w="9961181" h="0">
                  <a:moveTo>
                    <a:pt x="0" y="0"/>
                  </a:moveTo>
                  <a:lnTo>
                    <a:pt x="9961181" y="0"/>
                  </a:lnTo>
                  <a:lnTo>
                    <a:pt x="996118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159413" y="3690111"/>
              <a:ext cx="9961181" cy="0"/>
            </a:xfrm>
            <a:custGeom>
              <a:avLst/>
              <a:pathLst>
                <a:path w="9961181" h="0">
                  <a:moveTo>
                    <a:pt x="0" y="0"/>
                  </a:moveTo>
                  <a:lnTo>
                    <a:pt x="9961181" y="0"/>
                  </a:lnTo>
                  <a:lnTo>
                    <a:pt x="996118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159413" y="3346816"/>
              <a:ext cx="9961181" cy="0"/>
            </a:xfrm>
            <a:custGeom>
              <a:avLst/>
              <a:pathLst>
                <a:path w="9961181" h="0">
                  <a:moveTo>
                    <a:pt x="0" y="0"/>
                  </a:moveTo>
                  <a:lnTo>
                    <a:pt x="9961181" y="0"/>
                  </a:lnTo>
                  <a:lnTo>
                    <a:pt x="996118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159413" y="3003521"/>
              <a:ext cx="9961181" cy="0"/>
            </a:xfrm>
            <a:custGeom>
              <a:avLst/>
              <a:pathLst>
                <a:path w="9961181" h="0">
                  <a:moveTo>
                    <a:pt x="0" y="0"/>
                  </a:moveTo>
                  <a:lnTo>
                    <a:pt x="9961181" y="0"/>
                  </a:lnTo>
                  <a:lnTo>
                    <a:pt x="996118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159413" y="2660226"/>
              <a:ext cx="9961181" cy="0"/>
            </a:xfrm>
            <a:custGeom>
              <a:avLst/>
              <a:pathLst>
                <a:path w="9961181" h="0">
                  <a:moveTo>
                    <a:pt x="0" y="0"/>
                  </a:moveTo>
                  <a:lnTo>
                    <a:pt x="9961181" y="0"/>
                  </a:lnTo>
                  <a:lnTo>
                    <a:pt x="996118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159413" y="2316931"/>
              <a:ext cx="9961181" cy="0"/>
            </a:xfrm>
            <a:custGeom>
              <a:avLst/>
              <a:pathLst>
                <a:path w="9961181" h="0">
                  <a:moveTo>
                    <a:pt x="0" y="0"/>
                  </a:moveTo>
                  <a:lnTo>
                    <a:pt x="9961181" y="0"/>
                  </a:lnTo>
                  <a:lnTo>
                    <a:pt x="996118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59413" y="1973636"/>
              <a:ext cx="9961181" cy="0"/>
            </a:xfrm>
            <a:custGeom>
              <a:avLst/>
              <a:pathLst>
                <a:path w="9961181" h="0">
                  <a:moveTo>
                    <a:pt x="0" y="0"/>
                  </a:moveTo>
                  <a:lnTo>
                    <a:pt x="9961181" y="0"/>
                  </a:lnTo>
                  <a:lnTo>
                    <a:pt x="996118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2328231" y="1533393"/>
              <a:ext cx="0" cy="5452349"/>
            </a:xfrm>
            <a:custGeom>
              <a:avLst/>
              <a:pathLst>
                <a:path w="0" h="5452349">
                  <a:moveTo>
                    <a:pt x="0" y="5452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4446786" y="1533393"/>
              <a:ext cx="0" cy="5452349"/>
            </a:xfrm>
            <a:custGeom>
              <a:avLst/>
              <a:pathLst>
                <a:path w="0" h="5452349">
                  <a:moveTo>
                    <a:pt x="0" y="5452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65341" y="1533393"/>
              <a:ext cx="0" cy="5452349"/>
            </a:xfrm>
            <a:custGeom>
              <a:avLst/>
              <a:pathLst>
                <a:path w="0" h="5452349">
                  <a:moveTo>
                    <a:pt x="0" y="5452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8683897" y="1533393"/>
              <a:ext cx="0" cy="5452349"/>
            </a:xfrm>
            <a:custGeom>
              <a:avLst/>
              <a:pathLst>
                <a:path w="0" h="5452349">
                  <a:moveTo>
                    <a:pt x="0" y="5452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0802452" y="1533393"/>
              <a:ext cx="0" cy="5452349"/>
            </a:xfrm>
            <a:custGeom>
              <a:avLst/>
              <a:pathLst>
                <a:path w="0" h="5452349">
                  <a:moveTo>
                    <a:pt x="0" y="5452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2328231" y="1533393"/>
              <a:ext cx="0" cy="5452349"/>
            </a:xfrm>
            <a:custGeom>
              <a:avLst/>
              <a:pathLst>
                <a:path w="0" h="5452349">
                  <a:moveTo>
                    <a:pt x="0" y="545234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2934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g26"/>
            <p:cNvSpPr/>
            <p:nvPr/>
          </p:nvSpPr>
          <p:spPr>
            <a:xfrm>
              <a:off x="3880529" y="1966070"/>
              <a:ext cx="35442" cy="7565"/>
            </a:xfrm>
            <a:custGeom>
              <a:avLst/>
              <a:pathLst>
                <a:path w="35442" h="7565">
                  <a:moveTo>
                    <a:pt x="0" y="1126"/>
                  </a:moveTo>
                  <a:lnTo>
                    <a:pt x="17721" y="577"/>
                  </a:lnTo>
                  <a:lnTo>
                    <a:pt x="35442" y="0"/>
                  </a:lnTo>
                  <a:lnTo>
                    <a:pt x="35442" y="7565"/>
                  </a:lnTo>
                  <a:lnTo>
                    <a:pt x="17721" y="7565"/>
                  </a:lnTo>
                  <a:lnTo>
                    <a:pt x="0" y="7565"/>
                  </a:lnTo>
                  <a:close/>
                </a:path>
              </a:pathLst>
            </a:custGeom>
            <a:solidFill>
              <a:srgbClr val="E2C4B2">
                <a:alpha val="100000"/>
              </a:srgbClr>
            </a:solidFill>
            <a:ln w="4762" cap="rnd">
              <a:solidFill>
                <a:srgbClr val="E2C4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3915972" y="1965451"/>
              <a:ext cx="17721" cy="8184"/>
            </a:xfrm>
            <a:custGeom>
              <a:avLst/>
              <a:pathLst>
                <a:path w="17721" h="8184">
                  <a:moveTo>
                    <a:pt x="0" y="618"/>
                  </a:moveTo>
                  <a:lnTo>
                    <a:pt x="17721" y="0"/>
                  </a:lnTo>
                  <a:lnTo>
                    <a:pt x="17721" y="8184"/>
                  </a:lnTo>
                  <a:lnTo>
                    <a:pt x="0" y="8184"/>
                  </a:lnTo>
                  <a:close/>
                </a:path>
              </a:pathLst>
            </a:custGeom>
            <a:solidFill>
              <a:srgbClr val="E2C4B1">
                <a:alpha val="100000"/>
              </a:srgbClr>
            </a:solidFill>
            <a:ln w="4762" cap="rnd">
              <a:solidFill>
                <a:srgbClr val="E2C4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8"/>
            <p:cNvSpPr/>
            <p:nvPr/>
          </p:nvSpPr>
          <p:spPr>
            <a:xfrm>
              <a:off x="3933693" y="1964780"/>
              <a:ext cx="17721" cy="8855"/>
            </a:xfrm>
            <a:custGeom>
              <a:avLst/>
              <a:pathLst>
                <a:path w="17721" h="8855">
                  <a:moveTo>
                    <a:pt x="0" y="671"/>
                  </a:moveTo>
                  <a:lnTo>
                    <a:pt x="17721" y="0"/>
                  </a:lnTo>
                  <a:lnTo>
                    <a:pt x="17721" y="8855"/>
                  </a:lnTo>
                  <a:lnTo>
                    <a:pt x="0" y="8855"/>
                  </a:lnTo>
                  <a:close/>
                </a:path>
              </a:pathLst>
            </a:custGeom>
            <a:solidFill>
              <a:srgbClr val="E2C3B1">
                <a:alpha val="100000"/>
              </a:srgbClr>
            </a:solidFill>
            <a:ln w="4762" cap="rnd">
              <a:solidFill>
                <a:srgbClr val="E2C3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29"/>
            <p:cNvSpPr/>
            <p:nvPr/>
          </p:nvSpPr>
          <p:spPr>
            <a:xfrm>
              <a:off x="3951414" y="1964074"/>
              <a:ext cx="17721" cy="9561"/>
            </a:xfrm>
            <a:custGeom>
              <a:avLst/>
              <a:pathLst>
                <a:path w="17721" h="9561">
                  <a:moveTo>
                    <a:pt x="0" y="705"/>
                  </a:moveTo>
                  <a:lnTo>
                    <a:pt x="17721" y="0"/>
                  </a:lnTo>
                  <a:lnTo>
                    <a:pt x="17721" y="9561"/>
                  </a:lnTo>
                  <a:lnTo>
                    <a:pt x="0" y="9561"/>
                  </a:lnTo>
                  <a:close/>
                </a:path>
              </a:pathLst>
            </a:custGeom>
            <a:solidFill>
              <a:srgbClr val="E2C3B0">
                <a:alpha val="100000"/>
              </a:srgbClr>
            </a:solidFill>
            <a:ln w="4762" cap="rnd">
              <a:solidFill>
                <a:srgbClr val="E2C3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0"/>
            <p:cNvSpPr/>
            <p:nvPr/>
          </p:nvSpPr>
          <p:spPr>
            <a:xfrm>
              <a:off x="3969136" y="1963322"/>
              <a:ext cx="17721" cy="10313"/>
            </a:xfrm>
            <a:custGeom>
              <a:avLst/>
              <a:pathLst>
                <a:path w="17721" h="10313">
                  <a:moveTo>
                    <a:pt x="0" y="751"/>
                  </a:moveTo>
                  <a:lnTo>
                    <a:pt x="17721" y="0"/>
                  </a:lnTo>
                  <a:lnTo>
                    <a:pt x="17721" y="10313"/>
                  </a:lnTo>
                  <a:lnTo>
                    <a:pt x="0" y="10313"/>
                  </a:lnTo>
                  <a:close/>
                </a:path>
              </a:pathLst>
            </a:custGeom>
            <a:solidFill>
              <a:srgbClr val="E1C2B0">
                <a:alpha val="100000"/>
              </a:srgbClr>
            </a:solidFill>
            <a:ln w="4762" cap="rnd">
              <a:solidFill>
                <a:srgbClr val="E1C2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1"/>
            <p:cNvSpPr/>
            <p:nvPr/>
          </p:nvSpPr>
          <p:spPr>
            <a:xfrm>
              <a:off x="3986857" y="1962509"/>
              <a:ext cx="17721" cy="11127"/>
            </a:xfrm>
            <a:custGeom>
              <a:avLst/>
              <a:pathLst>
                <a:path w="17721" h="11127">
                  <a:moveTo>
                    <a:pt x="0" y="813"/>
                  </a:moveTo>
                  <a:lnTo>
                    <a:pt x="17721" y="0"/>
                  </a:lnTo>
                  <a:lnTo>
                    <a:pt x="17721" y="11127"/>
                  </a:lnTo>
                  <a:lnTo>
                    <a:pt x="0" y="11127"/>
                  </a:lnTo>
                  <a:close/>
                </a:path>
              </a:pathLst>
            </a:custGeom>
            <a:solidFill>
              <a:srgbClr val="E1C2AF">
                <a:alpha val="100000"/>
              </a:srgbClr>
            </a:solidFill>
            <a:ln w="4762" cap="rnd">
              <a:solidFill>
                <a:srgbClr val="E1C2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2"/>
            <p:cNvSpPr/>
            <p:nvPr/>
          </p:nvSpPr>
          <p:spPr>
            <a:xfrm>
              <a:off x="4004579" y="1960751"/>
              <a:ext cx="35442" cy="12884"/>
            </a:xfrm>
            <a:custGeom>
              <a:avLst/>
              <a:pathLst>
                <a:path w="35442" h="12884">
                  <a:moveTo>
                    <a:pt x="0" y="1757"/>
                  </a:moveTo>
                  <a:lnTo>
                    <a:pt x="17721" y="904"/>
                  </a:lnTo>
                  <a:lnTo>
                    <a:pt x="35442" y="0"/>
                  </a:lnTo>
                  <a:lnTo>
                    <a:pt x="35442" y="12884"/>
                  </a:lnTo>
                  <a:lnTo>
                    <a:pt x="17721" y="12884"/>
                  </a:lnTo>
                  <a:lnTo>
                    <a:pt x="0" y="12884"/>
                  </a:lnTo>
                  <a:close/>
                </a:path>
              </a:pathLst>
            </a:custGeom>
            <a:solidFill>
              <a:srgbClr val="E1C1AF">
                <a:alpha val="100000"/>
              </a:srgbClr>
            </a:solidFill>
            <a:ln w="4762" cap="rnd">
              <a:solidFill>
                <a:srgbClr val="E1C1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3"/>
            <p:cNvSpPr/>
            <p:nvPr/>
          </p:nvSpPr>
          <p:spPr>
            <a:xfrm>
              <a:off x="4040021" y="1959774"/>
              <a:ext cx="17721" cy="13861"/>
            </a:xfrm>
            <a:custGeom>
              <a:avLst/>
              <a:pathLst>
                <a:path w="17721" h="13861">
                  <a:moveTo>
                    <a:pt x="0" y="976"/>
                  </a:moveTo>
                  <a:lnTo>
                    <a:pt x="17721" y="0"/>
                  </a:lnTo>
                  <a:lnTo>
                    <a:pt x="17721" y="13861"/>
                  </a:lnTo>
                  <a:lnTo>
                    <a:pt x="0" y="13861"/>
                  </a:lnTo>
                  <a:close/>
                </a:path>
              </a:pathLst>
            </a:custGeom>
            <a:solidFill>
              <a:srgbClr val="E1C1AE">
                <a:alpha val="100000"/>
              </a:srgbClr>
            </a:solidFill>
            <a:ln w="4762" cap="rnd">
              <a:solidFill>
                <a:srgbClr val="E1C1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4057743" y="1958753"/>
              <a:ext cx="17721" cy="14882"/>
            </a:xfrm>
            <a:custGeom>
              <a:avLst/>
              <a:pathLst>
                <a:path w="17721" h="14882">
                  <a:moveTo>
                    <a:pt x="0" y="1021"/>
                  </a:moveTo>
                  <a:lnTo>
                    <a:pt x="17721" y="0"/>
                  </a:lnTo>
                  <a:lnTo>
                    <a:pt x="17721" y="14882"/>
                  </a:lnTo>
                  <a:lnTo>
                    <a:pt x="0" y="14882"/>
                  </a:lnTo>
                  <a:close/>
                </a:path>
              </a:pathLst>
            </a:custGeom>
            <a:solidFill>
              <a:srgbClr val="E0C0AE">
                <a:alpha val="100000"/>
              </a:srgbClr>
            </a:solidFill>
            <a:ln w="4762" cap="rnd">
              <a:solidFill>
                <a:srgbClr val="E0C0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5"/>
            <p:cNvSpPr/>
            <p:nvPr/>
          </p:nvSpPr>
          <p:spPr>
            <a:xfrm>
              <a:off x="4075464" y="1957676"/>
              <a:ext cx="17721" cy="15959"/>
            </a:xfrm>
            <a:custGeom>
              <a:avLst/>
              <a:pathLst>
                <a:path w="17721" h="15959">
                  <a:moveTo>
                    <a:pt x="0" y="1076"/>
                  </a:moveTo>
                  <a:lnTo>
                    <a:pt x="17721" y="0"/>
                  </a:lnTo>
                  <a:lnTo>
                    <a:pt x="17721" y="15959"/>
                  </a:lnTo>
                  <a:lnTo>
                    <a:pt x="0" y="15959"/>
                  </a:lnTo>
                  <a:close/>
                </a:path>
              </a:pathLst>
            </a:custGeom>
            <a:solidFill>
              <a:srgbClr val="E0C0AD">
                <a:alpha val="100000"/>
              </a:srgbClr>
            </a:solidFill>
            <a:ln w="4762" cap="rnd">
              <a:solidFill>
                <a:srgbClr val="E0C0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6"/>
            <p:cNvSpPr/>
            <p:nvPr/>
          </p:nvSpPr>
          <p:spPr>
            <a:xfrm>
              <a:off x="4093185" y="1956515"/>
              <a:ext cx="17721" cy="17120"/>
            </a:xfrm>
            <a:custGeom>
              <a:avLst/>
              <a:pathLst>
                <a:path w="17721" h="17120">
                  <a:moveTo>
                    <a:pt x="0" y="1160"/>
                  </a:moveTo>
                  <a:lnTo>
                    <a:pt x="17721" y="0"/>
                  </a:lnTo>
                  <a:lnTo>
                    <a:pt x="17721" y="17120"/>
                  </a:lnTo>
                  <a:lnTo>
                    <a:pt x="0" y="17120"/>
                  </a:lnTo>
                  <a:close/>
                </a:path>
              </a:pathLst>
            </a:custGeom>
            <a:solidFill>
              <a:srgbClr val="E0BFAD">
                <a:alpha val="100000"/>
              </a:srgbClr>
            </a:solidFill>
            <a:ln w="4762" cap="rnd">
              <a:solidFill>
                <a:srgbClr val="E0BF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7"/>
            <p:cNvSpPr/>
            <p:nvPr/>
          </p:nvSpPr>
          <p:spPr>
            <a:xfrm>
              <a:off x="4110907" y="1954034"/>
              <a:ext cx="35442" cy="19601"/>
            </a:xfrm>
            <a:custGeom>
              <a:avLst/>
              <a:pathLst>
                <a:path w="35442" h="19601">
                  <a:moveTo>
                    <a:pt x="0" y="2481"/>
                  </a:moveTo>
                  <a:lnTo>
                    <a:pt x="17721" y="1270"/>
                  </a:lnTo>
                  <a:lnTo>
                    <a:pt x="35442" y="0"/>
                  </a:lnTo>
                  <a:lnTo>
                    <a:pt x="35442" y="19601"/>
                  </a:lnTo>
                  <a:lnTo>
                    <a:pt x="17721" y="19601"/>
                  </a:lnTo>
                  <a:lnTo>
                    <a:pt x="0" y="19601"/>
                  </a:lnTo>
                  <a:close/>
                </a:path>
              </a:pathLst>
            </a:custGeom>
            <a:solidFill>
              <a:srgbClr val="E0BFAC">
                <a:alpha val="100000"/>
              </a:srgbClr>
            </a:solidFill>
            <a:ln w="4762" cap="rnd">
              <a:solidFill>
                <a:srgbClr val="E0BF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4146349" y="1952668"/>
              <a:ext cx="17721" cy="20967"/>
            </a:xfrm>
            <a:custGeom>
              <a:avLst/>
              <a:pathLst>
                <a:path w="17721" h="20967">
                  <a:moveTo>
                    <a:pt x="0" y="1365"/>
                  </a:moveTo>
                  <a:lnTo>
                    <a:pt x="17721" y="0"/>
                  </a:lnTo>
                  <a:lnTo>
                    <a:pt x="17721" y="20967"/>
                  </a:lnTo>
                  <a:lnTo>
                    <a:pt x="0" y="20967"/>
                  </a:lnTo>
                  <a:close/>
                </a:path>
              </a:pathLst>
            </a:custGeom>
            <a:solidFill>
              <a:srgbClr val="DFBEAC">
                <a:alpha val="100000"/>
              </a:srgbClr>
            </a:solidFill>
            <a:ln w="4762" cap="rnd">
              <a:solidFill>
                <a:srgbClr val="DFBE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39"/>
            <p:cNvSpPr/>
            <p:nvPr/>
          </p:nvSpPr>
          <p:spPr>
            <a:xfrm>
              <a:off x="4164071" y="1951247"/>
              <a:ext cx="17721" cy="22388"/>
            </a:xfrm>
            <a:custGeom>
              <a:avLst/>
              <a:pathLst>
                <a:path w="17721" h="22388">
                  <a:moveTo>
                    <a:pt x="0" y="1421"/>
                  </a:moveTo>
                  <a:lnTo>
                    <a:pt x="17721" y="0"/>
                  </a:lnTo>
                  <a:lnTo>
                    <a:pt x="17721" y="22388"/>
                  </a:lnTo>
                  <a:lnTo>
                    <a:pt x="0" y="22388"/>
                  </a:lnTo>
                  <a:close/>
                </a:path>
              </a:pathLst>
            </a:custGeom>
            <a:solidFill>
              <a:srgbClr val="DFBEAB">
                <a:alpha val="100000"/>
              </a:srgbClr>
            </a:solidFill>
            <a:ln w="4762" cap="rnd">
              <a:solidFill>
                <a:srgbClr val="DFBE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0"/>
            <p:cNvSpPr/>
            <p:nvPr/>
          </p:nvSpPr>
          <p:spPr>
            <a:xfrm>
              <a:off x="4181792" y="1949762"/>
              <a:ext cx="17721" cy="23873"/>
            </a:xfrm>
            <a:custGeom>
              <a:avLst/>
              <a:pathLst>
                <a:path w="17721" h="23873">
                  <a:moveTo>
                    <a:pt x="0" y="1484"/>
                  </a:moveTo>
                  <a:lnTo>
                    <a:pt x="17721" y="0"/>
                  </a:lnTo>
                  <a:lnTo>
                    <a:pt x="17721" y="23873"/>
                  </a:lnTo>
                  <a:lnTo>
                    <a:pt x="0" y="23873"/>
                  </a:lnTo>
                  <a:close/>
                </a:path>
              </a:pathLst>
            </a:custGeom>
            <a:solidFill>
              <a:srgbClr val="DFBDAB">
                <a:alpha val="100000"/>
              </a:srgbClr>
            </a:solidFill>
            <a:ln w="4762" cap="rnd">
              <a:solidFill>
                <a:srgbClr val="DFBD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1"/>
            <p:cNvSpPr/>
            <p:nvPr/>
          </p:nvSpPr>
          <p:spPr>
            <a:xfrm>
              <a:off x="4199514" y="1946519"/>
              <a:ext cx="35442" cy="27116"/>
            </a:xfrm>
            <a:custGeom>
              <a:avLst/>
              <a:pathLst>
                <a:path w="35442" h="27116">
                  <a:moveTo>
                    <a:pt x="0" y="3242"/>
                  </a:moveTo>
                  <a:lnTo>
                    <a:pt x="17721" y="1651"/>
                  </a:lnTo>
                  <a:lnTo>
                    <a:pt x="35442" y="0"/>
                  </a:lnTo>
                  <a:lnTo>
                    <a:pt x="35442" y="27116"/>
                  </a:lnTo>
                  <a:lnTo>
                    <a:pt x="17721" y="27116"/>
                  </a:lnTo>
                  <a:lnTo>
                    <a:pt x="0" y="27116"/>
                  </a:lnTo>
                  <a:close/>
                </a:path>
              </a:pathLst>
            </a:custGeom>
            <a:solidFill>
              <a:srgbClr val="DFBDAA">
                <a:alpha val="100000"/>
              </a:srgbClr>
            </a:solidFill>
            <a:ln w="4762" cap="rnd">
              <a:solidFill>
                <a:srgbClr val="DFBD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2"/>
            <p:cNvSpPr/>
            <p:nvPr/>
          </p:nvSpPr>
          <p:spPr>
            <a:xfrm>
              <a:off x="4234956" y="1944802"/>
              <a:ext cx="17721" cy="28833"/>
            </a:xfrm>
            <a:custGeom>
              <a:avLst/>
              <a:pathLst>
                <a:path w="17721" h="28833">
                  <a:moveTo>
                    <a:pt x="0" y="1717"/>
                  </a:moveTo>
                  <a:lnTo>
                    <a:pt x="17721" y="0"/>
                  </a:lnTo>
                  <a:lnTo>
                    <a:pt x="17721" y="28833"/>
                  </a:lnTo>
                  <a:lnTo>
                    <a:pt x="0" y="28833"/>
                  </a:lnTo>
                  <a:close/>
                </a:path>
              </a:pathLst>
            </a:custGeom>
            <a:solidFill>
              <a:srgbClr val="DFBCA9">
                <a:alpha val="100000"/>
              </a:srgbClr>
            </a:solidFill>
            <a:ln w="4762" cap="rnd">
              <a:solidFill>
                <a:srgbClr val="DF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3"/>
            <p:cNvSpPr/>
            <p:nvPr/>
          </p:nvSpPr>
          <p:spPr>
            <a:xfrm>
              <a:off x="4252678" y="1942966"/>
              <a:ext cx="17721" cy="30669"/>
            </a:xfrm>
            <a:custGeom>
              <a:avLst/>
              <a:pathLst>
                <a:path w="17721" h="30669">
                  <a:moveTo>
                    <a:pt x="0" y="1835"/>
                  </a:moveTo>
                  <a:lnTo>
                    <a:pt x="17721" y="0"/>
                  </a:lnTo>
                  <a:lnTo>
                    <a:pt x="17721" y="30669"/>
                  </a:lnTo>
                  <a:lnTo>
                    <a:pt x="0" y="30669"/>
                  </a:lnTo>
                  <a:close/>
                </a:path>
              </a:pathLst>
            </a:custGeom>
            <a:solidFill>
              <a:srgbClr val="DEBCA9">
                <a:alpha val="100000"/>
              </a:srgbClr>
            </a:solidFill>
            <a:ln w="4762" cap="rnd">
              <a:solidFill>
                <a:srgbClr val="DE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4"/>
            <p:cNvSpPr/>
            <p:nvPr/>
          </p:nvSpPr>
          <p:spPr>
            <a:xfrm>
              <a:off x="4270399" y="1941066"/>
              <a:ext cx="17721" cy="32569"/>
            </a:xfrm>
            <a:custGeom>
              <a:avLst/>
              <a:pathLst>
                <a:path w="17721" h="32569">
                  <a:moveTo>
                    <a:pt x="0" y="1900"/>
                  </a:moveTo>
                  <a:lnTo>
                    <a:pt x="17721" y="0"/>
                  </a:lnTo>
                  <a:lnTo>
                    <a:pt x="17721" y="32569"/>
                  </a:lnTo>
                  <a:lnTo>
                    <a:pt x="0" y="32569"/>
                  </a:lnTo>
                  <a:close/>
                </a:path>
              </a:pathLst>
            </a:custGeom>
            <a:solidFill>
              <a:srgbClr val="DEBBA9">
                <a:alpha val="100000"/>
              </a:srgbClr>
            </a:solidFill>
            <a:ln w="4762" cap="rnd">
              <a:solidFill>
                <a:srgbClr val="DEBB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5"/>
            <p:cNvSpPr/>
            <p:nvPr/>
          </p:nvSpPr>
          <p:spPr>
            <a:xfrm>
              <a:off x="4288120" y="1937001"/>
              <a:ext cx="35442" cy="36634"/>
            </a:xfrm>
            <a:custGeom>
              <a:avLst/>
              <a:pathLst>
                <a:path w="35442" h="36634">
                  <a:moveTo>
                    <a:pt x="0" y="4064"/>
                  </a:moveTo>
                  <a:lnTo>
                    <a:pt x="17721" y="2096"/>
                  </a:lnTo>
                  <a:lnTo>
                    <a:pt x="35442" y="0"/>
                  </a:lnTo>
                  <a:lnTo>
                    <a:pt x="35442" y="36634"/>
                  </a:lnTo>
                  <a:lnTo>
                    <a:pt x="17721" y="36634"/>
                  </a:lnTo>
                  <a:lnTo>
                    <a:pt x="0" y="36634"/>
                  </a:lnTo>
                  <a:close/>
                </a:path>
              </a:pathLst>
            </a:custGeom>
            <a:solidFill>
              <a:srgbClr val="DEBBA8">
                <a:alpha val="100000"/>
              </a:srgbClr>
            </a:solidFill>
            <a:ln w="4762" cap="rnd">
              <a:solidFill>
                <a:srgbClr val="DEBBA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6"/>
            <p:cNvSpPr/>
            <p:nvPr/>
          </p:nvSpPr>
          <p:spPr>
            <a:xfrm>
              <a:off x="4323563" y="1934836"/>
              <a:ext cx="17721" cy="38799"/>
            </a:xfrm>
            <a:custGeom>
              <a:avLst/>
              <a:pathLst>
                <a:path w="17721" h="38799">
                  <a:moveTo>
                    <a:pt x="0" y="2165"/>
                  </a:moveTo>
                  <a:lnTo>
                    <a:pt x="17721" y="0"/>
                  </a:lnTo>
                  <a:lnTo>
                    <a:pt x="17721" y="38799"/>
                  </a:lnTo>
                  <a:lnTo>
                    <a:pt x="0" y="38799"/>
                  </a:lnTo>
                  <a:close/>
                </a:path>
              </a:pathLst>
            </a:custGeom>
            <a:solidFill>
              <a:srgbClr val="DEBAA7">
                <a:alpha val="100000"/>
              </a:srgbClr>
            </a:solidFill>
            <a:ln w="4762" cap="rnd">
              <a:solidFill>
                <a:srgbClr val="DE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7"/>
            <p:cNvSpPr/>
            <p:nvPr/>
          </p:nvSpPr>
          <p:spPr>
            <a:xfrm>
              <a:off x="4341285" y="1932602"/>
              <a:ext cx="17721" cy="41033"/>
            </a:xfrm>
            <a:custGeom>
              <a:avLst/>
              <a:pathLst>
                <a:path w="17721" h="41033">
                  <a:moveTo>
                    <a:pt x="0" y="2233"/>
                  </a:moveTo>
                  <a:lnTo>
                    <a:pt x="17721" y="0"/>
                  </a:lnTo>
                  <a:lnTo>
                    <a:pt x="17721" y="41033"/>
                  </a:lnTo>
                  <a:lnTo>
                    <a:pt x="0" y="41033"/>
                  </a:lnTo>
                  <a:close/>
                </a:path>
              </a:pathLst>
            </a:custGeom>
            <a:solidFill>
              <a:srgbClr val="DDBAA7">
                <a:alpha val="100000"/>
              </a:srgbClr>
            </a:solidFill>
            <a:ln w="4762" cap="rnd">
              <a:solidFill>
                <a:srgbClr val="DD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8"/>
            <p:cNvSpPr/>
            <p:nvPr/>
          </p:nvSpPr>
          <p:spPr>
            <a:xfrm>
              <a:off x="4359006" y="1930231"/>
              <a:ext cx="17721" cy="43404"/>
            </a:xfrm>
            <a:custGeom>
              <a:avLst/>
              <a:pathLst>
                <a:path w="17721" h="43404">
                  <a:moveTo>
                    <a:pt x="0" y="2370"/>
                  </a:moveTo>
                  <a:lnTo>
                    <a:pt x="17721" y="0"/>
                  </a:lnTo>
                  <a:lnTo>
                    <a:pt x="17721" y="43404"/>
                  </a:lnTo>
                  <a:lnTo>
                    <a:pt x="0" y="43404"/>
                  </a:lnTo>
                  <a:close/>
                </a:path>
              </a:pathLst>
            </a:custGeom>
            <a:solidFill>
              <a:srgbClr val="DDB9A7">
                <a:alpha val="100000"/>
              </a:srgbClr>
            </a:solidFill>
            <a:ln w="4762" cap="rnd">
              <a:solidFill>
                <a:srgbClr val="DDB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49"/>
            <p:cNvSpPr/>
            <p:nvPr/>
          </p:nvSpPr>
          <p:spPr>
            <a:xfrm>
              <a:off x="4376727" y="1925275"/>
              <a:ext cx="35442" cy="48360"/>
            </a:xfrm>
            <a:custGeom>
              <a:avLst/>
              <a:pathLst>
                <a:path w="35442" h="48360">
                  <a:moveTo>
                    <a:pt x="0" y="4955"/>
                  </a:moveTo>
                  <a:lnTo>
                    <a:pt x="17721" y="2513"/>
                  </a:lnTo>
                  <a:lnTo>
                    <a:pt x="35442" y="0"/>
                  </a:lnTo>
                  <a:lnTo>
                    <a:pt x="35442" y="48360"/>
                  </a:lnTo>
                  <a:lnTo>
                    <a:pt x="17721" y="48360"/>
                  </a:lnTo>
                  <a:lnTo>
                    <a:pt x="0" y="48360"/>
                  </a:lnTo>
                  <a:close/>
                </a:path>
              </a:pathLst>
            </a:custGeom>
            <a:solidFill>
              <a:srgbClr val="DDB9A6">
                <a:alpha val="100000"/>
              </a:srgbClr>
            </a:solidFill>
            <a:ln w="4762" cap="rnd">
              <a:solidFill>
                <a:srgbClr val="DDB9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0"/>
            <p:cNvSpPr/>
            <p:nvPr/>
          </p:nvSpPr>
          <p:spPr>
            <a:xfrm>
              <a:off x="4412170" y="1922623"/>
              <a:ext cx="17721" cy="51012"/>
            </a:xfrm>
            <a:custGeom>
              <a:avLst/>
              <a:pathLst>
                <a:path w="17721" h="51012">
                  <a:moveTo>
                    <a:pt x="0" y="2651"/>
                  </a:moveTo>
                  <a:lnTo>
                    <a:pt x="17721" y="0"/>
                  </a:lnTo>
                  <a:lnTo>
                    <a:pt x="17721" y="51012"/>
                  </a:lnTo>
                  <a:lnTo>
                    <a:pt x="0" y="51012"/>
                  </a:lnTo>
                  <a:close/>
                </a:path>
              </a:pathLst>
            </a:custGeom>
            <a:solidFill>
              <a:srgbClr val="DDB8A5">
                <a:alpha val="100000"/>
              </a:srgbClr>
            </a:solidFill>
            <a:ln w="4762" cap="rnd">
              <a:solidFill>
                <a:srgbClr val="DD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1"/>
            <p:cNvSpPr/>
            <p:nvPr/>
          </p:nvSpPr>
          <p:spPr>
            <a:xfrm>
              <a:off x="4429891" y="1919895"/>
              <a:ext cx="17721" cy="53740"/>
            </a:xfrm>
            <a:custGeom>
              <a:avLst/>
              <a:pathLst>
                <a:path w="17721" h="53740">
                  <a:moveTo>
                    <a:pt x="0" y="2727"/>
                  </a:moveTo>
                  <a:lnTo>
                    <a:pt x="17721" y="0"/>
                  </a:lnTo>
                  <a:lnTo>
                    <a:pt x="17721" y="53740"/>
                  </a:lnTo>
                  <a:lnTo>
                    <a:pt x="0" y="53740"/>
                  </a:lnTo>
                  <a:close/>
                </a:path>
              </a:pathLst>
            </a:custGeom>
            <a:solidFill>
              <a:srgbClr val="DCB8A5">
                <a:alpha val="100000"/>
              </a:srgbClr>
            </a:solidFill>
            <a:ln w="4762" cap="rnd">
              <a:solidFill>
                <a:srgbClr val="DC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2"/>
            <p:cNvSpPr/>
            <p:nvPr/>
          </p:nvSpPr>
          <p:spPr>
            <a:xfrm>
              <a:off x="4447613" y="1911140"/>
              <a:ext cx="53164" cy="62495"/>
            </a:xfrm>
            <a:custGeom>
              <a:avLst/>
              <a:pathLst>
                <a:path w="53164" h="62495">
                  <a:moveTo>
                    <a:pt x="0" y="8755"/>
                  </a:moveTo>
                  <a:lnTo>
                    <a:pt x="17721" y="5954"/>
                  </a:lnTo>
                  <a:lnTo>
                    <a:pt x="35442" y="3016"/>
                  </a:lnTo>
                  <a:lnTo>
                    <a:pt x="53164" y="0"/>
                  </a:lnTo>
                  <a:lnTo>
                    <a:pt x="53164" y="62495"/>
                  </a:lnTo>
                  <a:lnTo>
                    <a:pt x="35442" y="62495"/>
                  </a:lnTo>
                  <a:lnTo>
                    <a:pt x="17721" y="62495"/>
                  </a:lnTo>
                  <a:lnTo>
                    <a:pt x="0" y="62495"/>
                  </a:lnTo>
                  <a:close/>
                </a:path>
              </a:pathLst>
            </a:custGeom>
            <a:solidFill>
              <a:srgbClr val="DCB7A4">
                <a:alpha val="100000"/>
              </a:srgbClr>
            </a:solidFill>
            <a:ln w="4762" cap="rnd">
              <a:solidFill>
                <a:srgbClr val="DCB7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3"/>
            <p:cNvSpPr/>
            <p:nvPr/>
          </p:nvSpPr>
          <p:spPr>
            <a:xfrm>
              <a:off x="4500777" y="1908050"/>
              <a:ext cx="17721" cy="65585"/>
            </a:xfrm>
            <a:custGeom>
              <a:avLst/>
              <a:pathLst>
                <a:path w="17721" h="65585">
                  <a:moveTo>
                    <a:pt x="0" y="3089"/>
                  </a:moveTo>
                  <a:lnTo>
                    <a:pt x="17721" y="0"/>
                  </a:lnTo>
                  <a:lnTo>
                    <a:pt x="17721" y="65585"/>
                  </a:lnTo>
                  <a:lnTo>
                    <a:pt x="0" y="65585"/>
                  </a:lnTo>
                  <a:close/>
                </a:path>
              </a:pathLst>
            </a:custGeom>
            <a:solidFill>
              <a:srgbClr val="DCB6A3">
                <a:alpha val="100000"/>
              </a:srgbClr>
            </a:solidFill>
            <a:ln w="4762" cap="rnd">
              <a:solidFill>
                <a:srgbClr val="DC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4"/>
            <p:cNvSpPr/>
            <p:nvPr/>
          </p:nvSpPr>
          <p:spPr>
            <a:xfrm>
              <a:off x="4518498" y="1904828"/>
              <a:ext cx="17721" cy="68807"/>
            </a:xfrm>
            <a:custGeom>
              <a:avLst/>
              <a:pathLst>
                <a:path w="17721" h="68807">
                  <a:moveTo>
                    <a:pt x="0" y="3222"/>
                  </a:moveTo>
                  <a:lnTo>
                    <a:pt x="17721" y="0"/>
                  </a:lnTo>
                  <a:lnTo>
                    <a:pt x="17721" y="68807"/>
                  </a:lnTo>
                  <a:lnTo>
                    <a:pt x="0" y="68807"/>
                  </a:lnTo>
                  <a:close/>
                </a:path>
              </a:pathLst>
            </a:custGeom>
            <a:solidFill>
              <a:srgbClr val="DBB6A3">
                <a:alpha val="100000"/>
              </a:srgbClr>
            </a:solidFill>
            <a:ln w="4762" cap="rnd">
              <a:solidFill>
                <a:srgbClr val="DB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5"/>
            <p:cNvSpPr/>
            <p:nvPr/>
          </p:nvSpPr>
          <p:spPr>
            <a:xfrm>
              <a:off x="4536220" y="1898148"/>
              <a:ext cx="35442" cy="75487"/>
            </a:xfrm>
            <a:custGeom>
              <a:avLst/>
              <a:pathLst>
                <a:path w="35442" h="75487">
                  <a:moveTo>
                    <a:pt x="0" y="6679"/>
                  </a:moveTo>
                  <a:lnTo>
                    <a:pt x="17721" y="3375"/>
                  </a:lnTo>
                  <a:lnTo>
                    <a:pt x="35442" y="0"/>
                  </a:lnTo>
                  <a:lnTo>
                    <a:pt x="35442" y="75487"/>
                  </a:lnTo>
                  <a:lnTo>
                    <a:pt x="17721" y="75487"/>
                  </a:lnTo>
                  <a:lnTo>
                    <a:pt x="0" y="75487"/>
                  </a:lnTo>
                  <a:close/>
                </a:path>
              </a:pathLst>
            </a:custGeom>
            <a:solidFill>
              <a:srgbClr val="DBB5A2">
                <a:alpha val="100000"/>
              </a:srgbClr>
            </a:solidFill>
            <a:ln w="4762" cap="rnd">
              <a:solidFill>
                <a:srgbClr val="DBB5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6"/>
            <p:cNvSpPr/>
            <p:nvPr/>
          </p:nvSpPr>
          <p:spPr>
            <a:xfrm>
              <a:off x="4571662" y="1894647"/>
              <a:ext cx="17721" cy="78988"/>
            </a:xfrm>
            <a:custGeom>
              <a:avLst/>
              <a:pathLst>
                <a:path w="17721" h="78988">
                  <a:moveTo>
                    <a:pt x="0" y="3501"/>
                  </a:moveTo>
                  <a:lnTo>
                    <a:pt x="17721" y="0"/>
                  </a:lnTo>
                  <a:lnTo>
                    <a:pt x="17721" y="78988"/>
                  </a:lnTo>
                  <a:lnTo>
                    <a:pt x="0" y="78988"/>
                  </a:lnTo>
                  <a:close/>
                </a:path>
              </a:pathLst>
            </a:custGeom>
            <a:solidFill>
              <a:srgbClr val="DBB5A1">
                <a:alpha val="100000"/>
              </a:srgbClr>
            </a:solidFill>
            <a:ln w="4762" cap="rnd">
              <a:solidFill>
                <a:srgbClr val="DBB5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7"/>
            <p:cNvSpPr/>
            <p:nvPr/>
          </p:nvSpPr>
          <p:spPr>
            <a:xfrm>
              <a:off x="4589384" y="1891064"/>
              <a:ext cx="17721" cy="82571"/>
            </a:xfrm>
            <a:custGeom>
              <a:avLst/>
              <a:pathLst>
                <a:path w="17721" h="82571">
                  <a:moveTo>
                    <a:pt x="0" y="3582"/>
                  </a:moveTo>
                  <a:lnTo>
                    <a:pt x="17721" y="0"/>
                  </a:lnTo>
                  <a:lnTo>
                    <a:pt x="17721" y="82571"/>
                  </a:lnTo>
                  <a:lnTo>
                    <a:pt x="0" y="82571"/>
                  </a:lnTo>
                  <a:close/>
                </a:path>
              </a:pathLst>
            </a:custGeom>
            <a:solidFill>
              <a:srgbClr val="DBB4A1">
                <a:alpha val="100000"/>
              </a:srgbClr>
            </a:solidFill>
            <a:ln w="4762" cap="rnd">
              <a:solidFill>
                <a:srgbClr val="DB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8"/>
            <p:cNvSpPr/>
            <p:nvPr/>
          </p:nvSpPr>
          <p:spPr>
            <a:xfrm>
              <a:off x="4607105" y="1887413"/>
              <a:ext cx="17721" cy="86222"/>
            </a:xfrm>
            <a:custGeom>
              <a:avLst/>
              <a:pathLst>
                <a:path w="17721" h="86222">
                  <a:moveTo>
                    <a:pt x="0" y="3651"/>
                  </a:moveTo>
                  <a:lnTo>
                    <a:pt x="17721" y="0"/>
                  </a:lnTo>
                  <a:lnTo>
                    <a:pt x="17721" y="86222"/>
                  </a:lnTo>
                  <a:lnTo>
                    <a:pt x="0" y="86222"/>
                  </a:lnTo>
                  <a:close/>
                </a:path>
              </a:pathLst>
            </a:custGeom>
            <a:solidFill>
              <a:srgbClr val="DAB4A1">
                <a:alpha val="100000"/>
              </a:srgbClr>
            </a:solidFill>
            <a:ln w="4762" cap="rnd">
              <a:solidFill>
                <a:srgbClr val="DA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59"/>
            <p:cNvSpPr/>
            <p:nvPr/>
          </p:nvSpPr>
          <p:spPr>
            <a:xfrm>
              <a:off x="4624826" y="1879797"/>
              <a:ext cx="35442" cy="93838"/>
            </a:xfrm>
            <a:custGeom>
              <a:avLst/>
              <a:pathLst>
                <a:path w="35442" h="93838">
                  <a:moveTo>
                    <a:pt x="0" y="7615"/>
                  </a:moveTo>
                  <a:lnTo>
                    <a:pt x="17721" y="3847"/>
                  </a:lnTo>
                  <a:lnTo>
                    <a:pt x="35442" y="0"/>
                  </a:lnTo>
                  <a:lnTo>
                    <a:pt x="35442" y="93838"/>
                  </a:lnTo>
                  <a:lnTo>
                    <a:pt x="17721" y="93838"/>
                  </a:lnTo>
                  <a:lnTo>
                    <a:pt x="0" y="93838"/>
                  </a:lnTo>
                  <a:close/>
                </a:path>
              </a:pathLst>
            </a:custGeom>
            <a:solidFill>
              <a:srgbClr val="DAB3A0">
                <a:alpha val="100000"/>
              </a:srgbClr>
            </a:solidFill>
            <a:ln w="4762" cap="rnd">
              <a:solidFill>
                <a:srgbClr val="DAB3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0"/>
            <p:cNvSpPr/>
            <p:nvPr/>
          </p:nvSpPr>
          <p:spPr>
            <a:xfrm>
              <a:off x="4660269" y="1875885"/>
              <a:ext cx="17721" cy="97750"/>
            </a:xfrm>
            <a:custGeom>
              <a:avLst/>
              <a:pathLst>
                <a:path w="17721" h="97750">
                  <a:moveTo>
                    <a:pt x="0" y="3911"/>
                  </a:moveTo>
                  <a:lnTo>
                    <a:pt x="17721" y="0"/>
                  </a:lnTo>
                  <a:lnTo>
                    <a:pt x="17721" y="97750"/>
                  </a:lnTo>
                  <a:lnTo>
                    <a:pt x="0" y="97750"/>
                  </a:lnTo>
                  <a:close/>
                </a:path>
              </a:pathLst>
            </a:custGeom>
            <a:solidFill>
              <a:srgbClr val="DAB39F">
                <a:alpha val="100000"/>
              </a:srgbClr>
            </a:solidFill>
            <a:ln w="4762" cap="rnd">
              <a:solidFill>
                <a:srgbClr val="DAB3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1"/>
            <p:cNvSpPr/>
            <p:nvPr/>
          </p:nvSpPr>
          <p:spPr>
            <a:xfrm>
              <a:off x="4677991" y="1871868"/>
              <a:ext cx="17721" cy="101767"/>
            </a:xfrm>
            <a:custGeom>
              <a:avLst/>
              <a:pathLst>
                <a:path w="17721" h="101767">
                  <a:moveTo>
                    <a:pt x="0" y="4017"/>
                  </a:moveTo>
                  <a:lnTo>
                    <a:pt x="17721" y="0"/>
                  </a:lnTo>
                  <a:lnTo>
                    <a:pt x="17721" y="101767"/>
                  </a:lnTo>
                  <a:lnTo>
                    <a:pt x="0" y="101767"/>
                  </a:lnTo>
                  <a:close/>
                </a:path>
              </a:pathLst>
            </a:custGeom>
            <a:solidFill>
              <a:srgbClr val="DAB29F">
                <a:alpha val="100000"/>
              </a:srgbClr>
            </a:solidFill>
            <a:ln w="4762" cap="rnd">
              <a:solidFill>
                <a:srgbClr val="DA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2"/>
            <p:cNvSpPr/>
            <p:nvPr/>
          </p:nvSpPr>
          <p:spPr>
            <a:xfrm>
              <a:off x="4695712" y="1867776"/>
              <a:ext cx="17721" cy="105859"/>
            </a:xfrm>
            <a:custGeom>
              <a:avLst/>
              <a:pathLst>
                <a:path w="17721" h="105859">
                  <a:moveTo>
                    <a:pt x="0" y="4092"/>
                  </a:moveTo>
                  <a:lnTo>
                    <a:pt x="17721" y="0"/>
                  </a:lnTo>
                  <a:lnTo>
                    <a:pt x="17721" y="105859"/>
                  </a:lnTo>
                  <a:lnTo>
                    <a:pt x="0" y="105859"/>
                  </a:lnTo>
                  <a:close/>
                </a:path>
              </a:pathLst>
            </a:custGeom>
            <a:solidFill>
              <a:srgbClr val="D9B29F">
                <a:alpha val="100000"/>
              </a:srgbClr>
            </a:solidFill>
            <a:ln w="4762" cap="rnd">
              <a:solidFill>
                <a:srgbClr val="D9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3"/>
            <p:cNvSpPr/>
            <p:nvPr/>
          </p:nvSpPr>
          <p:spPr>
            <a:xfrm>
              <a:off x="4713433" y="1859383"/>
              <a:ext cx="35442" cy="114252"/>
            </a:xfrm>
            <a:custGeom>
              <a:avLst/>
              <a:pathLst>
                <a:path w="35442" h="114252">
                  <a:moveTo>
                    <a:pt x="0" y="8393"/>
                  </a:moveTo>
                  <a:lnTo>
                    <a:pt x="17721" y="4242"/>
                  </a:lnTo>
                  <a:lnTo>
                    <a:pt x="35442" y="0"/>
                  </a:lnTo>
                  <a:lnTo>
                    <a:pt x="35442" y="114252"/>
                  </a:lnTo>
                  <a:lnTo>
                    <a:pt x="17721" y="114252"/>
                  </a:lnTo>
                  <a:lnTo>
                    <a:pt x="0" y="114252"/>
                  </a:lnTo>
                  <a:close/>
                </a:path>
              </a:pathLst>
            </a:custGeom>
            <a:solidFill>
              <a:srgbClr val="D9B19E">
                <a:alpha val="100000"/>
              </a:srgbClr>
            </a:solidFill>
            <a:ln w="4762" cap="rnd">
              <a:solidFill>
                <a:srgbClr val="D9B1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4"/>
            <p:cNvSpPr/>
            <p:nvPr/>
          </p:nvSpPr>
          <p:spPr>
            <a:xfrm>
              <a:off x="4748876" y="1855072"/>
              <a:ext cx="17721" cy="118563"/>
            </a:xfrm>
            <a:custGeom>
              <a:avLst/>
              <a:pathLst>
                <a:path w="17721" h="118563">
                  <a:moveTo>
                    <a:pt x="0" y="4310"/>
                  </a:moveTo>
                  <a:lnTo>
                    <a:pt x="17721" y="0"/>
                  </a:lnTo>
                  <a:lnTo>
                    <a:pt x="17721" y="118563"/>
                  </a:lnTo>
                  <a:lnTo>
                    <a:pt x="0" y="118563"/>
                  </a:lnTo>
                  <a:close/>
                </a:path>
              </a:pathLst>
            </a:custGeom>
            <a:solidFill>
              <a:srgbClr val="D9B19D">
                <a:alpha val="100000"/>
              </a:srgbClr>
            </a:solidFill>
            <a:ln w="4762" cap="rnd">
              <a:solidFill>
                <a:srgbClr val="D9B1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5"/>
            <p:cNvSpPr/>
            <p:nvPr/>
          </p:nvSpPr>
          <p:spPr>
            <a:xfrm>
              <a:off x="4766597" y="1850710"/>
              <a:ext cx="17721" cy="122925"/>
            </a:xfrm>
            <a:custGeom>
              <a:avLst/>
              <a:pathLst>
                <a:path w="17721" h="122925">
                  <a:moveTo>
                    <a:pt x="0" y="4361"/>
                  </a:moveTo>
                  <a:lnTo>
                    <a:pt x="17721" y="0"/>
                  </a:lnTo>
                  <a:lnTo>
                    <a:pt x="17721" y="122925"/>
                  </a:lnTo>
                  <a:lnTo>
                    <a:pt x="0" y="122925"/>
                  </a:lnTo>
                  <a:close/>
                </a:path>
              </a:pathLst>
            </a:custGeom>
            <a:solidFill>
              <a:srgbClr val="D9B09D">
                <a:alpha val="100000"/>
              </a:srgbClr>
            </a:solidFill>
            <a:ln w="4762" cap="rnd">
              <a:solidFill>
                <a:srgbClr val="D9B0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6"/>
            <p:cNvSpPr/>
            <p:nvPr/>
          </p:nvSpPr>
          <p:spPr>
            <a:xfrm>
              <a:off x="4784319" y="1841771"/>
              <a:ext cx="35442" cy="131864"/>
            </a:xfrm>
            <a:custGeom>
              <a:avLst/>
              <a:pathLst>
                <a:path w="35442" h="131864">
                  <a:moveTo>
                    <a:pt x="0" y="8938"/>
                  </a:moveTo>
                  <a:lnTo>
                    <a:pt x="17721" y="4499"/>
                  </a:lnTo>
                  <a:lnTo>
                    <a:pt x="35442" y="0"/>
                  </a:lnTo>
                  <a:lnTo>
                    <a:pt x="35442" y="131864"/>
                  </a:lnTo>
                  <a:lnTo>
                    <a:pt x="17721" y="131864"/>
                  </a:lnTo>
                  <a:lnTo>
                    <a:pt x="0" y="131864"/>
                  </a:lnTo>
                  <a:close/>
                </a:path>
              </a:pathLst>
            </a:custGeom>
            <a:solidFill>
              <a:srgbClr val="D8B09C">
                <a:alpha val="100000"/>
              </a:srgbClr>
            </a:solidFill>
            <a:ln w="4762" cap="rnd">
              <a:solidFill>
                <a:srgbClr val="D8B0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7"/>
            <p:cNvSpPr/>
            <p:nvPr/>
          </p:nvSpPr>
          <p:spPr>
            <a:xfrm>
              <a:off x="4819761" y="1837230"/>
              <a:ext cx="17721" cy="136405"/>
            </a:xfrm>
            <a:custGeom>
              <a:avLst/>
              <a:pathLst>
                <a:path w="17721" h="136405">
                  <a:moveTo>
                    <a:pt x="0" y="4541"/>
                  </a:moveTo>
                  <a:lnTo>
                    <a:pt x="17721" y="0"/>
                  </a:lnTo>
                  <a:lnTo>
                    <a:pt x="17721" y="136405"/>
                  </a:lnTo>
                  <a:lnTo>
                    <a:pt x="0" y="136405"/>
                  </a:lnTo>
                  <a:close/>
                </a:path>
              </a:pathLst>
            </a:custGeom>
            <a:solidFill>
              <a:srgbClr val="D8AF9C">
                <a:alpha val="100000"/>
              </a:srgbClr>
            </a:solidFill>
            <a:ln w="4762" cap="rnd">
              <a:solidFill>
                <a:srgbClr val="D8AF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8"/>
            <p:cNvSpPr/>
            <p:nvPr/>
          </p:nvSpPr>
          <p:spPr>
            <a:xfrm>
              <a:off x="4837483" y="1832626"/>
              <a:ext cx="17721" cy="141009"/>
            </a:xfrm>
            <a:custGeom>
              <a:avLst/>
              <a:pathLst>
                <a:path w="17721" h="141009">
                  <a:moveTo>
                    <a:pt x="0" y="4603"/>
                  </a:moveTo>
                  <a:lnTo>
                    <a:pt x="17721" y="0"/>
                  </a:lnTo>
                  <a:lnTo>
                    <a:pt x="17721" y="141009"/>
                  </a:lnTo>
                  <a:lnTo>
                    <a:pt x="0" y="141009"/>
                  </a:lnTo>
                  <a:close/>
                </a:path>
              </a:pathLst>
            </a:custGeom>
            <a:solidFill>
              <a:srgbClr val="D8AF9B">
                <a:alpha val="100000"/>
              </a:srgbClr>
            </a:solidFill>
            <a:ln w="4762" cap="rnd">
              <a:solidFill>
                <a:srgbClr val="D8AF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69"/>
            <p:cNvSpPr/>
            <p:nvPr/>
          </p:nvSpPr>
          <p:spPr>
            <a:xfrm>
              <a:off x="4855204" y="1827974"/>
              <a:ext cx="17721" cy="145661"/>
            </a:xfrm>
            <a:custGeom>
              <a:avLst/>
              <a:pathLst>
                <a:path w="17721" h="145661">
                  <a:moveTo>
                    <a:pt x="0" y="4652"/>
                  </a:moveTo>
                  <a:lnTo>
                    <a:pt x="17721" y="0"/>
                  </a:lnTo>
                  <a:lnTo>
                    <a:pt x="17721" y="145661"/>
                  </a:lnTo>
                  <a:lnTo>
                    <a:pt x="0" y="145661"/>
                  </a:lnTo>
                  <a:close/>
                </a:path>
              </a:pathLst>
            </a:custGeom>
            <a:solidFill>
              <a:srgbClr val="D8AE9B">
                <a:alpha val="100000"/>
              </a:srgbClr>
            </a:solidFill>
            <a:ln w="4762" cap="rnd">
              <a:solidFill>
                <a:srgbClr val="D8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0"/>
            <p:cNvSpPr/>
            <p:nvPr/>
          </p:nvSpPr>
          <p:spPr>
            <a:xfrm>
              <a:off x="4872926" y="1818557"/>
              <a:ext cx="35442" cy="155078"/>
            </a:xfrm>
            <a:custGeom>
              <a:avLst/>
              <a:pathLst>
                <a:path w="35442" h="155078">
                  <a:moveTo>
                    <a:pt x="0" y="9416"/>
                  </a:moveTo>
                  <a:lnTo>
                    <a:pt x="17721" y="4731"/>
                  </a:lnTo>
                  <a:lnTo>
                    <a:pt x="35442" y="0"/>
                  </a:lnTo>
                  <a:lnTo>
                    <a:pt x="35442" y="155078"/>
                  </a:lnTo>
                  <a:lnTo>
                    <a:pt x="17721" y="155078"/>
                  </a:lnTo>
                  <a:lnTo>
                    <a:pt x="0" y="155078"/>
                  </a:lnTo>
                  <a:close/>
                </a:path>
              </a:pathLst>
            </a:custGeom>
            <a:solidFill>
              <a:srgbClr val="D7AE9A">
                <a:alpha val="100000"/>
              </a:srgbClr>
            </a:solidFill>
            <a:ln w="4762" cap="rnd">
              <a:solidFill>
                <a:srgbClr val="D7AE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1"/>
            <p:cNvSpPr/>
            <p:nvPr/>
          </p:nvSpPr>
          <p:spPr>
            <a:xfrm>
              <a:off x="4908368" y="1813789"/>
              <a:ext cx="17721" cy="159846"/>
            </a:xfrm>
            <a:custGeom>
              <a:avLst/>
              <a:pathLst>
                <a:path w="17721" h="159846">
                  <a:moveTo>
                    <a:pt x="0" y="4767"/>
                  </a:moveTo>
                  <a:lnTo>
                    <a:pt x="17721" y="0"/>
                  </a:lnTo>
                  <a:lnTo>
                    <a:pt x="17721" y="159846"/>
                  </a:lnTo>
                  <a:lnTo>
                    <a:pt x="0" y="159846"/>
                  </a:lnTo>
                  <a:close/>
                </a:path>
              </a:pathLst>
            </a:custGeom>
            <a:solidFill>
              <a:srgbClr val="D7AD9A">
                <a:alpha val="100000"/>
              </a:srgbClr>
            </a:solidFill>
            <a:ln w="4762" cap="rnd">
              <a:solidFill>
                <a:srgbClr val="D7A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2"/>
            <p:cNvSpPr/>
            <p:nvPr/>
          </p:nvSpPr>
          <p:spPr>
            <a:xfrm>
              <a:off x="4926090" y="1808998"/>
              <a:ext cx="17721" cy="164637"/>
            </a:xfrm>
            <a:custGeom>
              <a:avLst/>
              <a:pathLst>
                <a:path w="17721" h="164637">
                  <a:moveTo>
                    <a:pt x="0" y="4790"/>
                  </a:moveTo>
                  <a:lnTo>
                    <a:pt x="17721" y="0"/>
                  </a:lnTo>
                  <a:lnTo>
                    <a:pt x="17721" y="164637"/>
                  </a:lnTo>
                  <a:lnTo>
                    <a:pt x="0" y="164637"/>
                  </a:lnTo>
                  <a:close/>
                </a:path>
              </a:pathLst>
            </a:custGeom>
            <a:solidFill>
              <a:srgbClr val="D7AD99">
                <a:alpha val="100000"/>
              </a:srgbClr>
            </a:solidFill>
            <a:ln w="4762" cap="rnd">
              <a:solidFill>
                <a:srgbClr val="D7AD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3"/>
            <p:cNvSpPr/>
            <p:nvPr/>
          </p:nvSpPr>
          <p:spPr>
            <a:xfrm>
              <a:off x="4943811" y="1804177"/>
              <a:ext cx="17721" cy="169458"/>
            </a:xfrm>
            <a:custGeom>
              <a:avLst/>
              <a:pathLst>
                <a:path w="17721" h="169458">
                  <a:moveTo>
                    <a:pt x="0" y="4821"/>
                  </a:moveTo>
                  <a:lnTo>
                    <a:pt x="17721" y="0"/>
                  </a:lnTo>
                  <a:lnTo>
                    <a:pt x="17721" y="169458"/>
                  </a:lnTo>
                  <a:lnTo>
                    <a:pt x="0" y="169458"/>
                  </a:lnTo>
                  <a:close/>
                </a:path>
              </a:pathLst>
            </a:custGeom>
            <a:solidFill>
              <a:srgbClr val="D7AC99">
                <a:alpha val="100000"/>
              </a:srgbClr>
            </a:solidFill>
            <a:ln w="4762" cap="rnd">
              <a:solidFill>
                <a:srgbClr val="D7AC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4"/>
            <p:cNvSpPr/>
            <p:nvPr/>
          </p:nvSpPr>
          <p:spPr>
            <a:xfrm>
              <a:off x="4961532" y="1794475"/>
              <a:ext cx="35442" cy="179160"/>
            </a:xfrm>
            <a:custGeom>
              <a:avLst/>
              <a:pathLst>
                <a:path w="35442" h="179160">
                  <a:moveTo>
                    <a:pt x="0" y="9701"/>
                  </a:moveTo>
                  <a:lnTo>
                    <a:pt x="17721" y="4857"/>
                  </a:lnTo>
                  <a:lnTo>
                    <a:pt x="35442" y="0"/>
                  </a:lnTo>
                  <a:lnTo>
                    <a:pt x="35442" y="179160"/>
                  </a:lnTo>
                  <a:lnTo>
                    <a:pt x="17721" y="179160"/>
                  </a:lnTo>
                  <a:lnTo>
                    <a:pt x="0" y="179160"/>
                  </a:lnTo>
                  <a:close/>
                </a:path>
              </a:pathLst>
            </a:custGeom>
            <a:solidFill>
              <a:srgbClr val="D6AC98">
                <a:alpha val="100000"/>
              </a:srgbClr>
            </a:solidFill>
            <a:ln w="4762" cap="rnd">
              <a:solidFill>
                <a:srgbClr val="D6AC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5"/>
            <p:cNvSpPr/>
            <p:nvPr/>
          </p:nvSpPr>
          <p:spPr>
            <a:xfrm>
              <a:off x="4996975" y="1784721"/>
              <a:ext cx="35442" cy="188914"/>
            </a:xfrm>
            <a:custGeom>
              <a:avLst/>
              <a:pathLst>
                <a:path w="35442" h="188914">
                  <a:moveTo>
                    <a:pt x="0" y="9754"/>
                  </a:moveTo>
                  <a:lnTo>
                    <a:pt x="17721" y="4881"/>
                  </a:lnTo>
                  <a:lnTo>
                    <a:pt x="35442" y="0"/>
                  </a:lnTo>
                  <a:lnTo>
                    <a:pt x="35442" y="188914"/>
                  </a:lnTo>
                  <a:lnTo>
                    <a:pt x="17721" y="188914"/>
                  </a:lnTo>
                  <a:lnTo>
                    <a:pt x="0" y="188914"/>
                  </a:lnTo>
                  <a:close/>
                </a:path>
              </a:pathLst>
            </a:custGeom>
            <a:solidFill>
              <a:srgbClr val="D6AB97">
                <a:alpha val="100000"/>
              </a:srgbClr>
            </a:solidFill>
            <a:ln w="4762" cap="rnd">
              <a:solidFill>
                <a:srgbClr val="D6AB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6"/>
            <p:cNvSpPr/>
            <p:nvPr/>
          </p:nvSpPr>
          <p:spPr>
            <a:xfrm>
              <a:off x="5032418" y="1779837"/>
              <a:ext cx="17721" cy="193798"/>
            </a:xfrm>
            <a:custGeom>
              <a:avLst/>
              <a:pathLst>
                <a:path w="17721" h="193798">
                  <a:moveTo>
                    <a:pt x="0" y="4884"/>
                  </a:moveTo>
                  <a:lnTo>
                    <a:pt x="17721" y="0"/>
                  </a:lnTo>
                  <a:lnTo>
                    <a:pt x="17721" y="193798"/>
                  </a:lnTo>
                  <a:lnTo>
                    <a:pt x="0" y="193798"/>
                  </a:lnTo>
                  <a:close/>
                </a:path>
              </a:pathLst>
            </a:custGeom>
            <a:solidFill>
              <a:srgbClr val="D6AA97">
                <a:alpha val="100000"/>
              </a:srgbClr>
            </a:solidFill>
            <a:ln w="4762" cap="rnd">
              <a:solidFill>
                <a:srgbClr val="D6AA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7"/>
            <p:cNvSpPr/>
            <p:nvPr/>
          </p:nvSpPr>
          <p:spPr>
            <a:xfrm>
              <a:off x="5050139" y="1770070"/>
              <a:ext cx="35442" cy="203565"/>
            </a:xfrm>
            <a:custGeom>
              <a:avLst/>
              <a:pathLst>
                <a:path w="35442" h="203565">
                  <a:moveTo>
                    <a:pt x="0" y="9766"/>
                  </a:moveTo>
                  <a:lnTo>
                    <a:pt x="17721" y="4880"/>
                  </a:lnTo>
                  <a:lnTo>
                    <a:pt x="35442" y="0"/>
                  </a:lnTo>
                  <a:lnTo>
                    <a:pt x="35442" y="203565"/>
                  </a:lnTo>
                  <a:lnTo>
                    <a:pt x="17721" y="203565"/>
                  </a:lnTo>
                  <a:lnTo>
                    <a:pt x="0" y="203565"/>
                  </a:lnTo>
                  <a:close/>
                </a:path>
              </a:pathLst>
            </a:custGeom>
            <a:solidFill>
              <a:srgbClr val="D5AA96">
                <a:alpha val="100000"/>
              </a:srgbClr>
            </a:solidFill>
            <a:ln w="4762" cap="rnd">
              <a:solidFill>
                <a:srgbClr val="D5AA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8"/>
            <p:cNvSpPr/>
            <p:nvPr/>
          </p:nvSpPr>
          <p:spPr>
            <a:xfrm>
              <a:off x="5085582" y="1760332"/>
              <a:ext cx="35442" cy="213304"/>
            </a:xfrm>
            <a:custGeom>
              <a:avLst/>
              <a:pathLst>
                <a:path w="35442" h="213304">
                  <a:moveTo>
                    <a:pt x="0" y="9738"/>
                  </a:moveTo>
                  <a:lnTo>
                    <a:pt x="17721" y="4863"/>
                  </a:lnTo>
                  <a:lnTo>
                    <a:pt x="35442" y="0"/>
                  </a:lnTo>
                  <a:lnTo>
                    <a:pt x="35442" y="213304"/>
                  </a:lnTo>
                  <a:lnTo>
                    <a:pt x="17721" y="213304"/>
                  </a:lnTo>
                  <a:lnTo>
                    <a:pt x="0" y="213304"/>
                  </a:lnTo>
                  <a:close/>
                </a:path>
              </a:pathLst>
            </a:custGeom>
            <a:solidFill>
              <a:srgbClr val="D5A995">
                <a:alpha val="100000"/>
              </a:srgbClr>
            </a:solidFill>
            <a:ln w="4762" cap="rnd">
              <a:solidFill>
                <a:srgbClr val="D5A9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79"/>
            <p:cNvSpPr/>
            <p:nvPr/>
          </p:nvSpPr>
          <p:spPr>
            <a:xfrm>
              <a:off x="5121025" y="1755487"/>
              <a:ext cx="17721" cy="218148"/>
            </a:xfrm>
            <a:custGeom>
              <a:avLst/>
              <a:pathLst>
                <a:path w="17721" h="218148">
                  <a:moveTo>
                    <a:pt x="0" y="4844"/>
                  </a:moveTo>
                  <a:lnTo>
                    <a:pt x="17721" y="0"/>
                  </a:lnTo>
                  <a:lnTo>
                    <a:pt x="17721" y="218148"/>
                  </a:lnTo>
                  <a:lnTo>
                    <a:pt x="0" y="218148"/>
                  </a:lnTo>
                  <a:close/>
                </a:path>
              </a:pathLst>
            </a:custGeom>
            <a:solidFill>
              <a:srgbClr val="D5A895">
                <a:alpha val="100000"/>
              </a:srgbClr>
            </a:solidFill>
            <a:ln w="4762" cap="rnd">
              <a:solidFill>
                <a:srgbClr val="D5A8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0"/>
            <p:cNvSpPr/>
            <p:nvPr/>
          </p:nvSpPr>
          <p:spPr>
            <a:xfrm>
              <a:off x="5138746" y="1745847"/>
              <a:ext cx="35442" cy="227788"/>
            </a:xfrm>
            <a:custGeom>
              <a:avLst/>
              <a:pathLst>
                <a:path w="35442" h="227788">
                  <a:moveTo>
                    <a:pt x="0" y="9639"/>
                  </a:moveTo>
                  <a:lnTo>
                    <a:pt x="17721" y="4809"/>
                  </a:lnTo>
                  <a:lnTo>
                    <a:pt x="35442" y="0"/>
                  </a:lnTo>
                  <a:lnTo>
                    <a:pt x="35442" y="227788"/>
                  </a:lnTo>
                  <a:lnTo>
                    <a:pt x="17721" y="227788"/>
                  </a:lnTo>
                  <a:lnTo>
                    <a:pt x="0" y="227788"/>
                  </a:lnTo>
                  <a:close/>
                </a:path>
              </a:pathLst>
            </a:custGeom>
            <a:solidFill>
              <a:srgbClr val="D4A894">
                <a:alpha val="100000"/>
              </a:srgbClr>
            </a:solidFill>
            <a:ln w="4762" cap="rnd">
              <a:solidFill>
                <a:srgbClr val="D4A8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1"/>
            <p:cNvSpPr/>
            <p:nvPr/>
          </p:nvSpPr>
          <p:spPr>
            <a:xfrm>
              <a:off x="5174189" y="1736314"/>
              <a:ext cx="35442" cy="237321"/>
            </a:xfrm>
            <a:custGeom>
              <a:avLst/>
              <a:pathLst>
                <a:path w="35442" h="237321">
                  <a:moveTo>
                    <a:pt x="0" y="9533"/>
                  </a:moveTo>
                  <a:lnTo>
                    <a:pt x="17721" y="4755"/>
                  </a:lnTo>
                  <a:lnTo>
                    <a:pt x="35442" y="0"/>
                  </a:lnTo>
                  <a:lnTo>
                    <a:pt x="35442" y="237321"/>
                  </a:lnTo>
                  <a:lnTo>
                    <a:pt x="17721" y="237321"/>
                  </a:lnTo>
                  <a:lnTo>
                    <a:pt x="0" y="237321"/>
                  </a:lnTo>
                  <a:close/>
                </a:path>
              </a:pathLst>
            </a:custGeom>
            <a:solidFill>
              <a:srgbClr val="D4A793">
                <a:alpha val="100000"/>
              </a:srgbClr>
            </a:solidFill>
            <a:ln w="4762" cap="rnd">
              <a:solidFill>
                <a:srgbClr val="D4A7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2"/>
            <p:cNvSpPr/>
            <p:nvPr/>
          </p:nvSpPr>
          <p:spPr>
            <a:xfrm>
              <a:off x="5209632" y="1731586"/>
              <a:ext cx="17721" cy="242049"/>
            </a:xfrm>
            <a:custGeom>
              <a:avLst/>
              <a:pathLst>
                <a:path w="17721" h="242049">
                  <a:moveTo>
                    <a:pt x="0" y="4727"/>
                  </a:moveTo>
                  <a:lnTo>
                    <a:pt x="17721" y="0"/>
                  </a:lnTo>
                  <a:lnTo>
                    <a:pt x="17721" y="242049"/>
                  </a:lnTo>
                  <a:lnTo>
                    <a:pt x="0" y="242049"/>
                  </a:lnTo>
                  <a:close/>
                </a:path>
              </a:pathLst>
            </a:custGeom>
            <a:solidFill>
              <a:srgbClr val="D4A692">
                <a:alpha val="100000"/>
              </a:srgbClr>
            </a:solidFill>
            <a:ln w="4762" cap="rnd">
              <a:solidFill>
                <a:srgbClr val="D4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3"/>
            <p:cNvSpPr/>
            <p:nvPr/>
          </p:nvSpPr>
          <p:spPr>
            <a:xfrm>
              <a:off x="5227353" y="1722246"/>
              <a:ext cx="35442" cy="251389"/>
            </a:xfrm>
            <a:custGeom>
              <a:avLst/>
              <a:pathLst>
                <a:path w="35442" h="251389">
                  <a:moveTo>
                    <a:pt x="0" y="9340"/>
                  </a:moveTo>
                  <a:lnTo>
                    <a:pt x="17721" y="4656"/>
                  </a:lnTo>
                  <a:lnTo>
                    <a:pt x="35442" y="0"/>
                  </a:lnTo>
                  <a:lnTo>
                    <a:pt x="35442" y="251389"/>
                  </a:lnTo>
                  <a:lnTo>
                    <a:pt x="17721" y="251389"/>
                  </a:lnTo>
                  <a:lnTo>
                    <a:pt x="0" y="251389"/>
                  </a:lnTo>
                  <a:close/>
                </a:path>
              </a:pathLst>
            </a:custGeom>
            <a:solidFill>
              <a:srgbClr val="D3A692">
                <a:alpha val="100000"/>
              </a:srgbClr>
            </a:solidFill>
            <a:ln w="4762" cap="rnd">
              <a:solidFill>
                <a:srgbClr val="D3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4"/>
            <p:cNvSpPr/>
            <p:nvPr/>
          </p:nvSpPr>
          <p:spPr>
            <a:xfrm>
              <a:off x="5262796" y="1713054"/>
              <a:ext cx="35442" cy="260581"/>
            </a:xfrm>
            <a:custGeom>
              <a:avLst/>
              <a:pathLst>
                <a:path w="35442" h="260581">
                  <a:moveTo>
                    <a:pt x="0" y="9192"/>
                  </a:moveTo>
                  <a:lnTo>
                    <a:pt x="17721" y="4569"/>
                  </a:lnTo>
                  <a:lnTo>
                    <a:pt x="35442" y="0"/>
                  </a:lnTo>
                  <a:lnTo>
                    <a:pt x="35442" y="260581"/>
                  </a:lnTo>
                  <a:lnTo>
                    <a:pt x="17721" y="260581"/>
                  </a:lnTo>
                  <a:lnTo>
                    <a:pt x="0" y="260581"/>
                  </a:lnTo>
                  <a:close/>
                </a:path>
              </a:pathLst>
            </a:custGeom>
            <a:solidFill>
              <a:srgbClr val="D3A591">
                <a:alpha val="100000"/>
              </a:srgbClr>
            </a:solidFill>
            <a:ln w="4762" cap="rnd">
              <a:solidFill>
                <a:srgbClr val="D3A5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5"/>
            <p:cNvSpPr/>
            <p:nvPr/>
          </p:nvSpPr>
          <p:spPr>
            <a:xfrm>
              <a:off x="5298238" y="1708516"/>
              <a:ext cx="17721" cy="265119"/>
            </a:xfrm>
            <a:custGeom>
              <a:avLst/>
              <a:pathLst>
                <a:path w="17721" h="265119">
                  <a:moveTo>
                    <a:pt x="0" y="4537"/>
                  </a:moveTo>
                  <a:lnTo>
                    <a:pt x="17721" y="0"/>
                  </a:lnTo>
                  <a:lnTo>
                    <a:pt x="17721" y="265119"/>
                  </a:lnTo>
                  <a:lnTo>
                    <a:pt x="0" y="265119"/>
                  </a:lnTo>
                  <a:close/>
                </a:path>
              </a:pathLst>
            </a:custGeom>
            <a:solidFill>
              <a:srgbClr val="D3A490">
                <a:alpha val="100000"/>
              </a:srgbClr>
            </a:solidFill>
            <a:ln w="4762" cap="rnd">
              <a:solidFill>
                <a:srgbClr val="D3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6"/>
            <p:cNvSpPr/>
            <p:nvPr/>
          </p:nvSpPr>
          <p:spPr>
            <a:xfrm>
              <a:off x="5315960" y="1699575"/>
              <a:ext cx="35442" cy="274060"/>
            </a:xfrm>
            <a:custGeom>
              <a:avLst/>
              <a:pathLst>
                <a:path w="35442" h="274060">
                  <a:moveTo>
                    <a:pt x="0" y="8940"/>
                  </a:moveTo>
                  <a:lnTo>
                    <a:pt x="17721" y="4440"/>
                  </a:lnTo>
                  <a:lnTo>
                    <a:pt x="35442" y="0"/>
                  </a:lnTo>
                  <a:lnTo>
                    <a:pt x="35442" y="274060"/>
                  </a:lnTo>
                  <a:lnTo>
                    <a:pt x="17721" y="274060"/>
                  </a:lnTo>
                  <a:lnTo>
                    <a:pt x="0" y="274060"/>
                  </a:lnTo>
                  <a:close/>
                </a:path>
              </a:pathLst>
            </a:custGeom>
            <a:solidFill>
              <a:srgbClr val="D2A490">
                <a:alpha val="100000"/>
              </a:srgbClr>
            </a:solidFill>
            <a:ln w="4762" cap="rnd">
              <a:solidFill>
                <a:srgbClr val="D2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7"/>
            <p:cNvSpPr/>
            <p:nvPr/>
          </p:nvSpPr>
          <p:spPr>
            <a:xfrm>
              <a:off x="5351403" y="1690803"/>
              <a:ext cx="35442" cy="282832"/>
            </a:xfrm>
            <a:custGeom>
              <a:avLst/>
              <a:pathLst>
                <a:path w="35442" h="282832">
                  <a:moveTo>
                    <a:pt x="0" y="8772"/>
                  </a:moveTo>
                  <a:lnTo>
                    <a:pt x="17721" y="4366"/>
                  </a:lnTo>
                  <a:lnTo>
                    <a:pt x="35442" y="0"/>
                  </a:lnTo>
                  <a:lnTo>
                    <a:pt x="35442" y="282832"/>
                  </a:lnTo>
                  <a:lnTo>
                    <a:pt x="17721" y="282832"/>
                  </a:lnTo>
                  <a:lnTo>
                    <a:pt x="0" y="282832"/>
                  </a:lnTo>
                  <a:close/>
                </a:path>
              </a:pathLst>
            </a:custGeom>
            <a:solidFill>
              <a:srgbClr val="D2A38F">
                <a:alpha val="100000"/>
              </a:srgbClr>
            </a:solidFill>
            <a:ln w="4762" cap="rnd">
              <a:solidFill>
                <a:srgbClr val="D2A3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8"/>
            <p:cNvSpPr/>
            <p:nvPr/>
          </p:nvSpPr>
          <p:spPr>
            <a:xfrm>
              <a:off x="5386845" y="1686502"/>
              <a:ext cx="17721" cy="287133"/>
            </a:xfrm>
            <a:custGeom>
              <a:avLst/>
              <a:pathLst>
                <a:path w="17721" h="287133">
                  <a:moveTo>
                    <a:pt x="0" y="4301"/>
                  </a:moveTo>
                  <a:lnTo>
                    <a:pt x="17721" y="0"/>
                  </a:lnTo>
                  <a:lnTo>
                    <a:pt x="17721" y="287133"/>
                  </a:lnTo>
                  <a:lnTo>
                    <a:pt x="0" y="287133"/>
                  </a:lnTo>
                  <a:close/>
                </a:path>
              </a:pathLst>
            </a:custGeom>
            <a:solidFill>
              <a:srgbClr val="D2A28E">
                <a:alpha val="100000"/>
              </a:srgbClr>
            </a:solidFill>
            <a:ln w="4762" cap="rnd">
              <a:solidFill>
                <a:srgbClr val="D2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89"/>
            <p:cNvSpPr/>
            <p:nvPr/>
          </p:nvSpPr>
          <p:spPr>
            <a:xfrm>
              <a:off x="5404567" y="1678011"/>
              <a:ext cx="35442" cy="295624"/>
            </a:xfrm>
            <a:custGeom>
              <a:avLst/>
              <a:pathLst>
                <a:path w="35442" h="295624">
                  <a:moveTo>
                    <a:pt x="0" y="8491"/>
                  </a:moveTo>
                  <a:lnTo>
                    <a:pt x="17721" y="4225"/>
                  </a:lnTo>
                  <a:lnTo>
                    <a:pt x="35442" y="0"/>
                  </a:lnTo>
                  <a:lnTo>
                    <a:pt x="35442" y="295624"/>
                  </a:lnTo>
                  <a:lnTo>
                    <a:pt x="17721" y="295624"/>
                  </a:lnTo>
                  <a:lnTo>
                    <a:pt x="0" y="295624"/>
                  </a:lnTo>
                  <a:close/>
                </a:path>
              </a:pathLst>
            </a:custGeom>
            <a:solidFill>
              <a:srgbClr val="D1A28E">
                <a:alpha val="100000"/>
              </a:srgbClr>
            </a:solidFill>
            <a:ln w="4762" cap="rnd">
              <a:solidFill>
                <a:srgbClr val="D1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0"/>
            <p:cNvSpPr/>
            <p:nvPr/>
          </p:nvSpPr>
          <p:spPr>
            <a:xfrm>
              <a:off x="5440009" y="1669732"/>
              <a:ext cx="35442" cy="303903"/>
            </a:xfrm>
            <a:custGeom>
              <a:avLst/>
              <a:pathLst>
                <a:path w="35442" h="303903">
                  <a:moveTo>
                    <a:pt x="0" y="8278"/>
                  </a:moveTo>
                  <a:lnTo>
                    <a:pt x="17721" y="4121"/>
                  </a:lnTo>
                  <a:lnTo>
                    <a:pt x="35442" y="0"/>
                  </a:lnTo>
                  <a:lnTo>
                    <a:pt x="35442" y="303903"/>
                  </a:lnTo>
                  <a:lnTo>
                    <a:pt x="17721" y="303903"/>
                  </a:lnTo>
                  <a:lnTo>
                    <a:pt x="0" y="303903"/>
                  </a:lnTo>
                  <a:close/>
                </a:path>
              </a:pathLst>
            </a:custGeom>
            <a:solidFill>
              <a:srgbClr val="D1A18D">
                <a:alpha val="100000"/>
              </a:srgbClr>
            </a:solidFill>
            <a:ln w="4762" cap="rnd">
              <a:solidFill>
                <a:srgbClr val="D1A1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1"/>
            <p:cNvSpPr/>
            <p:nvPr/>
          </p:nvSpPr>
          <p:spPr>
            <a:xfrm>
              <a:off x="5475452" y="1665649"/>
              <a:ext cx="17721" cy="307986"/>
            </a:xfrm>
            <a:custGeom>
              <a:avLst/>
              <a:pathLst>
                <a:path w="17721" h="307986">
                  <a:moveTo>
                    <a:pt x="0" y="4083"/>
                  </a:moveTo>
                  <a:lnTo>
                    <a:pt x="17721" y="0"/>
                  </a:lnTo>
                  <a:lnTo>
                    <a:pt x="17721" y="307986"/>
                  </a:lnTo>
                  <a:lnTo>
                    <a:pt x="0" y="307986"/>
                  </a:lnTo>
                  <a:close/>
                </a:path>
              </a:pathLst>
            </a:custGeom>
            <a:solidFill>
              <a:srgbClr val="D1A08C">
                <a:alpha val="100000"/>
              </a:srgbClr>
            </a:solidFill>
            <a:ln w="4762" cap="rnd">
              <a:solidFill>
                <a:srgbClr val="D1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2"/>
            <p:cNvSpPr/>
            <p:nvPr/>
          </p:nvSpPr>
          <p:spPr>
            <a:xfrm>
              <a:off x="5493173" y="1657658"/>
              <a:ext cx="35442" cy="315977"/>
            </a:xfrm>
            <a:custGeom>
              <a:avLst/>
              <a:pathLst>
                <a:path w="35442" h="315977">
                  <a:moveTo>
                    <a:pt x="0" y="7990"/>
                  </a:moveTo>
                  <a:lnTo>
                    <a:pt x="17721" y="3977"/>
                  </a:lnTo>
                  <a:lnTo>
                    <a:pt x="35442" y="0"/>
                  </a:lnTo>
                  <a:lnTo>
                    <a:pt x="35442" y="315977"/>
                  </a:lnTo>
                  <a:lnTo>
                    <a:pt x="17721" y="315977"/>
                  </a:lnTo>
                  <a:lnTo>
                    <a:pt x="0" y="315977"/>
                  </a:lnTo>
                  <a:close/>
                </a:path>
              </a:pathLst>
            </a:custGeom>
            <a:solidFill>
              <a:srgbClr val="D0A08C">
                <a:alpha val="100000"/>
              </a:srgbClr>
            </a:solidFill>
            <a:ln w="4762" cap="rnd">
              <a:solidFill>
                <a:srgbClr val="D0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3"/>
            <p:cNvSpPr/>
            <p:nvPr/>
          </p:nvSpPr>
          <p:spPr>
            <a:xfrm>
              <a:off x="5528616" y="1649846"/>
              <a:ext cx="35442" cy="323789"/>
            </a:xfrm>
            <a:custGeom>
              <a:avLst/>
              <a:pathLst>
                <a:path w="35442" h="323789">
                  <a:moveTo>
                    <a:pt x="0" y="7812"/>
                  </a:moveTo>
                  <a:lnTo>
                    <a:pt x="17721" y="3871"/>
                  </a:lnTo>
                  <a:lnTo>
                    <a:pt x="35442" y="0"/>
                  </a:lnTo>
                  <a:lnTo>
                    <a:pt x="35442" y="323789"/>
                  </a:lnTo>
                  <a:lnTo>
                    <a:pt x="17721" y="323789"/>
                  </a:lnTo>
                  <a:lnTo>
                    <a:pt x="0" y="323789"/>
                  </a:lnTo>
                  <a:close/>
                </a:path>
              </a:pathLst>
            </a:custGeom>
            <a:solidFill>
              <a:srgbClr val="D09F8B">
                <a:alpha val="100000"/>
              </a:srgbClr>
            </a:solidFill>
            <a:ln w="4762" cap="rnd">
              <a:solidFill>
                <a:srgbClr val="D09F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4"/>
            <p:cNvSpPr/>
            <p:nvPr/>
          </p:nvSpPr>
          <p:spPr>
            <a:xfrm>
              <a:off x="5564059" y="1646010"/>
              <a:ext cx="17721" cy="327625"/>
            </a:xfrm>
            <a:custGeom>
              <a:avLst/>
              <a:pathLst>
                <a:path w="17721" h="327625">
                  <a:moveTo>
                    <a:pt x="0" y="3835"/>
                  </a:moveTo>
                  <a:lnTo>
                    <a:pt x="17721" y="0"/>
                  </a:lnTo>
                  <a:lnTo>
                    <a:pt x="17721" y="327625"/>
                  </a:lnTo>
                  <a:lnTo>
                    <a:pt x="0" y="327625"/>
                  </a:lnTo>
                  <a:close/>
                </a:path>
              </a:pathLst>
            </a:custGeom>
            <a:solidFill>
              <a:srgbClr val="D09F8A">
                <a:alpha val="100000"/>
              </a:srgbClr>
            </a:solidFill>
            <a:ln w="4762" cap="rnd">
              <a:solidFill>
                <a:srgbClr val="D09F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5"/>
            <p:cNvSpPr/>
            <p:nvPr/>
          </p:nvSpPr>
          <p:spPr>
            <a:xfrm>
              <a:off x="5581780" y="1642210"/>
              <a:ext cx="17721" cy="331425"/>
            </a:xfrm>
            <a:custGeom>
              <a:avLst/>
              <a:pathLst>
                <a:path w="17721" h="331425">
                  <a:moveTo>
                    <a:pt x="0" y="3800"/>
                  </a:moveTo>
                  <a:lnTo>
                    <a:pt x="17721" y="0"/>
                  </a:lnTo>
                  <a:lnTo>
                    <a:pt x="17721" y="331425"/>
                  </a:lnTo>
                  <a:lnTo>
                    <a:pt x="0" y="331425"/>
                  </a:lnTo>
                  <a:close/>
                </a:path>
              </a:pathLst>
            </a:custGeom>
            <a:solidFill>
              <a:srgbClr val="CF9E8A">
                <a:alpha val="100000"/>
              </a:srgbClr>
            </a:solidFill>
            <a:ln w="4762" cap="rnd">
              <a:solidFill>
                <a:srgbClr val="CF9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6"/>
            <p:cNvSpPr/>
            <p:nvPr/>
          </p:nvSpPr>
          <p:spPr>
            <a:xfrm>
              <a:off x="5599502" y="1638476"/>
              <a:ext cx="17721" cy="335159"/>
            </a:xfrm>
            <a:custGeom>
              <a:avLst/>
              <a:pathLst>
                <a:path w="17721" h="335159">
                  <a:moveTo>
                    <a:pt x="0" y="3733"/>
                  </a:moveTo>
                  <a:lnTo>
                    <a:pt x="17721" y="0"/>
                  </a:lnTo>
                  <a:lnTo>
                    <a:pt x="17721" y="335159"/>
                  </a:lnTo>
                  <a:lnTo>
                    <a:pt x="0" y="335159"/>
                  </a:lnTo>
                  <a:close/>
                </a:path>
              </a:pathLst>
            </a:custGeom>
            <a:solidFill>
              <a:srgbClr val="CF9E89">
                <a:alpha val="100000"/>
              </a:srgbClr>
            </a:solidFill>
            <a:ln w="4762" cap="rnd">
              <a:solidFill>
                <a:srgbClr val="CF9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7"/>
            <p:cNvSpPr/>
            <p:nvPr/>
          </p:nvSpPr>
          <p:spPr>
            <a:xfrm>
              <a:off x="5617223" y="1631114"/>
              <a:ext cx="35442" cy="342521"/>
            </a:xfrm>
            <a:custGeom>
              <a:avLst/>
              <a:pathLst>
                <a:path w="35442" h="342521">
                  <a:moveTo>
                    <a:pt x="0" y="7361"/>
                  </a:moveTo>
                  <a:lnTo>
                    <a:pt x="17721" y="3663"/>
                  </a:lnTo>
                  <a:lnTo>
                    <a:pt x="35442" y="0"/>
                  </a:lnTo>
                  <a:lnTo>
                    <a:pt x="35442" y="342521"/>
                  </a:lnTo>
                  <a:lnTo>
                    <a:pt x="17721" y="342521"/>
                  </a:lnTo>
                  <a:lnTo>
                    <a:pt x="0" y="342521"/>
                  </a:lnTo>
                  <a:close/>
                </a:path>
              </a:pathLst>
            </a:custGeom>
            <a:solidFill>
              <a:srgbClr val="CF9D89">
                <a:alpha val="100000"/>
              </a:srgbClr>
            </a:solidFill>
            <a:ln w="4762" cap="rnd">
              <a:solidFill>
                <a:srgbClr val="CF9D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8"/>
            <p:cNvSpPr/>
            <p:nvPr/>
          </p:nvSpPr>
          <p:spPr>
            <a:xfrm>
              <a:off x="5652666" y="1627515"/>
              <a:ext cx="17721" cy="346120"/>
            </a:xfrm>
            <a:custGeom>
              <a:avLst/>
              <a:pathLst>
                <a:path w="17721" h="346120">
                  <a:moveTo>
                    <a:pt x="0" y="3599"/>
                  </a:moveTo>
                  <a:lnTo>
                    <a:pt x="17721" y="0"/>
                  </a:lnTo>
                  <a:lnTo>
                    <a:pt x="17721" y="346120"/>
                  </a:lnTo>
                  <a:lnTo>
                    <a:pt x="0" y="346120"/>
                  </a:lnTo>
                  <a:close/>
                </a:path>
              </a:pathLst>
            </a:custGeom>
            <a:solidFill>
              <a:srgbClr val="CF9D88">
                <a:alpha val="100000"/>
              </a:srgbClr>
            </a:solidFill>
            <a:ln w="4762" cap="rnd">
              <a:solidFill>
                <a:srgbClr val="CF9D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99"/>
            <p:cNvSpPr/>
            <p:nvPr/>
          </p:nvSpPr>
          <p:spPr>
            <a:xfrm>
              <a:off x="5670387" y="1623952"/>
              <a:ext cx="17721" cy="349683"/>
            </a:xfrm>
            <a:custGeom>
              <a:avLst/>
              <a:pathLst>
                <a:path w="17721" h="349683">
                  <a:moveTo>
                    <a:pt x="0" y="3562"/>
                  </a:moveTo>
                  <a:lnTo>
                    <a:pt x="17721" y="0"/>
                  </a:lnTo>
                  <a:lnTo>
                    <a:pt x="17721" y="349683"/>
                  </a:lnTo>
                  <a:lnTo>
                    <a:pt x="0" y="349683"/>
                  </a:lnTo>
                  <a:close/>
                </a:path>
              </a:pathLst>
            </a:custGeom>
            <a:solidFill>
              <a:srgbClr val="CE9C88">
                <a:alpha val="100000"/>
              </a:srgbClr>
            </a:solidFill>
            <a:ln w="4762" cap="rnd">
              <a:solidFill>
                <a:srgbClr val="CE9C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0"/>
            <p:cNvSpPr/>
            <p:nvPr/>
          </p:nvSpPr>
          <p:spPr>
            <a:xfrm>
              <a:off x="5688109" y="1620423"/>
              <a:ext cx="17721" cy="353212"/>
            </a:xfrm>
            <a:custGeom>
              <a:avLst/>
              <a:pathLst>
                <a:path w="17721" h="353212">
                  <a:moveTo>
                    <a:pt x="0" y="3528"/>
                  </a:moveTo>
                  <a:lnTo>
                    <a:pt x="17721" y="0"/>
                  </a:lnTo>
                  <a:lnTo>
                    <a:pt x="17721" y="353212"/>
                  </a:lnTo>
                  <a:lnTo>
                    <a:pt x="0" y="353212"/>
                  </a:lnTo>
                  <a:close/>
                </a:path>
              </a:pathLst>
            </a:custGeom>
            <a:solidFill>
              <a:srgbClr val="CE9C87">
                <a:alpha val="100000"/>
              </a:srgbClr>
            </a:solidFill>
            <a:ln w="4762" cap="rnd">
              <a:solidFill>
                <a:srgbClr val="CE9C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1"/>
            <p:cNvSpPr/>
            <p:nvPr/>
          </p:nvSpPr>
          <p:spPr>
            <a:xfrm>
              <a:off x="5705830" y="1613529"/>
              <a:ext cx="35442" cy="360106"/>
            </a:xfrm>
            <a:custGeom>
              <a:avLst/>
              <a:pathLst>
                <a:path w="35442" h="360106">
                  <a:moveTo>
                    <a:pt x="0" y="6894"/>
                  </a:moveTo>
                  <a:lnTo>
                    <a:pt x="17721" y="3428"/>
                  </a:lnTo>
                  <a:lnTo>
                    <a:pt x="35442" y="0"/>
                  </a:lnTo>
                  <a:lnTo>
                    <a:pt x="35442" y="360106"/>
                  </a:lnTo>
                  <a:lnTo>
                    <a:pt x="17721" y="360106"/>
                  </a:lnTo>
                  <a:lnTo>
                    <a:pt x="0" y="360106"/>
                  </a:lnTo>
                  <a:close/>
                </a:path>
              </a:pathLst>
            </a:custGeom>
            <a:solidFill>
              <a:srgbClr val="CE9B87">
                <a:alpha val="100000"/>
              </a:srgbClr>
            </a:solidFill>
            <a:ln w="4762" cap="rnd">
              <a:solidFill>
                <a:srgbClr val="CE9B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2"/>
            <p:cNvSpPr/>
            <p:nvPr/>
          </p:nvSpPr>
          <p:spPr>
            <a:xfrm>
              <a:off x="5741273" y="1610135"/>
              <a:ext cx="17721" cy="363500"/>
            </a:xfrm>
            <a:custGeom>
              <a:avLst/>
              <a:pathLst>
                <a:path w="17721" h="363500">
                  <a:moveTo>
                    <a:pt x="0" y="3393"/>
                  </a:moveTo>
                  <a:lnTo>
                    <a:pt x="17721" y="0"/>
                  </a:lnTo>
                  <a:lnTo>
                    <a:pt x="17721" y="363500"/>
                  </a:lnTo>
                  <a:lnTo>
                    <a:pt x="0" y="363500"/>
                  </a:lnTo>
                  <a:close/>
                </a:path>
              </a:pathLst>
            </a:custGeom>
            <a:solidFill>
              <a:srgbClr val="CD9B86">
                <a:alpha val="100000"/>
              </a:srgbClr>
            </a:solidFill>
            <a:ln w="4762" cap="rnd">
              <a:solidFill>
                <a:srgbClr val="CD9B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3"/>
            <p:cNvSpPr/>
            <p:nvPr/>
          </p:nvSpPr>
          <p:spPr>
            <a:xfrm>
              <a:off x="5758994" y="1606803"/>
              <a:ext cx="17721" cy="366832"/>
            </a:xfrm>
            <a:custGeom>
              <a:avLst/>
              <a:pathLst>
                <a:path w="17721" h="366832">
                  <a:moveTo>
                    <a:pt x="0" y="3332"/>
                  </a:moveTo>
                  <a:lnTo>
                    <a:pt x="17721" y="0"/>
                  </a:lnTo>
                  <a:lnTo>
                    <a:pt x="17721" y="366832"/>
                  </a:lnTo>
                  <a:lnTo>
                    <a:pt x="0" y="366832"/>
                  </a:lnTo>
                  <a:close/>
                </a:path>
              </a:pathLst>
            </a:custGeom>
            <a:solidFill>
              <a:srgbClr val="CD9A86">
                <a:alpha val="100000"/>
              </a:srgbClr>
            </a:solidFill>
            <a:ln w="4762" cap="rnd">
              <a:solidFill>
                <a:srgbClr val="CD9A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4"/>
            <p:cNvSpPr/>
            <p:nvPr/>
          </p:nvSpPr>
          <p:spPr>
            <a:xfrm>
              <a:off x="5776715" y="1603512"/>
              <a:ext cx="17721" cy="370123"/>
            </a:xfrm>
            <a:custGeom>
              <a:avLst/>
              <a:pathLst>
                <a:path w="17721" h="370123">
                  <a:moveTo>
                    <a:pt x="0" y="3290"/>
                  </a:moveTo>
                  <a:lnTo>
                    <a:pt x="17721" y="0"/>
                  </a:lnTo>
                  <a:lnTo>
                    <a:pt x="17721" y="370123"/>
                  </a:lnTo>
                  <a:lnTo>
                    <a:pt x="0" y="370123"/>
                  </a:lnTo>
                  <a:close/>
                </a:path>
              </a:pathLst>
            </a:custGeom>
            <a:solidFill>
              <a:srgbClr val="CD9A85">
                <a:alpha val="100000"/>
              </a:srgbClr>
            </a:solidFill>
            <a:ln w="4762" cap="rnd">
              <a:solidFill>
                <a:srgbClr val="CD9A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5"/>
            <p:cNvSpPr/>
            <p:nvPr/>
          </p:nvSpPr>
          <p:spPr>
            <a:xfrm>
              <a:off x="5794437" y="1597066"/>
              <a:ext cx="35442" cy="376569"/>
            </a:xfrm>
            <a:custGeom>
              <a:avLst/>
              <a:pathLst>
                <a:path w="35442" h="376569">
                  <a:moveTo>
                    <a:pt x="0" y="6446"/>
                  </a:moveTo>
                  <a:lnTo>
                    <a:pt x="17721" y="3191"/>
                  </a:lnTo>
                  <a:lnTo>
                    <a:pt x="35442" y="0"/>
                  </a:lnTo>
                  <a:lnTo>
                    <a:pt x="35442" y="376569"/>
                  </a:lnTo>
                  <a:lnTo>
                    <a:pt x="17721" y="376569"/>
                  </a:lnTo>
                  <a:lnTo>
                    <a:pt x="0" y="376569"/>
                  </a:lnTo>
                  <a:close/>
                </a:path>
              </a:pathLst>
            </a:custGeom>
            <a:solidFill>
              <a:srgbClr val="CD9985">
                <a:alpha val="100000"/>
              </a:srgbClr>
            </a:solidFill>
            <a:ln w="4762" cap="rnd">
              <a:solidFill>
                <a:srgbClr val="CD99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6"/>
            <p:cNvSpPr/>
            <p:nvPr/>
          </p:nvSpPr>
          <p:spPr>
            <a:xfrm>
              <a:off x="5829879" y="1593920"/>
              <a:ext cx="17721" cy="379715"/>
            </a:xfrm>
            <a:custGeom>
              <a:avLst/>
              <a:pathLst>
                <a:path w="17721" h="379715">
                  <a:moveTo>
                    <a:pt x="0" y="3145"/>
                  </a:moveTo>
                  <a:lnTo>
                    <a:pt x="17721" y="0"/>
                  </a:lnTo>
                  <a:lnTo>
                    <a:pt x="17721" y="379715"/>
                  </a:lnTo>
                  <a:lnTo>
                    <a:pt x="0" y="379715"/>
                  </a:lnTo>
                  <a:close/>
                </a:path>
              </a:pathLst>
            </a:custGeom>
            <a:solidFill>
              <a:srgbClr val="CC9984">
                <a:alpha val="100000"/>
              </a:srgbClr>
            </a:solidFill>
            <a:ln w="4762" cap="rnd">
              <a:solidFill>
                <a:srgbClr val="CC99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7"/>
            <p:cNvSpPr/>
            <p:nvPr/>
          </p:nvSpPr>
          <p:spPr>
            <a:xfrm>
              <a:off x="5847601" y="1590813"/>
              <a:ext cx="17721" cy="382822"/>
            </a:xfrm>
            <a:custGeom>
              <a:avLst/>
              <a:pathLst>
                <a:path w="17721" h="382822">
                  <a:moveTo>
                    <a:pt x="0" y="3107"/>
                  </a:moveTo>
                  <a:lnTo>
                    <a:pt x="17721" y="0"/>
                  </a:lnTo>
                  <a:lnTo>
                    <a:pt x="17721" y="382822"/>
                  </a:lnTo>
                  <a:lnTo>
                    <a:pt x="0" y="382822"/>
                  </a:lnTo>
                  <a:close/>
                </a:path>
              </a:pathLst>
            </a:custGeom>
            <a:solidFill>
              <a:srgbClr val="CC9884">
                <a:alpha val="100000"/>
              </a:srgbClr>
            </a:solidFill>
            <a:ln w="4762" cap="rnd">
              <a:solidFill>
                <a:srgbClr val="CC98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8"/>
            <p:cNvSpPr/>
            <p:nvPr/>
          </p:nvSpPr>
          <p:spPr>
            <a:xfrm>
              <a:off x="5865322" y="1587772"/>
              <a:ext cx="17721" cy="385863"/>
            </a:xfrm>
            <a:custGeom>
              <a:avLst/>
              <a:pathLst>
                <a:path w="17721" h="385863">
                  <a:moveTo>
                    <a:pt x="0" y="3040"/>
                  </a:moveTo>
                  <a:lnTo>
                    <a:pt x="17721" y="0"/>
                  </a:lnTo>
                  <a:lnTo>
                    <a:pt x="17721" y="385863"/>
                  </a:lnTo>
                  <a:lnTo>
                    <a:pt x="0" y="385863"/>
                  </a:lnTo>
                  <a:close/>
                </a:path>
              </a:pathLst>
            </a:custGeom>
            <a:solidFill>
              <a:srgbClr val="CC9883">
                <a:alpha val="100000"/>
              </a:srgbClr>
            </a:solidFill>
            <a:ln w="4762" cap="rnd">
              <a:solidFill>
                <a:srgbClr val="CC98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09"/>
            <p:cNvSpPr/>
            <p:nvPr/>
          </p:nvSpPr>
          <p:spPr>
            <a:xfrm>
              <a:off x="5883044" y="1581837"/>
              <a:ext cx="35442" cy="391798"/>
            </a:xfrm>
            <a:custGeom>
              <a:avLst/>
              <a:pathLst>
                <a:path w="35442" h="391798">
                  <a:moveTo>
                    <a:pt x="0" y="5934"/>
                  </a:moveTo>
                  <a:lnTo>
                    <a:pt x="17721" y="2946"/>
                  </a:lnTo>
                  <a:lnTo>
                    <a:pt x="35442" y="0"/>
                  </a:lnTo>
                  <a:lnTo>
                    <a:pt x="35442" y="391798"/>
                  </a:lnTo>
                  <a:lnTo>
                    <a:pt x="17721" y="391798"/>
                  </a:lnTo>
                  <a:lnTo>
                    <a:pt x="0" y="391798"/>
                  </a:lnTo>
                  <a:close/>
                </a:path>
              </a:pathLst>
            </a:custGeom>
            <a:solidFill>
              <a:srgbClr val="CC9783">
                <a:alpha val="100000"/>
              </a:srgbClr>
            </a:solidFill>
            <a:ln w="4762" cap="rnd">
              <a:solidFill>
                <a:srgbClr val="CC97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0"/>
            <p:cNvSpPr/>
            <p:nvPr/>
          </p:nvSpPr>
          <p:spPr>
            <a:xfrm>
              <a:off x="5918486" y="1578963"/>
              <a:ext cx="17721" cy="394672"/>
            </a:xfrm>
            <a:custGeom>
              <a:avLst/>
              <a:pathLst>
                <a:path w="17721" h="394672">
                  <a:moveTo>
                    <a:pt x="0" y="2874"/>
                  </a:moveTo>
                  <a:lnTo>
                    <a:pt x="17721" y="0"/>
                  </a:lnTo>
                  <a:lnTo>
                    <a:pt x="17721" y="394672"/>
                  </a:lnTo>
                  <a:lnTo>
                    <a:pt x="0" y="394672"/>
                  </a:lnTo>
                  <a:close/>
                </a:path>
              </a:pathLst>
            </a:custGeom>
            <a:solidFill>
              <a:srgbClr val="CB9782">
                <a:alpha val="100000"/>
              </a:srgbClr>
            </a:solidFill>
            <a:ln w="4762" cap="rnd">
              <a:solidFill>
                <a:srgbClr val="CB97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1"/>
            <p:cNvSpPr/>
            <p:nvPr/>
          </p:nvSpPr>
          <p:spPr>
            <a:xfrm>
              <a:off x="5936208" y="1576149"/>
              <a:ext cx="17721" cy="397486"/>
            </a:xfrm>
            <a:custGeom>
              <a:avLst/>
              <a:pathLst>
                <a:path w="17721" h="397486">
                  <a:moveTo>
                    <a:pt x="0" y="2813"/>
                  </a:moveTo>
                  <a:lnTo>
                    <a:pt x="17721" y="0"/>
                  </a:lnTo>
                  <a:lnTo>
                    <a:pt x="17721" y="397486"/>
                  </a:lnTo>
                  <a:lnTo>
                    <a:pt x="0" y="397486"/>
                  </a:lnTo>
                  <a:close/>
                </a:path>
              </a:pathLst>
            </a:custGeom>
            <a:solidFill>
              <a:srgbClr val="CB9682">
                <a:alpha val="100000"/>
              </a:srgbClr>
            </a:solidFill>
            <a:ln w="4762" cap="rnd">
              <a:solidFill>
                <a:srgbClr val="CB96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2"/>
            <p:cNvSpPr/>
            <p:nvPr/>
          </p:nvSpPr>
          <p:spPr>
            <a:xfrm>
              <a:off x="5953929" y="1573382"/>
              <a:ext cx="17721" cy="400253"/>
            </a:xfrm>
            <a:custGeom>
              <a:avLst/>
              <a:pathLst>
                <a:path w="17721" h="400253">
                  <a:moveTo>
                    <a:pt x="0" y="2766"/>
                  </a:moveTo>
                  <a:lnTo>
                    <a:pt x="17721" y="0"/>
                  </a:lnTo>
                  <a:lnTo>
                    <a:pt x="17721" y="400253"/>
                  </a:lnTo>
                  <a:lnTo>
                    <a:pt x="0" y="400253"/>
                  </a:lnTo>
                  <a:close/>
                </a:path>
              </a:pathLst>
            </a:custGeom>
            <a:solidFill>
              <a:srgbClr val="CB9681">
                <a:alpha val="100000"/>
              </a:srgbClr>
            </a:solidFill>
            <a:ln w="4762" cap="rnd">
              <a:solidFill>
                <a:srgbClr val="CB9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3"/>
            <p:cNvSpPr/>
            <p:nvPr/>
          </p:nvSpPr>
          <p:spPr>
            <a:xfrm>
              <a:off x="5971650" y="1568078"/>
              <a:ext cx="35442" cy="405557"/>
            </a:xfrm>
            <a:custGeom>
              <a:avLst/>
              <a:pathLst>
                <a:path w="35442" h="405557">
                  <a:moveTo>
                    <a:pt x="0" y="5304"/>
                  </a:moveTo>
                  <a:lnTo>
                    <a:pt x="17721" y="2617"/>
                  </a:lnTo>
                  <a:lnTo>
                    <a:pt x="35442" y="0"/>
                  </a:lnTo>
                  <a:lnTo>
                    <a:pt x="35442" y="405557"/>
                  </a:lnTo>
                  <a:lnTo>
                    <a:pt x="17721" y="405557"/>
                  </a:lnTo>
                  <a:lnTo>
                    <a:pt x="0" y="405557"/>
                  </a:lnTo>
                  <a:close/>
                </a:path>
              </a:pathLst>
            </a:custGeom>
            <a:solidFill>
              <a:srgbClr val="CB9581">
                <a:alpha val="100000"/>
              </a:srgbClr>
            </a:solidFill>
            <a:ln w="4762" cap="rnd">
              <a:solidFill>
                <a:srgbClr val="CB95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4"/>
            <p:cNvSpPr/>
            <p:nvPr/>
          </p:nvSpPr>
          <p:spPr>
            <a:xfrm>
              <a:off x="6007093" y="1565514"/>
              <a:ext cx="17721" cy="408121"/>
            </a:xfrm>
            <a:custGeom>
              <a:avLst/>
              <a:pathLst>
                <a:path w="17721" h="408121">
                  <a:moveTo>
                    <a:pt x="0" y="2563"/>
                  </a:moveTo>
                  <a:lnTo>
                    <a:pt x="17721" y="0"/>
                  </a:lnTo>
                  <a:lnTo>
                    <a:pt x="17721" y="408121"/>
                  </a:lnTo>
                  <a:lnTo>
                    <a:pt x="0" y="408121"/>
                  </a:lnTo>
                  <a:close/>
                </a:path>
              </a:pathLst>
            </a:custGeom>
            <a:solidFill>
              <a:srgbClr val="CA9580">
                <a:alpha val="100000"/>
              </a:srgbClr>
            </a:solidFill>
            <a:ln w="4762" cap="rnd">
              <a:solidFill>
                <a:srgbClr val="CA95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5"/>
            <p:cNvSpPr/>
            <p:nvPr/>
          </p:nvSpPr>
          <p:spPr>
            <a:xfrm>
              <a:off x="6024815" y="1563038"/>
              <a:ext cx="17721" cy="410597"/>
            </a:xfrm>
            <a:custGeom>
              <a:avLst/>
              <a:pathLst>
                <a:path w="17721" h="410597">
                  <a:moveTo>
                    <a:pt x="0" y="2476"/>
                  </a:moveTo>
                  <a:lnTo>
                    <a:pt x="17721" y="0"/>
                  </a:lnTo>
                  <a:lnTo>
                    <a:pt x="17721" y="410597"/>
                  </a:lnTo>
                  <a:lnTo>
                    <a:pt x="0" y="410597"/>
                  </a:lnTo>
                  <a:close/>
                </a:path>
              </a:pathLst>
            </a:custGeom>
            <a:solidFill>
              <a:srgbClr val="CA9480">
                <a:alpha val="100000"/>
              </a:srgbClr>
            </a:solidFill>
            <a:ln w="4762" cap="rnd">
              <a:solidFill>
                <a:srgbClr val="CA94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6"/>
            <p:cNvSpPr/>
            <p:nvPr/>
          </p:nvSpPr>
          <p:spPr>
            <a:xfrm>
              <a:off x="6042536" y="1558310"/>
              <a:ext cx="35442" cy="415325"/>
            </a:xfrm>
            <a:custGeom>
              <a:avLst/>
              <a:pathLst>
                <a:path w="35442" h="415325">
                  <a:moveTo>
                    <a:pt x="0" y="4727"/>
                  </a:moveTo>
                  <a:lnTo>
                    <a:pt x="17721" y="2333"/>
                  </a:lnTo>
                  <a:lnTo>
                    <a:pt x="35442" y="0"/>
                  </a:lnTo>
                  <a:lnTo>
                    <a:pt x="35442" y="415325"/>
                  </a:lnTo>
                  <a:lnTo>
                    <a:pt x="17721" y="415325"/>
                  </a:lnTo>
                  <a:lnTo>
                    <a:pt x="0" y="415325"/>
                  </a:lnTo>
                  <a:close/>
                </a:path>
              </a:pathLst>
            </a:custGeom>
            <a:solidFill>
              <a:srgbClr val="CA947F">
                <a:alpha val="100000"/>
              </a:srgbClr>
            </a:solidFill>
            <a:ln w="4762" cap="rnd">
              <a:solidFill>
                <a:srgbClr val="CA94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7"/>
            <p:cNvSpPr/>
            <p:nvPr/>
          </p:nvSpPr>
          <p:spPr>
            <a:xfrm>
              <a:off x="6077979" y="1556073"/>
              <a:ext cx="17721" cy="417563"/>
            </a:xfrm>
            <a:custGeom>
              <a:avLst/>
              <a:pathLst>
                <a:path w="17721" h="417563">
                  <a:moveTo>
                    <a:pt x="0" y="2237"/>
                  </a:moveTo>
                  <a:lnTo>
                    <a:pt x="17721" y="0"/>
                  </a:lnTo>
                  <a:lnTo>
                    <a:pt x="17721" y="417563"/>
                  </a:lnTo>
                  <a:lnTo>
                    <a:pt x="0" y="417563"/>
                  </a:lnTo>
                  <a:close/>
                </a:path>
              </a:pathLst>
            </a:custGeom>
            <a:solidFill>
              <a:srgbClr val="C9937F">
                <a:alpha val="100000"/>
              </a:srgbClr>
            </a:solidFill>
            <a:ln w="4762" cap="rnd">
              <a:solidFill>
                <a:srgbClr val="C99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8"/>
            <p:cNvSpPr/>
            <p:nvPr/>
          </p:nvSpPr>
          <p:spPr>
            <a:xfrm>
              <a:off x="6095700" y="1553930"/>
              <a:ext cx="17721" cy="419705"/>
            </a:xfrm>
            <a:custGeom>
              <a:avLst/>
              <a:pathLst>
                <a:path w="17721" h="419705">
                  <a:moveTo>
                    <a:pt x="0" y="2142"/>
                  </a:moveTo>
                  <a:lnTo>
                    <a:pt x="17721" y="0"/>
                  </a:lnTo>
                  <a:lnTo>
                    <a:pt x="17721" y="419705"/>
                  </a:lnTo>
                  <a:lnTo>
                    <a:pt x="0" y="419705"/>
                  </a:lnTo>
                  <a:close/>
                </a:path>
              </a:pathLst>
            </a:custGeom>
            <a:solidFill>
              <a:srgbClr val="C9937E">
                <a:alpha val="100000"/>
              </a:srgbClr>
            </a:solidFill>
            <a:ln w="4762" cap="rnd">
              <a:solidFill>
                <a:srgbClr val="C99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19"/>
            <p:cNvSpPr/>
            <p:nvPr/>
          </p:nvSpPr>
          <p:spPr>
            <a:xfrm>
              <a:off x="6113421" y="1551856"/>
              <a:ext cx="17721" cy="421779"/>
            </a:xfrm>
            <a:custGeom>
              <a:avLst/>
              <a:pathLst>
                <a:path w="17721" h="421779">
                  <a:moveTo>
                    <a:pt x="0" y="2073"/>
                  </a:moveTo>
                  <a:lnTo>
                    <a:pt x="17721" y="0"/>
                  </a:lnTo>
                  <a:lnTo>
                    <a:pt x="17721" y="421779"/>
                  </a:lnTo>
                  <a:lnTo>
                    <a:pt x="0" y="421779"/>
                  </a:lnTo>
                  <a:close/>
                </a:path>
              </a:pathLst>
            </a:custGeom>
            <a:solidFill>
              <a:srgbClr val="C9927E">
                <a:alpha val="100000"/>
              </a:srgbClr>
            </a:solidFill>
            <a:ln w="4762" cap="rnd">
              <a:solidFill>
                <a:srgbClr val="C992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0"/>
            <p:cNvSpPr/>
            <p:nvPr/>
          </p:nvSpPr>
          <p:spPr>
            <a:xfrm>
              <a:off x="6131143" y="1548026"/>
              <a:ext cx="35442" cy="425609"/>
            </a:xfrm>
            <a:custGeom>
              <a:avLst/>
              <a:pathLst>
                <a:path w="35442" h="425609">
                  <a:moveTo>
                    <a:pt x="0" y="3830"/>
                  </a:moveTo>
                  <a:lnTo>
                    <a:pt x="17721" y="1860"/>
                  </a:lnTo>
                  <a:lnTo>
                    <a:pt x="35442" y="0"/>
                  </a:lnTo>
                  <a:lnTo>
                    <a:pt x="35442" y="425609"/>
                  </a:lnTo>
                  <a:lnTo>
                    <a:pt x="17721" y="425609"/>
                  </a:lnTo>
                  <a:lnTo>
                    <a:pt x="0" y="425609"/>
                  </a:lnTo>
                  <a:close/>
                </a:path>
              </a:pathLst>
            </a:custGeom>
            <a:solidFill>
              <a:srgbClr val="C9927D">
                <a:alpha val="100000"/>
              </a:srgbClr>
            </a:solidFill>
            <a:ln w="4762" cap="rnd">
              <a:solidFill>
                <a:srgbClr val="C992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1"/>
            <p:cNvSpPr/>
            <p:nvPr/>
          </p:nvSpPr>
          <p:spPr>
            <a:xfrm>
              <a:off x="6166585" y="1546241"/>
              <a:ext cx="17721" cy="427394"/>
            </a:xfrm>
            <a:custGeom>
              <a:avLst/>
              <a:pathLst>
                <a:path w="17721" h="427394">
                  <a:moveTo>
                    <a:pt x="0" y="1784"/>
                  </a:moveTo>
                  <a:lnTo>
                    <a:pt x="17721" y="0"/>
                  </a:lnTo>
                  <a:lnTo>
                    <a:pt x="17721" y="427394"/>
                  </a:lnTo>
                  <a:lnTo>
                    <a:pt x="0" y="427394"/>
                  </a:lnTo>
                  <a:close/>
                </a:path>
              </a:pathLst>
            </a:custGeom>
            <a:solidFill>
              <a:srgbClr val="C8917D">
                <a:alpha val="100000"/>
              </a:srgbClr>
            </a:solidFill>
            <a:ln w="4762" cap="rnd">
              <a:solidFill>
                <a:srgbClr val="C891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2"/>
            <p:cNvSpPr/>
            <p:nvPr/>
          </p:nvSpPr>
          <p:spPr>
            <a:xfrm>
              <a:off x="6184307" y="1544568"/>
              <a:ext cx="17721" cy="429067"/>
            </a:xfrm>
            <a:custGeom>
              <a:avLst/>
              <a:pathLst>
                <a:path w="17721" h="429067">
                  <a:moveTo>
                    <a:pt x="0" y="1673"/>
                  </a:moveTo>
                  <a:lnTo>
                    <a:pt x="17721" y="0"/>
                  </a:lnTo>
                  <a:lnTo>
                    <a:pt x="17721" y="429067"/>
                  </a:lnTo>
                  <a:lnTo>
                    <a:pt x="0" y="429067"/>
                  </a:lnTo>
                  <a:close/>
                </a:path>
              </a:pathLst>
            </a:custGeom>
            <a:solidFill>
              <a:srgbClr val="C8917C">
                <a:alpha val="100000"/>
              </a:srgbClr>
            </a:solidFill>
            <a:ln w="4762" cap="rnd">
              <a:solidFill>
                <a:srgbClr val="C891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3"/>
            <p:cNvSpPr/>
            <p:nvPr/>
          </p:nvSpPr>
          <p:spPr>
            <a:xfrm>
              <a:off x="6202028" y="1543018"/>
              <a:ext cx="17721" cy="430617"/>
            </a:xfrm>
            <a:custGeom>
              <a:avLst/>
              <a:pathLst>
                <a:path w="17721" h="430617">
                  <a:moveTo>
                    <a:pt x="0" y="1549"/>
                  </a:moveTo>
                  <a:lnTo>
                    <a:pt x="17721" y="0"/>
                  </a:lnTo>
                  <a:lnTo>
                    <a:pt x="17721" y="430617"/>
                  </a:lnTo>
                  <a:lnTo>
                    <a:pt x="0" y="430617"/>
                  </a:lnTo>
                  <a:close/>
                </a:path>
              </a:pathLst>
            </a:custGeom>
            <a:solidFill>
              <a:srgbClr val="C8907C">
                <a:alpha val="100000"/>
              </a:srgbClr>
            </a:solidFill>
            <a:ln w="4762" cap="rnd">
              <a:solidFill>
                <a:srgbClr val="C890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4"/>
            <p:cNvSpPr/>
            <p:nvPr/>
          </p:nvSpPr>
          <p:spPr>
            <a:xfrm>
              <a:off x="6219750" y="1540203"/>
              <a:ext cx="35442" cy="433433"/>
            </a:xfrm>
            <a:custGeom>
              <a:avLst/>
              <a:pathLst>
                <a:path w="35442" h="433433">
                  <a:moveTo>
                    <a:pt x="0" y="2815"/>
                  </a:moveTo>
                  <a:lnTo>
                    <a:pt x="17721" y="1349"/>
                  </a:lnTo>
                  <a:lnTo>
                    <a:pt x="35442" y="0"/>
                  </a:lnTo>
                  <a:lnTo>
                    <a:pt x="35442" y="433433"/>
                  </a:lnTo>
                  <a:lnTo>
                    <a:pt x="17721" y="433433"/>
                  </a:lnTo>
                  <a:lnTo>
                    <a:pt x="0" y="433433"/>
                  </a:lnTo>
                  <a:close/>
                </a:path>
              </a:pathLst>
            </a:custGeom>
            <a:solidFill>
              <a:srgbClr val="C8907B">
                <a:alpha val="100000"/>
              </a:srgbClr>
            </a:solidFill>
            <a:ln w="4762" cap="rnd">
              <a:solidFill>
                <a:srgbClr val="C890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5"/>
            <p:cNvSpPr/>
            <p:nvPr/>
          </p:nvSpPr>
          <p:spPr>
            <a:xfrm>
              <a:off x="6255192" y="1538990"/>
              <a:ext cx="17721" cy="434645"/>
            </a:xfrm>
            <a:custGeom>
              <a:avLst/>
              <a:pathLst>
                <a:path w="17721" h="434645">
                  <a:moveTo>
                    <a:pt x="0" y="1212"/>
                  </a:moveTo>
                  <a:lnTo>
                    <a:pt x="17721" y="0"/>
                  </a:lnTo>
                  <a:lnTo>
                    <a:pt x="17721" y="434645"/>
                  </a:lnTo>
                  <a:lnTo>
                    <a:pt x="0" y="434645"/>
                  </a:lnTo>
                  <a:close/>
                </a:path>
              </a:pathLst>
            </a:custGeom>
            <a:solidFill>
              <a:srgbClr val="C78F7B">
                <a:alpha val="100000"/>
              </a:srgbClr>
            </a:solidFill>
            <a:ln w="4762" cap="rnd">
              <a:solidFill>
                <a:srgbClr val="C78F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6"/>
            <p:cNvSpPr/>
            <p:nvPr/>
          </p:nvSpPr>
          <p:spPr>
            <a:xfrm>
              <a:off x="6272914" y="1537867"/>
              <a:ext cx="17721" cy="435768"/>
            </a:xfrm>
            <a:custGeom>
              <a:avLst/>
              <a:pathLst>
                <a:path w="17721" h="435768">
                  <a:moveTo>
                    <a:pt x="0" y="1123"/>
                  </a:moveTo>
                  <a:lnTo>
                    <a:pt x="17721" y="0"/>
                  </a:lnTo>
                  <a:lnTo>
                    <a:pt x="17721" y="435768"/>
                  </a:lnTo>
                  <a:lnTo>
                    <a:pt x="0" y="435768"/>
                  </a:lnTo>
                  <a:close/>
                </a:path>
              </a:pathLst>
            </a:custGeom>
            <a:solidFill>
              <a:srgbClr val="C78F7A">
                <a:alpha val="100000"/>
              </a:srgbClr>
            </a:solidFill>
            <a:ln w="4762" cap="rnd">
              <a:solidFill>
                <a:srgbClr val="C78F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7"/>
            <p:cNvSpPr/>
            <p:nvPr/>
          </p:nvSpPr>
          <p:spPr>
            <a:xfrm>
              <a:off x="6290635" y="1536865"/>
              <a:ext cx="17721" cy="436770"/>
            </a:xfrm>
            <a:custGeom>
              <a:avLst/>
              <a:pathLst>
                <a:path w="17721" h="436770">
                  <a:moveTo>
                    <a:pt x="0" y="1002"/>
                  </a:moveTo>
                  <a:lnTo>
                    <a:pt x="17721" y="0"/>
                  </a:lnTo>
                  <a:lnTo>
                    <a:pt x="17721" y="436770"/>
                  </a:lnTo>
                  <a:lnTo>
                    <a:pt x="0" y="436770"/>
                  </a:lnTo>
                  <a:close/>
                </a:path>
              </a:pathLst>
            </a:custGeom>
            <a:solidFill>
              <a:srgbClr val="C78E7A">
                <a:alpha val="100000"/>
              </a:srgbClr>
            </a:solidFill>
            <a:ln w="4762" cap="rnd">
              <a:solidFill>
                <a:srgbClr val="C78E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8"/>
            <p:cNvSpPr/>
            <p:nvPr/>
          </p:nvSpPr>
          <p:spPr>
            <a:xfrm>
              <a:off x="6308356" y="1536011"/>
              <a:ext cx="17721" cy="437624"/>
            </a:xfrm>
            <a:custGeom>
              <a:avLst/>
              <a:pathLst>
                <a:path w="17721" h="437624">
                  <a:moveTo>
                    <a:pt x="0" y="853"/>
                  </a:moveTo>
                  <a:lnTo>
                    <a:pt x="17721" y="0"/>
                  </a:lnTo>
                  <a:lnTo>
                    <a:pt x="17721" y="437624"/>
                  </a:lnTo>
                  <a:lnTo>
                    <a:pt x="0" y="437624"/>
                  </a:lnTo>
                  <a:close/>
                </a:path>
              </a:pathLst>
            </a:custGeom>
            <a:solidFill>
              <a:srgbClr val="C78E79">
                <a:alpha val="100000"/>
              </a:srgbClr>
            </a:solidFill>
            <a:ln w="4762" cap="rnd">
              <a:solidFill>
                <a:srgbClr val="C7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29"/>
            <p:cNvSpPr/>
            <p:nvPr/>
          </p:nvSpPr>
          <p:spPr>
            <a:xfrm>
              <a:off x="6326078" y="1535251"/>
              <a:ext cx="17721" cy="438384"/>
            </a:xfrm>
            <a:custGeom>
              <a:avLst/>
              <a:pathLst>
                <a:path w="17721" h="438384">
                  <a:moveTo>
                    <a:pt x="0" y="759"/>
                  </a:moveTo>
                  <a:lnTo>
                    <a:pt x="17721" y="0"/>
                  </a:lnTo>
                  <a:lnTo>
                    <a:pt x="17721" y="438384"/>
                  </a:lnTo>
                  <a:lnTo>
                    <a:pt x="0" y="438384"/>
                  </a:lnTo>
                  <a:close/>
                </a:path>
              </a:pathLst>
            </a:custGeom>
            <a:solidFill>
              <a:srgbClr val="C68E79">
                <a:alpha val="100000"/>
              </a:srgbClr>
            </a:solidFill>
            <a:ln w="4762" cap="rnd">
              <a:solidFill>
                <a:srgbClr val="C6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0"/>
            <p:cNvSpPr/>
            <p:nvPr/>
          </p:nvSpPr>
          <p:spPr>
            <a:xfrm>
              <a:off x="6343799" y="1534614"/>
              <a:ext cx="17721" cy="439021"/>
            </a:xfrm>
            <a:custGeom>
              <a:avLst/>
              <a:pathLst>
                <a:path w="17721" h="439021">
                  <a:moveTo>
                    <a:pt x="0" y="637"/>
                  </a:moveTo>
                  <a:lnTo>
                    <a:pt x="17721" y="0"/>
                  </a:lnTo>
                  <a:lnTo>
                    <a:pt x="17721" y="439021"/>
                  </a:lnTo>
                  <a:lnTo>
                    <a:pt x="0" y="439021"/>
                  </a:lnTo>
                  <a:close/>
                </a:path>
              </a:pathLst>
            </a:custGeom>
            <a:solidFill>
              <a:srgbClr val="C68D79">
                <a:alpha val="100000"/>
              </a:srgbClr>
            </a:solidFill>
            <a:ln w="4762" cap="rnd">
              <a:solidFill>
                <a:srgbClr val="C68D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1"/>
            <p:cNvSpPr/>
            <p:nvPr/>
          </p:nvSpPr>
          <p:spPr>
            <a:xfrm>
              <a:off x="6361521" y="1533752"/>
              <a:ext cx="35442" cy="439883"/>
            </a:xfrm>
            <a:custGeom>
              <a:avLst/>
              <a:pathLst>
                <a:path w="35442" h="439883">
                  <a:moveTo>
                    <a:pt x="0" y="861"/>
                  </a:moveTo>
                  <a:lnTo>
                    <a:pt x="17721" y="382"/>
                  </a:lnTo>
                  <a:lnTo>
                    <a:pt x="35442" y="0"/>
                  </a:lnTo>
                  <a:lnTo>
                    <a:pt x="35442" y="439883"/>
                  </a:lnTo>
                  <a:lnTo>
                    <a:pt x="17721" y="439883"/>
                  </a:lnTo>
                  <a:lnTo>
                    <a:pt x="0" y="439883"/>
                  </a:lnTo>
                  <a:close/>
                </a:path>
              </a:pathLst>
            </a:custGeom>
            <a:solidFill>
              <a:srgbClr val="C68D78">
                <a:alpha val="100000"/>
              </a:srgbClr>
            </a:solidFill>
            <a:ln w="4762" cap="rnd">
              <a:solidFill>
                <a:srgbClr val="C68D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2"/>
            <p:cNvSpPr/>
            <p:nvPr/>
          </p:nvSpPr>
          <p:spPr>
            <a:xfrm>
              <a:off x="6396963" y="1533491"/>
              <a:ext cx="17721" cy="440144"/>
            </a:xfrm>
            <a:custGeom>
              <a:avLst/>
              <a:pathLst>
                <a:path w="17721" h="440144">
                  <a:moveTo>
                    <a:pt x="0" y="261"/>
                  </a:moveTo>
                  <a:lnTo>
                    <a:pt x="17721" y="0"/>
                  </a:lnTo>
                  <a:lnTo>
                    <a:pt x="17721" y="440144"/>
                  </a:lnTo>
                  <a:lnTo>
                    <a:pt x="0" y="440144"/>
                  </a:lnTo>
                  <a:close/>
                </a:path>
              </a:pathLst>
            </a:custGeom>
            <a:solidFill>
              <a:srgbClr val="C68C77">
                <a:alpha val="100000"/>
              </a:srgbClr>
            </a:solidFill>
            <a:ln w="4762" cap="rnd">
              <a:solidFill>
                <a:srgbClr val="C6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3"/>
            <p:cNvSpPr/>
            <p:nvPr/>
          </p:nvSpPr>
          <p:spPr>
            <a:xfrm>
              <a:off x="6414685" y="1533394"/>
              <a:ext cx="17721" cy="440241"/>
            </a:xfrm>
            <a:custGeom>
              <a:avLst/>
              <a:pathLst>
                <a:path w="17721" h="440241">
                  <a:moveTo>
                    <a:pt x="0" y="97"/>
                  </a:moveTo>
                  <a:lnTo>
                    <a:pt x="17721" y="0"/>
                  </a:lnTo>
                  <a:lnTo>
                    <a:pt x="17721" y="440241"/>
                  </a:lnTo>
                  <a:lnTo>
                    <a:pt x="0" y="440241"/>
                  </a:lnTo>
                  <a:close/>
                </a:path>
              </a:pathLst>
            </a:custGeom>
            <a:solidFill>
              <a:srgbClr val="C58C77">
                <a:alpha val="100000"/>
              </a:srgbClr>
            </a:solidFill>
            <a:ln w="4762" cap="rnd">
              <a:solidFill>
                <a:srgbClr val="C5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4"/>
            <p:cNvSpPr/>
            <p:nvPr/>
          </p:nvSpPr>
          <p:spPr>
            <a:xfrm>
              <a:off x="6432406" y="1533393"/>
              <a:ext cx="17721" cy="440242"/>
            </a:xfrm>
            <a:custGeom>
              <a:avLst/>
              <a:pathLst>
                <a:path w="17721" h="440242">
                  <a:moveTo>
                    <a:pt x="0" y="0"/>
                  </a:moveTo>
                  <a:lnTo>
                    <a:pt x="17721" y="0"/>
                  </a:lnTo>
                  <a:lnTo>
                    <a:pt x="17721" y="440242"/>
                  </a:lnTo>
                  <a:lnTo>
                    <a:pt x="0" y="440242"/>
                  </a:lnTo>
                  <a:close/>
                </a:path>
              </a:pathLst>
            </a:custGeom>
            <a:solidFill>
              <a:srgbClr val="C58B77">
                <a:alpha val="100000"/>
              </a:srgbClr>
            </a:solidFill>
            <a:ln w="4762" cap="rnd">
              <a:solidFill>
                <a:srgbClr val="C58B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5"/>
            <p:cNvSpPr/>
            <p:nvPr/>
          </p:nvSpPr>
          <p:spPr>
            <a:xfrm>
              <a:off x="6450127" y="1533393"/>
              <a:ext cx="35442" cy="440242"/>
            </a:xfrm>
            <a:custGeom>
              <a:avLst/>
              <a:pathLst>
                <a:path w="35442" h="440242">
                  <a:moveTo>
                    <a:pt x="0" y="0"/>
                  </a:moveTo>
                  <a:lnTo>
                    <a:pt x="17721" y="116"/>
                  </a:lnTo>
                  <a:lnTo>
                    <a:pt x="35442" y="400"/>
                  </a:lnTo>
                  <a:lnTo>
                    <a:pt x="35442" y="440242"/>
                  </a:lnTo>
                  <a:lnTo>
                    <a:pt x="17721" y="440242"/>
                  </a:lnTo>
                  <a:lnTo>
                    <a:pt x="0" y="440242"/>
                  </a:lnTo>
                  <a:close/>
                </a:path>
              </a:pathLst>
            </a:custGeom>
            <a:solidFill>
              <a:srgbClr val="C58B76">
                <a:alpha val="100000"/>
              </a:srgbClr>
            </a:solidFill>
            <a:ln w="4762" cap="rnd">
              <a:solidFill>
                <a:srgbClr val="C58B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6"/>
            <p:cNvSpPr/>
            <p:nvPr/>
          </p:nvSpPr>
          <p:spPr>
            <a:xfrm>
              <a:off x="6485570" y="1533794"/>
              <a:ext cx="35442" cy="439841"/>
            </a:xfrm>
            <a:custGeom>
              <a:avLst/>
              <a:pathLst>
                <a:path w="35442" h="439841">
                  <a:moveTo>
                    <a:pt x="0" y="0"/>
                  </a:moveTo>
                  <a:lnTo>
                    <a:pt x="17721" y="377"/>
                  </a:lnTo>
                  <a:lnTo>
                    <a:pt x="35442" y="866"/>
                  </a:lnTo>
                  <a:lnTo>
                    <a:pt x="35442" y="439841"/>
                  </a:lnTo>
                  <a:lnTo>
                    <a:pt x="17721" y="439841"/>
                  </a:lnTo>
                  <a:lnTo>
                    <a:pt x="0" y="439841"/>
                  </a:lnTo>
                  <a:close/>
                </a:path>
              </a:pathLst>
            </a:custGeom>
            <a:solidFill>
              <a:srgbClr val="C48A75">
                <a:alpha val="100000"/>
              </a:srgbClr>
            </a:solidFill>
            <a:ln w="4762" cap="rnd">
              <a:solidFill>
                <a:srgbClr val="C48A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7"/>
            <p:cNvSpPr/>
            <p:nvPr/>
          </p:nvSpPr>
          <p:spPr>
            <a:xfrm>
              <a:off x="6521013" y="1534660"/>
              <a:ext cx="17721" cy="438975"/>
            </a:xfrm>
            <a:custGeom>
              <a:avLst/>
              <a:pathLst>
                <a:path w="17721" h="438975">
                  <a:moveTo>
                    <a:pt x="0" y="0"/>
                  </a:moveTo>
                  <a:lnTo>
                    <a:pt x="17721" y="653"/>
                  </a:lnTo>
                  <a:lnTo>
                    <a:pt x="17721" y="438975"/>
                  </a:lnTo>
                  <a:lnTo>
                    <a:pt x="0" y="438975"/>
                  </a:lnTo>
                  <a:close/>
                </a:path>
              </a:pathLst>
            </a:custGeom>
            <a:solidFill>
              <a:srgbClr val="C48975">
                <a:alpha val="100000"/>
              </a:srgbClr>
            </a:solidFill>
            <a:ln w="4762" cap="rnd">
              <a:solidFill>
                <a:srgbClr val="C489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8"/>
            <p:cNvSpPr/>
            <p:nvPr/>
          </p:nvSpPr>
          <p:spPr>
            <a:xfrm>
              <a:off x="6538734" y="1535314"/>
              <a:ext cx="35442" cy="438322"/>
            </a:xfrm>
            <a:custGeom>
              <a:avLst/>
              <a:pathLst>
                <a:path w="35442" h="438322">
                  <a:moveTo>
                    <a:pt x="0" y="0"/>
                  </a:moveTo>
                  <a:lnTo>
                    <a:pt x="17721" y="743"/>
                  </a:lnTo>
                  <a:lnTo>
                    <a:pt x="35442" y="1587"/>
                  </a:lnTo>
                  <a:lnTo>
                    <a:pt x="35442" y="438322"/>
                  </a:lnTo>
                  <a:lnTo>
                    <a:pt x="17721" y="438322"/>
                  </a:lnTo>
                  <a:lnTo>
                    <a:pt x="0" y="438322"/>
                  </a:lnTo>
                  <a:close/>
                </a:path>
              </a:pathLst>
            </a:custGeom>
            <a:solidFill>
              <a:srgbClr val="C48974">
                <a:alpha val="100000"/>
              </a:srgbClr>
            </a:solidFill>
            <a:ln w="4762" cap="rnd">
              <a:solidFill>
                <a:srgbClr val="C489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39"/>
            <p:cNvSpPr/>
            <p:nvPr/>
          </p:nvSpPr>
          <p:spPr>
            <a:xfrm>
              <a:off x="6574177" y="1536901"/>
              <a:ext cx="35442" cy="436734"/>
            </a:xfrm>
            <a:custGeom>
              <a:avLst/>
              <a:pathLst>
                <a:path w="35442" h="436734">
                  <a:moveTo>
                    <a:pt x="0" y="0"/>
                  </a:moveTo>
                  <a:lnTo>
                    <a:pt x="17721" y="1002"/>
                  </a:lnTo>
                  <a:lnTo>
                    <a:pt x="35442" y="2088"/>
                  </a:lnTo>
                  <a:lnTo>
                    <a:pt x="35442" y="436734"/>
                  </a:lnTo>
                  <a:lnTo>
                    <a:pt x="17721" y="436734"/>
                  </a:lnTo>
                  <a:lnTo>
                    <a:pt x="0" y="436734"/>
                  </a:lnTo>
                  <a:close/>
                </a:path>
              </a:pathLst>
            </a:custGeom>
            <a:solidFill>
              <a:srgbClr val="C38873">
                <a:alpha val="100000"/>
              </a:srgbClr>
            </a:solidFill>
            <a:ln w="4762" cap="rnd">
              <a:solidFill>
                <a:srgbClr val="C388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0"/>
            <p:cNvSpPr/>
            <p:nvPr/>
          </p:nvSpPr>
          <p:spPr>
            <a:xfrm>
              <a:off x="6609620" y="1538989"/>
              <a:ext cx="17721" cy="434646"/>
            </a:xfrm>
            <a:custGeom>
              <a:avLst/>
              <a:pathLst>
                <a:path w="17721" h="434646">
                  <a:moveTo>
                    <a:pt x="0" y="0"/>
                  </a:moveTo>
                  <a:lnTo>
                    <a:pt x="17721" y="1175"/>
                  </a:lnTo>
                  <a:lnTo>
                    <a:pt x="17721" y="434646"/>
                  </a:lnTo>
                  <a:lnTo>
                    <a:pt x="0" y="434646"/>
                  </a:lnTo>
                  <a:close/>
                </a:path>
              </a:pathLst>
            </a:custGeom>
            <a:solidFill>
              <a:srgbClr val="C38773">
                <a:alpha val="100000"/>
              </a:srgbClr>
            </a:solidFill>
            <a:ln w="4762" cap="rnd">
              <a:solidFill>
                <a:srgbClr val="C387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1"/>
            <p:cNvSpPr/>
            <p:nvPr/>
          </p:nvSpPr>
          <p:spPr>
            <a:xfrm>
              <a:off x="6627341" y="1540165"/>
              <a:ext cx="35442" cy="433470"/>
            </a:xfrm>
            <a:custGeom>
              <a:avLst/>
              <a:pathLst>
                <a:path w="35442" h="433470">
                  <a:moveTo>
                    <a:pt x="0" y="0"/>
                  </a:moveTo>
                  <a:lnTo>
                    <a:pt x="17721" y="1322"/>
                  </a:lnTo>
                  <a:lnTo>
                    <a:pt x="35442" y="2718"/>
                  </a:lnTo>
                  <a:lnTo>
                    <a:pt x="35442" y="433470"/>
                  </a:lnTo>
                  <a:lnTo>
                    <a:pt x="17721" y="433470"/>
                  </a:lnTo>
                  <a:lnTo>
                    <a:pt x="0" y="433470"/>
                  </a:lnTo>
                  <a:close/>
                </a:path>
              </a:pathLst>
            </a:custGeom>
            <a:solidFill>
              <a:srgbClr val="C38772">
                <a:alpha val="100000"/>
              </a:srgbClr>
            </a:solidFill>
            <a:ln w="4762" cap="rnd">
              <a:solidFill>
                <a:srgbClr val="C387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2"/>
            <p:cNvSpPr/>
            <p:nvPr/>
          </p:nvSpPr>
          <p:spPr>
            <a:xfrm>
              <a:off x="6662784" y="1542883"/>
              <a:ext cx="53164" cy="430752"/>
            </a:xfrm>
            <a:custGeom>
              <a:avLst/>
              <a:pathLst>
                <a:path w="53164" h="430752">
                  <a:moveTo>
                    <a:pt x="0" y="0"/>
                  </a:moveTo>
                  <a:lnTo>
                    <a:pt x="17721" y="1473"/>
                  </a:lnTo>
                  <a:lnTo>
                    <a:pt x="35442" y="3076"/>
                  </a:lnTo>
                  <a:lnTo>
                    <a:pt x="53164" y="4743"/>
                  </a:lnTo>
                  <a:lnTo>
                    <a:pt x="53164" y="430752"/>
                  </a:lnTo>
                  <a:lnTo>
                    <a:pt x="35442" y="430752"/>
                  </a:lnTo>
                  <a:lnTo>
                    <a:pt x="17721" y="430752"/>
                  </a:lnTo>
                  <a:lnTo>
                    <a:pt x="0" y="430752"/>
                  </a:lnTo>
                  <a:close/>
                </a:path>
              </a:pathLst>
            </a:custGeom>
            <a:solidFill>
              <a:srgbClr val="C28671">
                <a:alpha val="100000"/>
              </a:srgbClr>
            </a:solidFill>
            <a:ln w="4762" cap="rnd">
              <a:solidFill>
                <a:srgbClr val="C286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3"/>
            <p:cNvSpPr/>
            <p:nvPr/>
          </p:nvSpPr>
          <p:spPr>
            <a:xfrm>
              <a:off x="6715948" y="1547627"/>
              <a:ext cx="17721" cy="426008"/>
            </a:xfrm>
            <a:custGeom>
              <a:avLst/>
              <a:pathLst>
                <a:path w="17721" h="426008">
                  <a:moveTo>
                    <a:pt x="0" y="0"/>
                  </a:moveTo>
                  <a:lnTo>
                    <a:pt x="17721" y="1729"/>
                  </a:lnTo>
                  <a:lnTo>
                    <a:pt x="17721" y="426008"/>
                  </a:lnTo>
                  <a:lnTo>
                    <a:pt x="0" y="426008"/>
                  </a:lnTo>
                  <a:close/>
                </a:path>
              </a:pathLst>
            </a:custGeom>
            <a:solidFill>
              <a:srgbClr val="C28570">
                <a:alpha val="100000"/>
              </a:srgbClr>
            </a:solidFill>
            <a:ln w="4762" cap="rnd">
              <a:solidFill>
                <a:srgbClr val="C2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4"/>
            <p:cNvSpPr/>
            <p:nvPr/>
          </p:nvSpPr>
          <p:spPr>
            <a:xfrm>
              <a:off x="6733669" y="1549357"/>
              <a:ext cx="17721" cy="424278"/>
            </a:xfrm>
            <a:custGeom>
              <a:avLst/>
              <a:pathLst>
                <a:path w="17721" h="424278">
                  <a:moveTo>
                    <a:pt x="0" y="0"/>
                  </a:moveTo>
                  <a:lnTo>
                    <a:pt x="17721" y="1840"/>
                  </a:lnTo>
                  <a:lnTo>
                    <a:pt x="17721" y="424278"/>
                  </a:lnTo>
                  <a:lnTo>
                    <a:pt x="0" y="424278"/>
                  </a:lnTo>
                  <a:close/>
                </a:path>
              </a:pathLst>
            </a:custGeom>
            <a:solidFill>
              <a:srgbClr val="C18570">
                <a:alpha val="100000"/>
              </a:srgbClr>
            </a:solidFill>
            <a:ln w="4762" cap="rnd">
              <a:solidFill>
                <a:srgbClr val="C1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5"/>
            <p:cNvSpPr/>
            <p:nvPr/>
          </p:nvSpPr>
          <p:spPr>
            <a:xfrm>
              <a:off x="6751391" y="1551197"/>
              <a:ext cx="53164" cy="422438"/>
            </a:xfrm>
            <a:custGeom>
              <a:avLst/>
              <a:pathLst>
                <a:path w="53164" h="422438">
                  <a:moveTo>
                    <a:pt x="0" y="0"/>
                  </a:moveTo>
                  <a:lnTo>
                    <a:pt x="17721" y="1890"/>
                  </a:lnTo>
                  <a:lnTo>
                    <a:pt x="35442" y="3831"/>
                  </a:lnTo>
                  <a:lnTo>
                    <a:pt x="53164" y="5855"/>
                  </a:lnTo>
                  <a:lnTo>
                    <a:pt x="53164" y="422438"/>
                  </a:lnTo>
                  <a:lnTo>
                    <a:pt x="35442" y="422438"/>
                  </a:lnTo>
                  <a:lnTo>
                    <a:pt x="17721" y="422438"/>
                  </a:lnTo>
                  <a:lnTo>
                    <a:pt x="0" y="422438"/>
                  </a:lnTo>
                  <a:close/>
                </a:path>
              </a:pathLst>
            </a:custGeom>
            <a:solidFill>
              <a:srgbClr val="C1846F">
                <a:alpha val="100000"/>
              </a:srgbClr>
            </a:solidFill>
            <a:ln w="4762" cap="rnd">
              <a:solidFill>
                <a:srgbClr val="C184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6"/>
            <p:cNvSpPr/>
            <p:nvPr/>
          </p:nvSpPr>
          <p:spPr>
            <a:xfrm>
              <a:off x="6804555" y="1557053"/>
              <a:ext cx="17721" cy="416583"/>
            </a:xfrm>
            <a:custGeom>
              <a:avLst/>
              <a:pathLst>
                <a:path w="17721" h="416583">
                  <a:moveTo>
                    <a:pt x="0" y="0"/>
                  </a:moveTo>
                  <a:lnTo>
                    <a:pt x="17721" y="2062"/>
                  </a:lnTo>
                  <a:lnTo>
                    <a:pt x="17721" y="416583"/>
                  </a:lnTo>
                  <a:lnTo>
                    <a:pt x="0" y="416583"/>
                  </a:lnTo>
                  <a:close/>
                </a:path>
              </a:pathLst>
            </a:custGeom>
            <a:solidFill>
              <a:srgbClr val="C1836E">
                <a:alpha val="100000"/>
              </a:srgbClr>
            </a:solidFill>
            <a:ln w="4762" cap="rnd">
              <a:solidFill>
                <a:srgbClr val="C1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7"/>
            <p:cNvSpPr/>
            <p:nvPr/>
          </p:nvSpPr>
          <p:spPr>
            <a:xfrm>
              <a:off x="6822276" y="1559115"/>
              <a:ext cx="17721" cy="414520"/>
            </a:xfrm>
            <a:custGeom>
              <a:avLst/>
              <a:pathLst>
                <a:path w="17721" h="414520">
                  <a:moveTo>
                    <a:pt x="0" y="0"/>
                  </a:moveTo>
                  <a:lnTo>
                    <a:pt x="17721" y="2098"/>
                  </a:lnTo>
                  <a:lnTo>
                    <a:pt x="17721" y="414520"/>
                  </a:lnTo>
                  <a:lnTo>
                    <a:pt x="0" y="414520"/>
                  </a:lnTo>
                  <a:close/>
                </a:path>
              </a:pathLst>
            </a:custGeom>
            <a:solidFill>
              <a:srgbClr val="C0836E">
                <a:alpha val="100000"/>
              </a:srgbClr>
            </a:solidFill>
            <a:ln w="4762" cap="rnd">
              <a:solidFill>
                <a:srgbClr val="C0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8"/>
            <p:cNvSpPr/>
            <p:nvPr/>
          </p:nvSpPr>
          <p:spPr>
            <a:xfrm>
              <a:off x="6839997" y="1561214"/>
              <a:ext cx="53164" cy="412422"/>
            </a:xfrm>
            <a:custGeom>
              <a:avLst/>
              <a:pathLst>
                <a:path w="53164" h="412422">
                  <a:moveTo>
                    <a:pt x="0" y="0"/>
                  </a:moveTo>
                  <a:lnTo>
                    <a:pt x="17721" y="2154"/>
                  </a:lnTo>
                  <a:lnTo>
                    <a:pt x="35442" y="4332"/>
                  </a:lnTo>
                  <a:lnTo>
                    <a:pt x="53164" y="6533"/>
                  </a:lnTo>
                  <a:lnTo>
                    <a:pt x="53164" y="412422"/>
                  </a:lnTo>
                  <a:lnTo>
                    <a:pt x="35442" y="412422"/>
                  </a:lnTo>
                  <a:lnTo>
                    <a:pt x="17721" y="412422"/>
                  </a:lnTo>
                  <a:lnTo>
                    <a:pt x="0" y="412422"/>
                  </a:lnTo>
                  <a:close/>
                </a:path>
              </a:pathLst>
            </a:custGeom>
            <a:solidFill>
              <a:srgbClr val="C0826D">
                <a:alpha val="100000"/>
              </a:srgbClr>
            </a:solidFill>
            <a:ln w="4762" cap="rnd">
              <a:solidFill>
                <a:srgbClr val="C082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49"/>
            <p:cNvSpPr/>
            <p:nvPr/>
          </p:nvSpPr>
          <p:spPr>
            <a:xfrm>
              <a:off x="6893162" y="1567747"/>
              <a:ext cx="35442" cy="405888"/>
            </a:xfrm>
            <a:custGeom>
              <a:avLst/>
              <a:pathLst>
                <a:path w="35442" h="405888">
                  <a:moveTo>
                    <a:pt x="0" y="0"/>
                  </a:moveTo>
                  <a:lnTo>
                    <a:pt x="17721" y="2228"/>
                  </a:lnTo>
                  <a:lnTo>
                    <a:pt x="35442" y="4466"/>
                  </a:lnTo>
                  <a:lnTo>
                    <a:pt x="35442" y="405888"/>
                  </a:lnTo>
                  <a:lnTo>
                    <a:pt x="17721" y="405888"/>
                  </a:lnTo>
                  <a:lnTo>
                    <a:pt x="0" y="405888"/>
                  </a:lnTo>
                  <a:close/>
                </a:path>
              </a:pathLst>
            </a:custGeom>
            <a:solidFill>
              <a:srgbClr val="BF816C">
                <a:alpha val="100000"/>
              </a:srgbClr>
            </a:solidFill>
            <a:ln w="4762" cap="rnd">
              <a:solidFill>
                <a:srgbClr val="BF81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0"/>
            <p:cNvSpPr/>
            <p:nvPr/>
          </p:nvSpPr>
          <p:spPr>
            <a:xfrm>
              <a:off x="6928604" y="1572213"/>
              <a:ext cx="53164" cy="401422"/>
            </a:xfrm>
            <a:custGeom>
              <a:avLst/>
              <a:pathLst>
                <a:path w="53164" h="401422">
                  <a:moveTo>
                    <a:pt x="0" y="0"/>
                  </a:moveTo>
                  <a:lnTo>
                    <a:pt x="17721" y="2245"/>
                  </a:lnTo>
                  <a:lnTo>
                    <a:pt x="35442" y="4492"/>
                  </a:lnTo>
                  <a:lnTo>
                    <a:pt x="53164" y="6732"/>
                  </a:lnTo>
                  <a:lnTo>
                    <a:pt x="53164" y="401422"/>
                  </a:lnTo>
                  <a:lnTo>
                    <a:pt x="35442" y="401422"/>
                  </a:lnTo>
                  <a:lnTo>
                    <a:pt x="17721" y="401422"/>
                  </a:lnTo>
                  <a:lnTo>
                    <a:pt x="0" y="401422"/>
                  </a:lnTo>
                  <a:close/>
                </a:path>
              </a:pathLst>
            </a:custGeom>
            <a:solidFill>
              <a:srgbClr val="BF806B">
                <a:alpha val="100000"/>
              </a:srgbClr>
            </a:solidFill>
            <a:ln w="4762" cap="rnd">
              <a:solidFill>
                <a:srgbClr val="BF8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1"/>
            <p:cNvSpPr/>
            <p:nvPr/>
          </p:nvSpPr>
          <p:spPr>
            <a:xfrm>
              <a:off x="6981768" y="1578946"/>
              <a:ext cx="35442" cy="394689"/>
            </a:xfrm>
            <a:custGeom>
              <a:avLst/>
              <a:pathLst>
                <a:path w="35442" h="394689">
                  <a:moveTo>
                    <a:pt x="0" y="0"/>
                  </a:moveTo>
                  <a:lnTo>
                    <a:pt x="17721" y="2233"/>
                  </a:lnTo>
                  <a:lnTo>
                    <a:pt x="35442" y="4444"/>
                  </a:lnTo>
                  <a:lnTo>
                    <a:pt x="35442" y="394689"/>
                  </a:lnTo>
                  <a:lnTo>
                    <a:pt x="17721" y="394689"/>
                  </a:lnTo>
                  <a:lnTo>
                    <a:pt x="0" y="394689"/>
                  </a:lnTo>
                  <a:close/>
                </a:path>
              </a:pathLst>
            </a:custGeom>
            <a:solidFill>
              <a:srgbClr val="BE7F6A">
                <a:alpha val="100000"/>
              </a:srgbClr>
            </a:solidFill>
            <a:ln w="4762" cap="rnd">
              <a:solidFill>
                <a:srgbClr val="BE7F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2"/>
            <p:cNvSpPr/>
            <p:nvPr/>
          </p:nvSpPr>
          <p:spPr>
            <a:xfrm>
              <a:off x="7017211" y="1583391"/>
              <a:ext cx="17721" cy="390244"/>
            </a:xfrm>
            <a:custGeom>
              <a:avLst/>
              <a:pathLst>
                <a:path w="17721" h="390244">
                  <a:moveTo>
                    <a:pt x="0" y="0"/>
                  </a:moveTo>
                  <a:lnTo>
                    <a:pt x="17721" y="2188"/>
                  </a:lnTo>
                  <a:lnTo>
                    <a:pt x="17721" y="390244"/>
                  </a:lnTo>
                  <a:lnTo>
                    <a:pt x="0" y="390244"/>
                  </a:lnTo>
                  <a:close/>
                </a:path>
              </a:pathLst>
            </a:custGeom>
            <a:solidFill>
              <a:srgbClr val="BE7F69">
                <a:alpha val="100000"/>
              </a:srgbClr>
            </a:solidFill>
            <a:ln w="4762" cap="rnd">
              <a:solidFill>
                <a:srgbClr val="BE7F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3"/>
            <p:cNvSpPr/>
            <p:nvPr/>
          </p:nvSpPr>
          <p:spPr>
            <a:xfrm>
              <a:off x="7034932" y="1585580"/>
              <a:ext cx="17721" cy="388055"/>
            </a:xfrm>
            <a:custGeom>
              <a:avLst/>
              <a:pathLst>
                <a:path w="17721" h="388055">
                  <a:moveTo>
                    <a:pt x="0" y="0"/>
                  </a:moveTo>
                  <a:lnTo>
                    <a:pt x="17721" y="2167"/>
                  </a:lnTo>
                  <a:lnTo>
                    <a:pt x="17721" y="388055"/>
                  </a:lnTo>
                  <a:lnTo>
                    <a:pt x="0" y="388055"/>
                  </a:lnTo>
                  <a:close/>
                </a:path>
              </a:pathLst>
            </a:custGeom>
            <a:solidFill>
              <a:srgbClr val="BE7E69">
                <a:alpha val="100000"/>
              </a:srgbClr>
            </a:solidFill>
            <a:ln w="4762" cap="rnd">
              <a:solidFill>
                <a:srgbClr val="BE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4"/>
            <p:cNvSpPr/>
            <p:nvPr/>
          </p:nvSpPr>
          <p:spPr>
            <a:xfrm>
              <a:off x="7052654" y="1587748"/>
              <a:ext cx="17721" cy="385888"/>
            </a:xfrm>
            <a:custGeom>
              <a:avLst/>
              <a:pathLst>
                <a:path w="17721" h="385888">
                  <a:moveTo>
                    <a:pt x="0" y="0"/>
                  </a:moveTo>
                  <a:lnTo>
                    <a:pt x="17721" y="2125"/>
                  </a:lnTo>
                  <a:lnTo>
                    <a:pt x="17721" y="385888"/>
                  </a:lnTo>
                  <a:lnTo>
                    <a:pt x="0" y="385888"/>
                  </a:lnTo>
                  <a:close/>
                </a:path>
              </a:pathLst>
            </a:custGeom>
            <a:solidFill>
              <a:srgbClr val="BD7E69">
                <a:alpha val="100000"/>
              </a:srgbClr>
            </a:solidFill>
            <a:ln w="4762" cap="rnd">
              <a:solidFill>
                <a:srgbClr val="BD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5"/>
            <p:cNvSpPr/>
            <p:nvPr/>
          </p:nvSpPr>
          <p:spPr>
            <a:xfrm>
              <a:off x="7070375" y="1589873"/>
              <a:ext cx="53164" cy="383762"/>
            </a:xfrm>
            <a:custGeom>
              <a:avLst/>
              <a:pathLst>
                <a:path w="53164" h="383762">
                  <a:moveTo>
                    <a:pt x="0" y="0"/>
                  </a:moveTo>
                  <a:lnTo>
                    <a:pt x="17721" y="2085"/>
                  </a:lnTo>
                  <a:lnTo>
                    <a:pt x="35442" y="4139"/>
                  </a:lnTo>
                  <a:lnTo>
                    <a:pt x="53164" y="6131"/>
                  </a:lnTo>
                  <a:lnTo>
                    <a:pt x="53164" y="383762"/>
                  </a:lnTo>
                  <a:lnTo>
                    <a:pt x="35442" y="383762"/>
                  </a:lnTo>
                  <a:lnTo>
                    <a:pt x="17721" y="383762"/>
                  </a:lnTo>
                  <a:lnTo>
                    <a:pt x="0" y="383762"/>
                  </a:lnTo>
                  <a:close/>
                </a:path>
              </a:pathLst>
            </a:custGeom>
            <a:solidFill>
              <a:srgbClr val="BD7D68">
                <a:alpha val="100000"/>
              </a:srgbClr>
            </a:solidFill>
            <a:ln w="4762" cap="rnd">
              <a:solidFill>
                <a:srgbClr val="BD7D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6"/>
            <p:cNvSpPr/>
            <p:nvPr/>
          </p:nvSpPr>
          <p:spPr>
            <a:xfrm>
              <a:off x="7123539" y="1596005"/>
              <a:ext cx="35442" cy="377631"/>
            </a:xfrm>
            <a:custGeom>
              <a:avLst/>
              <a:pathLst>
                <a:path w="35442" h="377631">
                  <a:moveTo>
                    <a:pt x="0" y="0"/>
                  </a:moveTo>
                  <a:lnTo>
                    <a:pt x="17721" y="1938"/>
                  </a:lnTo>
                  <a:lnTo>
                    <a:pt x="35442" y="3833"/>
                  </a:lnTo>
                  <a:lnTo>
                    <a:pt x="35442" y="377631"/>
                  </a:lnTo>
                  <a:lnTo>
                    <a:pt x="17721" y="377631"/>
                  </a:lnTo>
                  <a:lnTo>
                    <a:pt x="0" y="377631"/>
                  </a:lnTo>
                  <a:close/>
                </a:path>
              </a:pathLst>
            </a:custGeom>
            <a:solidFill>
              <a:srgbClr val="BC7C67">
                <a:alpha val="100000"/>
              </a:srgbClr>
            </a:solidFill>
            <a:ln w="4762" cap="rnd">
              <a:solidFill>
                <a:srgbClr val="BC7C6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7"/>
            <p:cNvSpPr/>
            <p:nvPr/>
          </p:nvSpPr>
          <p:spPr>
            <a:xfrm>
              <a:off x="7158982" y="1599838"/>
              <a:ext cx="53164" cy="373797"/>
            </a:xfrm>
            <a:custGeom>
              <a:avLst/>
              <a:pathLst>
                <a:path w="53164" h="373797">
                  <a:moveTo>
                    <a:pt x="0" y="0"/>
                  </a:moveTo>
                  <a:lnTo>
                    <a:pt x="17721" y="1820"/>
                  </a:lnTo>
                  <a:lnTo>
                    <a:pt x="35442" y="3573"/>
                  </a:lnTo>
                  <a:lnTo>
                    <a:pt x="53164" y="5274"/>
                  </a:lnTo>
                  <a:lnTo>
                    <a:pt x="53164" y="373797"/>
                  </a:lnTo>
                  <a:lnTo>
                    <a:pt x="35442" y="373797"/>
                  </a:lnTo>
                  <a:lnTo>
                    <a:pt x="17721" y="373797"/>
                  </a:lnTo>
                  <a:lnTo>
                    <a:pt x="0" y="373797"/>
                  </a:lnTo>
                  <a:close/>
                </a:path>
              </a:pathLst>
            </a:custGeom>
            <a:solidFill>
              <a:srgbClr val="BC7B66">
                <a:alpha val="100000"/>
              </a:srgbClr>
            </a:solidFill>
            <a:ln w="4762" cap="rnd">
              <a:solidFill>
                <a:srgbClr val="BC7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8"/>
            <p:cNvSpPr/>
            <p:nvPr/>
          </p:nvSpPr>
          <p:spPr>
            <a:xfrm>
              <a:off x="7212146" y="1605113"/>
              <a:ext cx="35442" cy="368522"/>
            </a:xfrm>
            <a:custGeom>
              <a:avLst/>
              <a:pathLst>
                <a:path w="35442" h="368522">
                  <a:moveTo>
                    <a:pt x="0" y="0"/>
                  </a:moveTo>
                  <a:lnTo>
                    <a:pt x="17721" y="1616"/>
                  </a:lnTo>
                  <a:lnTo>
                    <a:pt x="35442" y="3154"/>
                  </a:lnTo>
                  <a:lnTo>
                    <a:pt x="35442" y="368522"/>
                  </a:lnTo>
                  <a:lnTo>
                    <a:pt x="17721" y="368522"/>
                  </a:lnTo>
                  <a:lnTo>
                    <a:pt x="0" y="368522"/>
                  </a:lnTo>
                  <a:close/>
                </a:path>
              </a:pathLst>
            </a:custGeom>
            <a:solidFill>
              <a:srgbClr val="BB7A65">
                <a:alpha val="100000"/>
              </a:srgbClr>
            </a:solidFill>
            <a:ln w="4762" cap="rnd">
              <a:solidFill>
                <a:srgbClr val="BB7A6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59"/>
            <p:cNvSpPr/>
            <p:nvPr/>
          </p:nvSpPr>
          <p:spPr>
            <a:xfrm>
              <a:off x="7247589" y="1608268"/>
              <a:ext cx="17721" cy="365367"/>
            </a:xfrm>
            <a:custGeom>
              <a:avLst/>
              <a:pathLst>
                <a:path w="17721" h="365367">
                  <a:moveTo>
                    <a:pt x="0" y="0"/>
                  </a:moveTo>
                  <a:lnTo>
                    <a:pt x="17721" y="1480"/>
                  </a:lnTo>
                  <a:lnTo>
                    <a:pt x="17721" y="365367"/>
                  </a:lnTo>
                  <a:lnTo>
                    <a:pt x="0" y="365367"/>
                  </a:lnTo>
                  <a:close/>
                </a:path>
              </a:pathLst>
            </a:custGeom>
            <a:solidFill>
              <a:srgbClr val="BB7A64">
                <a:alpha val="100000"/>
              </a:srgbClr>
            </a:solidFill>
            <a:ln w="4762" cap="rnd">
              <a:solidFill>
                <a:srgbClr val="BB7A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0"/>
            <p:cNvSpPr/>
            <p:nvPr/>
          </p:nvSpPr>
          <p:spPr>
            <a:xfrm>
              <a:off x="7265310" y="1609748"/>
              <a:ext cx="17721" cy="363887"/>
            </a:xfrm>
            <a:custGeom>
              <a:avLst/>
              <a:pathLst>
                <a:path w="17721" h="363887">
                  <a:moveTo>
                    <a:pt x="0" y="0"/>
                  </a:moveTo>
                  <a:lnTo>
                    <a:pt x="17721" y="1390"/>
                  </a:lnTo>
                  <a:lnTo>
                    <a:pt x="17721" y="363887"/>
                  </a:lnTo>
                  <a:lnTo>
                    <a:pt x="0" y="363887"/>
                  </a:lnTo>
                  <a:close/>
                </a:path>
              </a:pathLst>
            </a:custGeom>
            <a:solidFill>
              <a:srgbClr val="BB7964">
                <a:alpha val="100000"/>
              </a:srgbClr>
            </a:solidFill>
            <a:ln w="4762" cap="rnd">
              <a:solidFill>
                <a:srgbClr val="BB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1"/>
            <p:cNvSpPr/>
            <p:nvPr/>
          </p:nvSpPr>
          <p:spPr>
            <a:xfrm>
              <a:off x="7283032" y="1611138"/>
              <a:ext cx="17721" cy="362497"/>
            </a:xfrm>
            <a:custGeom>
              <a:avLst/>
              <a:pathLst>
                <a:path w="17721" h="362497">
                  <a:moveTo>
                    <a:pt x="0" y="0"/>
                  </a:moveTo>
                  <a:lnTo>
                    <a:pt x="17721" y="1302"/>
                  </a:lnTo>
                  <a:lnTo>
                    <a:pt x="17721" y="362497"/>
                  </a:lnTo>
                  <a:lnTo>
                    <a:pt x="0" y="362497"/>
                  </a:lnTo>
                  <a:close/>
                </a:path>
              </a:pathLst>
            </a:custGeom>
            <a:solidFill>
              <a:srgbClr val="BA7964">
                <a:alpha val="100000"/>
              </a:srgbClr>
            </a:solidFill>
            <a:ln w="4762" cap="rnd">
              <a:solidFill>
                <a:srgbClr val="BA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2"/>
            <p:cNvSpPr/>
            <p:nvPr/>
          </p:nvSpPr>
          <p:spPr>
            <a:xfrm>
              <a:off x="7300753" y="1612441"/>
              <a:ext cx="35442" cy="361194"/>
            </a:xfrm>
            <a:custGeom>
              <a:avLst/>
              <a:pathLst>
                <a:path w="35442" h="361194">
                  <a:moveTo>
                    <a:pt x="0" y="0"/>
                  </a:moveTo>
                  <a:lnTo>
                    <a:pt x="17721" y="1241"/>
                  </a:lnTo>
                  <a:lnTo>
                    <a:pt x="35442" y="2391"/>
                  </a:lnTo>
                  <a:lnTo>
                    <a:pt x="35442" y="361194"/>
                  </a:lnTo>
                  <a:lnTo>
                    <a:pt x="17721" y="361194"/>
                  </a:lnTo>
                  <a:lnTo>
                    <a:pt x="0" y="361194"/>
                  </a:lnTo>
                  <a:close/>
                </a:path>
              </a:pathLst>
            </a:custGeom>
            <a:solidFill>
              <a:srgbClr val="BA7863">
                <a:alpha val="100000"/>
              </a:srgbClr>
            </a:solidFill>
            <a:ln w="4762" cap="rnd">
              <a:solidFill>
                <a:srgbClr val="BA78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3"/>
            <p:cNvSpPr/>
            <p:nvPr/>
          </p:nvSpPr>
          <p:spPr>
            <a:xfrm>
              <a:off x="7336196" y="1614832"/>
              <a:ext cx="17721" cy="358803"/>
            </a:xfrm>
            <a:custGeom>
              <a:avLst/>
              <a:pathLst>
                <a:path w="17721" h="358803">
                  <a:moveTo>
                    <a:pt x="0" y="0"/>
                  </a:moveTo>
                  <a:lnTo>
                    <a:pt x="17721" y="1057"/>
                  </a:lnTo>
                  <a:lnTo>
                    <a:pt x="17721" y="358803"/>
                  </a:lnTo>
                  <a:lnTo>
                    <a:pt x="0" y="358803"/>
                  </a:lnTo>
                  <a:close/>
                </a:path>
              </a:pathLst>
            </a:custGeom>
            <a:solidFill>
              <a:srgbClr val="BA7862">
                <a:alpha val="100000"/>
              </a:srgbClr>
            </a:solidFill>
            <a:ln w="4762" cap="rnd">
              <a:solidFill>
                <a:srgbClr val="BA78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4"/>
            <p:cNvSpPr/>
            <p:nvPr/>
          </p:nvSpPr>
          <p:spPr>
            <a:xfrm>
              <a:off x="7353917" y="1615890"/>
              <a:ext cx="17721" cy="357745"/>
            </a:xfrm>
            <a:custGeom>
              <a:avLst/>
              <a:pathLst>
                <a:path w="17721" h="357745">
                  <a:moveTo>
                    <a:pt x="0" y="0"/>
                  </a:moveTo>
                  <a:lnTo>
                    <a:pt x="17721" y="995"/>
                  </a:lnTo>
                  <a:lnTo>
                    <a:pt x="17721" y="357745"/>
                  </a:lnTo>
                  <a:lnTo>
                    <a:pt x="0" y="357745"/>
                  </a:lnTo>
                  <a:close/>
                </a:path>
              </a:pathLst>
            </a:custGeom>
            <a:solidFill>
              <a:srgbClr val="BA7762">
                <a:alpha val="100000"/>
              </a:srgbClr>
            </a:solidFill>
            <a:ln w="4762" cap="rnd">
              <a:solidFill>
                <a:srgbClr val="BA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5"/>
            <p:cNvSpPr/>
            <p:nvPr/>
          </p:nvSpPr>
          <p:spPr>
            <a:xfrm>
              <a:off x="7371638" y="1616885"/>
              <a:ext cx="17721" cy="356750"/>
            </a:xfrm>
            <a:custGeom>
              <a:avLst/>
              <a:pathLst>
                <a:path w="17721" h="356750">
                  <a:moveTo>
                    <a:pt x="0" y="0"/>
                  </a:moveTo>
                  <a:lnTo>
                    <a:pt x="17721" y="906"/>
                  </a:lnTo>
                  <a:lnTo>
                    <a:pt x="17721" y="356750"/>
                  </a:lnTo>
                  <a:lnTo>
                    <a:pt x="0" y="356750"/>
                  </a:lnTo>
                  <a:close/>
                </a:path>
              </a:pathLst>
            </a:custGeom>
            <a:solidFill>
              <a:srgbClr val="B97762">
                <a:alpha val="100000"/>
              </a:srgbClr>
            </a:solidFill>
            <a:ln w="4762" cap="rnd">
              <a:solidFill>
                <a:srgbClr val="B9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6"/>
            <p:cNvSpPr/>
            <p:nvPr/>
          </p:nvSpPr>
          <p:spPr>
            <a:xfrm>
              <a:off x="7389360" y="1617792"/>
              <a:ext cx="53164" cy="355843"/>
            </a:xfrm>
            <a:custGeom>
              <a:avLst/>
              <a:pathLst>
                <a:path w="53164" h="355843">
                  <a:moveTo>
                    <a:pt x="0" y="0"/>
                  </a:moveTo>
                  <a:lnTo>
                    <a:pt x="17721" y="814"/>
                  </a:lnTo>
                  <a:lnTo>
                    <a:pt x="35442" y="1568"/>
                  </a:lnTo>
                  <a:lnTo>
                    <a:pt x="53164" y="2240"/>
                  </a:lnTo>
                  <a:lnTo>
                    <a:pt x="53164" y="355843"/>
                  </a:lnTo>
                  <a:lnTo>
                    <a:pt x="35442" y="355843"/>
                  </a:lnTo>
                  <a:lnTo>
                    <a:pt x="17721" y="355843"/>
                  </a:lnTo>
                  <a:lnTo>
                    <a:pt x="0" y="355843"/>
                  </a:lnTo>
                  <a:close/>
                </a:path>
              </a:pathLst>
            </a:custGeom>
            <a:solidFill>
              <a:srgbClr val="B97661">
                <a:alpha val="100000"/>
              </a:srgbClr>
            </a:solidFill>
            <a:ln w="4762" cap="rnd">
              <a:solidFill>
                <a:srgbClr val="B976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7"/>
            <p:cNvSpPr/>
            <p:nvPr/>
          </p:nvSpPr>
          <p:spPr>
            <a:xfrm>
              <a:off x="7442524" y="1620033"/>
              <a:ext cx="35442" cy="353602"/>
            </a:xfrm>
            <a:custGeom>
              <a:avLst/>
              <a:pathLst>
                <a:path w="35442" h="353602">
                  <a:moveTo>
                    <a:pt x="0" y="0"/>
                  </a:moveTo>
                  <a:lnTo>
                    <a:pt x="17721" y="583"/>
                  </a:lnTo>
                  <a:lnTo>
                    <a:pt x="35442" y="1111"/>
                  </a:lnTo>
                  <a:lnTo>
                    <a:pt x="35442" y="353602"/>
                  </a:lnTo>
                  <a:lnTo>
                    <a:pt x="17721" y="353602"/>
                  </a:lnTo>
                  <a:lnTo>
                    <a:pt x="0" y="353602"/>
                  </a:lnTo>
                  <a:close/>
                </a:path>
              </a:pathLst>
            </a:custGeom>
            <a:solidFill>
              <a:srgbClr val="B87560">
                <a:alpha val="100000"/>
              </a:srgbClr>
            </a:solidFill>
            <a:ln w="4762" cap="rnd">
              <a:solidFill>
                <a:srgbClr val="B875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8"/>
            <p:cNvSpPr/>
            <p:nvPr/>
          </p:nvSpPr>
          <p:spPr>
            <a:xfrm>
              <a:off x="7477967" y="1621145"/>
              <a:ext cx="17721" cy="352490"/>
            </a:xfrm>
            <a:custGeom>
              <a:avLst/>
              <a:pathLst>
                <a:path w="17721" h="352490">
                  <a:moveTo>
                    <a:pt x="0" y="0"/>
                  </a:moveTo>
                  <a:lnTo>
                    <a:pt x="17721" y="456"/>
                  </a:lnTo>
                  <a:lnTo>
                    <a:pt x="17721" y="352490"/>
                  </a:lnTo>
                  <a:lnTo>
                    <a:pt x="0" y="352490"/>
                  </a:lnTo>
                  <a:close/>
                </a:path>
              </a:pathLst>
            </a:custGeom>
            <a:solidFill>
              <a:srgbClr val="B8755F">
                <a:alpha val="100000"/>
              </a:srgbClr>
            </a:solidFill>
            <a:ln w="4762" cap="rnd">
              <a:solidFill>
                <a:srgbClr val="B875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69"/>
            <p:cNvSpPr/>
            <p:nvPr/>
          </p:nvSpPr>
          <p:spPr>
            <a:xfrm>
              <a:off x="7495688" y="1621601"/>
              <a:ext cx="17721" cy="352034"/>
            </a:xfrm>
            <a:custGeom>
              <a:avLst/>
              <a:pathLst>
                <a:path w="17721" h="352034">
                  <a:moveTo>
                    <a:pt x="0" y="0"/>
                  </a:moveTo>
                  <a:lnTo>
                    <a:pt x="17721" y="376"/>
                  </a:lnTo>
                  <a:lnTo>
                    <a:pt x="17721" y="352034"/>
                  </a:lnTo>
                  <a:lnTo>
                    <a:pt x="0" y="352034"/>
                  </a:lnTo>
                  <a:close/>
                </a:path>
              </a:pathLst>
            </a:custGeom>
            <a:solidFill>
              <a:srgbClr val="B8745F">
                <a:alpha val="100000"/>
              </a:srgbClr>
            </a:solidFill>
            <a:ln w="4762" cap="rnd">
              <a:solidFill>
                <a:srgbClr val="B8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0"/>
            <p:cNvSpPr/>
            <p:nvPr/>
          </p:nvSpPr>
          <p:spPr>
            <a:xfrm>
              <a:off x="7513409" y="1621978"/>
              <a:ext cx="17721" cy="351657"/>
            </a:xfrm>
            <a:custGeom>
              <a:avLst/>
              <a:pathLst>
                <a:path w="17721" h="351657">
                  <a:moveTo>
                    <a:pt x="0" y="0"/>
                  </a:moveTo>
                  <a:lnTo>
                    <a:pt x="17721" y="329"/>
                  </a:lnTo>
                  <a:lnTo>
                    <a:pt x="17721" y="351657"/>
                  </a:lnTo>
                  <a:lnTo>
                    <a:pt x="0" y="351657"/>
                  </a:lnTo>
                  <a:close/>
                </a:path>
              </a:pathLst>
            </a:custGeom>
            <a:solidFill>
              <a:srgbClr val="B7745F">
                <a:alpha val="100000"/>
              </a:srgbClr>
            </a:solidFill>
            <a:ln w="4762" cap="rnd">
              <a:solidFill>
                <a:srgbClr val="B7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1"/>
            <p:cNvSpPr/>
            <p:nvPr/>
          </p:nvSpPr>
          <p:spPr>
            <a:xfrm>
              <a:off x="7531131" y="1622308"/>
              <a:ext cx="35442" cy="351327"/>
            </a:xfrm>
            <a:custGeom>
              <a:avLst/>
              <a:pathLst>
                <a:path w="35442" h="351327">
                  <a:moveTo>
                    <a:pt x="0" y="0"/>
                  </a:moveTo>
                  <a:lnTo>
                    <a:pt x="17721" y="271"/>
                  </a:lnTo>
                  <a:lnTo>
                    <a:pt x="35442" y="476"/>
                  </a:lnTo>
                  <a:lnTo>
                    <a:pt x="35442" y="351327"/>
                  </a:lnTo>
                  <a:lnTo>
                    <a:pt x="17721" y="351327"/>
                  </a:lnTo>
                  <a:lnTo>
                    <a:pt x="0" y="351327"/>
                  </a:lnTo>
                  <a:close/>
                </a:path>
              </a:pathLst>
            </a:custGeom>
            <a:solidFill>
              <a:srgbClr val="B7735E">
                <a:alpha val="100000"/>
              </a:srgbClr>
            </a:solidFill>
            <a:ln w="4762" cap="rnd">
              <a:solidFill>
                <a:srgbClr val="B773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2"/>
            <p:cNvSpPr/>
            <p:nvPr/>
          </p:nvSpPr>
          <p:spPr>
            <a:xfrm>
              <a:off x="7566574" y="1622785"/>
              <a:ext cx="17721" cy="350850"/>
            </a:xfrm>
            <a:custGeom>
              <a:avLst/>
              <a:pathLst>
                <a:path w="17721" h="350850">
                  <a:moveTo>
                    <a:pt x="0" y="0"/>
                  </a:moveTo>
                  <a:lnTo>
                    <a:pt x="17721" y="169"/>
                  </a:lnTo>
                  <a:lnTo>
                    <a:pt x="17721" y="350850"/>
                  </a:lnTo>
                  <a:lnTo>
                    <a:pt x="0" y="350850"/>
                  </a:lnTo>
                  <a:close/>
                </a:path>
              </a:pathLst>
            </a:custGeom>
            <a:solidFill>
              <a:srgbClr val="B7735D">
                <a:alpha val="100000"/>
              </a:srgbClr>
            </a:solidFill>
            <a:ln w="4762" cap="rnd">
              <a:solidFill>
                <a:srgbClr val="B773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3"/>
            <p:cNvSpPr/>
            <p:nvPr/>
          </p:nvSpPr>
          <p:spPr>
            <a:xfrm>
              <a:off x="7584295" y="1622954"/>
              <a:ext cx="17721" cy="350681"/>
            </a:xfrm>
            <a:custGeom>
              <a:avLst/>
              <a:pathLst>
                <a:path w="17721" h="350681">
                  <a:moveTo>
                    <a:pt x="0" y="0"/>
                  </a:moveTo>
                  <a:lnTo>
                    <a:pt x="17721" y="126"/>
                  </a:lnTo>
                  <a:lnTo>
                    <a:pt x="17721" y="350681"/>
                  </a:lnTo>
                  <a:lnTo>
                    <a:pt x="0" y="350681"/>
                  </a:lnTo>
                  <a:close/>
                </a:path>
              </a:pathLst>
            </a:custGeom>
            <a:solidFill>
              <a:srgbClr val="B7725D">
                <a:alpha val="100000"/>
              </a:srgbClr>
            </a:solidFill>
            <a:ln w="4762" cap="rnd">
              <a:solidFill>
                <a:srgbClr val="B7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4"/>
            <p:cNvSpPr/>
            <p:nvPr/>
          </p:nvSpPr>
          <p:spPr>
            <a:xfrm>
              <a:off x="7602016" y="1623081"/>
              <a:ext cx="17721" cy="350554"/>
            </a:xfrm>
            <a:custGeom>
              <a:avLst/>
              <a:pathLst>
                <a:path w="17721" h="350554">
                  <a:moveTo>
                    <a:pt x="0" y="0"/>
                  </a:moveTo>
                  <a:lnTo>
                    <a:pt x="17721" y="80"/>
                  </a:lnTo>
                  <a:lnTo>
                    <a:pt x="17721" y="350554"/>
                  </a:lnTo>
                  <a:lnTo>
                    <a:pt x="0" y="350554"/>
                  </a:lnTo>
                  <a:close/>
                </a:path>
              </a:pathLst>
            </a:custGeom>
            <a:solidFill>
              <a:srgbClr val="B6725D">
                <a:alpha val="100000"/>
              </a:srgbClr>
            </a:solidFill>
            <a:ln w="4762" cap="rnd">
              <a:solidFill>
                <a:srgbClr val="B6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5"/>
            <p:cNvSpPr/>
            <p:nvPr/>
          </p:nvSpPr>
          <p:spPr>
            <a:xfrm>
              <a:off x="7619738" y="1623161"/>
              <a:ext cx="53164" cy="350474"/>
            </a:xfrm>
            <a:custGeom>
              <a:avLst/>
              <a:pathLst>
                <a:path w="53164" h="350474">
                  <a:moveTo>
                    <a:pt x="0" y="0"/>
                  </a:moveTo>
                  <a:lnTo>
                    <a:pt x="17721" y="57"/>
                  </a:lnTo>
                  <a:lnTo>
                    <a:pt x="35442" y="91"/>
                  </a:lnTo>
                  <a:lnTo>
                    <a:pt x="53164" y="101"/>
                  </a:lnTo>
                  <a:lnTo>
                    <a:pt x="53164" y="350474"/>
                  </a:lnTo>
                  <a:lnTo>
                    <a:pt x="35442" y="350474"/>
                  </a:lnTo>
                  <a:lnTo>
                    <a:pt x="17721" y="350474"/>
                  </a:lnTo>
                  <a:lnTo>
                    <a:pt x="0" y="350474"/>
                  </a:lnTo>
                  <a:close/>
                </a:path>
              </a:pathLst>
            </a:custGeom>
            <a:solidFill>
              <a:srgbClr val="B6715C">
                <a:alpha val="100000"/>
              </a:srgbClr>
            </a:solidFill>
            <a:ln w="4762" cap="rnd">
              <a:solidFill>
                <a:srgbClr val="B671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6"/>
            <p:cNvSpPr/>
            <p:nvPr/>
          </p:nvSpPr>
          <p:spPr>
            <a:xfrm>
              <a:off x="7672902" y="1623263"/>
              <a:ext cx="35442" cy="350372"/>
            </a:xfrm>
            <a:custGeom>
              <a:avLst/>
              <a:pathLst>
                <a:path w="35442" h="350372">
                  <a:moveTo>
                    <a:pt x="0" y="0"/>
                  </a:moveTo>
                  <a:lnTo>
                    <a:pt x="17721" y="4"/>
                  </a:lnTo>
                  <a:lnTo>
                    <a:pt x="35442" y="2"/>
                  </a:lnTo>
                  <a:lnTo>
                    <a:pt x="35442" y="350372"/>
                  </a:lnTo>
                  <a:lnTo>
                    <a:pt x="17721" y="350372"/>
                  </a:lnTo>
                  <a:lnTo>
                    <a:pt x="0" y="350372"/>
                  </a:lnTo>
                  <a:close/>
                </a:path>
              </a:pathLst>
            </a:custGeom>
            <a:solidFill>
              <a:srgbClr val="B5705B">
                <a:alpha val="100000"/>
              </a:srgbClr>
            </a:solidFill>
            <a:ln w="4762" cap="rnd">
              <a:solidFill>
                <a:srgbClr val="B5705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7"/>
            <p:cNvSpPr/>
            <p:nvPr/>
          </p:nvSpPr>
          <p:spPr>
            <a:xfrm>
              <a:off x="7708344" y="1623265"/>
              <a:ext cx="17721" cy="350370"/>
            </a:xfrm>
            <a:custGeom>
              <a:avLst/>
              <a:pathLst>
                <a:path w="17721" h="350370">
                  <a:moveTo>
                    <a:pt x="0" y="0"/>
                  </a:moveTo>
                  <a:lnTo>
                    <a:pt x="17721" y="4"/>
                  </a:lnTo>
                  <a:lnTo>
                    <a:pt x="17721" y="350370"/>
                  </a:lnTo>
                  <a:lnTo>
                    <a:pt x="0" y="350370"/>
                  </a:lnTo>
                  <a:close/>
                </a:path>
              </a:pathLst>
            </a:custGeom>
            <a:solidFill>
              <a:srgbClr val="B5705A">
                <a:alpha val="100000"/>
              </a:srgbClr>
            </a:solidFill>
            <a:ln w="4762" cap="rnd">
              <a:solidFill>
                <a:srgbClr val="B570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8"/>
            <p:cNvSpPr/>
            <p:nvPr/>
          </p:nvSpPr>
          <p:spPr>
            <a:xfrm>
              <a:off x="7726066" y="1623270"/>
              <a:ext cx="17721" cy="350365"/>
            </a:xfrm>
            <a:custGeom>
              <a:avLst/>
              <a:pathLst>
                <a:path w="17721" h="350365">
                  <a:moveTo>
                    <a:pt x="0" y="0"/>
                  </a:moveTo>
                  <a:lnTo>
                    <a:pt x="17721" y="15"/>
                  </a:lnTo>
                  <a:lnTo>
                    <a:pt x="17721" y="350365"/>
                  </a:lnTo>
                  <a:lnTo>
                    <a:pt x="0" y="350365"/>
                  </a:lnTo>
                  <a:close/>
                </a:path>
              </a:pathLst>
            </a:custGeom>
            <a:solidFill>
              <a:srgbClr val="B56F5A">
                <a:alpha val="100000"/>
              </a:srgbClr>
            </a:solidFill>
            <a:ln w="4762" cap="rnd">
              <a:solidFill>
                <a:srgbClr val="B5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79"/>
            <p:cNvSpPr/>
            <p:nvPr/>
          </p:nvSpPr>
          <p:spPr>
            <a:xfrm>
              <a:off x="7743787" y="1623285"/>
              <a:ext cx="17721" cy="350350"/>
            </a:xfrm>
            <a:custGeom>
              <a:avLst/>
              <a:pathLst>
                <a:path w="17721" h="350350">
                  <a:moveTo>
                    <a:pt x="0" y="0"/>
                  </a:moveTo>
                  <a:lnTo>
                    <a:pt x="17721" y="29"/>
                  </a:lnTo>
                  <a:lnTo>
                    <a:pt x="17721" y="350350"/>
                  </a:lnTo>
                  <a:lnTo>
                    <a:pt x="0" y="350350"/>
                  </a:lnTo>
                  <a:close/>
                </a:path>
              </a:pathLst>
            </a:custGeom>
            <a:solidFill>
              <a:srgbClr val="B46F5A">
                <a:alpha val="100000"/>
              </a:srgbClr>
            </a:solidFill>
            <a:ln w="4762" cap="rnd">
              <a:solidFill>
                <a:srgbClr val="B4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0"/>
            <p:cNvSpPr/>
            <p:nvPr/>
          </p:nvSpPr>
          <p:spPr>
            <a:xfrm>
              <a:off x="7761509" y="1623315"/>
              <a:ext cx="35442" cy="350320"/>
            </a:xfrm>
            <a:custGeom>
              <a:avLst/>
              <a:pathLst>
                <a:path w="35442" h="350320">
                  <a:moveTo>
                    <a:pt x="0" y="0"/>
                  </a:moveTo>
                  <a:lnTo>
                    <a:pt x="17721" y="68"/>
                  </a:lnTo>
                  <a:lnTo>
                    <a:pt x="35442" y="165"/>
                  </a:lnTo>
                  <a:lnTo>
                    <a:pt x="35442" y="350320"/>
                  </a:lnTo>
                  <a:lnTo>
                    <a:pt x="17721" y="350320"/>
                  </a:lnTo>
                  <a:lnTo>
                    <a:pt x="0" y="350320"/>
                  </a:lnTo>
                  <a:close/>
                </a:path>
              </a:pathLst>
            </a:custGeom>
            <a:solidFill>
              <a:srgbClr val="B46E59">
                <a:alpha val="100000"/>
              </a:srgbClr>
            </a:solidFill>
            <a:ln w="4762" cap="rnd">
              <a:solidFill>
                <a:srgbClr val="B46E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1"/>
            <p:cNvSpPr/>
            <p:nvPr/>
          </p:nvSpPr>
          <p:spPr>
            <a:xfrm>
              <a:off x="7796951" y="1623481"/>
              <a:ext cx="17721" cy="350154"/>
            </a:xfrm>
            <a:custGeom>
              <a:avLst/>
              <a:pathLst>
                <a:path w="17721" h="350154">
                  <a:moveTo>
                    <a:pt x="0" y="0"/>
                  </a:moveTo>
                  <a:lnTo>
                    <a:pt x="17721" y="130"/>
                  </a:lnTo>
                  <a:lnTo>
                    <a:pt x="17721" y="350154"/>
                  </a:lnTo>
                  <a:lnTo>
                    <a:pt x="0" y="350154"/>
                  </a:lnTo>
                  <a:close/>
                </a:path>
              </a:pathLst>
            </a:custGeom>
            <a:solidFill>
              <a:srgbClr val="B46E58">
                <a:alpha val="100000"/>
              </a:srgbClr>
            </a:solidFill>
            <a:ln w="4762" cap="rnd">
              <a:solidFill>
                <a:srgbClr val="B46E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2"/>
            <p:cNvSpPr/>
            <p:nvPr/>
          </p:nvSpPr>
          <p:spPr>
            <a:xfrm>
              <a:off x="7814673" y="1623611"/>
              <a:ext cx="17721" cy="350024"/>
            </a:xfrm>
            <a:custGeom>
              <a:avLst/>
              <a:pathLst>
                <a:path w="17721" h="350024">
                  <a:moveTo>
                    <a:pt x="0" y="0"/>
                  </a:moveTo>
                  <a:lnTo>
                    <a:pt x="17721" y="205"/>
                  </a:lnTo>
                  <a:lnTo>
                    <a:pt x="17721" y="350024"/>
                  </a:lnTo>
                  <a:lnTo>
                    <a:pt x="0" y="350024"/>
                  </a:lnTo>
                  <a:close/>
                </a:path>
              </a:pathLst>
            </a:custGeom>
            <a:solidFill>
              <a:srgbClr val="B46D58">
                <a:alpha val="100000"/>
              </a:srgbClr>
            </a:solidFill>
            <a:ln w="4762" cap="rnd">
              <a:solidFill>
                <a:srgbClr val="B4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3"/>
            <p:cNvSpPr/>
            <p:nvPr/>
          </p:nvSpPr>
          <p:spPr>
            <a:xfrm>
              <a:off x="7832394" y="1623817"/>
              <a:ext cx="17721" cy="349819"/>
            </a:xfrm>
            <a:custGeom>
              <a:avLst/>
              <a:pathLst>
                <a:path w="17721" h="349819">
                  <a:moveTo>
                    <a:pt x="0" y="0"/>
                  </a:moveTo>
                  <a:lnTo>
                    <a:pt x="17721" y="253"/>
                  </a:lnTo>
                  <a:lnTo>
                    <a:pt x="17721" y="349819"/>
                  </a:lnTo>
                  <a:lnTo>
                    <a:pt x="0" y="349819"/>
                  </a:lnTo>
                  <a:close/>
                </a:path>
              </a:pathLst>
            </a:custGeom>
            <a:solidFill>
              <a:srgbClr val="B36D58">
                <a:alpha val="100000"/>
              </a:srgbClr>
            </a:solidFill>
            <a:ln w="4762" cap="rnd">
              <a:solidFill>
                <a:srgbClr val="B3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4"/>
            <p:cNvSpPr/>
            <p:nvPr/>
          </p:nvSpPr>
          <p:spPr>
            <a:xfrm>
              <a:off x="7850115" y="1624070"/>
              <a:ext cx="53164" cy="349565"/>
            </a:xfrm>
            <a:custGeom>
              <a:avLst/>
              <a:pathLst>
                <a:path w="53164" h="349565">
                  <a:moveTo>
                    <a:pt x="0" y="0"/>
                  </a:moveTo>
                  <a:lnTo>
                    <a:pt x="17721" y="304"/>
                  </a:lnTo>
                  <a:lnTo>
                    <a:pt x="35442" y="720"/>
                  </a:lnTo>
                  <a:lnTo>
                    <a:pt x="53164" y="1203"/>
                  </a:lnTo>
                  <a:lnTo>
                    <a:pt x="53164" y="349565"/>
                  </a:lnTo>
                  <a:lnTo>
                    <a:pt x="35442" y="349565"/>
                  </a:lnTo>
                  <a:lnTo>
                    <a:pt x="17721" y="349565"/>
                  </a:lnTo>
                  <a:lnTo>
                    <a:pt x="0" y="349565"/>
                  </a:lnTo>
                  <a:close/>
                </a:path>
              </a:pathLst>
            </a:custGeom>
            <a:solidFill>
              <a:srgbClr val="B36C57">
                <a:alpha val="100000"/>
              </a:srgbClr>
            </a:solidFill>
            <a:ln w="4762" cap="rnd">
              <a:solidFill>
                <a:srgbClr val="B36C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5"/>
            <p:cNvSpPr/>
            <p:nvPr/>
          </p:nvSpPr>
          <p:spPr>
            <a:xfrm>
              <a:off x="7903280" y="1625273"/>
              <a:ext cx="35442" cy="348362"/>
            </a:xfrm>
            <a:custGeom>
              <a:avLst/>
              <a:pathLst>
                <a:path w="35442" h="348362">
                  <a:moveTo>
                    <a:pt x="0" y="0"/>
                  </a:moveTo>
                  <a:lnTo>
                    <a:pt x="17721" y="550"/>
                  </a:lnTo>
                  <a:lnTo>
                    <a:pt x="35442" y="1248"/>
                  </a:lnTo>
                  <a:lnTo>
                    <a:pt x="35442" y="348362"/>
                  </a:lnTo>
                  <a:lnTo>
                    <a:pt x="17721" y="348362"/>
                  </a:lnTo>
                  <a:lnTo>
                    <a:pt x="0" y="348362"/>
                  </a:lnTo>
                  <a:close/>
                </a:path>
              </a:pathLst>
            </a:custGeom>
            <a:solidFill>
              <a:srgbClr val="B26B56">
                <a:alpha val="100000"/>
              </a:srgbClr>
            </a:solidFill>
            <a:ln w="4762" cap="rnd">
              <a:solidFill>
                <a:srgbClr val="B26B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6"/>
            <p:cNvSpPr/>
            <p:nvPr/>
          </p:nvSpPr>
          <p:spPr>
            <a:xfrm>
              <a:off x="7938722" y="1626522"/>
              <a:ext cx="17721" cy="347113"/>
            </a:xfrm>
            <a:custGeom>
              <a:avLst/>
              <a:pathLst>
                <a:path w="17721" h="347113">
                  <a:moveTo>
                    <a:pt x="0" y="0"/>
                  </a:moveTo>
                  <a:lnTo>
                    <a:pt x="17721" y="783"/>
                  </a:lnTo>
                  <a:lnTo>
                    <a:pt x="17721" y="347113"/>
                  </a:lnTo>
                  <a:lnTo>
                    <a:pt x="0" y="347113"/>
                  </a:lnTo>
                  <a:close/>
                </a:path>
              </a:pathLst>
            </a:custGeom>
            <a:solidFill>
              <a:srgbClr val="B26B55">
                <a:alpha val="100000"/>
              </a:srgbClr>
            </a:solidFill>
            <a:ln w="4762" cap="rnd">
              <a:solidFill>
                <a:srgbClr val="B26B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7"/>
            <p:cNvSpPr/>
            <p:nvPr/>
          </p:nvSpPr>
          <p:spPr>
            <a:xfrm>
              <a:off x="7956444" y="1627305"/>
              <a:ext cx="17721" cy="346330"/>
            </a:xfrm>
            <a:custGeom>
              <a:avLst/>
              <a:pathLst>
                <a:path w="17721" h="346330">
                  <a:moveTo>
                    <a:pt x="0" y="0"/>
                  </a:moveTo>
                  <a:lnTo>
                    <a:pt x="17721" y="867"/>
                  </a:lnTo>
                  <a:lnTo>
                    <a:pt x="17721" y="346330"/>
                  </a:lnTo>
                  <a:lnTo>
                    <a:pt x="0" y="346330"/>
                  </a:lnTo>
                  <a:close/>
                </a:path>
              </a:pathLst>
            </a:custGeom>
            <a:solidFill>
              <a:srgbClr val="B26A55">
                <a:alpha val="100000"/>
              </a:srgbClr>
            </a:solidFill>
            <a:ln w="4762" cap="rnd">
              <a:solidFill>
                <a:srgbClr val="B2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8"/>
            <p:cNvSpPr/>
            <p:nvPr/>
          </p:nvSpPr>
          <p:spPr>
            <a:xfrm>
              <a:off x="7974165" y="1628173"/>
              <a:ext cx="17721" cy="345462"/>
            </a:xfrm>
            <a:custGeom>
              <a:avLst/>
              <a:pathLst>
                <a:path w="17721" h="345462">
                  <a:moveTo>
                    <a:pt x="0" y="0"/>
                  </a:moveTo>
                  <a:lnTo>
                    <a:pt x="17721" y="1044"/>
                  </a:lnTo>
                  <a:lnTo>
                    <a:pt x="17721" y="345462"/>
                  </a:lnTo>
                  <a:lnTo>
                    <a:pt x="0" y="345462"/>
                  </a:lnTo>
                  <a:close/>
                </a:path>
              </a:pathLst>
            </a:custGeom>
            <a:solidFill>
              <a:srgbClr val="B16A55">
                <a:alpha val="100000"/>
              </a:srgbClr>
            </a:solidFill>
            <a:ln w="4762" cap="rnd">
              <a:solidFill>
                <a:srgbClr val="B1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89"/>
            <p:cNvSpPr/>
            <p:nvPr/>
          </p:nvSpPr>
          <p:spPr>
            <a:xfrm>
              <a:off x="7991886" y="1629218"/>
              <a:ext cx="53164" cy="344418"/>
            </a:xfrm>
            <a:custGeom>
              <a:avLst/>
              <a:pathLst>
                <a:path w="53164" h="344418">
                  <a:moveTo>
                    <a:pt x="0" y="0"/>
                  </a:moveTo>
                  <a:lnTo>
                    <a:pt x="17721" y="1148"/>
                  </a:lnTo>
                  <a:lnTo>
                    <a:pt x="35442" y="2396"/>
                  </a:lnTo>
                  <a:lnTo>
                    <a:pt x="53164" y="3843"/>
                  </a:lnTo>
                  <a:lnTo>
                    <a:pt x="53164" y="344418"/>
                  </a:lnTo>
                  <a:lnTo>
                    <a:pt x="35442" y="344418"/>
                  </a:lnTo>
                  <a:lnTo>
                    <a:pt x="17721" y="344418"/>
                  </a:lnTo>
                  <a:lnTo>
                    <a:pt x="0" y="344418"/>
                  </a:lnTo>
                  <a:close/>
                </a:path>
              </a:pathLst>
            </a:custGeom>
            <a:solidFill>
              <a:srgbClr val="B16954">
                <a:alpha val="100000"/>
              </a:srgbClr>
            </a:solidFill>
            <a:ln w="4762" cap="rnd">
              <a:solidFill>
                <a:srgbClr val="B169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0"/>
            <p:cNvSpPr/>
            <p:nvPr/>
          </p:nvSpPr>
          <p:spPr>
            <a:xfrm>
              <a:off x="8045050" y="1633061"/>
              <a:ext cx="35442" cy="340574"/>
            </a:xfrm>
            <a:custGeom>
              <a:avLst/>
              <a:pathLst>
                <a:path w="35442" h="340574">
                  <a:moveTo>
                    <a:pt x="0" y="0"/>
                  </a:moveTo>
                  <a:lnTo>
                    <a:pt x="17721" y="1569"/>
                  </a:lnTo>
                  <a:lnTo>
                    <a:pt x="35442" y="3251"/>
                  </a:lnTo>
                  <a:lnTo>
                    <a:pt x="35442" y="340574"/>
                  </a:lnTo>
                  <a:lnTo>
                    <a:pt x="17721" y="340574"/>
                  </a:lnTo>
                  <a:lnTo>
                    <a:pt x="0" y="340574"/>
                  </a:lnTo>
                  <a:close/>
                </a:path>
              </a:pathLst>
            </a:custGeom>
            <a:solidFill>
              <a:srgbClr val="B06853">
                <a:alpha val="100000"/>
              </a:srgbClr>
            </a:solidFill>
            <a:ln w="4762" cap="rnd">
              <a:solidFill>
                <a:srgbClr val="B0685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1"/>
            <p:cNvSpPr/>
            <p:nvPr/>
          </p:nvSpPr>
          <p:spPr>
            <a:xfrm>
              <a:off x="8080493" y="1636312"/>
              <a:ext cx="35442" cy="337323"/>
            </a:xfrm>
            <a:custGeom>
              <a:avLst/>
              <a:pathLst>
                <a:path w="35442" h="337323">
                  <a:moveTo>
                    <a:pt x="0" y="0"/>
                  </a:moveTo>
                  <a:lnTo>
                    <a:pt x="17721" y="1896"/>
                  </a:lnTo>
                  <a:lnTo>
                    <a:pt x="35442" y="3930"/>
                  </a:lnTo>
                  <a:lnTo>
                    <a:pt x="35442" y="337323"/>
                  </a:lnTo>
                  <a:lnTo>
                    <a:pt x="17721" y="337323"/>
                  </a:lnTo>
                  <a:lnTo>
                    <a:pt x="0" y="337323"/>
                  </a:lnTo>
                  <a:close/>
                </a:path>
              </a:pathLst>
            </a:custGeom>
            <a:solidFill>
              <a:srgbClr val="B06752">
                <a:alpha val="100000"/>
              </a:srgbClr>
            </a:solidFill>
            <a:ln w="4762" cap="rnd">
              <a:solidFill>
                <a:srgbClr val="B0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2"/>
            <p:cNvSpPr/>
            <p:nvPr/>
          </p:nvSpPr>
          <p:spPr>
            <a:xfrm>
              <a:off x="8115936" y="1640242"/>
              <a:ext cx="17721" cy="333393"/>
            </a:xfrm>
            <a:custGeom>
              <a:avLst/>
              <a:pathLst>
                <a:path w="17721" h="333393">
                  <a:moveTo>
                    <a:pt x="0" y="0"/>
                  </a:moveTo>
                  <a:lnTo>
                    <a:pt x="17721" y="2156"/>
                  </a:lnTo>
                  <a:lnTo>
                    <a:pt x="17721" y="333393"/>
                  </a:lnTo>
                  <a:lnTo>
                    <a:pt x="0" y="333393"/>
                  </a:lnTo>
                  <a:close/>
                </a:path>
              </a:pathLst>
            </a:custGeom>
            <a:solidFill>
              <a:srgbClr val="AF6752">
                <a:alpha val="100000"/>
              </a:srgbClr>
            </a:solidFill>
            <a:ln w="4762" cap="rnd">
              <a:solidFill>
                <a:srgbClr val="AF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3"/>
            <p:cNvSpPr/>
            <p:nvPr/>
          </p:nvSpPr>
          <p:spPr>
            <a:xfrm>
              <a:off x="8133657" y="1642398"/>
              <a:ext cx="53164" cy="331237"/>
            </a:xfrm>
            <a:custGeom>
              <a:avLst/>
              <a:pathLst>
                <a:path w="53164" h="331237">
                  <a:moveTo>
                    <a:pt x="0" y="0"/>
                  </a:moveTo>
                  <a:lnTo>
                    <a:pt x="17721" y="2378"/>
                  </a:lnTo>
                  <a:lnTo>
                    <a:pt x="35442" y="4907"/>
                  </a:lnTo>
                  <a:lnTo>
                    <a:pt x="53164" y="7563"/>
                  </a:lnTo>
                  <a:lnTo>
                    <a:pt x="53164" y="331237"/>
                  </a:lnTo>
                  <a:lnTo>
                    <a:pt x="35442" y="331237"/>
                  </a:lnTo>
                  <a:lnTo>
                    <a:pt x="17721" y="331237"/>
                  </a:lnTo>
                  <a:lnTo>
                    <a:pt x="0" y="331237"/>
                  </a:lnTo>
                  <a:close/>
                </a:path>
              </a:pathLst>
            </a:custGeom>
            <a:solidFill>
              <a:srgbClr val="AF6651">
                <a:alpha val="100000"/>
              </a:srgbClr>
            </a:solidFill>
            <a:ln w="4762" cap="rnd">
              <a:solidFill>
                <a:srgbClr val="AF66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4"/>
            <p:cNvSpPr/>
            <p:nvPr/>
          </p:nvSpPr>
          <p:spPr>
            <a:xfrm>
              <a:off x="8186821" y="1649962"/>
              <a:ext cx="17721" cy="323673"/>
            </a:xfrm>
            <a:custGeom>
              <a:avLst/>
              <a:pathLst>
                <a:path w="17721" h="323673">
                  <a:moveTo>
                    <a:pt x="0" y="0"/>
                  </a:moveTo>
                  <a:lnTo>
                    <a:pt x="17721" y="2880"/>
                  </a:lnTo>
                  <a:lnTo>
                    <a:pt x="17721" y="323673"/>
                  </a:lnTo>
                  <a:lnTo>
                    <a:pt x="0" y="323673"/>
                  </a:lnTo>
                  <a:close/>
                </a:path>
              </a:pathLst>
            </a:custGeom>
            <a:solidFill>
              <a:srgbClr val="AF6550">
                <a:alpha val="100000"/>
              </a:srgbClr>
            </a:solidFill>
            <a:ln w="4762" cap="rnd">
              <a:solidFill>
                <a:srgbClr val="AF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5"/>
            <p:cNvSpPr/>
            <p:nvPr/>
          </p:nvSpPr>
          <p:spPr>
            <a:xfrm>
              <a:off x="8204543" y="1652842"/>
              <a:ext cx="17721" cy="320793"/>
            </a:xfrm>
            <a:custGeom>
              <a:avLst/>
              <a:pathLst>
                <a:path w="17721" h="320793">
                  <a:moveTo>
                    <a:pt x="0" y="0"/>
                  </a:moveTo>
                  <a:lnTo>
                    <a:pt x="17721" y="3037"/>
                  </a:lnTo>
                  <a:lnTo>
                    <a:pt x="17721" y="320793"/>
                  </a:lnTo>
                  <a:lnTo>
                    <a:pt x="0" y="320793"/>
                  </a:lnTo>
                  <a:close/>
                </a:path>
              </a:pathLst>
            </a:custGeom>
            <a:solidFill>
              <a:srgbClr val="AE6550">
                <a:alpha val="100000"/>
              </a:srgbClr>
            </a:solidFill>
            <a:ln w="4762" cap="rnd">
              <a:solidFill>
                <a:srgbClr val="AE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6"/>
            <p:cNvSpPr/>
            <p:nvPr/>
          </p:nvSpPr>
          <p:spPr>
            <a:xfrm>
              <a:off x="8222264" y="1655880"/>
              <a:ext cx="53164" cy="317755"/>
            </a:xfrm>
            <a:custGeom>
              <a:avLst/>
              <a:pathLst>
                <a:path w="53164" h="317755">
                  <a:moveTo>
                    <a:pt x="0" y="0"/>
                  </a:moveTo>
                  <a:lnTo>
                    <a:pt x="17721" y="3166"/>
                  </a:lnTo>
                  <a:lnTo>
                    <a:pt x="35442" y="6550"/>
                  </a:lnTo>
                  <a:lnTo>
                    <a:pt x="53164" y="10094"/>
                  </a:lnTo>
                  <a:lnTo>
                    <a:pt x="53164" y="317755"/>
                  </a:lnTo>
                  <a:lnTo>
                    <a:pt x="35442" y="317755"/>
                  </a:lnTo>
                  <a:lnTo>
                    <a:pt x="17721" y="317755"/>
                  </a:lnTo>
                  <a:lnTo>
                    <a:pt x="0" y="317755"/>
                  </a:lnTo>
                  <a:close/>
                </a:path>
              </a:pathLst>
            </a:custGeom>
            <a:solidFill>
              <a:srgbClr val="AE644F">
                <a:alpha val="100000"/>
              </a:srgbClr>
            </a:solidFill>
            <a:ln w="4762" cap="rnd">
              <a:solidFill>
                <a:srgbClr val="AE64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7"/>
            <p:cNvSpPr/>
            <p:nvPr/>
          </p:nvSpPr>
          <p:spPr>
            <a:xfrm>
              <a:off x="8275428" y="1665974"/>
              <a:ext cx="35442" cy="307661"/>
            </a:xfrm>
            <a:custGeom>
              <a:avLst/>
              <a:pathLst>
                <a:path w="35442" h="307661">
                  <a:moveTo>
                    <a:pt x="0" y="0"/>
                  </a:moveTo>
                  <a:lnTo>
                    <a:pt x="17721" y="3669"/>
                  </a:lnTo>
                  <a:lnTo>
                    <a:pt x="35442" y="7543"/>
                  </a:lnTo>
                  <a:lnTo>
                    <a:pt x="35442" y="307661"/>
                  </a:lnTo>
                  <a:lnTo>
                    <a:pt x="17721" y="307661"/>
                  </a:lnTo>
                  <a:lnTo>
                    <a:pt x="0" y="307661"/>
                  </a:lnTo>
                  <a:close/>
                </a:path>
              </a:pathLst>
            </a:custGeom>
            <a:solidFill>
              <a:srgbClr val="AD634E">
                <a:alpha val="100000"/>
              </a:srgbClr>
            </a:solidFill>
            <a:ln w="4762" cap="rnd">
              <a:solidFill>
                <a:srgbClr val="AD63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8"/>
            <p:cNvSpPr/>
            <p:nvPr/>
          </p:nvSpPr>
          <p:spPr>
            <a:xfrm>
              <a:off x="8310871" y="1673518"/>
              <a:ext cx="17721" cy="300117"/>
            </a:xfrm>
            <a:custGeom>
              <a:avLst/>
              <a:pathLst>
                <a:path w="17721" h="300117">
                  <a:moveTo>
                    <a:pt x="0" y="0"/>
                  </a:moveTo>
                  <a:lnTo>
                    <a:pt x="17721" y="4030"/>
                  </a:lnTo>
                  <a:lnTo>
                    <a:pt x="17721" y="300117"/>
                  </a:lnTo>
                  <a:lnTo>
                    <a:pt x="0" y="300117"/>
                  </a:lnTo>
                  <a:close/>
                </a:path>
              </a:pathLst>
            </a:custGeom>
            <a:solidFill>
              <a:srgbClr val="AD624E">
                <a:alpha val="100000"/>
              </a:srgbClr>
            </a:solidFill>
            <a:ln w="4762" cap="rnd">
              <a:solidFill>
                <a:srgbClr val="AD62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199"/>
            <p:cNvSpPr/>
            <p:nvPr/>
          </p:nvSpPr>
          <p:spPr>
            <a:xfrm>
              <a:off x="8328592" y="1677549"/>
              <a:ext cx="17721" cy="296086"/>
            </a:xfrm>
            <a:custGeom>
              <a:avLst/>
              <a:pathLst>
                <a:path w="17721" h="296086">
                  <a:moveTo>
                    <a:pt x="0" y="0"/>
                  </a:moveTo>
                  <a:lnTo>
                    <a:pt x="17721" y="4149"/>
                  </a:lnTo>
                  <a:lnTo>
                    <a:pt x="17721" y="296086"/>
                  </a:lnTo>
                  <a:lnTo>
                    <a:pt x="0" y="296086"/>
                  </a:lnTo>
                  <a:close/>
                </a:path>
              </a:pathLst>
            </a:custGeom>
            <a:solidFill>
              <a:srgbClr val="AD624D">
                <a:alpha val="100000"/>
              </a:srgbClr>
            </a:solidFill>
            <a:ln w="4762" cap="rnd">
              <a:solidFill>
                <a:srgbClr val="AD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0"/>
            <p:cNvSpPr/>
            <p:nvPr/>
          </p:nvSpPr>
          <p:spPr>
            <a:xfrm>
              <a:off x="8346314" y="1681698"/>
              <a:ext cx="17721" cy="291937"/>
            </a:xfrm>
            <a:custGeom>
              <a:avLst/>
              <a:pathLst>
                <a:path w="17721" h="291937">
                  <a:moveTo>
                    <a:pt x="0" y="0"/>
                  </a:moveTo>
                  <a:lnTo>
                    <a:pt x="17721" y="4334"/>
                  </a:lnTo>
                  <a:lnTo>
                    <a:pt x="17721" y="291937"/>
                  </a:lnTo>
                  <a:lnTo>
                    <a:pt x="0" y="291937"/>
                  </a:lnTo>
                  <a:close/>
                </a:path>
              </a:pathLst>
            </a:custGeom>
            <a:solidFill>
              <a:srgbClr val="AC624D">
                <a:alpha val="100000"/>
              </a:srgbClr>
            </a:solidFill>
            <a:ln w="4762" cap="rnd">
              <a:solidFill>
                <a:srgbClr val="AC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1"/>
            <p:cNvSpPr/>
            <p:nvPr/>
          </p:nvSpPr>
          <p:spPr>
            <a:xfrm>
              <a:off x="8364035" y="1686033"/>
              <a:ext cx="53164" cy="287602"/>
            </a:xfrm>
            <a:custGeom>
              <a:avLst/>
              <a:pathLst>
                <a:path w="53164" h="287602">
                  <a:moveTo>
                    <a:pt x="0" y="0"/>
                  </a:moveTo>
                  <a:lnTo>
                    <a:pt x="17721" y="4482"/>
                  </a:lnTo>
                  <a:lnTo>
                    <a:pt x="35442" y="9071"/>
                  </a:lnTo>
                  <a:lnTo>
                    <a:pt x="53164" y="13820"/>
                  </a:lnTo>
                  <a:lnTo>
                    <a:pt x="53164" y="287602"/>
                  </a:lnTo>
                  <a:lnTo>
                    <a:pt x="35442" y="287602"/>
                  </a:lnTo>
                  <a:lnTo>
                    <a:pt x="17721" y="287602"/>
                  </a:lnTo>
                  <a:lnTo>
                    <a:pt x="0" y="287602"/>
                  </a:lnTo>
                  <a:close/>
                </a:path>
              </a:pathLst>
            </a:custGeom>
            <a:solidFill>
              <a:srgbClr val="AC614C">
                <a:alpha val="100000"/>
              </a:srgbClr>
            </a:solidFill>
            <a:ln w="4762" cap="rnd">
              <a:solidFill>
                <a:srgbClr val="AC614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2"/>
            <p:cNvSpPr/>
            <p:nvPr/>
          </p:nvSpPr>
          <p:spPr>
            <a:xfrm>
              <a:off x="8417199" y="1699854"/>
              <a:ext cx="35442" cy="273781"/>
            </a:xfrm>
            <a:custGeom>
              <a:avLst/>
              <a:pathLst>
                <a:path w="35442" h="273781">
                  <a:moveTo>
                    <a:pt x="0" y="0"/>
                  </a:moveTo>
                  <a:lnTo>
                    <a:pt x="17721" y="4882"/>
                  </a:lnTo>
                  <a:lnTo>
                    <a:pt x="35442" y="9857"/>
                  </a:lnTo>
                  <a:lnTo>
                    <a:pt x="35442" y="273781"/>
                  </a:lnTo>
                  <a:lnTo>
                    <a:pt x="17721" y="273781"/>
                  </a:lnTo>
                  <a:lnTo>
                    <a:pt x="0" y="273781"/>
                  </a:lnTo>
                  <a:close/>
                </a:path>
              </a:pathLst>
            </a:custGeom>
            <a:solidFill>
              <a:srgbClr val="AB604B">
                <a:alpha val="100000"/>
              </a:srgbClr>
            </a:solidFill>
            <a:ln w="4762" cap="rnd">
              <a:solidFill>
                <a:srgbClr val="AB60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3"/>
            <p:cNvSpPr/>
            <p:nvPr/>
          </p:nvSpPr>
          <p:spPr>
            <a:xfrm>
              <a:off x="8452642" y="1709711"/>
              <a:ext cx="17721" cy="263924"/>
            </a:xfrm>
            <a:custGeom>
              <a:avLst/>
              <a:pathLst>
                <a:path w="17721" h="263924">
                  <a:moveTo>
                    <a:pt x="0" y="0"/>
                  </a:moveTo>
                  <a:lnTo>
                    <a:pt x="17721" y="5107"/>
                  </a:lnTo>
                  <a:lnTo>
                    <a:pt x="17721" y="263924"/>
                  </a:lnTo>
                  <a:lnTo>
                    <a:pt x="0" y="263924"/>
                  </a:lnTo>
                  <a:close/>
                </a:path>
              </a:pathLst>
            </a:custGeom>
            <a:solidFill>
              <a:srgbClr val="AB5F4B">
                <a:alpha val="100000"/>
              </a:srgbClr>
            </a:solidFill>
            <a:ln w="4762" cap="rnd">
              <a:solidFill>
                <a:srgbClr val="AB5F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4"/>
            <p:cNvSpPr/>
            <p:nvPr/>
          </p:nvSpPr>
          <p:spPr>
            <a:xfrm>
              <a:off x="8470363" y="1714818"/>
              <a:ext cx="17721" cy="258817"/>
            </a:xfrm>
            <a:custGeom>
              <a:avLst/>
              <a:pathLst>
                <a:path w="17721" h="258817">
                  <a:moveTo>
                    <a:pt x="0" y="0"/>
                  </a:moveTo>
                  <a:lnTo>
                    <a:pt x="17721" y="5219"/>
                  </a:lnTo>
                  <a:lnTo>
                    <a:pt x="17721" y="258817"/>
                  </a:lnTo>
                  <a:lnTo>
                    <a:pt x="0" y="258817"/>
                  </a:lnTo>
                  <a:close/>
                </a:path>
              </a:pathLst>
            </a:custGeom>
            <a:solidFill>
              <a:srgbClr val="AB5F4A">
                <a:alpha val="100000"/>
              </a:srgbClr>
            </a:solidFill>
            <a:ln w="4762" cap="rnd">
              <a:solidFill>
                <a:srgbClr val="AB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5"/>
            <p:cNvSpPr/>
            <p:nvPr/>
          </p:nvSpPr>
          <p:spPr>
            <a:xfrm>
              <a:off x="8488085" y="1720038"/>
              <a:ext cx="17721" cy="253597"/>
            </a:xfrm>
            <a:custGeom>
              <a:avLst/>
              <a:pathLst>
                <a:path w="17721" h="253597">
                  <a:moveTo>
                    <a:pt x="0" y="0"/>
                  </a:moveTo>
                  <a:lnTo>
                    <a:pt x="17721" y="5293"/>
                  </a:lnTo>
                  <a:lnTo>
                    <a:pt x="17721" y="253597"/>
                  </a:lnTo>
                  <a:lnTo>
                    <a:pt x="0" y="253597"/>
                  </a:lnTo>
                  <a:close/>
                </a:path>
              </a:pathLst>
            </a:custGeom>
            <a:solidFill>
              <a:srgbClr val="AA5F4A">
                <a:alpha val="100000"/>
              </a:srgbClr>
            </a:solidFill>
            <a:ln w="4762" cap="rnd">
              <a:solidFill>
                <a:srgbClr val="AA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6"/>
            <p:cNvSpPr/>
            <p:nvPr/>
          </p:nvSpPr>
          <p:spPr>
            <a:xfrm>
              <a:off x="8505806" y="1725332"/>
              <a:ext cx="35442" cy="248303"/>
            </a:xfrm>
            <a:custGeom>
              <a:avLst/>
              <a:pathLst>
                <a:path w="35442" h="248303">
                  <a:moveTo>
                    <a:pt x="0" y="0"/>
                  </a:moveTo>
                  <a:lnTo>
                    <a:pt x="17721" y="5395"/>
                  </a:lnTo>
                  <a:lnTo>
                    <a:pt x="35442" y="10879"/>
                  </a:lnTo>
                  <a:lnTo>
                    <a:pt x="35442" y="248303"/>
                  </a:lnTo>
                  <a:lnTo>
                    <a:pt x="17721" y="248303"/>
                  </a:lnTo>
                  <a:lnTo>
                    <a:pt x="0" y="248303"/>
                  </a:lnTo>
                  <a:close/>
                </a:path>
              </a:pathLst>
            </a:custGeom>
            <a:solidFill>
              <a:srgbClr val="AA5E49">
                <a:alpha val="100000"/>
              </a:srgbClr>
            </a:solidFill>
            <a:ln w="4762" cap="rnd">
              <a:solidFill>
                <a:srgbClr val="AA5E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7"/>
            <p:cNvSpPr/>
            <p:nvPr/>
          </p:nvSpPr>
          <p:spPr>
            <a:xfrm>
              <a:off x="8541249" y="1736212"/>
              <a:ext cx="17721" cy="237423"/>
            </a:xfrm>
            <a:custGeom>
              <a:avLst/>
              <a:pathLst>
                <a:path w="17721" h="237423">
                  <a:moveTo>
                    <a:pt x="0" y="0"/>
                  </a:moveTo>
                  <a:lnTo>
                    <a:pt x="17721" y="5537"/>
                  </a:lnTo>
                  <a:lnTo>
                    <a:pt x="17721" y="237423"/>
                  </a:lnTo>
                  <a:lnTo>
                    <a:pt x="0" y="237423"/>
                  </a:lnTo>
                  <a:close/>
                </a:path>
              </a:pathLst>
            </a:custGeom>
            <a:solidFill>
              <a:srgbClr val="AA5D49">
                <a:alpha val="100000"/>
              </a:srgbClr>
            </a:solidFill>
            <a:ln w="4762" cap="rnd">
              <a:solidFill>
                <a:srgbClr val="AA5D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8"/>
            <p:cNvSpPr/>
            <p:nvPr/>
          </p:nvSpPr>
          <p:spPr>
            <a:xfrm>
              <a:off x="8558970" y="1741749"/>
              <a:ext cx="35442" cy="231886"/>
            </a:xfrm>
            <a:custGeom>
              <a:avLst/>
              <a:pathLst>
                <a:path w="35442" h="231886">
                  <a:moveTo>
                    <a:pt x="0" y="0"/>
                  </a:moveTo>
                  <a:lnTo>
                    <a:pt x="17721" y="5607"/>
                  </a:lnTo>
                  <a:lnTo>
                    <a:pt x="35442" y="11274"/>
                  </a:lnTo>
                  <a:lnTo>
                    <a:pt x="35442" y="231886"/>
                  </a:lnTo>
                  <a:lnTo>
                    <a:pt x="17721" y="231886"/>
                  </a:lnTo>
                  <a:lnTo>
                    <a:pt x="0" y="231886"/>
                  </a:lnTo>
                  <a:close/>
                </a:path>
              </a:pathLst>
            </a:custGeom>
            <a:solidFill>
              <a:srgbClr val="A95D48">
                <a:alpha val="100000"/>
              </a:srgbClr>
            </a:solidFill>
            <a:ln w="4762" cap="rnd">
              <a:solidFill>
                <a:srgbClr val="A95D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09"/>
            <p:cNvSpPr/>
            <p:nvPr/>
          </p:nvSpPr>
          <p:spPr>
            <a:xfrm>
              <a:off x="8594413" y="1753024"/>
              <a:ext cx="17721" cy="220611"/>
            </a:xfrm>
            <a:custGeom>
              <a:avLst/>
              <a:pathLst>
                <a:path w="17721" h="220611">
                  <a:moveTo>
                    <a:pt x="0" y="0"/>
                  </a:moveTo>
                  <a:lnTo>
                    <a:pt x="17721" y="5699"/>
                  </a:lnTo>
                  <a:lnTo>
                    <a:pt x="17721" y="220611"/>
                  </a:lnTo>
                  <a:lnTo>
                    <a:pt x="0" y="220611"/>
                  </a:lnTo>
                  <a:close/>
                </a:path>
              </a:pathLst>
            </a:custGeom>
            <a:solidFill>
              <a:srgbClr val="A95C48">
                <a:alpha val="100000"/>
              </a:srgbClr>
            </a:solidFill>
            <a:ln w="4762" cap="rnd">
              <a:solidFill>
                <a:srgbClr val="A95C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0"/>
            <p:cNvSpPr/>
            <p:nvPr/>
          </p:nvSpPr>
          <p:spPr>
            <a:xfrm>
              <a:off x="8612134" y="1758723"/>
              <a:ext cx="35442" cy="214912"/>
            </a:xfrm>
            <a:custGeom>
              <a:avLst/>
              <a:pathLst>
                <a:path w="35442" h="214912">
                  <a:moveTo>
                    <a:pt x="0" y="0"/>
                  </a:moveTo>
                  <a:lnTo>
                    <a:pt x="17721" y="5738"/>
                  </a:lnTo>
                  <a:lnTo>
                    <a:pt x="35442" y="11504"/>
                  </a:lnTo>
                  <a:lnTo>
                    <a:pt x="35442" y="214912"/>
                  </a:lnTo>
                  <a:lnTo>
                    <a:pt x="17721" y="214912"/>
                  </a:lnTo>
                  <a:lnTo>
                    <a:pt x="0" y="214912"/>
                  </a:lnTo>
                  <a:close/>
                </a:path>
              </a:pathLst>
            </a:custGeom>
            <a:solidFill>
              <a:srgbClr val="A95C47">
                <a:alpha val="100000"/>
              </a:srgbClr>
            </a:solidFill>
            <a:ln w="4762" cap="rnd">
              <a:solidFill>
                <a:srgbClr val="A95C4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1"/>
            <p:cNvSpPr/>
            <p:nvPr/>
          </p:nvSpPr>
          <p:spPr>
            <a:xfrm>
              <a:off x="8647577" y="1770227"/>
              <a:ext cx="35442" cy="203408"/>
            </a:xfrm>
            <a:custGeom>
              <a:avLst/>
              <a:pathLst>
                <a:path w="35442" h="203408">
                  <a:moveTo>
                    <a:pt x="0" y="0"/>
                  </a:moveTo>
                  <a:lnTo>
                    <a:pt x="17721" y="5776"/>
                  </a:lnTo>
                  <a:lnTo>
                    <a:pt x="35442" y="11562"/>
                  </a:lnTo>
                  <a:lnTo>
                    <a:pt x="35442" y="203408"/>
                  </a:lnTo>
                  <a:lnTo>
                    <a:pt x="17721" y="203408"/>
                  </a:lnTo>
                  <a:lnTo>
                    <a:pt x="0" y="203408"/>
                  </a:lnTo>
                  <a:close/>
                </a:path>
              </a:pathLst>
            </a:custGeom>
            <a:solidFill>
              <a:srgbClr val="A85B46">
                <a:alpha val="100000"/>
              </a:srgbClr>
            </a:solidFill>
            <a:ln w="4762" cap="rnd">
              <a:solidFill>
                <a:srgbClr val="A85B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2"/>
            <p:cNvSpPr/>
            <p:nvPr/>
          </p:nvSpPr>
          <p:spPr>
            <a:xfrm>
              <a:off x="8683020" y="1781790"/>
              <a:ext cx="17721" cy="191846"/>
            </a:xfrm>
            <a:custGeom>
              <a:avLst/>
              <a:pathLst>
                <a:path w="17721" h="191846">
                  <a:moveTo>
                    <a:pt x="0" y="0"/>
                  </a:moveTo>
                  <a:lnTo>
                    <a:pt x="17721" y="5780"/>
                  </a:lnTo>
                  <a:lnTo>
                    <a:pt x="17721" y="191846"/>
                  </a:lnTo>
                  <a:lnTo>
                    <a:pt x="0" y="191846"/>
                  </a:lnTo>
                  <a:close/>
                </a:path>
              </a:pathLst>
            </a:custGeom>
            <a:solidFill>
              <a:srgbClr val="A85A46">
                <a:alpha val="100000"/>
              </a:srgbClr>
            </a:solidFill>
            <a:ln w="4762" cap="rnd">
              <a:solidFill>
                <a:srgbClr val="A85A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3"/>
            <p:cNvSpPr/>
            <p:nvPr/>
          </p:nvSpPr>
          <p:spPr>
            <a:xfrm>
              <a:off x="8700741" y="1787570"/>
              <a:ext cx="17721" cy="186066"/>
            </a:xfrm>
            <a:custGeom>
              <a:avLst/>
              <a:pathLst>
                <a:path w="17721" h="186066">
                  <a:moveTo>
                    <a:pt x="0" y="0"/>
                  </a:moveTo>
                  <a:lnTo>
                    <a:pt x="17721" y="5769"/>
                  </a:lnTo>
                  <a:lnTo>
                    <a:pt x="17721" y="186066"/>
                  </a:lnTo>
                  <a:lnTo>
                    <a:pt x="0" y="186066"/>
                  </a:lnTo>
                  <a:close/>
                </a:path>
              </a:pathLst>
            </a:custGeom>
            <a:solidFill>
              <a:srgbClr val="A85A45">
                <a:alpha val="100000"/>
              </a:srgbClr>
            </a:solidFill>
            <a:ln w="4762" cap="rnd">
              <a:solidFill>
                <a:srgbClr val="A85A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4"/>
            <p:cNvSpPr/>
            <p:nvPr/>
          </p:nvSpPr>
          <p:spPr>
            <a:xfrm>
              <a:off x="8718462" y="1793339"/>
              <a:ext cx="17721" cy="180296"/>
            </a:xfrm>
            <a:custGeom>
              <a:avLst/>
              <a:pathLst>
                <a:path w="17721" h="180296">
                  <a:moveTo>
                    <a:pt x="0" y="0"/>
                  </a:moveTo>
                  <a:lnTo>
                    <a:pt x="17721" y="5751"/>
                  </a:lnTo>
                  <a:lnTo>
                    <a:pt x="17721" y="180296"/>
                  </a:lnTo>
                  <a:lnTo>
                    <a:pt x="0" y="180296"/>
                  </a:lnTo>
                  <a:close/>
                </a:path>
              </a:pathLst>
            </a:custGeom>
            <a:solidFill>
              <a:srgbClr val="A75A45">
                <a:alpha val="100000"/>
              </a:srgbClr>
            </a:solidFill>
            <a:ln w="4762" cap="rnd">
              <a:solidFill>
                <a:srgbClr val="A75A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5"/>
            <p:cNvSpPr/>
            <p:nvPr/>
          </p:nvSpPr>
          <p:spPr>
            <a:xfrm>
              <a:off x="8736184" y="1799091"/>
              <a:ext cx="17721" cy="174544"/>
            </a:xfrm>
            <a:custGeom>
              <a:avLst/>
              <a:pathLst>
                <a:path w="17721" h="174544">
                  <a:moveTo>
                    <a:pt x="0" y="0"/>
                  </a:moveTo>
                  <a:lnTo>
                    <a:pt x="17721" y="5712"/>
                  </a:lnTo>
                  <a:lnTo>
                    <a:pt x="17721" y="174544"/>
                  </a:lnTo>
                  <a:lnTo>
                    <a:pt x="0" y="174544"/>
                  </a:lnTo>
                  <a:close/>
                </a:path>
              </a:pathLst>
            </a:custGeom>
            <a:solidFill>
              <a:srgbClr val="A75945">
                <a:alpha val="100000"/>
              </a:srgbClr>
            </a:solidFill>
            <a:ln w="4762" cap="rnd">
              <a:solidFill>
                <a:srgbClr val="A759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6"/>
            <p:cNvSpPr/>
            <p:nvPr/>
          </p:nvSpPr>
          <p:spPr>
            <a:xfrm>
              <a:off x="8753905" y="1804804"/>
              <a:ext cx="17721" cy="168831"/>
            </a:xfrm>
            <a:custGeom>
              <a:avLst/>
              <a:pathLst>
                <a:path w="17721" h="168831">
                  <a:moveTo>
                    <a:pt x="0" y="0"/>
                  </a:moveTo>
                  <a:lnTo>
                    <a:pt x="17721" y="5682"/>
                  </a:lnTo>
                  <a:lnTo>
                    <a:pt x="17721" y="168831"/>
                  </a:lnTo>
                  <a:lnTo>
                    <a:pt x="0" y="168831"/>
                  </a:lnTo>
                  <a:close/>
                </a:path>
              </a:pathLst>
            </a:custGeom>
            <a:solidFill>
              <a:srgbClr val="A75944">
                <a:alpha val="100000"/>
              </a:srgbClr>
            </a:solidFill>
            <a:ln w="4762" cap="rnd">
              <a:solidFill>
                <a:srgbClr val="A759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7"/>
            <p:cNvSpPr/>
            <p:nvPr/>
          </p:nvSpPr>
          <p:spPr>
            <a:xfrm>
              <a:off x="8771627" y="1810486"/>
              <a:ext cx="17721" cy="163149"/>
            </a:xfrm>
            <a:custGeom>
              <a:avLst/>
              <a:pathLst>
                <a:path w="17721" h="163149">
                  <a:moveTo>
                    <a:pt x="0" y="0"/>
                  </a:moveTo>
                  <a:lnTo>
                    <a:pt x="17721" y="5640"/>
                  </a:lnTo>
                  <a:lnTo>
                    <a:pt x="17721" y="163149"/>
                  </a:lnTo>
                  <a:lnTo>
                    <a:pt x="0" y="163149"/>
                  </a:lnTo>
                  <a:close/>
                </a:path>
              </a:pathLst>
            </a:custGeom>
            <a:solidFill>
              <a:srgbClr val="A75844">
                <a:alpha val="100000"/>
              </a:srgbClr>
            </a:solidFill>
            <a:ln w="4762" cap="rnd">
              <a:solidFill>
                <a:srgbClr val="A758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8"/>
            <p:cNvSpPr/>
            <p:nvPr/>
          </p:nvSpPr>
          <p:spPr>
            <a:xfrm>
              <a:off x="8789348" y="1816127"/>
              <a:ext cx="17721" cy="157508"/>
            </a:xfrm>
            <a:custGeom>
              <a:avLst/>
              <a:pathLst>
                <a:path w="17721" h="157508">
                  <a:moveTo>
                    <a:pt x="0" y="0"/>
                  </a:moveTo>
                  <a:lnTo>
                    <a:pt x="17721" y="5569"/>
                  </a:lnTo>
                  <a:lnTo>
                    <a:pt x="17721" y="157508"/>
                  </a:lnTo>
                  <a:lnTo>
                    <a:pt x="0" y="157508"/>
                  </a:lnTo>
                  <a:close/>
                </a:path>
              </a:pathLst>
            </a:custGeom>
            <a:solidFill>
              <a:srgbClr val="A65844">
                <a:alpha val="100000"/>
              </a:srgbClr>
            </a:solidFill>
            <a:ln w="4762" cap="rnd">
              <a:solidFill>
                <a:srgbClr val="A658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19"/>
            <p:cNvSpPr/>
            <p:nvPr/>
          </p:nvSpPr>
          <p:spPr>
            <a:xfrm>
              <a:off x="8807069" y="1821696"/>
              <a:ext cx="17721" cy="151939"/>
            </a:xfrm>
            <a:custGeom>
              <a:avLst/>
              <a:pathLst>
                <a:path w="17721" h="151939">
                  <a:moveTo>
                    <a:pt x="0" y="0"/>
                  </a:moveTo>
                  <a:lnTo>
                    <a:pt x="17721" y="5521"/>
                  </a:lnTo>
                  <a:lnTo>
                    <a:pt x="17721" y="151939"/>
                  </a:lnTo>
                  <a:lnTo>
                    <a:pt x="0" y="151939"/>
                  </a:lnTo>
                  <a:close/>
                </a:path>
              </a:pathLst>
            </a:custGeom>
            <a:solidFill>
              <a:srgbClr val="A65843">
                <a:alpha val="100000"/>
              </a:srgbClr>
            </a:solidFill>
            <a:ln w="4762" cap="rnd">
              <a:solidFill>
                <a:srgbClr val="A658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0"/>
            <p:cNvSpPr/>
            <p:nvPr/>
          </p:nvSpPr>
          <p:spPr>
            <a:xfrm>
              <a:off x="8824791" y="1827217"/>
              <a:ext cx="17721" cy="146418"/>
            </a:xfrm>
            <a:custGeom>
              <a:avLst/>
              <a:pathLst>
                <a:path w="17721" h="146418">
                  <a:moveTo>
                    <a:pt x="0" y="0"/>
                  </a:moveTo>
                  <a:lnTo>
                    <a:pt x="17721" y="5459"/>
                  </a:lnTo>
                  <a:lnTo>
                    <a:pt x="17721" y="146418"/>
                  </a:lnTo>
                  <a:lnTo>
                    <a:pt x="0" y="146418"/>
                  </a:lnTo>
                  <a:close/>
                </a:path>
              </a:pathLst>
            </a:custGeom>
            <a:solidFill>
              <a:srgbClr val="A65743">
                <a:alpha val="100000"/>
              </a:srgbClr>
            </a:solidFill>
            <a:ln w="4762" cap="rnd">
              <a:solidFill>
                <a:srgbClr val="A657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1"/>
            <p:cNvSpPr/>
            <p:nvPr/>
          </p:nvSpPr>
          <p:spPr>
            <a:xfrm>
              <a:off x="8842512" y="1832677"/>
              <a:ext cx="17721" cy="140958"/>
            </a:xfrm>
            <a:custGeom>
              <a:avLst/>
              <a:pathLst>
                <a:path w="17721" h="140958">
                  <a:moveTo>
                    <a:pt x="0" y="0"/>
                  </a:moveTo>
                  <a:lnTo>
                    <a:pt x="17721" y="5358"/>
                  </a:lnTo>
                  <a:lnTo>
                    <a:pt x="17721" y="140958"/>
                  </a:lnTo>
                  <a:lnTo>
                    <a:pt x="0" y="140958"/>
                  </a:lnTo>
                  <a:close/>
                </a:path>
              </a:pathLst>
            </a:custGeom>
            <a:solidFill>
              <a:srgbClr val="A65742">
                <a:alpha val="100000"/>
              </a:srgbClr>
            </a:solidFill>
            <a:ln w="4762" cap="rnd">
              <a:solidFill>
                <a:srgbClr val="A657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2"/>
            <p:cNvSpPr/>
            <p:nvPr/>
          </p:nvSpPr>
          <p:spPr>
            <a:xfrm>
              <a:off x="8860233" y="1838035"/>
              <a:ext cx="17721" cy="135600"/>
            </a:xfrm>
            <a:custGeom>
              <a:avLst/>
              <a:pathLst>
                <a:path w="17721" h="135600">
                  <a:moveTo>
                    <a:pt x="0" y="0"/>
                  </a:moveTo>
                  <a:lnTo>
                    <a:pt x="17721" y="5294"/>
                  </a:lnTo>
                  <a:lnTo>
                    <a:pt x="17721" y="135600"/>
                  </a:lnTo>
                  <a:lnTo>
                    <a:pt x="0" y="135600"/>
                  </a:lnTo>
                  <a:close/>
                </a:path>
              </a:pathLst>
            </a:custGeom>
            <a:solidFill>
              <a:srgbClr val="A55742">
                <a:alpha val="100000"/>
              </a:srgbClr>
            </a:solidFill>
            <a:ln w="4762" cap="rnd">
              <a:solidFill>
                <a:srgbClr val="A557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3"/>
            <p:cNvSpPr/>
            <p:nvPr/>
          </p:nvSpPr>
          <p:spPr>
            <a:xfrm>
              <a:off x="8877955" y="1843329"/>
              <a:ext cx="17721" cy="130306"/>
            </a:xfrm>
            <a:custGeom>
              <a:avLst/>
              <a:pathLst>
                <a:path w="17721" h="130306">
                  <a:moveTo>
                    <a:pt x="0" y="0"/>
                  </a:moveTo>
                  <a:lnTo>
                    <a:pt x="17721" y="5217"/>
                  </a:lnTo>
                  <a:lnTo>
                    <a:pt x="17721" y="130306"/>
                  </a:lnTo>
                  <a:lnTo>
                    <a:pt x="0" y="130306"/>
                  </a:lnTo>
                  <a:close/>
                </a:path>
              </a:pathLst>
            </a:custGeom>
            <a:solidFill>
              <a:srgbClr val="A55642">
                <a:alpha val="100000"/>
              </a:srgbClr>
            </a:solidFill>
            <a:ln w="4762" cap="rnd">
              <a:solidFill>
                <a:srgbClr val="A556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4"/>
            <p:cNvSpPr/>
            <p:nvPr/>
          </p:nvSpPr>
          <p:spPr>
            <a:xfrm>
              <a:off x="8895676" y="1848546"/>
              <a:ext cx="17721" cy="125089"/>
            </a:xfrm>
            <a:custGeom>
              <a:avLst/>
              <a:pathLst>
                <a:path w="17721" h="125089">
                  <a:moveTo>
                    <a:pt x="0" y="0"/>
                  </a:moveTo>
                  <a:lnTo>
                    <a:pt x="17721" y="5088"/>
                  </a:lnTo>
                  <a:lnTo>
                    <a:pt x="17721" y="125089"/>
                  </a:lnTo>
                  <a:lnTo>
                    <a:pt x="0" y="125089"/>
                  </a:lnTo>
                  <a:close/>
                </a:path>
              </a:pathLst>
            </a:custGeom>
            <a:solidFill>
              <a:srgbClr val="A55641">
                <a:alpha val="100000"/>
              </a:srgbClr>
            </a:solidFill>
            <a:ln w="4762" cap="rnd">
              <a:solidFill>
                <a:srgbClr val="A556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5"/>
            <p:cNvSpPr/>
            <p:nvPr/>
          </p:nvSpPr>
          <p:spPr>
            <a:xfrm>
              <a:off x="8913398" y="1853635"/>
              <a:ext cx="17721" cy="120000"/>
            </a:xfrm>
            <a:custGeom>
              <a:avLst/>
              <a:pathLst>
                <a:path w="17721" h="120000">
                  <a:moveTo>
                    <a:pt x="0" y="0"/>
                  </a:moveTo>
                  <a:lnTo>
                    <a:pt x="17721" y="5012"/>
                  </a:lnTo>
                  <a:lnTo>
                    <a:pt x="17721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A55541">
                <a:alpha val="100000"/>
              </a:srgbClr>
            </a:solidFill>
            <a:ln w="4762" cap="rnd">
              <a:solidFill>
                <a:srgbClr val="A555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6"/>
            <p:cNvSpPr/>
            <p:nvPr/>
          </p:nvSpPr>
          <p:spPr>
            <a:xfrm>
              <a:off x="8931119" y="1858648"/>
              <a:ext cx="17721" cy="114988"/>
            </a:xfrm>
            <a:custGeom>
              <a:avLst/>
              <a:pathLst>
                <a:path w="17721" h="114988">
                  <a:moveTo>
                    <a:pt x="0" y="0"/>
                  </a:moveTo>
                  <a:lnTo>
                    <a:pt x="17721" y="4924"/>
                  </a:lnTo>
                  <a:lnTo>
                    <a:pt x="17721" y="114988"/>
                  </a:lnTo>
                  <a:lnTo>
                    <a:pt x="0" y="114988"/>
                  </a:lnTo>
                  <a:close/>
                </a:path>
              </a:pathLst>
            </a:custGeom>
            <a:solidFill>
              <a:srgbClr val="A45541">
                <a:alpha val="100000"/>
              </a:srgbClr>
            </a:solidFill>
            <a:ln w="4762" cap="rnd">
              <a:solidFill>
                <a:srgbClr val="A455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7"/>
            <p:cNvSpPr/>
            <p:nvPr/>
          </p:nvSpPr>
          <p:spPr>
            <a:xfrm>
              <a:off x="8948840" y="1863572"/>
              <a:ext cx="17721" cy="110063"/>
            </a:xfrm>
            <a:custGeom>
              <a:avLst/>
              <a:pathLst>
                <a:path w="17721" h="110063">
                  <a:moveTo>
                    <a:pt x="0" y="0"/>
                  </a:moveTo>
                  <a:lnTo>
                    <a:pt x="17721" y="4772"/>
                  </a:lnTo>
                  <a:lnTo>
                    <a:pt x="17721" y="110063"/>
                  </a:lnTo>
                  <a:lnTo>
                    <a:pt x="0" y="110063"/>
                  </a:lnTo>
                  <a:close/>
                </a:path>
              </a:pathLst>
            </a:custGeom>
            <a:solidFill>
              <a:srgbClr val="A45540">
                <a:alpha val="100000"/>
              </a:srgbClr>
            </a:solidFill>
            <a:ln w="4762" cap="rnd">
              <a:solidFill>
                <a:srgbClr val="A455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8"/>
            <p:cNvSpPr/>
            <p:nvPr/>
          </p:nvSpPr>
          <p:spPr>
            <a:xfrm>
              <a:off x="8966562" y="1868345"/>
              <a:ext cx="35442" cy="105290"/>
            </a:xfrm>
            <a:custGeom>
              <a:avLst/>
              <a:pathLst>
                <a:path w="35442" h="105290">
                  <a:moveTo>
                    <a:pt x="0" y="0"/>
                  </a:moveTo>
                  <a:lnTo>
                    <a:pt x="17721" y="4686"/>
                  </a:lnTo>
                  <a:lnTo>
                    <a:pt x="35442" y="9278"/>
                  </a:lnTo>
                  <a:lnTo>
                    <a:pt x="35442" y="105290"/>
                  </a:lnTo>
                  <a:lnTo>
                    <a:pt x="17721" y="105290"/>
                  </a:lnTo>
                  <a:lnTo>
                    <a:pt x="0" y="105290"/>
                  </a:lnTo>
                  <a:close/>
                </a:path>
              </a:pathLst>
            </a:custGeom>
            <a:solidFill>
              <a:srgbClr val="A45440">
                <a:alpha val="100000"/>
              </a:srgbClr>
            </a:solidFill>
            <a:ln w="4762" cap="rnd">
              <a:solidFill>
                <a:srgbClr val="A454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29"/>
            <p:cNvSpPr/>
            <p:nvPr/>
          </p:nvSpPr>
          <p:spPr>
            <a:xfrm>
              <a:off x="9002004" y="1877623"/>
              <a:ext cx="35442" cy="96012"/>
            </a:xfrm>
            <a:custGeom>
              <a:avLst/>
              <a:pathLst>
                <a:path w="35442" h="96012">
                  <a:moveTo>
                    <a:pt x="0" y="0"/>
                  </a:moveTo>
                  <a:lnTo>
                    <a:pt x="17721" y="4422"/>
                  </a:lnTo>
                  <a:lnTo>
                    <a:pt x="35442" y="8750"/>
                  </a:lnTo>
                  <a:lnTo>
                    <a:pt x="35442" y="96012"/>
                  </a:lnTo>
                  <a:lnTo>
                    <a:pt x="17721" y="96012"/>
                  </a:lnTo>
                  <a:lnTo>
                    <a:pt x="0" y="96012"/>
                  </a:lnTo>
                  <a:close/>
                </a:path>
              </a:pathLst>
            </a:custGeom>
            <a:solidFill>
              <a:srgbClr val="A3533F">
                <a:alpha val="100000"/>
              </a:srgbClr>
            </a:solidFill>
            <a:ln w="4762" cap="rnd">
              <a:solidFill>
                <a:srgbClr val="A3533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0"/>
            <p:cNvSpPr/>
            <p:nvPr/>
          </p:nvSpPr>
          <p:spPr>
            <a:xfrm>
              <a:off x="9037447" y="1886374"/>
              <a:ext cx="17721" cy="87261"/>
            </a:xfrm>
            <a:custGeom>
              <a:avLst/>
              <a:pathLst>
                <a:path w="17721" h="87261">
                  <a:moveTo>
                    <a:pt x="0" y="0"/>
                  </a:moveTo>
                  <a:lnTo>
                    <a:pt x="17721" y="4231"/>
                  </a:lnTo>
                  <a:lnTo>
                    <a:pt x="17721" y="87261"/>
                  </a:lnTo>
                  <a:lnTo>
                    <a:pt x="0" y="87261"/>
                  </a:lnTo>
                  <a:close/>
                </a:path>
              </a:pathLst>
            </a:custGeom>
            <a:solidFill>
              <a:srgbClr val="A3533E">
                <a:alpha val="100000"/>
              </a:srgbClr>
            </a:solidFill>
            <a:ln w="4762" cap="rnd">
              <a:solidFill>
                <a:srgbClr val="A353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1"/>
            <p:cNvSpPr/>
            <p:nvPr/>
          </p:nvSpPr>
          <p:spPr>
            <a:xfrm>
              <a:off x="9055168" y="1890605"/>
              <a:ext cx="17721" cy="83030"/>
            </a:xfrm>
            <a:custGeom>
              <a:avLst/>
              <a:pathLst>
                <a:path w="17721" h="83030">
                  <a:moveTo>
                    <a:pt x="0" y="0"/>
                  </a:moveTo>
                  <a:lnTo>
                    <a:pt x="17721" y="4047"/>
                  </a:lnTo>
                  <a:lnTo>
                    <a:pt x="17721" y="83030"/>
                  </a:lnTo>
                  <a:lnTo>
                    <a:pt x="0" y="83030"/>
                  </a:lnTo>
                  <a:close/>
                </a:path>
              </a:pathLst>
            </a:custGeom>
            <a:solidFill>
              <a:srgbClr val="A3523E">
                <a:alpha val="100000"/>
              </a:srgbClr>
            </a:solidFill>
            <a:ln w="4762" cap="rnd">
              <a:solidFill>
                <a:srgbClr val="A352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2"/>
            <p:cNvSpPr/>
            <p:nvPr/>
          </p:nvSpPr>
          <p:spPr>
            <a:xfrm>
              <a:off x="9072890" y="1894653"/>
              <a:ext cx="17721" cy="78982"/>
            </a:xfrm>
            <a:custGeom>
              <a:avLst/>
              <a:pathLst>
                <a:path w="17721" h="78982">
                  <a:moveTo>
                    <a:pt x="0" y="0"/>
                  </a:moveTo>
                  <a:lnTo>
                    <a:pt x="17721" y="3950"/>
                  </a:lnTo>
                  <a:lnTo>
                    <a:pt x="17721" y="78982"/>
                  </a:lnTo>
                  <a:lnTo>
                    <a:pt x="0" y="78982"/>
                  </a:lnTo>
                  <a:close/>
                </a:path>
              </a:pathLst>
            </a:custGeom>
            <a:solidFill>
              <a:srgbClr val="A2523E">
                <a:alpha val="100000"/>
              </a:srgbClr>
            </a:solidFill>
            <a:ln w="4762" cap="rnd">
              <a:solidFill>
                <a:srgbClr val="A252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3"/>
            <p:cNvSpPr/>
            <p:nvPr/>
          </p:nvSpPr>
          <p:spPr>
            <a:xfrm>
              <a:off x="9090611" y="1898604"/>
              <a:ext cx="17721" cy="75031"/>
            </a:xfrm>
            <a:custGeom>
              <a:avLst/>
              <a:pathLst>
                <a:path w="17721" h="75031">
                  <a:moveTo>
                    <a:pt x="0" y="0"/>
                  </a:moveTo>
                  <a:lnTo>
                    <a:pt x="17721" y="3853"/>
                  </a:lnTo>
                  <a:lnTo>
                    <a:pt x="17721" y="75031"/>
                  </a:lnTo>
                  <a:lnTo>
                    <a:pt x="0" y="75031"/>
                  </a:lnTo>
                  <a:close/>
                </a:path>
              </a:pathLst>
            </a:custGeom>
            <a:solidFill>
              <a:srgbClr val="A2523D">
                <a:alpha val="100000"/>
              </a:srgbClr>
            </a:solidFill>
            <a:ln w="4762" cap="rnd">
              <a:solidFill>
                <a:srgbClr val="A252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4"/>
            <p:cNvSpPr/>
            <p:nvPr/>
          </p:nvSpPr>
          <p:spPr>
            <a:xfrm>
              <a:off x="9108333" y="1902457"/>
              <a:ext cx="35442" cy="71178"/>
            </a:xfrm>
            <a:custGeom>
              <a:avLst/>
              <a:pathLst>
                <a:path w="35442" h="71178">
                  <a:moveTo>
                    <a:pt x="0" y="0"/>
                  </a:moveTo>
                  <a:lnTo>
                    <a:pt x="17721" y="3662"/>
                  </a:lnTo>
                  <a:lnTo>
                    <a:pt x="35442" y="7226"/>
                  </a:lnTo>
                  <a:lnTo>
                    <a:pt x="35442" y="71178"/>
                  </a:lnTo>
                  <a:lnTo>
                    <a:pt x="17721" y="71178"/>
                  </a:lnTo>
                  <a:lnTo>
                    <a:pt x="0" y="71178"/>
                  </a:lnTo>
                  <a:close/>
                </a:path>
              </a:pathLst>
            </a:custGeom>
            <a:solidFill>
              <a:srgbClr val="A2513D">
                <a:alpha val="100000"/>
              </a:srgbClr>
            </a:solidFill>
            <a:ln w="4762" cap="rnd">
              <a:solidFill>
                <a:srgbClr val="A251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5"/>
            <p:cNvSpPr/>
            <p:nvPr/>
          </p:nvSpPr>
          <p:spPr>
            <a:xfrm>
              <a:off x="9143775" y="1909683"/>
              <a:ext cx="53164" cy="63952"/>
            </a:xfrm>
            <a:custGeom>
              <a:avLst/>
              <a:pathLst>
                <a:path w="53164" h="63952">
                  <a:moveTo>
                    <a:pt x="0" y="0"/>
                  </a:moveTo>
                  <a:lnTo>
                    <a:pt x="17721" y="3465"/>
                  </a:lnTo>
                  <a:lnTo>
                    <a:pt x="35442" y="6744"/>
                  </a:lnTo>
                  <a:lnTo>
                    <a:pt x="53164" y="9922"/>
                  </a:lnTo>
                  <a:lnTo>
                    <a:pt x="53164" y="63952"/>
                  </a:lnTo>
                  <a:lnTo>
                    <a:pt x="35442" y="63952"/>
                  </a:lnTo>
                  <a:lnTo>
                    <a:pt x="17721" y="63952"/>
                  </a:lnTo>
                  <a:lnTo>
                    <a:pt x="0" y="63952"/>
                  </a:lnTo>
                  <a:close/>
                </a:path>
              </a:pathLst>
            </a:custGeom>
            <a:solidFill>
              <a:srgbClr val="A1503C">
                <a:alpha val="100000"/>
              </a:srgbClr>
            </a:solidFill>
            <a:ln w="4762" cap="rnd">
              <a:solidFill>
                <a:srgbClr val="A1503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6"/>
            <p:cNvSpPr/>
            <p:nvPr/>
          </p:nvSpPr>
          <p:spPr>
            <a:xfrm>
              <a:off x="9196939" y="1919606"/>
              <a:ext cx="17721" cy="54029"/>
            </a:xfrm>
            <a:custGeom>
              <a:avLst/>
              <a:pathLst>
                <a:path w="17721" h="54029">
                  <a:moveTo>
                    <a:pt x="0" y="0"/>
                  </a:moveTo>
                  <a:lnTo>
                    <a:pt x="17721" y="3081"/>
                  </a:lnTo>
                  <a:lnTo>
                    <a:pt x="17721" y="54029"/>
                  </a:lnTo>
                  <a:lnTo>
                    <a:pt x="0" y="54029"/>
                  </a:lnTo>
                  <a:close/>
                </a:path>
              </a:pathLst>
            </a:custGeom>
            <a:solidFill>
              <a:srgbClr val="A14F3B">
                <a:alpha val="100000"/>
              </a:srgbClr>
            </a:solidFill>
            <a:ln w="4762" cap="rnd">
              <a:solidFill>
                <a:srgbClr val="A14F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7"/>
            <p:cNvSpPr/>
            <p:nvPr/>
          </p:nvSpPr>
          <p:spPr>
            <a:xfrm>
              <a:off x="9214661" y="1922688"/>
              <a:ext cx="17721" cy="50947"/>
            </a:xfrm>
            <a:custGeom>
              <a:avLst/>
              <a:pathLst>
                <a:path w="17721" h="50947">
                  <a:moveTo>
                    <a:pt x="0" y="0"/>
                  </a:moveTo>
                  <a:lnTo>
                    <a:pt x="17721" y="2903"/>
                  </a:lnTo>
                  <a:lnTo>
                    <a:pt x="17721" y="50947"/>
                  </a:lnTo>
                  <a:lnTo>
                    <a:pt x="0" y="50947"/>
                  </a:lnTo>
                  <a:close/>
                </a:path>
              </a:pathLst>
            </a:custGeom>
            <a:solidFill>
              <a:srgbClr val="A04F3B">
                <a:alpha val="100000"/>
              </a:srgbClr>
            </a:solidFill>
            <a:ln w="4762" cap="rnd">
              <a:solidFill>
                <a:srgbClr val="A04F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8"/>
            <p:cNvSpPr/>
            <p:nvPr/>
          </p:nvSpPr>
          <p:spPr>
            <a:xfrm>
              <a:off x="9232382" y="1925591"/>
              <a:ext cx="53164" cy="48044"/>
            </a:xfrm>
            <a:custGeom>
              <a:avLst/>
              <a:pathLst>
                <a:path w="53164" h="48044">
                  <a:moveTo>
                    <a:pt x="0" y="0"/>
                  </a:moveTo>
                  <a:lnTo>
                    <a:pt x="17721" y="2801"/>
                  </a:lnTo>
                  <a:lnTo>
                    <a:pt x="35442" y="5510"/>
                  </a:lnTo>
                  <a:lnTo>
                    <a:pt x="53164" y="8053"/>
                  </a:lnTo>
                  <a:lnTo>
                    <a:pt x="53164" y="48044"/>
                  </a:lnTo>
                  <a:lnTo>
                    <a:pt x="35442" y="48044"/>
                  </a:lnTo>
                  <a:lnTo>
                    <a:pt x="17721" y="48044"/>
                  </a:lnTo>
                  <a:lnTo>
                    <a:pt x="0" y="48044"/>
                  </a:lnTo>
                  <a:close/>
                </a:path>
              </a:pathLst>
            </a:custGeom>
            <a:solidFill>
              <a:srgbClr val="A04E3A">
                <a:alpha val="100000"/>
              </a:srgbClr>
            </a:solidFill>
            <a:ln w="4762" cap="rnd">
              <a:solidFill>
                <a:srgbClr val="A04E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39"/>
            <p:cNvSpPr/>
            <p:nvPr/>
          </p:nvSpPr>
          <p:spPr>
            <a:xfrm>
              <a:off x="9285546" y="1933645"/>
              <a:ext cx="53164" cy="39990"/>
            </a:xfrm>
            <a:custGeom>
              <a:avLst/>
              <a:pathLst>
                <a:path w="53164" h="39990">
                  <a:moveTo>
                    <a:pt x="0" y="0"/>
                  </a:moveTo>
                  <a:lnTo>
                    <a:pt x="17721" y="2442"/>
                  </a:lnTo>
                  <a:lnTo>
                    <a:pt x="35442" y="4797"/>
                  </a:lnTo>
                  <a:lnTo>
                    <a:pt x="53164" y="7000"/>
                  </a:lnTo>
                  <a:lnTo>
                    <a:pt x="53164" y="39990"/>
                  </a:lnTo>
                  <a:lnTo>
                    <a:pt x="35442" y="39990"/>
                  </a:lnTo>
                  <a:lnTo>
                    <a:pt x="17721" y="39990"/>
                  </a:lnTo>
                  <a:lnTo>
                    <a:pt x="0" y="39990"/>
                  </a:lnTo>
                  <a:close/>
                </a:path>
              </a:pathLst>
            </a:custGeom>
            <a:solidFill>
              <a:srgbClr val="9F4D39">
                <a:alpha val="100000"/>
              </a:srgbClr>
            </a:solidFill>
            <a:ln w="4762" cap="rnd">
              <a:solidFill>
                <a:srgbClr val="9F4D3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0"/>
            <p:cNvSpPr/>
            <p:nvPr/>
          </p:nvSpPr>
          <p:spPr>
            <a:xfrm>
              <a:off x="9338710" y="1940645"/>
              <a:ext cx="17721" cy="32990"/>
            </a:xfrm>
            <a:custGeom>
              <a:avLst/>
              <a:pathLst>
                <a:path w="17721" h="32990">
                  <a:moveTo>
                    <a:pt x="0" y="0"/>
                  </a:moveTo>
                  <a:lnTo>
                    <a:pt x="17721" y="2105"/>
                  </a:lnTo>
                  <a:lnTo>
                    <a:pt x="17721" y="32990"/>
                  </a:lnTo>
                  <a:lnTo>
                    <a:pt x="0" y="32990"/>
                  </a:lnTo>
                  <a:close/>
                </a:path>
              </a:pathLst>
            </a:custGeom>
            <a:solidFill>
              <a:srgbClr val="9F4C38">
                <a:alpha val="100000"/>
              </a:srgbClr>
            </a:solidFill>
            <a:ln w="4762" cap="rnd">
              <a:solidFill>
                <a:srgbClr val="9F4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1"/>
            <p:cNvSpPr/>
            <p:nvPr/>
          </p:nvSpPr>
          <p:spPr>
            <a:xfrm>
              <a:off x="9356432" y="1942751"/>
              <a:ext cx="17721" cy="30884"/>
            </a:xfrm>
            <a:custGeom>
              <a:avLst/>
              <a:pathLst>
                <a:path w="17721" h="30884">
                  <a:moveTo>
                    <a:pt x="0" y="0"/>
                  </a:moveTo>
                  <a:lnTo>
                    <a:pt x="17721" y="2024"/>
                  </a:lnTo>
                  <a:lnTo>
                    <a:pt x="17721" y="30884"/>
                  </a:lnTo>
                  <a:lnTo>
                    <a:pt x="0" y="30884"/>
                  </a:lnTo>
                  <a:close/>
                </a:path>
              </a:pathLst>
            </a:custGeom>
            <a:solidFill>
              <a:srgbClr val="9E4C38">
                <a:alpha val="100000"/>
              </a:srgbClr>
            </a:solidFill>
            <a:ln w="4762" cap="rnd">
              <a:solidFill>
                <a:srgbClr val="9E4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2"/>
            <p:cNvSpPr/>
            <p:nvPr/>
          </p:nvSpPr>
          <p:spPr>
            <a:xfrm>
              <a:off x="9374153" y="1944775"/>
              <a:ext cx="17721" cy="28860"/>
            </a:xfrm>
            <a:custGeom>
              <a:avLst/>
              <a:pathLst>
                <a:path w="17721" h="28860">
                  <a:moveTo>
                    <a:pt x="0" y="0"/>
                  </a:moveTo>
                  <a:lnTo>
                    <a:pt x="17721" y="1887"/>
                  </a:lnTo>
                  <a:lnTo>
                    <a:pt x="17721" y="28860"/>
                  </a:lnTo>
                  <a:lnTo>
                    <a:pt x="0" y="28860"/>
                  </a:lnTo>
                  <a:close/>
                </a:path>
              </a:pathLst>
            </a:custGeom>
            <a:solidFill>
              <a:srgbClr val="9E4B38">
                <a:alpha val="100000"/>
              </a:srgbClr>
            </a:solidFill>
            <a:ln w="4762" cap="rnd">
              <a:solidFill>
                <a:srgbClr val="9E4B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3"/>
            <p:cNvSpPr/>
            <p:nvPr/>
          </p:nvSpPr>
          <p:spPr>
            <a:xfrm>
              <a:off x="9391874" y="1946663"/>
              <a:ext cx="35442" cy="26972"/>
            </a:xfrm>
            <a:custGeom>
              <a:avLst/>
              <a:pathLst>
                <a:path w="35442" h="26972">
                  <a:moveTo>
                    <a:pt x="0" y="0"/>
                  </a:moveTo>
                  <a:lnTo>
                    <a:pt x="17721" y="1795"/>
                  </a:lnTo>
                  <a:lnTo>
                    <a:pt x="35442" y="3517"/>
                  </a:lnTo>
                  <a:lnTo>
                    <a:pt x="35442" y="26972"/>
                  </a:lnTo>
                  <a:lnTo>
                    <a:pt x="17721" y="26972"/>
                  </a:lnTo>
                  <a:lnTo>
                    <a:pt x="0" y="26972"/>
                  </a:lnTo>
                  <a:close/>
                </a:path>
              </a:pathLst>
            </a:custGeom>
            <a:solidFill>
              <a:srgbClr val="9E4B37">
                <a:alpha val="100000"/>
              </a:srgbClr>
            </a:solidFill>
            <a:ln w="4762" cap="rnd">
              <a:solidFill>
                <a:srgbClr val="9E4B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4"/>
            <p:cNvSpPr/>
            <p:nvPr/>
          </p:nvSpPr>
          <p:spPr>
            <a:xfrm>
              <a:off x="9427317" y="1950181"/>
              <a:ext cx="35442" cy="23454"/>
            </a:xfrm>
            <a:custGeom>
              <a:avLst/>
              <a:pathLst>
                <a:path w="35442" h="23454">
                  <a:moveTo>
                    <a:pt x="0" y="0"/>
                  </a:moveTo>
                  <a:lnTo>
                    <a:pt x="17721" y="1600"/>
                  </a:lnTo>
                  <a:lnTo>
                    <a:pt x="35442" y="3115"/>
                  </a:lnTo>
                  <a:lnTo>
                    <a:pt x="35442" y="23454"/>
                  </a:lnTo>
                  <a:lnTo>
                    <a:pt x="17721" y="23454"/>
                  </a:lnTo>
                  <a:lnTo>
                    <a:pt x="0" y="23454"/>
                  </a:lnTo>
                  <a:close/>
                </a:path>
              </a:pathLst>
            </a:custGeom>
            <a:solidFill>
              <a:srgbClr val="9D4A36">
                <a:alpha val="100000"/>
              </a:srgbClr>
            </a:solidFill>
            <a:ln w="4762" cap="rnd">
              <a:solidFill>
                <a:srgbClr val="9D4A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5"/>
            <p:cNvSpPr/>
            <p:nvPr/>
          </p:nvSpPr>
          <p:spPr>
            <a:xfrm>
              <a:off x="9462760" y="1953296"/>
              <a:ext cx="17721" cy="20339"/>
            </a:xfrm>
            <a:custGeom>
              <a:avLst/>
              <a:pathLst>
                <a:path w="17721" h="20339">
                  <a:moveTo>
                    <a:pt x="0" y="0"/>
                  </a:moveTo>
                  <a:lnTo>
                    <a:pt x="17721" y="1448"/>
                  </a:lnTo>
                  <a:lnTo>
                    <a:pt x="17721" y="20339"/>
                  </a:lnTo>
                  <a:lnTo>
                    <a:pt x="0" y="20339"/>
                  </a:lnTo>
                  <a:close/>
                </a:path>
              </a:pathLst>
            </a:custGeom>
            <a:solidFill>
              <a:srgbClr val="9D4936">
                <a:alpha val="100000"/>
              </a:srgbClr>
            </a:solidFill>
            <a:ln w="4762" cap="rnd">
              <a:solidFill>
                <a:srgbClr val="9D49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6"/>
            <p:cNvSpPr/>
            <p:nvPr/>
          </p:nvSpPr>
          <p:spPr>
            <a:xfrm>
              <a:off x="9480481" y="1954745"/>
              <a:ext cx="17721" cy="18890"/>
            </a:xfrm>
            <a:custGeom>
              <a:avLst/>
              <a:pathLst>
                <a:path w="17721" h="18890">
                  <a:moveTo>
                    <a:pt x="0" y="0"/>
                  </a:moveTo>
                  <a:lnTo>
                    <a:pt x="17721" y="1342"/>
                  </a:lnTo>
                  <a:lnTo>
                    <a:pt x="17721" y="18890"/>
                  </a:lnTo>
                  <a:lnTo>
                    <a:pt x="0" y="18890"/>
                  </a:lnTo>
                  <a:close/>
                </a:path>
              </a:pathLst>
            </a:custGeom>
            <a:solidFill>
              <a:srgbClr val="9D4935">
                <a:alpha val="100000"/>
              </a:srgbClr>
            </a:solidFill>
            <a:ln w="4762" cap="rnd">
              <a:solidFill>
                <a:srgbClr val="9D49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7"/>
            <p:cNvSpPr/>
            <p:nvPr/>
          </p:nvSpPr>
          <p:spPr>
            <a:xfrm>
              <a:off x="9498203" y="1956088"/>
              <a:ext cx="17721" cy="17548"/>
            </a:xfrm>
            <a:custGeom>
              <a:avLst/>
              <a:pathLst>
                <a:path w="17721" h="17548">
                  <a:moveTo>
                    <a:pt x="0" y="0"/>
                  </a:moveTo>
                  <a:lnTo>
                    <a:pt x="17721" y="1264"/>
                  </a:lnTo>
                  <a:lnTo>
                    <a:pt x="17721" y="17548"/>
                  </a:lnTo>
                  <a:lnTo>
                    <a:pt x="0" y="17548"/>
                  </a:lnTo>
                  <a:close/>
                </a:path>
              </a:pathLst>
            </a:custGeom>
            <a:solidFill>
              <a:srgbClr val="9C4935">
                <a:alpha val="100000"/>
              </a:srgbClr>
            </a:solidFill>
            <a:ln w="4762" cap="rnd">
              <a:solidFill>
                <a:srgbClr val="9C49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8"/>
            <p:cNvSpPr/>
            <p:nvPr/>
          </p:nvSpPr>
          <p:spPr>
            <a:xfrm>
              <a:off x="9515924" y="1957352"/>
              <a:ext cx="17721" cy="16283"/>
            </a:xfrm>
            <a:custGeom>
              <a:avLst/>
              <a:pathLst>
                <a:path w="17721" h="16283">
                  <a:moveTo>
                    <a:pt x="0" y="0"/>
                  </a:moveTo>
                  <a:lnTo>
                    <a:pt x="17721" y="1205"/>
                  </a:lnTo>
                  <a:lnTo>
                    <a:pt x="17721" y="16283"/>
                  </a:lnTo>
                  <a:lnTo>
                    <a:pt x="0" y="16283"/>
                  </a:lnTo>
                  <a:close/>
                </a:path>
              </a:pathLst>
            </a:custGeom>
            <a:solidFill>
              <a:srgbClr val="9C4835">
                <a:alpha val="100000"/>
              </a:srgbClr>
            </a:solidFill>
            <a:ln w="4762" cap="rnd">
              <a:solidFill>
                <a:srgbClr val="9C48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49"/>
            <p:cNvSpPr/>
            <p:nvPr/>
          </p:nvSpPr>
          <p:spPr>
            <a:xfrm>
              <a:off x="9533645" y="1958557"/>
              <a:ext cx="17721" cy="15078"/>
            </a:xfrm>
            <a:custGeom>
              <a:avLst/>
              <a:pathLst>
                <a:path w="17721" h="15078">
                  <a:moveTo>
                    <a:pt x="0" y="0"/>
                  </a:moveTo>
                  <a:lnTo>
                    <a:pt x="17721" y="1115"/>
                  </a:lnTo>
                  <a:lnTo>
                    <a:pt x="17721" y="15078"/>
                  </a:lnTo>
                  <a:lnTo>
                    <a:pt x="0" y="15078"/>
                  </a:lnTo>
                  <a:close/>
                </a:path>
              </a:pathLst>
            </a:custGeom>
            <a:solidFill>
              <a:srgbClr val="9C4834">
                <a:alpha val="100000"/>
              </a:srgbClr>
            </a:solidFill>
            <a:ln w="4762" cap="rnd">
              <a:solidFill>
                <a:srgbClr val="9C48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0"/>
            <p:cNvSpPr/>
            <p:nvPr/>
          </p:nvSpPr>
          <p:spPr>
            <a:xfrm>
              <a:off x="9551367" y="1959673"/>
              <a:ext cx="17721" cy="13963"/>
            </a:xfrm>
            <a:custGeom>
              <a:avLst/>
              <a:pathLst>
                <a:path w="17721" h="13963">
                  <a:moveTo>
                    <a:pt x="0" y="0"/>
                  </a:moveTo>
                  <a:lnTo>
                    <a:pt x="17721" y="1043"/>
                  </a:lnTo>
                  <a:lnTo>
                    <a:pt x="17721" y="13963"/>
                  </a:lnTo>
                  <a:lnTo>
                    <a:pt x="0" y="13963"/>
                  </a:lnTo>
                  <a:close/>
                </a:path>
              </a:pathLst>
            </a:custGeom>
            <a:solidFill>
              <a:srgbClr val="9C4734">
                <a:alpha val="100000"/>
              </a:srgbClr>
            </a:solidFill>
            <a:ln w="4762" cap="rnd">
              <a:solidFill>
                <a:srgbClr val="9C47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1"/>
            <p:cNvSpPr/>
            <p:nvPr/>
          </p:nvSpPr>
          <p:spPr>
            <a:xfrm>
              <a:off x="9569088" y="1960716"/>
              <a:ext cx="17721" cy="12919"/>
            </a:xfrm>
            <a:custGeom>
              <a:avLst/>
              <a:pathLst>
                <a:path w="17721" h="12919">
                  <a:moveTo>
                    <a:pt x="0" y="0"/>
                  </a:moveTo>
                  <a:lnTo>
                    <a:pt x="17721" y="992"/>
                  </a:lnTo>
                  <a:lnTo>
                    <a:pt x="17721" y="12919"/>
                  </a:lnTo>
                  <a:lnTo>
                    <a:pt x="0" y="12919"/>
                  </a:lnTo>
                  <a:close/>
                </a:path>
              </a:pathLst>
            </a:custGeom>
            <a:solidFill>
              <a:srgbClr val="9B4734">
                <a:alpha val="100000"/>
              </a:srgbClr>
            </a:solidFill>
            <a:ln w="4762" cap="rnd">
              <a:solidFill>
                <a:srgbClr val="9B47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2"/>
            <p:cNvSpPr/>
            <p:nvPr/>
          </p:nvSpPr>
          <p:spPr>
            <a:xfrm>
              <a:off x="9586810" y="1961709"/>
              <a:ext cx="17721" cy="11926"/>
            </a:xfrm>
            <a:custGeom>
              <a:avLst/>
              <a:pathLst>
                <a:path w="17721" h="11926">
                  <a:moveTo>
                    <a:pt x="0" y="0"/>
                  </a:moveTo>
                  <a:lnTo>
                    <a:pt x="17721" y="916"/>
                  </a:lnTo>
                  <a:lnTo>
                    <a:pt x="17721" y="11926"/>
                  </a:lnTo>
                  <a:lnTo>
                    <a:pt x="0" y="11926"/>
                  </a:lnTo>
                  <a:close/>
                </a:path>
              </a:pathLst>
            </a:custGeom>
            <a:solidFill>
              <a:srgbClr val="9B4733">
                <a:alpha val="100000"/>
              </a:srgbClr>
            </a:solidFill>
            <a:ln w="4762" cap="rnd">
              <a:solidFill>
                <a:srgbClr val="9B47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3"/>
            <p:cNvSpPr/>
            <p:nvPr/>
          </p:nvSpPr>
          <p:spPr>
            <a:xfrm>
              <a:off x="9604531" y="1962626"/>
              <a:ext cx="17721" cy="11010"/>
            </a:xfrm>
            <a:custGeom>
              <a:avLst/>
              <a:pathLst>
                <a:path w="17721" h="11010">
                  <a:moveTo>
                    <a:pt x="0" y="0"/>
                  </a:moveTo>
                  <a:lnTo>
                    <a:pt x="17721" y="852"/>
                  </a:lnTo>
                  <a:lnTo>
                    <a:pt x="17721" y="11010"/>
                  </a:lnTo>
                  <a:lnTo>
                    <a:pt x="0" y="11010"/>
                  </a:lnTo>
                  <a:close/>
                </a:path>
              </a:pathLst>
            </a:custGeom>
            <a:solidFill>
              <a:srgbClr val="9B4633">
                <a:alpha val="100000"/>
              </a:srgbClr>
            </a:solidFill>
            <a:ln w="4762" cap="rnd">
              <a:solidFill>
                <a:srgbClr val="9B46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4"/>
            <p:cNvSpPr/>
            <p:nvPr/>
          </p:nvSpPr>
          <p:spPr>
            <a:xfrm>
              <a:off x="9622252" y="1963478"/>
              <a:ext cx="17721" cy="10157"/>
            </a:xfrm>
            <a:custGeom>
              <a:avLst/>
              <a:pathLst>
                <a:path w="17721" h="10157">
                  <a:moveTo>
                    <a:pt x="0" y="0"/>
                  </a:moveTo>
                  <a:lnTo>
                    <a:pt x="17721" y="809"/>
                  </a:lnTo>
                  <a:lnTo>
                    <a:pt x="17721" y="10157"/>
                  </a:lnTo>
                  <a:lnTo>
                    <a:pt x="0" y="10157"/>
                  </a:lnTo>
                  <a:close/>
                </a:path>
              </a:pathLst>
            </a:custGeom>
            <a:solidFill>
              <a:srgbClr val="9A4633">
                <a:alpha val="100000"/>
              </a:srgbClr>
            </a:solidFill>
            <a:ln w="4762" cap="rnd">
              <a:solidFill>
                <a:srgbClr val="9A46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5"/>
            <p:cNvSpPr/>
            <p:nvPr/>
          </p:nvSpPr>
          <p:spPr>
            <a:xfrm>
              <a:off x="9639974" y="1964287"/>
              <a:ext cx="35442" cy="9348"/>
            </a:xfrm>
            <a:custGeom>
              <a:avLst/>
              <a:pathLst>
                <a:path w="35442" h="9348">
                  <a:moveTo>
                    <a:pt x="0" y="0"/>
                  </a:moveTo>
                  <a:lnTo>
                    <a:pt x="17721" y="745"/>
                  </a:lnTo>
                  <a:lnTo>
                    <a:pt x="35442" y="1434"/>
                  </a:lnTo>
                  <a:lnTo>
                    <a:pt x="35442" y="9348"/>
                  </a:lnTo>
                  <a:lnTo>
                    <a:pt x="17721" y="9348"/>
                  </a:lnTo>
                  <a:lnTo>
                    <a:pt x="0" y="9348"/>
                  </a:lnTo>
                  <a:close/>
                </a:path>
              </a:pathLst>
            </a:custGeom>
            <a:solidFill>
              <a:srgbClr val="9A4532">
                <a:alpha val="100000"/>
              </a:srgbClr>
            </a:solidFill>
            <a:ln w="4762" cap="rnd">
              <a:solidFill>
                <a:srgbClr val="9A453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6"/>
            <p:cNvSpPr/>
            <p:nvPr/>
          </p:nvSpPr>
          <p:spPr>
            <a:xfrm>
              <a:off x="9675416" y="1965722"/>
              <a:ext cx="17721" cy="7913"/>
            </a:xfrm>
            <a:custGeom>
              <a:avLst/>
              <a:pathLst>
                <a:path w="17721" h="7913">
                  <a:moveTo>
                    <a:pt x="0" y="0"/>
                  </a:moveTo>
                  <a:lnTo>
                    <a:pt x="17721" y="652"/>
                  </a:lnTo>
                  <a:lnTo>
                    <a:pt x="17721" y="7913"/>
                  </a:lnTo>
                  <a:lnTo>
                    <a:pt x="0" y="7913"/>
                  </a:lnTo>
                  <a:close/>
                </a:path>
              </a:pathLst>
            </a:custGeom>
            <a:solidFill>
              <a:srgbClr val="9A4531">
                <a:alpha val="100000"/>
              </a:srgbClr>
            </a:solidFill>
            <a:ln w="4762" cap="rnd">
              <a:solidFill>
                <a:srgbClr val="9A453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7"/>
            <p:cNvSpPr/>
            <p:nvPr/>
          </p:nvSpPr>
          <p:spPr>
            <a:xfrm>
              <a:off x="9693138" y="1966375"/>
              <a:ext cx="35442" cy="7260"/>
            </a:xfrm>
            <a:custGeom>
              <a:avLst/>
              <a:pathLst>
                <a:path w="35442" h="7260">
                  <a:moveTo>
                    <a:pt x="0" y="0"/>
                  </a:moveTo>
                  <a:lnTo>
                    <a:pt x="17721" y="599"/>
                  </a:lnTo>
                  <a:lnTo>
                    <a:pt x="35442" y="1151"/>
                  </a:lnTo>
                  <a:lnTo>
                    <a:pt x="35442" y="7260"/>
                  </a:lnTo>
                  <a:lnTo>
                    <a:pt x="17721" y="7260"/>
                  </a:lnTo>
                  <a:lnTo>
                    <a:pt x="0" y="7260"/>
                  </a:lnTo>
                  <a:close/>
                </a:path>
              </a:pathLst>
            </a:custGeom>
            <a:solidFill>
              <a:srgbClr val="994431">
                <a:alpha val="100000"/>
              </a:srgbClr>
            </a:solidFill>
            <a:ln w="4762" cap="rnd">
              <a:solidFill>
                <a:srgbClr val="99443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8"/>
            <p:cNvSpPr/>
            <p:nvPr/>
          </p:nvSpPr>
          <p:spPr>
            <a:xfrm>
              <a:off x="9728580" y="1967526"/>
              <a:ext cx="0" cy="6109"/>
            </a:xfrm>
            <a:custGeom>
              <a:avLst/>
              <a:pathLst>
                <a:path w="0" h="6109">
                  <a:moveTo>
                    <a:pt x="0" y="0"/>
                  </a:moveTo>
                  <a:lnTo>
                    <a:pt x="0" y="6109"/>
                  </a:lnTo>
                  <a:close/>
                </a:path>
              </a:pathLst>
            </a:custGeom>
            <a:solidFill>
              <a:srgbClr val="994430">
                <a:alpha val="100000"/>
              </a:srgbClr>
            </a:solidFill>
            <a:ln w="4762" cap="rnd">
              <a:solidFill>
                <a:srgbClr val="9944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59"/>
            <p:cNvSpPr/>
            <p:nvPr/>
          </p:nvSpPr>
          <p:spPr>
            <a:xfrm>
              <a:off x="3880529" y="1533393"/>
              <a:ext cx="5848051" cy="434132"/>
            </a:xfrm>
            <a:custGeom>
              <a:avLst/>
              <a:pathLst>
                <a:path w="5848051" h="434132">
                  <a:moveTo>
                    <a:pt x="0" y="433802"/>
                  </a:moveTo>
                  <a:lnTo>
                    <a:pt x="17721" y="433254"/>
                  </a:lnTo>
                  <a:lnTo>
                    <a:pt x="35442" y="432676"/>
                  </a:lnTo>
                  <a:lnTo>
                    <a:pt x="53164" y="432057"/>
                  </a:lnTo>
                  <a:lnTo>
                    <a:pt x="70885" y="431386"/>
                  </a:lnTo>
                  <a:lnTo>
                    <a:pt x="88606" y="430680"/>
                  </a:lnTo>
                  <a:lnTo>
                    <a:pt x="106328" y="429928"/>
                  </a:lnTo>
                  <a:lnTo>
                    <a:pt x="124049" y="429115"/>
                  </a:lnTo>
                  <a:lnTo>
                    <a:pt x="141770" y="428261"/>
                  </a:lnTo>
                  <a:lnTo>
                    <a:pt x="159492" y="427357"/>
                  </a:lnTo>
                  <a:lnTo>
                    <a:pt x="177213" y="426380"/>
                  </a:lnTo>
                  <a:lnTo>
                    <a:pt x="194935" y="425359"/>
                  </a:lnTo>
                  <a:lnTo>
                    <a:pt x="212656" y="424282"/>
                  </a:lnTo>
                  <a:lnTo>
                    <a:pt x="230377" y="423121"/>
                  </a:lnTo>
                  <a:lnTo>
                    <a:pt x="248099" y="421910"/>
                  </a:lnTo>
                  <a:lnTo>
                    <a:pt x="265820" y="420640"/>
                  </a:lnTo>
                  <a:lnTo>
                    <a:pt x="283541" y="419274"/>
                  </a:lnTo>
                  <a:lnTo>
                    <a:pt x="301263" y="417853"/>
                  </a:lnTo>
                  <a:lnTo>
                    <a:pt x="318984" y="416368"/>
                  </a:lnTo>
                  <a:lnTo>
                    <a:pt x="336705" y="414777"/>
                  </a:lnTo>
                  <a:lnTo>
                    <a:pt x="354427" y="413126"/>
                  </a:lnTo>
                  <a:lnTo>
                    <a:pt x="372148" y="411408"/>
                  </a:lnTo>
                  <a:lnTo>
                    <a:pt x="389870" y="409572"/>
                  </a:lnTo>
                  <a:lnTo>
                    <a:pt x="407591" y="407672"/>
                  </a:lnTo>
                  <a:lnTo>
                    <a:pt x="425312" y="405703"/>
                  </a:lnTo>
                  <a:lnTo>
                    <a:pt x="443034" y="403607"/>
                  </a:lnTo>
                  <a:lnTo>
                    <a:pt x="460755" y="401442"/>
                  </a:lnTo>
                  <a:lnTo>
                    <a:pt x="478476" y="399208"/>
                  </a:lnTo>
                  <a:lnTo>
                    <a:pt x="496198" y="396837"/>
                  </a:lnTo>
                  <a:lnTo>
                    <a:pt x="513919" y="394395"/>
                  </a:lnTo>
                  <a:lnTo>
                    <a:pt x="531641" y="391881"/>
                  </a:lnTo>
                  <a:lnTo>
                    <a:pt x="549362" y="389229"/>
                  </a:lnTo>
                  <a:lnTo>
                    <a:pt x="567083" y="386501"/>
                  </a:lnTo>
                  <a:lnTo>
                    <a:pt x="584805" y="383701"/>
                  </a:lnTo>
                  <a:lnTo>
                    <a:pt x="602526" y="380763"/>
                  </a:lnTo>
                  <a:lnTo>
                    <a:pt x="620247" y="377746"/>
                  </a:lnTo>
                  <a:lnTo>
                    <a:pt x="637969" y="374656"/>
                  </a:lnTo>
                  <a:lnTo>
                    <a:pt x="655690" y="371434"/>
                  </a:lnTo>
                  <a:lnTo>
                    <a:pt x="673411" y="368130"/>
                  </a:lnTo>
                  <a:lnTo>
                    <a:pt x="691133" y="364754"/>
                  </a:lnTo>
                  <a:lnTo>
                    <a:pt x="708854" y="361253"/>
                  </a:lnTo>
                  <a:lnTo>
                    <a:pt x="726576" y="357670"/>
                  </a:lnTo>
                  <a:lnTo>
                    <a:pt x="744297" y="354019"/>
                  </a:lnTo>
                  <a:lnTo>
                    <a:pt x="762018" y="350250"/>
                  </a:lnTo>
                  <a:lnTo>
                    <a:pt x="779740" y="346403"/>
                  </a:lnTo>
                  <a:lnTo>
                    <a:pt x="797461" y="342491"/>
                  </a:lnTo>
                  <a:lnTo>
                    <a:pt x="815182" y="338474"/>
                  </a:lnTo>
                  <a:lnTo>
                    <a:pt x="832904" y="334382"/>
                  </a:lnTo>
                  <a:lnTo>
                    <a:pt x="850625" y="330231"/>
                  </a:lnTo>
                  <a:lnTo>
                    <a:pt x="868347" y="325989"/>
                  </a:lnTo>
                  <a:lnTo>
                    <a:pt x="886068" y="321678"/>
                  </a:lnTo>
                  <a:lnTo>
                    <a:pt x="903789" y="317316"/>
                  </a:lnTo>
                  <a:lnTo>
                    <a:pt x="921511" y="312876"/>
                  </a:lnTo>
                  <a:lnTo>
                    <a:pt x="939232" y="308377"/>
                  </a:lnTo>
                  <a:lnTo>
                    <a:pt x="956953" y="303836"/>
                  </a:lnTo>
                  <a:lnTo>
                    <a:pt x="974675" y="299232"/>
                  </a:lnTo>
                  <a:lnTo>
                    <a:pt x="992396" y="294580"/>
                  </a:lnTo>
                  <a:lnTo>
                    <a:pt x="1010117" y="289895"/>
                  </a:lnTo>
                  <a:lnTo>
                    <a:pt x="1027839" y="285163"/>
                  </a:lnTo>
                  <a:lnTo>
                    <a:pt x="1045560" y="280395"/>
                  </a:lnTo>
                  <a:lnTo>
                    <a:pt x="1063282" y="275604"/>
                  </a:lnTo>
                  <a:lnTo>
                    <a:pt x="1081003" y="270783"/>
                  </a:lnTo>
                  <a:lnTo>
                    <a:pt x="1098724" y="265939"/>
                  </a:lnTo>
                  <a:lnTo>
                    <a:pt x="1116446" y="261081"/>
                  </a:lnTo>
                  <a:lnTo>
                    <a:pt x="1134167" y="256209"/>
                  </a:lnTo>
                  <a:lnTo>
                    <a:pt x="1151888" y="251327"/>
                  </a:lnTo>
                  <a:lnTo>
                    <a:pt x="1169610" y="246443"/>
                  </a:lnTo>
                  <a:lnTo>
                    <a:pt x="1187331" y="241557"/>
                  </a:lnTo>
                  <a:lnTo>
                    <a:pt x="1205053" y="236676"/>
                  </a:lnTo>
                  <a:lnTo>
                    <a:pt x="1222774" y="231802"/>
                  </a:lnTo>
                  <a:lnTo>
                    <a:pt x="1240495" y="226938"/>
                  </a:lnTo>
                  <a:lnTo>
                    <a:pt x="1258217" y="222093"/>
                  </a:lnTo>
                  <a:lnTo>
                    <a:pt x="1275938" y="217263"/>
                  </a:lnTo>
                  <a:lnTo>
                    <a:pt x="1293659" y="212453"/>
                  </a:lnTo>
                  <a:lnTo>
                    <a:pt x="1311381" y="207676"/>
                  </a:lnTo>
                  <a:lnTo>
                    <a:pt x="1329102" y="202920"/>
                  </a:lnTo>
                  <a:lnTo>
                    <a:pt x="1346823" y="198192"/>
                  </a:lnTo>
                  <a:lnTo>
                    <a:pt x="1364545" y="193508"/>
                  </a:lnTo>
                  <a:lnTo>
                    <a:pt x="1382266" y="188852"/>
                  </a:lnTo>
                  <a:lnTo>
                    <a:pt x="1399988" y="184229"/>
                  </a:lnTo>
                  <a:lnTo>
                    <a:pt x="1417709" y="179660"/>
                  </a:lnTo>
                  <a:lnTo>
                    <a:pt x="1435430" y="175122"/>
                  </a:lnTo>
                  <a:lnTo>
                    <a:pt x="1453152" y="170622"/>
                  </a:lnTo>
                  <a:lnTo>
                    <a:pt x="1470873" y="166181"/>
                  </a:lnTo>
                  <a:lnTo>
                    <a:pt x="1488594" y="161776"/>
                  </a:lnTo>
                  <a:lnTo>
                    <a:pt x="1506316" y="157409"/>
                  </a:lnTo>
                  <a:lnTo>
                    <a:pt x="1524037" y="153108"/>
                  </a:lnTo>
                  <a:lnTo>
                    <a:pt x="1541759" y="148843"/>
                  </a:lnTo>
                  <a:lnTo>
                    <a:pt x="1559480" y="144617"/>
                  </a:lnTo>
                  <a:lnTo>
                    <a:pt x="1577201" y="140459"/>
                  </a:lnTo>
                  <a:lnTo>
                    <a:pt x="1594923" y="136338"/>
                  </a:lnTo>
                  <a:lnTo>
                    <a:pt x="1612644" y="132255"/>
                  </a:lnTo>
                  <a:lnTo>
                    <a:pt x="1630365" y="128242"/>
                  </a:lnTo>
                  <a:lnTo>
                    <a:pt x="1648087" y="124264"/>
                  </a:lnTo>
                  <a:lnTo>
                    <a:pt x="1665808" y="120323"/>
                  </a:lnTo>
                  <a:lnTo>
                    <a:pt x="1683529" y="116452"/>
                  </a:lnTo>
                  <a:lnTo>
                    <a:pt x="1701251" y="112616"/>
                  </a:lnTo>
                  <a:lnTo>
                    <a:pt x="1718972" y="108816"/>
                  </a:lnTo>
                  <a:lnTo>
                    <a:pt x="1736694" y="105082"/>
                  </a:lnTo>
                  <a:lnTo>
                    <a:pt x="1754415" y="101384"/>
                  </a:lnTo>
                  <a:lnTo>
                    <a:pt x="1772136" y="97720"/>
                  </a:lnTo>
                  <a:lnTo>
                    <a:pt x="1789858" y="94121"/>
                  </a:lnTo>
                  <a:lnTo>
                    <a:pt x="1807579" y="90558"/>
                  </a:lnTo>
                  <a:lnTo>
                    <a:pt x="1825300" y="87029"/>
                  </a:lnTo>
                  <a:lnTo>
                    <a:pt x="1843022" y="83563"/>
                  </a:lnTo>
                  <a:lnTo>
                    <a:pt x="1860743" y="80135"/>
                  </a:lnTo>
                  <a:lnTo>
                    <a:pt x="1878465" y="76741"/>
                  </a:lnTo>
                  <a:lnTo>
                    <a:pt x="1896186" y="73409"/>
                  </a:lnTo>
                  <a:lnTo>
                    <a:pt x="1913907" y="70118"/>
                  </a:lnTo>
                  <a:lnTo>
                    <a:pt x="1931629" y="66864"/>
                  </a:lnTo>
                  <a:lnTo>
                    <a:pt x="1949350" y="63672"/>
                  </a:lnTo>
                  <a:lnTo>
                    <a:pt x="1967071" y="60526"/>
                  </a:lnTo>
                  <a:lnTo>
                    <a:pt x="1984793" y="57419"/>
                  </a:lnTo>
                  <a:lnTo>
                    <a:pt x="2002514" y="54378"/>
                  </a:lnTo>
                  <a:lnTo>
                    <a:pt x="2020235" y="51390"/>
                  </a:lnTo>
                  <a:lnTo>
                    <a:pt x="2037957" y="48443"/>
                  </a:lnTo>
                  <a:lnTo>
                    <a:pt x="2055678" y="45569"/>
                  </a:lnTo>
                  <a:lnTo>
                    <a:pt x="2073400" y="42755"/>
                  </a:lnTo>
                  <a:lnTo>
                    <a:pt x="2091121" y="39988"/>
                  </a:lnTo>
                  <a:lnTo>
                    <a:pt x="2108842" y="37301"/>
                  </a:lnTo>
                  <a:lnTo>
                    <a:pt x="2126564" y="34684"/>
                  </a:lnTo>
                  <a:lnTo>
                    <a:pt x="2144285" y="32120"/>
                  </a:lnTo>
                  <a:lnTo>
                    <a:pt x="2162006" y="29644"/>
                  </a:lnTo>
                  <a:lnTo>
                    <a:pt x="2179728" y="27250"/>
                  </a:lnTo>
                  <a:lnTo>
                    <a:pt x="2197449" y="24916"/>
                  </a:lnTo>
                  <a:lnTo>
                    <a:pt x="2215171" y="22679"/>
                  </a:lnTo>
                  <a:lnTo>
                    <a:pt x="2232892" y="20536"/>
                  </a:lnTo>
                  <a:lnTo>
                    <a:pt x="2250613" y="18462"/>
                  </a:lnTo>
                  <a:lnTo>
                    <a:pt x="2268335" y="16492"/>
                  </a:lnTo>
                  <a:lnTo>
                    <a:pt x="2286056" y="14632"/>
                  </a:lnTo>
                  <a:lnTo>
                    <a:pt x="2303777" y="12847"/>
                  </a:lnTo>
                  <a:lnTo>
                    <a:pt x="2321499" y="11174"/>
                  </a:lnTo>
                  <a:lnTo>
                    <a:pt x="2339220" y="9625"/>
                  </a:lnTo>
                  <a:lnTo>
                    <a:pt x="2356941" y="8158"/>
                  </a:lnTo>
                  <a:lnTo>
                    <a:pt x="2374663" y="6809"/>
                  </a:lnTo>
                  <a:lnTo>
                    <a:pt x="2392384" y="5596"/>
                  </a:lnTo>
                  <a:lnTo>
                    <a:pt x="2410106" y="4473"/>
                  </a:lnTo>
                  <a:lnTo>
                    <a:pt x="2427827" y="3471"/>
                  </a:lnTo>
                  <a:lnTo>
                    <a:pt x="2445548" y="2617"/>
                  </a:lnTo>
                  <a:lnTo>
                    <a:pt x="2463270" y="1858"/>
                  </a:lnTo>
                  <a:lnTo>
                    <a:pt x="2480991" y="1220"/>
                  </a:lnTo>
                  <a:lnTo>
                    <a:pt x="2498712" y="741"/>
                  </a:lnTo>
                  <a:lnTo>
                    <a:pt x="2516434" y="359"/>
                  </a:lnTo>
                  <a:lnTo>
                    <a:pt x="2534155" y="97"/>
                  </a:lnTo>
                  <a:lnTo>
                    <a:pt x="2551877" y="0"/>
                  </a:lnTo>
                  <a:lnTo>
                    <a:pt x="2569598" y="0"/>
                  </a:lnTo>
                  <a:lnTo>
                    <a:pt x="2569598" y="0"/>
                  </a:lnTo>
                  <a:lnTo>
                    <a:pt x="2587319" y="116"/>
                  </a:lnTo>
                  <a:lnTo>
                    <a:pt x="2605041" y="400"/>
                  </a:lnTo>
                  <a:lnTo>
                    <a:pt x="2622762" y="778"/>
                  </a:lnTo>
                  <a:lnTo>
                    <a:pt x="2640483" y="1266"/>
                  </a:lnTo>
                  <a:lnTo>
                    <a:pt x="2658205" y="1920"/>
                  </a:lnTo>
                  <a:lnTo>
                    <a:pt x="2675926" y="2663"/>
                  </a:lnTo>
                  <a:lnTo>
                    <a:pt x="2693647" y="3507"/>
                  </a:lnTo>
                  <a:lnTo>
                    <a:pt x="2711369" y="4510"/>
                  </a:lnTo>
                  <a:lnTo>
                    <a:pt x="2729090" y="5596"/>
                  </a:lnTo>
                  <a:lnTo>
                    <a:pt x="2746812" y="6771"/>
                  </a:lnTo>
                  <a:lnTo>
                    <a:pt x="2764533" y="8093"/>
                  </a:lnTo>
                  <a:lnTo>
                    <a:pt x="2782254" y="9490"/>
                  </a:lnTo>
                  <a:lnTo>
                    <a:pt x="2799976" y="10963"/>
                  </a:lnTo>
                  <a:lnTo>
                    <a:pt x="2817697" y="12567"/>
                  </a:lnTo>
                  <a:lnTo>
                    <a:pt x="2835418" y="14233"/>
                  </a:lnTo>
                  <a:lnTo>
                    <a:pt x="2853140" y="15963"/>
                  </a:lnTo>
                  <a:lnTo>
                    <a:pt x="2870861" y="17803"/>
                  </a:lnTo>
                  <a:lnTo>
                    <a:pt x="2888583" y="19694"/>
                  </a:lnTo>
                  <a:lnTo>
                    <a:pt x="2906304" y="21635"/>
                  </a:lnTo>
                  <a:lnTo>
                    <a:pt x="2924025" y="23659"/>
                  </a:lnTo>
                  <a:lnTo>
                    <a:pt x="2941747" y="25721"/>
                  </a:lnTo>
                  <a:lnTo>
                    <a:pt x="2959468" y="27820"/>
                  </a:lnTo>
                  <a:lnTo>
                    <a:pt x="2977189" y="29974"/>
                  </a:lnTo>
                  <a:lnTo>
                    <a:pt x="2994911" y="32152"/>
                  </a:lnTo>
                  <a:lnTo>
                    <a:pt x="3012632" y="34353"/>
                  </a:lnTo>
                  <a:lnTo>
                    <a:pt x="3030353" y="36581"/>
                  </a:lnTo>
                  <a:lnTo>
                    <a:pt x="3048075" y="38819"/>
                  </a:lnTo>
                  <a:lnTo>
                    <a:pt x="3065796" y="41065"/>
                  </a:lnTo>
                  <a:lnTo>
                    <a:pt x="3083518" y="43312"/>
                  </a:lnTo>
                  <a:lnTo>
                    <a:pt x="3101239" y="45552"/>
                  </a:lnTo>
                  <a:lnTo>
                    <a:pt x="3118960" y="47786"/>
                  </a:lnTo>
                  <a:lnTo>
                    <a:pt x="3136682" y="49997"/>
                  </a:lnTo>
                  <a:lnTo>
                    <a:pt x="3154403" y="52186"/>
                  </a:lnTo>
                  <a:lnTo>
                    <a:pt x="3172124" y="54354"/>
                  </a:lnTo>
                  <a:lnTo>
                    <a:pt x="3189846" y="56479"/>
                  </a:lnTo>
                  <a:lnTo>
                    <a:pt x="3207567" y="58565"/>
                  </a:lnTo>
                  <a:lnTo>
                    <a:pt x="3225289" y="60618"/>
                  </a:lnTo>
                  <a:lnTo>
                    <a:pt x="3243010" y="62611"/>
                  </a:lnTo>
                  <a:lnTo>
                    <a:pt x="3260731" y="64549"/>
                  </a:lnTo>
                  <a:lnTo>
                    <a:pt x="3278453" y="66444"/>
                  </a:lnTo>
                  <a:lnTo>
                    <a:pt x="3296174" y="68265"/>
                  </a:lnTo>
                  <a:lnTo>
                    <a:pt x="3313895" y="70018"/>
                  </a:lnTo>
                  <a:lnTo>
                    <a:pt x="3331617" y="71719"/>
                  </a:lnTo>
                  <a:lnTo>
                    <a:pt x="3349338" y="73336"/>
                  </a:lnTo>
                  <a:lnTo>
                    <a:pt x="3367059" y="74874"/>
                  </a:lnTo>
                  <a:lnTo>
                    <a:pt x="3384781" y="76354"/>
                  </a:lnTo>
                  <a:lnTo>
                    <a:pt x="3402502" y="77744"/>
                  </a:lnTo>
                  <a:lnTo>
                    <a:pt x="3420224" y="79047"/>
                  </a:lnTo>
                  <a:lnTo>
                    <a:pt x="3437945" y="80288"/>
                  </a:lnTo>
                  <a:lnTo>
                    <a:pt x="3455666" y="81438"/>
                  </a:lnTo>
                  <a:lnTo>
                    <a:pt x="3473388" y="82496"/>
                  </a:lnTo>
                  <a:lnTo>
                    <a:pt x="3491109" y="83492"/>
                  </a:lnTo>
                  <a:lnTo>
                    <a:pt x="3508830" y="84399"/>
                  </a:lnTo>
                  <a:lnTo>
                    <a:pt x="3526552" y="85213"/>
                  </a:lnTo>
                  <a:lnTo>
                    <a:pt x="3544273" y="85967"/>
                  </a:lnTo>
                  <a:lnTo>
                    <a:pt x="3561995" y="86639"/>
                  </a:lnTo>
                  <a:lnTo>
                    <a:pt x="3579716" y="87222"/>
                  </a:lnTo>
                  <a:lnTo>
                    <a:pt x="3597437" y="87751"/>
                  </a:lnTo>
                  <a:lnTo>
                    <a:pt x="3615159" y="88208"/>
                  </a:lnTo>
                  <a:lnTo>
                    <a:pt x="3632880" y="88584"/>
                  </a:lnTo>
                  <a:lnTo>
                    <a:pt x="3650601" y="88914"/>
                  </a:lnTo>
                  <a:lnTo>
                    <a:pt x="3668323" y="89185"/>
                  </a:lnTo>
                  <a:lnTo>
                    <a:pt x="3686044" y="89391"/>
                  </a:lnTo>
                  <a:lnTo>
                    <a:pt x="3703765" y="89560"/>
                  </a:lnTo>
                  <a:lnTo>
                    <a:pt x="3721487" y="89687"/>
                  </a:lnTo>
                  <a:lnTo>
                    <a:pt x="3739208" y="89767"/>
                  </a:lnTo>
                  <a:lnTo>
                    <a:pt x="3756930" y="89825"/>
                  </a:lnTo>
                  <a:lnTo>
                    <a:pt x="3774651" y="89858"/>
                  </a:lnTo>
                  <a:lnTo>
                    <a:pt x="3792372" y="89869"/>
                  </a:lnTo>
                  <a:lnTo>
                    <a:pt x="3810094" y="89873"/>
                  </a:lnTo>
                  <a:lnTo>
                    <a:pt x="3827815" y="89871"/>
                  </a:lnTo>
                  <a:lnTo>
                    <a:pt x="3845536" y="89876"/>
                  </a:lnTo>
                  <a:lnTo>
                    <a:pt x="3863258" y="89892"/>
                  </a:lnTo>
                  <a:lnTo>
                    <a:pt x="3880979" y="89921"/>
                  </a:lnTo>
                  <a:lnTo>
                    <a:pt x="3898701" y="89989"/>
                  </a:lnTo>
                  <a:lnTo>
                    <a:pt x="3916422" y="90087"/>
                  </a:lnTo>
                  <a:lnTo>
                    <a:pt x="3934143" y="90217"/>
                  </a:lnTo>
                  <a:lnTo>
                    <a:pt x="3951865" y="90423"/>
                  </a:lnTo>
                  <a:lnTo>
                    <a:pt x="3969586" y="90676"/>
                  </a:lnTo>
                  <a:lnTo>
                    <a:pt x="3987307" y="90980"/>
                  </a:lnTo>
                  <a:lnTo>
                    <a:pt x="4005029" y="91396"/>
                  </a:lnTo>
                  <a:lnTo>
                    <a:pt x="4022750" y="91879"/>
                  </a:lnTo>
                  <a:lnTo>
                    <a:pt x="4040471" y="92430"/>
                  </a:lnTo>
                  <a:lnTo>
                    <a:pt x="4058193" y="93128"/>
                  </a:lnTo>
                  <a:lnTo>
                    <a:pt x="4075914" y="93911"/>
                  </a:lnTo>
                  <a:lnTo>
                    <a:pt x="4093636" y="94779"/>
                  </a:lnTo>
                  <a:lnTo>
                    <a:pt x="4111357" y="95824"/>
                  </a:lnTo>
                  <a:lnTo>
                    <a:pt x="4129078" y="96972"/>
                  </a:lnTo>
                  <a:lnTo>
                    <a:pt x="4146800" y="98220"/>
                  </a:lnTo>
                  <a:lnTo>
                    <a:pt x="4164521" y="99667"/>
                  </a:lnTo>
                  <a:lnTo>
                    <a:pt x="4182242" y="101236"/>
                  </a:lnTo>
                  <a:lnTo>
                    <a:pt x="4199964" y="102918"/>
                  </a:lnTo>
                  <a:lnTo>
                    <a:pt x="4217685" y="104814"/>
                  </a:lnTo>
                  <a:lnTo>
                    <a:pt x="4235407" y="106848"/>
                  </a:lnTo>
                  <a:lnTo>
                    <a:pt x="4253128" y="109004"/>
                  </a:lnTo>
                  <a:lnTo>
                    <a:pt x="4270849" y="111383"/>
                  </a:lnTo>
                  <a:lnTo>
                    <a:pt x="4288571" y="113912"/>
                  </a:lnTo>
                  <a:lnTo>
                    <a:pt x="4306292" y="116568"/>
                  </a:lnTo>
                  <a:lnTo>
                    <a:pt x="4324013" y="119448"/>
                  </a:lnTo>
                  <a:lnTo>
                    <a:pt x="4341735" y="122486"/>
                  </a:lnTo>
                  <a:lnTo>
                    <a:pt x="4359456" y="125652"/>
                  </a:lnTo>
                  <a:lnTo>
                    <a:pt x="4377177" y="129036"/>
                  </a:lnTo>
                  <a:lnTo>
                    <a:pt x="4394899" y="132580"/>
                  </a:lnTo>
                  <a:lnTo>
                    <a:pt x="4412620" y="136250"/>
                  </a:lnTo>
                  <a:lnTo>
                    <a:pt x="4430342" y="140124"/>
                  </a:lnTo>
                  <a:lnTo>
                    <a:pt x="4448063" y="144155"/>
                  </a:lnTo>
                  <a:lnTo>
                    <a:pt x="4465784" y="148304"/>
                  </a:lnTo>
                  <a:lnTo>
                    <a:pt x="4483506" y="152639"/>
                  </a:lnTo>
                  <a:lnTo>
                    <a:pt x="4501227" y="157121"/>
                  </a:lnTo>
                  <a:lnTo>
                    <a:pt x="4518948" y="161710"/>
                  </a:lnTo>
                  <a:lnTo>
                    <a:pt x="4536670" y="166460"/>
                  </a:lnTo>
                  <a:lnTo>
                    <a:pt x="4554391" y="171343"/>
                  </a:lnTo>
                  <a:lnTo>
                    <a:pt x="4572113" y="176317"/>
                  </a:lnTo>
                  <a:lnTo>
                    <a:pt x="4589834" y="181424"/>
                  </a:lnTo>
                  <a:lnTo>
                    <a:pt x="4607555" y="186644"/>
                  </a:lnTo>
                  <a:lnTo>
                    <a:pt x="4625277" y="191938"/>
                  </a:lnTo>
                  <a:lnTo>
                    <a:pt x="4642998" y="197334"/>
                  </a:lnTo>
                  <a:lnTo>
                    <a:pt x="4660719" y="202818"/>
                  </a:lnTo>
                  <a:lnTo>
                    <a:pt x="4678441" y="208355"/>
                  </a:lnTo>
                  <a:lnTo>
                    <a:pt x="4696162" y="213963"/>
                  </a:lnTo>
                  <a:lnTo>
                    <a:pt x="4713883" y="219630"/>
                  </a:lnTo>
                  <a:lnTo>
                    <a:pt x="4731605" y="225329"/>
                  </a:lnTo>
                  <a:lnTo>
                    <a:pt x="4749326" y="231067"/>
                  </a:lnTo>
                  <a:lnTo>
                    <a:pt x="4767048" y="236833"/>
                  </a:lnTo>
                  <a:lnTo>
                    <a:pt x="4784769" y="242610"/>
                  </a:lnTo>
                  <a:lnTo>
                    <a:pt x="4802490" y="248396"/>
                  </a:lnTo>
                  <a:lnTo>
                    <a:pt x="4820212" y="254176"/>
                  </a:lnTo>
                  <a:lnTo>
                    <a:pt x="4837933" y="259945"/>
                  </a:lnTo>
                  <a:lnTo>
                    <a:pt x="4855654" y="265697"/>
                  </a:lnTo>
                  <a:lnTo>
                    <a:pt x="4873376" y="271410"/>
                  </a:lnTo>
                  <a:lnTo>
                    <a:pt x="4891097" y="277092"/>
                  </a:lnTo>
                  <a:lnTo>
                    <a:pt x="4908819" y="282733"/>
                  </a:lnTo>
                  <a:lnTo>
                    <a:pt x="4926540" y="288302"/>
                  </a:lnTo>
                  <a:lnTo>
                    <a:pt x="4944261" y="293823"/>
                  </a:lnTo>
                  <a:lnTo>
                    <a:pt x="4961983" y="299283"/>
                  </a:lnTo>
                  <a:lnTo>
                    <a:pt x="4979704" y="304641"/>
                  </a:lnTo>
                  <a:lnTo>
                    <a:pt x="4997425" y="309935"/>
                  </a:lnTo>
                  <a:lnTo>
                    <a:pt x="5015147" y="315153"/>
                  </a:lnTo>
                  <a:lnTo>
                    <a:pt x="5032868" y="320241"/>
                  </a:lnTo>
                  <a:lnTo>
                    <a:pt x="5050589" y="325254"/>
                  </a:lnTo>
                  <a:lnTo>
                    <a:pt x="5068311" y="330178"/>
                  </a:lnTo>
                  <a:lnTo>
                    <a:pt x="5086032" y="334951"/>
                  </a:lnTo>
                  <a:lnTo>
                    <a:pt x="5103754" y="339637"/>
                  </a:lnTo>
                  <a:lnTo>
                    <a:pt x="5121475" y="344229"/>
                  </a:lnTo>
                  <a:lnTo>
                    <a:pt x="5139196" y="348651"/>
                  </a:lnTo>
                  <a:lnTo>
                    <a:pt x="5156918" y="352980"/>
                  </a:lnTo>
                  <a:lnTo>
                    <a:pt x="5174639" y="357211"/>
                  </a:lnTo>
                  <a:lnTo>
                    <a:pt x="5192360" y="361259"/>
                  </a:lnTo>
                  <a:lnTo>
                    <a:pt x="5210082" y="365210"/>
                  </a:lnTo>
                  <a:lnTo>
                    <a:pt x="5227803" y="369063"/>
                  </a:lnTo>
                  <a:lnTo>
                    <a:pt x="5245525" y="372726"/>
                  </a:lnTo>
                  <a:lnTo>
                    <a:pt x="5263246" y="376290"/>
                  </a:lnTo>
                  <a:lnTo>
                    <a:pt x="5280967" y="379755"/>
                  </a:lnTo>
                  <a:lnTo>
                    <a:pt x="5298689" y="383035"/>
                  </a:lnTo>
                  <a:lnTo>
                    <a:pt x="5316410" y="386213"/>
                  </a:lnTo>
                  <a:lnTo>
                    <a:pt x="5334131" y="389294"/>
                  </a:lnTo>
                  <a:lnTo>
                    <a:pt x="5351853" y="392197"/>
                  </a:lnTo>
                  <a:lnTo>
                    <a:pt x="5369574" y="394999"/>
                  </a:lnTo>
                  <a:lnTo>
                    <a:pt x="5387295" y="397708"/>
                  </a:lnTo>
                  <a:lnTo>
                    <a:pt x="5405017" y="400251"/>
                  </a:lnTo>
                  <a:lnTo>
                    <a:pt x="5422738" y="402693"/>
                  </a:lnTo>
                  <a:lnTo>
                    <a:pt x="5440460" y="405048"/>
                  </a:lnTo>
                  <a:lnTo>
                    <a:pt x="5458181" y="407251"/>
                  </a:lnTo>
                  <a:lnTo>
                    <a:pt x="5475902" y="409357"/>
                  </a:lnTo>
                  <a:lnTo>
                    <a:pt x="5493624" y="411381"/>
                  </a:lnTo>
                  <a:lnTo>
                    <a:pt x="5511345" y="413269"/>
                  </a:lnTo>
                  <a:lnTo>
                    <a:pt x="5529066" y="415065"/>
                  </a:lnTo>
                  <a:lnTo>
                    <a:pt x="5546788" y="416787"/>
                  </a:lnTo>
                  <a:lnTo>
                    <a:pt x="5564509" y="418387"/>
                  </a:lnTo>
                  <a:lnTo>
                    <a:pt x="5582231" y="419902"/>
                  </a:lnTo>
                  <a:lnTo>
                    <a:pt x="5599952" y="421351"/>
                  </a:lnTo>
                  <a:lnTo>
                    <a:pt x="5617673" y="422694"/>
                  </a:lnTo>
                  <a:lnTo>
                    <a:pt x="5635395" y="423958"/>
                  </a:lnTo>
                  <a:lnTo>
                    <a:pt x="5653116" y="425164"/>
                  </a:lnTo>
                  <a:lnTo>
                    <a:pt x="5670837" y="426279"/>
                  </a:lnTo>
                  <a:lnTo>
                    <a:pt x="5688559" y="427323"/>
                  </a:lnTo>
                  <a:lnTo>
                    <a:pt x="5706280" y="428315"/>
                  </a:lnTo>
                  <a:lnTo>
                    <a:pt x="5724001" y="429232"/>
                  </a:lnTo>
                  <a:lnTo>
                    <a:pt x="5741723" y="430085"/>
                  </a:lnTo>
                  <a:lnTo>
                    <a:pt x="5759444" y="430894"/>
                  </a:lnTo>
                  <a:lnTo>
                    <a:pt x="5777166" y="431639"/>
                  </a:lnTo>
                  <a:lnTo>
                    <a:pt x="5794887" y="432328"/>
                  </a:lnTo>
                  <a:lnTo>
                    <a:pt x="5812608" y="432981"/>
                  </a:lnTo>
                  <a:lnTo>
                    <a:pt x="5830330" y="433581"/>
                  </a:lnTo>
                  <a:lnTo>
                    <a:pt x="5848051" y="434132"/>
                  </a:lnTo>
                </a:path>
              </a:pathLst>
            </a:custGeom>
            <a:ln w="542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0"/>
            <p:cNvSpPr/>
            <p:nvPr/>
          </p:nvSpPr>
          <p:spPr>
            <a:xfrm>
              <a:off x="3632430" y="2309274"/>
              <a:ext cx="35442" cy="7656"/>
            </a:xfrm>
            <a:custGeom>
              <a:avLst/>
              <a:pathLst>
                <a:path w="35442" h="7656">
                  <a:moveTo>
                    <a:pt x="0" y="1305"/>
                  </a:moveTo>
                  <a:lnTo>
                    <a:pt x="17721" y="684"/>
                  </a:lnTo>
                  <a:lnTo>
                    <a:pt x="35442" y="0"/>
                  </a:lnTo>
                  <a:lnTo>
                    <a:pt x="35442" y="7656"/>
                  </a:lnTo>
                  <a:lnTo>
                    <a:pt x="17721" y="7656"/>
                  </a:lnTo>
                  <a:lnTo>
                    <a:pt x="0" y="7656"/>
                  </a:lnTo>
                  <a:close/>
                </a:path>
              </a:pathLst>
            </a:custGeom>
            <a:solidFill>
              <a:srgbClr val="E5CAB8">
                <a:alpha val="100000"/>
              </a:srgbClr>
            </a:solidFill>
            <a:ln w="4762" cap="rnd">
              <a:solidFill>
                <a:srgbClr val="E5CA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1"/>
            <p:cNvSpPr/>
            <p:nvPr/>
          </p:nvSpPr>
          <p:spPr>
            <a:xfrm>
              <a:off x="3667873" y="2308527"/>
              <a:ext cx="17721" cy="8403"/>
            </a:xfrm>
            <a:custGeom>
              <a:avLst/>
              <a:pathLst>
                <a:path w="17721" h="8403">
                  <a:moveTo>
                    <a:pt x="0" y="747"/>
                  </a:moveTo>
                  <a:lnTo>
                    <a:pt x="17721" y="0"/>
                  </a:lnTo>
                  <a:lnTo>
                    <a:pt x="17721" y="8403"/>
                  </a:lnTo>
                  <a:lnTo>
                    <a:pt x="0" y="8403"/>
                  </a:lnTo>
                  <a:close/>
                </a:path>
              </a:pathLst>
            </a:custGeom>
            <a:solidFill>
              <a:srgbClr val="E5C9B7">
                <a:alpha val="100000"/>
              </a:srgbClr>
            </a:solidFill>
            <a:ln w="4762" cap="rnd">
              <a:solidFill>
                <a:srgbClr val="E5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2"/>
            <p:cNvSpPr/>
            <p:nvPr/>
          </p:nvSpPr>
          <p:spPr>
            <a:xfrm>
              <a:off x="3685594" y="2307732"/>
              <a:ext cx="17721" cy="9198"/>
            </a:xfrm>
            <a:custGeom>
              <a:avLst/>
              <a:pathLst>
                <a:path w="17721" h="9198">
                  <a:moveTo>
                    <a:pt x="0" y="794"/>
                  </a:moveTo>
                  <a:lnTo>
                    <a:pt x="17721" y="0"/>
                  </a:lnTo>
                  <a:lnTo>
                    <a:pt x="17721" y="9198"/>
                  </a:lnTo>
                  <a:lnTo>
                    <a:pt x="0" y="9198"/>
                  </a:lnTo>
                  <a:close/>
                </a:path>
              </a:pathLst>
            </a:custGeom>
            <a:solidFill>
              <a:srgbClr val="E4C9B7">
                <a:alpha val="100000"/>
              </a:srgbClr>
            </a:solidFill>
            <a:ln w="4762" cap="rnd">
              <a:solidFill>
                <a:srgbClr val="E4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3"/>
            <p:cNvSpPr/>
            <p:nvPr/>
          </p:nvSpPr>
          <p:spPr>
            <a:xfrm>
              <a:off x="3703315" y="2305913"/>
              <a:ext cx="35442" cy="11017"/>
            </a:xfrm>
            <a:custGeom>
              <a:avLst/>
              <a:pathLst>
                <a:path w="35442" h="11017">
                  <a:moveTo>
                    <a:pt x="0" y="1819"/>
                  </a:moveTo>
                  <a:lnTo>
                    <a:pt x="17721" y="949"/>
                  </a:lnTo>
                  <a:lnTo>
                    <a:pt x="35442" y="0"/>
                  </a:lnTo>
                  <a:lnTo>
                    <a:pt x="35442" y="11017"/>
                  </a:lnTo>
                  <a:lnTo>
                    <a:pt x="17721" y="11017"/>
                  </a:lnTo>
                  <a:lnTo>
                    <a:pt x="0" y="11017"/>
                  </a:lnTo>
                  <a:close/>
                </a:path>
              </a:pathLst>
            </a:custGeom>
            <a:solidFill>
              <a:srgbClr val="E4C8B6">
                <a:alpha val="100000"/>
              </a:srgbClr>
            </a:solidFill>
            <a:ln w="4762" cap="rnd">
              <a:solidFill>
                <a:srgbClr val="E4C8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4"/>
            <p:cNvSpPr/>
            <p:nvPr/>
          </p:nvSpPr>
          <p:spPr>
            <a:xfrm>
              <a:off x="3738758" y="2304907"/>
              <a:ext cx="17721" cy="12024"/>
            </a:xfrm>
            <a:custGeom>
              <a:avLst/>
              <a:pathLst>
                <a:path w="17721" h="12024">
                  <a:moveTo>
                    <a:pt x="0" y="1006"/>
                  </a:moveTo>
                  <a:lnTo>
                    <a:pt x="17721" y="0"/>
                  </a:lnTo>
                  <a:lnTo>
                    <a:pt x="17721" y="12024"/>
                  </a:lnTo>
                  <a:lnTo>
                    <a:pt x="0" y="12024"/>
                  </a:lnTo>
                  <a:close/>
                </a:path>
              </a:pathLst>
            </a:custGeom>
            <a:solidFill>
              <a:srgbClr val="E4C8B5">
                <a:alpha val="100000"/>
              </a:srgbClr>
            </a:solidFill>
            <a:ln w="4762" cap="rnd">
              <a:solidFill>
                <a:srgbClr val="E4C8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5"/>
            <p:cNvSpPr/>
            <p:nvPr/>
          </p:nvSpPr>
          <p:spPr>
            <a:xfrm>
              <a:off x="3756479" y="2303811"/>
              <a:ext cx="17721" cy="13119"/>
            </a:xfrm>
            <a:custGeom>
              <a:avLst/>
              <a:pathLst>
                <a:path w="17721" h="13119">
                  <a:moveTo>
                    <a:pt x="0" y="1095"/>
                  </a:moveTo>
                  <a:lnTo>
                    <a:pt x="17721" y="0"/>
                  </a:lnTo>
                  <a:lnTo>
                    <a:pt x="17721" y="13119"/>
                  </a:lnTo>
                  <a:lnTo>
                    <a:pt x="0" y="13119"/>
                  </a:lnTo>
                  <a:close/>
                </a:path>
              </a:pathLst>
            </a:custGeom>
            <a:solidFill>
              <a:srgbClr val="E4C7B5">
                <a:alpha val="100000"/>
              </a:srgbClr>
            </a:solidFill>
            <a:ln w="4762" cap="rnd">
              <a:solidFill>
                <a:srgbClr val="E4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6"/>
            <p:cNvSpPr/>
            <p:nvPr/>
          </p:nvSpPr>
          <p:spPr>
            <a:xfrm>
              <a:off x="3774201" y="2302618"/>
              <a:ext cx="17721" cy="14312"/>
            </a:xfrm>
            <a:custGeom>
              <a:avLst/>
              <a:pathLst>
                <a:path w="17721" h="14312">
                  <a:moveTo>
                    <a:pt x="0" y="1192"/>
                  </a:moveTo>
                  <a:lnTo>
                    <a:pt x="17721" y="0"/>
                  </a:lnTo>
                  <a:lnTo>
                    <a:pt x="17721" y="14312"/>
                  </a:lnTo>
                  <a:lnTo>
                    <a:pt x="0" y="14312"/>
                  </a:lnTo>
                  <a:close/>
                </a:path>
              </a:pathLst>
            </a:custGeom>
            <a:solidFill>
              <a:srgbClr val="E3C7B5">
                <a:alpha val="100000"/>
              </a:srgbClr>
            </a:solidFill>
            <a:ln w="4762" cap="rnd">
              <a:solidFill>
                <a:srgbClr val="E3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7"/>
            <p:cNvSpPr/>
            <p:nvPr/>
          </p:nvSpPr>
          <p:spPr>
            <a:xfrm>
              <a:off x="3791922" y="2299992"/>
              <a:ext cx="35442" cy="16938"/>
            </a:xfrm>
            <a:custGeom>
              <a:avLst/>
              <a:pathLst>
                <a:path w="35442" h="16938">
                  <a:moveTo>
                    <a:pt x="0" y="2626"/>
                  </a:moveTo>
                  <a:lnTo>
                    <a:pt x="17721" y="1364"/>
                  </a:lnTo>
                  <a:lnTo>
                    <a:pt x="35442" y="0"/>
                  </a:lnTo>
                  <a:lnTo>
                    <a:pt x="35442" y="16938"/>
                  </a:lnTo>
                  <a:lnTo>
                    <a:pt x="17721" y="16938"/>
                  </a:lnTo>
                  <a:lnTo>
                    <a:pt x="0" y="16938"/>
                  </a:lnTo>
                  <a:close/>
                </a:path>
              </a:pathLst>
            </a:custGeom>
            <a:solidFill>
              <a:srgbClr val="E3C6B4">
                <a:alpha val="100000"/>
              </a:srgbClr>
            </a:solidFill>
            <a:ln w="4762" cap="rnd">
              <a:solidFill>
                <a:srgbClr val="E3C6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8"/>
            <p:cNvSpPr/>
            <p:nvPr/>
          </p:nvSpPr>
          <p:spPr>
            <a:xfrm>
              <a:off x="3827365" y="2298509"/>
              <a:ext cx="17721" cy="18421"/>
            </a:xfrm>
            <a:custGeom>
              <a:avLst/>
              <a:pathLst>
                <a:path w="17721" h="18421">
                  <a:moveTo>
                    <a:pt x="0" y="1482"/>
                  </a:moveTo>
                  <a:lnTo>
                    <a:pt x="17721" y="0"/>
                  </a:lnTo>
                  <a:lnTo>
                    <a:pt x="17721" y="18421"/>
                  </a:lnTo>
                  <a:lnTo>
                    <a:pt x="0" y="18421"/>
                  </a:lnTo>
                  <a:close/>
                </a:path>
              </a:pathLst>
            </a:custGeom>
            <a:solidFill>
              <a:srgbClr val="E3C6B3">
                <a:alpha val="100000"/>
              </a:srgbClr>
            </a:solidFill>
            <a:ln w="4762" cap="rnd">
              <a:solidFill>
                <a:srgbClr val="E3C6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69"/>
            <p:cNvSpPr/>
            <p:nvPr/>
          </p:nvSpPr>
          <p:spPr>
            <a:xfrm>
              <a:off x="3845086" y="2296945"/>
              <a:ext cx="17721" cy="19985"/>
            </a:xfrm>
            <a:custGeom>
              <a:avLst/>
              <a:pathLst>
                <a:path w="17721" h="19985">
                  <a:moveTo>
                    <a:pt x="0" y="1564"/>
                  </a:moveTo>
                  <a:lnTo>
                    <a:pt x="17721" y="0"/>
                  </a:lnTo>
                  <a:lnTo>
                    <a:pt x="17721" y="19985"/>
                  </a:lnTo>
                  <a:lnTo>
                    <a:pt x="0" y="19985"/>
                  </a:lnTo>
                  <a:close/>
                </a:path>
              </a:pathLst>
            </a:custGeom>
            <a:solidFill>
              <a:srgbClr val="E3C5B3">
                <a:alpha val="100000"/>
              </a:srgbClr>
            </a:solidFill>
            <a:ln w="4762" cap="rnd">
              <a:solidFill>
                <a:srgbClr val="E3C5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0"/>
            <p:cNvSpPr/>
            <p:nvPr/>
          </p:nvSpPr>
          <p:spPr>
            <a:xfrm>
              <a:off x="3862808" y="2295263"/>
              <a:ext cx="17721" cy="21667"/>
            </a:xfrm>
            <a:custGeom>
              <a:avLst/>
              <a:pathLst>
                <a:path w="17721" h="21667">
                  <a:moveTo>
                    <a:pt x="0" y="1682"/>
                  </a:moveTo>
                  <a:lnTo>
                    <a:pt x="17721" y="0"/>
                  </a:lnTo>
                  <a:lnTo>
                    <a:pt x="17721" y="21667"/>
                  </a:lnTo>
                  <a:lnTo>
                    <a:pt x="0" y="21667"/>
                  </a:lnTo>
                  <a:close/>
                </a:path>
              </a:pathLst>
            </a:custGeom>
            <a:solidFill>
              <a:srgbClr val="E3C5B2">
                <a:alpha val="100000"/>
              </a:srgbClr>
            </a:solidFill>
            <a:ln w="4762" cap="rnd">
              <a:solidFill>
                <a:srgbClr val="E3C5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1"/>
            <p:cNvSpPr/>
            <p:nvPr/>
          </p:nvSpPr>
          <p:spPr>
            <a:xfrm>
              <a:off x="3880529" y="2291519"/>
              <a:ext cx="35442" cy="25412"/>
            </a:xfrm>
            <a:custGeom>
              <a:avLst/>
              <a:pathLst>
                <a:path w="35442" h="25412">
                  <a:moveTo>
                    <a:pt x="0" y="3744"/>
                  </a:moveTo>
                  <a:lnTo>
                    <a:pt x="17721" y="1919"/>
                  </a:lnTo>
                  <a:lnTo>
                    <a:pt x="35442" y="0"/>
                  </a:lnTo>
                  <a:lnTo>
                    <a:pt x="35442" y="25412"/>
                  </a:lnTo>
                  <a:lnTo>
                    <a:pt x="17721" y="25412"/>
                  </a:lnTo>
                  <a:lnTo>
                    <a:pt x="0" y="25412"/>
                  </a:lnTo>
                  <a:close/>
                </a:path>
              </a:pathLst>
            </a:custGeom>
            <a:solidFill>
              <a:srgbClr val="E2C4B2">
                <a:alpha val="100000"/>
              </a:srgbClr>
            </a:solidFill>
            <a:ln w="4762" cap="rnd">
              <a:solidFill>
                <a:srgbClr val="E2C4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2"/>
            <p:cNvSpPr/>
            <p:nvPr/>
          </p:nvSpPr>
          <p:spPr>
            <a:xfrm>
              <a:off x="3915972" y="2289467"/>
              <a:ext cx="17721" cy="27463"/>
            </a:xfrm>
            <a:custGeom>
              <a:avLst/>
              <a:pathLst>
                <a:path w="17721" h="27463">
                  <a:moveTo>
                    <a:pt x="0" y="2051"/>
                  </a:moveTo>
                  <a:lnTo>
                    <a:pt x="17721" y="0"/>
                  </a:lnTo>
                  <a:lnTo>
                    <a:pt x="17721" y="27463"/>
                  </a:lnTo>
                  <a:lnTo>
                    <a:pt x="0" y="27463"/>
                  </a:lnTo>
                  <a:close/>
                </a:path>
              </a:pathLst>
            </a:custGeom>
            <a:solidFill>
              <a:srgbClr val="E2C4B1">
                <a:alpha val="100000"/>
              </a:srgbClr>
            </a:solidFill>
            <a:ln w="4762" cap="rnd">
              <a:solidFill>
                <a:srgbClr val="E2C4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3"/>
            <p:cNvSpPr/>
            <p:nvPr/>
          </p:nvSpPr>
          <p:spPr>
            <a:xfrm>
              <a:off x="3933693" y="2287246"/>
              <a:ext cx="17721" cy="29684"/>
            </a:xfrm>
            <a:custGeom>
              <a:avLst/>
              <a:pathLst>
                <a:path w="17721" h="29684">
                  <a:moveTo>
                    <a:pt x="0" y="2220"/>
                  </a:moveTo>
                  <a:lnTo>
                    <a:pt x="17721" y="0"/>
                  </a:lnTo>
                  <a:lnTo>
                    <a:pt x="17721" y="29684"/>
                  </a:lnTo>
                  <a:lnTo>
                    <a:pt x="0" y="29684"/>
                  </a:lnTo>
                  <a:close/>
                </a:path>
              </a:pathLst>
            </a:custGeom>
            <a:solidFill>
              <a:srgbClr val="E2C3B1">
                <a:alpha val="100000"/>
              </a:srgbClr>
            </a:solidFill>
            <a:ln w="4762" cap="rnd">
              <a:solidFill>
                <a:srgbClr val="E2C3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4"/>
            <p:cNvSpPr/>
            <p:nvPr/>
          </p:nvSpPr>
          <p:spPr>
            <a:xfrm>
              <a:off x="3951414" y="2284916"/>
              <a:ext cx="17721" cy="32014"/>
            </a:xfrm>
            <a:custGeom>
              <a:avLst/>
              <a:pathLst>
                <a:path w="17721" h="32014">
                  <a:moveTo>
                    <a:pt x="0" y="2330"/>
                  </a:moveTo>
                  <a:lnTo>
                    <a:pt x="17721" y="0"/>
                  </a:lnTo>
                  <a:lnTo>
                    <a:pt x="17721" y="32014"/>
                  </a:lnTo>
                  <a:lnTo>
                    <a:pt x="0" y="32014"/>
                  </a:lnTo>
                  <a:close/>
                </a:path>
              </a:pathLst>
            </a:custGeom>
            <a:solidFill>
              <a:srgbClr val="E2C3B0">
                <a:alpha val="100000"/>
              </a:srgbClr>
            </a:solidFill>
            <a:ln w="4762" cap="rnd">
              <a:solidFill>
                <a:srgbClr val="E2C3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5"/>
            <p:cNvSpPr/>
            <p:nvPr/>
          </p:nvSpPr>
          <p:spPr>
            <a:xfrm>
              <a:off x="3969136" y="2282439"/>
              <a:ext cx="17721" cy="34491"/>
            </a:xfrm>
            <a:custGeom>
              <a:avLst/>
              <a:pathLst>
                <a:path w="17721" h="34491">
                  <a:moveTo>
                    <a:pt x="0" y="2476"/>
                  </a:moveTo>
                  <a:lnTo>
                    <a:pt x="17721" y="0"/>
                  </a:lnTo>
                  <a:lnTo>
                    <a:pt x="17721" y="34491"/>
                  </a:lnTo>
                  <a:lnTo>
                    <a:pt x="0" y="34491"/>
                  </a:lnTo>
                  <a:close/>
                </a:path>
              </a:pathLst>
            </a:custGeom>
            <a:solidFill>
              <a:srgbClr val="E1C2B0">
                <a:alpha val="100000"/>
              </a:srgbClr>
            </a:solidFill>
            <a:ln w="4762" cap="rnd">
              <a:solidFill>
                <a:srgbClr val="E1C2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6"/>
            <p:cNvSpPr/>
            <p:nvPr/>
          </p:nvSpPr>
          <p:spPr>
            <a:xfrm>
              <a:off x="3986857" y="2279766"/>
              <a:ext cx="17721" cy="37164"/>
            </a:xfrm>
            <a:custGeom>
              <a:avLst/>
              <a:pathLst>
                <a:path w="17721" h="37164">
                  <a:moveTo>
                    <a:pt x="0" y="2673"/>
                  </a:moveTo>
                  <a:lnTo>
                    <a:pt x="17721" y="0"/>
                  </a:lnTo>
                  <a:lnTo>
                    <a:pt x="17721" y="37164"/>
                  </a:lnTo>
                  <a:lnTo>
                    <a:pt x="0" y="37164"/>
                  </a:lnTo>
                  <a:close/>
                </a:path>
              </a:pathLst>
            </a:custGeom>
            <a:solidFill>
              <a:srgbClr val="E1C2AF">
                <a:alpha val="100000"/>
              </a:srgbClr>
            </a:solidFill>
            <a:ln w="4762" cap="rnd">
              <a:solidFill>
                <a:srgbClr val="E1C2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7"/>
            <p:cNvSpPr/>
            <p:nvPr/>
          </p:nvSpPr>
          <p:spPr>
            <a:xfrm>
              <a:off x="4004579" y="2274010"/>
              <a:ext cx="35442" cy="42920"/>
            </a:xfrm>
            <a:custGeom>
              <a:avLst/>
              <a:pathLst>
                <a:path w="35442" h="42920">
                  <a:moveTo>
                    <a:pt x="0" y="5755"/>
                  </a:moveTo>
                  <a:lnTo>
                    <a:pt x="17721" y="2957"/>
                  </a:lnTo>
                  <a:lnTo>
                    <a:pt x="35442" y="0"/>
                  </a:lnTo>
                  <a:lnTo>
                    <a:pt x="35442" y="42920"/>
                  </a:lnTo>
                  <a:lnTo>
                    <a:pt x="17721" y="42920"/>
                  </a:lnTo>
                  <a:lnTo>
                    <a:pt x="0" y="42920"/>
                  </a:lnTo>
                  <a:close/>
                </a:path>
              </a:pathLst>
            </a:custGeom>
            <a:solidFill>
              <a:srgbClr val="E1C1AF">
                <a:alpha val="100000"/>
              </a:srgbClr>
            </a:solidFill>
            <a:ln w="4762" cap="rnd">
              <a:solidFill>
                <a:srgbClr val="E1C1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8"/>
            <p:cNvSpPr/>
            <p:nvPr/>
          </p:nvSpPr>
          <p:spPr>
            <a:xfrm>
              <a:off x="4040021" y="2270827"/>
              <a:ext cx="17721" cy="46103"/>
            </a:xfrm>
            <a:custGeom>
              <a:avLst/>
              <a:pathLst>
                <a:path w="17721" h="46103">
                  <a:moveTo>
                    <a:pt x="0" y="3183"/>
                  </a:moveTo>
                  <a:lnTo>
                    <a:pt x="17721" y="0"/>
                  </a:lnTo>
                  <a:lnTo>
                    <a:pt x="17721" y="46103"/>
                  </a:lnTo>
                  <a:lnTo>
                    <a:pt x="0" y="46103"/>
                  </a:lnTo>
                  <a:close/>
                </a:path>
              </a:pathLst>
            </a:custGeom>
            <a:solidFill>
              <a:srgbClr val="E1C1AE">
                <a:alpha val="100000"/>
              </a:srgbClr>
            </a:solidFill>
            <a:ln w="4762" cap="rnd">
              <a:solidFill>
                <a:srgbClr val="E1C1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79"/>
            <p:cNvSpPr/>
            <p:nvPr/>
          </p:nvSpPr>
          <p:spPr>
            <a:xfrm>
              <a:off x="4057743" y="2267505"/>
              <a:ext cx="17721" cy="49425"/>
            </a:xfrm>
            <a:custGeom>
              <a:avLst/>
              <a:pathLst>
                <a:path w="17721" h="49425">
                  <a:moveTo>
                    <a:pt x="0" y="3322"/>
                  </a:moveTo>
                  <a:lnTo>
                    <a:pt x="17721" y="0"/>
                  </a:lnTo>
                  <a:lnTo>
                    <a:pt x="17721" y="49425"/>
                  </a:lnTo>
                  <a:lnTo>
                    <a:pt x="0" y="49425"/>
                  </a:lnTo>
                  <a:close/>
                </a:path>
              </a:pathLst>
            </a:custGeom>
            <a:solidFill>
              <a:srgbClr val="E0C0AE">
                <a:alpha val="100000"/>
              </a:srgbClr>
            </a:solidFill>
            <a:ln w="4762" cap="rnd">
              <a:solidFill>
                <a:srgbClr val="E0C0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0"/>
            <p:cNvSpPr/>
            <p:nvPr/>
          </p:nvSpPr>
          <p:spPr>
            <a:xfrm>
              <a:off x="4075464" y="2264012"/>
              <a:ext cx="17721" cy="52918"/>
            </a:xfrm>
            <a:custGeom>
              <a:avLst/>
              <a:pathLst>
                <a:path w="17721" h="52918">
                  <a:moveTo>
                    <a:pt x="0" y="3493"/>
                  </a:moveTo>
                  <a:lnTo>
                    <a:pt x="17721" y="0"/>
                  </a:lnTo>
                  <a:lnTo>
                    <a:pt x="17721" y="52918"/>
                  </a:lnTo>
                  <a:lnTo>
                    <a:pt x="0" y="52918"/>
                  </a:lnTo>
                  <a:close/>
                </a:path>
              </a:pathLst>
            </a:custGeom>
            <a:solidFill>
              <a:srgbClr val="E0C0AD">
                <a:alpha val="100000"/>
              </a:srgbClr>
            </a:solidFill>
            <a:ln w="4762" cap="rnd">
              <a:solidFill>
                <a:srgbClr val="E0C0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1"/>
            <p:cNvSpPr/>
            <p:nvPr/>
          </p:nvSpPr>
          <p:spPr>
            <a:xfrm>
              <a:off x="4093185" y="2260263"/>
              <a:ext cx="17721" cy="56667"/>
            </a:xfrm>
            <a:custGeom>
              <a:avLst/>
              <a:pathLst>
                <a:path w="17721" h="56667">
                  <a:moveTo>
                    <a:pt x="0" y="3748"/>
                  </a:moveTo>
                  <a:lnTo>
                    <a:pt x="17721" y="0"/>
                  </a:lnTo>
                  <a:lnTo>
                    <a:pt x="17721" y="56667"/>
                  </a:lnTo>
                  <a:lnTo>
                    <a:pt x="0" y="56667"/>
                  </a:lnTo>
                  <a:close/>
                </a:path>
              </a:pathLst>
            </a:custGeom>
            <a:solidFill>
              <a:srgbClr val="E0BFAD">
                <a:alpha val="100000"/>
              </a:srgbClr>
            </a:solidFill>
            <a:ln w="4762" cap="rnd">
              <a:solidFill>
                <a:srgbClr val="E0BF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2"/>
            <p:cNvSpPr/>
            <p:nvPr/>
          </p:nvSpPr>
          <p:spPr>
            <a:xfrm>
              <a:off x="4110907" y="2252282"/>
              <a:ext cx="35442" cy="64648"/>
            </a:xfrm>
            <a:custGeom>
              <a:avLst/>
              <a:pathLst>
                <a:path w="35442" h="64648">
                  <a:moveTo>
                    <a:pt x="0" y="7981"/>
                  </a:moveTo>
                  <a:lnTo>
                    <a:pt x="17721" y="4080"/>
                  </a:lnTo>
                  <a:lnTo>
                    <a:pt x="35442" y="0"/>
                  </a:lnTo>
                  <a:lnTo>
                    <a:pt x="35442" y="64648"/>
                  </a:lnTo>
                  <a:lnTo>
                    <a:pt x="17721" y="64648"/>
                  </a:lnTo>
                  <a:lnTo>
                    <a:pt x="0" y="64648"/>
                  </a:lnTo>
                  <a:close/>
                </a:path>
              </a:pathLst>
            </a:custGeom>
            <a:solidFill>
              <a:srgbClr val="E0BFAC">
                <a:alpha val="100000"/>
              </a:srgbClr>
            </a:solidFill>
            <a:ln w="4762" cap="rnd">
              <a:solidFill>
                <a:srgbClr val="E0BF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3"/>
            <p:cNvSpPr/>
            <p:nvPr/>
          </p:nvSpPr>
          <p:spPr>
            <a:xfrm>
              <a:off x="4146349" y="2247917"/>
              <a:ext cx="17721" cy="69013"/>
            </a:xfrm>
            <a:custGeom>
              <a:avLst/>
              <a:pathLst>
                <a:path w="17721" h="69013">
                  <a:moveTo>
                    <a:pt x="0" y="4364"/>
                  </a:moveTo>
                  <a:lnTo>
                    <a:pt x="17721" y="0"/>
                  </a:lnTo>
                  <a:lnTo>
                    <a:pt x="17721" y="69013"/>
                  </a:lnTo>
                  <a:lnTo>
                    <a:pt x="0" y="69013"/>
                  </a:lnTo>
                  <a:close/>
                </a:path>
              </a:pathLst>
            </a:custGeom>
            <a:solidFill>
              <a:srgbClr val="DFBEAC">
                <a:alpha val="100000"/>
              </a:srgbClr>
            </a:solidFill>
            <a:ln w="4762" cap="rnd">
              <a:solidFill>
                <a:srgbClr val="DFBE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4"/>
            <p:cNvSpPr/>
            <p:nvPr/>
          </p:nvSpPr>
          <p:spPr>
            <a:xfrm>
              <a:off x="4164071" y="2243390"/>
              <a:ext cx="17721" cy="73540"/>
            </a:xfrm>
            <a:custGeom>
              <a:avLst/>
              <a:pathLst>
                <a:path w="17721" h="73540">
                  <a:moveTo>
                    <a:pt x="0" y="4527"/>
                  </a:moveTo>
                  <a:lnTo>
                    <a:pt x="17721" y="0"/>
                  </a:lnTo>
                  <a:lnTo>
                    <a:pt x="17721" y="73540"/>
                  </a:lnTo>
                  <a:lnTo>
                    <a:pt x="0" y="73540"/>
                  </a:lnTo>
                  <a:close/>
                </a:path>
              </a:pathLst>
            </a:custGeom>
            <a:solidFill>
              <a:srgbClr val="DFBEAB">
                <a:alpha val="100000"/>
              </a:srgbClr>
            </a:solidFill>
            <a:ln w="4762" cap="rnd">
              <a:solidFill>
                <a:srgbClr val="DFBE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5"/>
            <p:cNvSpPr/>
            <p:nvPr/>
          </p:nvSpPr>
          <p:spPr>
            <a:xfrm>
              <a:off x="4181792" y="2238676"/>
              <a:ext cx="17721" cy="78254"/>
            </a:xfrm>
            <a:custGeom>
              <a:avLst/>
              <a:pathLst>
                <a:path w="17721" h="78254">
                  <a:moveTo>
                    <a:pt x="0" y="4713"/>
                  </a:moveTo>
                  <a:lnTo>
                    <a:pt x="17721" y="0"/>
                  </a:lnTo>
                  <a:lnTo>
                    <a:pt x="17721" y="78254"/>
                  </a:lnTo>
                  <a:lnTo>
                    <a:pt x="0" y="78254"/>
                  </a:lnTo>
                  <a:close/>
                </a:path>
              </a:pathLst>
            </a:custGeom>
            <a:solidFill>
              <a:srgbClr val="DFBDAB">
                <a:alpha val="100000"/>
              </a:srgbClr>
            </a:solidFill>
            <a:ln w="4762" cap="rnd">
              <a:solidFill>
                <a:srgbClr val="DFBD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6"/>
            <p:cNvSpPr/>
            <p:nvPr/>
          </p:nvSpPr>
          <p:spPr>
            <a:xfrm>
              <a:off x="4199514" y="2228458"/>
              <a:ext cx="35442" cy="88472"/>
            </a:xfrm>
            <a:custGeom>
              <a:avLst/>
              <a:pathLst>
                <a:path w="35442" h="88472">
                  <a:moveTo>
                    <a:pt x="0" y="10217"/>
                  </a:moveTo>
                  <a:lnTo>
                    <a:pt x="17721" y="5195"/>
                  </a:lnTo>
                  <a:lnTo>
                    <a:pt x="35442" y="0"/>
                  </a:lnTo>
                  <a:lnTo>
                    <a:pt x="35442" y="88472"/>
                  </a:lnTo>
                  <a:lnTo>
                    <a:pt x="17721" y="88472"/>
                  </a:lnTo>
                  <a:lnTo>
                    <a:pt x="0" y="88472"/>
                  </a:lnTo>
                  <a:close/>
                </a:path>
              </a:pathLst>
            </a:custGeom>
            <a:solidFill>
              <a:srgbClr val="DFBDAA">
                <a:alpha val="100000"/>
              </a:srgbClr>
            </a:solidFill>
            <a:ln w="4762" cap="rnd">
              <a:solidFill>
                <a:srgbClr val="DFBD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7"/>
            <p:cNvSpPr/>
            <p:nvPr/>
          </p:nvSpPr>
          <p:spPr>
            <a:xfrm>
              <a:off x="4234956" y="2223075"/>
              <a:ext cx="17721" cy="93856"/>
            </a:xfrm>
            <a:custGeom>
              <a:avLst/>
              <a:pathLst>
                <a:path w="17721" h="93856">
                  <a:moveTo>
                    <a:pt x="0" y="5383"/>
                  </a:moveTo>
                  <a:lnTo>
                    <a:pt x="17721" y="0"/>
                  </a:lnTo>
                  <a:lnTo>
                    <a:pt x="17721" y="93856"/>
                  </a:lnTo>
                  <a:lnTo>
                    <a:pt x="0" y="93856"/>
                  </a:lnTo>
                  <a:close/>
                </a:path>
              </a:pathLst>
            </a:custGeom>
            <a:solidFill>
              <a:srgbClr val="DFBCA9">
                <a:alpha val="100000"/>
              </a:srgbClr>
            </a:solidFill>
            <a:ln w="4762" cap="rnd">
              <a:solidFill>
                <a:srgbClr val="DF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8"/>
            <p:cNvSpPr/>
            <p:nvPr/>
          </p:nvSpPr>
          <p:spPr>
            <a:xfrm>
              <a:off x="4252678" y="2217362"/>
              <a:ext cx="17721" cy="99568"/>
            </a:xfrm>
            <a:custGeom>
              <a:avLst/>
              <a:pathLst>
                <a:path w="17721" h="99568">
                  <a:moveTo>
                    <a:pt x="0" y="5712"/>
                  </a:moveTo>
                  <a:lnTo>
                    <a:pt x="17721" y="0"/>
                  </a:lnTo>
                  <a:lnTo>
                    <a:pt x="17721" y="99568"/>
                  </a:lnTo>
                  <a:lnTo>
                    <a:pt x="0" y="99568"/>
                  </a:lnTo>
                  <a:close/>
                </a:path>
              </a:pathLst>
            </a:custGeom>
            <a:solidFill>
              <a:srgbClr val="DEBCA9">
                <a:alpha val="100000"/>
              </a:srgbClr>
            </a:solidFill>
            <a:ln w="4762" cap="rnd">
              <a:solidFill>
                <a:srgbClr val="DE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89"/>
            <p:cNvSpPr/>
            <p:nvPr/>
          </p:nvSpPr>
          <p:spPr>
            <a:xfrm>
              <a:off x="4270399" y="2211472"/>
              <a:ext cx="17721" cy="105458"/>
            </a:xfrm>
            <a:custGeom>
              <a:avLst/>
              <a:pathLst>
                <a:path w="17721" h="105458">
                  <a:moveTo>
                    <a:pt x="0" y="5890"/>
                  </a:moveTo>
                  <a:lnTo>
                    <a:pt x="17721" y="0"/>
                  </a:lnTo>
                  <a:lnTo>
                    <a:pt x="17721" y="105458"/>
                  </a:lnTo>
                  <a:lnTo>
                    <a:pt x="0" y="105458"/>
                  </a:lnTo>
                  <a:close/>
                </a:path>
              </a:pathLst>
            </a:custGeom>
            <a:solidFill>
              <a:srgbClr val="DEBBA9">
                <a:alpha val="100000"/>
              </a:srgbClr>
            </a:solidFill>
            <a:ln w="4762" cap="rnd">
              <a:solidFill>
                <a:srgbClr val="DEBB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0"/>
            <p:cNvSpPr/>
            <p:nvPr/>
          </p:nvSpPr>
          <p:spPr>
            <a:xfrm>
              <a:off x="4288120" y="2198976"/>
              <a:ext cx="35442" cy="117954"/>
            </a:xfrm>
            <a:custGeom>
              <a:avLst/>
              <a:pathLst>
                <a:path w="35442" h="117954">
                  <a:moveTo>
                    <a:pt x="0" y="12495"/>
                  </a:moveTo>
                  <a:lnTo>
                    <a:pt x="17721" y="6419"/>
                  </a:lnTo>
                  <a:lnTo>
                    <a:pt x="35442" y="0"/>
                  </a:lnTo>
                  <a:lnTo>
                    <a:pt x="35442" y="117954"/>
                  </a:lnTo>
                  <a:lnTo>
                    <a:pt x="17721" y="117954"/>
                  </a:lnTo>
                  <a:lnTo>
                    <a:pt x="0" y="117954"/>
                  </a:lnTo>
                  <a:close/>
                </a:path>
              </a:pathLst>
            </a:custGeom>
            <a:solidFill>
              <a:srgbClr val="DEBBA8">
                <a:alpha val="100000"/>
              </a:srgbClr>
            </a:solidFill>
            <a:ln w="4762" cap="rnd">
              <a:solidFill>
                <a:srgbClr val="DEBBA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1"/>
            <p:cNvSpPr/>
            <p:nvPr/>
          </p:nvSpPr>
          <p:spPr>
            <a:xfrm>
              <a:off x="4323563" y="2192378"/>
              <a:ext cx="17721" cy="124552"/>
            </a:xfrm>
            <a:custGeom>
              <a:avLst/>
              <a:pathLst>
                <a:path w="17721" h="124552">
                  <a:moveTo>
                    <a:pt x="0" y="6598"/>
                  </a:moveTo>
                  <a:lnTo>
                    <a:pt x="17721" y="0"/>
                  </a:lnTo>
                  <a:lnTo>
                    <a:pt x="17721" y="124552"/>
                  </a:lnTo>
                  <a:lnTo>
                    <a:pt x="0" y="124552"/>
                  </a:lnTo>
                  <a:close/>
                </a:path>
              </a:pathLst>
            </a:custGeom>
            <a:solidFill>
              <a:srgbClr val="DEBAA7">
                <a:alpha val="100000"/>
              </a:srgbClr>
            </a:solidFill>
            <a:ln w="4762" cap="rnd">
              <a:solidFill>
                <a:srgbClr val="DE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2"/>
            <p:cNvSpPr/>
            <p:nvPr/>
          </p:nvSpPr>
          <p:spPr>
            <a:xfrm>
              <a:off x="4341285" y="2185601"/>
              <a:ext cx="17721" cy="131329"/>
            </a:xfrm>
            <a:custGeom>
              <a:avLst/>
              <a:pathLst>
                <a:path w="17721" h="131329">
                  <a:moveTo>
                    <a:pt x="0" y="6777"/>
                  </a:moveTo>
                  <a:lnTo>
                    <a:pt x="17721" y="0"/>
                  </a:lnTo>
                  <a:lnTo>
                    <a:pt x="17721" y="131329"/>
                  </a:lnTo>
                  <a:lnTo>
                    <a:pt x="0" y="131329"/>
                  </a:lnTo>
                  <a:close/>
                </a:path>
              </a:pathLst>
            </a:custGeom>
            <a:solidFill>
              <a:srgbClr val="DDBAA7">
                <a:alpha val="100000"/>
              </a:srgbClr>
            </a:solidFill>
            <a:ln w="4762" cap="rnd">
              <a:solidFill>
                <a:srgbClr val="DD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3"/>
            <p:cNvSpPr/>
            <p:nvPr/>
          </p:nvSpPr>
          <p:spPr>
            <a:xfrm>
              <a:off x="4359006" y="2178476"/>
              <a:ext cx="17721" cy="138454"/>
            </a:xfrm>
            <a:custGeom>
              <a:avLst/>
              <a:pathLst>
                <a:path w="17721" h="138454">
                  <a:moveTo>
                    <a:pt x="0" y="7124"/>
                  </a:moveTo>
                  <a:lnTo>
                    <a:pt x="17721" y="0"/>
                  </a:lnTo>
                  <a:lnTo>
                    <a:pt x="17721" y="138454"/>
                  </a:lnTo>
                  <a:lnTo>
                    <a:pt x="0" y="138454"/>
                  </a:lnTo>
                  <a:close/>
                </a:path>
              </a:pathLst>
            </a:custGeom>
            <a:solidFill>
              <a:srgbClr val="DDB9A7">
                <a:alpha val="100000"/>
              </a:srgbClr>
            </a:solidFill>
            <a:ln w="4762" cap="rnd">
              <a:solidFill>
                <a:srgbClr val="DDB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4"/>
            <p:cNvSpPr/>
            <p:nvPr/>
          </p:nvSpPr>
          <p:spPr>
            <a:xfrm>
              <a:off x="4376727" y="2163704"/>
              <a:ext cx="35442" cy="153226"/>
            </a:xfrm>
            <a:custGeom>
              <a:avLst/>
              <a:pathLst>
                <a:path w="35442" h="153226">
                  <a:moveTo>
                    <a:pt x="0" y="14772"/>
                  </a:moveTo>
                  <a:lnTo>
                    <a:pt x="17721" y="7473"/>
                  </a:lnTo>
                  <a:lnTo>
                    <a:pt x="35442" y="0"/>
                  </a:lnTo>
                  <a:lnTo>
                    <a:pt x="35442" y="153226"/>
                  </a:lnTo>
                  <a:lnTo>
                    <a:pt x="17721" y="153226"/>
                  </a:lnTo>
                  <a:lnTo>
                    <a:pt x="0" y="153226"/>
                  </a:lnTo>
                  <a:close/>
                </a:path>
              </a:pathLst>
            </a:custGeom>
            <a:solidFill>
              <a:srgbClr val="DDB9A6">
                <a:alpha val="100000"/>
              </a:srgbClr>
            </a:solidFill>
            <a:ln w="4762" cap="rnd">
              <a:solidFill>
                <a:srgbClr val="DDB9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5"/>
            <p:cNvSpPr/>
            <p:nvPr/>
          </p:nvSpPr>
          <p:spPr>
            <a:xfrm>
              <a:off x="4412170" y="2155904"/>
              <a:ext cx="17721" cy="161026"/>
            </a:xfrm>
            <a:custGeom>
              <a:avLst/>
              <a:pathLst>
                <a:path w="17721" h="161026">
                  <a:moveTo>
                    <a:pt x="0" y="7799"/>
                  </a:moveTo>
                  <a:lnTo>
                    <a:pt x="17721" y="0"/>
                  </a:lnTo>
                  <a:lnTo>
                    <a:pt x="17721" y="161026"/>
                  </a:lnTo>
                  <a:lnTo>
                    <a:pt x="0" y="161026"/>
                  </a:lnTo>
                  <a:close/>
                </a:path>
              </a:pathLst>
            </a:custGeom>
            <a:solidFill>
              <a:srgbClr val="DDB8A5">
                <a:alpha val="100000"/>
              </a:srgbClr>
            </a:solidFill>
            <a:ln w="4762" cap="rnd">
              <a:solidFill>
                <a:srgbClr val="DD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6"/>
            <p:cNvSpPr/>
            <p:nvPr/>
          </p:nvSpPr>
          <p:spPr>
            <a:xfrm>
              <a:off x="4429891" y="2147933"/>
              <a:ext cx="17721" cy="168997"/>
            </a:xfrm>
            <a:custGeom>
              <a:avLst/>
              <a:pathLst>
                <a:path w="17721" h="168997">
                  <a:moveTo>
                    <a:pt x="0" y="7970"/>
                  </a:moveTo>
                  <a:lnTo>
                    <a:pt x="17721" y="0"/>
                  </a:lnTo>
                  <a:lnTo>
                    <a:pt x="17721" y="168997"/>
                  </a:lnTo>
                  <a:lnTo>
                    <a:pt x="0" y="168997"/>
                  </a:lnTo>
                  <a:close/>
                </a:path>
              </a:pathLst>
            </a:custGeom>
            <a:solidFill>
              <a:srgbClr val="DCB8A5">
                <a:alpha val="100000"/>
              </a:srgbClr>
            </a:solidFill>
            <a:ln w="4762" cap="rnd">
              <a:solidFill>
                <a:srgbClr val="DC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7"/>
            <p:cNvSpPr/>
            <p:nvPr/>
          </p:nvSpPr>
          <p:spPr>
            <a:xfrm>
              <a:off x="4447613" y="2122781"/>
              <a:ext cx="53164" cy="194149"/>
            </a:xfrm>
            <a:custGeom>
              <a:avLst/>
              <a:pathLst>
                <a:path w="53164" h="194149">
                  <a:moveTo>
                    <a:pt x="0" y="25152"/>
                  </a:moveTo>
                  <a:lnTo>
                    <a:pt x="17721" y="17017"/>
                  </a:lnTo>
                  <a:lnTo>
                    <a:pt x="35442" y="8589"/>
                  </a:lnTo>
                  <a:lnTo>
                    <a:pt x="53164" y="0"/>
                  </a:lnTo>
                  <a:lnTo>
                    <a:pt x="53164" y="194149"/>
                  </a:lnTo>
                  <a:lnTo>
                    <a:pt x="35442" y="194149"/>
                  </a:lnTo>
                  <a:lnTo>
                    <a:pt x="17721" y="194149"/>
                  </a:lnTo>
                  <a:lnTo>
                    <a:pt x="0" y="194149"/>
                  </a:lnTo>
                  <a:close/>
                </a:path>
              </a:pathLst>
            </a:custGeom>
            <a:solidFill>
              <a:srgbClr val="DCB7A4">
                <a:alpha val="100000"/>
              </a:srgbClr>
            </a:solidFill>
            <a:ln w="4762" cap="rnd">
              <a:solidFill>
                <a:srgbClr val="DCB7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8"/>
            <p:cNvSpPr/>
            <p:nvPr/>
          </p:nvSpPr>
          <p:spPr>
            <a:xfrm>
              <a:off x="4500777" y="2114045"/>
              <a:ext cx="17721" cy="202885"/>
            </a:xfrm>
            <a:custGeom>
              <a:avLst/>
              <a:pathLst>
                <a:path w="17721" h="202885">
                  <a:moveTo>
                    <a:pt x="0" y="8735"/>
                  </a:moveTo>
                  <a:lnTo>
                    <a:pt x="17721" y="0"/>
                  </a:lnTo>
                  <a:lnTo>
                    <a:pt x="17721" y="202885"/>
                  </a:lnTo>
                  <a:lnTo>
                    <a:pt x="0" y="202885"/>
                  </a:lnTo>
                  <a:close/>
                </a:path>
              </a:pathLst>
            </a:custGeom>
            <a:solidFill>
              <a:srgbClr val="DCB6A3">
                <a:alpha val="100000"/>
              </a:srgbClr>
            </a:solidFill>
            <a:ln w="4762" cap="rnd">
              <a:solidFill>
                <a:srgbClr val="DC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299"/>
            <p:cNvSpPr/>
            <p:nvPr/>
          </p:nvSpPr>
          <p:spPr>
            <a:xfrm>
              <a:off x="4518498" y="2105059"/>
              <a:ext cx="17721" cy="211872"/>
            </a:xfrm>
            <a:custGeom>
              <a:avLst/>
              <a:pathLst>
                <a:path w="17721" h="211872">
                  <a:moveTo>
                    <a:pt x="0" y="8986"/>
                  </a:moveTo>
                  <a:lnTo>
                    <a:pt x="17721" y="0"/>
                  </a:lnTo>
                  <a:lnTo>
                    <a:pt x="17721" y="211872"/>
                  </a:lnTo>
                  <a:lnTo>
                    <a:pt x="0" y="211872"/>
                  </a:lnTo>
                  <a:close/>
                </a:path>
              </a:pathLst>
            </a:custGeom>
            <a:solidFill>
              <a:srgbClr val="DBB6A3">
                <a:alpha val="100000"/>
              </a:srgbClr>
            </a:solidFill>
            <a:ln w="4762" cap="rnd">
              <a:solidFill>
                <a:srgbClr val="DB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0"/>
            <p:cNvSpPr/>
            <p:nvPr/>
          </p:nvSpPr>
          <p:spPr>
            <a:xfrm>
              <a:off x="4536220" y="2086682"/>
              <a:ext cx="35442" cy="230249"/>
            </a:xfrm>
            <a:custGeom>
              <a:avLst/>
              <a:pathLst>
                <a:path w="35442" h="230249">
                  <a:moveTo>
                    <a:pt x="0" y="18377"/>
                  </a:moveTo>
                  <a:lnTo>
                    <a:pt x="17721" y="9249"/>
                  </a:lnTo>
                  <a:lnTo>
                    <a:pt x="35442" y="0"/>
                  </a:lnTo>
                  <a:lnTo>
                    <a:pt x="35442" y="230249"/>
                  </a:lnTo>
                  <a:lnTo>
                    <a:pt x="17721" y="230249"/>
                  </a:lnTo>
                  <a:lnTo>
                    <a:pt x="0" y="230249"/>
                  </a:lnTo>
                  <a:close/>
                </a:path>
              </a:pathLst>
            </a:custGeom>
            <a:solidFill>
              <a:srgbClr val="DBB5A2">
                <a:alpha val="100000"/>
              </a:srgbClr>
            </a:solidFill>
            <a:ln w="4762" cap="rnd">
              <a:solidFill>
                <a:srgbClr val="DBB5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1"/>
            <p:cNvSpPr/>
            <p:nvPr/>
          </p:nvSpPr>
          <p:spPr>
            <a:xfrm>
              <a:off x="4571662" y="2077235"/>
              <a:ext cx="17721" cy="239696"/>
            </a:xfrm>
            <a:custGeom>
              <a:avLst/>
              <a:pathLst>
                <a:path w="17721" h="239696">
                  <a:moveTo>
                    <a:pt x="0" y="9446"/>
                  </a:moveTo>
                  <a:lnTo>
                    <a:pt x="17721" y="0"/>
                  </a:lnTo>
                  <a:lnTo>
                    <a:pt x="17721" y="239696"/>
                  </a:lnTo>
                  <a:lnTo>
                    <a:pt x="0" y="239696"/>
                  </a:lnTo>
                  <a:close/>
                </a:path>
              </a:pathLst>
            </a:custGeom>
            <a:solidFill>
              <a:srgbClr val="DBB5A1">
                <a:alpha val="100000"/>
              </a:srgbClr>
            </a:solidFill>
            <a:ln w="4762" cap="rnd">
              <a:solidFill>
                <a:srgbClr val="DBB5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2"/>
            <p:cNvSpPr/>
            <p:nvPr/>
          </p:nvSpPr>
          <p:spPr>
            <a:xfrm>
              <a:off x="4589384" y="2067676"/>
              <a:ext cx="17721" cy="249254"/>
            </a:xfrm>
            <a:custGeom>
              <a:avLst/>
              <a:pathLst>
                <a:path w="17721" h="249254">
                  <a:moveTo>
                    <a:pt x="0" y="9558"/>
                  </a:moveTo>
                  <a:lnTo>
                    <a:pt x="17721" y="0"/>
                  </a:lnTo>
                  <a:lnTo>
                    <a:pt x="17721" y="249254"/>
                  </a:lnTo>
                  <a:lnTo>
                    <a:pt x="0" y="249254"/>
                  </a:lnTo>
                  <a:close/>
                </a:path>
              </a:pathLst>
            </a:custGeom>
            <a:solidFill>
              <a:srgbClr val="DBB4A1">
                <a:alpha val="100000"/>
              </a:srgbClr>
            </a:solidFill>
            <a:ln w="4762" cap="rnd">
              <a:solidFill>
                <a:srgbClr val="DB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3"/>
            <p:cNvSpPr/>
            <p:nvPr/>
          </p:nvSpPr>
          <p:spPr>
            <a:xfrm>
              <a:off x="4607105" y="2058027"/>
              <a:ext cx="17721" cy="258903"/>
            </a:xfrm>
            <a:custGeom>
              <a:avLst/>
              <a:pathLst>
                <a:path w="17721" h="258903">
                  <a:moveTo>
                    <a:pt x="0" y="9649"/>
                  </a:moveTo>
                  <a:lnTo>
                    <a:pt x="17721" y="0"/>
                  </a:lnTo>
                  <a:lnTo>
                    <a:pt x="17721" y="258903"/>
                  </a:lnTo>
                  <a:lnTo>
                    <a:pt x="0" y="258903"/>
                  </a:lnTo>
                  <a:close/>
                </a:path>
              </a:pathLst>
            </a:custGeom>
            <a:solidFill>
              <a:srgbClr val="DAB4A1">
                <a:alpha val="100000"/>
              </a:srgbClr>
            </a:solidFill>
            <a:ln w="4762" cap="rnd">
              <a:solidFill>
                <a:srgbClr val="DA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4"/>
            <p:cNvSpPr/>
            <p:nvPr/>
          </p:nvSpPr>
          <p:spPr>
            <a:xfrm>
              <a:off x="4624826" y="2038389"/>
              <a:ext cx="35442" cy="278542"/>
            </a:xfrm>
            <a:custGeom>
              <a:avLst/>
              <a:pathLst>
                <a:path w="35442" h="278542">
                  <a:moveTo>
                    <a:pt x="0" y="19638"/>
                  </a:moveTo>
                  <a:lnTo>
                    <a:pt x="17721" y="9854"/>
                  </a:lnTo>
                  <a:lnTo>
                    <a:pt x="35442" y="0"/>
                  </a:lnTo>
                  <a:lnTo>
                    <a:pt x="35442" y="278542"/>
                  </a:lnTo>
                  <a:lnTo>
                    <a:pt x="17721" y="278542"/>
                  </a:lnTo>
                  <a:lnTo>
                    <a:pt x="0" y="278542"/>
                  </a:lnTo>
                  <a:close/>
                </a:path>
              </a:pathLst>
            </a:custGeom>
            <a:solidFill>
              <a:srgbClr val="DAB3A0">
                <a:alpha val="100000"/>
              </a:srgbClr>
            </a:solidFill>
            <a:ln w="4762" cap="rnd">
              <a:solidFill>
                <a:srgbClr val="DAB3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5"/>
            <p:cNvSpPr/>
            <p:nvPr/>
          </p:nvSpPr>
          <p:spPr>
            <a:xfrm>
              <a:off x="4660269" y="2028481"/>
              <a:ext cx="17721" cy="288450"/>
            </a:xfrm>
            <a:custGeom>
              <a:avLst/>
              <a:pathLst>
                <a:path w="17721" h="288450">
                  <a:moveTo>
                    <a:pt x="0" y="9908"/>
                  </a:moveTo>
                  <a:lnTo>
                    <a:pt x="17721" y="0"/>
                  </a:lnTo>
                  <a:lnTo>
                    <a:pt x="17721" y="288450"/>
                  </a:lnTo>
                  <a:lnTo>
                    <a:pt x="0" y="288450"/>
                  </a:lnTo>
                  <a:close/>
                </a:path>
              </a:pathLst>
            </a:custGeom>
            <a:solidFill>
              <a:srgbClr val="DAB39F">
                <a:alpha val="100000"/>
              </a:srgbClr>
            </a:solidFill>
            <a:ln w="4762" cap="rnd">
              <a:solidFill>
                <a:srgbClr val="DAB3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6"/>
            <p:cNvSpPr/>
            <p:nvPr/>
          </p:nvSpPr>
          <p:spPr>
            <a:xfrm>
              <a:off x="4677991" y="2018508"/>
              <a:ext cx="17721" cy="298422"/>
            </a:xfrm>
            <a:custGeom>
              <a:avLst/>
              <a:pathLst>
                <a:path w="17721" h="298422">
                  <a:moveTo>
                    <a:pt x="0" y="9972"/>
                  </a:moveTo>
                  <a:lnTo>
                    <a:pt x="17721" y="0"/>
                  </a:lnTo>
                  <a:lnTo>
                    <a:pt x="17721" y="298422"/>
                  </a:lnTo>
                  <a:lnTo>
                    <a:pt x="0" y="298422"/>
                  </a:lnTo>
                  <a:close/>
                </a:path>
              </a:pathLst>
            </a:custGeom>
            <a:solidFill>
              <a:srgbClr val="DAB29F">
                <a:alpha val="100000"/>
              </a:srgbClr>
            </a:solidFill>
            <a:ln w="4762" cap="rnd">
              <a:solidFill>
                <a:srgbClr val="DA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7"/>
            <p:cNvSpPr/>
            <p:nvPr/>
          </p:nvSpPr>
          <p:spPr>
            <a:xfrm>
              <a:off x="4695712" y="2008515"/>
              <a:ext cx="17721" cy="308415"/>
            </a:xfrm>
            <a:custGeom>
              <a:avLst/>
              <a:pathLst>
                <a:path w="17721" h="308415">
                  <a:moveTo>
                    <a:pt x="0" y="9993"/>
                  </a:moveTo>
                  <a:lnTo>
                    <a:pt x="17721" y="0"/>
                  </a:lnTo>
                  <a:lnTo>
                    <a:pt x="17721" y="308415"/>
                  </a:lnTo>
                  <a:lnTo>
                    <a:pt x="0" y="308415"/>
                  </a:lnTo>
                  <a:close/>
                </a:path>
              </a:pathLst>
            </a:custGeom>
            <a:solidFill>
              <a:srgbClr val="D9B29F">
                <a:alpha val="100000"/>
              </a:srgbClr>
            </a:solidFill>
            <a:ln w="4762" cap="rnd">
              <a:solidFill>
                <a:srgbClr val="D9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8"/>
            <p:cNvSpPr/>
            <p:nvPr/>
          </p:nvSpPr>
          <p:spPr>
            <a:xfrm>
              <a:off x="4713433" y="1988521"/>
              <a:ext cx="35442" cy="328409"/>
            </a:xfrm>
            <a:custGeom>
              <a:avLst/>
              <a:pathLst>
                <a:path w="35442" h="328409">
                  <a:moveTo>
                    <a:pt x="0" y="19993"/>
                  </a:moveTo>
                  <a:lnTo>
                    <a:pt x="17721" y="9991"/>
                  </a:lnTo>
                  <a:lnTo>
                    <a:pt x="35442" y="0"/>
                  </a:lnTo>
                  <a:lnTo>
                    <a:pt x="35442" y="328409"/>
                  </a:lnTo>
                  <a:lnTo>
                    <a:pt x="17721" y="328409"/>
                  </a:lnTo>
                  <a:lnTo>
                    <a:pt x="0" y="328409"/>
                  </a:lnTo>
                  <a:close/>
                </a:path>
              </a:pathLst>
            </a:custGeom>
            <a:solidFill>
              <a:srgbClr val="D9B19E">
                <a:alpha val="100000"/>
              </a:srgbClr>
            </a:solidFill>
            <a:ln w="4762" cap="rnd">
              <a:solidFill>
                <a:srgbClr val="D9B1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09"/>
            <p:cNvSpPr/>
            <p:nvPr/>
          </p:nvSpPr>
          <p:spPr>
            <a:xfrm>
              <a:off x="4748876" y="1978570"/>
              <a:ext cx="17721" cy="338360"/>
            </a:xfrm>
            <a:custGeom>
              <a:avLst/>
              <a:pathLst>
                <a:path w="17721" h="338360">
                  <a:moveTo>
                    <a:pt x="0" y="9951"/>
                  </a:moveTo>
                  <a:lnTo>
                    <a:pt x="17721" y="0"/>
                  </a:lnTo>
                  <a:lnTo>
                    <a:pt x="17721" y="338360"/>
                  </a:lnTo>
                  <a:lnTo>
                    <a:pt x="0" y="338360"/>
                  </a:lnTo>
                  <a:close/>
                </a:path>
              </a:pathLst>
            </a:custGeom>
            <a:solidFill>
              <a:srgbClr val="D9B19D">
                <a:alpha val="100000"/>
              </a:srgbClr>
            </a:solidFill>
            <a:ln w="4762" cap="rnd">
              <a:solidFill>
                <a:srgbClr val="D9B1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0"/>
            <p:cNvSpPr/>
            <p:nvPr/>
          </p:nvSpPr>
          <p:spPr>
            <a:xfrm>
              <a:off x="4766597" y="1968658"/>
              <a:ext cx="17721" cy="348272"/>
            </a:xfrm>
            <a:custGeom>
              <a:avLst/>
              <a:pathLst>
                <a:path w="17721" h="348272">
                  <a:moveTo>
                    <a:pt x="0" y="9912"/>
                  </a:moveTo>
                  <a:lnTo>
                    <a:pt x="17721" y="0"/>
                  </a:lnTo>
                  <a:lnTo>
                    <a:pt x="17721" y="348272"/>
                  </a:lnTo>
                  <a:lnTo>
                    <a:pt x="0" y="348272"/>
                  </a:lnTo>
                  <a:close/>
                </a:path>
              </a:pathLst>
            </a:custGeom>
            <a:solidFill>
              <a:srgbClr val="D9B09D">
                <a:alpha val="100000"/>
              </a:srgbClr>
            </a:solidFill>
            <a:ln w="4762" cap="rnd">
              <a:solidFill>
                <a:srgbClr val="D9B0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1"/>
            <p:cNvSpPr/>
            <p:nvPr/>
          </p:nvSpPr>
          <p:spPr>
            <a:xfrm>
              <a:off x="4784319" y="1949122"/>
              <a:ext cx="35442" cy="367808"/>
            </a:xfrm>
            <a:custGeom>
              <a:avLst/>
              <a:pathLst>
                <a:path w="35442" h="367808">
                  <a:moveTo>
                    <a:pt x="0" y="19535"/>
                  </a:moveTo>
                  <a:lnTo>
                    <a:pt x="17721" y="9713"/>
                  </a:lnTo>
                  <a:lnTo>
                    <a:pt x="35442" y="0"/>
                  </a:lnTo>
                  <a:lnTo>
                    <a:pt x="35442" y="367808"/>
                  </a:lnTo>
                  <a:lnTo>
                    <a:pt x="17721" y="367808"/>
                  </a:lnTo>
                  <a:lnTo>
                    <a:pt x="0" y="367808"/>
                  </a:lnTo>
                  <a:close/>
                </a:path>
              </a:pathLst>
            </a:custGeom>
            <a:solidFill>
              <a:srgbClr val="D8B09C">
                <a:alpha val="100000"/>
              </a:srgbClr>
            </a:solidFill>
            <a:ln w="4762" cap="rnd">
              <a:solidFill>
                <a:srgbClr val="D8B0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2"/>
            <p:cNvSpPr/>
            <p:nvPr/>
          </p:nvSpPr>
          <p:spPr>
            <a:xfrm>
              <a:off x="4819761" y="1939500"/>
              <a:ext cx="17721" cy="377430"/>
            </a:xfrm>
            <a:custGeom>
              <a:avLst/>
              <a:pathLst>
                <a:path w="17721" h="377430">
                  <a:moveTo>
                    <a:pt x="0" y="9621"/>
                  </a:moveTo>
                  <a:lnTo>
                    <a:pt x="17721" y="0"/>
                  </a:lnTo>
                  <a:lnTo>
                    <a:pt x="17721" y="377430"/>
                  </a:lnTo>
                  <a:lnTo>
                    <a:pt x="0" y="377430"/>
                  </a:lnTo>
                  <a:close/>
                </a:path>
              </a:pathLst>
            </a:custGeom>
            <a:solidFill>
              <a:srgbClr val="D8AF9C">
                <a:alpha val="100000"/>
              </a:srgbClr>
            </a:solidFill>
            <a:ln w="4762" cap="rnd">
              <a:solidFill>
                <a:srgbClr val="D8AF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3"/>
            <p:cNvSpPr/>
            <p:nvPr/>
          </p:nvSpPr>
          <p:spPr>
            <a:xfrm>
              <a:off x="4837483" y="1930046"/>
              <a:ext cx="17721" cy="386884"/>
            </a:xfrm>
            <a:custGeom>
              <a:avLst/>
              <a:pathLst>
                <a:path w="17721" h="386884">
                  <a:moveTo>
                    <a:pt x="0" y="9453"/>
                  </a:moveTo>
                  <a:lnTo>
                    <a:pt x="17721" y="0"/>
                  </a:lnTo>
                  <a:lnTo>
                    <a:pt x="17721" y="386884"/>
                  </a:lnTo>
                  <a:lnTo>
                    <a:pt x="0" y="386884"/>
                  </a:lnTo>
                  <a:close/>
                </a:path>
              </a:pathLst>
            </a:custGeom>
            <a:solidFill>
              <a:srgbClr val="D8AF9B">
                <a:alpha val="100000"/>
              </a:srgbClr>
            </a:solidFill>
            <a:ln w="4762" cap="rnd">
              <a:solidFill>
                <a:srgbClr val="D8AF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4"/>
            <p:cNvSpPr/>
            <p:nvPr/>
          </p:nvSpPr>
          <p:spPr>
            <a:xfrm>
              <a:off x="4855204" y="1920778"/>
              <a:ext cx="17721" cy="396152"/>
            </a:xfrm>
            <a:custGeom>
              <a:avLst/>
              <a:pathLst>
                <a:path w="17721" h="396152">
                  <a:moveTo>
                    <a:pt x="0" y="9268"/>
                  </a:moveTo>
                  <a:lnTo>
                    <a:pt x="17721" y="0"/>
                  </a:lnTo>
                  <a:lnTo>
                    <a:pt x="17721" y="396152"/>
                  </a:lnTo>
                  <a:lnTo>
                    <a:pt x="0" y="396152"/>
                  </a:lnTo>
                  <a:close/>
                </a:path>
              </a:pathLst>
            </a:custGeom>
            <a:solidFill>
              <a:srgbClr val="D8AE9B">
                <a:alpha val="100000"/>
              </a:srgbClr>
            </a:solidFill>
            <a:ln w="4762" cap="rnd">
              <a:solidFill>
                <a:srgbClr val="D8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5"/>
            <p:cNvSpPr/>
            <p:nvPr/>
          </p:nvSpPr>
          <p:spPr>
            <a:xfrm>
              <a:off x="4872926" y="1902776"/>
              <a:ext cx="35442" cy="414154"/>
            </a:xfrm>
            <a:custGeom>
              <a:avLst/>
              <a:pathLst>
                <a:path w="35442" h="414154">
                  <a:moveTo>
                    <a:pt x="0" y="18002"/>
                  </a:moveTo>
                  <a:lnTo>
                    <a:pt x="17721" y="8879"/>
                  </a:lnTo>
                  <a:lnTo>
                    <a:pt x="35442" y="0"/>
                  </a:lnTo>
                  <a:lnTo>
                    <a:pt x="35442" y="414154"/>
                  </a:lnTo>
                  <a:lnTo>
                    <a:pt x="17721" y="414154"/>
                  </a:lnTo>
                  <a:lnTo>
                    <a:pt x="0" y="414154"/>
                  </a:lnTo>
                  <a:close/>
                </a:path>
              </a:pathLst>
            </a:custGeom>
            <a:solidFill>
              <a:srgbClr val="D7AE9A">
                <a:alpha val="100000"/>
              </a:srgbClr>
            </a:solidFill>
            <a:ln w="4762" cap="rnd">
              <a:solidFill>
                <a:srgbClr val="D7AE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6"/>
            <p:cNvSpPr/>
            <p:nvPr/>
          </p:nvSpPr>
          <p:spPr>
            <a:xfrm>
              <a:off x="4908368" y="1894163"/>
              <a:ext cx="17721" cy="422767"/>
            </a:xfrm>
            <a:custGeom>
              <a:avLst/>
              <a:pathLst>
                <a:path w="17721" h="422767">
                  <a:moveTo>
                    <a:pt x="0" y="8612"/>
                  </a:moveTo>
                  <a:lnTo>
                    <a:pt x="17721" y="0"/>
                  </a:lnTo>
                  <a:lnTo>
                    <a:pt x="17721" y="422767"/>
                  </a:lnTo>
                  <a:lnTo>
                    <a:pt x="0" y="422767"/>
                  </a:lnTo>
                  <a:close/>
                </a:path>
              </a:pathLst>
            </a:custGeom>
            <a:solidFill>
              <a:srgbClr val="D7AD9A">
                <a:alpha val="100000"/>
              </a:srgbClr>
            </a:solidFill>
            <a:ln w="4762" cap="rnd">
              <a:solidFill>
                <a:srgbClr val="D7A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7"/>
            <p:cNvSpPr/>
            <p:nvPr/>
          </p:nvSpPr>
          <p:spPr>
            <a:xfrm>
              <a:off x="4926090" y="1885749"/>
              <a:ext cx="17721" cy="431181"/>
            </a:xfrm>
            <a:custGeom>
              <a:avLst/>
              <a:pathLst>
                <a:path w="17721" h="431181">
                  <a:moveTo>
                    <a:pt x="0" y="8414"/>
                  </a:moveTo>
                  <a:lnTo>
                    <a:pt x="17721" y="0"/>
                  </a:lnTo>
                  <a:lnTo>
                    <a:pt x="17721" y="431181"/>
                  </a:lnTo>
                  <a:lnTo>
                    <a:pt x="0" y="431181"/>
                  </a:lnTo>
                  <a:close/>
                </a:path>
              </a:pathLst>
            </a:custGeom>
            <a:solidFill>
              <a:srgbClr val="D7AD99">
                <a:alpha val="100000"/>
              </a:srgbClr>
            </a:solidFill>
            <a:ln w="4762" cap="rnd">
              <a:solidFill>
                <a:srgbClr val="D7AD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8"/>
            <p:cNvSpPr/>
            <p:nvPr/>
          </p:nvSpPr>
          <p:spPr>
            <a:xfrm>
              <a:off x="4943811" y="1877648"/>
              <a:ext cx="17721" cy="439282"/>
            </a:xfrm>
            <a:custGeom>
              <a:avLst/>
              <a:pathLst>
                <a:path w="17721" h="439282">
                  <a:moveTo>
                    <a:pt x="0" y="8100"/>
                  </a:moveTo>
                  <a:lnTo>
                    <a:pt x="17721" y="0"/>
                  </a:lnTo>
                  <a:lnTo>
                    <a:pt x="17721" y="439282"/>
                  </a:lnTo>
                  <a:lnTo>
                    <a:pt x="0" y="439282"/>
                  </a:lnTo>
                  <a:close/>
                </a:path>
              </a:pathLst>
            </a:custGeom>
            <a:solidFill>
              <a:srgbClr val="D7AC99">
                <a:alpha val="100000"/>
              </a:srgbClr>
            </a:solidFill>
            <a:ln w="4762" cap="rnd">
              <a:solidFill>
                <a:srgbClr val="D7AC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19"/>
            <p:cNvSpPr/>
            <p:nvPr/>
          </p:nvSpPr>
          <p:spPr>
            <a:xfrm>
              <a:off x="4961532" y="1862395"/>
              <a:ext cx="35442" cy="454535"/>
            </a:xfrm>
            <a:custGeom>
              <a:avLst/>
              <a:pathLst>
                <a:path w="35442" h="454535">
                  <a:moveTo>
                    <a:pt x="0" y="15253"/>
                  </a:moveTo>
                  <a:lnTo>
                    <a:pt x="17721" y="7501"/>
                  </a:lnTo>
                  <a:lnTo>
                    <a:pt x="35442" y="0"/>
                  </a:lnTo>
                  <a:lnTo>
                    <a:pt x="35442" y="454535"/>
                  </a:lnTo>
                  <a:lnTo>
                    <a:pt x="17721" y="454535"/>
                  </a:lnTo>
                  <a:lnTo>
                    <a:pt x="0" y="454535"/>
                  </a:lnTo>
                  <a:close/>
                </a:path>
              </a:pathLst>
            </a:custGeom>
            <a:solidFill>
              <a:srgbClr val="D6AC98">
                <a:alpha val="100000"/>
              </a:srgbClr>
            </a:solidFill>
            <a:ln w="4762" cap="rnd">
              <a:solidFill>
                <a:srgbClr val="D6AC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0"/>
            <p:cNvSpPr/>
            <p:nvPr/>
          </p:nvSpPr>
          <p:spPr>
            <a:xfrm>
              <a:off x="4996975" y="1848571"/>
              <a:ext cx="35442" cy="468359"/>
            </a:xfrm>
            <a:custGeom>
              <a:avLst/>
              <a:pathLst>
                <a:path w="35442" h="468359">
                  <a:moveTo>
                    <a:pt x="0" y="13824"/>
                  </a:moveTo>
                  <a:lnTo>
                    <a:pt x="17721" y="6696"/>
                  </a:lnTo>
                  <a:lnTo>
                    <a:pt x="35442" y="0"/>
                  </a:lnTo>
                  <a:lnTo>
                    <a:pt x="35442" y="468359"/>
                  </a:lnTo>
                  <a:lnTo>
                    <a:pt x="17721" y="468359"/>
                  </a:lnTo>
                  <a:lnTo>
                    <a:pt x="0" y="468359"/>
                  </a:lnTo>
                  <a:close/>
                </a:path>
              </a:pathLst>
            </a:custGeom>
            <a:solidFill>
              <a:srgbClr val="D6AB97">
                <a:alpha val="100000"/>
              </a:srgbClr>
            </a:solidFill>
            <a:ln w="4762" cap="rnd">
              <a:solidFill>
                <a:srgbClr val="D6AB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1"/>
            <p:cNvSpPr/>
            <p:nvPr/>
          </p:nvSpPr>
          <p:spPr>
            <a:xfrm>
              <a:off x="5032418" y="1842170"/>
              <a:ext cx="17721" cy="474760"/>
            </a:xfrm>
            <a:custGeom>
              <a:avLst/>
              <a:pathLst>
                <a:path w="17721" h="474760">
                  <a:moveTo>
                    <a:pt x="0" y="6400"/>
                  </a:moveTo>
                  <a:lnTo>
                    <a:pt x="17721" y="0"/>
                  </a:lnTo>
                  <a:lnTo>
                    <a:pt x="17721" y="474760"/>
                  </a:lnTo>
                  <a:lnTo>
                    <a:pt x="0" y="474760"/>
                  </a:lnTo>
                  <a:close/>
                </a:path>
              </a:pathLst>
            </a:custGeom>
            <a:solidFill>
              <a:srgbClr val="D6AA97">
                <a:alpha val="100000"/>
              </a:srgbClr>
            </a:solidFill>
            <a:ln w="4762" cap="rnd">
              <a:solidFill>
                <a:srgbClr val="D6AA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2"/>
            <p:cNvSpPr/>
            <p:nvPr/>
          </p:nvSpPr>
          <p:spPr>
            <a:xfrm>
              <a:off x="5050139" y="1830725"/>
              <a:ext cx="35442" cy="486206"/>
            </a:xfrm>
            <a:custGeom>
              <a:avLst/>
              <a:pathLst>
                <a:path w="35442" h="486206">
                  <a:moveTo>
                    <a:pt x="0" y="11445"/>
                  </a:moveTo>
                  <a:lnTo>
                    <a:pt x="17721" y="5468"/>
                  </a:lnTo>
                  <a:lnTo>
                    <a:pt x="35442" y="0"/>
                  </a:lnTo>
                  <a:lnTo>
                    <a:pt x="35442" y="486206"/>
                  </a:lnTo>
                  <a:lnTo>
                    <a:pt x="17721" y="486206"/>
                  </a:lnTo>
                  <a:lnTo>
                    <a:pt x="0" y="486206"/>
                  </a:lnTo>
                  <a:close/>
                </a:path>
              </a:pathLst>
            </a:custGeom>
            <a:solidFill>
              <a:srgbClr val="D5AA96">
                <a:alpha val="100000"/>
              </a:srgbClr>
            </a:solidFill>
            <a:ln w="4762" cap="rnd">
              <a:solidFill>
                <a:srgbClr val="D5AA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3"/>
            <p:cNvSpPr/>
            <p:nvPr/>
          </p:nvSpPr>
          <p:spPr>
            <a:xfrm>
              <a:off x="5085582" y="1820919"/>
              <a:ext cx="35442" cy="496011"/>
            </a:xfrm>
            <a:custGeom>
              <a:avLst/>
              <a:pathLst>
                <a:path w="35442" h="496011">
                  <a:moveTo>
                    <a:pt x="0" y="9805"/>
                  </a:moveTo>
                  <a:lnTo>
                    <a:pt x="17721" y="4672"/>
                  </a:lnTo>
                  <a:lnTo>
                    <a:pt x="35442" y="0"/>
                  </a:lnTo>
                  <a:lnTo>
                    <a:pt x="35442" y="496011"/>
                  </a:lnTo>
                  <a:lnTo>
                    <a:pt x="17721" y="496011"/>
                  </a:lnTo>
                  <a:lnTo>
                    <a:pt x="0" y="496011"/>
                  </a:lnTo>
                  <a:close/>
                </a:path>
              </a:pathLst>
            </a:custGeom>
            <a:solidFill>
              <a:srgbClr val="D5A995">
                <a:alpha val="100000"/>
              </a:srgbClr>
            </a:solidFill>
            <a:ln w="4762" cap="rnd">
              <a:solidFill>
                <a:srgbClr val="D5A9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4"/>
            <p:cNvSpPr/>
            <p:nvPr/>
          </p:nvSpPr>
          <p:spPr>
            <a:xfrm>
              <a:off x="5121025" y="1816822"/>
              <a:ext cx="17721" cy="500108"/>
            </a:xfrm>
            <a:custGeom>
              <a:avLst/>
              <a:pathLst>
                <a:path w="17721" h="500108">
                  <a:moveTo>
                    <a:pt x="0" y="4096"/>
                  </a:moveTo>
                  <a:lnTo>
                    <a:pt x="17721" y="0"/>
                  </a:lnTo>
                  <a:lnTo>
                    <a:pt x="17721" y="500108"/>
                  </a:lnTo>
                  <a:lnTo>
                    <a:pt x="0" y="500108"/>
                  </a:lnTo>
                  <a:close/>
                </a:path>
              </a:pathLst>
            </a:custGeom>
            <a:solidFill>
              <a:srgbClr val="D5A895">
                <a:alpha val="100000"/>
              </a:srgbClr>
            </a:solidFill>
            <a:ln w="4762" cap="rnd">
              <a:solidFill>
                <a:srgbClr val="D5A8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5"/>
            <p:cNvSpPr/>
            <p:nvPr/>
          </p:nvSpPr>
          <p:spPr>
            <a:xfrm>
              <a:off x="5138746" y="1809847"/>
              <a:ext cx="35442" cy="507083"/>
            </a:xfrm>
            <a:custGeom>
              <a:avLst/>
              <a:pathLst>
                <a:path w="35442" h="507083">
                  <a:moveTo>
                    <a:pt x="0" y="6975"/>
                  </a:moveTo>
                  <a:lnTo>
                    <a:pt x="17721" y="3245"/>
                  </a:lnTo>
                  <a:lnTo>
                    <a:pt x="35442" y="0"/>
                  </a:lnTo>
                  <a:lnTo>
                    <a:pt x="35442" y="507083"/>
                  </a:lnTo>
                  <a:lnTo>
                    <a:pt x="17721" y="507083"/>
                  </a:lnTo>
                  <a:lnTo>
                    <a:pt x="0" y="507083"/>
                  </a:lnTo>
                  <a:close/>
                </a:path>
              </a:pathLst>
            </a:custGeom>
            <a:solidFill>
              <a:srgbClr val="D4A894">
                <a:alpha val="100000"/>
              </a:srgbClr>
            </a:solidFill>
            <a:ln w="4762" cap="rnd">
              <a:solidFill>
                <a:srgbClr val="D4A8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6"/>
            <p:cNvSpPr/>
            <p:nvPr/>
          </p:nvSpPr>
          <p:spPr>
            <a:xfrm>
              <a:off x="5174189" y="1805007"/>
              <a:ext cx="35442" cy="511924"/>
            </a:xfrm>
            <a:custGeom>
              <a:avLst/>
              <a:pathLst>
                <a:path w="35442" h="511924">
                  <a:moveTo>
                    <a:pt x="0" y="4840"/>
                  </a:moveTo>
                  <a:lnTo>
                    <a:pt x="17721" y="2226"/>
                  </a:lnTo>
                  <a:lnTo>
                    <a:pt x="35442" y="0"/>
                  </a:lnTo>
                  <a:lnTo>
                    <a:pt x="35442" y="511924"/>
                  </a:lnTo>
                  <a:lnTo>
                    <a:pt x="17721" y="511924"/>
                  </a:lnTo>
                  <a:lnTo>
                    <a:pt x="0" y="511924"/>
                  </a:lnTo>
                  <a:close/>
                </a:path>
              </a:pathLst>
            </a:custGeom>
            <a:solidFill>
              <a:srgbClr val="D4A793">
                <a:alpha val="100000"/>
              </a:srgbClr>
            </a:solidFill>
            <a:ln w="4762" cap="rnd">
              <a:solidFill>
                <a:srgbClr val="D4A7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7"/>
            <p:cNvSpPr/>
            <p:nvPr/>
          </p:nvSpPr>
          <p:spPr>
            <a:xfrm>
              <a:off x="5209632" y="1803273"/>
              <a:ext cx="17721" cy="513657"/>
            </a:xfrm>
            <a:custGeom>
              <a:avLst/>
              <a:pathLst>
                <a:path w="17721" h="513657">
                  <a:moveTo>
                    <a:pt x="0" y="1733"/>
                  </a:moveTo>
                  <a:lnTo>
                    <a:pt x="17721" y="0"/>
                  </a:lnTo>
                  <a:lnTo>
                    <a:pt x="17721" y="513657"/>
                  </a:lnTo>
                  <a:lnTo>
                    <a:pt x="0" y="513657"/>
                  </a:lnTo>
                  <a:close/>
                </a:path>
              </a:pathLst>
            </a:custGeom>
            <a:solidFill>
              <a:srgbClr val="D4A692">
                <a:alpha val="100000"/>
              </a:srgbClr>
            </a:solidFill>
            <a:ln w="4762" cap="rnd">
              <a:solidFill>
                <a:srgbClr val="D4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8"/>
            <p:cNvSpPr/>
            <p:nvPr/>
          </p:nvSpPr>
          <p:spPr>
            <a:xfrm>
              <a:off x="5227353" y="1801549"/>
              <a:ext cx="35442" cy="515381"/>
            </a:xfrm>
            <a:custGeom>
              <a:avLst/>
              <a:pathLst>
                <a:path w="35442" h="515381">
                  <a:moveTo>
                    <a:pt x="0" y="1724"/>
                  </a:moveTo>
                  <a:lnTo>
                    <a:pt x="17721" y="662"/>
                  </a:lnTo>
                  <a:lnTo>
                    <a:pt x="35442" y="0"/>
                  </a:lnTo>
                  <a:lnTo>
                    <a:pt x="35442" y="515381"/>
                  </a:lnTo>
                  <a:lnTo>
                    <a:pt x="17721" y="515381"/>
                  </a:lnTo>
                  <a:lnTo>
                    <a:pt x="0" y="515381"/>
                  </a:lnTo>
                  <a:close/>
                </a:path>
              </a:pathLst>
            </a:custGeom>
            <a:solidFill>
              <a:srgbClr val="D3A692">
                <a:alpha val="100000"/>
              </a:srgbClr>
            </a:solidFill>
            <a:ln w="4762" cap="rnd">
              <a:solidFill>
                <a:srgbClr val="D3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29"/>
            <p:cNvSpPr/>
            <p:nvPr/>
          </p:nvSpPr>
          <p:spPr>
            <a:xfrm>
              <a:off x="5262796" y="1801373"/>
              <a:ext cx="35442" cy="515557"/>
            </a:xfrm>
            <a:custGeom>
              <a:avLst/>
              <a:pathLst>
                <a:path w="35442" h="515557">
                  <a:moveTo>
                    <a:pt x="0" y="176"/>
                  </a:moveTo>
                  <a:lnTo>
                    <a:pt x="17721" y="0"/>
                  </a:lnTo>
                  <a:lnTo>
                    <a:pt x="35442" y="518"/>
                  </a:lnTo>
                  <a:lnTo>
                    <a:pt x="35442" y="515557"/>
                  </a:lnTo>
                  <a:lnTo>
                    <a:pt x="17721" y="515557"/>
                  </a:lnTo>
                  <a:lnTo>
                    <a:pt x="0" y="515557"/>
                  </a:lnTo>
                  <a:close/>
                </a:path>
              </a:pathLst>
            </a:custGeom>
            <a:solidFill>
              <a:srgbClr val="D3A591">
                <a:alpha val="100000"/>
              </a:srgbClr>
            </a:solidFill>
            <a:ln w="4762" cap="rnd">
              <a:solidFill>
                <a:srgbClr val="D3A5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0"/>
            <p:cNvSpPr/>
            <p:nvPr/>
          </p:nvSpPr>
          <p:spPr>
            <a:xfrm>
              <a:off x="5298238" y="1801891"/>
              <a:ext cx="17721" cy="515039"/>
            </a:xfrm>
            <a:custGeom>
              <a:avLst/>
              <a:pathLst>
                <a:path w="17721" h="515039">
                  <a:moveTo>
                    <a:pt x="0" y="0"/>
                  </a:moveTo>
                  <a:lnTo>
                    <a:pt x="17721" y="916"/>
                  </a:lnTo>
                  <a:lnTo>
                    <a:pt x="17721" y="515039"/>
                  </a:lnTo>
                  <a:lnTo>
                    <a:pt x="0" y="515039"/>
                  </a:lnTo>
                  <a:close/>
                </a:path>
              </a:pathLst>
            </a:custGeom>
            <a:solidFill>
              <a:srgbClr val="D3A490">
                <a:alpha val="100000"/>
              </a:srgbClr>
            </a:solidFill>
            <a:ln w="4762" cap="rnd">
              <a:solidFill>
                <a:srgbClr val="D3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1"/>
            <p:cNvSpPr/>
            <p:nvPr/>
          </p:nvSpPr>
          <p:spPr>
            <a:xfrm>
              <a:off x="5315960" y="1802808"/>
              <a:ext cx="35442" cy="514122"/>
            </a:xfrm>
            <a:custGeom>
              <a:avLst/>
              <a:pathLst>
                <a:path w="35442" h="514122">
                  <a:moveTo>
                    <a:pt x="0" y="0"/>
                  </a:moveTo>
                  <a:lnTo>
                    <a:pt x="17721" y="1383"/>
                  </a:lnTo>
                  <a:lnTo>
                    <a:pt x="35442" y="3464"/>
                  </a:lnTo>
                  <a:lnTo>
                    <a:pt x="35442" y="514122"/>
                  </a:lnTo>
                  <a:lnTo>
                    <a:pt x="17721" y="514122"/>
                  </a:lnTo>
                  <a:lnTo>
                    <a:pt x="0" y="514122"/>
                  </a:lnTo>
                  <a:close/>
                </a:path>
              </a:pathLst>
            </a:custGeom>
            <a:solidFill>
              <a:srgbClr val="D2A490">
                <a:alpha val="100000"/>
              </a:srgbClr>
            </a:solidFill>
            <a:ln w="4762" cap="rnd">
              <a:solidFill>
                <a:srgbClr val="D2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2"/>
            <p:cNvSpPr/>
            <p:nvPr/>
          </p:nvSpPr>
          <p:spPr>
            <a:xfrm>
              <a:off x="5351403" y="1806273"/>
              <a:ext cx="35442" cy="510657"/>
            </a:xfrm>
            <a:custGeom>
              <a:avLst/>
              <a:pathLst>
                <a:path w="35442" h="510657">
                  <a:moveTo>
                    <a:pt x="0" y="0"/>
                  </a:moveTo>
                  <a:lnTo>
                    <a:pt x="17721" y="2467"/>
                  </a:lnTo>
                  <a:lnTo>
                    <a:pt x="35442" y="5368"/>
                  </a:lnTo>
                  <a:lnTo>
                    <a:pt x="35442" y="510657"/>
                  </a:lnTo>
                  <a:lnTo>
                    <a:pt x="17721" y="510657"/>
                  </a:lnTo>
                  <a:lnTo>
                    <a:pt x="0" y="510657"/>
                  </a:lnTo>
                  <a:close/>
                </a:path>
              </a:pathLst>
            </a:custGeom>
            <a:solidFill>
              <a:srgbClr val="D2A38F">
                <a:alpha val="100000"/>
              </a:srgbClr>
            </a:solidFill>
            <a:ln w="4762" cap="rnd">
              <a:solidFill>
                <a:srgbClr val="D2A3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3"/>
            <p:cNvSpPr/>
            <p:nvPr/>
          </p:nvSpPr>
          <p:spPr>
            <a:xfrm>
              <a:off x="5386845" y="1811641"/>
              <a:ext cx="17721" cy="505289"/>
            </a:xfrm>
            <a:custGeom>
              <a:avLst/>
              <a:pathLst>
                <a:path w="17721" h="505289">
                  <a:moveTo>
                    <a:pt x="0" y="0"/>
                  </a:moveTo>
                  <a:lnTo>
                    <a:pt x="17721" y="3583"/>
                  </a:lnTo>
                  <a:lnTo>
                    <a:pt x="17721" y="505289"/>
                  </a:lnTo>
                  <a:lnTo>
                    <a:pt x="0" y="505289"/>
                  </a:lnTo>
                  <a:close/>
                </a:path>
              </a:pathLst>
            </a:custGeom>
            <a:solidFill>
              <a:srgbClr val="D2A28E">
                <a:alpha val="100000"/>
              </a:srgbClr>
            </a:solidFill>
            <a:ln w="4762" cap="rnd">
              <a:solidFill>
                <a:srgbClr val="D2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4"/>
            <p:cNvSpPr/>
            <p:nvPr/>
          </p:nvSpPr>
          <p:spPr>
            <a:xfrm>
              <a:off x="5404567" y="1815225"/>
              <a:ext cx="35442" cy="501706"/>
            </a:xfrm>
            <a:custGeom>
              <a:avLst/>
              <a:pathLst>
                <a:path w="35442" h="501706">
                  <a:moveTo>
                    <a:pt x="0" y="0"/>
                  </a:moveTo>
                  <a:lnTo>
                    <a:pt x="17721" y="3945"/>
                  </a:lnTo>
                  <a:lnTo>
                    <a:pt x="35442" y="8282"/>
                  </a:lnTo>
                  <a:lnTo>
                    <a:pt x="35442" y="501706"/>
                  </a:lnTo>
                  <a:lnTo>
                    <a:pt x="17721" y="501706"/>
                  </a:lnTo>
                  <a:lnTo>
                    <a:pt x="0" y="501706"/>
                  </a:lnTo>
                  <a:close/>
                </a:path>
              </a:pathLst>
            </a:custGeom>
            <a:solidFill>
              <a:srgbClr val="D1A28E">
                <a:alpha val="100000"/>
              </a:srgbClr>
            </a:solidFill>
            <a:ln w="4762" cap="rnd">
              <a:solidFill>
                <a:srgbClr val="D1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5"/>
            <p:cNvSpPr/>
            <p:nvPr/>
          </p:nvSpPr>
          <p:spPr>
            <a:xfrm>
              <a:off x="5440009" y="1823508"/>
              <a:ext cx="35442" cy="493423"/>
            </a:xfrm>
            <a:custGeom>
              <a:avLst/>
              <a:pathLst>
                <a:path w="35442" h="493423">
                  <a:moveTo>
                    <a:pt x="0" y="0"/>
                  </a:moveTo>
                  <a:lnTo>
                    <a:pt x="17721" y="4982"/>
                  </a:lnTo>
                  <a:lnTo>
                    <a:pt x="35442" y="10293"/>
                  </a:lnTo>
                  <a:lnTo>
                    <a:pt x="35442" y="493423"/>
                  </a:lnTo>
                  <a:lnTo>
                    <a:pt x="17721" y="493423"/>
                  </a:lnTo>
                  <a:lnTo>
                    <a:pt x="0" y="493423"/>
                  </a:lnTo>
                  <a:close/>
                </a:path>
              </a:pathLst>
            </a:custGeom>
            <a:solidFill>
              <a:srgbClr val="D1A18D">
                <a:alpha val="100000"/>
              </a:srgbClr>
            </a:solidFill>
            <a:ln w="4762" cap="rnd">
              <a:solidFill>
                <a:srgbClr val="D1A1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6"/>
            <p:cNvSpPr/>
            <p:nvPr/>
          </p:nvSpPr>
          <p:spPr>
            <a:xfrm>
              <a:off x="5475452" y="1833801"/>
              <a:ext cx="17721" cy="483129"/>
            </a:xfrm>
            <a:custGeom>
              <a:avLst/>
              <a:pathLst>
                <a:path w="17721" h="483129">
                  <a:moveTo>
                    <a:pt x="0" y="0"/>
                  </a:moveTo>
                  <a:lnTo>
                    <a:pt x="17721" y="5652"/>
                  </a:lnTo>
                  <a:lnTo>
                    <a:pt x="17721" y="483129"/>
                  </a:lnTo>
                  <a:lnTo>
                    <a:pt x="0" y="483129"/>
                  </a:lnTo>
                  <a:close/>
                </a:path>
              </a:pathLst>
            </a:custGeom>
            <a:solidFill>
              <a:srgbClr val="D1A08C">
                <a:alpha val="100000"/>
              </a:srgbClr>
            </a:solidFill>
            <a:ln w="4762" cap="rnd">
              <a:solidFill>
                <a:srgbClr val="D1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7"/>
            <p:cNvSpPr/>
            <p:nvPr/>
          </p:nvSpPr>
          <p:spPr>
            <a:xfrm>
              <a:off x="5493173" y="1839454"/>
              <a:ext cx="35442" cy="477477"/>
            </a:xfrm>
            <a:custGeom>
              <a:avLst/>
              <a:pathLst>
                <a:path w="35442" h="477477">
                  <a:moveTo>
                    <a:pt x="0" y="0"/>
                  </a:moveTo>
                  <a:lnTo>
                    <a:pt x="17721" y="6240"/>
                  </a:lnTo>
                  <a:lnTo>
                    <a:pt x="35442" y="12768"/>
                  </a:lnTo>
                  <a:lnTo>
                    <a:pt x="35442" y="477477"/>
                  </a:lnTo>
                  <a:lnTo>
                    <a:pt x="17721" y="477477"/>
                  </a:lnTo>
                  <a:lnTo>
                    <a:pt x="0" y="477477"/>
                  </a:lnTo>
                  <a:close/>
                </a:path>
              </a:pathLst>
            </a:custGeom>
            <a:solidFill>
              <a:srgbClr val="D0A08C">
                <a:alpha val="100000"/>
              </a:srgbClr>
            </a:solidFill>
            <a:ln w="4762" cap="rnd">
              <a:solidFill>
                <a:srgbClr val="D0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8"/>
            <p:cNvSpPr/>
            <p:nvPr/>
          </p:nvSpPr>
          <p:spPr>
            <a:xfrm>
              <a:off x="5528616" y="1852222"/>
              <a:ext cx="35442" cy="464708"/>
            </a:xfrm>
            <a:custGeom>
              <a:avLst/>
              <a:pathLst>
                <a:path w="35442" h="464708">
                  <a:moveTo>
                    <a:pt x="0" y="0"/>
                  </a:moveTo>
                  <a:lnTo>
                    <a:pt x="17721" y="6813"/>
                  </a:lnTo>
                  <a:lnTo>
                    <a:pt x="35442" y="14141"/>
                  </a:lnTo>
                  <a:lnTo>
                    <a:pt x="35442" y="464708"/>
                  </a:lnTo>
                  <a:lnTo>
                    <a:pt x="17721" y="464708"/>
                  </a:lnTo>
                  <a:lnTo>
                    <a:pt x="0" y="464708"/>
                  </a:lnTo>
                  <a:close/>
                </a:path>
              </a:pathLst>
            </a:custGeom>
            <a:solidFill>
              <a:srgbClr val="D09F8B">
                <a:alpha val="100000"/>
              </a:srgbClr>
            </a:solidFill>
            <a:ln w="4762" cap="rnd">
              <a:solidFill>
                <a:srgbClr val="D09F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39"/>
            <p:cNvSpPr/>
            <p:nvPr/>
          </p:nvSpPr>
          <p:spPr>
            <a:xfrm>
              <a:off x="5564059" y="1866364"/>
              <a:ext cx="17721" cy="450566"/>
            </a:xfrm>
            <a:custGeom>
              <a:avLst/>
              <a:pathLst>
                <a:path w="17721" h="450566">
                  <a:moveTo>
                    <a:pt x="0" y="0"/>
                  </a:moveTo>
                  <a:lnTo>
                    <a:pt x="17721" y="7565"/>
                  </a:lnTo>
                  <a:lnTo>
                    <a:pt x="17721" y="450566"/>
                  </a:lnTo>
                  <a:lnTo>
                    <a:pt x="0" y="450566"/>
                  </a:lnTo>
                  <a:close/>
                </a:path>
              </a:pathLst>
            </a:custGeom>
            <a:solidFill>
              <a:srgbClr val="D09F8A">
                <a:alpha val="100000"/>
              </a:srgbClr>
            </a:solidFill>
            <a:ln w="4762" cap="rnd">
              <a:solidFill>
                <a:srgbClr val="D09F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0"/>
            <p:cNvSpPr/>
            <p:nvPr/>
          </p:nvSpPr>
          <p:spPr>
            <a:xfrm>
              <a:off x="5581780" y="1873930"/>
              <a:ext cx="17721" cy="443001"/>
            </a:xfrm>
            <a:custGeom>
              <a:avLst/>
              <a:pathLst>
                <a:path w="17721" h="443001">
                  <a:moveTo>
                    <a:pt x="0" y="0"/>
                  </a:moveTo>
                  <a:lnTo>
                    <a:pt x="17721" y="7802"/>
                  </a:lnTo>
                  <a:lnTo>
                    <a:pt x="17721" y="443001"/>
                  </a:lnTo>
                  <a:lnTo>
                    <a:pt x="0" y="443001"/>
                  </a:lnTo>
                  <a:close/>
                </a:path>
              </a:pathLst>
            </a:custGeom>
            <a:solidFill>
              <a:srgbClr val="CF9E8A">
                <a:alpha val="100000"/>
              </a:srgbClr>
            </a:solidFill>
            <a:ln w="4762" cap="rnd">
              <a:solidFill>
                <a:srgbClr val="CF9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1"/>
            <p:cNvSpPr/>
            <p:nvPr/>
          </p:nvSpPr>
          <p:spPr>
            <a:xfrm>
              <a:off x="5599502" y="1881732"/>
              <a:ext cx="17721" cy="435198"/>
            </a:xfrm>
            <a:custGeom>
              <a:avLst/>
              <a:pathLst>
                <a:path w="17721" h="435198">
                  <a:moveTo>
                    <a:pt x="0" y="0"/>
                  </a:moveTo>
                  <a:lnTo>
                    <a:pt x="17721" y="8208"/>
                  </a:lnTo>
                  <a:lnTo>
                    <a:pt x="17721" y="435198"/>
                  </a:lnTo>
                  <a:lnTo>
                    <a:pt x="0" y="435198"/>
                  </a:lnTo>
                  <a:close/>
                </a:path>
              </a:pathLst>
            </a:custGeom>
            <a:solidFill>
              <a:srgbClr val="CF9E89">
                <a:alpha val="100000"/>
              </a:srgbClr>
            </a:solidFill>
            <a:ln w="4762" cap="rnd">
              <a:solidFill>
                <a:srgbClr val="CF9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2"/>
            <p:cNvSpPr/>
            <p:nvPr/>
          </p:nvSpPr>
          <p:spPr>
            <a:xfrm>
              <a:off x="5617223" y="1889941"/>
              <a:ext cx="35442" cy="426989"/>
            </a:xfrm>
            <a:custGeom>
              <a:avLst/>
              <a:pathLst>
                <a:path w="35442" h="426989">
                  <a:moveTo>
                    <a:pt x="0" y="0"/>
                  </a:moveTo>
                  <a:lnTo>
                    <a:pt x="17721" y="8402"/>
                  </a:lnTo>
                  <a:lnTo>
                    <a:pt x="35442" y="16987"/>
                  </a:lnTo>
                  <a:lnTo>
                    <a:pt x="35442" y="426989"/>
                  </a:lnTo>
                  <a:lnTo>
                    <a:pt x="17721" y="426989"/>
                  </a:lnTo>
                  <a:lnTo>
                    <a:pt x="0" y="426989"/>
                  </a:lnTo>
                  <a:close/>
                </a:path>
              </a:pathLst>
            </a:custGeom>
            <a:solidFill>
              <a:srgbClr val="CF9D89">
                <a:alpha val="100000"/>
              </a:srgbClr>
            </a:solidFill>
            <a:ln w="4762" cap="rnd">
              <a:solidFill>
                <a:srgbClr val="CF9D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3"/>
            <p:cNvSpPr/>
            <p:nvPr/>
          </p:nvSpPr>
          <p:spPr>
            <a:xfrm>
              <a:off x="5652666" y="1906929"/>
              <a:ext cx="17721" cy="410001"/>
            </a:xfrm>
            <a:custGeom>
              <a:avLst/>
              <a:pathLst>
                <a:path w="17721" h="410001">
                  <a:moveTo>
                    <a:pt x="0" y="0"/>
                  </a:moveTo>
                  <a:lnTo>
                    <a:pt x="17721" y="8880"/>
                  </a:lnTo>
                  <a:lnTo>
                    <a:pt x="17721" y="410001"/>
                  </a:lnTo>
                  <a:lnTo>
                    <a:pt x="0" y="410001"/>
                  </a:lnTo>
                  <a:close/>
                </a:path>
              </a:pathLst>
            </a:custGeom>
            <a:solidFill>
              <a:srgbClr val="CF9D88">
                <a:alpha val="100000"/>
              </a:srgbClr>
            </a:solidFill>
            <a:ln w="4762" cap="rnd">
              <a:solidFill>
                <a:srgbClr val="CF9D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4"/>
            <p:cNvSpPr/>
            <p:nvPr/>
          </p:nvSpPr>
          <p:spPr>
            <a:xfrm>
              <a:off x="5670387" y="1915809"/>
              <a:ext cx="17721" cy="401121"/>
            </a:xfrm>
            <a:custGeom>
              <a:avLst/>
              <a:pathLst>
                <a:path w="17721" h="401121">
                  <a:moveTo>
                    <a:pt x="0" y="0"/>
                  </a:moveTo>
                  <a:lnTo>
                    <a:pt x="17721" y="9021"/>
                  </a:lnTo>
                  <a:lnTo>
                    <a:pt x="17721" y="401121"/>
                  </a:lnTo>
                  <a:lnTo>
                    <a:pt x="0" y="401121"/>
                  </a:lnTo>
                  <a:close/>
                </a:path>
              </a:pathLst>
            </a:custGeom>
            <a:solidFill>
              <a:srgbClr val="CE9C88">
                <a:alpha val="100000"/>
              </a:srgbClr>
            </a:solidFill>
            <a:ln w="4762" cap="rnd">
              <a:solidFill>
                <a:srgbClr val="CE9C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5"/>
            <p:cNvSpPr/>
            <p:nvPr/>
          </p:nvSpPr>
          <p:spPr>
            <a:xfrm>
              <a:off x="5688109" y="1924831"/>
              <a:ext cx="17721" cy="392099"/>
            </a:xfrm>
            <a:custGeom>
              <a:avLst/>
              <a:pathLst>
                <a:path w="17721" h="392099">
                  <a:moveTo>
                    <a:pt x="0" y="0"/>
                  </a:moveTo>
                  <a:lnTo>
                    <a:pt x="17721" y="9148"/>
                  </a:lnTo>
                  <a:lnTo>
                    <a:pt x="17721" y="392099"/>
                  </a:lnTo>
                  <a:lnTo>
                    <a:pt x="0" y="392099"/>
                  </a:lnTo>
                  <a:close/>
                </a:path>
              </a:pathLst>
            </a:custGeom>
            <a:solidFill>
              <a:srgbClr val="CE9C87">
                <a:alpha val="100000"/>
              </a:srgbClr>
            </a:solidFill>
            <a:ln w="4762" cap="rnd">
              <a:solidFill>
                <a:srgbClr val="CE9C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6"/>
            <p:cNvSpPr/>
            <p:nvPr/>
          </p:nvSpPr>
          <p:spPr>
            <a:xfrm>
              <a:off x="5705830" y="1933980"/>
              <a:ext cx="35442" cy="382951"/>
            </a:xfrm>
            <a:custGeom>
              <a:avLst/>
              <a:pathLst>
                <a:path w="35442" h="382951">
                  <a:moveTo>
                    <a:pt x="0" y="0"/>
                  </a:moveTo>
                  <a:lnTo>
                    <a:pt x="17721" y="9334"/>
                  </a:lnTo>
                  <a:lnTo>
                    <a:pt x="35442" y="18751"/>
                  </a:lnTo>
                  <a:lnTo>
                    <a:pt x="35442" y="382951"/>
                  </a:lnTo>
                  <a:lnTo>
                    <a:pt x="17721" y="382951"/>
                  </a:lnTo>
                  <a:lnTo>
                    <a:pt x="0" y="382951"/>
                  </a:lnTo>
                  <a:close/>
                </a:path>
              </a:pathLst>
            </a:custGeom>
            <a:solidFill>
              <a:srgbClr val="CE9B87">
                <a:alpha val="100000"/>
              </a:srgbClr>
            </a:solidFill>
            <a:ln w="4762" cap="rnd">
              <a:solidFill>
                <a:srgbClr val="CE9B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7"/>
            <p:cNvSpPr/>
            <p:nvPr/>
          </p:nvSpPr>
          <p:spPr>
            <a:xfrm>
              <a:off x="5741273" y="1952731"/>
              <a:ext cx="17721" cy="364199"/>
            </a:xfrm>
            <a:custGeom>
              <a:avLst/>
              <a:pathLst>
                <a:path w="17721" h="364199">
                  <a:moveTo>
                    <a:pt x="0" y="0"/>
                  </a:moveTo>
                  <a:lnTo>
                    <a:pt x="17721" y="9486"/>
                  </a:lnTo>
                  <a:lnTo>
                    <a:pt x="17721" y="364199"/>
                  </a:lnTo>
                  <a:lnTo>
                    <a:pt x="0" y="364199"/>
                  </a:lnTo>
                  <a:close/>
                </a:path>
              </a:pathLst>
            </a:custGeom>
            <a:solidFill>
              <a:srgbClr val="CD9B86">
                <a:alpha val="100000"/>
              </a:srgbClr>
            </a:solidFill>
            <a:ln w="4762" cap="rnd">
              <a:solidFill>
                <a:srgbClr val="CD9B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8"/>
            <p:cNvSpPr/>
            <p:nvPr/>
          </p:nvSpPr>
          <p:spPr>
            <a:xfrm>
              <a:off x="5758994" y="1962218"/>
              <a:ext cx="17721" cy="354712"/>
            </a:xfrm>
            <a:custGeom>
              <a:avLst/>
              <a:pathLst>
                <a:path w="17721" h="354712">
                  <a:moveTo>
                    <a:pt x="0" y="0"/>
                  </a:moveTo>
                  <a:lnTo>
                    <a:pt x="17721" y="9567"/>
                  </a:lnTo>
                  <a:lnTo>
                    <a:pt x="17721" y="354712"/>
                  </a:lnTo>
                  <a:lnTo>
                    <a:pt x="0" y="354712"/>
                  </a:lnTo>
                  <a:close/>
                </a:path>
              </a:pathLst>
            </a:custGeom>
            <a:solidFill>
              <a:srgbClr val="CD9A86">
                <a:alpha val="100000"/>
              </a:srgbClr>
            </a:solidFill>
            <a:ln w="4762" cap="rnd">
              <a:solidFill>
                <a:srgbClr val="CD9A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49"/>
            <p:cNvSpPr/>
            <p:nvPr/>
          </p:nvSpPr>
          <p:spPr>
            <a:xfrm>
              <a:off x="5776715" y="1971786"/>
              <a:ext cx="17721" cy="345145"/>
            </a:xfrm>
            <a:custGeom>
              <a:avLst/>
              <a:pathLst>
                <a:path w="17721" h="345145">
                  <a:moveTo>
                    <a:pt x="0" y="0"/>
                  </a:moveTo>
                  <a:lnTo>
                    <a:pt x="17721" y="9589"/>
                  </a:lnTo>
                  <a:lnTo>
                    <a:pt x="17721" y="345145"/>
                  </a:lnTo>
                  <a:lnTo>
                    <a:pt x="0" y="345145"/>
                  </a:lnTo>
                  <a:close/>
                </a:path>
              </a:pathLst>
            </a:custGeom>
            <a:solidFill>
              <a:srgbClr val="CD9A85">
                <a:alpha val="100000"/>
              </a:srgbClr>
            </a:solidFill>
            <a:ln w="4762" cap="rnd">
              <a:solidFill>
                <a:srgbClr val="CD9A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0"/>
            <p:cNvSpPr/>
            <p:nvPr/>
          </p:nvSpPr>
          <p:spPr>
            <a:xfrm>
              <a:off x="5794437" y="1981375"/>
              <a:ext cx="35442" cy="335555"/>
            </a:xfrm>
            <a:custGeom>
              <a:avLst/>
              <a:pathLst>
                <a:path w="35442" h="335555">
                  <a:moveTo>
                    <a:pt x="0" y="0"/>
                  </a:moveTo>
                  <a:lnTo>
                    <a:pt x="17721" y="9601"/>
                  </a:lnTo>
                  <a:lnTo>
                    <a:pt x="35442" y="19187"/>
                  </a:lnTo>
                  <a:lnTo>
                    <a:pt x="35442" y="335555"/>
                  </a:lnTo>
                  <a:lnTo>
                    <a:pt x="17721" y="335555"/>
                  </a:lnTo>
                  <a:lnTo>
                    <a:pt x="0" y="335555"/>
                  </a:lnTo>
                  <a:close/>
                </a:path>
              </a:pathLst>
            </a:custGeom>
            <a:solidFill>
              <a:srgbClr val="CD9985">
                <a:alpha val="100000"/>
              </a:srgbClr>
            </a:solidFill>
            <a:ln w="4762" cap="rnd">
              <a:solidFill>
                <a:srgbClr val="CD99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1"/>
            <p:cNvSpPr/>
            <p:nvPr/>
          </p:nvSpPr>
          <p:spPr>
            <a:xfrm>
              <a:off x="5829879" y="2000562"/>
              <a:ext cx="17721" cy="316368"/>
            </a:xfrm>
            <a:custGeom>
              <a:avLst/>
              <a:pathLst>
                <a:path w="17721" h="316368">
                  <a:moveTo>
                    <a:pt x="0" y="0"/>
                  </a:moveTo>
                  <a:lnTo>
                    <a:pt x="17721" y="9543"/>
                  </a:lnTo>
                  <a:lnTo>
                    <a:pt x="17721" y="316368"/>
                  </a:lnTo>
                  <a:lnTo>
                    <a:pt x="0" y="316368"/>
                  </a:lnTo>
                  <a:close/>
                </a:path>
              </a:pathLst>
            </a:custGeom>
            <a:solidFill>
              <a:srgbClr val="CC9984">
                <a:alpha val="100000"/>
              </a:srgbClr>
            </a:solidFill>
            <a:ln w="4762" cap="rnd">
              <a:solidFill>
                <a:srgbClr val="CC99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2"/>
            <p:cNvSpPr/>
            <p:nvPr/>
          </p:nvSpPr>
          <p:spPr>
            <a:xfrm>
              <a:off x="5847601" y="2010106"/>
              <a:ext cx="17721" cy="306824"/>
            </a:xfrm>
            <a:custGeom>
              <a:avLst/>
              <a:pathLst>
                <a:path w="17721" h="306824">
                  <a:moveTo>
                    <a:pt x="0" y="0"/>
                  </a:moveTo>
                  <a:lnTo>
                    <a:pt x="17721" y="9502"/>
                  </a:lnTo>
                  <a:lnTo>
                    <a:pt x="17721" y="306824"/>
                  </a:lnTo>
                  <a:lnTo>
                    <a:pt x="0" y="306824"/>
                  </a:lnTo>
                  <a:close/>
                </a:path>
              </a:pathLst>
            </a:custGeom>
            <a:solidFill>
              <a:srgbClr val="CC9884">
                <a:alpha val="100000"/>
              </a:srgbClr>
            </a:solidFill>
            <a:ln w="4762" cap="rnd">
              <a:solidFill>
                <a:srgbClr val="CC98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3"/>
            <p:cNvSpPr/>
            <p:nvPr/>
          </p:nvSpPr>
          <p:spPr>
            <a:xfrm>
              <a:off x="5865322" y="2019608"/>
              <a:ext cx="17721" cy="297322"/>
            </a:xfrm>
            <a:custGeom>
              <a:avLst/>
              <a:pathLst>
                <a:path w="17721" h="297322">
                  <a:moveTo>
                    <a:pt x="0" y="0"/>
                  </a:moveTo>
                  <a:lnTo>
                    <a:pt x="17721" y="9400"/>
                  </a:lnTo>
                  <a:lnTo>
                    <a:pt x="17721" y="297322"/>
                  </a:lnTo>
                  <a:lnTo>
                    <a:pt x="0" y="297322"/>
                  </a:lnTo>
                  <a:close/>
                </a:path>
              </a:pathLst>
            </a:custGeom>
            <a:solidFill>
              <a:srgbClr val="CC9883">
                <a:alpha val="100000"/>
              </a:srgbClr>
            </a:solidFill>
            <a:ln w="4762" cap="rnd">
              <a:solidFill>
                <a:srgbClr val="CC98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4"/>
            <p:cNvSpPr/>
            <p:nvPr/>
          </p:nvSpPr>
          <p:spPr>
            <a:xfrm>
              <a:off x="5883044" y="2029008"/>
              <a:ext cx="35442" cy="287922"/>
            </a:xfrm>
            <a:custGeom>
              <a:avLst/>
              <a:pathLst>
                <a:path w="35442" h="287922">
                  <a:moveTo>
                    <a:pt x="0" y="0"/>
                  </a:moveTo>
                  <a:lnTo>
                    <a:pt x="17721" y="9293"/>
                  </a:lnTo>
                  <a:lnTo>
                    <a:pt x="35442" y="18496"/>
                  </a:lnTo>
                  <a:lnTo>
                    <a:pt x="35442" y="287922"/>
                  </a:lnTo>
                  <a:lnTo>
                    <a:pt x="17721" y="287922"/>
                  </a:lnTo>
                  <a:lnTo>
                    <a:pt x="0" y="287922"/>
                  </a:lnTo>
                  <a:close/>
                </a:path>
              </a:pathLst>
            </a:custGeom>
            <a:solidFill>
              <a:srgbClr val="CC9783">
                <a:alpha val="100000"/>
              </a:srgbClr>
            </a:solidFill>
            <a:ln w="4762" cap="rnd">
              <a:solidFill>
                <a:srgbClr val="CC97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5"/>
            <p:cNvSpPr/>
            <p:nvPr/>
          </p:nvSpPr>
          <p:spPr>
            <a:xfrm>
              <a:off x="5918486" y="2047505"/>
              <a:ext cx="17721" cy="269425"/>
            </a:xfrm>
            <a:custGeom>
              <a:avLst/>
              <a:pathLst>
                <a:path w="17721" h="269425">
                  <a:moveTo>
                    <a:pt x="0" y="0"/>
                  </a:moveTo>
                  <a:lnTo>
                    <a:pt x="17721" y="9025"/>
                  </a:lnTo>
                  <a:lnTo>
                    <a:pt x="17721" y="269425"/>
                  </a:lnTo>
                  <a:lnTo>
                    <a:pt x="0" y="269425"/>
                  </a:lnTo>
                  <a:close/>
                </a:path>
              </a:pathLst>
            </a:custGeom>
            <a:solidFill>
              <a:srgbClr val="CB9782">
                <a:alpha val="100000"/>
              </a:srgbClr>
            </a:solidFill>
            <a:ln w="4762" cap="rnd">
              <a:solidFill>
                <a:srgbClr val="CB97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6"/>
            <p:cNvSpPr/>
            <p:nvPr/>
          </p:nvSpPr>
          <p:spPr>
            <a:xfrm>
              <a:off x="5936208" y="2056530"/>
              <a:ext cx="17721" cy="260400"/>
            </a:xfrm>
            <a:custGeom>
              <a:avLst/>
              <a:pathLst>
                <a:path w="17721" h="260400">
                  <a:moveTo>
                    <a:pt x="0" y="0"/>
                  </a:moveTo>
                  <a:lnTo>
                    <a:pt x="17721" y="8857"/>
                  </a:lnTo>
                  <a:lnTo>
                    <a:pt x="17721" y="260400"/>
                  </a:lnTo>
                  <a:lnTo>
                    <a:pt x="0" y="260400"/>
                  </a:lnTo>
                  <a:close/>
                </a:path>
              </a:pathLst>
            </a:custGeom>
            <a:solidFill>
              <a:srgbClr val="CB9682">
                <a:alpha val="100000"/>
              </a:srgbClr>
            </a:solidFill>
            <a:ln w="4762" cap="rnd">
              <a:solidFill>
                <a:srgbClr val="CB96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7"/>
            <p:cNvSpPr/>
            <p:nvPr/>
          </p:nvSpPr>
          <p:spPr>
            <a:xfrm>
              <a:off x="5953929" y="2065388"/>
              <a:ext cx="17721" cy="251542"/>
            </a:xfrm>
            <a:custGeom>
              <a:avLst/>
              <a:pathLst>
                <a:path w="17721" h="251542">
                  <a:moveTo>
                    <a:pt x="0" y="0"/>
                  </a:moveTo>
                  <a:lnTo>
                    <a:pt x="17721" y="8721"/>
                  </a:lnTo>
                  <a:lnTo>
                    <a:pt x="17721" y="251542"/>
                  </a:lnTo>
                  <a:lnTo>
                    <a:pt x="0" y="251542"/>
                  </a:lnTo>
                  <a:close/>
                </a:path>
              </a:pathLst>
            </a:custGeom>
            <a:solidFill>
              <a:srgbClr val="CB9681">
                <a:alpha val="100000"/>
              </a:srgbClr>
            </a:solidFill>
            <a:ln w="4762" cap="rnd">
              <a:solidFill>
                <a:srgbClr val="CB9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8"/>
            <p:cNvSpPr/>
            <p:nvPr/>
          </p:nvSpPr>
          <p:spPr>
            <a:xfrm>
              <a:off x="5971650" y="2074109"/>
              <a:ext cx="35442" cy="242821"/>
            </a:xfrm>
            <a:custGeom>
              <a:avLst/>
              <a:pathLst>
                <a:path w="35442" h="242821">
                  <a:moveTo>
                    <a:pt x="0" y="0"/>
                  </a:moveTo>
                  <a:lnTo>
                    <a:pt x="17721" y="8481"/>
                  </a:lnTo>
                  <a:lnTo>
                    <a:pt x="35442" y="16737"/>
                  </a:lnTo>
                  <a:lnTo>
                    <a:pt x="35442" y="242821"/>
                  </a:lnTo>
                  <a:lnTo>
                    <a:pt x="17721" y="242821"/>
                  </a:lnTo>
                  <a:lnTo>
                    <a:pt x="0" y="242821"/>
                  </a:lnTo>
                  <a:close/>
                </a:path>
              </a:pathLst>
            </a:custGeom>
            <a:solidFill>
              <a:srgbClr val="CB9581">
                <a:alpha val="100000"/>
              </a:srgbClr>
            </a:solidFill>
            <a:ln w="4762" cap="rnd">
              <a:solidFill>
                <a:srgbClr val="CB95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59"/>
            <p:cNvSpPr/>
            <p:nvPr/>
          </p:nvSpPr>
          <p:spPr>
            <a:xfrm>
              <a:off x="6007093" y="2090846"/>
              <a:ext cx="17721" cy="226084"/>
            </a:xfrm>
            <a:custGeom>
              <a:avLst/>
              <a:pathLst>
                <a:path w="17721" h="226084">
                  <a:moveTo>
                    <a:pt x="0" y="0"/>
                  </a:moveTo>
                  <a:lnTo>
                    <a:pt x="17721" y="8080"/>
                  </a:lnTo>
                  <a:lnTo>
                    <a:pt x="17721" y="226084"/>
                  </a:lnTo>
                  <a:lnTo>
                    <a:pt x="0" y="226084"/>
                  </a:lnTo>
                  <a:close/>
                </a:path>
              </a:pathLst>
            </a:custGeom>
            <a:solidFill>
              <a:srgbClr val="CA9580">
                <a:alpha val="100000"/>
              </a:srgbClr>
            </a:solidFill>
            <a:ln w="4762" cap="rnd">
              <a:solidFill>
                <a:srgbClr val="CA95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0"/>
            <p:cNvSpPr/>
            <p:nvPr/>
          </p:nvSpPr>
          <p:spPr>
            <a:xfrm>
              <a:off x="6024815" y="2098927"/>
              <a:ext cx="17721" cy="218003"/>
            </a:xfrm>
            <a:custGeom>
              <a:avLst/>
              <a:pathLst>
                <a:path w="17721" h="218003">
                  <a:moveTo>
                    <a:pt x="0" y="0"/>
                  </a:moveTo>
                  <a:lnTo>
                    <a:pt x="17721" y="7790"/>
                  </a:lnTo>
                  <a:lnTo>
                    <a:pt x="17721" y="218003"/>
                  </a:lnTo>
                  <a:lnTo>
                    <a:pt x="0" y="218003"/>
                  </a:lnTo>
                  <a:close/>
                </a:path>
              </a:pathLst>
            </a:custGeom>
            <a:solidFill>
              <a:srgbClr val="CA9480">
                <a:alpha val="100000"/>
              </a:srgbClr>
            </a:solidFill>
            <a:ln w="4762" cap="rnd">
              <a:solidFill>
                <a:srgbClr val="CA94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1"/>
            <p:cNvSpPr/>
            <p:nvPr/>
          </p:nvSpPr>
          <p:spPr>
            <a:xfrm>
              <a:off x="6042536" y="2106717"/>
              <a:ext cx="35442" cy="210213"/>
            </a:xfrm>
            <a:custGeom>
              <a:avLst/>
              <a:pathLst>
                <a:path w="35442" h="210213">
                  <a:moveTo>
                    <a:pt x="0" y="0"/>
                  </a:moveTo>
                  <a:lnTo>
                    <a:pt x="17721" y="7510"/>
                  </a:lnTo>
                  <a:lnTo>
                    <a:pt x="35442" y="14813"/>
                  </a:lnTo>
                  <a:lnTo>
                    <a:pt x="35442" y="210213"/>
                  </a:lnTo>
                  <a:lnTo>
                    <a:pt x="17721" y="210213"/>
                  </a:lnTo>
                  <a:lnTo>
                    <a:pt x="0" y="210213"/>
                  </a:lnTo>
                  <a:close/>
                </a:path>
              </a:pathLst>
            </a:custGeom>
            <a:solidFill>
              <a:srgbClr val="CA947F">
                <a:alpha val="100000"/>
              </a:srgbClr>
            </a:solidFill>
            <a:ln w="4762" cap="rnd">
              <a:solidFill>
                <a:srgbClr val="CA94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2"/>
            <p:cNvSpPr/>
            <p:nvPr/>
          </p:nvSpPr>
          <p:spPr>
            <a:xfrm>
              <a:off x="6077979" y="2121531"/>
              <a:ext cx="17721" cy="195399"/>
            </a:xfrm>
            <a:custGeom>
              <a:avLst/>
              <a:pathLst>
                <a:path w="17721" h="195399">
                  <a:moveTo>
                    <a:pt x="0" y="0"/>
                  </a:moveTo>
                  <a:lnTo>
                    <a:pt x="17721" y="6975"/>
                  </a:lnTo>
                  <a:lnTo>
                    <a:pt x="17721" y="195399"/>
                  </a:lnTo>
                  <a:lnTo>
                    <a:pt x="0" y="195399"/>
                  </a:lnTo>
                  <a:close/>
                </a:path>
              </a:pathLst>
            </a:custGeom>
            <a:solidFill>
              <a:srgbClr val="C9937F">
                <a:alpha val="100000"/>
              </a:srgbClr>
            </a:solidFill>
            <a:ln w="4762" cap="rnd">
              <a:solidFill>
                <a:srgbClr val="C99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3"/>
            <p:cNvSpPr/>
            <p:nvPr/>
          </p:nvSpPr>
          <p:spPr>
            <a:xfrm>
              <a:off x="6095700" y="2128506"/>
              <a:ext cx="17721" cy="188424"/>
            </a:xfrm>
            <a:custGeom>
              <a:avLst/>
              <a:pathLst>
                <a:path w="17721" h="188424">
                  <a:moveTo>
                    <a:pt x="0" y="0"/>
                  </a:moveTo>
                  <a:lnTo>
                    <a:pt x="17721" y="6647"/>
                  </a:lnTo>
                  <a:lnTo>
                    <a:pt x="17721" y="188424"/>
                  </a:lnTo>
                  <a:lnTo>
                    <a:pt x="0" y="188424"/>
                  </a:lnTo>
                  <a:close/>
                </a:path>
              </a:pathLst>
            </a:custGeom>
            <a:solidFill>
              <a:srgbClr val="C9937E">
                <a:alpha val="100000"/>
              </a:srgbClr>
            </a:solidFill>
            <a:ln w="4762" cap="rnd">
              <a:solidFill>
                <a:srgbClr val="C99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4"/>
            <p:cNvSpPr/>
            <p:nvPr/>
          </p:nvSpPr>
          <p:spPr>
            <a:xfrm>
              <a:off x="6113421" y="2135154"/>
              <a:ext cx="17721" cy="181777"/>
            </a:xfrm>
            <a:custGeom>
              <a:avLst/>
              <a:pathLst>
                <a:path w="17721" h="181777">
                  <a:moveTo>
                    <a:pt x="0" y="0"/>
                  </a:moveTo>
                  <a:lnTo>
                    <a:pt x="17721" y="6413"/>
                  </a:lnTo>
                  <a:lnTo>
                    <a:pt x="17721" y="181777"/>
                  </a:lnTo>
                  <a:lnTo>
                    <a:pt x="0" y="181777"/>
                  </a:lnTo>
                  <a:close/>
                </a:path>
              </a:pathLst>
            </a:custGeom>
            <a:solidFill>
              <a:srgbClr val="C9927E">
                <a:alpha val="100000"/>
              </a:srgbClr>
            </a:solidFill>
            <a:ln w="4762" cap="rnd">
              <a:solidFill>
                <a:srgbClr val="C992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5"/>
            <p:cNvSpPr/>
            <p:nvPr/>
          </p:nvSpPr>
          <p:spPr>
            <a:xfrm>
              <a:off x="6131143" y="2141567"/>
              <a:ext cx="35442" cy="175363"/>
            </a:xfrm>
            <a:custGeom>
              <a:avLst/>
              <a:pathLst>
                <a:path w="35442" h="175363">
                  <a:moveTo>
                    <a:pt x="0" y="0"/>
                  </a:moveTo>
                  <a:lnTo>
                    <a:pt x="17721" y="6058"/>
                  </a:lnTo>
                  <a:lnTo>
                    <a:pt x="35442" y="11748"/>
                  </a:lnTo>
                  <a:lnTo>
                    <a:pt x="35442" y="175363"/>
                  </a:lnTo>
                  <a:lnTo>
                    <a:pt x="17721" y="175363"/>
                  </a:lnTo>
                  <a:lnTo>
                    <a:pt x="0" y="175363"/>
                  </a:lnTo>
                  <a:close/>
                </a:path>
              </a:pathLst>
            </a:custGeom>
            <a:solidFill>
              <a:srgbClr val="C9927D">
                <a:alpha val="100000"/>
              </a:srgbClr>
            </a:solidFill>
            <a:ln w="4762" cap="rnd">
              <a:solidFill>
                <a:srgbClr val="C992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6"/>
            <p:cNvSpPr/>
            <p:nvPr/>
          </p:nvSpPr>
          <p:spPr>
            <a:xfrm>
              <a:off x="6166585" y="2153315"/>
              <a:ext cx="17721" cy="163615"/>
            </a:xfrm>
            <a:custGeom>
              <a:avLst/>
              <a:pathLst>
                <a:path w="17721" h="163615">
                  <a:moveTo>
                    <a:pt x="0" y="0"/>
                  </a:moveTo>
                  <a:lnTo>
                    <a:pt x="17721" y="5435"/>
                  </a:lnTo>
                  <a:lnTo>
                    <a:pt x="17721" y="163615"/>
                  </a:lnTo>
                  <a:lnTo>
                    <a:pt x="0" y="163615"/>
                  </a:lnTo>
                  <a:close/>
                </a:path>
              </a:pathLst>
            </a:custGeom>
            <a:solidFill>
              <a:srgbClr val="C8917D">
                <a:alpha val="100000"/>
              </a:srgbClr>
            </a:solidFill>
            <a:ln w="4762" cap="rnd">
              <a:solidFill>
                <a:srgbClr val="C891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7"/>
            <p:cNvSpPr/>
            <p:nvPr/>
          </p:nvSpPr>
          <p:spPr>
            <a:xfrm>
              <a:off x="6184307" y="2158750"/>
              <a:ext cx="17721" cy="158180"/>
            </a:xfrm>
            <a:custGeom>
              <a:avLst/>
              <a:pathLst>
                <a:path w="17721" h="158180">
                  <a:moveTo>
                    <a:pt x="0" y="0"/>
                  </a:moveTo>
                  <a:lnTo>
                    <a:pt x="17721" y="5064"/>
                  </a:lnTo>
                  <a:lnTo>
                    <a:pt x="17721" y="158180"/>
                  </a:lnTo>
                  <a:lnTo>
                    <a:pt x="0" y="158180"/>
                  </a:lnTo>
                  <a:close/>
                </a:path>
              </a:pathLst>
            </a:custGeom>
            <a:solidFill>
              <a:srgbClr val="C8917C">
                <a:alpha val="100000"/>
              </a:srgbClr>
            </a:solidFill>
            <a:ln w="4762" cap="rnd">
              <a:solidFill>
                <a:srgbClr val="C891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8"/>
            <p:cNvSpPr/>
            <p:nvPr/>
          </p:nvSpPr>
          <p:spPr>
            <a:xfrm>
              <a:off x="6202028" y="2163814"/>
              <a:ext cx="17721" cy="153116"/>
            </a:xfrm>
            <a:custGeom>
              <a:avLst/>
              <a:pathLst>
                <a:path w="17721" h="153116">
                  <a:moveTo>
                    <a:pt x="0" y="0"/>
                  </a:moveTo>
                  <a:lnTo>
                    <a:pt x="17721" y="4659"/>
                  </a:lnTo>
                  <a:lnTo>
                    <a:pt x="17721" y="153116"/>
                  </a:lnTo>
                  <a:lnTo>
                    <a:pt x="0" y="153116"/>
                  </a:lnTo>
                  <a:close/>
                </a:path>
              </a:pathLst>
            </a:custGeom>
            <a:solidFill>
              <a:srgbClr val="C8907C">
                <a:alpha val="100000"/>
              </a:srgbClr>
            </a:solidFill>
            <a:ln w="4762" cap="rnd">
              <a:solidFill>
                <a:srgbClr val="C890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69"/>
            <p:cNvSpPr/>
            <p:nvPr/>
          </p:nvSpPr>
          <p:spPr>
            <a:xfrm>
              <a:off x="6219750" y="2168474"/>
              <a:ext cx="35442" cy="148456"/>
            </a:xfrm>
            <a:custGeom>
              <a:avLst/>
              <a:pathLst>
                <a:path w="35442" h="148456">
                  <a:moveTo>
                    <a:pt x="0" y="0"/>
                  </a:moveTo>
                  <a:lnTo>
                    <a:pt x="17721" y="4390"/>
                  </a:lnTo>
                  <a:lnTo>
                    <a:pt x="35442" y="8404"/>
                  </a:lnTo>
                  <a:lnTo>
                    <a:pt x="35442" y="148456"/>
                  </a:lnTo>
                  <a:lnTo>
                    <a:pt x="17721" y="148456"/>
                  </a:lnTo>
                  <a:lnTo>
                    <a:pt x="0" y="148456"/>
                  </a:lnTo>
                  <a:close/>
                </a:path>
              </a:pathLst>
            </a:custGeom>
            <a:solidFill>
              <a:srgbClr val="C8907B">
                <a:alpha val="100000"/>
              </a:srgbClr>
            </a:solidFill>
            <a:ln w="4762" cap="rnd">
              <a:solidFill>
                <a:srgbClr val="C890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0"/>
            <p:cNvSpPr/>
            <p:nvPr/>
          </p:nvSpPr>
          <p:spPr>
            <a:xfrm>
              <a:off x="6255192" y="2176878"/>
              <a:ext cx="17721" cy="140052"/>
            </a:xfrm>
            <a:custGeom>
              <a:avLst/>
              <a:pathLst>
                <a:path w="17721" h="140052">
                  <a:moveTo>
                    <a:pt x="0" y="0"/>
                  </a:moveTo>
                  <a:lnTo>
                    <a:pt x="17721" y="3580"/>
                  </a:lnTo>
                  <a:lnTo>
                    <a:pt x="17721" y="140052"/>
                  </a:lnTo>
                  <a:lnTo>
                    <a:pt x="0" y="140052"/>
                  </a:lnTo>
                  <a:close/>
                </a:path>
              </a:pathLst>
            </a:custGeom>
            <a:solidFill>
              <a:srgbClr val="C78F7B">
                <a:alpha val="100000"/>
              </a:srgbClr>
            </a:solidFill>
            <a:ln w="4762" cap="rnd">
              <a:solidFill>
                <a:srgbClr val="C78F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1"/>
            <p:cNvSpPr/>
            <p:nvPr/>
          </p:nvSpPr>
          <p:spPr>
            <a:xfrm>
              <a:off x="6272914" y="2180459"/>
              <a:ext cx="17721" cy="136471"/>
            </a:xfrm>
            <a:custGeom>
              <a:avLst/>
              <a:pathLst>
                <a:path w="17721" h="136471">
                  <a:moveTo>
                    <a:pt x="0" y="0"/>
                  </a:moveTo>
                  <a:lnTo>
                    <a:pt x="17721" y="3302"/>
                  </a:lnTo>
                  <a:lnTo>
                    <a:pt x="17721" y="136471"/>
                  </a:lnTo>
                  <a:lnTo>
                    <a:pt x="0" y="136471"/>
                  </a:lnTo>
                  <a:close/>
                </a:path>
              </a:pathLst>
            </a:custGeom>
            <a:solidFill>
              <a:srgbClr val="C78F7A">
                <a:alpha val="100000"/>
              </a:srgbClr>
            </a:solidFill>
            <a:ln w="4762" cap="rnd">
              <a:solidFill>
                <a:srgbClr val="C78F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2"/>
            <p:cNvSpPr/>
            <p:nvPr/>
          </p:nvSpPr>
          <p:spPr>
            <a:xfrm>
              <a:off x="6290635" y="2183761"/>
              <a:ext cx="17721" cy="133169"/>
            </a:xfrm>
            <a:custGeom>
              <a:avLst/>
              <a:pathLst>
                <a:path w="17721" h="133169">
                  <a:moveTo>
                    <a:pt x="0" y="0"/>
                  </a:moveTo>
                  <a:lnTo>
                    <a:pt x="17721" y="2925"/>
                  </a:lnTo>
                  <a:lnTo>
                    <a:pt x="17721" y="133169"/>
                  </a:lnTo>
                  <a:lnTo>
                    <a:pt x="0" y="133169"/>
                  </a:lnTo>
                  <a:close/>
                </a:path>
              </a:pathLst>
            </a:custGeom>
            <a:solidFill>
              <a:srgbClr val="C78E7A">
                <a:alpha val="100000"/>
              </a:srgbClr>
            </a:solidFill>
            <a:ln w="4762" cap="rnd">
              <a:solidFill>
                <a:srgbClr val="C78E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3"/>
            <p:cNvSpPr/>
            <p:nvPr/>
          </p:nvSpPr>
          <p:spPr>
            <a:xfrm>
              <a:off x="6308356" y="2186687"/>
              <a:ext cx="17721" cy="130243"/>
            </a:xfrm>
            <a:custGeom>
              <a:avLst/>
              <a:pathLst>
                <a:path w="17721" h="130243">
                  <a:moveTo>
                    <a:pt x="0" y="0"/>
                  </a:moveTo>
                  <a:lnTo>
                    <a:pt x="17721" y="2471"/>
                  </a:lnTo>
                  <a:lnTo>
                    <a:pt x="17721" y="130243"/>
                  </a:lnTo>
                  <a:lnTo>
                    <a:pt x="0" y="130243"/>
                  </a:lnTo>
                  <a:close/>
                </a:path>
              </a:pathLst>
            </a:custGeom>
            <a:solidFill>
              <a:srgbClr val="C78E79">
                <a:alpha val="100000"/>
              </a:srgbClr>
            </a:solidFill>
            <a:ln w="4762" cap="rnd">
              <a:solidFill>
                <a:srgbClr val="C7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4"/>
            <p:cNvSpPr/>
            <p:nvPr/>
          </p:nvSpPr>
          <p:spPr>
            <a:xfrm>
              <a:off x="6326078" y="2189159"/>
              <a:ext cx="17721" cy="127772"/>
            </a:xfrm>
            <a:custGeom>
              <a:avLst/>
              <a:pathLst>
                <a:path w="17721" h="127772">
                  <a:moveTo>
                    <a:pt x="0" y="0"/>
                  </a:moveTo>
                  <a:lnTo>
                    <a:pt x="17721" y="2188"/>
                  </a:lnTo>
                  <a:lnTo>
                    <a:pt x="17721" y="127772"/>
                  </a:lnTo>
                  <a:lnTo>
                    <a:pt x="0" y="127772"/>
                  </a:lnTo>
                  <a:close/>
                </a:path>
              </a:pathLst>
            </a:custGeom>
            <a:solidFill>
              <a:srgbClr val="C68E79">
                <a:alpha val="100000"/>
              </a:srgbClr>
            </a:solidFill>
            <a:ln w="4762" cap="rnd">
              <a:solidFill>
                <a:srgbClr val="C6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5"/>
            <p:cNvSpPr/>
            <p:nvPr/>
          </p:nvSpPr>
          <p:spPr>
            <a:xfrm>
              <a:off x="6343799" y="2191347"/>
              <a:ext cx="17721" cy="125583"/>
            </a:xfrm>
            <a:custGeom>
              <a:avLst/>
              <a:pathLst>
                <a:path w="17721" h="125583">
                  <a:moveTo>
                    <a:pt x="0" y="0"/>
                  </a:moveTo>
                  <a:lnTo>
                    <a:pt x="17721" y="1819"/>
                  </a:lnTo>
                  <a:lnTo>
                    <a:pt x="17721" y="125583"/>
                  </a:lnTo>
                  <a:lnTo>
                    <a:pt x="0" y="125583"/>
                  </a:lnTo>
                  <a:close/>
                </a:path>
              </a:pathLst>
            </a:custGeom>
            <a:solidFill>
              <a:srgbClr val="C68D79">
                <a:alpha val="100000"/>
              </a:srgbClr>
            </a:solidFill>
            <a:ln w="4762" cap="rnd">
              <a:solidFill>
                <a:srgbClr val="C68D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6"/>
            <p:cNvSpPr/>
            <p:nvPr/>
          </p:nvSpPr>
          <p:spPr>
            <a:xfrm>
              <a:off x="6361521" y="2193167"/>
              <a:ext cx="35442" cy="123764"/>
            </a:xfrm>
            <a:custGeom>
              <a:avLst/>
              <a:pathLst>
                <a:path w="35442" h="123764">
                  <a:moveTo>
                    <a:pt x="0" y="0"/>
                  </a:moveTo>
                  <a:lnTo>
                    <a:pt x="17721" y="1350"/>
                  </a:lnTo>
                  <a:lnTo>
                    <a:pt x="35442" y="2418"/>
                  </a:lnTo>
                  <a:lnTo>
                    <a:pt x="35442" y="123764"/>
                  </a:lnTo>
                  <a:lnTo>
                    <a:pt x="17721" y="123764"/>
                  </a:lnTo>
                  <a:lnTo>
                    <a:pt x="0" y="123764"/>
                  </a:lnTo>
                  <a:close/>
                </a:path>
              </a:pathLst>
            </a:custGeom>
            <a:solidFill>
              <a:srgbClr val="C68D78">
                <a:alpha val="100000"/>
              </a:srgbClr>
            </a:solidFill>
            <a:ln w="4762" cap="rnd">
              <a:solidFill>
                <a:srgbClr val="C68D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7"/>
            <p:cNvSpPr/>
            <p:nvPr/>
          </p:nvSpPr>
          <p:spPr>
            <a:xfrm>
              <a:off x="6396963" y="2195585"/>
              <a:ext cx="17721" cy="121345"/>
            </a:xfrm>
            <a:custGeom>
              <a:avLst/>
              <a:pathLst>
                <a:path w="17721" h="121345">
                  <a:moveTo>
                    <a:pt x="0" y="0"/>
                  </a:moveTo>
                  <a:lnTo>
                    <a:pt x="17721" y="710"/>
                  </a:lnTo>
                  <a:lnTo>
                    <a:pt x="17721" y="121345"/>
                  </a:lnTo>
                  <a:lnTo>
                    <a:pt x="0" y="121345"/>
                  </a:lnTo>
                  <a:close/>
                </a:path>
              </a:pathLst>
            </a:custGeom>
            <a:solidFill>
              <a:srgbClr val="C68C77">
                <a:alpha val="100000"/>
              </a:srgbClr>
            </a:solidFill>
            <a:ln w="4762" cap="rnd">
              <a:solidFill>
                <a:srgbClr val="C6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8"/>
            <p:cNvSpPr/>
            <p:nvPr/>
          </p:nvSpPr>
          <p:spPr>
            <a:xfrm>
              <a:off x="6414685" y="2196296"/>
              <a:ext cx="17721" cy="120635"/>
            </a:xfrm>
            <a:custGeom>
              <a:avLst/>
              <a:pathLst>
                <a:path w="17721" h="120635">
                  <a:moveTo>
                    <a:pt x="0" y="0"/>
                  </a:moveTo>
                  <a:lnTo>
                    <a:pt x="17721" y="233"/>
                  </a:lnTo>
                  <a:lnTo>
                    <a:pt x="17721" y="120635"/>
                  </a:lnTo>
                  <a:lnTo>
                    <a:pt x="0" y="120635"/>
                  </a:lnTo>
                  <a:close/>
                </a:path>
              </a:pathLst>
            </a:custGeom>
            <a:solidFill>
              <a:srgbClr val="C58C77">
                <a:alpha val="100000"/>
              </a:srgbClr>
            </a:solidFill>
            <a:ln w="4762" cap="rnd">
              <a:solidFill>
                <a:srgbClr val="C5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79"/>
            <p:cNvSpPr/>
            <p:nvPr/>
          </p:nvSpPr>
          <p:spPr>
            <a:xfrm>
              <a:off x="6432406" y="2196484"/>
              <a:ext cx="17721" cy="120446"/>
            </a:xfrm>
            <a:custGeom>
              <a:avLst/>
              <a:pathLst>
                <a:path w="17721" h="120446">
                  <a:moveTo>
                    <a:pt x="0" y="45"/>
                  </a:moveTo>
                  <a:lnTo>
                    <a:pt x="17721" y="0"/>
                  </a:lnTo>
                  <a:lnTo>
                    <a:pt x="17721" y="120446"/>
                  </a:lnTo>
                  <a:lnTo>
                    <a:pt x="0" y="120446"/>
                  </a:lnTo>
                  <a:close/>
                </a:path>
              </a:pathLst>
            </a:custGeom>
            <a:solidFill>
              <a:srgbClr val="C58B77">
                <a:alpha val="100000"/>
              </a:srgbClr>
            </a:solidFill>
            <a:ln w="4762" cap="rnd">
              <a:solidFill>
                <a:srgbClr val="C58B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0"/>
            <p:cNvSpPr/>
            <p:nvPr/>
          </p:nvSpPr>
          <p:spPr>
            <a:xfrm>
              <a:off x="6450127" y="2195235"/>
              <a:ext cx="35442" cy="121695"/>
            </a:xfrm>
            <a:custGeom>
              <a:avLst/>
              <a:pathLst>
                <a:path w="35442" h="121695">
                  <a:moveTo>
                    <a:pt x="0" y="1248"/>
                  </a:moveTo>
                  <a:lnTo>
                    <a:pt x="17721" y="863"/>
                  </a:lnTo>
                  <a:lnTo>
                    <a:pt x="35442" y="0"/>
                  </a:lnTo>
                  <a:lnTo>
                    <a:pt x="35442" y="121695"/>
                  </a:lnTo>
                  <a:lnTo>
                    <a:pt x="17721" y="121695"/>
                  </a:lnTo>
                  <a:lnTo>
                    <a:pt x="0" y="121695"/>
                  </a:lnTo>
                  <a:close/>
                </a:path>
              </a:pathLst>
            </a:custGeom>
            <a:solidFill>
              <a:srgbClr val="C58B76">
                <a:alpha val="100000"/>
              </a:srgbClr>
            </a:solidFill>
            <a:ln w="4762" cap="rnd">
              <a:solidFill>
                <a:srgbClr val="C58B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1"/>
            <p:cNvSpPr/>
            <p:nvPr/>
          </p:nvSpPr>
          <p:spPr>
            <a:xfrm>
              <a:off x="6485570" y="2192645"/>
              <a:ext cx="35442" cy="124285"/>
            </a:xfrm>
            <a:custGeom>
              <a:avLst/>
              <a:pathLst>
                <a:path w="35442" h="124285">
                  <a:moveTo>
                    <a:pt x="0" y="2589"/>
                  </a:moveTo>
                  <a:lnTo>
                    <a:pt x="17721" y="1454"/>
                  </a:lnTo>
                  <a:lnTo>
                    <a:pt x="35442" y="0"/>
                  </a:lnTo>
                  <a:lnTo>
                    <a:pt x="35442" y="124285"/>
                  </a:lnTo>
                  <a:lnTo>
                    <a:pt x="17721" y="124285"/>
                  </a:lnTo>
                  <a:lnTo>
                    <a:pt x="0" y="124285"/>
                  </a:lnTo>
                  <a:close/>
                </a:path>
              </a:pathLst>
            </a:custGeom>
            <a:solidFill>
              <a:srgbClr val="C48A75">
                <a:alpha val="100000"/>
              </a:srgbClr>
            </a:solidFill>
            <a:ln w="4762" cap="rnd">
              <a:solidFill>
                <a:srgbClr val="C48A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2"/>
            <p:cNvSpPr/>
            <p:nvPr/>
          </p:nvSpPr>
          <p:spPr>
            <a:xfrm>
              <a:off x="6521013" y="2190717"/>
              <a:ext cx="17721" cy="126214"/>
            </a:xfrm>
            <a:custGeom>
              <a:avLst/>
              <a:pathLst>
                <a:path w="17721" h="126214">
                  <a:moveTo>
                    <a:pt x="0" y="1928"/>
                  </a:moveTo>
                  <a:lnTo>
                    <a:pt x="17721" y="0"/>
                  </a:lnTo>
                  <a:lnTo>
                    <a:pt x="17721" y="126214"/>
                  </a:lnTo>
                  <a:lnTo>
                    <a:pt x="0" y="126214"/>
                  </a:lnTo>
                  <a:close/>
                </a:path>
              </a:pathLst>
            </a:custGeom>
            <a:solidFill>
              <a:srgbClr val="C48975">
                <a:alpha val="100000"/>
              </a:srgbClr>
            </a:solidFill>
            <a:ln w="4762" cap="rnd">
              <a:solidFill>
                <a:srgbClr val="C489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3"/>
            <p:cNvSpPr/>
            <p:nvPr/>
          </p:nvSpPr>
          <p:spPr>
            <a:xfrm>
              <a:off x="6538734" y="2186042"/>
              <a:ext cx="35442" cy="130888"/>
            </a:xfrm>
            <a:custGeom>
              <a:avLst/>
              <a:pathLst>
                <a:path w="35442" h="130888">
                  <a:moveTo>
                    <a:pt x="0" y="4674"/>
                  </a:moveTo>
                  <a:lnTo>
                    <a:pt x="17721" y="2484"/>
                  </a:lnTo>
                  <a:lnTo>
                    <a:pt x="35442" y="0"/>
                  </a:lnTo>
                  <a:lnTo>
                    <a:pt x="35442" y="130888"/>
                  </a:lnTo>
                  <a:lnTo>
                    <a:pt x="17721" y="130888"/>
                  </a:lnTo>
                  <a:lnTo>
                    <a:pt x="0" y="130888"/>
                  </a:lnTo>
                  <a:close/>
                </a:path>
              </a:pathLst>
            </a:custGeom>
            <a:solidFill>
              <a:srgbClr val="C48974">
                <a:alpha val="100000"/>
              </a:srgbClr>
            </a:solidFill>
            <a:ln w="4762" cap="rnd">
              <a:solidFill>
                <a:srgbClr val="C489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4"/>
            <p:cNvSpPr/>
            <p:nvPr/>
          </p:nvSpPr>
          <p:spPr>
            <a:xfrm>
              <a:off x="6574177" y="2179898"/>
              <a:ext cx="35442" cy="137032"/>
            </a:xfrm>
            <a:custGeom>
              <a:avLst/>
              <a:pathLst>
                <a:path w="35442" h="137032">
                  <a:moveTo>
                    <a:pt x="0" y="6143"/>
                  </a:moveTo>
                  <a:lnTo>
                    <a:pt x="17721" y="3195"/>
                  </a:lnTo>
                  <a:lnTo>
                    <a:pt x="35442" y="0"/>
                  </a:lnTo>
                  <a:lnTo>
                    <a:pt x="35442" y="137032"/>
                  </a:lnTo>
                  <a:lnTo>
                    <a:pt x="17721" y="137032"/>
                  </a:lnTo>
                  <a:lnTo>
                    <a:pt x="0" y="137032"/>
                  </a:lnTo>
                  <a:close/>
                </a:path>
              </a:pathLst>
            </a:custGeom>
            <a:solidFill>
              <a:srgbClr val="C38873">
                <a:alpha val="100000"/>
              </a:srgbClr>
            </a:solidFill>
            <a:ln w="4762" cap="rnd">
              <a:solidFill>
                <a:srgbClr val="C388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5"/>
            <p:cNvSpPr/>
            <p:nvPr/>
          </p:nvSpPr>
          <p:spPr>
            <a:xfrm>
              <a:off x="6609620" y="2176435"/>
              <a:ext cx="17721" cy="140495"/>
            </a:xfrm>
            <a:custGeom>
              <a:avLst/>
              <a:pathLst>
                <a:path w="17721" h="140495">
                  <a:moveTo>
                    <a:pt x="0" y="3463"/>
                  </a:moveTo>
                  <a:lnTo>
                    <a:pt x="17721" y="0"/>
                  </a:lnTo>
                  <a:lnTo>
                    <a:pt x="17721" y="140495"/>
                  </a:lnTo>
                  <a:lnTo>
                    <a:pt x="0" y="140495"/>
                  </a:lnTo>
                  <a:close/>
                </a:path>
              </a:pathLst>
            </a:custGeom>
            <a:solidFill>
              <a:srgbClr val="C38773">
                <a:alpha val="100000"/>
              </a:srgbClr>
            </a:solidFill>
            <a:ln w="4762" cap="rnd">
              <a:solidFill>
                <a:srgbClr val="C387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6"/>
            <p:cNvSpPr/>
            <p:nvPr/>
          </p:nvSpPr>
          <p:spPr>
            <a:xfrm>
              <a:off x="6627341" y="2168386"/>
              <a:ext cx="35442" cy="148544"/>
            </a:xfrm>
            <a:custGeom>
              <a:avLst/>
              <a:pathLst>
                <a:path w="35442" h="148544">
                  <a:moveTo>
                    <a:pt x="0" y="8049"/>
                  </a:moveTo>
                  <a:lnTo>
                    <a:pt x="17721" y="4139"/>
                  </a:lnTo>
                  <a:lnTo>
                    <a:pt x="35442" y="0"/>
                  </a:lnTo>
                  <a:lnTo>
                    <a:pt x="35442" y="148544"/>
                  </a:lnTo>
                  <a:lnTo>
                    <a:pt x="17721" y="148544"/>
                  </a:lnTo>
                  <a:lnTo>
                    <a:pt x="0" y="148544"/>
                  </a:lnTo>
                  <a:close/>
                </a:path>
              </a:pathLst>
            </a:custGeom>
            <a:solidFill>
              <a:srgbClr val="C38772">
                <a:alpha val="100000"/>
              </a:srgbClr>
            </a:solidFill>
            <a:ln w="4762" cap="rnd">
              <a:solidFill>
                <a:srgbClr val="C387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7"/>
            <p:cNvSpPr/>
            <p:nvPr/>
          </p:nvSpPr>
          <p:spPr>
            <a:xfrm>
              <a:off x="6662784" y="2154196"/>
              <a:ext cx="53164" cy="162734"/>
            </a:xfrm>
            <a:custGeom>
              <a:avLst/>
              <a:pathLst>
                <a:path w="53164" h="162734">
                  <a:moveTo>
                    <a:pt x="0" y="14190"/>
                  </a:moveTo>
                  <a:lnTo>
                    <a:pt x="17721" y="9810"/>
                  </a:lnTo>
                  <a:lnTo>
                    <a:pt x="35442" y="5010"/>
                  </a:lnTo>
                  <a:lnTo>
                    <a:pt x="53164" y="0"/>
                  </a:lnTo>
                  <a:lnTo>
                    <a:pt x="53164" y="162734"/>
                  </a:lnTo>
                  <a:lnTo>
                    <a:pt x="35442" y="162734"/>
                  </a:lnTo>
                  <a:lnTo>
                    <a:pt x="17721" y="162734"/>
                  </a:lnTo>
                  <a:lnTo>
                    <a:pt x="0" y="162734"/>
                  </a:lnTo>
                  <a:close/>
                </a:path>
              </a:pathLst>
            </a:custGeom>
            <a:solidFill>
              <a:srgbClr val="C28671">
                <a:alpha val="100000"/>
              </a:srgbClr>
            </a:solidFill>
            <a:ln w="4762" cap="rnd">
              <a:solidFill>
                <a:srgbClr val="C286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8"/>
            <p:cNvSpPr/>
            <p:nvPr/>
          </p:nvSpPr>
          <p:spPr>
            <a:xfrm>
              <a:off x="6715948" y="2148976"/>
              <a:ext cx="17721" cy="167954"/>
            </a:xfrm>
            <a:custGeom>
              <a:avLst/>
              <a:pathLst>
                <a:path w="17721" h="167954">
                  <a:moveTo>
                    <a:pt x="0" y="5220"/>
                  </a:moveTo>
                  <a:lnTo>
                    <a:pt x="17721" y="0"/>
                  </a:lnTo>
                  <a:lnTo>
                    <a:pt x="17721" y="167954"/>
                  </a:lnTo>
                  <a:lnTo>
                    <a:pt x="0" y="167954"/>
                  </a:lnTo>
                  <a:close/>
                </a:path>
              </a:pathLst>
            </a:custGeom>
            <a:solidFill>
              <a:srgbClr val="C28570">
                <a:alpha val="100000"/>
              </a:srgbClr>
            </a:solidFill>
            <a:ln w="4762" cap="rnd">
              <a:solidFill>
                <a:srgbClr val="C2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89"/>
            <p:cNvSpPr/>
            <p:nvPr/>
          </p:nvSpPr>
          <p:spPr>
            <a:xfrm>
              <a:off x="6733669" y="2143367"/>
              <a:ext cx="17721" cy="173563"/>
            </a:xfrm>
            <a:custGeom>
              <a:avLst/>
              <a:pathLst>
                <a:path w="17721" h="173563">
                  <a:moveTo>
                    <a:pt x="0" y="5608"/>
                  </a:moveTo>
                  <a:lnTo>
                    <a:pt x="17721" y="0"/>
                  </a:lnTo>
                  <a:lnTo>
                    <a:pt x="17721" y="173563"/>
                  </a:lnTo>
                  <a:lnTo>
                    <a:pt x="0" y="173563"/>
                  </a:lnTo>
                  <a:close/>
                </a:path>
              </a:pathLst>
            </a:custGeom>
            <a:solidFill>
              <a:srgbClr val="C18570">
                <a:alpha val="100000"/>
              </a:srgbClr>
            </a:solidFill>
            <a:ln w="4762" cap="rnd">
              <a:solidFill>
                <a:srgbClr val="C1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0"/>
            <p:cNvSpPr/>
            <p:nvPr/>
          </p:nvSpPr>
          <p:spPr>
            <a:xfrm>
              <a:off x="6751391" y="2125276"/>
              <a:ext cx="53164" cy="191654"/>
            </a:xfrm>
            <a:custGeom>
              <a:avLst/>
              <a:pathLst>
                <a:path w="53164" h="191654">
                  <a:moveTo>
                    <a:pt x="0" y="18090"/>
                  </a:moveTo>
                  <a:lnTo>
                    <a:pt x="17721" y="12295"/>
                  </a:lnTo>
                  <a:lnTo>
                    <a:pt x="35442" y="6314"/>
                  </a:lnTo>
                  <a:lnTo>
                    <a:pt x="53164" y="0"/>
                  </a:lnTo>
                  <a:lnTo>
                    <a:pt x="53164" y="191654"/>
                  </a:lnTo>
                  <a:lnTo>
                    <a:pt x="35442" y="191654"/>
                  </a:lnTo>
                  <a:lnTo>
                    <a:pt x="17721" y="191654"/>
                  </a:lnTo>
                  <a:lnTo>
                    <a:pt x="0" y="191654"/>
                  </a:lnTo>
                  <a:close/>
                </a:path>
              </a:pathLst>
            </a:custGeom>
            <a:solidFill>
              <a:srgbClr val="C1846F">
                <a:alpha val="100000"/>
              </a:srgbClr>
            </a:solidFill>
            <a:ln w="4762" cap="rnd">
              <a:solidFill>
                <a:srgbClr val="C184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1"/>
            <p:cNvSpPr/>
            <p:nvPr/>
          </p:nvSpPr>
          <p:spPr>
            <a:xfrm>
              <a:off x="6804555" y="2118794"/>
              <a:ext cx="17721" cy="198136"/>
            </a:xfrm>
            <a:custGeom>
              <a:avLst/>
              <a:pathLst>
                <a:path w="17721" h="198136">
                  <a:moveTo>
                    <a:pt x="0" y="6481"/>
                  </a:moveTo>
                  <a:lnTo>
                    <a:pt x="17721" y="0"/>
                  </a:lnTo>
                  <a:lnTo>
                    <a:pt x="17721" y="198136"/>
                  </a:lnTo>
                  <a:lnTo>
                    <a:pt x="0" y="198136"/>
                  </a:lnTo>
                  <a:close/>
                </a:path>
              </a:pathLst>
            </a:custGeom>
            <a:solidFill>
              <a:srgbClr val="C1836E">
                <a:alpha val="100000"/>
              </a:srgbClr>
            </a:solidFill>
            <a:ln w="4762" cap="rnd">
              <a:solidFill>
                <a:srgbClr val="C1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2"/>
            <p:cNvSpPr/>
            <p:nvPr/>
          </p:nvSpPr>
          <p:spPr>
            <a:xfrm>
              <a:off x="6822276" y="2112153"/>
              <a:ext cx="17721" cy="204777"/>
            </a:xfrm>
            <a:custGeom>
              <a:avLst/>
              <a:pathLst>
                <a:path w="17721" h="204777">
                  <a:moveTo>
                    <a:pt x="0" y="6641"/>
                  </a:moveTo>
                  <a:lnTo>
                    <a:pt x="17721" y="0"/>
                  </a:lnTo>
                  <a:lnTo>
                    <a:pt x="17721" y="204777"/>
                  </a:lnTo>
                  <a:lnTo>
                    <a:pt x="0" y="204777"/>
                  </a:lnTo>
                  <a:close/>
                </a:path>
              </a:pathLst>
            </a:custGeom>
            <a:solidFill>
              <a:srgbClr val="C0836E">
                <a:alpha val="100000"/>
              </a:srgbClr>
            </a:solidFill>
            <a:ln w="4762" cap="rnd">
              <a:solidFill>
                <a:srgbClr val="C0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3"/>
            <p:cNvSpPr/>
            <p:nvPr/>
          </p:nvSpPr>
          <p:spPr>
            <a:xfrm>
              <a:off x="6839997" y="2090993"/>
              <a:ext cx="53164" cy="225937"/>
            </a:xfrm>
            <a:custGeom>
              <a:avLst/>
              <a:pathLst>
                <a:path w="53164" h="225937">
                  <a:moveTo>
                    <a:pt x="0" y="21160"/>
                  </a:moveTo>
                  <a:lnTo>
                    <a:pt x="17721" y="14245"/>
                  </a:lnTo>
                  <a:lnTo>
                    <a:pt x="35442" y="7187"/>
                  </a:lnTo>
                  <a:lnTo>
                    <a:pt x="53164" y="0"/>
                  </a:lnTo>
                  <a:lnTo>
                    <a:pt x="53164" y="225937"/>
                  </a:lnTo>
                  <a:lnTo>
                    <a:pt x="35442" y="225937"/>
                  </a:lnTo>
                  <a:lnTo>
                    <a:pt x="17721" y="225937"/>
                  </a:lnTo>
                  <a:lnTo>
                    <a:pt x="0" y="225937"/>
                  </a:lnTo>
                  <a:close/>
                </a:path>
              </a:pathLst>
            </a:custGeom>
            <a:solidFill>
              <a:srgbClr val="C0826D">
                <a:alpha val="100000"/>
              </a:srgbClr>
            </a:solidFill>
            <a:ln w="4762" cap="rnd">
              <a:solidFill>
                <a:srgbClr val="C082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4"/>
            <p:cNvSpPr/>
            <p:nvPr/>
          </p:nvSpPr>
          <p:spPr>
            <a:xfrm>
              <a:off x="6893162" y="2076082"/>
              <a:ext cx="35442" cy="240849"/>
            </a:xfrm>
            <a:custGeom>
              <a:avLst/>
              <a:pathLst>
                <a:path w="35442" h="240849">
                  <a:moveTo>
                    <a:pt x="0" y="14911"/>
                  </a:moveTo>
                  <a:lnTo>
                    <a:pt x="17721" y="7512"/>
                  </a:lnTo>
                  <a:lnTo>
                    <a:pt x="35442" y="0"/>
                  </a:lnTo>
                  <a:lnTo>
                    <a:pt x="35442" y="240849"/>
                  </a:lnTo>
                  <a:lnTo>
                    <a:pt x="17721" y="240849"/>
                  </a:lnTo>
                  <a:lnTo>
                    <a:pt x="0" y="240849"/>
                  </a:lnTo>
                  <a:close/>
                </a:path>
              </a:pathLst>
            </a:custGeom>
            <a:solidFill>
              <a:srgbClr val="BF816C">
                <a:alpha val="100000"/>
              </a:srgbClr>
            </a:solidFill>
            <a:ln w="4762" cap="rnd">
              <a:solidFill>
                <a:srgbClr val="BF81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5"/>
            <p:cNvSpPr/>
            <p:nvPr/>
          </p:nvSpPr>
          <p:spPr>
            <a:xfrm>
              <a:off x="6928604" y="2052883"/>
              <a:ext cx="53164" cy="264047"/>
            </a:xfrm>
            <a:custGeom>
              <a:avLst/>
              <a:pathLst>
                <a:path w="53164" h="264047">
                  <a:moveTo>
                    <a:pt x="0" y="23198"/>
                  </a:moveTo>
                  <a:lnTo>
                    <a:pt x="17721" y="15589"/>
                  </a:lnTo>
                  <a:lnTo>
                    <a:pt x="35442" y="7833"/>
                  </a:lnTo>
                  <a:lnTo>
                    <a:pt x="53164" y="0"/>
                  </a:lnTo>
                  <a:lnTo>
                    <a:pt x="53164" y="264047"/>
                  </a:lnTo>
                  <a:lnTo>
                    <a:pt x="35442" y="264047"/>
                  </a:lnTo>
                  <a:lnTo>
                    <a:pt x="17721" y="264047"/>
                  </a:lnTo>
                  <a:lnTo>
                    <a:pt x="0" y="264047"/>
                  </a:lnTo>
                  <a:close/>
                </a:path>
              </a:pathLst>
            </a:custGeom>
            <a:solidFill>
              <a:srgbClr val="BF806B">
                <a:alpha val="100000"/>
              </a:srgbClr>
            </a:solidFill>
            <a:ln w="4762" cap="rnd">
              <a:solidFill>
                <a:srgbClr val="BF8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6"/>
            <p:cNvSpPr/>
            <p:nvPr/>
          </p:nvSpPr>
          <p:spPr>
            <a:xfrm>
              <a:off x="6981768" y="2037012"/>
              <a:ext cx="35442" cy="279918"/>
            </a:xfrm>
            <a:custGeom>
              <a:avLst/>
              <a:pathLst>
                <a:path w="35442" h="279918">
                  <a:moveTo>
                    <a:pt x="0" y="15871"/>
                  </a:moveTo>
                  <a:lnTo>
                    <a:pt x="17721" y="7976"/>
                  </a:lnTo>
                  <a:lnTo>
                    <a:pt x="35442" y="0"/>
                  </a:lnTo>
                  <a:lnTo>
                    <a:pt x="35442" y="279918"/>
                  </a:lnTo>
                  <a:lnTo>
                    <a:pt x="17721" y="279918"/>
                  </a:lnTo>
                  <a:lnTo>
                    <a:pt x="0" y="279918"/>
                  </a:lnTo>
                  <a:close/>
                </a:path>
              </a:pathLst>
            </a:custGeom>
            <a:solidFill>
              <a:srgbClr val="BE7F6A">
                <a:alpha val="100000"/>
              </a:srgbClr>
            </a:solidFill>
            <a:ln w="4762" cap="rnd">
              <a:solidFill>
                <a:srgbClr val="BE7F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7"/>
            <p:cNvSpPr/>
            <p:nvPr/>
          </p:nvSpPr>
          <p:spPr>
            <a:xfrm>
              <a:off x="7017211" y="2029000"/>
              <a:ext cx="17721" cy="287930"/>
            </a:xfrm>
            <a:custGeom>
              <a:avLst/>
              <a:pathLst>
                <a:path w="17721" h="287930">
                  <a:moveTo>
                    <a:pt x="0" y="8011"/>
                  </a:moveTo>
                  <a:lnTo>
                    <a:pt x="17721" y="0"/>
                  </a:lnTo>
                  <a:lnTo>
                    <a:pt x="17721" y="287930"/>
                  </a:lnTo>
                  <a:lnTo>
                    <a:pt x="0" y="287930"/>
                  </a:lnTo>
                  <a:close/>
                </a:path>
              </a:pathLst>
            </a:custGeom>
            <a:solidFill>
              <a:srgbClr val="BE7F69">
                <a:alpha val="100000"/>
              </a:srgbClr>
            </a:solidFill>
            <a:ln w="4762" cap="rnd">
              <a:solidFill>
                <a:srgbClr val="BE7F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8"/>
            <p:cNvSpPr/>
            <p:nvPr/>
          </p:nvSpPr>
          <p:spPr>
            <a:xfrm>
              <a:off x="7034932" y="2020965"/>
              <a:ext cx="17721" cy="295965"/>
            </a:xfrm>
            <a:custGeom>
              <a:avLst/>
              <a:pathLst>
                <a:path w="17721" h="295965">
                  <a:moveTo>
                    <a:pt x="0" y="8035"/>
                  </a:moveTo>
                  <a:lnTo>
                    <a:pt x="17721" y="0"/>
                  </a:lnTo>
                  <a:lnTo>
                    <a:pt x="17721" y="295965"/>
                  </a:lnTo>
                  <a:lnTo>
                    <a:pt x="0" y="295965"/>
                  </a:lnTo>
                  <a:close/>
                </a:path>
              </a:pathLst>
            </a:custGeom>
            <a:solidFill>
              <a:srgbClr val="BE7E69">
                <a:alpha val="100000"/>
              </a:srgbClr>
            </a:solidFill>
            <a:ln w="4762" cap="rnd">
              <a:solidFill>
                <a:srgbClr val="BE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399"/>
            <p:cNvSpPr/>
            <p:nvPr/>
          </p:nvSpPr>
          <p:spPr>
            <a:xfrm>
              <a:off x="7052654" y="2012912"/>
              <a:ext cx="17721" cy="304018"/>
            </a:xfrm>
            <a:custGeom>
              <a:avLst/>
              <a:pathLst>
                <a:path w="17721" h="304018">
                  <a:moveTo>
                    <a:pt x="0" y="8052"/>
                  </a:moveTo>
                  <a:lnTo>
                    <a:pt x="17721" y="0"/>
                  </a:lnTo>
                  <a:lnTo>
                    <a:pt x="17721" y="304018"/>
                  </a:lnTo>
                  <a:lnTo>
                    <a:pt x="0" y="304018"/>
                  </a:lnTo>
                  <a:close/>
                </a:path>
              </a:pathLst>
            </a:custGeom>
            <a:solidFill>
              <a:srgbClr val="BD7E69">
                <a:alpha val="100000"/>
              </a:srgbClr>
            </a:solidFill>
            <a:ln w="4762" cap="rnd">
              <a:solidFill>
                <a:srgbClr val="BD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0"/>
            <p:cNvSpPr/>
            <p:nvPr/>
          </p:nvSpPr>
          <p:spPr>
            <a:xfrm>
              <a:off x="7070375" y="1988868"/>
              <a:ext cx="53164" cy="328062"/>
            </a:xfrm>
            <a:custGeom>
              <a:avLst/>
              <a:pathLst>
                <a:path w="53164" h="328062">
                  <a:moveTo>
                    <a:pt x="0" y="24044"/>
                  </a:moveTo>
                  <a:lnTo>
                    <a:pt x="17721" y="16003"/>
                  </a:lnTo>
                  <a:lnTo>
                    <a:pt x="35442" y="7977"/>
                  </a:lnTo>
                  <a:lnTo>
                    <a:pt x="53164" y="0"/>
                  </a:lnTo>
                  <a:lnTo>
                    <a:pt x="53164" y="328062"/>
                  </a:lnTo>
                  <a:lnTo>
                    <a:pt x="35442" y="328062"/>
                  </a:lnTo>
                  <a:lnTo>
                    <a:pt x="17721" y="328062"/>
                  </a:lnTo>
                  <a:lnTo>
                    <a:pt x="0" y="328062"/>
                  </a:lnTo>
                  <a:close/>
                </a:path>
              </a:pathLst>
            </a:custGeom>
            <a:solidFill>
              <a:srgbClr val="BD7D68">
                <a:alpha val="100000"/>
              </a:srgbClr>
            </a:solidFill>
            <a:ln w="4762" cap="rnd">
              <a:solidFill>
                <a:srgbClr val="BD7D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1"/>
            <p:cNvSpPr/>
            <p:nvPr/>
          </p:nvSpPr>
          <p:spPr>
            <a:xfrm>
              <a:off x="7123539" y="1973094"/>
              <a:ext cx="35442" cy="343836"/>
            </a:xfrm>
            <a:custGeom>
              <a:avLst/>
              <a:pathLst>
                <a:path w="35442" h="343836">
                  <a:moveTo>
                    <a:pt x="0" y="15774"/>
                  </a:moveTo>
                  <a:lnTo>
                    <a:pt x="17721" y="7859"/>
                  </a:lnTo>
                  <a:lnTo>
                    <a:pt x="35442" y="0"/>
                  </a:lnTo>
                  <a:lnTo>
                    <a:pt x="35442" y="343836"/>
                  </a:lnTo>
                  <a:lnTo>
                    <a:pt x="17721" y="343836"/>
                  </a:lnTo>
                  <a:lnTo>
                    <a:pt x="0" y="343836"/>
                  </a:lnTo>
                  <a:close/>
                </a:path>
              </a:pathLst>
            </a:custGeom>
            <a:solidFill>
              <a:srgbClr val="BC7C67">
                <a:alpha val="100000"/>
              </a:srgbClr>
            </a:solidFill>
            <a:ln w="4762" cap="rnd">
              <a:solidFill>
                <a:srgbClr val="BC7C6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2"/>
            <p:cNvSpPr/>
            <p:nvPr/>
          </p:nvSpPr>
          <p:spPr>
            <a:xfrm>
              <a:off x="7158982" y="1950173"/>
              <a:ext cx="53164" cy="366757"/>
            </a:xfrm>
            <a:custGeom>
              <a:avLst/>
              <a:pathLst>
                <a:path w="53164" h="366757">
                  <a:moveTo>
                    <a:pt x="0" y="22920"/>
                  </a:moveTo>
                  <a:lnTo>
                    <a:pt x="17721" y="15169"/>
                  </a:lnTo>
                  <a:lnTo>
                    <a:pt x="35442" y="7537"/>
                  </a:lnTo>
                  <a:lnTo>
                    <a:pt x="53164" y="0"/>
                  </a:lnTo>
                  <a:lnTo>
                    <a:pt x="53164" y="366757"/>
                  </a:lnTo>
                  <a:lnTo>
                    <a:pt x="35442" y="366757"/>
                  </a:lnTo>
                  <a:lnTo>
                    <a:pt x="17721" y="366757"/>
                  </a:lnTo>
                  <a:lnTo>
                    <a:pt x="0" y="366757"/>
                  </a:lnTo>
                  <a:close/>
                </a:path>
              </a:pathLst>
            </a:custGeom>
            <a:solidFill>
              <a:srgbClr val="BC7B66">
                <a:alpha val="100000"/>
              </a:srgbClr>
            </a:solidFill>
            <a:ln w="4762" cap="rnd">
              <a:solidFill>
                <a:srgbClr val="BC7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3"/>
            <p:cNvSpPr/>
            <p:nvPr/>
          </p:nvSpPr>
          <p:spPr>
            <a:xfrm>
              <a:off x="7212146" y="1935608"/>
              <a:ext cx="35442" cy="381322"/>
            </a:xfrm>
            <a:custGeom>
              <a:avLst/>
              <a:pathLst>
                <a:path w="35442" h="381322">
                  <a:moveTo>
                    <a:pt x="0" y="14565"/>
                  </a:moveTo>
                  <a:lnTo>
                    <a:pt x="17721" y="7195"/>
                  </a:lnTo>
                  <a:lnTo>
                    <a:pt x="35442" y="0"/>
                  </a:lnTo>
                  <a:lnTo>
                    <a:pt x="35442" y="381322"/>
                  </a:lnTo>
                  <a:lnTo>
                    <a:pt x="17721" y="381322"/>
                  </a:lnTo>
                  <a:lnTo>
                    <a:pt x="0" y="381322"/>
                  </a:lnTo>
                  <a:close/>
                </a:path>
              </a:pathLst>
            </a:custGeom>
            <a:solidFill>
              <a:srgbClr val="BB7A65">
                <a:alpha val="100000"/>
              </a:srgbClr>
            </a:solidFill>
            <a:ln w="4762" cap="rnd">
              <a:solidFill>
                <a:srgbClr val="BB7A6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4"/>
            <p:cNvSpPr/>
            <p:nvPr/>
          </p:nvSpPr>
          <p:spPr>
            <a:xfrm>
              <a:off x="7247589" y="1928547"/>
              <a:ext cx="17721" cy="388384"/>
            </a:xfrm>
            <a:custGeom>
              <a:avLst/>
              <a:pathLst>
                <a:path w="17721" h="388384">
                  <a:moveTo>
                    <a:pt x="0" y="7061"/>
                  </a:moveTo>
                  <a:lnTo>
                    <a:pt x="17721" y="0"/>
                  </a:lnTo>
                  <a:lnTo>
                    <a:pt x="17721" y="388384"/>
                  </a:lnTo>
                  <a:lnTo>
                    <a:pt x="0" y="388384"/>
                  </a:lnTo>
                  <a:close/>
                </a:path>
              </a:pathLst>
            </a:custGeom>
            <a:solidFill>
              <a:srgbClr val="BB7A64">
                <a:alpha val="100000"/>
              </a:srgbClr>
            </a:solidFill>
            <a:ln w="4762" cap="rnd">
              <a:solidFill>
                <a:srgbClr val="BB7A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5"/>
            <p:cNvSpPr/>
            <p:nvPr/>
          </p:nvSpPr>
          <p:spPr>
            <a:xfrm>
              <a:off x="7265310" y="1921705"/>
              <a:ext cx="17721" cy="395225"/>
            </a:xfrm>
            <a:custGeom>
              <a:avLst/>
              <a:pathLst>
                <a:path w="17721" h="395225">
                  <a:moveTo>
                    <a:pt x="0" y="6841"/>
                  </a:moveTo>
                  <a:lnTo>
                    <a:pt x="17721" y="0"/>
                  </a:lnTo>
                  <a:lnTo>
                    <a:pt x="17721" y="395225"/>
                  </a:lnTo>
                  <a:lnTo>
                    <a:pt x="0" y="395225"/>
                  </a:lnTo>
                  <a:close/>
                </a:path>
              </a:pathLst>
            </a:custGeom>
            <a:solidFill>
              <a:srgbClr val="BB7964">
                <a:alpha val="100000"/>
              </a:srgbClr>
            </a:solidFill>
            <a:ln w="4762" cap="rnd">
              <a:solidFill>
                <a:srgbClr val="BB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6"/>
            <p:cNvSpPr/>
            <p:nvPr/>
          </p:nvSpPr>
          <p:spPr>
            <a:xfrm>
              <a:off x="7283032" y="1915097"/>
              <a:ext cx="17721" cy="401833"/>
            </a:xfrm>
            <a:custGeom>
              <a:avLst/>
              <a:pathLst>
                <a:path w="17721" h="401833">
                  <a:moveTo>
                    <a:pt x="0" y="6608"/>
                  </a:moveTo>
                  <a:lnTo>
                    <a:pt x="17721" y="0"/>
                  </a:lnTo>
                  <a:lnTo>
                    <a:pt x="17721" y="401833"/>
                  </a:lnTo>
                  <a:lnTo>
                    <a:pt x="0" y="401833"/>
                  </a:lnTo>
                  <a:close/>
                </a:path>
              </a:pathLst>
            </a:custGeom>
            <a:solidFill>
              <a:srgbClr val="BA7964">
                <a:alpha val="100000"/>
              </a:srgbClr>
            </a:solidFill>
            <a:ln w="4762" cap="rnd">
              <a:solidFill>
                <a:srgbClr val="BA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7"/>
            <p:cNvSpPr/>
            <p:nvPr/>
          </p:nvSpPr>
          <p:spPr>
            <a:xfrm>
              <a:off x="7300753" y="1902488"/>
              <a:ext cx="35442" cy="414442"/>
            </a:xfrm>
            <a:custGeom>
              <a:avLst/>
              <a:pathLst>
                <a:path w="35442" h="414442">
                  <a:moveTo>
                    <a:pt x="0" y="12608"/>
                  </a:moveTo>
                  <a:lnTo>
                    <a:pt x="17721" y="6171"/>
                  </a:lnTo>
                  <a:lnTo>
                    <a:pt x="35442" y="0"/>
                  </a:lnTo>
                  <a:lnTo>
                    <a:pt x="35442" y="414442"/>
                  </a:lnTo>
                  <a:lnTo>
                    <a:pt x="17721" y="414442"/>
                  </a:lnTo>
                  <a:lnTo>
                    <a:pt x="0" y="414442"/>
                  </a:lnTo>
                  <a:close/>
                </a:path>
              </a:pathLst>
            </a:custGeom>
            <a:solidFill>
              <a:srgbClr val="BA7863">
                <a:alpha val="100000"/>
              </a:srgbClr>
            </a:solidFill>
            <a:ln w="4762" cap="rnd">
              <a:solidFill>
                <a:srgbClr val="BA78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8"/>
            <p:cNvSpPr/>
            <p:nvPr/>
          </p:nvSpPr>
          <p:spPr>
            <a:xfrm>
              <a:off x="7336196" y="1896608"/>
              <a:ext cx="17721" cy="420323"/>
            </a:xfrm>
            <a:custGeom>
              <a:avLst/>
              <a:pathLst>
                <a:path w="17721" h="420323">
                  <a:moveTo>
                    <a:pt x="0" y="5880"/>
                  </a:moveTo>
                  <a:lnTo>
                    <a:pt x="17721" y="0"/>
                  </a:lnTo>
                  <a:lnTo>
                    <a:pt x="17721" y="420323"/>
                  </a:lnTo>
                  <a:lnTo>
                    <a:pt x="0" y="420323"/>
                  </a:lnTo>
                  <a:close/>
                </a:path>
              </a:pathLst>
            </a:custGeom>
            <a:solidFill>
              <a:srgbClr val="BA7862">
                <a:alpha val="100000"/>
              </a:srgbClr>
            </a:solidFill>
            <a:ln w="4762" cap="rnd">
              <a:solidFill>
                <a:srgbClr val="BA78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09"/>
            <p:cNvSpPr/>
            <p:nvPr/>
          </p:nvSpPr>
          <p:spPr>
            <a:xfrm>
              <a:off x="7353917" y="1890932"/>
              <a:ext cx="17721" cy="425998"/>
            </a:xfrm>
            <a:custGeom>
              <a:avLst/>
              <a:pathLst>
                <a:path w="17721" h="425998">
                  <a:moveTo>
                    <a:pt x="0" y="5675"/>
                  </a:moveTo>
                  <a:lnTo>
                    <a:pt x="17721" y="0"/>
                  </a:lnTo>
                  <a:lnTo>
                    <a:pt x="17721" y="425998"/>
                  </a:lnTo>
                  <a:lnTo>
                    <a:pt x="0" y="425998"/>
                  </a:lnTo>
                  <a:close/>
                </a:path>
              </a:pathLst>
            </a:custGeom>
            <a:solidFill>
              <a:srgbClr val="BA7762">
                <a:alpha val="100000"/>
              </a:srgbClr>
            </a:solidFill>
            <a:ln w="4762" cap="rnd">
              <a:solidFill>
                <a:srgbClr val="BA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0"/>
            <p:cNvSpPr/>
            <p:nvPr/>
          </p:nvSpPr>
          <p:spPr>
            <a:xfrm>
              <a:off x="7371638" y="1885560"/>
              <a:ext cx="17721" cy="431370"/>
            </a:xfrm>
            <a:custGeom>
              <a:avLst/>
              <a:pathLst>
                <a:path w="17721" h="431370">
                  <a:moveTo>
                    <a:pt x="0" y="5371"/>
                  </a:moveTo>
                  <a:lnTo>
                    <a:pt x="17721" y="0"/>
                  </a:lnTo>
                  <a:lnTo>
                    <a:pt x="17721" y="431370"/>
                  </a:lnTo>
                  <a:lnTo>
                    <a:pt x="0" y="431370"/>
                  </a:lnTo>
                  <a:close/>
                </a:path>
              </a:pathLst>
            </a:custGeom>
            <a:solidFill>
              <a:srgbClr val="B97762">
                <a:alpha val="100000"/>
              </a:srgbClr>
            </a:solidFill>
            <a:ln w="4762" cap="rnd">
              <a:solidFill>
                <a:srgbClr val="B9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1"/>
            <p:cNvSpPr/>
            <p:nvPr/>
          </p:nvSpPr>
          <p:spPr>
            <a:xfrm>
              <a:off x="7389360" y="1871287"/>
              <a:ext cx="53164" cy="445643"/>
            </a:xfrm>
            <a:custGeom>
              <a:avLst/>
              <a:pathLst>
                <a:path w="53164" h="445643">
                  <a:moveTo>
                    <a:pt x="0" y="14273"/>
                  </a:moveTo>
                  <a:lnTo>
                    <a:pt x="17721" y="9247"/>
                  </a:lnTo>
                  <a:lnTo>
                    <a:pt x="35442" y="4456"/>
                  </a:lnTo>
                  <a:lnTo>
                    <a:pt x="53164" y="0"/>
                  </a:lnTo>
                  <a:lnTo>
                    <a:pt x="53164" y="445643"/>
                  </a:lnTo>
                  <a:lnTo>
                    <a:pt x="35442" y="445643"/>
                  </a:lnTo>
                  <a:lnTo>
                    <a:pt x="17721" y="445643"/>
                  </a:lnTo>
                  <a:lnTo>
                    <a:pt x="0" y="445643"/>
                  </a:lnTo>
                  <a:close/>
                </a:path>
              </a:pathLst>
            </a:custGeom>
            <a:solidFill>
              <a:srgbClr val="B97661">
                <a:alpha val="100000"/>
              </a:srgbClr>
            </a:solidFill>
            <a:ln w="4762" cap="rnd">
              <a:solidFill>
                <a:srgbClr val="B976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2"/>
            <p:cNvSpPr/>
            <p:nvPr/>
          </p:nvSpPr>
          <p:spPr>
            <a:xfrm>
              <a:off x="7442524" y="1863427"/>
              <a:ext cx="35442" cy="453503"/>
            </a:xfrm>
            <a:custGeom>
              <a:avLst/>
              <a:pathLst>
                <a:path w="35442" h="453503">
                  <a:moveTo>
                    <a:pt x="0" y="7860"/>
                  </a:moveTo>
                  <a:lnTo>
                    <a:pt x="17721" y="3800"/>
                  </a:lnTo>
                  <a:lnTo>
                    <a:pt x="35442" y="0"/>
                  </a:lnTo>
                  <a:lnTo>
                    <a:pt x="35442" y="453503"/>
                  </a:lnTo>
                  <a:lnTo>
                    <a:pt x="17721" y="453503"/>
                  </a:lnTo>
                  <a:lnTo>
                    <a:pt x="0" y="453503"/>
                  </a:lnTo>
                  <a:close/>
                </a:path>
              </a:pathLst>
            </a:custGeom>
            <a:solidFill>
              <a:srgbClr val="B87560">
                <a:alpha val="100000"/>
              </a:srgbClr>
            </a:solidFill>
            <a:ln w="4762" cap="rnd">
              <a:solidFill>
                <a:srgbClr val="B875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3"/>
            <p:cNvSpPr/>
            <p:nvPr/>
          </p:nvSpPr>
          <p:spPr>
            <a:xfrm>
              <a:off x="7477967" y="1859983"/>
              <a:ext cx="17721" cy="456948"/>
            </a:xfrm>
            <a:custGeom>
              <a:avLst/>
              <a:pathLst>
                <a:path w="17721" h="456948">
                  <a:moveTo>
                    <a:pt x="0" y="3444"/>
                  </a:moveTo>
                  <a:lnTo>
                    <a:pt x="17721" y="0"/>
                  </a:lnTo>
                  <a:lnTo>
                    <a:pt x="17721" y="456948"/>
                  </a:lnTo>
                  <a:lnTo>
                    <a:pt x="0" y="456948"/>
                  </a:lnTo>
                  <a:close/>
                </a:path>
              </a:pathLst>
            </a:custGeom>
            <a:solidFill>
              <a:srgbClr val="B8755F">
                <a:alpha val="100000"/>
              </a:srgbClr>
            </a:solidFill>
            <a:ln w="4762" cap="rnd">
              <a:solidFill>
                <a:srgbClr val="B875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4"/>
            <p:cNvSpPr/>
            <p:nvPr/>
          </p:nvSpPr>
          <p:spPr>
            <a:xfrm>
              <a:off x="7495688" y="1856979"/>
              <a:ext cx="17721" cy="459951"/>
            </a:xfrm>
            <a:custGeom>
              <a:avLst/>
              <a:pathLst>
                <a:path w="17721" h="459951">
                  <a:moveTo>
                    <a:pt x="0" y="3003"/>
                  </a:moveTo>
                  <a:lnTo>
                    <a:pt x="17721" y="0"/>
                  </a:lnTo>
                  <a:lnTo>
                    <a:pt x="17721" y="459951"/>
                  </a:lnTo>
                  <a:lnTo>
                    <a:pt x="0" y="459951"/>
                  </a:lnTo>
                  <a:close/>
                </a:path>
              </a:pathLst>
            </a:custGeom>
            <a:solidFill>
              <a:srgbClr val="B8745F">
                <a:alpha val="100000"/>
              </a:srgbClr>
            </a:solidFill>
            <a:ln w="4762" cap="rnd">
              <a:solidFill>
                <a:srgbClr val="B8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5"/>
            <p:cNvSpPr/>
            <p:nvPr/>
          </p:nvSpPr>
          <p:spPr>
            <a:xfrm>
              <a:off x="7513409" y="1854254"/>
              <a:ext cx="17721" cy="462676"/>
            </a:xfrm>
            <a:custGeom>
              <a:avLst/>
              <a:pathLst>
                <a:path w="17721" h="462676">
                  <a:moveTo>
                    <a:pt x="0" y="2724"/>
                  </a:moveTo>
                  <a:lnTo>
                    <a:pt x="17721" y="0"/>
                  </a:lnTo>
                  <a:lnTo>
                    <a:pt x="17721" y="462676"/>
                  </a:lnTo>
                  <a:lnTo>
                    <a:pt x="0" y="462676"/>
                  </a:lnTo>
                  <a:close/>
                </a:path>
              </a:pathLst>
            </a:custGeom>
            <a:solidFill>
              <a:srgbClr val="B7745F">
                <a:alpha val="100000"/>
              </a:srgbClr>
            </a:solidFill>
            <a:ln w="4762" cap="rnd">
              <a:solidFill>
                <a:srgbClr val="B7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6"/>
            <p:cNvSpPr/>
            <p:nvPr/>
          </p:nvSpPr>
          <p:spPr>
            <a:xfrm>
              <a:off x="7531131" y="1850019"/>
              <a:ext cx="35442" cy="466911"/>
            </a:xfrm>
            <a:custGeom>
              <a:avLst/>
              <a:pathLst>
                <a:path w="35442" h="466911">
                  <a:moveTo>
                    <a:pt x="0" y="4235"/>
                  </a:moveTo>
                  <a:lnTo>
                    <a:pt x="17721" y="1879"/>
                  </a:lnTo>
                  <a:lnTo>
                    <a:pt x="35442" y="0"/>
                  </a:lnTo>
                  <a:lnTo>
                    <a:pt x="35442" y="466911"/>
                  </a:lnTo>
                  <a:lnTo>
                    <a:pt x="17721" y="466911"/>
                  </a:lnTo>
                  <a:lnTo>
                    <a:pt x="0" y="466911"/>
                  </a:lnTo>
                  <a:close/>
                </a:path>
              </a:pathLst>
            </a:custGeom>
            <a:solidFill>
              <a:srgbClr val="B7735E">
                <a:alpha val="100000"/>
              </a:srgbClr>
            </a:solidFill>
            <a:ln w="4762" cap="rnd">
              <a:solidFill>
                <a:srgbClr val="B773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7"/>
            <p:cNvSpPr/>
            <p:nvPr/>
          </p:nvSpPr>
          <p:spPr>
            <a:xfrm>
              <a:off x="7566574" y="1848432"/>
              <a:ext cx="17721" cy="468498"/>
            </a:xfrm>
            <a:custGeom>
              <a:avLst/>
              <a:pathLst>
                <a:path w="17721" h="468498">
                  <a:moveTo>
                    <a:pt x="0" y="1586"/>
                  </a:moveTo>
                  <a:lnTo>
                    <a:pt x="17721" y="0"/>
                  </a:lnTo>
                  <a:lnTo>
                    <a:pt x="17721" y="468498"/>
                  </a:lnTo>
                  <a:lnTo>
                    <a:pt x="0" y="468498"/>
                  </a:lnTo>
                  <a:close/>
                </a:path>
              </a:pathLst>
            </a:custGeom>
            <a:solidFill>
              <a:srgbClr val="B7735D">
                <a:alpha val="100000"/>
              </a:srgbClr>
            </a:solidFill>
            <a:ln w="4762" cap="rnd">
              <a:solidFill>
                <a:srgbClr val="B773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8"/>
            <p:cNvSpPr/>
            <p:nvPr/>
          </p:nvSpPr>
          <p:spPr>
            <a:xfrm>
              <a:off x="7584295" y="1847216"/>
              <a:ext cx="17721" cy="469714"/>
            </a:xfrm>
            <a:custGeom>
              <a:avLst/>
              <a:pathLst>
                <a:path w="17721" h="469714">
                  <a:moveTo>
                    <a:pt x="0" y="1216"/>
                  </a:moveTo>
                  <a:lnTo>
                    <a:pt x="17721" y="0"/>
                  </a:lnTo>
                  <a:lnTo>
                    <a:pt x="17721" y="469714"/>
                  </a:lnTo>
                  <a:lnTo>
                    <a:pt x="0" y="469714"/>
                  </a:lnTo>
                  <a:close/>
                </a:path>
              </a:pathLst>
            </a:custGeom>
            <a:solidFill>
              <a:srgbClr val="B7725D">
                <a:alpha val="100000"/>
              </a:srgbClr>
            </a:solidFill>
            <a:ln w="4762" cap="rnd">
              <a:solidFill>
                <a:srgbClr val="B7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19"/>
            <p:cNvSpPr/>
            <p:nvPr/>
          </p:nvSpPr>
          <p:spPr>
            <a:xfrm>
              <a:off x="7602016" y="1846504"/>
              <a:ext cx="17721" cy="470426"/>
            </a:xfrm>
            <a:custGeom>
              <a:avLst/>
              <a:pathLst>
                <a:path w="17721" h="470426">
                  <a:moveTo>
                    <a:pt x="0" y="711"/>
                  </a:moveTo>
                  <a:lnTo>
                    <a:pt x="17721" y="0"/>
                  </a:lnTo>
                  <a:lnTo>
                    <a:pt x="17721" y="470426"/>
                  </a:lnTo>
                  <a:lnTo>
                    <a:pt x="0" y="470426"/>
                  </a:lnTo>
                  <a:close/>
                </a:path>
              </a:pathLst>
            </a:custGeom>
            <a:solidFill>
              <a:srgbClr val="B6725D">
                <a:alpha val="100000"/>
              </a:srgbClr>
            </a:solidFill>
            <a:ln w="4762" cap="rnd">
              <a:solidFill>
                <a:srgbClr val="B6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0"/>
            <p:cNvSpPr/>
            <p:nvPr/>
          </p:nvSpPr>
          <p:spPr>
            <a:xfrm>
              <a:off x="7619738" y="1846044"/>
              <a:ext cx="53164" cy="470886"/>
            </a:xfrm>
            <a:custGeom>
              <a:avLst/>
              <a:pathLst>
                <a:path w="53164" h="470886">
                  <a:moveTo>
                    <a:pt x="0" y="460"/>
                  </a:moveTo>
                  <a:lnTo>
                    <a:pt x="17721" y="48"/>
                  </a:lnTo>
                  <a:lnTo>
                    <a:pt x="35442" y="0"/>
                  </a:lnTo>
                  <a:lnTo>
                    <a:pt x="53164" y="473"/>
                  </a:lnTo>
                  <a:lnTo>
                    <a:pt x="53164" y="470886"/>
                  </a:lnTo>
                  <a:lnTo>
                    <a:pt x="35442" y="470886"/>
                  </a:lnTo>
                  <a:lnTo>
                    <a:pt x="17721" y="470886"/>
                  </a:lnTo>
                  <a:lnTo>
                    <a:pt x="0" y="470886"/>
                  </a:lnTo>
                  <a:close/>
                </a:path>
              </a:pathLst>
            </a:custGeom>
            <a:solidFill>
              <a:srgbClr val="B6715C">
                <a:alpha val="100000"/>
              </a:srgbClr>
            </a:solidFill>
            <a:ln w="4762" cap="rnd">
              <a:solidFill>
                <a:srgbClr val="B671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1"/>
            <p:cNvSpPr/>
            <p:nvPr/>
          </p:nvSpPr>
          <p:spPr>
            <a:xfrm>
              <a:off x="7672902" y="1846517"/>
              <a:ext cx="35442" cy="470413"/>
            </a:xfrm>
            <a:custGeom>
              <a:avLst/>
              <a:pathLst>
                <a:path w="35442" h="470413">
                  <a:moveTo>
                    <a:pt x="0" y="0"/>
                  </a:moveTo>
                  <a:lnTo>
                    <a:pt x="17721" y="772"/>
                  </a:lnTo>
                  <a:lnTo>
                    <a:pt x="35442" y="1894"/>
                  </a:lnTo>
                  <a:lnTo>
                    <a:pt x="35442" y="470413"/>
                  </a:lnTo>
                  <a:lnTo>
                    <a:pt x="17721" y="470413"/>
                  </a:lnTo>
                  <a:lnTo>
                    <a:pt x="0" y="470413"/>
                  </a:lnTo>
                  <a:close/>
                </a:path>
              </a:pathLst>
            </a:custGeom>
            <a:solidFill>
              <a:srgbClr val="B5705B">
                <a:alpha val="100000"/>
              </a:srgbClr>
            </a:solidFill>
            <a:ln w="4762" cap="rnd">
              <a:solidFill>
                <a:srgbClr val="B5705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2"/>
            <p:cNvSpPr/>
            <p:nvPr/>
          </p:nvSpPr>
          <p:spPr>
            <a:xfrm>
              <a:off x="7708344" y="1848412"/>
              <a:ext cx="17721" cy="468518"/>
            </a:xfrm>
            <a:custGeom>
              <a:avLst/>
              <a:pathLst>
                <a:path w="17721" h="468518">
                  <a:moveTo>
                    <a:pt x="0" y="0"/>
                  </a:moveTo>
                  <a:lnTo>
                    <a:pt x="17721" y="1649"/>
                  </a:lnTo>
                  <a:lnTo>
                    <a:pt x="17721" y="468518"/>
                  </a:lnTo>
                  <a:lnTo>
                    <a:pt x="0" y="468518"/>
                  </a:lnTo>
                  <a:close/>
                </a:path>
              </a:pathLst>
            </a:custGeom>
            <a:solidFill>
              <a:srgbClr val="B5705A">
                <a:alpha val="100000"/>
              </a:srgbClr>
            </a:solidFill>
            <a:ln w="4762" cap="rnd">
              <a:solidFill>
                <a:srgbClr val="B570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3"/>
            <p:cNvSpPr/>
            <p:nvPr/>
          </p:nvSpPr>
          <p:spPr>
            <a:xfrm>
              <a:off x="7726066" y="1850062"/>
              <a:ext cx="17721" cy="466869"/>
            </a:xfrm>
            <a:custGeom>
              <a:avLst/>
              <a:pathLst>
                <a:path w="17721" h="466869">
                  <a:moveTo>
                    <a:pt x="0" y="0"/>
                  </a:moveTo>
                  <a:lnTo>
                    <a:pt x="17721" y="1941"/>
                  </a:lnTo>
                  <a:lnTo>
                    <a:pt x="17721" y="466869"/>
                  </a:lnTo>
                  <a:lnTo>
                    <a:pt x="0" y="466869"/>
                  </a:lnTo>
                  <a:close/>
                </a:path>
              </a:pathLst>
            </a:custGeom>
            <a:solidFill>
              <a:srgbClr val="B56F5A">
                <a:alpha val="100000"/>
              </a:srgbClr>
            </a:solidFill>
            <a:ln w="4762" cap="rnd">
              <a:solidFill>
                <a:srgbClr val="B5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4"/>
            <p:cNvSpPr/>
            <p:nvPr/>
          </p:nvSpPr>
          <p:spPr>
            <a:xfrm>
              <a:off x="7743787" y="1852003"/>
              <a:ext cx="17721" cy="464928"/>
            </a:xfrm>
            <a:custGeom>
              <a:avLst/>
              <a:pathLst>
                <a:path w="17721" h="464928">
                  <a:moveTo>
                    <a:pt x="0" y="0"/>
                  </a:moveTo>
                  <a:lnTo>
                    <a:pt x="17721" y="2269"/>
                  </a:lnTo>
                  <a:lnTo>
                    <a:pt x="17721" y="464928"/>
                  </a:lnTo>
                  <a:lnTo>
                    <a:pt x="0" y="464928"/>
                  </a:lnTo>
                  <a:close/>
                </a:path>
              </a:pathLst>
            </a:custGeom>
            <a:solidFill>
              <a:srgbClr val="B46F5A">
                <a:alpha val="100000"/>
              </a:srgbClr>
            </a:solidFill>
            <a:ln w="4762" cap="rnd">
              <a:solidFill>
                <a:srgbClr val="B4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5"/>
            <p:cNvSpPr/>
            <p:nvPr/>
          </p:nvSpPr>
          <p:spPr>
            <a:xfrm>
              <a:off x="7761509" y="1854272"/>
              <a:ext cx="35442" cy="462658"/>
            </a:xfrm>
            <a:custGeom>
              <a:avLst/>
              <a:pathLst>
                <a:path w="35442" h="462658">
                  <a:moveTo>
                    <a:pt x="0" y="0"/>
                  </a:moveTo>
                  <a:lnTo>
                    <a:pt x="17721" y="2789"/>
                  </a:lnTo>
                  <a:lnTo>
                    <a:pt x="35442" y="5857"/>
                  </a:lnTo>
                  <a:lnTo>
                    <a:pt x="35442" y="462658"/>
                  </a:lnTo>
                  <a:lnTo>
                    <a:pt x="17721" y="462658"/>
                  </a:lnTo>
                  <a:lnTo>
                    <a:pt x="0" y="462658"/>
                  </a:lnTo>
                  <a:close/>
                </a:path>
              </a:pathLst>
            </a:custGeom>
            <a:solidFill>
              <a:srgbClr val="B46E59">
                <a:alpha val="100000"/>
              </a:srgbClr>
            </a:solidFill>
            <a:ln w="4762" cap="rnd">
              <a:solidFill>
                <a:srgbClr val="B46E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6"/>
            <p:cNvSpPr/>
            <p:nvPr/>
          </p:nvSpPr>
          <p:spPr>
            <a:xfrm>
              <a:off x="7796951" y="1860130"/>
              <a:ext cx="17721" cy="456800"/>
            </a:xfrm>
            <a:custGeom>
              <a:avLst/>
              <a:pathLst>
                <a:path w="17721" h="456800">
                  <a:moveTo>
                    <a:pt x="0" y="0"/>
                  </a:moveTo>
                  <a:lnTo>
                    <a:pt x="17721" y="3368"/>
                  </a:lnTo>
                  <a:lnTo>
                    <a:pt x="17721" y="456800"/>
                  </a:lnTo>
                  <a:lnTo>
                    <a:pt x="0" y="456800"/>
                  </a:lnTo>
                  <a:close/>
                </a:path>
              </a:pathLst>
            </a:custGeom>
            <a:solidFill>
              <a:srgbClr val="B46E58">
                <a:alpha val="100000"/>
              </a:srgbClr>
            </a:solidFill>
            <a:ln w="4762" cap="rnd">
              <a:solidFill>
                <a:srgbClr val="B46E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7"/>
            <p:cNvSpPr/>
            <p:nvPr/>
          </p:nvSpPr>
          <p:spPr>
            <a:xfrm>
              <a:off x="7814673" y="1863499"/>
              <a:ext cx="17721" cy="453432"/>
            </a:xfrm>
            <a:custGeom>
              <a:avLst/>
              <a:pathLst>
                <a:path w="17721" h="453432">
                  <a:moveTo>
                    <a:pt x="0" y="0"/>
                  </a:moveTo>
                  <a:lnTo>
                    <a:pt x="17721" y="3870"/>
                  </a:lnTo>
                  <a:lnTo>
                    <a:pt x="17721" y="453432"/>
                  </a:lnTo>
                  <a:lnTo>
                    <a:pt x="0" y="453432"/>
                  </a:lnTo>
                  <a:close/>
                </a:path>
              </a:pathLst>
            </a:custGeom>
            <a:solidFill>
              <a:srgbClr val="B46D58">
                <a:alpha val="100000"/>
              </a:srgbClr>
            </a:solidFill>
            <a:ln w="4762" cap="rnd">
              <a:solidFill>
                <a:srgbClr val="B4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8"/>
            <p:cNvSpPr/>
            <p:nvPr/>
          </p:nvSpPr>
          <p:spPr>
            <a:xfrm>
              <a:off x="7832394" y="1867369"/>
              <a:ext cx="17721" cy="449561"/>
            </a:xfrm>
            <a:custGeom>
              <a:avLst/>
              <a:pathLst>
                <a:path w="17721" h="449561">
                  <a:moveTo>
                    <a:pt x="0" y="0"/>
                  </a:moveTo>
                  <a:lnTo>
                    <a:pt x="17721" y="4128"/>
                  </a:lnTo>
                  <a:lnTo>
                    <a:pt x="17721" y="449561"/>
                  </a:lnTo>
                  <a:lnTo>
                    <a:pt x="0" y="449561"/>
                  </a:lnTo>
                  <a:close/>
                </a:path>
              </a:pathLst>
            </a:custGeom>
            <a:solidFill>
              <a:srgbClr val="B36D58">
                <a:alpha val="100000"/>
              </a:srgbClr>
            </a:solidFill>
            <a:ln w="4762" cap="rnd">
              <a:solidFill>
                <a:srgbClr val="B3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29"/>
            <p:cNvSpPr/>
            <p:nvPr/>
          </p:nvSpPr>
          <p:spPr>
            <a:xfrm>
              <a:off x="7850115" y="1871498"/>
              <a:ext cx="53164" cy="445433"/>
            </a:xfrm>
            <a:custGeom>
              <a:avLst/>
              <a:pathLst>
                <a:path w="53164" h="445433">
                  <a:moveTo>
                    <a:pt x="0" y="0"/>
                  </a:moveTo>
                  <a:lnTo>
                    <a:pt x="17721" y="4397"/>
                  </a:lnTo>
                  <a:lnTo>
                    <a:pt x="35442" y="9265"/>
                  </a:lnTo>
                  <a:lnTo>
                    <a:pt x="53164" y="14367"/>
                  </a:lnTo>
                  <a:lnTo>
                    <a:pt x="53164" y="445433"/>
                  </a:lnTo>
                  <a:lnTo>
                    <a:pt x="35442" y="445433"/>
                  </a:lnTo>
                  <a:lnTo>
                    <a:pt x="17721" y="445433"/>
                  </a:lnTo>
                  <a:lnTo>
                    <a:pt x="0" y="445433"/>
                  </a:lnTo>
                  <a:close/>
                </a:path>
              </a:pathLst>
            </a:custGeom>
            <a:solidFill>
              <a:srgbClr val="B36C57">
                <a:alpha val="100000"/>
              </a:srgbClr>
            </a:solidFill>
            <a:ln w="4762" cap="rnd">
              <a:solidFill>
                <a:srgbClr val="B36C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0"/>
            <p:cNvSpPr/>
            <p:nvPr/>
          </p:nvSpPr>
          <p:spPr>
            <a:xfrm>
              <a:off x="7903280" y="1885865"/>
              <a:ext cx="35442" cy="431065"/>
            </a:xfrm>
            <a:custGeom>
              <a:avLst/>
              <a:pathLst>
                <a:path w="35442" h="431065">
                  <a:moveTo>
                    <a:pt x="0" y="0"/>
                  </a:moveTo>
                  <a:lnTo>
                    <a:pt x="17721" y="5334"/>
                  </a:lnTo>
                  <a:lnTo>
                    <a:pt x="35442" y="11098"/>
                  </a:lnTo>
                  <a:lnTo>
                    <a:pt x="35442" y="431065"/>
                  </a:lnTo>
                  <a:lnTo>
                    <a:pt x="17721" y="431065"/>
                  </a:lnTo>
                  <a:lnTo>
                    <a:pt x="0" y="431065"/>
                  </a:lnTo>
                  <a:close/>
                </a:path>
              </a:pathLst>
            </a:custGeom>
            <a:solidFill>
              <a:srgbClr val="B26B56">
                <a:alpha val="100000"/>
              </a:srgbClr>
            </a:solidFill>
            <a:ln w="4762" cap="rnd">
              <a:solidFill>
                <a:srgbClr val="B26B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1"/>
            <p:cNvSpPr/>
            <p:nvPr/>
          </p:nvSpPr>
          <p:spPr>
            <a:xfrm>
              <a:off x="7938722" y="1896963"/>
              <a:ext cx="17721" cy="419967"/>
            </a:xfrm>
            <a:custGeom>
              <a:avLst/>
              <a:pathLst>
                <a:path w="17721" h="419967">
                  <a:moveTo>
                    <a:pt x="0" y="0"/>
                  </a:moveTo>
                  <a:lnTo>
                    <a:pt x="17721" y="5967"/>
                  </a:lnTo>
                  <a:lnTo>
                    <a:pt x="17721" y="419967"/>
                  </a:lnTo>
                  <a:lnTo>
                    <a:pt x="0" y="419967"/>
                  </a:lnTo>
                  <a:close/>
                </a:path>
              </a:pathLst>
            </a:custGeom>
            <a:solidFill>
              <a:srgbClr val="B26B55">
                <a:alpha val="100000"/>
              </a:srgbClr>
            </a:solidFill>
            <a:ln w="4762" cap="rnd">
              <a:solidFill>
                <a:srgbClr val="B26B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2"/>
            <p:cNvSpPr/>
            <p:nvPr/>
          </p:nvSpPr>
          <p:spPr>
            <a:xfrm>
              <a:off x="7956444" y="1902931"/>
              <a:ext cx="17721" cy="413999"/>
            </a:xfrm>
            <a:custGeom>
              <a:avLst/>
              <a:pathLst>
                <a:path w="17721" h="413999">
                  <a:moveTo>
                    <a:pt x="0" y="0"/>
                  </a:moveTo>
                  <a:lnTo>
                    <a:pt x="17721" y="6171"/>
                  </a:lnTo>
                  <a:lnTo>
                    <a:pt x="17721" y="413999"/>
                  </a:lnTo>
                  <a:lnTo>
                    <a:pt x="0" y="413999"/>
                  </a:lnTo>
                  <a:close/>
                </a:path>
              </a:pathLst>
            </a:custGeom>
            <a:solidFill>
              <a:srgbClr val="B26A55">
                <a:alpha val="100000"/>
              </a:srgbClr>
            </a:solidFill>
            <a:ln w="4762" cap="rnd">
              <a:solidFill>
                <a:srgbClr val="B2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3"/>
            <p:cNvSpPr/>
            <p:nvPr/>
          </p:nvSpPr>
          <p:spPr>
            <a:xfrm>
              <a:off x="7974165" y="1909103"/>
              <a:ext cx="17721" cy="407827"/>
            </a:xfrm>
            <a:custGeom>
              <a:avLst/>
              <a:pathLst>
                <a:path w="17721" h="407827">
                  <a:moveTo>
                    <a:pt x="0" y="0"/>
                  </a:moveTo>
                  <a:lnTo>
                    <a:pt x="17721" y="6532"/>
                  </a:lnTo>
                  <a:lnTo>
                    <a:pt x="17721" y="407827"/>
                  </a:lnTo>
                  <a:lnTo>
                    <a:pt x="0" y="407827"/>
                  </a:lnTo>
                  <a:close/>
                </a:path>
              </a:pathLst>
            </a:custGeom>
            <a:solidFill>
              <a:srgbClr val="B16A55">
                <a:alpha val="100000"/>
              </a:srgbClr>
            </a:solidFill>
            <a:ln w="4762" cap="rnd">
              <a:solidFill>
                <a:srgbClr val="B1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4"/>
            <p:cNvSpPr/>
            <p:nvPr/>
          </p:nvSpPr>
          <p:spPr>
            <a:xfrm>
              <a:off x="7991886" y="1915635"/>
              <a:ext cx="53164" cy="401295"/>
            </a:xfrm>
            <a:custGeom>
              <a:avLst/>
              <a:pathLst>
                <a:path w="53164" h="401295">
                  <a:moveTo>
                    <a:pt x="0" y="0"/>
                  </a:moveTo>
                  <a:lnTo>
                    <a:pt x="17721" y="6712"/>
                  </a:lnTo>
                  <a:lnTo>
                    <a:pt x="35442" y="13595"/>
                  </a:lnTo>
                  <a:lnTo>
                    <a:pt x="53164" y="20768"/>
                  </a:lnTo>
                  <a:lnTo>
                    <a:pt x="53164" y="401295"/>
                  </a:lnTo>
                  <a:lnTo>
                    <a:pt x="35442" y="401295"/>
                  </a:lnTo>
                  <a:lnTo>
                    <a:pt x="17721" y="401295"/>
                  </a:lnTo>
                  <a:lnTo>
                    <a:pt x="0" y="401295"/>
                  </a:lnTo>
                  <a:close/>
                </a:path>
              </a:pathLst>
            </a:custGeom>
            <a:solidFill>
              <a:srgbClr val="B16954">
                <a:alpha val="100000"/>
              </a:srgbClr>
            </a:solidFill>
            <a:ln w="4762" cap="rnd">
              <a:solidFill>
                <a:srgbClr val="B169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5"/>
            <p:cNvSpPr/>
            <p:nvPr/>
          </p:nvSpPr>
          <p:spPr>
            <a:xfrm>
              <a:off x="8045050" y="1936403"/>
              <a:ext cx="35442" cy="380527"/>
            </a:xfrm>
            <a:custGeom>
              <a:avLst/>
              <a:pathLst>
                <a:path w="35442" h="380527">
                  <a:moveTo>
                    <a:pt x="0" y="0"/>
                  </a:moveTo>
                  <a:lnTo>
                    <a:pt x="17721" y="7323"/>
                  </a:lnTo>
                  <a:lnTo>
                    <a:pt x="35442" y="14782"/>
                  </a:lnTo>
                  <a:lnTo>
                    <a:pt x="35442" y="380527"/>
                  </a:lnTo>
                  <a:lnTo>
                    <a:pt x="17721" y="380527"/>
                  </a:lnTo>
                  <a:lnTo>
                    <a:pt x="0" y="380527"/>
                  </a:lnTo>
                  <a:close/>
                </a:path>
              </a:pathLst>
            </a:custGeom>
            <a:solidFill>
              <a:srgbClr val="B06853">
                <a:alpha val="100000"/>
              </a:srgbClr>
            </a:solidFill>
            <a:ln w="4762" cap="rnd">
              <a:solidFill>
                <a:srgbClr val="B0685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6"/>
            <p:cNvSpPr/>
            <p:nvPr/>
          </p:nvSpPr>
          <p:spPr>
            <a:xfrm>
              <a:off x="8080493" y="1951185"/>
              <a:ext cx="35442" cy="365745"/>
            </a:xfrm>
            <a:custGeom>
              <a:avLst/>
              <a:pathLst>
                <a:path w="35442" h="365745">
                  <a:moveTo>
                    <a:pt x="0" y="0"/>
                  </a:moveTo>
                  <a:lnTo>
                    <a:pt x="17721" y="7678"/>
                  </a:lnTo>
                  <a:lnTo>
                    <a:pt x="35442" y="15472"/>
                  </a:lnTo>
                  <a:lnTo>
                    <a:pt x="35442" y="365745"/>
                  </a:lnTo>
                  <a:lnTo>
                    <a:pt x="17721" y="365745"/>
                  </a:lnTo>
                  <a:lnTo>
                    <a:pt x="0" y="365745"/>
                  </a:lnTo>
                  <a:close/>
                </a:path>
              </a:pathLst>
            </a:custGeom>
            <a:solidFill>
              <a:srgbClr val="B06752">
                <a:alpha val="100000"/>
              </a:srgbClr>
            </a:solidFill>
            <a:ln w="4762" cap="rnd">
              <a:solidFill>
                <a:srgbClr val="B0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7"/>
            <p:cNvSpPr/>
            <p:nvPr/>
          </p:nvSpPr>
          <p:spPr>
            <a:xfrm>
              <a:off x="8115936" y="1966658"/>
              <a:ext cx="17721" cy="350272"/>
            </a:xfrm>
            <a:custGeom>
              <a:avLst/>
              <a:pathLst>
                <a:path w="17721" h="350272">
                  <a:moveTo>
                    <a:pt x="0" y="0"/>
                  </a:moveTo>
                  <a:lnTo>
                    <a:pt x="17721" y="7893"/>
                  </a:lnTo>
                  <a:lnTo>
                    <a:pt x="17721" y="350272"/>
                  </a:lnTo>
                  <a:lnTo>
                    <a:pt x="0" y="350272"/>
                  </a:lnTo>
                  <a:close/>
                </a:path>
              </a:pathLst>
            </a:custGeom>
            <a:solidFill>
              <a:srgbClr val="AF6752">
                <a:alpha val="100000"/>
              </a:srgbClr>
            </a:solidFill>
            <a:ln w="4762" cap="rnd">
              <a:solidFill>
                <a:srgbClr val="AF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8"/>
            <p:cNvSpPr/>
            <p:nvPr/>
          </p:nvSpPr>
          <p:spPr>
            <a:xfrm>
              <a:off x="8133657" y="1974551"/>
              <a:ext cx="53164" cy="342379"/>
            </a:xfrm>
            <a:custGeom>
              <a:avLst/>
              <a:pathLst>
                <a:path w="53164" h="342379">
                  <a:moveTo>
                    <a:pt x="0" y="0"/>
                  </a:moveTo>
                  <a:lnTo>
                    <a:pt x="17721" y="8043"/>
                  </a:lnTo>
                  <a:lnTo>
                    <a:pt x="35442" y="16166"/>
                  </a:lnTo>
                  <a:lnTo>
                    <a:pt x="53164" y="24351"/>
                  </a:lnTo>
                  <a:lnTo>
                    <a:pt x="53164" y="342379"/>
                  </a:lnTo>
                  <a:lnTo>
                    <a:pt x="35442" y="342379"/>
                  </a:lnTo>
                  <a:lnTo>
                    <a:pt x="17721" y="342379"/>
                  </a:lnTo>
                  <a:lnTo>
                    <a:pt x="0" y="342379"/>
                  </a:lnTo>
                  <a:close/>
                </a:path>
              </a:pathLst>
            </a:custGeom>
            <a:solidFill>
              <a:srgbClr val="AF6651">
                <a:alpha val="100000"/>
              </a:srgbClr>
            </a:solidFill>
            <a:ln w="4762" cap="rnd">
              <a:solidFill>
                <a:srgbClr val="AF66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39"/>
            <p:cNvSpPr/>
            <p:nvPr/>
          </p:nvSpPr>
          <p:spPr>
            <a:xfrm>
              <a:off x="8186821" y="1998903"/>
              <a:ext cx="17721" cy="318027"/>
            </a:xfrm>
            <a:custGeom>
              <a:avLst/>
              <a:pathLst>
                <a:path w="17721" h="318027">
                  <a:moveTo>
                    <a:pt x="0" y="0"/>
                  </a:moveTo>
                  <a:lnTo>
                    <a:pt x="17721" y="8270"/>
                  </a:lnTo>
                  <a:lnTo>
                    <a:pt x="17721" y="318027"/>
                  </a:lnTo>
                  <a:lnTo>
                    <a:pt x="0" y="318027"/>
                  </a:lnTo>
                  <a:close/>
                </a:path>
              </a:pathLst>
            </a:custGeom>
            <a:solidFill>
              <a:srgbClr val="AF6550">
                <a:alpha val="100000"/>
              </a:srgbClr>
            </a:solidFill>
            <a:ln w="4762" cap="rnd">
              <a:solidFill>
                <a:srgbClr val="AF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0"/>
            <p:cNvSpPr/>
            <p:nvPr/>
          </p:nvSpPr>
          <p:spPr>
            <a:xfrm>
              <a:off x="8204543" y="2007173"/>
              <a:ext cx="17721" cy="309757"/>
            </a:xfrm>
            <a:custGeom>
              <a:avLst/>
              <a:pathLst>
                <a:path w="17721" h="309757">
                  <a:moveTo>
                    <a:pt x="0" y="0"/>
                  </a:moveTo>
                  <a:lnTo>
                    <a:pt x="17721" y="8309"/>
                  </a:lnTo>
                  <a:lnTo>
                    <a:pt x="17721" y="309757"/>
                  </a:lnTo>
                  <a:lnTo>
                    <a:pt x="0" y="309757"/>
                  </a:lnTo>
                  <a:close/>
                </a:path>
              </a:pathLst>
            </a:custGeom>
            <a:solidFill>
              <a:srgbClr val="AE6550">
                <a:alpha val="100000"/>
              </a:srgbClr>
            </a:solidFill>
            <a:ln w="4762" cap="rnd">
              <a:solidFill>
                <a:srgbClr val="AE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1"/>
            <p:cNvSpPr/>
            <p:nvPr/>
          </p:nvSpPr>
          <p:spPr>
            <a:xfrm>
              <a:off x="8222264" y="2015482"/>
              <a:ext cx="53164" cy="301448"/>
            </a:xfrm>
            <a:custGeom>
              <a:avLst/>
              <a:pathLst>
                <a:path w="53164" h="301448">
                  <a:moveTo>
                    <a:pt x="0" y="0"/>
                  </a:moveTo>
                  <a:lnTo>
                    <a:pt x="17721" y="8336"/>
                  </a:lnTo>
                  <a:lnTo>
                    <a:pt x="35442" y="16698"/>
                  </a:lnTo>
                  <a:lnTo>
                    <a:pt x="53164" y="25059"/>
                  </a:lnTo>
                  <a:lnTo>
                    <a:pt x="53164" y="301448"/>
                  </a:lnTo>
                  <a:lnTo>
                    <a:pt x="35442" y="301448"/>
                  </a:lnTo>
                  <a:lnTo>
                    <a:pt x="17721" y="301448"/>
                  </a:lnTo>
                  <a:lnTo>
                    <a:pt x="0" y="301448"/>
                  </a:lnTo>
                  <a:close/>
                </a:path>
              </a:pathLst>
            </a:custGeom>
            <a:solidFill>
              <a:srgbClr val="AE644F">
                <a:alpha val="100000"/>
              </a:srgbClr>
            </a:solidFill>
            <a:ln w="4762" cap="rnd">
              <a:solidFill>
                <a:srgbClr val="AE64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2"/>
            <p:cNvSpPr/>
            <p:nvPr/>
          </p:nvSpPr>
          <p:spPr>
            <a:xfrm>
              <a:off x="8275428" y="2040542"/>
              <a:ext cx="35442" cy="276388"/>
            </a:xfrm>
            <a:custGeom>
              <a:avLst/>
              <a:pathLst>
                <a:path w="35442" h="276388">
                  <a:moveTo>
                    <a:pt x="0" y="0"/>
                  </a:moveTo>
                  <a:lnTo>
                    <a:pt x="17721" y="8354"/>
                  </a:lnTo>
                  <a:lnTo>
                    <a:pt x="35442" y="16681"/>
                  </a:lnTo>
                  <a:lnTo>
                    <a:pt x="35442" y="276388"/>
                  </a:lnTo>
                  <a:lnTo>
                    <a:pt x="17721" y="276388"/>
                  </a:lnTo>
                  <a:lnTo>
                    <a:pt x="0" y="276388"/>
                  </a:lnTo>
                  <a:close/>
                </a:path>
              </a:pathLst>
            </a:custGeom>
            <a:solidFill>
              <a:srgbClr val="AD634E">
                <a:alpha val="100000"/>
              </a:srgbClr>
            </a:solidFill>
            <a:ln w="4762" cap="rnd">
              <a:solidFill>
                <a:srgbClr val="AD63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3"/>
            <p:cNvSpPr/>
            <p:nvPr/>
          </p:nvSpPr>
          <p:spPr>
            <a:xfrm>
              <a:off x="8310871" y="2057223"/>
              <a:ext cx="17721" cy="259707"/>
            </a:xfrm>
            <a:custGeom>
              <a:avLst/>
              <a:pathLst>
                <a:path w="17721" h="259707">
                  <a:moveTo>
                    <a:pt x="0" y="0"/>
                  </a:moveTo>
                  <a:lnTo>
                    <a:pt x="17721" y="8285"/>
                  </a:lnTo>
                  <a:lnTo>
                    <a:pt x="17721" y="259707"/>
                  </a:lnTo>
                  <a:lnTo>
                    <a:pt x="0" y="259707"/>
                  </a:lnTo>
                  <a:close/>
                </a:path>
              </a:pathLst>
            </a:custGeom>
            <a:solidFill>
              <a:srgbClr val="AD624E">
                <a:alpha val="100000"/>
              </a:srgbClr>
            </a:solidFill>
            <a:ln w="4762" cap="rnd">
              <a:solidFill>
                <a:srgbClr val="AD62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4"/>
            <p:cNvSpPr/>
            <p:nvPr/>
          </p:nvSpPr>
          <p:spPr>
            <a:xfrm>
              <a:off x="8328592" y="2065508"/>
              <a:ext cx="17721" cy="251422"/>
            </a:xfrm>
            <a:custGeom>
              <a:avLst/>
              <a:pathLst>
                <a:path w="17721" h="251422">
                  <a:moveTo>
                    <a:pt x="0" y="0"/>
                  </a:moveTo>
                  <a:lnTo>
                    <a:pt x="17721" y="8248"/>
                  </a:lnTo>
                  <a:lnTo>
                    <a:pt x="17721" y="251422"/>
                  </a:lnTo>
                  <a:lnTo>
                    <a:pt x="0" y="251422"/>
                  </a:lnTo>
                  <a:close/>
                </a:path>
              </a:pathLst>
            </a:custGeom>
            <a:solidFill>
              <a:srgbClr val="AD624D">
                <a:alpha val="100000"/>
              </a:srgbClr>
            </a:solidFill>
            <a:ln w="4762" cap="rnd">
              <a:solidFill>
                <a:srgbClr val="AD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5"/>
            <p:cNvSpPr/>
            <p:nvPr/>
          </p:nvSpPr>
          <p:spPr>
            <a:xfrm>
              <a:off x="8346314" y="2073757"/>
              <a:ext cx="17721" cy="243173"/>
            </a:xfrm>
            <a:custGeom>
              <a:avLst/>
              <a:pathLst>
                <a:path w="17721" h="243173">
                  <a:moveTo>
                    <a:pt x="0" y="0"/>
                  </a:moveTo>
                  <a:lnTo>
                    <a:pt x="17721" y="8174"/>
                  </a:lnTo>
                  <a:lnTo>
                    <a:pt x="17721" y="243173"/>
                  </a:lnTo>
                  <a:lnTo>
                    <a:pt x="0" y="243173"/>
                  </a:lnTo>
                  <a:close/>
                </a:path>
              </a:pathLst>
            </a:custGeom>
            <a:solidFill>
              <a:srgbClr val="AC624D">
                <a:alpha val="100000"/>
              </a:srgbClr>
            </a:solidFill>
            <a:ln w="4762" cap="rnd">
              <a:solidFill>
                <a:srgbClr val="AC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6"/>
            <p:cNvSpPr/>
            <p:nvPr/>
          </p:nvSpPr>
          <p:spPr>
            <a:xfrm>
              <a:off x="8364035" y="2081932"/>
              <a:ext cx="53164" cy="234998"/>
            </a:xfrm>
            <a:custGeom>
              <a:avLst/>
              <a:pathLst>
                <a:path w="53164" h="234998">
                  <a:moveTo>
                    <a:pt x="0" y="0"/>
                  </a:moveTo>
                  <a:lnTo>
                    <a:pt x="17721" y="8095"/>
                  </a:lnTo>
                  <a:lnTo>
                    <a:pt x="35442" y="16126"/>
                  </a:lnTo>
                  <a:lnTo>
                    <a:pt x="53164" y="24046"/>
                  </a:lnTo>
                  <a:lnTo>
                    <a:pt x="53164" y="234998"/>
                  </a:lnTo>
                  <a:lnTo>
                    <a:pt x="35442" y="234998"/>
                  </a:lnTo>
                  <a:lnTo>
                    <a:pt x="17721" y="234998"/>
                  </a:lnTo>
                  <a:lnTo>
                    <a:pt x="0" y="234998"/>
                  </a:lnTo>
                  <a:close/>
                </a:path>
              </a:pathLst>
            </a:custGeom>
            <a:solidFill>
              <a:srgbClr val="AC614C">
                <a:alpha val="100000"/>
              </a:srgbClr>
            </a:solidFill>
            <a:ln w="4762" cap="rnd">
              <a:solidFill>
                <a:srgbClr val="AC614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7"/>
            <p:cNvSpPr/>
            <p:nvPr/>
          </p:nvSpPr>
          <p:spPr>
            <a:xfrm>
              <a:off x="8417199" y="2105979"/>
              <a:ext cx="35442" cy="210952"/>
            </a:xfrm>
            <a:custGeom>
              <a:avLst/>
              <a:pathLst>
                <a:path w="35442" h="210952">
                  <a:moveTo>
                    <a:pt x="0" y="0"/>
                  </a:moveTo>
                  <a:lnTo>
                    <a:pt x="17721" y="7805"/>
                  </a:lnTo>
                  <a:lnTo>
                    <a:pt x="35442" y="15523"/>
                  </a:lnTo>
                  <a:lnTo>
                    <a:pt x="35442" y="210952"/>
                  </a:lnTo>
                  <a:lnTo>
                    <a:pt x="17721" y="210952"/>
                  </a:lnTo>
                  <a:lnTo>
                    <a:pt x="0" y="210952"/>
                  </a:lnTo>
                  <a:close/>
                </a:path>
              </a:pathLst>
            </a:custGeom>
            <a:solidFill>
              <a:srgbClr val="AB604B">
                <a:alpha val="100000"/>
              </a:srgbClr>
            </a:solidFill>
            <a:ln w="4762" cap="rnd">
              <a:solidFill>
                <a:srgbClr val="AB60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8"/>
            <p:cNvSpPr/>
            <p:nvPr/>
          </p:nvSpPr>
          <p:spPr>
            <a:xfrm>
              <a:off x="8452642" y="2121502"/>
              <a:ext cx="17721" cy="195428"/>
            </a:xfrm>
            <a:custGeom>
              <a:avLst/>
              <a:pathLst>
                <a:path w="17721" h="195428">
                  <a:moveTo>
                    <a:pt x="0" y="0"/>
                  </a:moveTo>
                  <a:lnTo>
                    <a:pt x="17721" y="7576"/>
                  </a:lnTo>
                  <a:lnTo>
                    <a:pt x="17721" y="195428"/>
                  </a:lnTo>
                  <a:lnTo>
                    <a:pt x="0" y="195428"/>
                  </a:lnTo>
                  <a:close/>
                </a:path>
              </a:pathLst>
            </a:custGeom>
            <a:solidFill>
              <a:srgbClr val="AB5F4B">
                <a:alpha val="100000"/>
              </a:srgbClr>
            </a:solidFill>
            <a:ln w="4762" cap="rnd">
              <a:solidFill>
                <a:srgbClr val="AB5F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49"/>
            <p:cNvSpPr/>
            <p:nvPr/>
          </p:nvSpPr>
          <p:spPr>
            <a:xfrm>
              <a:off x="8470363" y="2129079"/>
              <a:ext cx="17721" cy="187851"/>
            </a:xfrm>
            <a:custGeom>
              <a:avLst/>
              <a:pathLst>
                <a:path w="17721" h="187851">
                  <a:moveTo>
                    <a:pt x="0" y="0"/>
                  </a:moveTo>
                  <a:lnTo>
                    <a:pt x="17721" y="7430"/>
                  </a:lnTo>
                  <a:lnTo>
                    <a:pt x="17721" y="187851"/>
                  </a:lnTo>
                  <a:lnTo>
                    <a:pt x="0" y="187851"/>
                  </a:lnTo>
                  <a:close/>
                </a:path>
              </a:pathLst>
            </a:custGeom>
            <a:solidFill>
              <a:srgbClr val="AB5F4A">
                <a:alpha val="100000"/>
              </a:srgbClr>
            </a:solidFill>
            <a:ln w="4762" cap="rnd">
              <a:solidFill>
                <a:srgbClr val="AB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0"/>
            <p:cNvSpPr/>
            <p:nvPr/>
          </p:nvSpPr>
          <p:spPr>
            <a:xfrm>
              <a:off x="8488085" y="2136509"/>
              <a:ext cx="17721" cy="180421"/>
            </a:xfrm>
            <a:custGeom>
              <a:avLst/>
              <a:pathLst>
                <a:path w="17721" h="180421">
                  <a:moveTo>
                    <a:pt x="0" y="0"/>
                  </a:moveTo>
                  <a:lnTo>
                    <a:pt x="17721" y="7324"/>
                  </a:lnTo>
                  <a:lnTo>
                    <a:pt x="17721" y="180421"/>
                  </a:lnTo>
                  <a:lnTo>
                    <a:pt x="0" y="180421"/>
                  </a:lnTo>
                  <a:close/>
                </a:path>
              </a:pathLst>
            </a:custGeom>
            <a:solidFill>
              <a:srgbClr val="AA5F4A">
                <a:alpha val="100000"/>
              </a:srgbClr>
            </a:solidFill>
            <a:ln w="4762" cap="rnd">
              <a:solidFill>
                <a:srgbClr val="AA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1"/>
            <p:cNvSpPr/>
            <p:nvPr/>
          </p:nvSpPr>
          <p:spPr>
            <a:xfrm>
              <a:off x="8505806" y="2143834"/>
              <a:ext cx="35442" cy="173096"/>
            </a:xfrm>
            <a:custGeom>
              <a:avLst/>
              <a:pathLst>
                <a:path w="35442" h="173096">
                  <a:moveTo>
                    <a:pt x="0" y="0"/>
                  </a:moveTo>
                  <a:lnTo>
                    <a:pt x="17721" y="7161"/>
                  </a:lnTo>
                  <a:lnTo>
                    <a:pt x="35442" y="14149"/>
                  </a:lnTo>
                  <a:lnTo>
                    <a:pt x="35442" y="173096"/>
                  </a:lnTo>
                  <a:lnTo>
                    <a:pt x="17721" y="173096"/>
                  </a:lnTo>
                  <a:lnTo>
                    <a:pt x="0" y="173096"/>
                  </a:lnTo>
                  <a:close/>
                </a:path>
              </a:pathLst>
            </a:custGeom>
            <a:solidFill>
              <a:srgbClr val="AA5E49">
                <a:alpha val="100000"/>
              </a:srgbClr>
            </a:solidFill>
            <a:ln w="4762" cap="rnd">
              <a:solidFill>
                <a:srgbClr val="AA5E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2"/>
            <p:cNvSpPr/>
            <p:nvPr/>
          </p:nvSpPr>
          <p:spPr>
            <a:xfrm>
              <a:off x="8541249" y="2157984"/>
              <a:ext cx="17721" cy="158946"/>
            </a:xfrm>
            <a:custGeom>
              <a:avLst/>
              <a:pathLst>
                <a:path w="17721" h="158946">
                  <a:moveTo>
                    <a:pt x="0" y="0"/>
                  </a:moveTo>
                  <a:lnTo>
                    <a:pt x="17721" y="6867"/>
                  </a:lnTo>
                  <a:lnTo>
                    <a:pt x="17721" y="158946"/>
                  </a:lnTo>
                  <a:lnTo>
                    <a:pt x="0" y="158946"/>
                  </a:lnTo>
                  <a:close/>
                </a:path>
              </a:pathLst>
            </a:custGeom>
            <a:solidFill>
              <a:srgbClr val="AA5D49">
                <a:alpha val="100000"/>
              </a:srgbClr>
            </a:solidFill>
            <a:ln w="4762" cap="rnd">
              <a:solidFill>
                <a:srgbClr val="AA5D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3"/>
            <p:cNvSpPr/>
            <p:nvPr/>
          </p:nvSpPr>
          <p:spPr>
            <a:xfrm>
              <a:off x="8558970" y="2164851"/>
              <a:ext cx="35442" cy="152079"/>
            </a:xfrm>
            <a:custGeom>
              <a:avLst/>
              <a:pathLst>
                <a:path w="35442" h="152079">
                  <a:moveTo>
                    <a:pt x="0" y="0"/>
                  </a:moveTo>
                  <a:lnTo>
                    <a:pt x="17721" y="6690"/>
                  </a:lnTo>
                  <a:lnTo>
                    <a:pt x="35442" y="13186"/>
                  </a:lnTo>
                  <a:lnTo>
                    <a:pt x="35442" y="152079"/>
                  </a:lnTo>
                  <a:lnTo>
                    <a:pt x="17721" y="152079"/>
                  </a:lnTo>
                  <a:lnTo>
                    <a:pt x="0" y="152079"/>
                  </a:lnTo>
                  <a:close/>
                </a:path>
              </a:pathLst>
            </a:custGeom>
            <a:solidFill>
              <a:srgbClr val="A95D48">
                <a:alpha val="100000"/>
              </a:srgbClr>
            </a:solidFill>
            <a:ln w="4762" cap="rnd">
              <a:solidFill>
                <a:srgbClr val="A95D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4"/>
            <p:cNvSpPr/>
            <p:nvPr/>
          </p:nvSpPr>
          <p:spPr>
            <a:xfrm>
              <a:off x="8594413" y="2178038"/>
              <a:ext cx="17721" cy="138892"/>
            </a:xfrm>
            <a:custGeom>
              <a:avLst/>
              <a:pathLst>
                <a:path w="17721" h="138892">
                  <a:moveTo>
                    <a:pt x="0" y="0"/>
                  </a:moveTo>
                  <a:lnTo>
                    <a:pt x="17721" y="6364"/>
                  </a:lnTo>
                  <a:lnTo>
                    <a:pt x="17721" y="138892"/>
                  </a:lnTo>
                  <a:lnTo>
                    <a:pt x="0" y="138892"/>
                  </a:lnTo>
                  <a:close/>
                </a:path>
              </a:pathLst>
            </a:custGeom>
            <a:solidFill>
              <a:srgbClr val="A95C48">
                <a:alpha val="100000"/>
              </a:srgbClr>
            </a:solidFill>
            <a:ln w="4762" cap="rnd">
              <a:solidFill>
                <a:srgbClr val="A95C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5"/>
            <p:cNvSpPr/>
            <p:nvPr/>
          </p:nvSpPr>
          <p:spPr>
            <a:xfrm>
              <a:off x="8612134" y="2184403"/>
              <a:ext cx="35442" cy="132527"/>
            </a:xfrm>
            <a:custGeom>
              <a:avLst/>
              <a:pathLst>
                <a:path w="35442" h="132527">
                  <a:moveTo>
                    <a:pt x="0" y="0"/>
                  </a:moveTo>
                  <a:lnTo>
                    <a:pt x="17721" y="6180"/>
                  </a:lnTo>
                  <a:lnTo>
                    <a:pt x="35442" y="12149"/>
                  </a:lnTo>
                  <a:lnTo>
                    <a:pt x="35442" y="132527"/>
                  </a:lnTo>
                  <a:lnTo>
                    <a:pt x="17721" y="132527"/>
                  </a:lnTo>
                  <a:lnTo>
                    <a:pt x="0" y="132527"/>
                  </a:lnTo>
                  <a:close/>
                </a:path>
              </a:pathLst>
            </a:custGeom>
            <a:solidFill>
              <a:srgbClr val="A95C47">
                <a:alpha val="100000"/>
              </a:srgbClr>
            </a:solidFill>
            <a:ln w="4762" cap="rnd">
              <a:solidFill>
                <a:srgbClr val="A95C4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6"/>
            <p:cNvSpPr/>
            <p:nvPr/>
          </p:nvSpPr>
          <p:spPr>
            <a:xfrm>
              <a:off x="8647577" y="2196553"/>
              <a:ext cx="35442" cy="120377"/>
            </a:xfrm>
            <a:custGeom>
              <a:avLst/>
              <a:pathLst>
                <a:path w="35442" h="120377">
                  <a:moveTo>
                    <a:pt x="0" y="0"/>
                  </a:moveTo>
                  <a:lnTo>
                    <a:pt x="17721" y="5832"/>
                  </a:lnTo>
                  <a:lnTo>
                    <a:pt x="35442" y="11479"/>
                  </a:lnTo>
                  <a:lnTo>
                    <a:pt x="35442" y="120377"/>
                  </a:lnTo>
                  <a:lnTo>
                    <a:pt x="17721" y="120377"/>
                  </a:lnTo>
                  <a:lnTo>
                    <a:pt x="0" y="120377"/>
                  </a:lnTo>
                  <a:close/>
                </a:path>
              </a:pathLst>
            </a:custGeom>
            <a:solidFill>
              <a:srgbClr val="A85B46">
                <a:alpha val="100000"/>
              </a:srgbClr>
            </a:solidFill>
            <a:ln w="4762" cap="rnd">
              <a:solidFill>
                <a:srgbClr val="A85B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7"/>
            <p:cNvSpPr/>
            <p:nvPr/>
          </p:nvSpPr>
          <p:spPr>
            <a:xfrm>
              <a:off x="8683020" y="2208032"/>
              <a:ext cx="17721" cy="108898"/>
            </a:xfrm>
            <a:custGeom>
              <a:avLst/>
              <a:pathLst>
                <a:path w="17721" h="108898">
                  <a:moveTo>
                    <a:pt x="0" y="0"/>
                  </a:moveTo>
                  <a:lnTo>
                    <a:pt x="17721" y="5424"/>
                  </a:lnTo>
                  <a:lnTo>
                    <a:pt x="17721" y="108898"/>
                  </a:lnTo>
                  <a:lnTo>
                    <a:pt x="0" y="108898"/>
                  </a:lnTo>
                  <a:close/>
                </a:path>
              </a:pathLst>
            </a:custGeom>
            <a:solidFill>
              <a:srgbClr val="A85A46">
                <a:alpha val="100000"/>
              </a:srgbClr>
            </a:solidFill>
            <a:ln w="4762" cap="rnd">
              <a:solidFill>
                <a:srgbClr val="A85A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8"/>
            <p:cNvSpPr/>
            <p:nvPr/>
          </p:nvSpPr>
          <p:spPr>
            <a:xfrm>
              <a:off x="8700741" y="2213456"/>
              <a:ext cx="17721" cy="103474"/>
            </a:xfrm>
            <a:custGeom>
              <a:avLst/>
              <a:pathLst>
                <a:path w="17721" h="103474">
                  <a:moveTo>
                    <a:pt x="0" y="0"/>
                  </a:moveTo>
                  <a:lnTo>
                    <a:pt x="17721" y="5285"/>
                  </a:lnTo>
                  <a:lnTo>
                    <a:pt x="17721" y="103474"/>
                  </a:lnTo>
                  <a:lnTo>
                    <a:pt x="0" y="103474"/>
                  </a:lnTo>
                  <a:close/>
                </a:path>
              </a:pathLst>
            </a:custGeom>
            <a:solidFill>
              <a:srgbClr val="A85A45">
                <a:alpha val="100000"/>
              </a:srgbClr>
            </a:solidFill>
            <a:ln w="4762" cap="rnd">
              <a:solidFill>
                <a:srgbClr val="A85A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59"/>
            <p:cNvSpPr/>
            <p:nvPr/>
          </p:nvSpPr>
          <p:spPr>
            <a:xfrm>
              <a:off x="8718462" y="2218742"/>
              <a:ext cx="17721" cy="98188"/>
            </a:xfrm>
            <a:custGeom>
              <a:avLst/>
              <a:pathLst>
                <a:path w="17721" h="98188">
                  <a:moveTo>
                    <a:pt x="0" y="0"/>
                  </a:moveTo>
                  <a:lnTo>
                    <a:pt x="17721" y="5104"/>
                  </a:lnTo>
                  <a:lnTo>
                    <a:pt x="17721" y="98188"/>
                  </a:lnTo>
                  <a:lnTo>
                    <a:pt x="0" y="98188"/>
                  </a:lnTo>
                  <a:close/>
                </a:path>
              </a:pathLst>
            </a:custGeom>
            <a:solidFill>
              <a:srgbClr val="A75A45">
                <a:alpha val="100000"/>
              </a:srgbClr>
            </a:solidFill>
            <a:ln w="4762" cap="rnd">
              <a:solidFill>
                <a:srgbClr val="A75A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0"/>
            <p:cNvSpPr/>
            <p:nvPr/>
          </p:nvSpPr>
          <p:spPr>
            <a:xfrm>
              <a:off x="8736184" y="2223846"/>
              <a:ext cx="17721" cy="93084"/>
            </a:xfrm>
            <a:custGeom>
              <a:avLst/>
              <a:pathLst>
                <a:path w="17721" h="93084">
                  <a:moveTo>
                    <a:pt x="0" y="0"/>
                  </a:moveTo>
                  <a:lnTo>
                    <a:pt x="17721" y="4875"/>
                  </a:lnTo>
                  <a:lnTo>
                    <a:pt x="17721" y="93084"/>
                  </a:lnTo>
                  <a:lnTo>
                    <a:pt x="0" y="93084"/>
                  </a:lnTo>
                  <a:close/>
                </a:path>
              </a:pathLst>
            </a:custGeom>
            <a:solidFill>
              <a:srgbClr val="A75945">
                <a:alpha val="100000"/>
              </a:srgbClr>
            </a:solidFill>
            <a:ln w="4762" cap="rnd">
              <a:solidFill>
                <a:srgbClr val="A759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1"/>
            <p:cNvSpPr/>
            <p:nvPr/>
          </p:nvSpPr>
          <p:spPr>
            <a:xfrm>
              <a:off x="8753905" y="2228722"/>
              <a:ext cx="17721" cy="88209"/>
            </a:xfrm>
            <a:custGeom>
              <a:avLst/>
              <a:pathLst>
                <a:path w="17721" h="88209">
                  <a:moveTo>
                    <a:pt x="0" y="0"/>
                  </a:moveTo>
                  <a:lnTo>
                    <a:pt x="17721" y="4737"/>
                  </a:lnTo>
                  <a:lnTo>
                    <a:pt x="17721" y="88209"/>
                  </a:lnTo>
                  <a:lnTo>
                    <a:pt x="0" y="88209"/>
                  </a:lnTo>
                  <a:close/>
                </a:path>
              </a:pathLst>
            </a:custGeom>
            <a:solidFill>
              <a:srgbClr val="A75944">
                <a:alpha val="100000"/>
              </a:srgbClr>
            </a:solidFill>
            <a:ln w="4762" cap="rnd">
              <a:solidFill>
                <a:srgbClr val="A759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2"/>
            <p:cNvSpPr/>
            <p:nvPr/>
          </p:nvSpPr>
          <p:spPr>
            <a:xfrm>
              <a:off x="8771627" y="2233459"/>
              <a:ext cx="17721" cy="83471"/>
            </a:xfrm>
            <a:custGeom>
              <a:avLst/>
              <a:pathLst>
                <a:path w="17721" h="83471">
                  <a:moveTo>
                    <a:pt x="0" y="0"/>
                  </a:moveTo>
                  <a:lnTo>
                    <a:pt x="17721" y="4565"/>
                  </a:lnTo>
                  <a:lnTo>
                    <a:pt x="17721" y="83471"/>
                  </a:lnTo>
                  <a:lnTo>
                    <a:pt x="0" y="83471"/>
                  </a:lnTo>
                  <a:close/>
                </a:path>
              </a:pathLst>
            </a:custGeom>
            <a:solidFill>
              <a:srgbClr val="A75844">
                <a:alpha val="100000"/>
              </a:srgbClr>
            </a:solidFill>
            <a:ln w="4762" cap="rnd">
              <a:solidFill>
                <a:srgbClr val="A758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3"/>
            <p:cNvSpPr/>
            <p:nvPr/>
          </p:nvSpPr>
          <p:spPr>
            <a:xfrm>
              <a:off x="8789348" y="2238025"/>
              <a:ext cx="17721" cy="78906"/>
            </a:xfrm>
            <a:custGeom>
              <a:avLst/>
              <a:pathLst>
                <a:path w="17721" h="78906">
                  <a:moveTo>
                    <a:pt x="0" y="0"/>
                  </a:moveTo>
                  <a:lnTo>
                    <a:pt x="17721" y="4335"/>
                  </a:lnTo>
                  <a:lnTo>
                    <a:pt x="17721" y="78906"/>
                  </a:lnTo>
                  <a:lnTo>
                    <a:pt x="0" y="78906"/>
                  </a:lnTo>
                  <a:close/>
                </a:path>
              </a:pathLst>
            </a:custGeom>
            <a:solidFill>
              <a:srgbClr val="A65844">
                <a:alpha val="100000"/>
              </a:srgbClr>
            </a:solidFill>
            <a:ln w="4762" cap="rnd">
              <a:solidFill>
                <a:srgbClr val="A658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4"/>
            <p:cNvSpPr/>
            <p:nvPr/>
          </p:nvSpPr>
          <p:spPr>
            <a:xfrm>
              <a:off x="8807069" y="2242360"/>
              <a:ext cx="17721" cy="74570"/>
            </a:xfrm>
            <a:custGeom>
              <a:avLst/>
              <a:pathLst>
                <a:path w="17721" h="74570">
                  <a:moveTo>
                    <a:pt x="0" y="0"/>
                  </a:moveTo>
                  <a:lnTo>
                    <a:pt x="17721" y="4201"/>
                  </a:lnTo>
                  <a:lnTo>
                    <a:pt x="17721" y="74570"/>
                  </a:lnTo>
                  <a:lnTo>
                    <a:pt x="0" y="74570"/>
                  </a:lnTo>
                  <a:close/>
                </a:path>
              </a:pathLst>
            </a:custGeom>
            <a:solidFill>
              <a:srgbClr val="A65843">
                <a:alpha val="100000"/>
              </a:srgbClr>
            </a:solidFill>
            <a:ln w="4762" cap="rnd">
              <a:solidFill>
                <a:srgbClr val="A658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5"/>
            <p:cNvSpPr/>
            <p:nvPr/>
          </p:nvSpPr>
          <p:spPr>
            <a:xfrm>
              <a:off x="8824791" y="2246562"/>
              <a:ext cx="17721" cy="70368"/>
            </a:xfrm>
            <a:custGeom>
              <a:avLst/>
              <a:pathLst>
                <a:path w="17721" h="70368">
                  <a:moveTo>
                    <a:pt x="0" y="0"/>
                  </a:moveTo>
                  <a:lnTo>
                    <a:pt x="17721" y="4040"/>
                  </a:lnTo>
                  <a:lnTo>
                    <a:pt x="17721" y="70368"/>
                  </a:lnTo>
                  <a:lnTo>
                    <a:pt x="0" y="70368"/>
                  </a:lnTo>
                  <a:close/>
                </a:path>
              </a:pathLst>
            </a:custGeom>
            <a:solidFill>
              <a:srgbClr val="A65743">
                <a:alpha val="100000"/>
              </a:srgbClr>
            </a:solidFill>
            <a:ln w="4762" cap="rnd">
              <a:solidFill>
                <a:srgbClr val="A657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6"/>
            <p:cNvSpPr/>
            <p:nvPr/>
          </p:nvSpPr>
          <p:spPr>
            <a:xfrm>
              <a:off x="8842512" y="2250603"/>
              <a:ext cx="17721" cy="66328"/>
            </a:xfrm>
            <a:custGeom>
              <a:avLst/>
              <a:pathLst>
                <a:path w="17721" h="66328">
                  <a:moveTo>
                    <a:pt x="0" y="0"/>
                  </a:moveTo>
                  <a:lnTo>
                    <a:pt x="17721" y="3814"/>
                  </a:lnTo>
                  <a:lnTo>
                    <a:pt x="17721" y="66328"/>
                  </a:lnTo>
                  <a:lnTo>
                    <a:pt x="0" y="66328"/>
                  </a:lnTo>
                  <a:close/>
                </a:path>
              </a:pathLst>
            </a:custGeom>
            <a:solidFill>
              <a:srgbClr val="A65742">
                <a:alpha val="100000"/>
              </a:srgbClr>
            </a:solidFill>
            <a:ln w="4762" cap="rnd">
              <a:solidFill>
                <a:srgbClr val="A657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7"/>
            <p:cNvSpPr/>
            <p:nvPr/>
          </p:nvSpPr>
          <p:spPr>
            <a:xfrm>
              <a:off x="8860233" y="2254417"/>
              <a:ext cx="17721" cy="62513"/>
            </a:xfrm>
            <a:custGeom>
              <a:avLst/>
              <a:pathLst>
                <a:path w="17721" h="62513">
                  <a:moveTo>
                    <a:pt x="0" y="0"/>
                  </a:moveTo>
                  <a:lnTo>
                    <a:pt x="17721" y="3687"/>
                  </a:lnTo>
                  <a:lnTo>
                    <a:pt x="17721" y="62513"/>
                  </a:lnTo>
                  <a:lnTo>
                    <a:pt x="0" y="62513"/>
                  </a:lnTo>
                  <a:close/>
                </a:path>
              </a:pathLst>
            </a:custGeom>
            <a:solidFill>
              <a:srgbClr val="A55742">
                <a:alpha val="100000"/>
              </a:srgbClr>
            </a:solidFill>
            <a:ln w="4762" cap="rnd">
              <a:solidFill>
                <a:srgbClr val="A557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8"/>
            <p:cNvSpPr/>
            <p:nvPr/>
          </p:nvSpPr>
          <p:spPr>
            <a:xfrm>
              <a:off x="8877955" y="2258105"/>
              <a:ext cx="17721" cy="58825"/>
            </a:xfrm>
            <a:custGeom>
              <a:avLst/>
              <a:pathLst>
                <a:path w="17721" h="58825">
                  <a:moveTo>
                    <a:pt x="0" y="0"/>
                  </a:moveTo>
                  <a:lnTo>
                    <a:pt x="17721" y="3539"/>
                  </a:lnTo>
                  <a:lnTo>
                    <a:pt x="17721" y="58825"/>
                  </a:lnTo>
                  <a:lnTo>
                    <a:pt x="0" y="58825"/>
                  </a:lnTo>
                  <a:close/>
                </a:path>
              </a:pathLst>
            </a:custGeom>
            <a:solidFill>
              <a:srgbClr val="A55642">
                <a:alpha val="100000"/>
              </a:srgbClr>
            </a:solidFill>
            <a:ln w="4762" cap="rnd">
              <a:solidFill>
                <a:srgbClr val="A556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69"/>
            <p:cNvSpPr/>
            <p:nvPr/>
          </p:nvSpPr>
          <p:spPr>
            <a:xfrm>
              <a:off x="8895676" y="2261644"/>
              <a:ext cx="17721" cy="55286"/>
            </a:xfrm>
            <a:custGeom>
              <a:avLst/>
              <a:pathLst>
                <a:path w="17721" h="55286">
                  <a:moveTo>
                    <a:pt x="0" y="0"/>
                  </a:moveTo>
                  <a:lnTo>
                    <a:pt x="17721" y="3321"/>
                  </a:lnTo>
                  <a:lnTo>
                    <a:pt x="17721" y="55286"/>
                  </a:lnTo>
                  <a:lnTo>
                    <a:pt x="0" y="55286"/>
                  </a:lnTo>
                  <a:close/>
                </a:path>
              </a:pathLst>
            </a:custGeom>
            <a:solidFill>
              <a:srgbClr val="A55641">
                <a:alpha val="100000"/>
              </a:srgbClr>
            </a:solidFill>
            <a:ln w="4762" cap="rnd">
              <a:solidFill>
                <a:srgbClr val="A556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0"/>
            <p:cNvSpPr/>
            <p:nvPr/>
          </p:nvSpPr>
          <p:spPr>
            <a:xfrm>
              <a:off x="8913398" y="2264965"/>
              <a:ext cx="17721" cy="51965"/>
            </a:xfrm>
            <a:custGeom>
              <a:avLst/>
              <a:pathLst>
                <a:path w="17721" h="51965">
                  <a:moveTo>
                    <a:pt x="0" y="0"/>
                  </a:moveTo>
                  <a:lnTo>
                    <a:pt x="17721" y="3202"/>
                  </a:lnTo>
                  <a:lnTo>
                    <a:pt x="17721" y="51965"/>
                  </a:lnTo>
                  <a:lnTo>
                    <a:pt x="0" y="51965"/>
                  </a:lnTo>
                  <a:close/>
                </a:path>
              </a:pathLst>
            </a:custGeom>
            <a:solidFill>
              <a:srgbClr val="A55541">
                <a:alpha val="100000"/>
              </a:srgbClr>
            </a:solidFill>
            <a:ln w="4762" cap="rnd">
              <a:solidFill>
                <a:srgbClr val="A555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1"/>
            <p:cNvSpPr/>
            <p:nvPr/>
          </p:nvSpPr>
          <p:spPr>
            <a:xfrm>
              <a:off x="8931119" y="2268168"/>
              <a:ext cx="17721" cy="48762"/>
            </a:xfrm>
            <a:custGeom>
              <a:avLst/>
              <a:pathLst>
                <a:path w="17721" h="48762">
                  <a:moveTo>
                    <a:pt x="0" y="0"/>
                  </a:moveTo>
                  <a:lnTo>
                    <a:pt x="17721" y="3069"/>
                  </a:lnTo>
                  <a:lnTo>
                    <a:pt x="17721" y="48762"/>
                  </a:lnTo>
                  <a:lnTo>
                    <a:pt x="0" y="48762"/>
                  </a:lnTo>
                  <a:close/>
                </a:path>
              </a:pathLst>
            </a:custGeom>
            <a:solidFill>
              <a:srgbClr val="A45541">
                <a:alpha val="100000"/>
              </a:srgbClr>
            </a:solidFill>
            <a:ln w="4762" cap="rnd">
              <a:solidFill>
                <a:srgbClr val="A455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2"/>
            <p:cNvSpPr/>
            <p:nvPr/>
          </p:nvSpPr>
          <p:spPr>
            <a:xfrm>
              <a:off x="8948840" y="2271237"/>
              <a:ext cx="17721" cy="45693"/>
            </a:xfrm>
            <a:custGeom>
              <a:avLst/>
              <a:pathLst>
                <a:path w="17721" h="45693">
                  <a:moveTo>
                    <a:pt x="0" y="0"/>
                  </a:moveTo>
                  <a:lnTo>
                    <a:pt x="17721" y="2861"/>
                  </a:lnTo>
                  <a:lnTo>
                    <a:pt x="17721" y="45693"/>
                  </a:lnTo>
                  <a:lnTo>
                    <a:pt x="0" y="45693"/>
                  </a:lnTo>
                  <a:close/>
                </a:path>
              </a:pathLst>
            </a:custGeom>
            <a:solidFill>
              <a:srgbClr val="A45540">
                <a:alpha val="100000"/>
              </a:srgbClr>
            </a:solidFill>
            <a:ln w="4762" cap="rnd">
              <a:solidFill>
                <a:srgbClr val="A455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3"/>
            <p:cNvSpPr/>
            <p:nvPr/>
          </p:nvSpPr>
          <p:spPr>
            <a:xfrm>
              <a:off x="8966562" y="2274099"/>
              <a:ext cx="35442" cy="42831"/>
            </a:xfrm>
            <a:custGeom>
              <a:avLst/>
              <a:pathLst>
                <a:path w="35442" h="42831">
                  <a:moveTo>
                    <a:pt x="0" y="0"/>
                  </a:moveTo>
                  <a:lnTo>
                    <a:pt x="17721" y="2752"/>
                  </a:lnTo>
                  <a:lnTo>
                    <a:pt x="35442" y="5387"/>
                  </a:lnTo>
                  <a:lnTo>
                    <a:pt x="35442" y="42831"/>
                  </a:lnTo>
                  <a:lnTo>
                    <a:pt x="17721" y="42831"/>
                  </a:lnTo>
                  <a:lnTo>
                    <a:pt x="0" y="42831"/>
                  </a:lnTo>
                  <a:close/>
                </a:path>
              </a:pathLst>
            </a:custGeom>
            <a:solidFill>
              <a:srgbClr val="A45440">
                <a:alpha val="100000"/>
              </a:srgbClr>
            </a:solidFill>
            <a:ln w="4762" cap="rnd">
              <a:solidFill>
                <a:srgbClr val="A454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4"/>
            <p:cNvSpPr/>
            <p:nvPr/>
          </p:nvSpPr>
          <p:spPr>
            <a:xfrm>
              <a:off x="9002004" y="2279487"/>
              <a:ext cx="35442" cy="37443"/>
            </a:xfrm>
            <a:custGeom>
              <a:avLst/>
              <a:pathLst>
                <a:path w="35442" h="37443">
                  <a:moveTo>
                    <a:pt x="0" y="0"/>
                  </a:moveTo>
                  <a:lnTo>
                    <a:pt x="17721" y="2440"/>
                  </a:lnTo>
                  <a:lnTo>
                    <a:pt x="35442" y="4782"/>
                  </a:lnTo>
                  <a:lnTo>
                    <a:pt x="35442" y="37443"/>
                  </a:lnTo>
                  <a:lnTo>
                    <a:pt x="17721" y="37443"/>
                  </a:lnTo>
                  <a:lnTo>
                    <a:pt x="0" y="37443"/>
                  </a:lnTo>
                  <a:close/>
                </a:path>
              </a:pathLst>
            </a:custGeom>
            <a:solidFill>
              <a:srgbClr val="A3533F">
                <a:alpha val="100000"/>
              </a:srgbClr>
            </a:solidFill>
            <a:ln w="4762" cap="rnd">
              <a:solidFill>
                <a:srgbClr val="A3533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5"/>
            <p:cNvSpPr/>
            <p:nvPr/>
          </p:nvSpPr>
          <p:spPr>
            <a:xfrm>
              <a:off x="9037447" y="2284270"/>
              <a:ext cx="17721" cy="32660"/>
            </a:xfrm>
            <a:custGeom>
              <a:avLst/>
              <a:pathLst>
                <a:path w="17721" h="32660">
                  <a:moveTo>
                    <a:pt x="0" y="0"/>
                  </a:moveTo>
                  <a:lnTo>
                    <a:pt x="17721" y="2239"/>
                  </a:lnTo>
                  <a:lnTo>
                    <a:pt x="17721" y="32660"/>
                  </a:lnTo>
                  <a:lnTo>
                    <a:pt x="0" y="32660"/>
                  </a:lnTo>
                  <a:close/>
                </a:path>
              </a:pathLst>
            </a:custGeom>
            <a:solidFill>
              <a:srgbClr val="A3533E">
                <a:alpha val="100000"/>
              </a:srgbClr>
            </a:solidFill>
            <a:ln w="4762" cap="rnd">
              <a:solidFill>
                <a:srgbClr val="A353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6"/>
            <p:cNvSpPr/>
            <p:nvPr/>
          </p:nvSpPr>
          <p:spPr>
            <a:xfrm>
              <a:off x="9055168" y="2286509"/>
              <a:ext cx="17721" cy="30421"/>
            </a:xfrm>
            <a:custGeom>
              <a:avLst/>
              <a:pathLst>
                <a:path w="17721" h="30421">
                  <a:moveTo>
                    <a:pt x="0" y="0"/>
                  </a:moveTo>
                  <a:lnTo>
                    <a:pt x="17721" y="2060"/>
                  </a:lnTo>
                  <a:lnTo>
                    <a:pt x="17721" y="30421"/>
                  </a:lnTo>
                  <a:lnTo>
                    <a:pt x="0" y="30421"/>
                  </a:lnTo>
                  <a:close/>
                </a:path>
              </a:pathLst>
            </a:custGeom>
            <a:solidFill>
              <a:srgbClr val="A3523E">
                <a:alpha val="100000"/>
              </a:srgbClr>
            </a:solidFill>
            <a:ln w="4762" cap="rnd">
              <a:solidFill>
                <a:srgbClr val="A352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7"/>
            <p:cNvSpPr/>
            <p:nvPr/>
          </p:nvSpPr>
          <p:spPr>
            <a:xfrm>
              <a:off x="9072890" y="2288570"/>
              <a:ext cx="17721" cy="28360"/>
            </a:xfrm>
            <a:custGeom>
              <a:avLst/>
              <a:pathLst>
                <a:path w="17721" h="28360">
                  <a:moveTo>
                    <a:pt x="0" y="0"/>
                  </a:moveTo>
                  <a:lnTo>
                    <a:pt x="17721" y="1972"/>
                  </a:lnTo>
                  <a:lnTo>
                    <a:pt x="17721" y="28360"/>
                  </a:lnTo>
                  <a:lnTo>
                    <a:pt x="0" y="28360"/>
                  </a:lnTo>
                  <a:close/>
                </a:path>
              </a:pathLst>
            </a:custGeom>
            <a:solidFill>
              <a:srgbClr val="A2523E">
                <a:alpha val="100000"/>
              </a:srgbClr>
            </a:solidFill>
            <a:ln w="4762" cap="rnd">
              <a:solidFill>
                <a:srgbClr val="A252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8"/>
            <p:cNvSpPr/>
            <p:nvPr/>
          </p:nvSpPr>
          <p:spPr>
            <a:xfrm>
              <a:off x="9090611" y="2290542"/>
              <a:ext cx="17721" cy="26388"/>
            </a:xfrm>
            <a:custGeom>
              <a:avLst/>
              <a:pathLst>
                <a:path w="17721" h="26388">
                  <a:moveTo>
                    <a:pt x="0" y="0"/>
                  </a:moveTo>
                  <a:lnTo>
                    <a:pt x="17721" y="1884"/>
                  </a:lnTo>
                  <a:lnTo>
                    <a:pt x="17721" y="26388"/>
                  </a:lnTo>
                  <a:lnTo>
                    <a:pt x="0" y="26388"/>
                  </a:lnTo>
                  <a:close/>
                </a:path>
              </a:pathLst>
            </a:custGeom>
            <a:solidFill>
              <a:srgbClr val="A2523D">
                <a:alpha val="100000"/>
              </a:srgbClr>
            </a:solidFill>
            <a:ln w="4762" cap="rnd">
              <a:solidFill>
                <a:srgbClr val="A252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79"/>
            <p:cNvSpPr/>
            <p:nvPr/>
          </p:nvSpPr>
          <p:spPr>
            <a:xfrm>
              <a:off x="9108333" y="2292427"/>
              <a:ext cx="35442" cy="24504"/>
            </a:xfrm>
            <a:custGeom>
              <a:avLst/>
              <a:pathLst>
                <a:path w="35442" h="24504">
                  <a:moveTo>
                    <a:pt x="0" y="0"/>
                  </a:moveTo>
                  <a:lnTo>
                    <a:pt x="17721" y="1722"/>
                  </a:lnTo>
                  <a:lnTo>
                    <a:pt x="35442" y="3366"/>
                  </a:lnTo>
                  <a:lnTo>
                    <a:pt x="35442" y="24504"/>
                  </a:lnTo>
                  <a:lnTo>
                    <a:pt x="17721" y="24504"/>
                  </a:lnTo>
                  <a:lnTo>
                    <a:pt x="0" y="24504"/>
                  </a:lnTo>
                  <a:close/>
                </a:path>
              </a:pathLst>
            </a:custGeom>
            <a:solidFill>
              <a:srgbClr val="A2513D">
                <a:alpha val="100000"/>
              </a:srgbClr>
            </a:solidFill>
            <a:ln w="4762" cap="rnd">
              <a:solidFill>
                <a:srgbClr val="A251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0"/>
            <p:cNvSpPr/>
            <p:nvPr/>
          </p:nvSpPr>
          <p:spPr>
            <a:xfrm>
              <a:off x="9143775" y="2295793"/>
              <a:ext cx="53164" cy="21137"/>
            </a:xfrm>
            <a:custGeom>
              <a:avLst/>
              <a:pathLst>
                <a:path w="53164" h="21137">
                  <a:moveTo>
                    <a:pt x="0" y="0"/>
                  </a:moveTo>
                  <a:lnTo>
                    <a:pt x="17721" y="1566"/>
                  </a:lnTo>
                  <a:lnTo>
                    <a:pt x="35442" y="2994"/>
                  </a:lnTo>
                  <a:lnTo>
                    <a:pt x="53164" y="4352"/>
                  </a:lnTo>
                  <a:lnTo>
                    <a:pt x="53164" y="21137"/>
                  </a:lnTo>
                  <a:lnTo>
                    <a:pt x="35442" y="21137"/>
                  </a:lnTo>
                  <a:lnTo>
                    <a:pt x="17721" y="21137"/>
                  </a:lnTo>
                  <a:lnTo>
                    <a:pt x="0" y="21137"/>
                  </a:lnTo>
                  <a:close/>
                </a:path>
              </a:pathLst>
            </a:custGeom>
            <a:solidFill>
              <a:srgbClr val="A1503C">
                <a:alpha val="100000"/>
              </a:srgbClr>
            </a:solidFill>
            <a:ln w="4762" cap="rnd">
              <a:solidFill>
                <a:srgbClr val="A1503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1"/>
            <p:cNvSpPr/>
            <p:nvPr/>
          </p:nvSpPr>
          <p:spPr>
            <a:xfrm>
              <a:off x="9196939" y="2300145"/>
              <a:ext cx="17721" cy="16785"/>
            </a:xfrm>
            <a:custGeom>
              <a:avLst/>
              <a:pathLst>
                <a:path w="17721" h="16785">
                  <a:moveTo>
                    <a:pt x="0" y="0"/>
                  </a:moveTo>
                  <a:lnTo>
                    <a:pt x="17721" y="1289"/>
                  </a:lnTo>
                  <a:lnTo>
                    <a:pt x="17721" y="16785"/>
                  </a:lnTo>
                  <a:lnTo>
                    <a:pt x="0" y="16785"/>
                  </a:lnTo>
                  <a:close/>
                </a:path>
              </a:pathLst>
            </a:custGeom>
            <a:solidFill>
              <a:srgbClr val="A14F3B">
                <a:alpha val="100000"/>
              </a:srgbClr>
            </a:solidFill>
            <a:ln w="4762" cap="rnd">
              <a:solidFill>
                <a:srgbClr val="A14F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2"/>
            <p:cNvSpPr/>
            <p:nvPr/>
          </p:nvSpPr>
          <p:spPr>
            <a:xfrm>
              <a:off x="9214661" y="2301435"/>
              <a:ext cx="17721" cy="15495"/>
            </a:xfrm>
            <a:custGeom>
              <a:avLst/>
              <a:pathLst>
                <a:path w="17721" h="15495">
                  <a:moveTo>
                    <a:pt x="0" y="0"/>
                  </a:moveTo>
                  <a:lnTo>
                    <a:pt x="17721" y="1172"/>
                  </a:lnTo>
                  <a:lnTo>
                    <a:pt x="17721" y="15495"/>
                  </a:lnTo>
                  <a:lnTo>
                    <a:pt x="0" y="15495"/>
                  </a:lnTo>
                  <a:close/>
                </a:path>
              </a:pathLst>
            </a:custGeom>
            <a:solidFill>
              <a:srgbClr val="A04F3B">
                <a:alpha val="100000"/>
              </a:srgbClr>
            </a:solidFill>
            <a:ln w="4762" cap="rnd">
              <a:solidFill>
                <a:srgbClr val="A04F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3"/>
            <p:cNvSpPr/>
            <p:nvPr/>
          </p:nvSpPr>
          <p:spPr>
            <a:xfrm>
              <a:off x="9232382" y="2302608"/>
              <a:ext cx="53164" cy="14322"/>
            </a:xfrm>
            <a:custGeom>
              <a:avLst/>
              <a:pathLst>
                <a:path w="53164" h="14322">
                  <a:moveTo>
                    <a:pt x="0" y="0"/>
                  </a:moveTo>
                  <a:lnTo>
                    <a:pt x="17721" y="1109"/>
                  </a:lnTo>
                  <a:lnTo>
                    <a:pt x="35442" y="2160"/>
                  </a:lnTo>
                  <a:lnTo>
                    <a:pt x="53164" y="3113"/>
                  </a:lnTo>
                  <a:lnTo>
                    <a:pt x="53164" y="14322"/>
                  </a:lnTo>
                  <a:lnTo>
                    <a:pt x="35442" y="14322"/>
                  </a:lnTo>
                  <a:lnTo>
                    <a:pt x="17721" y="14322"/>
                  </a:lnTo>
                  <a:lnTo>
                    <a:pt x="0" y="14322"/>
                  </a:lnTo>
                  <a:close/>
                </a:path>
              </a:pathLst>
            </a:custGeom>
            <a:solidFill>
              <a:srgbClr val="A04E3A">
                <a:alpha val="100000"/>
              </a:srgbClr>
            </a:solidFill>
            <a:ln w="4762" cap="rnd">
              <a:solidFill>
                <a:srgbClr val="A04E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4"/>
            <p:cNvSpPr/>
            <p:nvPr/>
          </p:nvSpPr>
          <p:spPr>
            <a:xfrm>
              <a:off x="9285546" y="2305722"/>
              <a:ext cx="53164" cy="11208"/>
            </a:xfrm>
            <a:custGeom>
              <a:avLst/>
              <a:pathLst>
                <a:path w="53164" h="11208">
                  <a:moveTo>
                    <a:pt x="0" y="0"/>
                  </a:moveTo>
                  <a:lnTo>
                    <a:pt x="17721" y="897"/>
                  </a:lnTo>
                  <a:lnTo>
                    <a:pt x="35442" y="1745"/>
                  </a:lnTo>
                  <a:lnTo>
                    <a:pt x="53164" y="2513"/>
                  </a:lnTo>
                  <a:lnTo>
                    <a:pt x="53164" y="11208"/>
                  </a:lnTo>
                  <a:lnTo>
                    <a:pt x="35442" y="11208"/>
                  </a:lnTo>
                  <a:lnTo>
                    <a:pt x="17721" y="11208"/>
                  </a:lnTo>
                  <a:lnTo>
                    <a:pt x="0" y="11208"/>
                  </a:lnTo>
                  <a:close/>
                </a:path>
              </a:pathLst>
            </a:custGeom>
            <a:solidFill>
              <a:srgbClr val="9F4D39">
                <a:alpha val="100000"/>
              </a:srgbClr>
            </a:solidFill>
            <a:ln w="4762" cap="rnd">
              <a:solidFill>
                <a:srgbClr val="9F4D3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5"/>
            <p:cNvSpPr/>
            <p:nvPr/>
          </p:nvSpPr>
          <p:spPr>
            <a:xfrm>
              <a:off x="9338710" y="2308235"/>
              <a:ext cx="17721" cy="8695"/>
            </a:xfrm>
            <a:custGeom>
              <a:avLst/>
              <a:pathLst>
                <a:path w="17721" h="8695">
                  <a:moveTo>
                    <a:pt x="0" y="0"/>
                  </a:moveTo>
                  <a:lnTo>
                    <a:pt x="17721" y="718"/>
                  </a:lnTo>
                  <a:lnTo>
                    <a:pt x="17721" y="8695"/>
                  </a:lnTo>
                  <a:lnTo>
                    <a:pt x="0" y="8695"/>
                  </a:lnTo>
                  <a:close/>
                </a:path>
              </a:pathLst>
            </a:custGeom>
            <a:solidFill>
              <a:srgbClr val="9F4C38">
                <a:alpha val="100000"/>
              </a:srgbClr>
            </a:solidFill>
            <a:ln w="4762" cap="rnd">
              <a:solidFill>
                <a:srgbClr val="9F4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6"/>
            <p:cNvSpPr/>
            <p:nvPr/>
          </p:nvSpPr>
          <p:spPr>
            <a:xfrm>
              <a:off x="9356432" y="2308954"/>
              <a:ext cx="17721" cy="7976"/>
            </a:xfrm>
            <a:custGeom>
              <a:avLst/>
              <a:pathLst>
                <a:path w="17721" h="7976">
                  <a:moveTo>
                    <a:pt x="0" y="0"/>
                  </a:moveTo>
                  <a:lnTo>
                    <a:pt x="17721" y="678"/>
                  </a:lnTo>
                  <a:lnTo>
                    <a:pt x="17721" y="7976"/>
                  </a:lnTo>
                  <a:lnTo>
                    <a:pt x="0" y="7976"/>
                  </a:lnTo>
                  <a:close/>
                </a:path>
              </a:pathLst>
            </a:custGeom>
            <a:solidFill>
              <a:srgbClr val="9E4C38">
                <a:alpha val="100000"/>
              </a:srgbClr>
            </a:solidFill>
            <a:ln w="4762" cap="rnd">
              <a:solidFill>
                <a:srgbClr val="9E4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7"/>
            <p:cNvSpPr/>
            <p:nvPr/>
          </p:nvSpPr>
          <p:spPr>
            <a:xfrm>
              <a:off x="9374153" y="2309632"/>
              <a:ext cx="17721" cy="7298"/>
            </a:xfrm>
            <a:custGeom>
              <a:avLst/>
              <a:pathLst>
                <a:path w="17721" h="7298">
                  <a:moveTo>
                    <a:pt x="0" y="0"/>
                  </a:moveTo>
                  <a:lnTo>
                    <a:pt x="17721" y="612"/>
                  </a:lnTo>
                  <a:lnTo>
                    <a:pt x="17721" y="7298"/>
                  </a:lnTo>
                  <a:lnTo>
                    <a:pt x="0" y="7298"/>
                  </a:lnTo>
                  <a:close/>
                </a:path>
              </a:pathLst>
            </a:custGeom>
            <a:solidFill>
              <a:srgbClr val="9E4B38">
                <a:alpha val="100000"/>
              </a:srgbClr>
            </a:solidFill>
            <a:ln w="4762" cap="rnd">
              <a:solidFill>
                <a:srgbClr val="9E4B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8"/>
            <p:cNvSpPr/>
            <p:nvPr/>
          </p:nvSpPr>
          <p:spPr>
            <a:xfrm>
              <a:off x="9391874" y="2310244"/>
              <a:ext cx="17721" cy="6686"/>
            </a:xfrm>
            <a:custGeom>
              <a:avLst/>
              <a:pathLst>
                <a:path w="17721" h="6686">
                  <a:moveTo>
                    <a:pt x="0" y="0"/>
                  </a:moveTo>
                  <a:lnTo>
                    <a:pt x="17721" y="570"/>
                  </a:lnTo>
                  <a:lnTo>
                    <a:pt x="17721" y="6686"/>
                  </a:lnTo>
                  <a:lnTo>
                    <a:pt x="0" y="6686"/>
                  </a:lnTo>
                  <a:close/>
                </a:path>
              </a:pathLst>
            </a:custGeom>
            <a:solidFill>
              <a:srgbClr val="9E4B37">
                <a:alpha val="100000"/>
              </a:srgbClr>
            </a:solidFill>
            <a:ln w="4762" cap="rnd">
              <a:solidFill>
                <a:srgbClr val="9E4B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89"/>
            <p:cNvSpPr/>
            <p:nvPr/>
          </p:nvSpPr>
          <p:spPr>
            <a:xfrm>
              <a:off x="3632430" y="1801373"/>
              <a:ext cx="5777166" cy="509441"/>
            </a:xfrm>
            <a:custGeom>
              <a:avLst/>
              <a:pathLst>
                <a:path w="5777166" h="509441">
                  <a:moveTo>
                    <a:pt x="0" y="509206"/>
                  </a:moveTo>
                  <a:lnTo>
                    <a:pt x="17721" y="508586"/>
                  </a:lnTo>
                  <a:lnTo>
                    <a:pt x="35442" y="507901"/>
                  </a:lnTo>
                  <a:lnTo>
                    <a:pt x="53164" y="507154"/>
                  </a:lnTo>
                  <a:lnTo>
                    <a:pt x="70885" y="506359"/>
                  </a:lnTo>
                  <a:lnTo>
                    <a:pt x="88606" y="505489"/>
                  </a:lnTo>
                  <a:lnTo>
                    <a:pt x="106328" y="504540"/>
                  </a:lnTo>
                  <a:lnTo>
                    <a:pt x="124049" y="503533"/>
                  </a:lnTo>
                  <a:lnTo>
                    <a:pt x="141770" y="502438"/>
                  </a:lnTo>
                  <a:lnTo>
                    <a:pt x="159492" y="501245"/>
                  </a:lnTo>
                  <a:lnTo>
                    <a:pt x="177213" y="499984"/>
                  </a:lnTo>
                  <a:lnTo>
                    <a:pt x="194935" y="498619"/>
                  </a:lnTo>
                  <a:lnTo>
                    <a:pt x="212656" y="497136"/>
                  </a:lnTo>
                  <a:lnTo>
                    <a:pt x="230377" y="495572"/>
                  </a:lnTo>
                  <a:lnTo>
                    <a:pt x="248099" y="493890"/>
                  </a:lnTo>
                  <a:lnTo>
                    <a:pt x="265820" y="492065"/>
                  </a:lnTo>
                  <a:lnTo>
                    <a:pt x="283541" y="490145"/>
                  </a:lnTo>
                  <a:lnTo>
                    <a:pt x="301263" y="488094"/>
                  </a:lnTo>
                  <a:lnTo>
                    <a:pt x="318984" y="485873"/>
                  </a:lnTo>
                  <a:lnTo>
                    <a:pt x="336705" y="483543"/>
                  </a:lnTo>
                  <a:lnTo>
                    <a:pt x="354427" y="481066"/>
                  </a:lnTo>
                  <a:lnTo>
                    <a:pt x="372148" y="478392"/>
                  </a:lnTo>
                  <a:lnTo>
                    <a:pt x="389870" y="475595"/>
                  </a:lnTo>
                  <a:lnTo>
                    <a:pt x="407591" y="472637"/>
                  </a:lnTo>
                  <a:lnTo>
                    <a:pt x="425312" y="469454"/>
                  </a:lnTo>
                  <a:lnTo>
                    <a:pt x="443034" y="466132"/>
                  </a:lnTo>
                  <a:lnTo>
                    <a:pt x="460755" y="462639"/>
                  </a:lnTo>
                  <a:lnTo>
                    <a:pt x="478476" y="458890"/>
                  </a:lnTo>
                  <a:lnTo>
                    <a:pt x="496198" y="454989"/>
                  </a:lnTo>
                  <a:lnTo>
                    <a:pt x="513919" y="450909"/>
                  </a:lnTo>
                  <a:lnTo>
                    <a:pt x="531641" y="446544"/>
                  </a:lnTo>
                  <a:lnTo>
                    <a:pt x="549362" y="442016"/>
                  </a:lnTo>
                  <a:lnTo>
                    <a:pt x="567083" y="437303"/>
                  </a:lnTo>
                  <a:lnTo>
                    <a:pt x="584805" y="432280"/>
                  </a:lnTo>
                  <a:lnTo>
                    <a:pt x="602526" y="427085"/>
                  </a:lnTo>
                  <a:lnTo>
                    <a:pt x="620247" y="421701"/>
                  </a:lnTo>
                  <a:lnTo>
                    <a:pt x="637969" y="415989"/>
                  </a:lnTo>
                  <a:lnTo>
                    <a:pt x="655690" y="410099"/>
                  </a:lnTo>
                  <a:lnTo>
                    <a:pt x="673411" y="404022"/>
                  </a:lnTo>
                  <a:lnTo>
                    <a:pt x="691133" y="397603"/>
                  </a:lnTo>
                  <a:lnTo>
                    <a:pt x="708854" y="391005"/>
                  </a:lnTo>
                  <a:lnTo>
                    <a:pt x="726576" y="384228"/>
                  </a:lnTo>
                  <a:lnTo>
                    <a:pt x="744297" y="377103"/>
                  </a:lnTo>
                  <a:lnTo>
                    <a:pt x="762018" y="369804"/>
                  </a:lnTo>
                  <a:lnTo>
                    <a:pt x="779740" y="362331"/>
                  </a:lnTo>
                  <a:lnTo>
                    <a:pt x="797461" y="354531"/>
                  </a:lnTo>
                  <a:lnTo>
                    <a:pt x="815182" y="346560"/>
                  </a:lnTo>
                  <a:lnTo>
                    <a:pt x="832904" y="338425"/>
                  </a:lnTo>
                  <a:lnTo>
                    <a:pt x="850625" y="329997"/>
                  </a:lnTo>
                  <a:lnTo>
                    <a:pt x="868347" y="321408"/>
                  </a:lnTo>
                  <a:lnTo>
                    <a:pt x="886068" y="312672"/>
                  </a:lnTo>
                  <a:lnTo>
                    <a:pt x="903789" y="303685"/>
                  </a:lnTo>
                  <a:lnTo>
                    <a:pt x="921511" y="294558"/>
                  </a:lnTo>
                  <a:lnTo>
                    <a:pt x="939232" y="285308"/>
                  </a:lnTo>
                  <a:lnTo>
                    <a:pt x="956953" y="275861"/>
                  </a:lnTo>
                  <a:lnTo>
                    <a:pt x="974675" y="266303"/>
                  </a:lnTo>
                  <a:lnTo>
                    <a:pt x="992396" y="256654"/>
                  </a:lnTo>
                  <a:lnTo>
                    <a:pt x="1010117" y="246870"/>
                  </a:lnTo>
                  <a:lnTo>
                    <a:pt x="1027839" y="237015"/>
                  </a:lnTo>
                  <a:lnTo>
                    <a:pt x="1045560" y="227107"/>
                  </a:lnTo>
                  <a:lnTo>
                    <a:pt x="1063282" y="217135"/>
                  </a:lnTo>
                  <a:lnTo>
                    <a:pt x="1081003" y="207142"/>
                  </a:lnTo>
                  <a:lnTo>
                    <a:pt x="1098724" y="197139"/>
                  </a:lnTo>
                  <a:lnTo>
                    <a:pt x="1116446" y="187148"/>
                  </a:lnTo>
                  <a:lnTo>
                    <a:pt x="1134167" y="177196"/>
                  </a:lnTo>
                  <a:lnTo>
                    <a:pt x="1151888" y="167284"/>
                  </a:lnTo>
                  <a:lnTo>
                    <a:pt x="1169610" y="157462"/>
                  </a:lnTo>
                  <a:lnTo>
                    <a:pt x="1187331" y="147749"/>
                  </a:lnTo>
                  <a:lnTo>
                    <a:pt x="1205053" y="138127"/>
                  </a:lnTo>
                  <a:lnTo>
                    <a:pt x="1222774" y="128673"/>
                  </a:lnTo>
                  <a:lnTo>
                    <a:pt x="1240495" y="119405"/>
                  </a:lnTo>
                  <a:lnTo>
                    <a:pt x="1258217" y="110282"/>
                  </a:lnTo>
                  <a:lnTo>
                    <a:pt x="1275938" y="101402"/>
                  </a:lnTo>
                  <a:lnTo>
                    <a:pt x="1293659" y="92790"/>
                  </a:lnTo>
                  <a:lnTo>
                    <a:pt x="1311381" y="84376"/>
                  </a:lnTo>
                  <a:lnTo>
                    <a:pt x="1329102" y="76275"/>
                  </a:lnTo>
                  <a:lnTo>
                    <a:pt x="1346823" y="68523"/>
                  </a:lnTo>
                  <a:lnTo>
                    <a:pt x="1364545" y="61022"/>
                  </a:lnTo>
                  <a:lnTo>
                    <a:pt x="1382266" y="53894"/>
                  </a:lnTo>
                  <a:lnTo>
                    <a:pt x="1399988" y="47197"/>
                  </a:lnTo>
                  <a:lnTo>
                    <a:pt x="1417709" y="40797"/>
                  </a:lnTo>
                  <a:lnTo>
                    <a:pt x="1435430" y="34820"/>
                  </a:lnTo>
                  <a:lnTo>
                    <a:pt x="1453152" y="29351"/>
                  </a:lnTo>
                  <a:lnTo>
                    <a:pt x="1470873" y="24218"/>
                  </a:lnTo>
                  <a:lnTo>
                    <a:pt x="1488594" y="19546"/>
                  </a:lnTo>
                  <a:lnTo>
                    <a:pt x="1506316" y="15449"/>
                  </a:lnTo>
                  <a:lnTo>
                    <a:pt x="1524037" y="11719"/>
                  </a:lnTo>
                  <a:lnTo>
                    <a:pt x="1541759" y="8474"/>
                  </a:lnTo>
                  <a:lnTo>
                    <a:pt x="1559480" y="5859"/>
                  </a:lnTo>
                  <a:lnTo>
                    <a:pt x="1577201" y="3633"/>
                  </a:lnTo>
                  <a:lnTo>
                    <a:pt x="1594923" y="1900"/>
                  </a:lnTo>
                  <a:lnTo>
                    <a:pt x="1612644" y="839"/>
                  </a:lnTo>
                  <a:lnTo>
                    <a:pt x="1630365" y="176"/>
                  </a:lnTo>
                  <a:lnTo>
                    <a:pt x="1648087" y="0"/>
                  </a:lnTo>
                  <a:lnTo>
                    <a:pt x="1665808" y="518"/>
                  </a:lnTo>
                  <a:lnTo>
                    <a:pt x="1683529" y="1435"/>
                  </a:lnTo>
                  <a:lnTo>
                    <a:pt x="1701251" y="2818"/>
                  </a:lnTo>
                  <a:lnTo>
                    <a:pt x="1718972" y="4899"/>
                  </a:lnTo>
                  <a:lnTo>
                    <a:pt x="1736694" y="7367"/>
                  </a:lnTo>
                  <a:lnTo>
                    <a:pt x="1754415" y="10268"/>
                  </a:lnTo>
                  <a:lnTo>
                    <a:pt x="1772136" y="13851"/>
                  </a:lnTo>
                  <a:lnTo>
                    <a:pt x="1789858" y="17797"/>
                  </a:lnTo>
                  <a:lnTo>
                    <a:pt x="1807579" y="22134"/>
                  </a:lnTo>
                  <a:lnTo>
                    <a:pt x="1825300" y="27117"/>
                  </a:lnTo>
                  <a:lnTo>
                    <a:pt x="1843022" y="32428"/>
                  </a:lnTo>
                  <a:lnTo>
                    <a:pt x="1860743" y="38080"/>
                  </a:lnTo>
                  <a:lnTo>
                    <a:pt x="1878465" y="44321"/>
                  </a:lnTo>
                  <a:lnTo>
                    <a:pt x="1896186" y="50849"/>
                  </a:lnTo>
                  <a:lnTo>
                    <a:pt x="1913907" y="57663"/>
                  </a:lnTo>
                  <a:lnTo>
                    <a:pt x="1931629" y="64991"/>
                  </a:lnTo>
                  <a:lnTo>
                    <a:pt x="1949350" y="72556"/>
                  </a:lnTo>
                  <a:lnTo>
                    <a:pt x="1967071" y="80359"/>
                  </a:lnTo>
                  <a:lnTo>
                    <a:pt x="1984793" y="88568"/>
                  </a:lnTo>
                  <a:lnTo>
                    <a:pt x="2002514" y="96970"/>
                  </a:lnTo>
                  <a:lnTo>
                    <a:pt x="2020235" y="105555"/>
                  </a:lnTo>
                  <a:lnTo>
                    <a:pt x="2037957" y="114436"/>
                  </a:lnTo>
                  <a:lnTo>
                    <a:pt x="2055678" y="123458"/>
                  </a:lnTo>
                  <a:lnTo>
                    <a:pt x="2073400" y="132606"/>
                  </a:lnTo>
                  <a:lnTo>
                    <a:pt x="2091121" y="141941"/>
                  </a:lnTo>
                  <a:lnTo>
                    <a:pt x="2108842" y="151358"/>
                  </a:lnTo>
                  <a:lnTo>
                    <a:pt x="2126564" y="160845"/>
                  </a:lnTo>
                  <a:lnTo>
                    <a:pt x="2144285" y="170412"/>
                  </a:lnTo>
                  <a:lnTo>
                    <a:pt x="2162006" y="180001"/>
                  </a:lnTo>
                  <a:lnTo>
                    <a:pt x="2179728" y="189603"/>
                  </a:lnTo>
                  <a:lnTo>
                    <a:pt x="2197449" y="199189"/>
                  </a:lnTo>
                  <a:lnTo>
                    <a:pt x="2215171" y="208733"/>
                  </a:lnTo>
                  <a:lnTo>
                    <a:pt x="2232892" y="218235"/>
                  </a:lnTo>
                  <a:lnTo>
                    <a:pt x="2250613" y="227635"/>
                  </a:lnTo>
                  <a:lnTo>
                    <a:pt x="2268335" y="236929"/>
                  </a:lnTo>
                  <a:lnTo>
                    <a:pt x="2286056" y="246131"/>
                  </a:lnTo>
                  <a:lnTo>
                    <a:pt x="2303777" y="255157"/>
                  </a:lnTo>
                  <a:lnTo>
                    <a:pt x="2321499" y="264015"/>
                  </a:lnTo>
                  <a:lnTo>
                    <a:pt x="2339220" y="272736"/>
                  </a:lnTo>
                  <a:lnTo>
                    <a:pt x="2356941" y="281218"/>
                  </a:lnTo>
                  <a:lnTo>
                    <a:pt x="2374663" y="289473"/>
                  </a:lnTo>
                  <a:lnTo>
                    <a:pt x="2392384" y="297554"/>
                  </a:lnTo>
                  <a:lnTo>
                    <a:pt x="2410106" y="305344"/>
                  </a:lnTo>
                  <a:lnTo>
                    <a:pt x="2427827" y="312855"/>
                  </a:lnTo>
                  <a:lnTo>
                    <a:pt x="2445548" y="320158"/>
                  </a:lnTo>
                  <a:lnTo>
                    <a:pt x="2463270" y="327133"/>
                  </a:lnTo>
                  <a:lnTo>
                    <a:pt x="2480991" y="333780"/>
                  </a:lnTo>
                  <a:lnTo>
                    <a:pt x="2498712" y="340194"/>
                  </a:lnTo>
                  <a:lnTo>
                    <a:pt x="2516434" y="346252"/>
                  </a:lnTo>
                  <a:lnTo>
                    <a:pt x="2534155" y="351942"/>
                  </a:lnTo>
                  <a:lnTo>
                    <a:pt x="2551877" y="357377"/>
                  </a:lnTo>
                  <a:lnTo>
                    <a:pt x="2569598" y="362441"/>
                  </a:lnTo>
                  <a:lnTo>
                    <a:pt x="2587319" y="367101"/>
                  </a:lnTo>
                  <a:lnTo>
                    <a:pt x="2605041" y="371492"/>
                  </a:lnTo>
                  <a:lnTo>
                    <a:pt x="2622762" y="375505"/>
                  </a:lnTo>
                  <a:lnTo>
                    <a:pt x="2640483" y="379086"/>
                  </a:lnTo>
                  <a:lnTo>
                    <a:pt x="2658205" y="382388"/>
                  </a:lnTo>
                  <a:lnTo>
                    <a:pt x="2675926" y="385314"/>
                  </a:lnTo>
                  <a:lnTo>
                    <a:pt x="2693647" y="387785"/>
                  </a:lnTo>
                  <a:lnTo>
                    <a:pt x="2711369" y="389974"/>
                  </a:lnTo>
                  <a:lnTo>
                    <a:pt x="2729090" y="391793"/>
                  </a:lnTo>
                  <a:lnTo>
                    <a:pt x="2746812" y="393144"/>
                  </a:lnTo>
                  <a:lnTo>
                    <a:pt x="2764533" y="394211"/>
                  </a:lnTo>
                  <a:lnTo>
                    <a:pt x="2782254" y="394922"/>
                  </a:lnTo>
                  <a:lnTo>
                    <a:pt x="2799976" y="395156"/>
                  </a:lnTo>
                  <a:lnTo>
                    <a:pt x="2817697" y="395111"/>
                  </a:lnTo>
                  <a:lnTo>
                    <a:pt x="2835418" y="394726"/>
                  </a:lnTo>
                  <a:lnTo>
                    <a:pt x="2853140" y="393862"/>
                  </a:lnTo>
                  <a:lnTo>
                    <a:pt x="2870861" y="392726"/>
                  </a:lnTo>
                  <a:lnTo>
                    <a:pt x="2888583" y="391272"/>
                  </a:lnTo>
                  <a:lnTo>
                    <a:pt x="2906304" y="389343"/>
                  </a:lnTo>
                  <a:lnTo>
                    <a:pt x="2924025" y="387153"/>
                  </a:lnTo>
                  <a:lnTo>
                    <a:pt x="2941747" y="384669"/>
                  </a:lnTo>
                  <a:lnTo>
                    <a:pt x="2959468" y="381721"/>
                  </a:lnTo>
                  <a:lnTo>
                    <a:pt x="2977189" y="378525"/>
                  </a:lnTo>
                  <a:lnTo>
                    <a:pt x="2994911" y="375062"/>
                  </a:lnTo>
                  <a:lnTo>
                    <a:pt x="3012632" y="371152"/>
                  </a:lnTo>
                  <a:lnTo>
                    <a:pt x="3030353" y="367013"/>
                  </a:lnTo>
                  <a:lnTo>
                    <a:pt x="3048075" y="362633"/>
                  </a:lnTo>
                  <a:lnTo>
                    <a:pt x="3065796" y="357833"/>
                  </a:lnTo>
                  <a:lnTo>
                    <a:pt x="3083518" y="352823"/>
                  </a:lnTo>
                  <a:lnTo>
                    <a:pt x="3101239" y="347603"/>
                  </a:lnTo>
                  <a:lnTo>
                    <a:pt x="3118960" y="341994"/>
                  </a:lnTo>
                  <a:lnTo>
                    <a:pt x="3136682" y="336199"/>
                  </a:lnTo>
                  <a:lnTo>
                    <a:pt x="3154403" y="330217"/>
                  </a:lnTo>
                  <a:lnTo>
                    <a:pt x="3172124" y="323903"/>
                  </a:lnTo>
                  <a:lnTo>
                    <a:pt x="3189846" y="317421"/>
                  </a:lnTo>
                  <a:lnTo>
                    <a:pt x="3207567" y="310780"/>
                  </a:lnTo>
                  <a:lnTo>
                    <a:pt x="3225289" y="303865"/>
                  </a:lnTo>
                  <a:lnTo>
                    <a:pt x="3243010" y="296807"/>
                  </a:lnTo>
                  <a:lnTo>
                    <a:pt x="3260731" y="289620"/>
                  </a:lnTo>
                  <a:lnTo>
                    <a:pt x="3278453" y="282220"/>
                  </a:lnTo>
                  <a:lnTo>
                    <a:pt x="3296174" y="274708"/>
                  </a:lnTo>
                  <a:lnTo>
                    <a:pt x="3313895" y="267100"/>
                  </a:lnTo>
                  <a:lnTo>
                    <a:pt x="3331617" y="259343"/>
                  </a:lnTo>
                  <a:lnTo>
                    <a:pt x="3349338" y="251510"/>
                  </a:lnTo>
                  <a:lnTo>
                    <a:pt x="3367059" y="243616"/>
                  </a:lnTo>
                  <a:lnTo>
                    <a:pt x="3384781" y="235639"/>
                  </a:lnTo>
                  <a:lnTo>
                    <a:pt x="3402502" y="227627"/>
                  </a:lnTo>
                  <a:lnTo>
                    <a:pt x="3420224" y="219592"/>
                  </a:lnTo>
                  <a:lnTo>
                    <a:pt x="3437945" y="211539"/>
                  </a:lnTo>
                  <a:lnTo>
                    <a:pt x="3455666" y="203499"/>
                  </a:lnTo>
                  <a:lnTo>
                    <a:pt x="3473388" y="195473"/>
                  </a:lnTo>
                  <a:lnTo>
                    <a:pt x="3491109" y="187495"/>
                  </a:lnTo>
                  <a:lnTo>
                    <a:pt x="3508830" y="179580"/>
                  </a:lnTo>
                  <a:lnTo>
                    <a:pt x="3526552" y="171721"/>
                  </a:lnTo>
                  <a:lnTo>
                    <a:pt x="3544273" y="163970"/>
                  </a:lnTo>
                  <a:lnTo>
                    <a:pt x="3561995" y="156338"/>
                  </a:lnTo>
                  <a:lnTo>
                    <a:pt x="3579716" y="148800"/>
                  </a:lnTo>
                  <a:lnTo>
                    <a:pt x="3597437" y="141430"/>
                  </a:lnTo>
                  <a:lnTo>
                    <a:pt x="3615159" y="134235"/>
                  </a:lnTo>
                  <a:lnTo>
                    <a:pt x="3632880" y="127173"/>
                  </a:lnTo>
                  <a:lnTo>
                    <a:pt x="3650601" y="120332"/>
                  </a:lnTo>
                  <a:lnTo>
                    <a:pt x="3668323" y="113724"/>
                  </a:lnTo>
                  <a:lnTo>
                    <a:pt x="3686044" y="107286"/>
                  </a:lnTo>
                  <a:lnTo>
                    <a:pt x="3703765" y="101115"/>
                  </a:lnTo>
                  <a:lnTo>
                    <a:pt x="3721487" y="95234"/>
                  </a:lnTo>
                  <a:lnTo>
                    <a:pt x="3739208" y="89559"/>
                  </a:lnTo>
                  <a:lnTo>
                    <a:pt x="3756930" y="84187"/>
                  </a:lnTo>
                  <a:lnTo>
                    <a:pt x="3774651" y="79161"/>
                  </a:lnTo>
                  <a:lnTo>
                    <a:pt x="3792372" y="74370"/>
                  </a:lnTo>
                  <a:lnTo>
                    <a:pt x="3810094" y="69914"/>
                  </a:lnTo>
                  <a:lnTo>
                    <a:pt x="3827815" y="65854"/>
                  </a:lnTo>
                  <a:lnTo>
                    <a:pt x="3845536" y="62054"/>
                  </a:lnTo>
                  <a:lnTo>
                    <a:pt x="3863258" y="58609"/>
                  </a:lnTo>
                  <a:lnTo>
                    <a:pt x="3880979" y="55606"/>
                  </a:lnTo>
                  <a:lnTo>
                    <a:pt x="3898701" y="52881"/>
                  </a:lnTo>
                  <a:lnTo>
                    <a:pt x="3916422" y="50525"/>
                  </a:lnTo>
                  <a:lnTo>
                    <a:pt x="3934143" y="48646"/>
                  </a:lnTo>
                  <a:lnTo>
                    <a:pt x="3951865" y="47059"/>
                  </a:lnTo>
                  <a:lnTo>
                    <a:pt x="3969586" y="45843"/>
                  </a:lnTo>
                  <a:lnTo>
                    <a:pt x="3987307" y="45131"/>
                  </a:lnTo>
                  <a:lnTo>
                    <a:pt x="4005029" y="44719"/>
                  </a:lnTo>
                  <a:lnTo>
                    <a:pt x="4022750" y="44671"/>
                  </a:lnTo>
                  <a:lnTo>
                    <a:pt x="4040471" y="45144"/>
                  </a:lnTo>
                  <a:lnTo>
                    <a:pt x="4058193" y="45917"/>
                  </a:lnTo>
                  <a:lnTo>
                    <a:pt x="4075914" y="47039"/>
                  </a:lnTo>
                  <a:lnTo>
                    <a:pt x="4093636" y="48688"/>
                  </a:lnTo>
                  <a:lnTo>
                    <a:pt x="4111357" y="50629"/>
                  </a:lnTo>
                  <a:lnTo>
                    <a:pt x="4129078" y="52899"/>
                  </a:lnTo>
                  <a:lnTo>
                    <a:pt x="4146800" y="55689"/>
                  </a:lnTo>
                  <a:lnTo>
                    <a:pt x="4164521" y="58757"/>
                  </a:lnTo>
                  <a:lnTo>
                    <a:pt x="4182242" y="62125"/>
                  </a:lnTo>
                  <a:lnTo>
                    <a:pt x="4199964" y="65996"/>
                  </a:lnTo>
                  <a:lnTo>
                    <a:pt x="4217685" y="70124"/>
                  </a:lnTo>
                  <a:lnTo>
                    <a:pt x="4235407" y="74522"/>
                  </a:lnTo>
                  <a:lnTo>
                    <a:pt x="4253128" y="79390"/>
                  </a:lnTo>
                  <a:lnTo>
                    <a:pt x="4270849" y="84492"/>
                  </a:lnTo>
                  <a:lnTo>
                    <a:pt x="4288571" y="89826"/>
                  </a:lnTo>
                  <a:lnTo>
                    <a:pt x="4306292" y="95590"/>
                  </a:lnTo>
                  <a:lnTo>
                    <a:pt x="4324013" y="101558"/>
                  </a:lnTo>
                  <a:lnTo>
                    <a:pt x="4341735" y="107729"/>
                  </a:lnTo>
                  <a:lnTo>
                    <a:pt x="4359456" y="114262"/>
                  </a:lnTo>
                  <a:lnTo>
                    <a:pt x="4377177" y="120974"/>
                  </a:lnTo>
                  <a:lnTo>
                    <a:pt x="4394899" y="127857"/>
                  </a:lnTo>
                  <a:lnTo>
                    <a:pt x="4412620" y="135030"/>
                  </a:lnTo>
                  <a:lnTo>
                    <a:pt x="4430342" y="142353"/>
                  </a:lnTo>
                  <a:lnTo>
                    <a:pt x="4448063" y="149812"/>
                  </a:lnTo>
                  <a:lnTo>
                    <a:pt x="4465784" y="157491"/>
                  </a:lnTo>
                  <a:lnTo>
                    <a:pt x="4483506" y="165285"/>
                  </a:lnTo>
                  <a:lnTo>
                    <a:pt x="4501227" y="173178"/>
                  </a:lnTo>
                  <a:lnTo>
                    <a:pt x="4518948" y="181222"/>
                  </a:lnTo>
                  <a:lnTo>
                    <a:pt x="4536670" y="189344"/>
                  </a:lnTo>
                  <a:lnTo>
                    <a:pt x="4554391" y="197529"/>
                  </a:lnTo>
                  <a:lnTo>
                    <a:pt x="4572113" y="205800"/>
                  </a:lnTo>
                  <a:lnTo>
                    <a:pt x="4589834" y="214109"/>
                  </a:lnTo>
                  <a:lnTo>
                    <a:pt x="4607555" y="222446"/>
                  </a:lnTo>
                  <a:lnTo>
                    <a:pt x="4625277" y="230808"/>
                  </a:lnTo>
                  <a:lnTo>
                    <a:pt x="4642998" y="239168"/>
                  </a:lnTo>
                  <a:lnTo>
                    <a:pt x="4660719" y="247523"/>
                  </a:lnTo>
                  <a:lnTo>
                    <a:pt x="4678441" y="255850"/>
                  </a:lnTo>
                  <a:lnTo>
                    <a:pt x="4696162" y="264135"/>
                  </a:lnTo>
                  <a:lnTo>
                    <a:pt x="4713883" y="272384"/>
                  </a:lnTo>
                  <a:lnTo>
                    <a:pt x="4731605" y="280559"/>
                  </a:lnTo>
                  <a:lnTo>
                    <a:pt x="4749326" y="288654"/>
                  </a:lnTo>
                  <a:lnTo>
                    <a:pt x="4767048" y="296685"/>
                  </a:lnTo>
                  <a:lnTo>
                    <a:pt x="4784769" y="304605"/>
                  </a:lnTo>
                  <a:lnTo>
                    <a:pt x="4802490" y="312411"/>
                  </a:lnTo>
                  <a:lnTo>
                    <a:pt x="4820212" y="320129"/>
                  </a:lnTo>
                  <a:lnTo>
                    <a:pt x="4837933" y="327706"/>
                  </a:lnTo>
                  <a:lnTo>
                    <a:pt x="4855654" y="335136"/>
                  </a:lnTo>
                  <a:lnTo>
                    <a:pt x="4873376" y="342461"/>
                  </a:lnTo>
                  <a:lnTo>
                    <a:pt x="4891097" y="349622"/>
                  </a:lnTo>
                  <a:lnTo>
                    <a:pt x="4908819" y="356611"/>
                  </a:lnTo>
                  <a:lnTo>
                    <a:pt x="4926540" y="363478"/>
                  </a:lnTo>
                  <a:lnTo>
                    <a:pt x="4944261" y="370169"/>
                  </a:lnTo>
                  <a:lnTo>
                    <a:pt x="4961983" y="376665"/>
                  </a:lnTo>
                  <a:lnTo>
                    <a:pt x="4979704" y="383030"/>
                  </a:lnTo>
                  <a:lnTo>
                    <a:pt x="4997425" y="389211"/>
                  </a:lnTo>
                  <a:lnTo>
                    <a:pt x="5015147" y="395179"/>
                  </a:lnTo>
                  <a:lnTo>
                    <a:pt x="5032868" y="401012"/>
                  </a:lnTo>
                  <a:lnTo>
                    <a:pt x="5050589" y="406659"/>
                  </a:lnTo>
                  <a:lnTo>
                    <a:pt x="5068311" y="412083"/>
                  </a:lnTo>
                  <a:lnTo>
                    <a:pt x="5086032" y="417369"/>
                  </a:lnTo>
                  <a:lnTo>
                    <a:pt x="5103754" y="422473"/>
                  </a:lnTo>
                  <a:lnTo>
                    <a:pt x="5121475" y="427348"/>
                  </a:lnTo>
                  <a:lnTo>
                    <a:pt x="5139196" y="432086"/>
                  </a:lnTo>
                  <a:lnTo>
                    <a:pt x="5156918" y="436651"/>
                  </a:lnTo>
                  <a:lnTo>
                    <a:pt x="5174639" y="440987"/>
                  </a:lnTo>
                  <a:lnTo>
                    <a:pt x="5192360" y="445189"/>
                  </a:lnTo>
                  <a:lnTo>
                    <a:pt x="5210082" y="449229"/>
                  </a:lnTo>
                  <a:lnTo>
                    <a:pt x="5227803" y="453044"/>
                  </a:lnTo>
                  <a:lnTo>
                    <a:pt x="5245525" y="456731"/>
                  </a:lnTo>
                  <a:lnTo>
                    <a:pt x="5263246" y="460271"/>
                  </a:lnTo>
                  <a:lnTo>
                    <a:pt x="5280967" y="463592"/>
                  </a:lnTo>
                  <a:lnTo>
                    <a:pt x="5298689" y="466795"/>
                  </a:lnTo>
                  <a:lnTo>
                    <a:pt x="5316410" y="469864"/>
                  </a:lnTo>
                  <a:lnTo>
                    <a:pt x="5334131" y="472726"/>
                  </a:lnTo>
                  <a:lnTo>
                    <a:pt x="5351853" y="475479"/>
                  </a:lnTo>
                  <a:lnTo>
                    <a:pt x="5369574" y="478114"/>
                  </a:lnTo>
                  <a:lnTo>
                    <a:pt x="5387295" y="480555"/>
                  </a:lnTo>
                  <a:lnTo>
                    <a:pt x="5405017" y="482897"/>
                  </a:lnTo>
                  <a:lnTo>
                    <a:pt x="5422738" y="485136"/>
                  </a:lnTo>
                  <a:lnTo>
                    <a:pt x="5440460" y="487197"/>
                  </a:lnTo>
                  <a:lnTo>
                    <a:pt x="5458181" y="489169"/>
                  </a:lnTo>
                  <a:lnTo>
                    <a:pt x="5475902" y="491053"/>
                  </a:lnTo>
                  <a:lnTo>
                    <a:pt x="5493624" y="492776"/>
                  </a:lnTo>
                  <a:lnTo>
                    <a:pt x="5511345" y="494420"/>
                  </a:lnTo>
                  <a:lnTo>
                    <a:pt x="5529066" y="495987"/>
                  </a:lnTo>
                  <a:lnTo>
                    <a:pt x="5546788" y="497415"/>
                  </a:lnTo>
                  <a:lnTo>
                    <a:pt x="5564509" y="498772"/>
                  </a:lnTo>
                  <a:lnTo>
                    <a:pt x="5582231" y="500062"/>
                  </a:lnTo>
                  <a:lnTo>
                    <a:pt x="5599952" y="501235"/>
                  </a:lnTo>
                  <a:lnTo>
                    <a:pt x="5617673" y="502344"/>
                  </a:lnTo>
                  <a:lnTo>
                    <a:pt x="5635395" y="503395"/>
                  </a:lnTo>
                  <a:lnTo>
                    <a:pt x="5653116" y="504348"/>
                  </a:lnTo>
                  <a:lnTo>
                    <a:pt x="5670837" y="505246"/>
                  </a:lnTo>
                  <a:lnTo>
                    <a:pt x="5688559" y="506094"/>
                  </a:lnTo>
                  <a:lnTo>
                    <a:pt x="5706280" y="506862"/>
                  </a:lnTo>
                  <a:lnTo>
                    <a:pt x="5724001" y="507581"/>
                  </a:lnTo>
                  <a:lnTo>
                    <a:pt x="5741723" y="508259"/>
                  </a:lnTo>
                  <a:lnTo>
                    <a:pt x="5759444" y="508871"/>
                  </a:lnTo>
                  <a:lnTo>
                    <a:pt x="5777166" y="509441"/>
                  </a:lnTo>
                </a:path>
              </a:pathLst>
            </a:custGeom>
            <a:ln w="542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0"/>
            <p:cNvSpPr/>
            <p:nvPr/>
          </p:nvSpPr>
          <p:spPr>
            <a:xfrm>
              <a:off x="2923575" y="2653080"/>
              <a:ext cx="35442" cy="7145"/>
            </a:xfrm>
            <a:custGeom>
              <a:avLst/>
              <a:pathLst>
                <a:path w="35442" h="7145">
                  <a:moveTo>
                    <a:pt x="0" y="1073"/>
                  </a:moveTo>
                  <a:lnTo>
                    <a:pt x="17721" y="553"/>
                  </a:lnTo>
                  <a:lnTo>
                    <a:pt x="35442" y="0"/>
                  </a:lnTo>
                  <a:lnTo>
                    <a:pt x="35442" y="7145"/>
                  </a:lnTo>
                  <a:lnTo>
                    <a:pt x="17721" y="7145"/>
                  </a:lnTo>
                  <a:lnTo>
                    <a:pt x="0" y="7145"/>
                  </a:lnTo>
                  <a:close/>
                </a:path>
              </a:pathLst>
            </a:custGeom>
            <a:solidFill>
              <a:srgbClr val="ECDAC9">
                <a:alpha val="100000"/>
              </a:srgbClr>
            </a:solidFill>
            <a:ln w="4762" cap="rnd">
              <a:solidFill>
                <a:srgbClr val="ECDAC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1"/>
            <p:cNvSpPr/>
            <p:nvPr/>
          </p:nvSpPr>
          <p:spPr>
            <a:xfrm>
              <a:off x="2959018" y="2651831"/>
              <a:ext cx="35442" cy="8395"/>
            </a:xfrm>
            <a:custGeom>
              <a:avLst/>
              <a:pathLst>
                <a:path w="35442" h="8395">
                  <a:moveTo>
                    <a:pt x="0" y="1249"/>
                  </a:moveTo>
                  <a:lnTo>
                    <a:pt x="17721" y="641"/>
                  </a:lnTo>
                  <a:lnTo>
                    <a:pt x="35442" y="0"/>
                  </a:lnTo>
                  <a:lnTo>
                    <a:pt x="35442" y="8395"/>
                  </a:lnTo>
                  <a:lnTo>
                    <a:pt x="17721" y="8395"/>
                  </a:lnTo>
                  <a:lnTo>
                    <a:pt x="0" y="8395"/>
                  </a:lnTo>
                  <a:close/>
                </a:path>
              </a:pathLst>
            </a:custGeom>
            <a:solidFill>
              <a:srgbClr val="ECD9C8">
                <a:alpha val="100000"/>
              </a:srgbClr>
            </a:solidFill>
            <a:ln w="4762" cap="rnd">
              <a:solidFill>
                <a:srgbClr val="ECD9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2"/>
            <p:cNvSpPr/>
            <p:nvPr/>
          </p:nvSpPr>
          <p:spPr>
            <a:xfrm>
              <a:off x="2994461" y="2651152"/>
              <a:ext cx="17721" cy="9074"/>
            </a:xfrm>
            <a:custGeom>
              <a:avLst/>
              <a:pathLst>
                <a:path w="17721" h="9074">
                  <a:moveTo>
                    <a:pt x="0" y="678"/>
                  </a:moveTo>
                  <a:lnTo>
                    <a:pt x="17721" y="0"/>
                  </a:lnTo>
                  <a:lnTo>
                    <a:pt x="17721" y="9074"/>
                  </a:lnTo>
                  <a:lnTo>
                    <a:pt x="0" y="9074"/>
                  </a:lnTo>
                  <a:close/>
                </a:path>
              </a:pathLst>
            </a:custGeom>
            <a:solidFill>
              <a:srgbClr val="EBD9C8">
                <a:alpha val="100000"/>
              </a:srgbClr>
            </a:solidFill>
            <a:ln w="4762" cap="rnd">
              <a:solidFill>
                <a:srgbClr val="EBD9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3"/>
            <p:cNvSpPr/>
            <p:nvPr/>
          </p:nvSpPr>
          <p:spPr>
            <a:xfrm>
              <a:off x="3012182" y="2649624"/>
              <a:ext cx="35442" cy="10602"/>
            </a:xfrm>
            <a:custGeom>
              <a:avLst/>
              <a:pathLst>
                <a:path w="35442" h="10602">
                  <a:moveTo>
                    <a:pt x="0" y="1528"/>
                  </a:moveTo>
                  <a:lnTo>
                    <a:pt x="17721" y="783"/>
                  </a:lnTo>
                  <a:lnTo>
                    <a:pt x="35442" y="0"/>
                  </a:lnTo>
                  <a:lnTo>
                    <a:pt x="35442" y="10602"/>
                  </a:lnTo>
                  <a:lnTo>
                    <a:pt x="17721" y="10602"/>
                  </a:lnTo>
                  <a:lnTo>
                    <a:pt x="0" y="10602"/>
                  </a:lnTo>
                  <a:close/>
                </a:path>
              </a:pathLst>
            </a:custGeom>
            <a:solidFill>
              <a:srgbClr val="EBD8C7">
                <a:alpha val="100000"/>
              </a:srgbClr>
            </a:solidFill>
            <a:ln w="4762" cap="rnd">
              <a:solidFill>
                <a:srgbClr val="EBD8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4"/>
            <p:cNvSpPr/>
            <p:nvPr/>
          </p:nvSpPr>
          <p:spPr>
            <a:xfrm>
              <a:off x="3047625" y="2647894"/>
              <a:ext cx="35442" cy="12331"/>
            </a:xfrm>
            <a:custGeom>
              <a:avLst/>
              <a:pathLst>
                <a:path w="35442" h="12331">
                  <a:moveTo>
                    <a:pt x="0" y="1729"/>
                  </a:moveTo>
                  <a:lnTo>
                    <a:pt x="17721" y="903"/>
                  </a:lnTo>
                  <a:lnTo>
                    <a:pt x="35442" y="0"/>
                  </a:lnTo>
                  <a:lnTo>
                    <a:pt x="35442" y="12331"/>
                  </a:lnTo>
                  <a:lnTo>
                    <a:pt x="17721" y="12331"/>
                  </a:lnTo>
                  <a:lnTo>
                    <a:pt x="0" y="12331"/>
                  </a:lnTo>
                  <a:close/>
                </a:path>
              </a:pathLst>
            </a:custGeom>
            <a:solidFill>
              <a:srgbClr val="EBD7C6">
                <a:alpha val="100000"/>
              </a:srgbClr>
            </a:solidFill>
            <a:ln w="4762" cap="rnd">
              <a:solidFill>
                <a:srgbClr val="EBD7C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5"/>
            <p:cNvSpPr/>
            <p:nvPr/>
          </p:nvSpPr>
          <p:spPr>
            <a:xfrm>
              <a:off x="3083067" y="2646946"/>
              <a:ext cx="17721" cy="13279"/>
            </a:xfrm>
            <a:custGeom>
              <a:avLst/>
              <a:pathLst>
                <a:path w="17721" h="13279">
                  <a:moveTo>
                    <a:pt x="0" y="948"/>
                  </a:moveTo>
                  <a:lnTo>
                    <a:pt x="17721" y="0"/>
                  </a:lnTo>
                  <a:lnTo>
                    <a:pt x="17721" y="13279"/>
                  </a:lnTo>
                  <a:lnTo>
                    <a:pt x="0" y="13279"/>
                  </a:lnTo>
                  <a:close/>
                </a:path>
              </a:pathLst>
            </a:custGeom>
            <a:solidFill>
              <a:srgbClr val="EBD7C5">
                <a:alpha val="100000"/>
              </a:srgbClr>
            </a:solidFill>
            <a:ln w="4762" cap="rnd">
              <a:solidFill>
                <a:srgbClr val="EBD7C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6"/>
            <p:cNvSpPr/>
            <p:nvPr/>
          </p:nvSpPr>
          <p:spPr>
            <a:xfrm>
              <a:off x="3100789" y="2645951"/>
              <a:ext cx="17721" cy="14274"/>
            </a:xfrm>
            <a:custGeom>
              <a:avLst/>
              <a:pathLst>
                <a:path w="17721" h="14274">
                  <a:moveTo>
                    <a:pt x="0" y="994"/>
                  </a:moveTo>
                  <a:lnTo>
                    <a:pt x="17721" y="0"/>
                  </a:lnTo>
                  <a:lnTo>
                    <a:pt x="17721" y="14274"/>
                  </a:lnTo>
                  <a:lnTo>
                    <a:pt x="0" y="14274"/>
                  </a:lnTo>
                  <a:close/>
                </a:path>
              </a:pathLst>
            </a:custGeom>
            <a:solidFill>
              <a:srgbClr val="EAD6C5">
                <a:alpha val="100000"/>
              </a:srgbClr>
            </a:solidFill>
            <a:ln w="4762" cap="rnd">
              <a:solidFill>
                <a:srgbClr val="EAD6C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7"/>
            <p:cNvSpPr/>
            <p:nvPr/>
          </p:nvSpPr>
          <p:spPr>
            <a:xfrm>
              <a:off x="3118510" y="2644865"/>
              <a:ext cx="17721" cy="15360"/>
            </a:xfrm>
            <a:custGeom>
              <a:avLst/>
              <a:pathLst>
                <a:path w="17721" h="15360">
                  <a:moveTo>
                    <a:pt x="0" y="1086"/>
                  </a:moveTo>
                  <a:lnTo>
                    <a:pt x="17721" y="0"/>
                  </a:lnTo>
                  <a:lnTo>
                    <a:pt x="17721" y="15360"/>
                  </a:lnTo>
                  <a:lnTo>
                    <a:pt x="0" y="15360"/>
                  </a:lnTo>
                  <a:close/>
                </a:path>
              </a:pathLst>
            </a:custGeom>
            <a:solidFill>
              <a:srgbClr val="EAD6C4">
                <a:alpha val="100000"/>
              </a:srgbClr>
            </a:solidFill>
            <a:ln w="4762" cap="rnd">
              <a:solidFill>
                <a:srgbClr val="EAD6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8"/>
            <p:cNvSpPr/>
            <p:nvPr/>
          </p:nvSpPr>
          <p:spPr>
            <a:xfrm>
              <a:off x="3136231" y="2642541"/>
              <a:ext cx="35442" cy="17685"/>
            </a:xfrm>
            <a:custGeom>
              <a:avLst/>
              <a:pathLst>
                <a:path w="35442" h="17685">
                  <a:moveTo>
                    <a:pt x="0" y="2324"/>
                  </a:moveTo>
                  <a:lnTo>
                    <a:pt x="17721" y="1187"/>
                  </a:lnTo>
                  <a:lnTo>
                    <a:pt x="35442" y="0"/>
                  </a:lnTo>
                  <a:lnTo>
                    <a:pt x="35442" y="17685"/>
                  </a:lnTo>
                  <a:lnTo>
                    <a:pt x="17721" y="17685"/>
                  </a:lnTo>
                  <a:lnTo>
                    <a:pt x="0" y="17685"/>
                  </a:lnTo>
                  <a:close/>
                </a:path>
              </a:pathLst>
            </a:custGeom>
            <a:solidFill>
              <a:srgbClr val="EAD5C4">
                <a:alpha val="100000"/>
              </a:srgbClr>
            </a:solidFill>
            <a:ln w="4762" cap="rnd">
              <a:solidFill>
                <a:srgbClr val="EAD5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499"/>
            <p:cNvSpPr/>
            <p:nvPr/>
          </p:nvSpPr>
          <p:spPr>
            <a:xfrm>
              <a:off x="3171674" y="2641247"/>
              <a:ext cx="17721" cy="18978"/>
            </a:xfrm>
            <a:custGeom>
              <a:avLst/>
              <a:pathLst>
                <a:path w="17721" h="18978">
                  <a:moveTo>
                    <a:pt x="0" y="1293"/>
                  </a:moveTo>
                  <a:lnTo>
                    <a:pt x="17721" y="0"/>
                  </a:lnTo>
                  <a:lnTo>
                    <a:pt x="17721" y="18978"/>
                  </a:lnTo>
                  <a:lnTo>
                    <a:pt x="0" y="18978"/>
                  </a:lnTo>
                  <a:close/>
                </a:path>
              </a:pathLst>
            </a:custGeom>
            <a:solidFill>
              <a:srgbClr val="EAD5C3">
                <a:alpha val="100000"/>
              </a:srgbClr>
            </a:solidFill>
            <a:ln w="4762" cap="rnd">
              <a:solidFill>
                <a:srgbClr val="EAD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0"/>
            <p:cNvSpPr/>
            <p:nvPr/>
          </p:nvSpPr>
          <p:spPr>
            <a:xfrm>
              <a:off x="3189396" y="2639897"/>
              <a:ext cx="17721" cy="20328"/>
            </a:xfrm>
            <a:custGeom>
              <a:avLst/>
              <a:pathLst>
                <a:path w="17721" h="20328">
                  <a:moveTo>
                    <a:pt x="0" y="1350"/>
                  </a:moveTo>
                  <a:lnTo>
                    <a:pt x="17721" y="0"/>
                  </a:lnTo>
                  <a:lnTo>
                    <a:pt x="17721" y="20328"/>
                  </a:lnTo>
                  <a:lnTo>
                    <a:pt x="0" y="20328"/>
                  </a:lnTo>
                  <a:close/>
                </a:path>
              </a:pathLst>
            </a:custGeom>
            <a:solidFill>
              <a:srgbClr val="EAD4C3">
                <a:alpha val="100000"/>
              </a:srgbClr>
            </a:solidFill>
            <a:ln w="4762" cap="rnd">
              <a:solidFill>
                <a:srgbClr val="EAD4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1"/>
            <p:cNvSpPr/>
            <p:nvPr/>
          </p:nvSpPr>
          <p:spPr>
            <a:xfrm>
              <a:off x="3207117" y="2638490"/>
              <a:ext cx="17721" cy="21736"/>
            </a:xfrm>
            <a:custGeom>
              <a:avLst/>
              <a:pathLst>
                <a:path w="17721" h="21736">
                  <a:moveTo>
                    <a:pt x="0" y="1407"/>
                  </a:moveTo>
                  <a:lnTo>
                    <a:pt x="17721" y="0"/>
                  </a:lnTo>
                  <a:lnTo>
                    <a:pt x="17721" y="21736"/>
                  </a:lnTo>
                  <a:lnTo>
                    <a:pt x="0" y="21736"/>
                  </a:lnTo>
                  <a:close/>
                </a:path>
              </a:pathLst>
            </a:custGeom>
            <a:solidFill>
              <a:srgbClr val="E9D4C2">
                <a:alpha val="100000"/>
              </a:srgbClr>
            </a:solidFill>
            <a:ln w="4762" cap="rnd">
              <a:solidFill>
                <a:srgbClr val="E9D4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2"/>
            <p:cNvSpPr/>
            <p:nvPr/>
          </p:nvSpPr>
          <p:spPr>
            <a:xfrm>
              <a:off x="3224838" y="2636967"/>
              <a:ext cx="17721" cy="23258"/>
            </a:xfrm>
            <a:custGeom>
              <a:avLst/>
              <a:pathLst>
                <a:path w="17721" h="23258">
                  <a:moveTo>
                    <a:pt x="0" y="1522"/>
                  </a:moveTo>
                  <a:lnTo>
                    <a:pt x="17721" y="0"/>
                  </a:lnTo>
                  <a:lnTo>
                    <a:pt x="17721" y="23258"/>
                  </a:lnTo>
                  <a:lnTo>
                    <a:pt x="0" y="23258"/>
                  </a:lnTo>
                  <a:close/>
                </a:path>
              </a:pathLst>
            </a:custGeom>
            <a:solidFill>
              <a:srgbClr val="E9D3C2">
                <a:alpha val="100000"/>
              </a:srgbClr>
            </a:solidFill>
            <a:ln w="4762" cap="rnd">
              <a:solidFill>
                <a:srgbClr val="E9D3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3"/>
            <p:cNvSpPr/>
            <p:nvPr/>
          </p:nvSpPr>
          <p:spPr>
            <a:xfrm>
              <a:off x="3242560" y="2635378"/>
              <a:ext cx="17721" cy="24847"/>
            </a:xfrm>
            <a:custGeom>
              <a:avLst/>
              <a:pathLst>
                <a:path w="17721" h="24847">
                  <a:moveTo>
                    <a:pt x="0" y="1588"/>
                  </a:moveTo>
                  <a:lnTo>
                    <a:pt x="17721" y="0"/>
                  </a:lnTo>
                  <a:lnTo>
                    <a:pt x="17721" y="24847"/>
                  </a:lnTo>
                  <a:lnTo>
                    <a:pt x="0" y="24847"/>
                  </a:lnTo>
                  <a:close/>
                </a:path>
              </a:pathLst>
            </a:custGeom>
            <a:solidFill>
              <a:srgbClr val="E9D3C1">
                <a:alpha val="100000"/>
              </a:srgbClr>
            </a:solidFill>
            <a:ln w="4762" cap="rnd">
              <a:solidFill>
                <a:srgbClr val="E9D3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4"/>
            <p:cNvSpPr/>
            <p:nvPr/>
          </p:nvSpPr>
          <p:spPr>
            <a:xfrm>
              <a:off x="3260281" y="2631949"/>
              <a:ext cx="35442" cy="28276"/>
            </a:xfrm>
            <a:custGeom>
              <a:avLst/>
              <a:pathLst>
                <a:path w="35442" h="28276">
                  <a:moveTo>
                    <a:pt x="0" y="3428"/>
                  </a:moveTo>
                  <a:lnTo>
                    <a:pt x="17721" y="1776"/>
                  </a:lnTo>
                  <a:lnTo>
                    <a:pt x="35442" y="0"/>
                  </a:lnTo>
                  <a:lnTo>
                    <a:pt x="35442" y="28276"/>
                  </a:lnTo>
                  <a:lnTo>
                    <a:pt x="17721" y="28276"/>
                  </a:lnTo>
                  <a:lnTo>
                    <a:pt x="0" y="28276"/>
                  </a:lnTo>
                  <a:close/>
                </a:path>
              </a:pathLst>
            </a:custGeom>
            <a:solidFill>
              <a:srgbClr val="E9D2C1">
                <a:alpha val="100000"/>
              </a:srgbClr>
            </a:solidFill>
            <a:ln w="4762" cap="rnd">
              <a:solidFill>
                <a:srgbClr val="E9D2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5"/>
            <p:cNvSpPr/>
            <p:nvPr/>
          </p:nvSpPr>
          <p:spPr>
            <a:xfrm>
              <a:off x="3295724" y="2630098"/>
              <a:ext cx="17721" cy="30128"/>
            </a:xfrm>
            <a:custGeom>
              <a:avLst/>
              <a:pathLst>
                <a:path w="17721" h="30128">
                  <a:moveTo>
                    <a:pt x="0" y="1851"/>
                  </a:moveTo>
                  <a:lnTo>
                    <a:pt x="17721" y="0"/>
                  </a:lnTo>
                  <a:lnTo>
                    <a:pt x="17721" y="30128"/>
                  </a:lnTo>
                  <a:lnTo>
                    <a:pt x="0" y="30128"/>
                  </a:lnTo>
                  <a:close/>
                </a:path>
              </a:pathLst>
            </a:custGeom>
            <a:solidFill>
              <a:srgbClr val="E8D2C0">
                <a:alpha val="100000"/>
              </a:srgbClr>
            </a:solidFill>
            <a:ln w="4762" cap="rnd">
              <a:solidFill>
                <a:srgbClr val="E8D2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6"/>
            <p:cNvSpPr/>
            <p:nvPr/>
          </p:nvSpPr>
          <p:spPr>
            <a:xfrm>
              <a:off x="3313445" y="2628176"/>
              <a:ext cx="17721" cy="32049"/>
            </a:xfrm>
            <a:custGeom>
              <a:avLst/>
              <a:pathLst>
                <a:path w="17721" h="32049">
                  <a:moveTo>
                    <a:pt x="0" y="1921"/>
                  </a:moveTo>
                  <a:lnTo>
                    <a:pt x="17721" y="0"/>
                  </a:lnTo>
                  <a:lnTo>
                    <a:pt x="17721" y="32049"/>
                  </a:lnTo>
                  <a:lnTo>
                    <a:pt x="0" y="32049"/>
                  </a:lnTo>
                  <a:close/>
                </a:path>
              </a:pathLst>
            </a:custGeom>
            <a:solidFill>
              <a:srgbClr val="E8D1C0">
                <a:alpha val="100000"/>
              </a:srgbClr>
            </a:solidFill>
            <a:ln w="4762" cap="rnd">
              <a:solidFill>
                <a:srgbClr val="E8D1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7"/>
            <p:cNvSpPr/>
            <p:nvPr/>
          </p:nvSpPr>
          <p:spPr>
            <a:xfrm>
              <a:off x="3331167" y="2626123"/>
              <a:ext cx="17721" cy="34102"/>
            </a:xfrm>
            <a:custGeom>
              <a:avLst/>
              <a:pathLst>
                <a:path w="17721" h="34102">
                  <a:moveTo>
                    <a:pt x="0" y="2053"/>
                  </a:moveTo>
                  <a:lnTo>
                    <a:pt x="17721" y="0"/>
                  </a:lnTo>
                  <a:lnTo>
                    <a:pt x="17721" y="34102"/>
                  </a:lnTo>
                  <a:lnTo>
                    <a:pt x="0" y="34102"/>
                  </a:lnTo>
                  <a:close/>
                </a:path>
              </a:pathLst>
            </a:custGeom>
            <a:solidFill>
              <a:srgbClr val="E8D1BF">
                <a:alpha val="100000"/>
              </a:srgbClr>
            </a:solidFill>
            <a:ln w="4762" cap="rnd">
              <a:solidFill>
                <a:srgbClr val="E8D1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8"/>
            <p:cNvSpPr/>
            <p:nvPr/>
          </p:nvSpPr>
          <p:spPr>
            <a:xfrm>
              <a:off x="3348888" y="2623986"/>
              <a:ext cx="17721" cy="36239"/>
            </a:xfrm>
            <a:custGeom>
              <a:avLst/>
              <a:pathLst>
                <a:path w="17721" h="36239">
                  <a:moveTo>
                    <a:pt x="0" y="2137"/>
                  </a:moveTo>
                  <a:lnTo>
                    <a:pt x="17721" y="0"/>
                  </a:lnTo>
                  <a:lnTo>
                    <a:pt x="17721" y="36239"/>
                  </a:lnTo>
                  <a:lnTo>
                    <a:pt x="0" y="36239"/>
                  </a:lnTo>
                  <a:close/>
                </a:path>
              </a:pathLst>
            </a:custGeom>
            <a:solidFill>
              <a:srgbClr val="E8D0BF">
                <a:alpha val="100000"/>
              </a:srgbClr>
            </a:solidFill>
            <a:ln w="4762" cap="rnd">
              <a:solidFill>
                <a:srgbClr val="E8D0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09"/>
            <p:cNvSpPr/>
            <p:nvPr/>
          </p:nvSpPr>
          <p:spPr>
            <a:xfrm>
              <a:off x="3366609" y="2619422"/>
              <a:ext cx="35442" cy="40803"/>
            </a:xfrm>
            <a:custGeom>
              <a:avLst/>
              <a:pathLst>
                <a:path w="35442" h="40803">
                  <a:moveTo>
                    <a:pt x="0" y="4563"/>
                  </a:moveTo>
                  <a:lnTo>
                    <a:pt x="17721" y="2350"/>
                  </a:lnTo>
                  <a:lnTo>
                    <a:pt x="35442" y="0"/>
                  </a:lnTo>
                  <a:lnTo>
                    <a:pt x="35442" y="40803"/>
                  </a:lnTo>
                  <a:lnTo>
                    <a:pt x="17721" y="40803"/>
                  </a:lnTo>
                  <a:lnTo>
                    <a:pt x="0" y="40803"/>
                  </a:lnTo>
                  <a:close/>
                </a:path>
              </a:pathLst>
            </a:custGeom>
            <a:solidFill>
              <a:srgbClr val="E8D0BE">
                <a:alpha val="100000"/>
              </a:srgbClr>
            </a:solidFill>
            <a:ln w="4762" cap="rnd">
              <a:solidFill>
                <a:srgbClr val="E8D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0"/>
            <p:cNvSpPr/>
            <p:nvPr/>
          </p:nvSpPr>
          <p:spPr>
            <a:xfrm>
              <a:off x="3402052" y="2616978"/>
              <a:ext cx="17721" cy="43247"/>
            </a:xfrm>
            <a:custGeom>
              <a:avLst/>
              <a:pathLst>
                <a:path w="17721" h="43247">
                  <a:moveTo>
                    <a:pt x="0" y="2443"/>
                  </a:moveTo>
                  <a:lnTo>
                    <a:pt x="17721" y="0"/>
                  </a:lnTo>
                  <a:lnTo>
                    <a:pt x="17721" y="43247"/>
                  </a:lnTo>
                  <a:lnTo>
                    <a:pt x="0" y="43247"/>
                  </a:lnTo>
                  <a:close/>
                </a:path>
              </a:pathLst>
            </a:custGeom>
            <a:solidFill>
              <a:srgbClr val="E7CFBE">
                <a:alpha val="100000"/>
              </a:srgbClr>
            </a:solidFill>
            <a:ln w="4762" cap="rnd">
              <a:solidFill>
                <a:srgbClr val="E7CF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1"/>
            <p:cNvSpPr/>
            <p:nvPr/>
          </p:nvSpPr>
          <p:spPr>
            <a:xfrm>
              <a:off x="3419773" y="2614454"/>
              <a:ext cx="17721" cy="45771"/>
            </a:xfrm>
            <a:custGeom>
              <a:avLst/>
              <a:pathLst>
                <a:path w="17721" h="45771">
                  <a:moveTo>
                    <a:pt x="0" y="2524"/>
                  </a:moveTo>
                  <a:lnTo>
                    <a:pt x="17721" y="0"/>
                  </a:lnTo>
                  <a:lnTo>
                    <a:pt x="17721" y="45771"/>
                  </a:lnTo>
                  <a:lnTo>
                    <a:pt x="0" y="45771"/>
                  </a:lnTo>
                  <a:close/>
                </a:path>
              </a:pathLst>
            </a:custGeom>
            <a:solidFill>
              <a:srgbClr val="E7CFBD">
                <a:alpha val="100000"/>
              </a:srgbClr>
            </a:solidFill>
            <a:ln w="4762" cap="rnd">
              <a:solidFill>
                <a:srgbClr val="E7CF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2"/>
            <p:cNvSpPr/>
            <p:nvPr/>
          </p:nvSpPr>
          <p:spPr>
            <a:xfrm>
              <a:off x="3437495" y="2611788"/>
              <a:ext cx="17721" cy="48437"/>
            </a:xfrm>
            <a:custGeom>
              <a:avLst/>
              <a:pathLst>
                <a:path w="17721" h="48437">
                  <a:moveTo>
                    <a:pt x="0" y="2666"/>
                  </a:moveTo>
                  <a:lnTo>
                    <a:pt x="17721" y="0"/>
                  </a:lnTo>
                  <a:lnTo>
                    <a:pt x="17721" y="48437"/>
                  </a:lnTo>
                  <a:lnTo>
                    <a:pt x="0" y="48437"/>
                  </a:lnTo>
                  <a:close/>
                </a:path>
              </a:pathLst>
            </a:custGeom>
            <a:solidFill>
              <a:srgbClr val="E7CEBD">
                <a:alpha val="100000"/>
              </a:srgbClr>
            </a:solidFill>
            <a:ln w="4762" cap="rnd">
              <a:solidFill>
                <a:srgbClr val="E7CE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3"/>
            <p:cNvSpPr/>
            <p:nvPr/>
          </p:nvSpPr>
          <p:spPr>
            <a:xfrm>
              <a:off x="3455216" y="2606169"/>
              <a:ext cx="35442" cy="54056"/>
            </a:xfrm>
            <a:custGeom>
              <a:avLst/>
              <a:pathLst>
                <a:path w="35442" h="54056">
                  <a:moveTo>
                    <a:pt x="0" y="5618"/>
                  </a:moveTo>
                  <a:lnTo>
                    <a:pt x="17721" y="2851"/>
                  </a:lnTo>
                  <a:lnTo>
                    <a:pt x="35442" y="0"/>
                  </a:lnTo>
                  <a:lnTo>
                    <a:pt x="35442" y="54056"/>
                  </a:lnTo>
                  <a:lnTo>
                    <a:pt x="17721" y="54056"/>
                  </a:lnTo>
                  <a:lnTo>
                    <a:pt x="0" y="54056"/>
                  </a:lnTo>
                  <a:close/>
                </a:path>
              </a:pathLst>
            </a:custGeom>
            <a:solidFill>
              <a:srgbClr val="E7CEBC">
                <a:alpha val="100000"/>
              </a:srgbClr>
            </a:solidFill>
            <a:ln w="4762" cap="rnd">
              <a:solidFill>
                <a:srgbClr val="E7CEB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4"/>
            <p:cNvSpPr/>
            <p:nvPr/>
          </p:nvSpPr>
          <p:spPr>
            <a:xfrm>
              <a:off x="3490659" y="2600071"/>
              <a:ext cx="35442" cy="60154"/>
            </a:xfrm>
            <a:custGeom>
              <a:avLst/>
              <a:pathLst>
                <a:path w="35442" h="60154">
                  <a:moveTo>
                    <a:pt x="0" y="6098"/>
                  </a:moveTo>
                  <a:lnTo>
                    <a:pt x="17721" y="3103"/>
                  </a:lnTo>
                  <a:lnTo>
                    <a:pt x="35442" y="0"/>
                  </a:lnTo>
                  <a:lnTo>
                    <a:pt x="35442" y="60154"/>
                  </a:lnTo>
                  <a:lnTo>
                    <a:pt x="17721" y="60154"/>
                  </a:lnTo>
                  <a:lnTo>
                    <a:pt x="0" y="60154"/>
                  </a:lnTo>
                  <a:close/>
                </a:path>
              </a:pathLst>
            </a:custGeom>
            <a:solidFill>
              <a:srgbClr val="E6CDBB">
                <a:alpha val="100000"/>
              </a:srgbClr>
            </a:solidFill>
            <a:ln w="4762" cap="rnd">
              <a:solidFill>
                <a:srgbClr val="E6CD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5"/>
            <p:cNvSpPr/>
            <p:nvPr/>
          </p:nvSpPr>
          <p:spPr>
            <a:xfrm>
              <a:off x="3526102" y="2596881"/>
              <a:ext cx="17721" cy="63344"/>
            </a:xfrm>
            <a:custGeom>
              <a:avLst/>
              <a:pathLst>
                <a:path w="17721" h="63344">
                  <a:moveTo>
                    <a:pt x="0" y="3189"/>
                  </a:moveTo>
                  <a:lnTo>
                    <a:pt x="17721" y="0"/>
                  </a:lnTo>
                  <a:lnTo>
                    <a:pt x="17721" y="63344"/>
                  </a:lnTo>
                  <a:lnTo>
                    <a:pt x="0" y="63344"/>
                  </a:lnTo>
                  <a:close/>
                </a:path>
              </a:pathLst>
            </a:custGeom>
            <a:solidFill>
              <a:srgbClr val="E6CCBB">
                <a:alpha val="100000"/>
              </a:srgbClr>
            </a:solidFill>
            <a:ln w="4762" cap="rnd">
              <a:solidFill>
                <a:srgbClr val="E6CC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6"/>
            <p:cNvSpPr/>
            <p:nvPr/>
          </p:nvSpPr>
          <p:spPr>
            <a:xfrm>
              <a:off x="3543823" y="2590102"/>
              <a:ext cx="35442" cy="70123"/>
            </a:xfrm>
            <a:custGeom>
              <a:avLst/>
              <a:pathLst>
                <a:path w="35442" h="70123">
                  <a:moveTo>
                    <a:pt x="0" y="6779"/>
                  </a:moveTo>
                  <a:lnTo>
                    <a:pt x="17721" y="3446"/>
                  </a:lnTo>
                  <a:lnTo>
                    <a:pt x="35442" y="0"/>
                  </a:lnTo>
                  <a:lnTo>
                    <a:pt x="35442" y="70123"/>
                  </a:lnTo>
                  <a:lnTo>
                    <a:pt x="17721" y="70123"/>
                  </a:lnTo>
                  <a:lnTo>
                    <a:pt x="0" y="70123"/>
                  </a:lnTo>
                  <a:close/>
                </a:path>
              </a:pathLst>
            </a:custGeom>
            <a:solidFill>
              <a:srgbClr val="E6CCBA">
                <a:alpha val="100000"/>
              </a:srgbClr>
            </a:solidFill>
            <a:ln w="4762" cap="rnd">
              <a:solidFill>
                <a:srgbClr val="E6CCB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7"/>
            <p:cNvSpPr/>
            <p:nvPr/>
          </p:nvSpPr>
          <p:spPr>
            <a:xfrm>
              <a:off x="3579266" y="2586569"/>
              <a:ext cx="17721" cy="73656"/>
            </a:xfrm>
            <a:custGeom>
              <a:avLst/>
              <a:pathLst>
                <a:path w="17721" h="73656">
                  <a:moveTo>
                    <a:pt x="0" y="3533"/>
                  </a:moveTo>
                  <a:lnTo>
                    <a:pt x="17721" y="0"/>
                  </a:lnTo>
                  <a:lnTo>
                    <a:pt x="17721" y="73656"/>
                  </a:lnTo>
                  <a:lnTo>
                    <a:pt x="0" y="73656"/>
                  </a:lnTo>
                  <a:close/>
                </a:path>
              </a:pathLst>
            </a:custGeom>
            <a:solidFill>
              <a:srgbClr val="E6CBB9">
                <a:alpha val="100000"/>
              </a:srgbClr>
            </a:solidFill>
            <a:ln w="4762" cap="rnd">
              <a:solidFill>
                <a:srgbClr val="E6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8"/>
            <p:cNvSpPr/>
            <p:nvPr/>
          </p:nvSpPr>
          <p:spPr>
            <a:xfrm>
              <a:off x="3596987" y="2582896"/>
              <a:ext cx="17721" cy="77329"/>
            </a:xfrm>
            <a:custGeom>
              <a:avLst/>
              <a:pathLst>
                <a:path w="17721" h="77329">
                  <a:moveTo>
                    <a:pt x="0" y="3672"/>
                  </a:moveTo>
                  <a:lnTo>
                    <a:pt x="17721" y="0"/>
                  </a:lnTo>
                  <a:lnTo>
                    <a:pt x="17721" y="77329"/>
                  </a:lnTo>
                  <a:lnTo>
                    <a:pt x="0" y="77329"/>
                  </a:lnTo>
                  <a:close/>
                </a:path>
              </a:pathLst>
            </a:custGeom>
            <a:solidFill>
              <a:srgbClr val="E5CBB9">
                <a:alpha val="100000"/>
              </a:srgbClr>
            </a:solidFill>
            <a:ln w="4762" cap="rnd">
              <a:solidFill>
                <a:srgbClr val="E5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19"/>
            <p:cNvSpPr/>
            <p:nvPr/>
          </p:nvSpPr>
          <p:spPr>
            <a:xfrm>
              <a:off x="3614708" y="2571224"/>
              <a:ext cx="53164" cy="89001"/>
            </a:xfrm>
            <a:custGeom>
              <a:avLst/>
              <a:pathLst>
                <a:path w="53164" h="89001">
                  <a:moveTo>
                    <a:pt x="0" y="11672"/>
                  </a:moveTo>
                  <a:lnTo>
                    <a:pt x="17721" y="7883"/>
                  </a:lnTo>
                  <a:lnTo>
                    <a:pt x="35442" y="4008"/>
                  </a:lnTo>
                  <a:lnTo>
                    <a:pt x="53164" y="0"/>
                  </a:lnTo>
                  <a:lnTo>
                    <a:pt x="53164" y="89001"/>
                  </a:lnTo>
                  <a:lnTo>
                    <a:pt x="35442" y="89001"/>
                  </a:lnTo>
                  <a:lnTo>
                    <a:pt x="17721" y="89001"/>
                  </a:lnTo>
                  <a:lnTo>
                    <a:pt x="0" y="89001"/>
                  </a:lnTo>
                  <a:close/>
                </a:path>
              </a:pathLst>
            </a:custGeom>
            <a:solidFill>
              <a:srgbClr val="E5CAB8">
                <a:alpha val="100000"/>
              </a:srgbClr>
            </a:solidFill>
            <a:ln w="4762" cap="rnd">
              <a:solidFill>
                <a:srgbClr val="E5CA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0"/>
            <p:cNvSpPr/>
            <p:nvPr/>
          </p:nvSpPr>
          <p:spPr>
            <a:xfrm>
              <a:off x="3667873" y="2567099"/>
              <a:ext cx="17721" cy="93126"/>
            </a:xfrm>
            <a:custGeom>
              <a:avLst/>
              <a:pathLst>
                <a:path w="17721" h="93126">
                  <a:moveTo>
                    <a:pt x="0" y="4124"/>
                  </a:moveTo>
                  <a:lnTo>
                    <a:pt x="17721" y="0"/>
                  </a:lnTo>
                  <a:lnTo>
                    <a:pt x="17721" y="93126"/>
                  </a:lnTo>
                  <a:lnTo>
                    <a:pt x="0" y="93126"/>
                  </a:lnTo>
                  <a:close/>
                </a:path>
              </a:pathLst>
            </a:custGeom>
            <a:solidFill>
              <a:srgbClr val="E5C9B7">
                <a:alpha val="100000"/>
              </a:srgbClr>
            </a:solidFill>
            <a:ln w="4762" cap="rnd">
              <a:solidFill>
                <a:srgbClr val="E5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1"/>
            <p:cNvSpPr/>
            <p:nvPr/>
          </p:nvSpPr>
          <p:spPr>
            <a:xfrm>
              <a:off x="3685594" y="2562893"/>
              <a:ext cx="17721" cy="97333"/>
            </a:xfrm>
            <a:custGeom>
              <a:avLst/>
              <a:pathLst>
                <a:path w="17721" h="97333">
                  <a:moveTo>
                    <a:pt x="0" y="4206"/>
                  </a:moveTo>
                  <a:lnTo>
                    <a:pt x="17721" y="0"/>
                  </a:lnTo>
                  <a:lnTo>
                    <a:pt x="17721" y="97333"/>
                  </a:lnTo>
                  <a:lnTo>
                    <a:pt x="0" y="97333"/>
                  </a:lnTo>
                  <a:close/>
                </a:path>
              </a:pathLst>
            </a:custGeom>
            <a:solidFill>
              <a:srgbClr val="E4C9B7">
                <a:alpha val="100000"/>
              </a:srgbClr>
            </a:solidFill>
            <a:ln w="4762" cap="rnd">
              <a:solidFill>
                <a:srgbClr val="E4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2"/>
            <p:cNvSpPr/>
            <p:nvPr/>
          </p:nvSpPr>
          <p:spPr>
            <a:xfrm>
              <a:off x="3703315" y="2554118"/>
              <a:ext cx="35442" cy="106107"/>
            </a:xfrm>
            <a:custGeom>
              <a:avLst/>
              <a:pathLst>
                <a:path w="35442" h="106107">
                  <a:moveTo>
                    <a:pt x="0" y="8774"/>
                  </a:moveTo>
                  <a:lnTo>
                    <a:pt x="17721" y="4443"/>
                  </a:lnTo>
                  <a:lnTo>
                    <a:pt x="35442" y="0"/>
                  </a:lnTo>
                  <a:lnTo>
                    <a:pt x="35442" y="106107"/>
                  </a:lnTo>
                  <a:lnTo>
                    <a:pt x="17721" y="106107"/>
                  </a:lnTo>
                  <a:lnTo>
                    <a:pt x="0" y="106107"/>
                  </a:lnTo>
                  <a:close/>
                </a:path>
              </a:pathLst>
            </a:custGeom>
            <a:solidFill>
              <a:srgbClr val="E4C8B6">
                <a:alpha val="100000"/>
              </a:srgbClr>
            </a:solidFill>
            <a:ln w="4762" cap="rnd">
              <a:solidFill>
                <a:srgbClr val="E4C8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3"/>
            <p:cNvSpPr/>
            <p:nvPr/>
          </p:nvSpPr>
          <p:spPr>
            <a:xfrm>
              <a:off x="3738758" y="2549597"/>
              <a:ext cx="17721" cy="110628"/>
            </a:xfrm>
            <a:custGeom>
              <a:avLst/>
              <a:pathLst>
                <a:path w="17721" h="110628">
                  <a:moveTo>
                    <a:pt x="0" y="4520"/>
                  </a:moveTo>
                  <a:lnTo>
                    <a:pt x="17721" y="0"/>
                  </a:lnTo>
                  <a:lnTo>
                    <a:pt x="17721" y="110628"/>
                  </a:lnTo>
                  <a:lnTo>
                    <a:pt x="0" y="110628"/>
                  </a:lnTo>
                  <a:close/>
                </a:path>
              </a:pathLst>
            </a:custGeom>
            <a:solidFill>
              <a:srgbClr val="E4C8B5">
                <a:alpha val="100000"/>
              </a:srgbClr>
            </a:solidFill>
            <a:ln w="4762" cap="rnd">
              <a:solidFill>
                <a:srgbClr val="E4C8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4"/>
            <p:cNvSpPr/>
            <p:nvPr/>
          </p:nvSpPr>
          <p:spPr>
            <a:xfrm>
              <a:off x="3756479" y="2544965"/>
              <a:ext cx="17721" cy="115260"/>
            </a:xfrm>
            <a:custGeom>
              <a:avLst/>
              <a:pathLst>
                <a:path w="17721" h="115260">
                  <a:moveTo>
                    <a:pt x="0" y="4632"/>
                  </a:moveTo>
                  <a:lnTo>
                    <a:pt x="17721" y="0"/>
                  </a:lnTo>
                  <a:lnTo>
                    <a:pt x="17721" y="115260"/>
                  </a:lnTo>
                  <a:lnTo>
                    <a:pt x="0" y="115260"/>
                  </a:lnTo>
                  <a:close/>
                </a:path>
              </a:pathLst>
            </a:custGeom>
            <a:solidFill>
              <a:srgbClr val="E4C7B5">
                <a:alpha val="100000"/>
              </a:srgbClr>
            </a:solidFill>
            <a:ln w="4762" cap="rnd">
              <a:solidFill>
                <a:srgbClr val="E4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5"/>
            <p:cNvSpPr/>
            <p:nvPr/>
          </p:nvSpPr>
          <p:spPr>
            <a:xfrm>
              <a:off x="3774201" y="2540226"/>
              <a:ext cx="17721" cy="119999"/>
            </a:xfrm>
            <a:custGeom>
              <a:avLst/>
              <a:pathLst>
                <a:path w="17721" h="119999">
                  <a:moveTo>
                    <a:pt x="0" y="4738"/>
                  </a:moveTo>
                  <a:lnTo>
                    <a:pt x="17721" y="0"/>
                  </a:lnTo>
                  <a:lnTo>
                    <a:pt x="17721" y="119999"/>
                  </a:lnTo>
                  <a:lnTo>
                    <a:pt x="0" y="119999"/>
                  </a:lnTo>
                  <a:close/>
                </a:path>
              </a:pathLst>
            </a:custGeom>
            <a:solidFill>
              <a:srgbClr val="E3C7B5">
                <a:alpha val="100000"/>
              </a:srgbClr>
            </a:solidFill>
            <a:ln w="4762" cap="rnd">
              <a:solidFill>
                <a:srgbClr val="E3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6"/>
            <p:cNvSpPr/>
            <p:nvPr/>
          </p:nvSpPr>
          <p:spPr>
            <a:xfrm>
              <a:off x="3791922" y="2530514"/>
              <a:ext cx="35442" cy="129711"/>
            </a:xfrm>
            <a:custGeom>
              <a:avLst/>
              <a:pathLst>
                <a:path w="35442" h="129711">
                  <a:moveTo>
                    <a:pt x="0" y="9712"/>
                  </a:moveTo>
                  <a:lnTo>
                    <a:pt x="17721" y="4904"/>
                  </a:lnTo>
                  <a:lnTo>
                    <a:pt x="35442" y="0"/>
                  </a:lnTo>
                  <a:lnTo>
                    <a:pt x="35442" y="129711"/>
                  </a:lnTo>
                  <a:lnTo>
                    <a:pt x="17721" y="129711"/>
                  </a:lnTo>
                  <a:lnTo>
                    <a:pt x="0" y="129711"/>
                  </a:lnTo>
                  <a:close/>
                </a:path>
              </a:pathLst>
            </a:custGeom>
            <a:solidFill>
              <a:srgbClr val="E3C6B4">
                <a:alpha val="100000"/>
              </a:srgbClr>
            </a:solidFill>
            <a:ln w="4762" cap="rnd">
              <a:solidFill>
                <a:srgbClr val="E3C6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7"/>
            <p:cNvSpPr/>
            <p:nvPr/>
          </p:nvSpPr>
          <p:spPr>
            <a:xfrm>
              <a:off x="3827365" y="2525514"/>
              <a:ext cx="17721" cy="134711"/>
            </a:xfrm>
            <a:custGeom>
              <a:avLst/>
              <a:pathLst>
                <a:path w="17721" h="134711">
                  <a:moveTo>
                    <a:pt x="0" y="4999"/>
                  </a:moveTo>
                  <a:lnTo>
                    <a:pt x="17721" y="0"/>
                  </a:lnTo>
                  <a:lnTo>
                    <a:pt x="17721" y="134711"/>
                  </a:lnTo>
                  <a:lnTo>
                    <a:pt x="0" y="134711"/>
                  </a:lnTo>
                  <a:close/>
                </a:path>
              </a:pathLst>
            </a:custGeom>
            <a:solidFill>
              <a:srgbClr val="E3C6B3">
                <a:alpha val="100000"/>
              </a:srgbClr>
            </a:solidFill>
            <a:ln w="4762" cap="rnd">
              <a:solidFill>
                <a:srgbClr val="E3C6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8"/>
            <p:cNvSpPr/>
            <p:nvPr/>
          </p:nvSpPr>
          <p:spPr>
            <a:xfrm>
              <a:off x="3845086" y="2520455"/>
              <a:ext cx="17721" cy="139770"/>
            </a:xfrm>
            <a:custGeom>
              <a:avLst/>
              <a:pathLst>
                <a:path w="17721" h="139770">
                  <a:moveTo>
                    <a:pt x="0" y="5058"/>
                  </a:moveTo>
                  <a:lnTo>
                    <a:pt x="17721" y="0"/>
                  </a:lnTo>
                  <a:lnTo>
                    <a:pt x="17721" y="139770"/>
                  </a:lnTo>
                  <a:lnTo>
                    <a:pt x="0" y="139770"/>
                  </a:lnTo>
                  <a:close/>
                </a:path>
              </a:pathLst>
            </a:custGeom>
            <a:solidFill>
              <a:srgbClr val="E3C5B3">
                <a:alpha val="100000"/>
              </a:srgbClr>
            </a:solidFill>
            <a:ln w="4762" cap="rnd">
              <a:solidFill>
                <a:srgbClr val="E3C5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29"/>
            <p:cNvSpPr/>
            <p:nvPr/>
          </p:nvSpPr>
          <p:spPr>
            <a:xfrm>
              <a:off x="3862808" y="2515317"/>
              <a:ext cx="17721" cy="144908"/>
            </a:xfrm>
            <a:custGeom>
              <a:avLst/>
              <a:pathLst>
                <a:path w="17721" h="144908">
                  <a:moveTo>
                    <a:pt x="0" y="5138"/>
                  </a:moveTo>
                  <a:lnTo>
                    <a:pt x="17721" y="0"/>
                  </a:lnTo>
                  <a:lnTo>
                    <a:pt x="17721" y="144908"/>
                  </a:lnTo>
                  <a:lnTo>
                    <a:pt x="0" y="144908"/>
                  </a:lnTo>
                  <a:close/>
                </a:path>
              </a:pathLst>
            </a:custGeom>
            <a:solidFill>
              <a:srgbClr val="E3C5B2">
                <a:alpha val="100000"/>
              </a:srgbClr>
            </a:solidFill>
            <a:ln w="4762" cap="rnd">
              <a:solidFill>
                <a:srgbClr val="E3C5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0"/>
            <p:cNvSpPr/>
            <p:nvPr/>
          </p:nvSpPr>
          <p:spPr>
            <a:xfrm>
              <a:off x="3880529" y="2504833"/>
              <a:ext cx="35442" cy="155392"/>
            </a:xfrm>
            <a:custGeom>
              <a:avLst/>
              <a:pathLst>
                <a:path w="35442" h="155392">
                  <a:moveTo>
                    <a:pt x="0" y="10484"/>
                  </a:moveTo>
                  <a:lnTo>
                    <a:pt x="17721" y="5265"/>
                  </a:lnTo>
                  <a:lnTo>
                    <a:pt x="35442" y="0"/>
                  </a:lnTo>
                  <a:lnTo>
                    <a:pt x="35442" y="155392"/>
                  </a:lnTo>
                  <a:lnTo>
                    <a:pt x="17721" y="155392"/>
                  </a:lnTo>
                  <a:lnTo>
                    <a:pt x="0" y="155392"/>
                  </a:lnTo>
                  <a:close/>
                </a:path>
              </a:pathLst>
            </a:custGeom>
            <a:solidFill>
              <a:srgbClr val="E2C4B2">
                <a:alpha val="100000"/>
              </a:srgbClr>
            </a:solidFill>
            <a:ln w="4762" cap="rnd">
              <a:solidFill>
                <a:srgbClr val="E2C4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1"/>
            <p:cNvSpPr/>
            <p:nvPr/>
          </p:nvSpPr>
          <p:spPr>
            <a:xfrm>
              <a:off x="3915972" y="2499507"/>
              <a:ext cx="17721" cy="160718"/>
            </a:xfrm>
            <a:custGeom>
              <a:avLst/>
              <a:pathLst>
                <a:path w="17721" h="160718">
                  <a:moveTo>
                    <a:pt x="0" y="5325"/>
                  </a:moveTo>
                  <a:lnTo>
                    <a:pt x="17721" y="0"/>
                  </a:lnTo>
                  <a:lnTo>
                    <a:pt x="17721" y="160718"/>
                  </a:lnTo>
                  <a:lnTo>
                    <a:pt x="0" y="160718"/>
                  </a:lnTo>
                  <a:close/>
                </a:path>
              </a:pathLst>
            </a:custGeom>
            <a:solidFill>
              <a:srgbClr val="E2C4B1">
                <a:alpha val="100000"/>
              </a:srgbClr>
            </a:solidFill>
            <a:ln w="4762" cap="rnd">
              <a:solidFill>
                <a:srgbClr val="E2C4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2"/>
            <p:cNvSpPr/>
            <p:nvPr/>
          </p:nvSpPr>
          <p:spPr>
            <a:xfrm>
              <a:off x="3933693" y="2494120"/>
              <a:ext cx="17721" cy="166105"/>
            </a:xfrm>
            <a:custGeom>
              <a:avLst/>
              <a:pathLst>
                <a:path w="17721" h="166105">
                  <a:moveTo>
                    <a:pt x="0" y="5386"/>
                  </a:moveTo>
                  <a:lnTo>
                    <a:pt x="17721" y="0"/>
                  </a:lnTo>
                  <a:lnTo>
                    <a:pt x="17721" y="166105"/>
                  </a:lnTo>
                  <a:lnTo>
                    <a:pt x="0" y="166105"/>
                  </a:lnTo>
                  <a:close/>
                </a:path>
              </a:pathLst>
            </a:custGeom>
            <a:solidFill>
              <a:srgbClr val="E2C3B1">
                <a:alpha val="100000"/>
              </a:srgbClr>
            </a:solidFill>
            <a:ln w="4762" cap="rnd">
              <a:solidFill>
                <a:srgbClr val="E2C3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3"/>
            <p:cNvSpPr/>
            <p:nvPr/>
          </p:nvSpPr>
          <p:spPr>
            <a:xfrm>
              <a:off x="3951414" y="2488700"/>
              <a:ext cx="17721" cy="171525"/>
            </a:xfrm>
            <a:custGeom>
              <a:avLst/>
              <a:pathLst>
                <a:path w="17721" h="171525">
                  <a:moveTo>
                    <a:pt x="0" y="5419"/>
                  </a:moveTo>
                  <a:lnTo>
                    <a:pt x="17721" y="0"/>
                  </a:lnTo>
                  <a:lnTo>
                    <a:pt x="17721" y="171525"/>
                  </a:lnTo>
                  <a:lnTo>
                    <a:pt x="0" y="171525"/>
                  </a:lnTo>
                  <a:close/>
                </a:path>
              </a:pathLst>
            </a:custGeom>
            <a:solidFill>
              <a:srgbClr val="E2C3B0">
                <a:alpha val="100000"/>
              </a:srgbClr>
            </a:solidFill>
            <a:ln w="4762" cap="rnd">
              <a:solidFill>
                <a:srgbClr val="E2C3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4"/>
            <p:cNvSpPr/>
            <p:nvPr/>
          </p:nvSpPr>
          <p:spPr>
            <a:xfrm>
              <a:off x="3969136" y="2483241"/>
              <a:ext cx="17721" cy="176985"/>
            </a:xfrm>
            <a:custGeom>
              <a:avLst/>
              <a:pathLst>
                <a:path w="17721" h="176985">
                  <a:moveTo>
                    <a:pt x="0" y="5459"/>
                  </a:moveTo>
                  <a:lnTo>
                    <a:pt x="17721" y="0"/>
                  </a:lnTo>
                  <a:lnTo>
                    <a:pt x="17721" y="176985"/>
                  </a:lnTo>
                  <a:lnTo>
                    <a:pt x="0" y="176985"/>
                  </a:lnTo>
                  <a:close/>
                </a:path>
              </a:pathLst>
            </a:custGeom>
            <a:solidFill>
              <a:srgbClr val="E1C2B0">
                <a:alpha val="100000"/>
              </a:srgbClr>
            </a:solidFill>
            <a:ln w="4762" cap="rnd">
              <a:solidFill>
                <a:srgbClr val="E1C2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5"/>
            <p:cNvSpPr/>
            <p:nvPr/>
          </p:nvSpPr>
          <p:spPr>
            <a:xfrm>
              <a:off x="3986857" y="2477743"/>
              <a:ext cx="17721" cy="182482"/>
            </a:xfrm>
            <a:custGeom>
              <a:avLst/>
              <a:pathLst>
                <a:path w="17721" h="182482">
                  <a:moveTo>
                    <a:pt x="0" y="5497"/>
                  </a:moveTo>
                  <a:lnTo>
                    <a:pt x="17721" y="0"/>
                  </a:lnTo>
                  <a:lnTo>
                    <a:pt x="17721" y="182482"/>
                  </a:lnTo>
                  <a:lnTo>
                    <a:pt x="0" y="182482"/>
                  </a:lnTo>
                  <a:close/>
                </a:path>
              </a:pathLst>
            </a:custGeom>
            <a:solidFill>
              <a:srgbClr val="E1C2AF">
                <a:alpha val="100000"/>
              </a:srgbClr>
            </a:solidFill>
            <a:ln w="4762" cap="rnd">
              <a:solidFill>
                <a:srgbClr val="E1C2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6"/>
            <p:cNvSpPr/>
            <p:nvPr/>
          </p:nvSpPr>
          <p:spPr>
            <a:xfrm>
              <a:off x="4004579" y="2466695"/>
              <a:ext cx="35442" cy="193530"/>
            </a:xfrm>
            <a:custGeom>
              <a:avLst/>
              <a:pathLst>
                <a:path w="35442" h="193530">
                  <a:moveTo>
                    <a:pt x="0" y="11048"/>
                  </a:moveTo>
                  <a:lnTo>
                    <a:pt x="17721" y="5533"/>
                  </a:lnTo>
                  <a:lnTo>
                    <a:pt x="35442" y="0"/>
                  </a:lnTo>
                  <a:lnTo>
                    <a:pt x="35442" y="193530"/>
                  </a:lnTo>
                  <a:lnTo>
                    <a:pt x="17721" y="193530"/>
                  </a:lnTo>
                  <a:lnTo>
                    <a:pt x="0" y="193530"/>
                  </a:lnTo>
                  <a:close/>
                </a:path>
              </a:pathLst>
            </a:custGeom>
            <a:solidFill>
              <a:srgbClr val="E1C1AF">
                <a:alpha val="100000"/>
              </a:srgbClr>
            </a:solidFill>
            <a:ln w="4762" cap="rnd">
              <a:solidFill>
                <a:srgbClr val="E1C1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7"/>
            <p:cNvSpPr/>
            <p:nvPr/>
          </p:nvSpPr>
          <p:spPr>
            <a:xfrm>
              <a:off x="4040021" y="2461150"/>
              <a:ext cx="17721" cy="199075"/>
            </a:xfrm>
            <a:custGeom>
              <a:avLst/>
              <a:pathLst>
                <a:path w="17721" h="199075">
                  <a:moveTo>
                    <a:pt x="0" y="5544"/>
                  </a:moveTo>
                  <a:lnTo>
                    <a:pt x="17721" y="0"/>
                  </a:lnTo>
                  <a:lnTo>
                    <a:pt x="17721" y="199075"/>
                  </a:lnTo>
                  <a:lnTo>
                    <a:pt x="0" y="199075"/>
                  </a:lnTo>
                  <a:close/>
                </a:path>
              </a:pathLst>
            </a:custGeom>
            <a:solidFill>
              <a:srgbClr val="E1C1AE">
                <a:alpha val="100000"/>
              </a:srgbClr>
            </a:solidFill>
            <a:ln w="4762" cap="rnd">
              <a:solidFill>
                <a:srgbClr val="E1C1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8"/>
            <p:cNvSpPr/>
            <p:nvPr/>
          </p:nvSpPr>
          <p:spPr>
            <a:xfrm>
              <a:off x="4057743" y="2455605"/>
              <a:ext cx="17721" cy="204620"/>
            </a:xfrm>
            <a:custGeom>
              <a:avLst/>
              <a:pathLst>
                <a:path w="17721" h="204620">
                  <a:moveTo>
                    <a:pt x="0" y="5544"/>
                  </a:moveTo>
                  <a:lnTo>
                    <a:pt x="17721" y="0"/>
                  </a:lnTo>
                  <a:lnTo>
                    <a:pt x="17721" y="204620"/>
                  </a:lnTo>
                  <a:lnTo>
                    <a:pt x="0" y="204620"/>
                  </a:lnTo>
                  <a:close/>
                </a:path>
              </a:pathLst>
            </a:custGeom>
            <a:solidFill>
              <a:srgbClr val="E0C0AE">
                <a:alpha val="100000"/>
              </a:srgbClr>
            </a:solidFill>
            <a:ln w="4762" cap="rnd">
              <a:solidFill>
                <a:srgbClr val="E0C0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39"/>
            <p:cNvSpPr/>
            <p:nvPr/>
          </p:nvSpPr>
          <p:spPr>
            <a:xfrm>
              <a:off x="4075464" y="2450063"/>
              <a:ext cx="17721" cy="210162"/>
            </a:xfrm>
            <a:custGeom>
              <a:avLst/>
              <a:pathLst>
                <a:path w="17721" h="210162">
                  <a:moveTo>
                    <a:pt x="0" y="5542"/>
                  </a:moveTo>
                  <a:lnTo>
                    <a:pt x="17721" y="0"/>
                  </a:lnTo>
                  <a:lnTo>
                    <a:pt x="17721" y="210162"/>
                  </a:lnTo>
                  <a:lnTo>
                    <a:pt x="0" y="210162"/>
                  </a:lnTo>
                  <a:close/>
                </a:path>
              </a:pathLst>
            </a:custGeom>
            <a:solidFill>
              <a:srgbClr val="E0C0AD">
                <a:alpha val="100000"/>
              </a:srgbClr>
            </a:solidFill>
            <a:ln w="4762" cap="rnd">
              <a:solidFill>
                <a:srgbClr val="E0C0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0"/>
            <p:cNvSpPr/>
            <p:nvPr/>
          </p:nvSpPr>
          <p:spPr>
            <a:xfrm>
              <a:off x="4093185" y="2444540"/>
              <a:ext cx="17721" cy="215685"/>
            </a:xfrm>
            <a:custGeom>
              <a:avLst/>
              <a:pathLst>
                <a:path w="17721" h="215685">
                  <a:moveTo>
                    <a:pt x="0" y="5523"/>
                  </a:moveTo>
                  <a:lnTo>
                    <a:pt x="17721" y="0"/>
                  </a:lnTo>
                  <a:lnTo>
                    <a:pt x="17721" y="215685"/>
                  </a:lnTo>
                  <a:lnTo>
                    <a:pt x="0" y="215685"/>
                  </a:lnTo>
                  <a:close/>
                </a:path>
              </a:pathLst>
            </a:custGeom>
            <a:solidFill>
              <a:srgbClr val="E0BFAD">
                <a:alpha val="100000"/>
              </a:srgbClr>
            </a:solidFill>
            <a:ln w="4762" cap="rnd">
              <a:solidFill>
                <a:srgbClr val="E0BF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1"/>
            <p:cNvSpPr/>
            <p:nvPr/>
          </p:nvSpPr>
          <p:spPr>
            <a:xfrm>
              <a:off x="4110907" y="2433551"/>
              <a:ext cx="35442" cy="226674"/>
            </a:xfrm>
            <a:custGeom>
              <a:avLst/>
              <a:pathLst>
                <a:path w="35442" h="226674">
                  <a:moveTo>
                    <a:pt x="0" y="10988"/>
                  </a:moveTo>
                  <a:lnTo>
                    <a:pt x="17721" y="5482"/>
                  </a:lnTo>
                  <a:lnTo>
                    <a:pt x="35442" y="0"/>
                  </a:lnTo>
                  <a:lnTo>
                    <a:pt x="35442" y="226674"/>
                  </a:lnTo>
                  <a:lnTo>
                    <a:pt x="17721" y="226674"/>
                  </a:lnTo>
                  <a:lnTo>
                    <a:pt x="0" y="226674"/>
                  </a:lnTo>
                  <a:close/>
                </a:path>
              </a:pathLst>
            </a:custGeom>
            <a:solidFill>
              <a:srgbClr val="E0BFAC">
                <a:alpha val="100000"/>
              </a:srgbClr>
            </a:solidFill>
            <a:ln w="4762" cap="rnd">
              <a:solidFill>
                <a:srgbClr val="E0BF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2"/>
            <p:cNvSpPr/>
            <p:nvPr/>
          </p:nvSpPr>
          <p:spPr>
            <a:xfrm>
              <a:off x="4146349" y="2428119"/>
              <a:ext cx="17721" cy="232106"/>
            </a:xfrm>
            <a:custGeom>
              <a:avLst/>
              <a:pathLst>
                <a:path w="17721" h="232106">
                  <a:moveTo>
                    <a:pt x="0" y="5432"/>
                  </a:moveTo>
                  <a:lnTo>
                    <a:pt x="17721" y="0"/>
                  </a:lnTo>
                  <a:lnTo>
                    <a:pt x="17721" y="232106"/>
                  </a:lnTo>
                  <a:lnTo>
                    <a:pt x="0" y="232106"/>
                  </a:lnTo>
                  <a:close/>
                </a:path>
              </a:pathLst>
            </a:custGeom>
            <a:solidFill>
              <a:srgbClr val="DFBEAC">
                <a:alpha val="100000"/>
              </a:srgbClr>
            </a:solidFill>
            <a:ln w="4762" cap="rnd">
              <a:solidFill>
                <a:srgbClr val="DFBE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3"/>
            <p:cNvSpPr/>
            <p:nvPr/>
          </p:nvSpPr>
          <p:spPr>
            <a:xfrm>
              <a:off x="4164071" y="2422723"/>
              <a:ext cx="17721" cy="237503"/>
            </a:xfrm>
            <a:custGeom>
              <a:avLst/>
              <a:pathLst>
                <a:path w="17721" h="237503">
                  <a:moveTo>
                    <a:pt x="0" y="5396"/>
                  </a:moveTo>
                  <a:lnTo>
                    <a:pt x="17721" y="0"/>
                  </a:lnTo>
                  <a:lnTo>
                    <a:pt x="17721" y="237503"/>
                  </a:lnTo>
                  <a:lnTo>
                    <a:pt x="0" y="237503"/>
                  </a:lnTo>
                  <a:close/>
                </a:path>
              </a:pathLst>
            </a:custGeom>
            <a:solidFill>
              <a:srgbClr val="DFBEAB">
                <a:alpha val="100000"/>
              </a:srgbClr>
            </a:solidFill>
            <a:ln w="4762" cap="rnd">
              <a:solidFill>
                <a:srgbClr val="DFBE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4"/>
            <p:cNvSpPr/>
            <p:nvPr/>
          </p:nvSpPr>
          <p:spPr>
            <a:xfrm>
              <a:off x="4181792" y="2417369"/>
              <a:ext cx="17721" cy="242857"/>
            </a:xfrm>
            <a:custGeom>
              <a:avLst/>
              <a:pathLst>
                <a:path w="17721" h="242857">
                  <a:moveTo>
                    <a:pt x="0" y="5353"/>
                  </a:moveTo>
                  <a:lnTo>
                    <a:pt x="17721" y="0"/>
                  </a:lnTo>
                  <a:lnTo>
                    <a:pt x="17721" y="242857"/>
                  </a:lnTo>
                  <a:lnTo>
                    <a:pt x="0" y="242857"/>
                  </a:lnTo>
                  <a:close/>
                </a:path>
              </a:pathLst>
            </a:custGeom>
            <a:solidFill>
              <a:srgbClr val="DFBDAB">
                <a:alpha val="100000"/>
              </a:srgbClr>
            </a:solidFill>
            <a:ln w="4762" cap="rnd">
              <a:solidFill>
                <a:srgbClr val="DFBD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5"/>
            <p:cNvSpPr/>
            <p:nvPr/>
          </p:nvSpPr>
          <p:spPr>
            <a:xfrm>
              <a:off x="4199514" y="2406883"/>
              <a:ext cx="35442" cy="253342"/>
            </a:xfrm>
            <a:custGeom>
              <a:avLst/>
              <a:pathLst>
                <a:path w="35442" h="253342">
                  <a:moveTo>
                    <a:pt x="0" y="10485"/>
                  </a:moveTo>
                  <a:lnTo>
                    <a:pt x="17721" y="5216"/>
                  </a:lnTo>
                  <a:lnTo>
                    <a:pt x="35442" y="0"/>
                  </a:lnTo>
                  <a:lnTo>
                    <a:pt x="35442" y="253342"/>
                  </a:lnTo>
                  <a:lnTo>
                    <a:pt x="17721" y="253342"/>
                  </a:lnTo>
                  <a:lnTo>
                    <a:pt x="0" y="253342"/>
                  </a:lnTo>
                  <a:close/>
                </a:path>
              </a:pathLst>
            </a:custGeom>
            <a:solidFill>
              <a:srgbClr val="DFBDAA">
                <a:alpha val="100000"/>
              </a:srgbClr>
            </a:solidFill>
            <a:ln w="4762" cap="rnd">
              <a:solidFill>
                <a:srgbClr val="DFBD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6"/>
            <p:cNvSpPr/>
            <p:nvPr/>
          </p:nvSpPr>
          <p:spPr>
            <a:xfrm>
              <a:off x="4234956" y="2401726"/>
              <a:ext cx="17721" cy="258499"/>
            </a:xfrm>
            <a:custGeom>
              <a:avLst/>
              <a:pathLst>
                <a:path w="17721" h="258499">
                  <a:moveTo>
                    <a:pt x="0" y="5156"/>
                  </a:moveTo>
                  <a:lnTo>
                    <a:pt x="17721" y="0"/>
                  </a:lnTo>
                  <a:lnTo>
                    <a:pt x="17721" y="258499"/>
                  </a:lnTo>
                  <a:lnTo>
                    <a:pt x="0" y="258499"/>
                  </a:lnTo>
                  <a:close/>
                </a:path>
              </a:pathLst>
            </a:custGeom>
            <a:solidFill>
              <a:srgbClr val="DFBCA9">
                <a:alpha val="100000"/>
              </a:srgbClr>
            </a:solidFill>
            <a:ln w="4762" cap="rnd">
              <a:solidFill>
                <a:srgbClr val="DF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7"/>
            <p:cNvSpPr/>
            <p:nvPr/>
          </p:nvSpPr>
          <p:spPr>
            <a:xfrm>
              <a:off x="4252678" y="2396688"/>
              <a:ext cx="17721" cy="263537"/>
            </a:xfrm>
            <a:custGeom>
              <a:avLst/>
              <a:pathLst>
                <a:path w="17721" h="263537">
                  <a:moveTo>
                    <a:pt x="0" y="5038"/>
                  </a:moveTo>
                  <a:lnTo>
                    <a:pt x="17721" y="0"/>
                  </a:lnTo>
                  <a:lnTo>
                    <a:pt x="17721" y="263537"/>
                  </a:lnTo>
                  <a:lnTo>
                    <a:pt x="0" y="263537"/>
                  </a:lnTo>
                  <a:close/>
                </a:path>
              </a:pathLst>
            </a:custGeom>
            <a:solidFill>
              <a:srgbClr val="DEBCA9">
                <a:alpha val="100000"/>
              </a:srgbClr>
            </a:solidFill>
            <a:ln w="4762" cap="rnd">
              <a:solidFill>
                <a:srgbClr val="DE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8"/>
            <p:cNvSpPr/>
            <p:nvPr/>
          </p:nvSpPr>
          <p:spPr>
            <a:xfrm>
              <a:off x="4270399" y="2391720"/>
              <a:ext cx="17721" cy="268505"/>
            </a:xfrm>
            <a:custGeom>
              <a:avLst/>
              <a:pathLst>
                <a:path w="17721" h="268505">
                  <a:moveTo>
                    <a:pt x="0" y="4967"/>
                  </a:moveTo>
                  <a:lnTo>
                    <a:pt x="17721" y="0"/>
                  </a:lnTo>
                  <a:lnTo>
                    <a:pt x="17721" y="268505"/>
                  </a:lnTo>
                  <a:lnTo>
                    <a:pt x="0" y="268505"/>
                  </a:lnTo>
                  <a:close/>
                </a:path>
              </a:pathLst>
            </a:custGeom>
            <a:solidFill>
              <a:srgbClr val="DEBBA9">
                <a:alpha val="100000"/>
              </a:srgbClr>
            </a:solidFill>
            <a:ln w="4762" cap="rnd">
              <a:solidFill>
                <a:srgbClr val="DEBB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49"/>
            <p:cNvSpPr/>
            <p:nvPr/>
          </p:nvSpPr>
          <p:spPr>
            <a:xfrm>
              <a:off x="4288120" y="2382084"/>
              <a:ext cx="35442" cy="278141"/>
            </a:xfrm>
            <a:custGeom>
              <a:avLst/>
              <a:pathLst>
                <a:path w="35442" h="278141">
                  <a:moveTo>
                    <a:pt x="0" y="9635"/>
                  </a:moveTo>
                  <a:lnTo>
                    <a:pt x="17721" y="4742"/>
                  </a:lnTo>
                  <a:lnTo>
                    <a:pt x="35442" y="0"/>
                  </a:lnTo>
                  <a:lnTo>
                    <a:pt x="35442" y="278141"/>
                  </a:lnTo>
                  <a:lnTo>
                    <a:pt x="17721" y="278141"/>
                  </a:lnTo>
                  <a:lnTo>
                    <a:pt x="0" y="278141"/>
                  </a:lnTo>
                  <a:close/>
                </a:path>
              </a:pathLst>
            </a:custGeom>
            <a:solidFill>
              <a:srgbClr val="DEBBA8">
                <a:alpha val="100000"/>
              </a:srgbClr>
            </a:solidFill>
            <a:ln w="4762" cap="rnd">
              <a:solidFill>
                <a:srgbClr val="DEBBA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0"/>
            <p:cNvSpPr/>
            <p:nvPr/>
          </p:nvSpPr>
          <p:spPr>
            <a:xfrm>
              <a:off x="4323563" y="2377428"/>
              <a:ext cx="17721" cy="282797"/>
            </a:xfrm>
            <a:custGeom>
              <a:avLst/>
              <a:pathLst>
                <a:path w="17721" h="282797">
                  <a:moveTo>
                    <a:pt x="0" y="4656"/>
                  </a:moveTo>
                  <a:lnTo>
                    <a:pt x="17721" y="0"/>
                  </a:lnTo>
                  <a:lnTo>
                    <a:pt x="17721" y="282797"/>
                  </a:lnTo>
                  <a:lnTo>
                    <a:pt x="0" y="282797"/>
                  </a:lnTo>
                  <a:close/>
                </a:path>
              </a:pathLst>
            </a:custGeom>
            <a:solidFill>
              <a:srgbClr val="DEBAA7">
                <a:alpha val="100000"/>
              </a:srgbClr>
            </a:solidFill>
            <a:ln w="4762" cap="rnd">
              <a:solidFill>
                <a:srgbClr val="DE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1"/>
            <p:cNvSpPr/>
            <p:nvPr/>
          </p:nvSpPr>
          <p:spPr>
            <a:xfrm>
              <a:off x="4341285" y="2372859"/>
              <a:ext cx="17721" cy="287367"/>
            </a:xfrm>
            <a:custGeom>
              <a:avLst/>
              <a:pathLst>
                <a:path w="17721" h="287367">
                  <a:moveTo>
                    <a:pt x="0" y="4569"/>
                  </a:moveTo>
                  <a:lnTo>
                    <a:pt x="17721" y="0"/>
                  </a:lnTo>
                  <a:lnTo>
                    <a:pt x="17721" y="287367"/>
                  </a:lnTo>
                  <a:lnTo>
                    <a:pt x="0" y="287367"/>
                  </a:lnTo>
                  <a:close/>
                </a:path>
              </a:pathLst>
            </a:custGeom>
            <a:solidFill>
              <a:srgbClr val="DDBAA7">
                <a:alpha val="100000"/>
              </a:srgbClr>
            </a:solidFill>
            <a:ln w="4762" cap="rnd">
              <a:solidFill>
                <a:srgbClr val="DD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2"/>
            <p:cNvSpPr/>
            <p:nvPr/>
          </p:nvSpPr>
          <p:spPr>
            <a:xfrm>
              <a:off x="4359006" y="2368471"/>
              <a:ext cx="17721" cy="291754"/>
            </a:xfrm>
            <a:custGeom>
              <a:avLst/>
              <a:pathLst>
                <a:path w="17721" h="291754">
                  <a:moveTo>
                    <a:pt x="0" y="4387"/>
                  </a:moveTo>
                  <a:lnTo>
                    <a:pt x="17721" y="0"/>
                  </a:lnTo>
                  <a:lnTo>
                    <a:pt x="17721" y="291754"/>
                  </a:lnTo>
                  <a:lnTo>
                    <a:pt x="0" y="291754"/>
                  </a:lnTo>
                  <a:close/>
                </a:path>
              </a:pathLst>
            </a:custGeom>
            <a:solidFill>
              <a:srgbClr val="DDB9A7">
                <a:alpha val="100000"/>
              </a:srgbClr>
            </a:solidFill>
            <a:ln w="4762" cap="rnd">
              <a:solidFill>
                <a:srgbClr val="DDB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3"/>
            <p:cNvSpPr/>
            <p:nvPr/>
          </p:nvSpPr>
          <p:spPr>
            <a:xfrm>
              <a:off x="4376727" y="2359996"/>
              <a:ext cx="35442" cy="300229"/>
            </a:xfrm>
            <a:custGeom>
              <a:avLst/>
              <a:pathLst>
                <a:path w="35442" h="300229">
                  <a:moveTo>
                    <a:pt x="0" y="8475"/>
                  </a:moveTo>
                  <a:lnTo>
                    <a:pt x="17721" y="4187"/>
                  </a:lnTo>
                  <a:lnTo>
                    <a:pt x="35442" y="0"/>
                  </a:lnTo>
                  <a:lnTo>
                    <a:pt x="35442" y="300229"/>
                  </a:lnTo>
                  <a:lnTo>
                    <a:pt x="17721" y="300229"/>
                  </a:lnTo>
                  <a:lnTo>
                    <a:pt x="0" y="300229"/>
                  </a:lnTo>
                  <a:close/>
                </a:path>
              </a:pathLst>
            </a:custGeom>
            <a:solidFill>
              <a:srgbClr val="DDB9A6">
                <a:alpha val="100000"/>
              </a:srgbClr>
            </a:solidFill>
            <a:ln w="4762" cap="rnd">
              <a:solidFill>
                <a:srgbClr val="DDB9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4"/>
            <p:cNvSpPr/>
            <p:nvPr/>
          </p:nvSpPr>
          <p:spPr>
            <a:xfrm>
              <a:off x="4412170" y="2356011"/>
              <a:ext cx="17721" cy="304215"/>
            </a:xfrm>
            <a:custGeom>
              <a:avLst/>
              <a:pathLst>
                <a:path w="17721" h="304215">
                  <a:moveTo>
                    <a:pt x="0" y="3985"/>
                  </a:moveTo>
                  <a:lnTo>
                    <a:pt x="17721" y="0"/>
                  </a:lnTo>
                  <a:lnTo>
                    <a:pt x="17721" y="304215"/>
                  </a:lnTo>
                  <a:lnTo>
                    <a:pt x="0" y="304215"/>
                  </a:lnTo>
                  <a:close/>
                </a:path>
              </a:pathLst>
            </a:custGeom>
            <a:solidFill>
              <a:srgbClr val="DDB8A5">
                <a:alpha val="100000"/>
              </a:srgbClr>
            </a:solidFill>
            <a:ln w="4762" cap="rnd">
              <a:solidFill>
                <a:srgbClr val="DD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5"/>
            <p:cNvSpPr/>
            <p:nvPr/>
          </p:nvSpPr>
          <p:spPr>
            <a:xfrm>
              <a:off x="4429891" y="2352140"/>
              <a:ext cx="17721" cy="308085"/>
            </a:xfrm>
            <a:custGeom>
              <a:avLst/>
              <a:pathLst>
                <a:path w="17721" h="308085">
                  <a:moveTo>
                    <a:pt x="0" y="3870"/>
                  </a:moveTo>
                  <a:lnTo>
                    <a:pt x="17721" y="0"/>
                  </a:lnTo>
                  <a:lnTo>
                    <a:pt x="17721" y="308085"/>
                  </a:lnTo>
                  <a:lnTo>
                    <a:pt x="0" y="308085"/>
                  </a:lnTo>
                  <a:close/>
                </a:path>
              </a:pathLst>
            </a:custGeom>
            <a:solidFill>
              <a:srgbClr val="DCB8A5">
                <a:alpha val="100000"/>
              </a:srgbClr>
            </a:solidFill>
            <a:ln w="4762" cap="rnd">
              <a:solidFill>
                <a:srgbClr val="DC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6"/>
            <p:cNvSpPr/>
            <p:nvPr/>
          </p:nvSpPr>
          <p:spPr>
            <a:xfrm>
              <a:off x="4447613" y="2341420"/>
              <a:ext cx="53164" cy="318805"/>
            </a:xfrm>
            <a:custGeom>
              <a:avLst/>
              <a:pathLst>
                <a:path w="53164" h="318805">
                  <a:moveTo>
                    <a:pt x="0" y="10719"/>
                  </a:moveTo>
                  <a:lnTo>
                    <a:pt x="17721" y="6960"/>
                  </a:lnTo>
                  <a:lnTo>
                    <a:pt x="35442" y="3415"/>
                  </a:lnTo>
                  <a:lnTo>
                    <a:pt x="53164" y="0"/>
                  </a:lnTo>
                  <a:lnTo>
                    <a:pt x="53164" y="318805"/>
                  </a:lnTo>
                  <a:lnTo>
                    <a:pt x="35442" y="318805"/>
                  </a:lnTo>
                  <a:lnTo>
                    <a:pt x="17721" y="318805"/>
                  </a:lnTo>
                  <a:lnTo>
                    <a:pt x="0" y="318805"/>
                  </a:lnTo>
                  <a:close/>
                </a:path>
              </a:pathLst>
            </a:custGeom>
            <a:solidFill>
              <a:srgbClr val="DCB7A4">
                <a:alpha val="100000"/>
              </a:srgbClr>
            </a:solidFill>
            <a:ln w="4762" cap="rnd">
              <a:solidFill>
                <a:srgbClr val="DCB7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7"/>
            <p:cNvSpPr/>
            <p:nvPr/>
          </p:nvSpPr>
          <p:spPr>
            <a:xfrm>
              <a:off x="4500777" y="2338124"/>
              <a:ext cx="17721" cy="322101"/>
            </a:xfrm>
            <a:custGeom>
              <a:avLst/>
              <a:pathLst>
                <a:path w="17721" h="322101">
                  <a:moveTo>
                    <a:pt x="0" y="3296"/>
                  </a:moveTo>
                  <a:lnTo>
                    <a:pt x="17721" y="0"/>
                  </a:lnTo>
                  <a:lnTo>
                    <a:pt x="17721" y="322101"/>
                  </a:lnTo>
                  <a:lnTo>
                    <a:pt x="0" y="322101"/>
                  </a:lnTo>
                  <a:close/>
                </a:path>
              </a:pathLst>
            </a:custGeom>
            <a:solidFill>
              <a:srgbClr val="DCB6A3">
                <a:alpha val="100000"/>
              </a:srgbClr>
            </a:solidFill>
            <a:ln w="4762" cap="rnd">
              <a:solidFill>
                <a:srgbClr val="DC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8"/>
            <p:cNvSpPr/>
            <p:nvPr/>
          </p:nvSpPr>
          <p:spPr>
            <a:xfrm>
              <a:off x="4518498" y="2335050"/>
              <a:ext cx="17721" cy="325175"/>
            </a:xfrm>
            <a:custGeom>
              <a:avLst/>
              <a:pathLst>
                <a:path w="17721" h="325175">
                  <a:moveTo>
                    <a:pt x="0" y="3073"/>
                  </a:moveTo>
                  <a:lnTo>
                    <a:pt x="17721" y="0"/>
                  </a:lnTo>
                  <a:lnTo>
                    <a:pt x="17721" y="325175"/>
                  </a:lnTo>
                  <a:lnTo>
                    <a:pt x="0" y="325175"/>
                  </a:lnTo>
                  <a:close/>
                </a:path>
              </a:pathLst>
            </a:custGeom>
            <a:solidFill>
              <a:srgbClr val="DBB6A3">
                <a:alpha val="100000"/>
              </a:srgbClr>
            </a:solidFill>
            <a:ln w="4762" cap="rnd">
              <a:solidFill>
                <a:srgbClr val="DB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59"/>
            <p:cNvSpPr/>
            <p:nvPr/>
          </p:nvSpPr>
          <p:spPr>
            <a:xfrm>
              <a:off x="4536220" y="2329307"/>
              <a:ext cx="35442" cy="330918"/>
            </a:xfrm>
            <a:custGeom>
              <a:avLst/>
              <a:pathLst>
                <a:path w="35442" h="330918">
                  <a:moveTo>
                    <a:pt x="0" y="5742"/>
                  </a:moveTo>
                  <a:lnTo>
                    <a:pt x="17721" y="2809"/>
                  </a:lnTo>
                  <a:lnTo>
                    <a:pt x="35442" y="0"/>
                  </a:lnTo>
                  <a:lnTo>
                    <a:pt x="35442" y="330918"/>
                  </a:lnTo>
                  <a:lnTo>
                    <a:pt x="17721" y="330918"/>
                  </a:lnTo>
                  <a:lnTo>
                    <a:pt x="0" y="330918"/>
                  </a:lnTo>
                  <a:close/>
                </a:path>
              </a:pathLst>
            </a:custGeom>
            <a:solidFill>
              <a:srgbClr val="DBB5A2">
                <a:alpha val="100000"/>
              </a:srgbClr>
            </a:solidFill>
            <a:ln w="4762" cap="rnd">
              <a:solidFill>
                <a:srgbClr val="DBB5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0"/>
            <p:cNvSpPr/>
            <p:nvPr/>
          </p:nvSpPr>
          <p:spPr>
            <a:xfrm>
              <a:off x="4571662" y="2326722"/>
              <a:ext cx="17721" cy="333503"/>
            </a:xfrm>
            <a:custGeom>
              <a:avLst/>
              <a:pathLst>
                <a:path w="17721" h="333503">
                  <a:moveTo>
                    <a:pt x="0" y="2585"/>
                  </a:moveTo>
                  <a:lnTo>
                    <a:pt x="17721" y="0"/>
                  </a:lnTo>
                  <a:lnTo>
                    <a:pt x="17721" y="333503"/>
                  </a:lnTo>
                  <a:lnTo>
                    <a:pt x="0" y="333503"/>
                  </a:lnTo>
                  <a:close/>
                </a:path>
              </a:pathLst>
            </a:custGeom>
            <a:solidFill>
              <a:srgbClr val="DBB5A1">
                <a:alpha val="100000"/>
              </a:srgbClr>
            </a:solidFill>
            <a:ln w="4762" cap="rnd">
              <a:solidFill>
                <a:srgbClr val="DBB5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1"/>
            <p:cNvSpPr/>
            <p:nvPr/>
          </p:nvSpPr>
          <p:spPr>
            <a:xfrm>
              <a:off x="4589384" y="2324285"/>
              <a:ext cx="17721" cy="335940"/>
            </a:xfrm>
            <a:custGeom>
              <a:avLst/>
              <a:pathLst>
                <a:path w="17721" h="335940">
                  <a:moveTo>
                    <a:pt x="0" y="2437"/>
                  </a:moveTo>
                  <a:lnTo>
                    <a:pt x="17721" y="0"/>
                  </a:lnTo>
                  <a:lnTo>
                    <a:pt x="17721" y="335940"/>
                  </a:lnTo>
                  <a:lnTo>
                    <a:pt x="0" y="335940"/>
                  </a:lnTo>
                  <a:close/>
                </a:path>
              </a:pathLst>
            </a:custGeom>
            <a:solidFill>
              <a:srgbClr val="DBB4A1">
                <a:alpha val="100000"/>
              </a:srgbClr>
            </a:solidFill>
            <a:ln w="4762" cap="rnd">
              <a:solidFill>
                <a:srgbClr val="DB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2"/>
            <p:cNvSpPr/>
            <p:nvPr/>
          </p:nvSpPr>
          <p:spPr>
            <a:xfrm>
              <a:off x="4607105" y="2321974"/>
              <a:ext cx="17721" cy="338251"/>
            </a:xfrm>
            <a:custGeom>
              <a:avLst/>
              <a:pathLst>
                <a:path w="17721" h="338251">
                  <a:moveTo>
                    <a:pt x="0" y="2310"/>
                  </a:moveTo>
                  <a:lnTo>
                    <a:pt x="17721" y="0"/>
                  </a:lnTo>
                  <a:lnTo>
                    <a:pt x="17721" y="338251"/>
                  </a:lnTo>
                  <a:lnTo>
                    <a:pt x="0" y="338251"/>
                  </a:lnTo>
                  <a:close/>
                </a:path>
              </a:pathLst>
            </a:custGeom>
            <a:solidFill>
              <a:srgbClr val="DAB4A1">
                <a:alpha val="100000"/>
              </a:srgbClr>
            </a:solidFill>
            <a:ln w="4762" cap="rnd">
              <a:solidFill>
                <a:srgbClr val="DA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3"/>
            <p:cNvSpPr/>
            <p:nvPr/>
          </p:nvSpPr>
          <p:spPr>
            <a:xfrm>
              <a:off x="4624826" y="2317945"/>
              <a:ext cx="35442" cy="342281"/>
            </a:xfrm>
            <a:custGeom>
              <a:avLst/>
              <a:pathLst>
                <a:path w="35442" h="342281">
                  <a:moveTo>
                    <a:pt x="0" y="4029"/>
                  </a:moveTo>
                  <a:lnTo>
                    <a:pt x="17721" y="1938"/>
                  </a:lnTo>
                  <a:lnTo>
                    <a:pt x="35442" y="0"/>
                  </a:lnTo>
                  <a:lnTo>
                    <a:pt x="35442" y="342281"/>
                  </a:lnTo>
                  <a:lnTo>
                    <a:pt x="17721" y="342281"/>
                  </a:lnTo>
                  <a:lnTo>
                    <a:pt x="0" y="342281"/>
                  </a:lnTo>
                  <a:close/>
                </a:path>
              </a:pathLst>
            </a:custGeom>
            <a:solidFill>
              <a:srgbClr val="DAB3A0">
                <a:alpha val="100000"/>
              </a:srgbClr>
            </a:solidFill>
            <a:ln w="4762" cap="rnd">
              <a:solidFill>
                <a:srgbClr val="DAB3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4"/>
            <p:cNvSpPr/>
            <p:nvPr/>
          </p:nvSpPr>
          <p:spPr>
            <a:xfrm>
              <a:off x="4660269" y="2316131"/>
              <a:ext cx="17721" cy="344094"/>
            </a:xfrm>
            <a:custGeom>
              <a:avLst/>
              <a:pathLst>
                <a:path w="17721" h="344094">
                  <a:moveTo>
                    <a:pt x="0" y="1813"/>
                  </a:moveTo>
                  <a:lnTo>
                    <a:pt x="17721" y="0"/>
                  </a:lnTo>
                  <a:lnTo>
                    <a:pt x="17721" y="344094"/>
                  </a:lnTo>
                  <a:lnTo>
                    <a:pt x="0" y="344094"/>
                  </a:lnTo>
                  <a:close/>
                </a:path>
              </a:pathLst>
            </a:custGeom>
            <a:solidFill>
              <a:srgbClr val="DAB39F">
                <a:alpha val="100000"/>
              </a:srgbClr>
            </a:solidFill>
            <a:ln w="4762" cap="rnd">
              <a:solidFill>
                <a:srgbClr val="DAB3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5"/>
            <p:cNvSpPr/>
            <p:nvPr/>
          </p:nvSpPr>
          <p:spPr>
            <a:xfrm>
              <a:off x="4677991" y="2314528"/>
              <a:ext cx="17721" cy="345697"/>
            </a:xfrm>
            <a:custGeom>
              <a:avLst/>
              <a:pathLst>
                <a:path w="17721" h="345697">
                  <a:moveTo>
                    <a:pt x="0" y="1603"/>
                  </a:moveTo>
                  <a:lnTo>
                    <a:pt x="17721" y="0"/>
                  </a:lnTo>
                  <a:lnTo>
                    <a:pt x="17721" y="345697"/>
                  </a:lnTo>
                  <a:lnTo>
                    <a:pt x="0" y="345697"/>
                  </a:lnTo>
                  <a:close/>
                </a:path>
              </a:pathLst>
            </a:custGeom>
            <a:solidFill>
              <a:srgbClr val="DAB29F">
                <a:alpha val="100000"/>
              </a:srgbClr>
            </a:solidFill>
            <a:ln w="4762" cap="rnd">
              <a:solidFill>
                <a:srgbClr val="DA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6"/>
            <p:cNvSpPr/>
            <p:nvPr/>
          </p:nvSpPr>
          <p:spPr>
            <a:xfrm>
              <a:off x="4695712" y="2313078"/>
              <a:ext cx="17721" cy="347147"/>
            </a:xfrm>
            <a:custGeom>
              <a:avLst/>
              <a:pathLst>
                <a:path w="17721" h="347147">
                  <a:moveTo>
                    <a:pt x="0" y="1449"/>
                  </a:moveTo>
                  <a:lnTo>
                    <a:pt x="17721" y="0"/>
                  </a:lnTo>
                  <a:lnTo>
                    <a:pt x="17721" y="347147"/>
                  </a:lnTo>
                  <a:lnTo>
                    <a:pt x="0" y="347147"/>
                  </a:lnTo>
                  <a:close/>
                </a:path>
              </a:pathLst>
            </a:custGeom>
            <a:solidFill>
              <a:srgbClr val="D9B29F">
                <a:alpha val="100000"/>
              </a:srgbClr>
            </a:solidFill>
            <a:ln w="4762" cap="rnd">
              <a:solidFill>
                <a:srgbClr val="D9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7"/>
            <p:cNvSpPr/>
            <p:nvPr/>
          </p:nvSpPr>
          <p:spPr>
            <a:xfrm>
              <a:off x="4713433" y="2310616"/>
              <a:ext cx="35442" cy="349610"/>
            </a:xfrm>
            <a:custGeom>
              <a:avLst/>
              <a:pathLst>
                <a:path w="35442" h="349610">
                  <a:moveTo>
                    <a:pt x="0" y="2462"/>
                  </a:moveTo>
                  <a:lnTo>
                    <a:pt x="17721" y="1133"/>
                  </a:lnTo>
                  <a:lnTo>
                    <a:pt x="35442" y="0"/>
                  </a:lnTo>
                  <a:lnTo>
                    <a:pt x="35442" y="349610"/>
                  </a:lnTo>
                  <a:lnTo>
                    <a:pt x="17721" y="349610"/>
                  </a:lnTo>
                  <a:lnTo>
                    <a:pt x="0" y="349610"/>
                  </a:lnTo>
                  <a:close/>
                </a:path>
              </a:pathLst>
            </a:custGeom>
            <a:solidFill>
              <a:srgbClr val="D9B19E">
                <a:alpha val="100000"/>
              </a:srgbClr>
            </a:solidFill>
            <a:ln w="4762" cap="rnd">
              <a:solidFill>
                <a:srgbClr val="D9B1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8"/>
            <p:cNvSpPr/>
            <p:nvPr/>
          </p:nvSpPr>
          <p:spPr>
            <a:xfrm>
              <a:off x="4748876" y="2309632"/>
              <a:ext cx="17721" cy="350593"/>
            </a:xfrm>
            <a:custGeom>
              <a:avLst/>
              <a:pathLst>
                <a:path w="17721" h="350593">
                  <a:moveTo>
                    <a:pt x="0" y="983"/>
                  </a:moveTo>
                  <a:lnTo>
                    <a:pt x="17721" y="0"/>
                  </a:lnTo>
                  <a:lnTo>
                    <a:pt x="17721" y="350593"/>
                  </a:lnTo>
                  <a:lnTo>
                    <a:pt x="0" y="350593"/>
                  </a:lnTo>
                  <a:close/>
                </a:path>
              </a:pathLst>
            </a:custGeom>
            <a:solidFill>
              <a:srgbClr val="D9B19D">
                <a:alpha val="100000"/>
              </a:srgbClr>
            </a:solidFill>
            <a:ln w="4762" cap="rnd">
              <a:solidFill>
                <a:srgbClr val="D9B1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69"/>
            <p:cNvSpPr/>
            <p:nvPr/>
          </p:nvSpPr>
          <p:spPr>
            <a:xfrm>
              <a:off x="4766597" y="2308761"/>
              <a:ext cx="17721" cy="351464"/>
            </a:xfrm>
            <a:custGeom>
              <a:avLst/>
              <a:pathLst>
                <a:path w="17721" h="351464">
                  <a:moveTo>
                    <a:pt x="0" y="870"/>
                  </a:moveTo>
                  <a:lnTo>
                    <a:pt x="17721" y="0"/>
                  </a:lnTo>
                  <a:lnTo>
                    <a:pt x="17721" y="351464"/>
                  </a:lnTo>
                  <a:lnTo>
                    <a:pt x="0" y="351464"/>
                  </a:lnTo>
                  <a:close/>
                </a:path>
              </a:pathLst>
            </a:custGeom>
            <a:solidFill>
              <a:srgbClr val="D9B09D">
                <a:alpha val="100000"/>
              </a:srgbClr>
            </a:solidFill>
            <a:ln w="4762" cap="rnd">
              <a:solidFill>
                <a:srgbClr val="D9B0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0"/>
            <p:cNvSpPr/>
            <p:nvPr/>
          </p:nvSpPr>
          <p:spPr>
            <a:xfrm>
              <a:off x="4784319" y="2307518"/>
              <a:ext cx="35442" cy="352707"/>
            </a:xfrm>
            <a:custGeom>
              <a:avLst/>
              <a:pathLst>
                <a:path w="35442" h="352707">
                  <a:moveTo>
                    <a:pt x="0" y="1243"/>
                  </a:moveTo>
                  <a:lnTo>
                    <a:pt x="17721" y="550"/>
                  </a:lnTo>
                  <a:lnTo>
                    <a:pt x="35442" y="0"/>
                  </a:lnTo>
                  <a:lnTo>
                    <a:pt x="35442" y="352707"/>
                  </a:lnTo>
                  <a:lnTo>
                    <a:pt x="17721" y="352707"/>
                  </a:lnTo>
                  <a:lnTo>
                    <a:pt x="0" y="352707"/>
                  </a:lnTo>
                  <a:close/>
                </a:path>
              </a:pathLst>
            </a:custGeom>
            <a:solidFill>
              <a:srgbClr val="D8B09C">
                <a:alpha val="100000"/>
              </a:srgbClr>
            </a:solidFill>
            <a:ln w="4762" cap="rnd">
              <a:solidFill>
                <a:srgbClr val="D8B0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1"/>
            <p:cNvSpPr/>
            <p:nvPr/>
          </p:nvSpPr>
          <p:spPr>
            <a:xfrm>
              <a:off x="4819761" y="2307070"/>
              <a:ext cx="17721" cy="353155"/>
            </a:xfrm>
            <a:custGeom>
              <a:avLst/>
              <a:pathLst>
                <a:path w="17721" h="353155">
                  <a:moveTo>
                    <a:pt x="0" y="447"/>
                  </a:moveTo>
                  <a:lnTo>
                    <a:pt x="17721" y="0"/>
                  </a:lnTo>
                  <a:lnTo>
                    <a:pt x="17721" y="353155"/>
                  </a:lnTo>
                  <a:lnTo>
                    <a:pt x="0" y="353155"/>
                  </a:lnTo>
                  <a:close/>
                </a:path>
              </a:pathLst>
            </a:custGeom>
            <a:solidFill>
              <a:srgbClr val="D8AF9C">
                <a:alpha val="100000"/>
              </a:srgbClr>
            </a:solidFill>
            <a:ln w="4762" cap="rnd">
              <a:solidFill>
                <a:srgbClr val="D8AF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2"/>
            <p:cNvSpPr/>
            <p:nvPr/>
          </p:nvSpPr>
          <p:spPr>
            <a:xfrm>
              <a:off x="4837483" y="2306778"/>
              <a:ext cx="17721" cy="353447"/>
            </a:xfrm>
            <a:custGeom>
              <a:avLst/>
              <a:pathLst>
                <a:path w="17721" h="353447">
                  <a:moveTo>
                    <a:pt x="0" y="291"/>
                  </a:moveTo>
                  <a:lnTo>
                    <a:pt x="17721" y="0"/>
                  </a:lnTo>
                  <a:lnTo>
                    <a:pt x="17721" y="353447"/>
                  </a:lnTo>
                  <a:lnTo>
                    <a:pt x="0" y="353447"/>
                  </a:lnTo>
                  <a:close/>
                </a:path>
              </a:pathLst>
            </a:custGeom>
            <a:solidFill>
              <a:srgbClr val="D8AF9B">
                <a:alpha val="100000"/>
              </a:srgbClr>
            </a:solidFill>
            <a:ln w="4762" cap="rnd">
              <a:solidFill>
                <a:srgbClr val="D8AF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3"/>
            <p:cNvSpPr/>
            <p:nvPr/>
          </p:nvSpPr>
          <p:spPr>
            <a:xfrm>
              <a:off x="4855204" y="2306617"/>
              <a:ext cx="17721" cy="353608"/>
            </a:xfrm>
            <a:custGeom>
              <a:avLst/>
              <a:pathLst>
                <a:path w="17721" h="353608">
                  <a:moveTo>
                    <a:pt x="0" y="161"/>
                  </a:moveTo>
                  <a:lnTo>
                    <a:pt x="17721" y="0"/>
                  </a:lnTo>
                  <a:lnTo>
                    <a:pt x="17721" y="353608"/>
                  </a:lnTo>
                  <a:lnTo>
                    <a:pt x="0" y="353608"/>
                  </a:lnTo>
                  <a:close/>
                </a:path>
              </a:pathLst>
            </a:custGeom>
            <a:solidFill>
              <a:srgbClr val="D8AE9B">
                <a:alpha val="100000"/>
              </a:srgbClr>
            </a:solidFill>
            <a:ln w="4762" cap="rnd">
              <a:solidFill>
                <a:srgbClr val="D8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4"/>
            <p:cNvSpPr/>
            <p:nvPr/>
          </p:nvSpPr>
          <p:spPr>
            <a:xfrm>
              <a:off x="4872926" y="2306546"/>
              <a:ext cx="35442" cy="353679"/>
            </a:xfrm>
            <a:custGeom>
              <a:avLst/>
              <a:pathLst>
                <a:path w="35442" h="353679">
                  <a:moveTo>
                    <a:pt x="0" y="70"/>
                  </a:moveTo>
                  <a:lnTo>
                    <a:pt x="17721" y="0"/>
                  </a:lnTo>
                  <a:lnTo>
                    <a:pt x="35442" y="61"/>
                  </a:lnTo>
                  <a:lnTo>
                    <a:pt x="35442" y="353679"/>
                  </a:lnTo>
                  <a:lnTo>
                    <a:pt x="17721" y="353679"/>
                  </a:lnTo>
                  <a:lnTo>
                    <a:pt x="0" y="353679"/>
                  </a:lnTo>
                  <a:close/>
                </a:path>
              </a:pathLst>
            </a:custGeom>
            <a:solidFill>
              <a:srgbClr val="D7AE9A">
                <a:alpha val="100000"/>
              </a:srgbClr>
            </a:solidFill>
            <a:ln w="4762" cap="rnd">
              <a:solidFill>
                <a:srgbClr val="D7AE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5"/>
            <p:cNvSpPr/>
            <p:nvPr/>
          </p:nvSpPr>
          <p:spPr>
            <a:xfrm>
              <a:off x="4908368" y="2306607"/>
              <a:ext cx="17721" cy="353618"/>
            </a:xfrm>
            <a:custGeom>
              <a:avLst/>
              <a:pathLst>
                <a:path w="17721" h="353618">
                  <a:moveTo>
                    <a:pt x="0" y="0"/>
                  </a:moveTo>
                  <a:lnTo>
                    <a:pt x="17721" y="175"/>
                  </a:lnTo>
                  <a:lnTo>
                    <a:pt x="17721" y="353618"/>
                  </a:lnTo>
                  <a:lnTo>
                    <a:pt x="0" y="353618"/>
                  </a:lnTo>
                  <a:close/>
                </a:path>
              </a:pathLst>
            </a:custGeom>
            <a:solidFill>
              <a:srgbClr val="D7AD9A">
                <a:alpha val="100000"/>
              </a:srgbClr>
            </a:solidFill>
            <a:ln w="4762" cap="rnd">
              <a:solidFill>
                <a:srgbClr val="D7A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6"/>
            <p:cNvSpPr/>
            <p:nvPr/>
          </p:nvSpPr>
          <p:spPr>
            <a:xfrm>
              <a:off x="4926090" y="2306783"/>
              <a:ext cx="17721" cy="353442"/>
            </a:xfrm>
            <a:custGeom>
              <a:avLst/>
              <a:pathLst>
                <a:path w="17721" h="353442">
                  <a:moveTo>
                    <a:pt x="0" y="0"/>
                  </a:moveTo>
                  <a:lnTo>
                    <a:pt x="17721" y="251"/>
                  </a:lnTo>
                  <a:lnTo>
                    <a:pt x="17721" y="353442"/>
                  </a:lnTo>
                  <a:lnTo>
                    <a:pt x="0" y="353442"/>
                  </a:lnTo>
                  <a:close/>
                </a:path>
              </a:pathLst>
            </a:custGeom>
            <a:solidFill>
              <a:srgbClr val="D7AD99">
                <a:alpha val="100000"/>
              </a:srgbClr>
            </a:solidFill>
            <a:ln w="4762" cap="rnd">
              <a:solidFill>
                <a:srgbClr val="D7AD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7"/>
            <p:cNvSpPr/>
            <p:nvPr/>
          </p:nvSpPr>
          <p:spPr>
            <a:xfrm>
              <a:off x="4943811" y="2307034"/>
              <a:ext cx="17721" cy="353191"/>
            </a:xfrm>
            <a:custGeom>
              <a:avLst/>
              <a:pathLst>
                <a:path w="17721" h="353191">
                  <a:moveTo>
                    <a:pt x="0" y="0"/>
                  </a:moveTo>
                  <a:lnTo>
                    <a:pt x="17721" y="358"/>
                  </a:lnTo>
                  <a:lnTo>
                    <a:pt x="17721" y="353191"/>
                  </a:lnTo>
                  <a:lnTo>
                    <a:pt x="0" y="353191"/>
                  </a:lnTo>
                  <a:close/>
                </a:path>
              </a:pathLst>
            </a:custGeom>
            <a:solidFill>
              <a:srgbClr val="D7AC99">
                <a:alpha val="100000"/>
              </a:srgbClr>
            </a:solidFill>
            <a:ln w="4762" cap="rnd">
              <a:solidFill>
                <a:srgbClr val="D7AC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8"/>
            <p:cNvSpPr/>
            <p:nvPr/>
          </p:nvSpPr>
          <p:spPr>
            <a:xfrm>
              <a:off x="4961532" y="2307392"/>
              <a:ext cx="35442" cy="352833"/>
            </a:xfrm>
            <a:custGeom>
              <a:avLst/>
              <a:pathLst>
                <a:path w="35442" h="352833">
                  <a:moveTo>
                    <a:pt x="0" y="0"/>
                  </a:moveTo>
                  <a:lnTo>
                    <a:pt x="17721" y="452"/>
                  </a:lnTo>
                  <a:lnTo>
                    <a:pt x="35442" y="965"/>
                  </a:lnTo>
                  <a:lnTo>
                    <a:pt x="35442" y="352833"/>
                  </a:lnTo>
                  <a:lnTo>
                    <a:pt x="17721" y="352833"/>
                  </a:lnTo>
                  <a:lnTo>
                    <a:pt x="0" y="352833"/>
                  </a:lnTo>
                  <a:close/>
                </a:path>
              </a:pathLst>
            </a:custGeom>
            <a:solidFill>
              <a:srgbClr val="D6AC98">
                <a:alpha val="100000"/>
              </a:srgbClr>
            </a:solidFill>
            <a:ln w="4762" cap="rnd">
              <a:solidFill>
                <a:srgbClr val="D6AC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79"/>
            <p:cNvSpPr/>
            <p:nvPr/>
          </p:nvSpPr>
          <p:spPr>
            <a:xfrm>
              <a:off x="4996975" y="2308358"/>
              <a:ext cx="35442" cy="351867"/>
            </a:xfrm>
            <a:custGeom>
              <a:avLst/>
              <a:pathLst>
                <a:path w="35442" h="351867">
                  <a:moveTo>
                    <a:pt x="0" y="0"/>
                  </a:moveTo>
                  <a:lnTo>
                    <a:pt x="17721" y="592"/>
                  </a:lnTo>
                  <a:lnTo>
                    <a:pt x="35442" y="1257"/>
                  </a:lnTo>
                  <a:lnTo>
                    <a:pt x="35442" y="351867"/>
                  </a:lnTo>
                  <a:lnTo>
                    <a:pt x="17721" y="351867"/>
                  </a:lnTo>
                  <a:lnTo>
                    <a:pt x="0" y="351867"/>
                  </a:lnTo>
                  <a:close/>
                </a:path>
              </a:pathLst>
            </a:custGeom>
            <a:solidFill>
              <a:srgbClr val="D6AB97">
                <a:alpha val="100000"/>
              </a:srgbClr>
            </a:solidFill>
            <a:ln w="4762" cap="rnd">
              <a:solidFill>
                <a:srgbClr val="D6AB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0"/>
            <p:cNvSpPr/>
            <p:nvPr/>
          </p:nvSpPr>
          <p:spPr>
            <a:xfrm>
              <a:off x="5032418" y="2309616"/>
              <a:ext cx="17721" cy="350609"/>
            </a:xfrm>
            <a:custGeom>
              <a:avLst/>
              <a:pathLst>
                <a:path w="17721" h="350609">
                  <a:moveTo>
                    <a:pt x="0" y="0"/>
                  </a:moveTo>
                  <a:lnTo>
                    <a:pt x="17721" y="707"/>
                  </a:lnTo>
                  <a:lnTo>
                    <a:pt x="17721" y="350609"/>
                  </a:lnTo>
                  <a:lnTo>
                    <a:pt x="0" y="350609"/>
                  </a:lnTo>
                  <a:close/>
                </a:path>
              </a:pathLst>
            </a:custGeom>
            <a:solidFill>
              <a:srgbClr val="D6AA97">
                <a:alpha val="100000"/>
              </a:srgbClr>
            </a:solidFill>
            <a:ln w="4762" cap="rnd">
              <a:solidFill>
                <a:srgbClr val="D6AA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1"/>
            <p:cNvSpPr/>
            <p:nvPr/>
          </p:nvSpPr>
          <p:spPr>
            <a:xfrm>
              <a:off x="5050139" y="2310323"/>
              <a:ext cx="35442" cy="349902"/>
            </a:xfrm>
            <a:custGeom>
              <a:avLst/>
              <a:pathLst>
                <a:path w="35442" h="349902">
                  <a:moveTo>
                    <a:pt x="0" y="0"/>
                  </a:moveTo>
                  <a:lnTo>
                    <a:pt x="17721" y="760"/>
                  </a:lnTo>
                  <a:lnTo>
                    <a:pt x="35442" y="1567"/>
                  </a:lnTo>
                  <a:lnTo>
                    <a:pt x="35442" y="349902"/>
                  </a:lnTo>
                  <a:lnTo>
                    <a:pt x="17721" y="349902"/>
                  </a:lnTo>
                  <a:lnTo>
                    <a:pt x="0" y="349902"/>
                  </a:lnTo>
                  <a:close/>
                </a:path>
              </a:pathLst>
            </a:custGeom>
            <a:solidFill>
              <a:srgbClr val="D5AA96">
                <a:alpha val="100000"/>
              </a:srgbClr>
            </a:solidFill>
            <a:ln w="4762" cap="rnd">
              <a:solidFill>
                <a:srgbClr val="D5AA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2"/>
            <p:cNvSpPr/>
            <p:nvPr/>
          </p:nvSpPr>
          <p:spPr>
            <a:xfrm>
              <a:off x="5085582" y="2311890"/>
              <a:ext cx="35442" cy="348335"/>
            </a:xfrm>
            <a:custGeom>
              <a:avLst/>
              <a:pathLst>
                <a:path w="35442" h="348335">
                  <a:moveTo>
                    <a:pt x="0" y="0"/>
                  </a:moveTo>
                  <a:lnTo>
                    <a:pt x="17721" y="830"/>
                  </a:lnTo>
                  <a:lnTo>
                    <a:pt x="35442" y="1688"/>
                  </a:lnTo>
                  <a:lnTo>
                    <a:pt x="35442" y="348335"/>
                  </a:lnTo>
                  <a:lnTo>
                    <a:pt x="17721" y="348335"/>
                  </a:lnTo>
                  <a:lnTo>
                    <a:pt x="0" y="348335"/>
                  </a:lnTo>
                  <a:close/>
                </a:path>
              </a:pathLst>
            </a:custGeom>
            <a:solidFill>
              <a:srgbClr val="D5A995">
                <a:alpha val="100000"/>
              </a:srgbClr>
            </a:solidFill>
            <a:ln w="4762" cap="rnd">
              <a:solidFill>
                <a:srgbClr val="D5A9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3"/>
            <p:cNvSpPr/>
            <p:nvPr/>
          </p:nvSpPr>
          <p:spPr>
            <a:xfrm>
              <a:off x="5121025" y="2313578"/>
              <a:ext cx="17721" cy="346647"/>
            </a:xfrm>
            <a:custGeom>
              <a:avLst/>
              <a:pathLst>
                <a:path w="17721" h="346647">
                  <a:moveTo>
                    <a:pt x="0" y="0"/>
                  </a:moveTo>
                  <a:lnTo>
                    <a:pt x="17721" y="875"/>
                  </a:lnTo>
                  <a:lnTo>
                    <a:pt x="17721" y="346647"/>
                  </a:lnTo>
                  <a:lnTo>
                    <a:pt x="0" y="346647"/>
                  </a:lnTo>
                  <a:close/>
                </a:path>
              </a:pathLst>
            </a:custGeom>
            <a:solidFill>
              <a:srgbClr val="D5A895">
                <a:alpha val="100000"/>
              </a:srgbClr>
            </a:solidFill>
            <a:ln w="4762" cap="rnd">
              <a:solidFill>
                <a:srgbClr val="D5A8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4"/>
            <p:cNvSpPr/>
            <p:nvPr/>
          </p:nvSpPr>
          <p:spPr>
            <a:xfrm>
              <a:off x="5138746" y="2314454"/>
              <a:ext cx="35442" cy="345771"/>
            </a:xfrm>
            <a:custGeom>
              <a:avLst/>
              <a:pathLst>
                <a:path w="35442" h="345771">
                  <a:moveTo>
                    <a:pt x="0" y="0"/>
                  </a:moveTo>
                  <a:lnTo>
                    <a:pt x="17721" y="880"/>
                  </a:lnTo>
                  <a:lnTo>
                    <a:pt x="35442" y="1762"/>
                  </a:lnTo>
                  <a:lnTo>
                    <a:pt x="35442" y="345771"/>
                  </a:lnTo>
                  <a:lnTo>
                    <a:pt x="17721" y="345771"/>
                  </a:lnTo>
                  <a:lnTo>
                    <a:pt x="0" y="345771"/>
                  </a:lnTo>
                  <a:close/>
                </a:path>
              </a:pathLst>
            </a:custGeom>
            <a:solidFill>
              <a:srgbClr val="D4A894">
                <a:alpha val="100000"/>
              </a:srgbClr>
            </a:solidFill>
            <a:ln w="4762" cap="rnd">
              <a:solidFill>
                <a:srgbClr val="D4A8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5"/>
            <p:cNvSpPr/>
            <p:nvPr/>
          </p:nvSpPr>
          <p:spPr>
            <a:xfrm>
              <a:off x="5174189" y="2316217"/>
              <a:ext cx="35442" cy="344008"/>
            </a:xfrm>
            <a:custGeom>
              <a:avLst/>
              <a:pathLst>
                <a:path w="35442" h="344008">
                  <a:moveTo>
                    <a:pt x="0" y="0"/>
                  </a:moveTo>
                  <a:lnTo>
                    <a:pt x="17721" y="869"/>
                  </a:lnTo>
                  <a:lnTo>
                    <a:pt x="35442" y="1724"/>
                  </a:lnTo>
                  <a:lnTo>
                    <a:pt x="35442" y="344008"/>
                  </a:lnTo>
                  <a:lnTo>
                    <a:pt x="17721" y="344008"/>
                  </a:lnTo>
                  <a:lnTo>
                    <a:pt x="0" y="344008"/>
                  </a:lnTo>
                  <a:close/>
                </a:path>
              </a:pathLst>
            </a:custGeom>
            <a:solidFill>
              <a:srgbClr val="D4A793">
                <a:alpha val="100000"/>
              </a:srgbClr>
            </a:solidFill>
            <a:ln w="4762" cap="rnd">
              <a:solidFill>
                <a:srgbClr val="D4A7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6"/>
            <p:cNvSpPr/>
            <p:nvPr/>
          </p:nvSpPr>
          <p:spPr>
            <a:xfrm>
              <a:off x="5209632" y="2317942"/>
              <a:ext cx="17721" cy="342283"/>
            </a:xfrm>
            <a:custGeom>
              <a:avLst/>
              <a:pathLst>
                <a:path w="17721" h="342283">
                  <a:moveTo>
                    <a:pt x="0" y="0"/>
                  </a:moveTo>
                  <a:lnTo>
                    <a:pt x="17721" y="833"/>
                  </a:lnTo>
                  <a:lnTo>
                    <a:pt x="17721" y="342283"/>
                  </a:lnTo>
                  <a:lnTo>
                    <a:pt x="0" y="342283"/>
                  </a:lnTo>
                  <a:close/>
                </a:path>
              </a:pathLst>
            </a:custGeom>
            <a:solidFill>
              <a:srgbClr val="D4A692">
                <a:alpha val="100000"/>
              </a:srgbClr>
            </a:solidFill>
            <a:ln w="4762" cap="rnd">
              <a:solidFill>
                <a:srgbClr val="D4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7"/>
            <p:cNvSpPr/>
            <p:nvPr/>
          </p:nvSpPr>
          <p:spPr>
            <a:xfrm>
              <a:off x="5227353" y="2318775"/>
              <a:ext cx="35442" cy="341450"/>
            </a:xfrm>
            <a:custGeom>
              <a:avLst/>
              <a:pathLst>
                <a:path w="35442" h="341450">
                  <a:moveTo>
                    <a:pt x="0" y="0"/>
                  </a:moveTo>
                  <a:lnTo>
                    <a:pt x="17721" y="788"/>
                  </a:lnTo>
                  <a:lnTo>
                    <a:pt x="35442" y="1544"/>
                  </a:lnTo>
                  <a:lnTo>
                    <a:pt x="35442" y="341450"/>
                  </a:lnTo>
                  <a:lnTo>
                    <a:pt x="17721" y="341450"/>
                  </a:lnTo>
                  <a:lnTo>
                    <a:pt x="0" y="341450"/>
                  </a:lnTo>
                  <a:close/>
                </a:path>
              </a:pathLst>
            </a:custGeom>
            <a:solidFill>
              <a:srgbClr val="D3A692">
                <a:alpha val="100000"/>
              </a:srgbClr>
            </a:solidFill>
            <a:ln w="4762" cap="rnd">
              <a:solidFill>
                <a:srgbClr val="D3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8"/>
            <p:cNvSpPr/>
            <p:nvPr/>
          </p:nvSpPr>
          <p:spPr>
            <a:xfrm>
              <a:off x="5262796" y="2320320"/>
              <a:ext cx="35442" cy="339906"/>
            </a:xfrm>
            <a:custGeom>
              <a:avLst/>
              <a:pathLst>
                <a:path w="35442" h="339906">
                  <a:moveTo>
                    <a:pt x="0" y="0"/>
                  </a:moveTo>
                  <a:lnTo>
                    <a:pt x="17721" y="711"/>
                  </a:lnTo>
                  <a:lnTo>
                    <a:pt x="35442" y="1345"/>
                  </a:lnTo>
                  <a:lnTo>
                    <a:pt x="35442" y="339906"/>
                  </a:lnTo>
                  <a:lnTo>
                    <a:pt x="17721" y="339906"/>
                  </a:lnTo>
                  <a:lnTo>
                    <a:pt x="0" y="339906"/>
                  </a:lnTo>
                  <a:close/>
                </a:path>
              </a:pathLst>
            </a:custGeom>
            <a:solidFill>
              <a:srgbClr val="D3A591">
                <a:alpha val="100000"/>
              </a:srgbClr>
            </a:solidFill>
            <a:ln w="4762" cap="rnd">
              <a:solidFill>
                <a:srgbClr val="D3A5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89"/>
            <p:cNvSpPr/>
            <p:nvPr/>
          </p:nvSpPr>
          <p:spPr>
            <a:xfrm>
              <a:off x="5298238" y="2321665"/>
              <a:ext cx="17721" cy="338560"/>
            </a:xfrm>
            <a:custGeom>
              <a:avLst/>
              <a:pathLst>
                <a:path w="17721" h="338560">
                  <a:moveTo>
                    <a:pt x="0" y="0"/>
                  </a:moveTo>
                  <a:lnTo>
                    <a:pt x="17721" y="582"/>
                  </a:lnTo>
                  <a:lnTo>
                    <a:pt x="17721" y="338560"/>
                  </a:lnTo>
                  <a:lnTo>
                    <a:pt x="0" y="338560"/>
                  </a:lnTo>
                  <a:close/>
                </a:path>
              </a:pathLst>
            </a:custGeom>
            <a:solidFill>
              <a:srgbClr val="D3A490">
                <a:alpha val="100000"/>
              </a:srgbClr>
            </a:solidFill>
            <a:ln w="4762" cap="rnd">
              <a:solidFill>
                <a:srgbClr val="D3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0"/>
            <p:cNvSpPr/>
            <p:nvPr/>
          </p:nvSpPr>
          <p:spPr>
            <a:xfrm>
              <a:off x="5315960" y="2322247"/>
              <a:ext cx="35442" cy="337978"/>
            </a:xfrm>
            <a:custGeom>
              <a:avLst/>
              <a:pathLst>
                <a:path w="35442" h="337978">
                  <a:moveTo>
                    <a:pt x="0" y="0"/>
                  </a:moveTo>
                  <a:lnTo>
                    <a:pt x="17721" y="518"/>
                  </a:lnTo>
                  <a:lnTo>
                    <a:pt x="35442" y="925"/>
                  </a:lnTo>
                  <a:lnTo>
                    <a:pt x="35442" y="337978"/>
                  </a:lnTo>
                  <a:lnTo>
                    <a:pt x="17721" y="337978"/>
                  </a:lnTo>
                  <a:lnTo>
                    <a:pt x="0" y="337978"/>
                  </a:lnTo>
                  <a:close/>
                </a:path>
              </a:pathLst>
            </a:custGeom>
            <a:solidFill>
              <a:srgbClr val="D2A490">
                <a:alpha val="100000"/>
              </a:srgbClr>
            </a:solidFill>
            <a:ln w="4762" cap="rnd">
              <a:solidFill>
                <a:srgbClr val="D2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1"/>
            <p:cNvSpPr/>
            <p:nvPr/>
          </p:nvSpPr>
          <p:spPr>
            <a:xfrm>
              <a:off x="5351403" y="2323173"/>
              <a:ext cx="35442" cy="337052"/>
            </a:xfrm>
            <a:custGeom>
              <a:avLst/>
              <a:pathLst>
                <a:path w="35442" h="337052">
                  <a:moveTo>
                    <a:pt x="0" y="0"/>
                  </a:moveTo>
                  <a:lnTo>
                    <a:pt x="17721" y="337"/>
                  </a:lnTo>
                  <a:lnTo>
                    <a:pt x="35442" y="594"/>
                  </a:lnTo>
                  <a:lnTo>
                    <a:pt x="35442" y="337052"/>
                  </a:lnTo>
                  <a:lnTo>
                    <a:pt x="17721" y="337052"/>
                  </a:lnTo>
                  <a:lnTo>
                    <a:pt x="0" y="337052"/>
                  </a:lnTo>
                  <a:close/>
                </a:path>
              </a:pathLst>
            </a:custGeom>
            <a:solidFill>
              <a:srgbClr val="D2A38F">
                <a:alpha val="100000"/>
              </a:srgbClr>
            </a:solidFill>
            <a:ln w="4762" cap="rnd">
              <a:solidFill>
                <a:srgbClr val="D2A3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2"/>
            <p:cNvSpPr/>
            <p:nvPr/>
          </p:nvSpPr>
          <p:spPr>
            <a:xfrm>
              <a:off x="5386845" y="2323768"/>
              <a:ext cx="17721" cy="336457"/>
            </a:xfrm>
            <a:custGeom>
              <a:avLst/>
              <a:pathLst>
                <a:path w="17721" h="336457">
                  <a:moveTo>
                    <a:pt x="0" y="0"/>
                  </a:moveTo>
                  <a:lnTo>
                    <a:pt x="17721" y="112"/>
                  </a:lnTo>
                  <a:lnTo>
                    <a:pt x="17721" y="336457"/>
                  </a:lnTo>
                  <a:lnTo>
                    <a:pt x="0" y="336457"/>
                  </a:lnTo>
                  <a:close/>
                </a:path>
              </a:pathLst>
            </a:custGeom>
            <a:solidFill>
              <a:srgbClr val="D2A28E">
                <a:alpha val="100000"/>
              </a:srgbClr>
            </a:solidFill>
            <a:ln w="4762" cap="rnd">
              <a:solidFill>
                <a:srgbClr val="D2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3"/>
            <p:cNvSpPr/>
            <p:nvPr/>
          </p:nvSpPr>
          <p:spPr>
            <a:xfrm>
              <a:off x="5404567" y="2323838"/>
              <a:ext cx="35442" cy="336387"/>
            </a:xfrm>
            <a:custGeom>
              <a:avLst/>
              <a:pathLst>
                <a:path w="35442" h="336387">
                  <a:moveTo>
                    <a:pt x="0" y="42"/>
                  </a:moveTo>
                  <a:lnTo>
                    <a:pt x="17721" y="68"/>
                  </a:lnTo>
                  <a:lnTo>
                    <a:pt x="35442" y="0"/>
                  </a:lnTo>
                  <a:lnTo>
                    <a:pt x="35442" y="336387"/>
                  </a:lnTo>
                  <a:lnTo>
                    <a:pt x="17721" y="336387"/>
                  </a:lnTo>
                  <a:lnTo>
                    <a:pt x="0" y="336387"/>
                  </a:lnTo>
                  <a:close/>
                </a:path>
              </a:pathLst>
            </a:custGeom>
            <a:solidFill>
              <a:srgbClr val="D1A28E">
                <a:alpha val="100000"/>
              </a:srgbClr>
            </a:solidFill>
            <a:ln w="4762" cap="rnd">
              <a:solidFill>
                <a:srgbClr val="D1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4"/>
            <p:cNvSpPr/>
            <p:nvPr/>
          </p:nvSpPr>
          <p:spPr>
            <a:xfrm>
              <a:off x="5440009" y="2323246"/>
              <a:ext cx="35442" cy="336979"/>
            </a:xfrm>
            <a:custGeom>
              <a:avLst/>
              <a:pathLst>
                <a:path w="35442" h="336979">
                  <a:moveTo>
                    <a:pt x="0" y="591"/>
                  </a:moveTo>
                  <a:lnTo>
                    <a:pt x="17721" y="346"/>
                  </a:lnTo>
                  <a:lnTo>
                    <a:pt x="35442" y="0"/>
                  </a:lnTo>
                  <a:lnTo>
                    <a:pt x="35442" y="336979"/>
                  </a:lnTo>
                  <a:lnTo>
                    <a:pt x="17721" y="336979"/>
                  </a:lnTo>
                  <a:lnTo>
                    <a:pt x="0" y="336979"/>
                  </a:lnTo>
                  <a:close/>
                </a:path>
              </a:pathLst>
            </a:custGeom>
            <a:solidFill>
              <a:srgbClr val="D1A18D">
                <a:alpha val="100000"/>
              </a:srgbClr>
            </a:solidFill>
            <a:ln w="4762" cap="rnd">
              <a:solidFill>
                <a:srgbClr val="D1A1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5"/>
            <p:cNvSpPr/>
            <p:nvPr/>
          </p:nvSpPr>
          <p:spPr>
            <a:xfrm>
              <a:off x="5475452" y="2322794"/>
              <a:ext cx="17721" cy="337432"/>
            </a:xfrm>
            <a:custGeom>
              <a:avLst/>
              <a:pathLst>
                <a:path w="17721" h="337432">
                  <a:moveTo>
                    <a:pt x="0" y="452"/>
                  </a:moveTo>
                  <a:lnTo>
                    <a:pt x="17721" y="0"/>
                  </a:lnTo>
                  <a:lnTo>
                    <a:pt x="17721" y="337432"/>
                  </a:lnTo>
                  <a:lnTo>
                    <a:pt x="0" y="337432"/>
                  </a:lnTo>
                  <a:close/>
                </a:path>
              </a:pathLst>
            </a:custGeom>
            <a:solidFill>
              <a:srgbClr val="D1A08C">
                <a:alpha val="100000"/>
              </a:srgbClr>
            </a:solidFill>
            <a:ln w="4762" cap="rnd">
              <a:solidFill>
                <a:srgbClr val="D1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6"/>
            <p:cNvSpPr/>
            <p:nvPr/>
          </p:nvSpPr>
          <p:spPr>
            <a:xfrm>
              <a:off x="5493173" y="2321361"/>
              <a:ext cx="35442" cy="338865"/>
            </a:xfrm>
            <a:custGeom>
              <a:avLst/>
              <a:pathLst>
                <a:path w="35442" h="338865">
                  <a:moveTo>
                    <a:pt x="0" y="1433"/>
                  </a:moveTo>
                  <a:lnTo>
                    <a:pt x="17721" y="773"/>
                  </a:lnTo>
                  <a:lnTo>
                    <a:pt x="35442" y="0"/>
                  </a:lnTo>
                  <a:lnTo>
                    <a:pt x="35442" y="338865"/>
                  </a:lnTo>
                  <a:lnTo>
                    <a:pt x="17721" y="338865"/>
                  </a:lnTo>
                  <a:lnTo>
                    <a:pt x="0" y="338865"/>
                  </a:lnTo>
                  <a:close/>
                </a:path>
              </a:pathLst>
            </a:custGeom>
            <a:solidFill>
              <a:srgbClr val="D0A08C">
                <a:alpha val="100000"/>
              </a:srgbClr>
            </a:solidFill>
            <a:ln w="4762" cap="rnd">
              <a:solidFill>
                <a:srgbClr val="D0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7"/>
            <p:cNvSpPr/>
            <p:nvPr/>
          </p:nvSpPr>
          <p:spPr>
            <a:xfrm>
              <a:off x="5528616" y="2319351"/>
              <a:ext cx="35442" cy="340874"/>
            </a:xfrm>
            <a:custGeom>
              <a:avLst/>
              <a:pathLst>
                <a:path w="35442" h="340874">
                  <a:moveTo>
                    <a:pt x="0" y="2009"/>
                  </a:moveTo>
                  <a:lnTo>
                    <a:pt x="17721" y="1121"/>
                  </a:lnTo>
                  <a:lnTo>
                    <a:pt x="35442" y="0"/>
                  </a:lnTo>
                  <a:lnTo>
                    <a:pt x="35442" y="340874"/>
                  </a:lnTo>
                  <a:lnTo>
                    <a:pt x="17721" y="340874"/>
                  </a:lnTo>
                  <a:lnTo>
                    <a:pt x="0" y="340874"/>
                  </a:lnTo>
                  <a:close/>
                </a:path>
              </a:pathLst>
            </a:custGeom>
            <a:solidFill>
              <a:srgbClr val="D09F8B">
                <a:alpha val="100000"/>
              </a:srgbClr>
            </a:solidFill>
            <a:ln w="4762" cap="rnd">
              <a:solidFill>
                <a:srgbClr val="D09F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8"/>
            <p:cNvSpPr/>
            <p:nvPr/>
          </p:nvSpPr>
          <p:spPr>
            <a:xfrm>
              <a:off x="5564059" y="2318106"/>
              <a:ext cx="17721" cy="342119"/>
            </a:xfrm>
            <a:custGeom>
              <a:avLst/>
              <a:pathLst>
                <a:path w="17721" h="342119">
                  <a:moveTo>
                    <a:pt x="0" y="1245"/>
                  </a:moveTo>
                  <a:lnTo>
                    <a:pt x="17721" y="0"/>
                  </a:lnTo>
                  <a:lnTo>
                    <a:pt x="17721" y="342119"/>
                  </a:lnTo>
                  <a:lnTo>
                    <a:pt x="0" y="342119"/>
                  </a:lnTo>
                  <a:close/>
                </a:path>
              </a:pathLst>
            </a:custGeom>
            <a:solidFill>
              <a:srgbClr val="D09F8A">
                <a:alpha val="100000"/>
              </a:srgbClr>
            </a:solidFill>
            <a:ln w="4762" cap="rnd">
              <a:solidFill>
                <a:srgbClr val="D09F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599"/>
            <p:cNvSpPr/>
            <p:nvPr/>
          </p:nvSpPr>
          <p:spPr>
            <a:xfrm>
              <a:off x="5581780" y="2316736"/>
              <a:ext cx="17721" cy="343489"/>
            </a:xfrm>
            <a:custGeom>
              <a:avLst/>
              <a:pathLst>
                <a:path w="17721" h="343489">
                  <a:moveTo>
                    <a:pt x="0" y="1369"/>
                  </a:moveTo>
                  <a:lnTo>
                    <a:pt x="17721" y="0"/>
                  </a:lnTo>
                  <a:lnTo>
                    <a:pt x="17721" y="343489"/>
                  </a:lnTo>
                  <a:lnTo>
                    <a:pt x="0" y="343489"/>
                  </a:lnTo>
                  <a:close/>
                </a:path>
              </a:pathLst>
            </a:custGeom>
            <a:solidFill>
              <a:srgbClr val="CF9E8A">
                <a:alpha val="100000"/>
              </a:srgbClr>
            </a:solidFill>
            <a:ln w="4762" cap="rnd">
              <a:solidFill>
                <a:srgbClr val="CF9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0"/>
            <p:cNvSpPr/>
            <p:nvPr/>
          </p:nvSpPr>
          <p:spPr>
            <a:xfrm>
              <a:off x="5599502" y="2315121"/>
              <a:ext cx="17721" cy="345104"/>
            </a:xfrm>
            <a:custGeom>
              <a:avLst/>
              <a:pathLst>
                <a:path w="17721" h="345104">
                  <a:moveTo>
                    <a:pt x="0" y="1615"/>
                  </a:moveTo>
                  <a:lnTo>
                    <a:pt x="17721" y="0"/>
                  </a:lnTo>
                  <a:lnTo>
                    <a:pt x="17721" y="345104"/>
                  </a:lnTo>
                  <a:lnTo>
                    <a:pt x="0" y="345104"/>
                  </a:lnTo>
                  <a:close/>
                </a:path>
              </a:pathLst>
            </a:custGeom>
            <a:solidFill>
              <a:srgbClr val="CF9E89">
                <a:alpha val="100000"/>
              </a:srgbClr>
            </a:solidFill>
            <a:ln w="4762" cap="rnd">
              <a:solidFill>
                <a:srgbClr val="CF9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1"/>
            <p:cNvSpPr/>
            <p:nvPr/>
          </p:nvSpPr>
          <p:spPr>
            <a:xfrm>
              <a:off x="5617223" y="2311485"/>
              <a:ext cx="35442" cy="348740"/>
            </a:xfrm>
            <a:custGeom>
              <a:avLst/>
              <a:pathLst>
                <a:path w="35442" h="348740">
                  <a:moveTo>
                    <a:pt x="0" y="3635"/>
                  </a:moveTo>
                  <a:lnTo>
                    <a:pt x="17721" y="1883"/>
                  </a:lnTo>
                  <a:lnTo>
                    <a:pt x="35442" y="0"/>
                  </a:lnTo>
                  <a:lnTo>
                    <a:pt x="35442" y="348740"/>
                  </a:lnTo>
                  <a:lnTo>
                    <a:pt x="17721" y="348740"/>
                  </a:lnTo>
                  <a:lnTo>
                    <a:pt x="0" y="348740"/>
                  </a:lnTo>
                  <a:close/>
                </a:path>
              </a:pathLst>
            </a:custGeom>
            <a:solidFill>
              <a:srgbClr val="CF9D89">
                <a:alpha val="100000"/>
              </a:srgbClr>
            </a:solidFill>
            <a:ln w="4762" cap="rnd">
              <a:solidFill>
                <a:srgbClr val="CF9D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2"/>
            <p:cNvSpPr/>
            <p:nvPr/>
          </p:nvSpPr>
          <p:spPr>
            <a:xfrm>
              <a:off x="5652666" y="2309352"/>
              <a:ext cx="17721" cy="350873"/>
            </a:xfrm>
            <a:custGeom>
              <a:avLst/>
              <a:pathLst>
                <a:path w="17721" h="350873">
                  <a:moveTo>
                    <a:pt x="0" y="2133"/>
                  </a:moveTo>
                  <a:lnTo>
                    <a:pt x="17721" y="0"/>
                  </a:lnTo>
                  <a:lnTo>
                    <a:pt x="17721" y="350873"/>
                  </a:lnTo>
                  <a:lnTo>
                    <a:pt x="0" y="350873"/>
                  </a:lnTo>
                  <a:close/>
                </a:path>
              </a:pathLst>
            </a:custGeom>
            <a:solidFill>
              <a:srgbClr val="CF9D88">
                <a:alpha val="100000"/>
              </a:srgbClr>
            </a:solidFill>
            <a:ln w="4762" cap="rnd">
              <a:solidFill>
                <a:srgbClr val="CF9D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3"/>
            <p:cNvSpPr/>
            <p:nvPr/>
          </p:nvSpPr>
          <p:spPr>
            <a:xfrm>
              <a:off x="5670387" y="2307072"/>
              <a:ext cx="17721" cy="353153"/>
            </a:xfrm>
            <a:custGeom>
              <a:avLst/>
              <a:pathLst>
                <a:path w="17721" h="353153">
                  <a:moveTo>
                    <a:pt x="0" y="2279"/>
                  </a:moveTo>
                  <a:lnTo>
                    <a:pt x="17721" y="0"/>
                  </a:lnTo>
                  <a:lnTo>
                    <a:pt x="17721" y="353153"/>
                  </a:lnTo>
                  <a:lnTo>
                    <a:pt x="0" y="353153"/>
                  </a:lnTo>
                  <a:close/>
                </a:path>
              </a:pathLst>
            </a:custGeom>
            <a:solidFill>
              <a:srgbClr val="CE9C88">
                <a:alpha val="100000"/>
              </a:srgbClr>
            </a:solidFill>
            <a:ln w="4762" cap="rnd">
              <a:solidFill>
                <a:srgbClr val="CE9C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4"/>
            <p:cNvSpPr/>
            <p:nvPr/>
          </p:nvSpPr>
          <p:spPr>
            <a:xfrm>
              <a:off x="5688109" y="2304658"/>
              <a:ext cx="17721" cy="355568"/>
            </a:xfrm>
            <a:custGeom>
              <a:avLst/>
              <a:pathLst>
                <a:path w="17721" h="355568">
                  <a:moveTo>
                    <a:pt x="0" y="2414"/>
                  </a:moveTo>
                  <a:lnTo>
                    <a:pt x="17721" y="0"/>
                  </a:lnTo>
                  <a:lnTo>
                    <a:pt x="17721" y="355568"/>
                  </a:lnTo>
                  <a:lnTo>
                    <a:pt x="0" y="355568"/>
                  </a:lnTo>
                  <a:close/>
                </a:path>
              </a:pathLst>
            </a:custGeom>
            <a:solidFill>
              <a:srgbClr val="CE9C87">
                <a:alpha val="100000"/>
              </a:srgbClr>
            </a:solidFill>
            <a:ln w="4762" cap="rnd">
              <a:solidFill>
                <a:srgbClr val="CE9C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5"/>
            <p:cNvSpPr/>
            <p:nvPr/>
          </p:nvSpPr>
          <p:spPr>
            <a:xfrm>
              <a:off x="5705830" y="2299182"/>
              <a:ext cx="35442" cy="361043"/>
            </a:xfrm>
            <a:custGeom>
              <a:avLst/>
              <a:pathLst>
                <a:path w="35442" h="361043">
                  <a:moveTo>
                    <a:pt x="0" y="5475"/>
                  </a:moveTo>
                  <a:lnTo>
                    <a:pt x="17721" y="2813"/>
                  </a:lnTo>
                  <a:lnTo>
                    <a:pt x="35442" y="0"/>
                  </a:lnTo>
                  <a:lnTo>
                    <a:pt x="35442" y="361043"/>
                  </a:lnTo>
                  <a:lnTo>
                    <a:pt x="17721" y="361043"/>
                  </a:lnTo>
                  <a:lnTo>
                    <a:pt x="0" y="361043"/>
                  </a:lnTo>
                  <a:close/>
                </a:path>
              </a:pathLst>
            </a:custGeom>
            <a:solidFill>
              <a:srgbClr val="CE9B87">
                <a:alpha val="100000"/>
              </a:srgbClr>
            </a:solidFill>
            <a:ln w="4762" cap="rnd">
              <a:solidFill>
                <a:srgbClr val="CE9B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6"/>
            <p:cNvSpPr/>
            <p:nvPr/>
          </p:nvSpPr>
          <p:spPr>
            <a:xfrm>
              <a:off x="5741273" y="2296234"/>
              <a:ext cx="17721" cy="363992"/>
            </a:xfrm>
            <a:custGeom>
              <a:avLst/>
              <a:pathLst>
                <a:path w="17721" h="363992">
                  <a:moveTo>
                    <a:pt x="0" y="2948"/>
                  </a:moveTo>
                  <a:lnTo>
                    <a:pt x="17721" y="0"/>
                  </a:lnTo>
                  <a:lnTo>
                    <a:pt x="17721" y="363992"/>
                  </a:lnTo>
                  <a:lnTo>
                    <a:pt x="0" y="363992"/>
                  </a:lnTo>
                  <a:close/>
                </a:path>
              </a:pathLst>
            </a:custGeom>
            <a:solidFill>
              <a:srgbClr val="CD9B86">
                <a:alpha val="100000"/>
              </a:srgbClr>
            </a:solidFill>
            <a:ln w="4762" cap="rnd">
              <a:solidFill>
                <a:srgbClr val="CD9B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7"/>
            <p:cNvSpPr/>
            <p:nvPr/>
          </p:nvSpPr>
          <p:spPr>
            <a:xfrm>
              <a:off x="5758994" y="2293048"/>
              <a:ext cx="17721" cy="367177"/>
            </a:xfrm>
            <a:custGeom>
              <a:avLst/>
              <a:pathLst>
                <a:path w="17721" h="367177">
                  <a:moveTo>
                    <a:pt x="0" y="3185"/>
                  </a:moveTo>
                  <a:lnTo>
                    <a:pt x="17721" y="0"/>
                  </a:lnTo>
                  <a:lnTo>
                    <a:pt x="17721" y="367177"/>
                  </a:lnTo>
                  <a:lnTo>
                    <a:pt x="0" y="367177"/>
                  </a:lnTo>
                  <a:close/>
                </a:path>
              </a:pathLst>
            </a:custGeom>
            <a:solidFill>
              <a:srgbClr val="CD9A86">
                <a:alpha val="100000"/>
              </a:srgbClr>
            </a:solidFill>
            <a:ln w="4762" cap="rnd">
              <a:solidFill>
                <a:srgbClr val="CD9A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8"/>
            <p:cNvSpPr/>
            <p:nvPr/>
          </p:nvSpPr>
          <p:spPr>
            <a:xfrm>
              <a:off x="5776715" y="2289711"/>
              <a:ext cx="17721" cy="370515"/>
            </a:xfrm>
            <a:custGeom>
              <a:avLst/>
              <a:pathLst>
                <a:path w="17721" h="370515">
                  <a:moveTo>
                    <a:pt x="0" y="3337"/>
                  </a:moveTo>
                  <a:lnTo>
                    <a:pt x="17721" y="0"/>
                  </a:lnTo>
                  <a:lnTo>
                    <a:pt x="17721" y="370515"/>
                  </a:lnTo>
                  <a:lnTo>
                    <a:pt x="0" y="370515"/>
                  </a:lnTo>
                  <a:close/>
                </a:path>
              </a:pathLst>
            </a:custGeom>
            <a:solidFill>
              <a:srgbClr val="CD9A85">
                <a:alpha val="100000"/>
              </a:srgbClr>
            </a:solidFill>
            <a:ln w="4762" cap="rnd">
              <a:solidFill>
                <a:srgbClr val="CD9A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09"/>
            <p:cNvSpPr/>
            <p:nvPr/>
          </p:nvSpPr>
          <p:spPr>
            <a:xfrm>
              <a:off x="5794437" y="2282557"/>
              <a:ext cx="35442" cy="377668"/>
            </a:xfrm>
            <a:custGeom>
              <a:avLst/>
              <a:pathLst>
                <a:path w="35442" h="377668">
                  <a:moveTo>
                    <a:pt x="0" y="7153"/>
                  </a:moveTo>
                  <a:lnTo>
                    <a:pt x="17721" y="3686"/>
                  </a:lnTo>
                  <a:lnTo>
                    <a:pt x="35442" y="0"/>
                  </a:lnTo>
                  <a:lnTo>
                    <a:pt x="35442" y="377668"/>
                  </a:lnTo>
                  <a:lnTo>
                    <a:pt x="17721" y="377668"/>
                  </a:lnTo>
                  <a:lnTo>
                    <a:pt x="0" y="377668"/>
                  </a:lnTo>
                  <a:close/>
                </a:path>
              </a:pathLst>
            </a:custGeom>
            <a:solidFill>
              <a:srgbClr val="CD9985">
                <a:alpha val="100000"/>
              </a:srgbClr>
            </a:solidFill>
            <a:ln w="4762" cap="rnd">
              <a:solidFill>
                <a:srgbClr val="CD99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0"/>
            <p:cNvSpPr/>
            <p:nvPr/>
          </p:nvSpPr>
          <p:spPr>
            <a:xfrm>
              <a:off x="5829879" y="2278724"/>
              <a:ext cx="17721" cy="381501"/>
            </a:xfrm>
            <a:custGeom>
              <a:avLst/>
              <a:pathLst>
                <a:path w="17721" h="381501">
                  <a:moveTo>
                    <a:pt x="0" y="3833"/>
                  </a:moveTo>
                  <a:lnTo>
                    <a:pt x="17721" y="0"/>
                  </a:lnTo>
                  <a:lnTo>
                    <a:pt x="17721" y="381501"/>
                  </a:lnTo>
                  <a:lnTo>
                    <a:pt x="0" y="381501"/>
                  </a:lnTo>
                  <a:close/>
                </a:path>
              </a:pathLst>
            </a:custGeom>
            <a:solidFill>
              <a:srgbClr val="CC9984">
                <a:alpha val="100000"/>
              </a:srgbClr>
            </a:solidFill>
            <a:ln w="4762" cap="rnd">
              <a:solidFill>
                <a:srgbClr val="CC99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1"/>
            <p:cNvSpPr/>
            <p:nvPr/>
          </p:nvSpPr>
          <p:spPr>
            <a:xfrm>
              <a:off x="5847601" y="2274772"/>
              <a:ext cx="17721" cy="385453"/>
            </a:xfrm>
            <a:custGeom>
              <a:avLst/>
              <a:pathLst>
                <a:path w="17721" h="385453">
                  <a:moveTo>
                    <a:pt x="0" y="3952"/>
                  </a:moveTo>
                  <a:lnTo>
                    <a:pt x="17721" y="0"/>
                  </a:lnTo>
                  <a:lnTo>
                    <a:pt x="17721" y="385453"/>
                  </a:lnTo>
                  <a:lnTo>
                    <a:pt x="0" y="385453"/>
                  </a:lnTo>
                  <a:close/>
                </a:path>
              </a:pathLst>
            </a:custGeom>
            <a:solidFill>
              <a:srgbClr val="CC9884">
                <a:alpha val="100000"/>
              </a:srgbClr>
            </a:solidFill>
            <a:ln w="4762" cap="rnd">
              <a:solidFill>
                <a:srgbClr val="CC98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2"/>
            <p:cNvSpPr/>
            <p:nvPr/>
          </p:nvSpPr>
          <p:spPr>
            <a:xfrm>
              <a:off x="5865322" y="2270625"/>
              <a:ext cx="17721" cy="389600"/>
            </a:xfrm>
            <a:custGeom>
              <a:avLst/>
              <a:pathLst>
                <a:path w="17721" h="389600">
                  <a:moveTo>
                    <a:pt x="0" y="4146"/>
                  </a:moveTo>
                  <a:lnTo>
                    <a:pt x="17721" y="0"/>
                  </a:lnTo>
                  <a:lnTo>
                    <a:pt x="17721" y="389600"/>
                  </a:lnTo>
                  <a:lnTo>
                    <a:pt x="0" y="389600"/>
                  </a:lnTo>
                  <a:close/>
                </a:path>
              </a:pathLst>
            </a:custGeom>
            <a:solidFill>
              <a:srgbClr val="CC9883">
                <a:alpha val="100000"/>
              </a:srgbClr>
            </a:solidFill>
            <a:ln w="4762" cap="rnd">
              <a:solidFill>
                <a:srgbClr val="CC98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3"/>
            <p:cNvSpPr/>
            <p:nvPr/>
          </p:nvSpPr>
          <p:spPr>
            <a:xfrm>
              <a:off x="5883044" y="2261960"/>
              <a:ext cx="35442" cy="398266"/>
            </a:xfrm>
            <a:custGeom>
              <a:avLst/>
              <a:pathLst>
                <a:path w="35442" h="398266">
                  <a:moveTo>
                    <a:pt x="0" y="8665"/>
                  </a:moveTo>
                  <a:lnTo>
                    <a:pt x="17721" y="4384"/>
                  </a:lnTo>
                  <a:lnTo>
                    <a:pt x="35442" y="0"/>
                  </a:lnTo>
                  <a:lnTo>
                    <a:pt x="35442" y="398266"/>
                  </a:lnTo>
                  <a:lnTo>
                    <a:pt x="17721" y="398266"/>
                  </a:lnTo>
                  <a:lnTo>
                    <a:pt x="0" y="398266"/>
                  </a:lnTo>
                  <a:close/>
                </a:path>
              </a:pathLst>
            </a:custGeom>
            <a:solidFill>
              <a:srgbClr val="CC9783">
                <a:alpha val="100000"/>
              </a:srgbClr>
            </a:solidFill>
            <a:ln w="4762" cap="rnd">
              <a:solidFill>
                <a:srgbClr val="CC97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4"/>
            <p:cNvSpPr/>
            <p:nvPr/>
          </p:nvSpPr>
          <p:spPr>
            <a:xfrm>
              <a:off x="5918486" y="2257413"/>
              <a:ext cx="17721" cy="402812"/>
            </a:xfrm>
            <a:custGeom>
              <a:avLst/>
              <a:pathLst>
                <a:path w="17721" h="402812">
                  <a:moveTo>
                    <a:pt x="0" y="4546"/>
                  </a:moveTo>
                  <a:lnTo>
                    <a:pt x="17721" y="0"/>
                  </a:lnTo>
                  <a:lnTo>
                    <a:pt x="17721" y="402812"/>
                  </a:lnTo>
                  <a:lnTo>
                    <a:pt x="0" y="402812"/>
                  </a:lnTo>
                  <a:close/>
                </a:path>
              </a:pathLst>
            </a:custGeom>
            <a:solidFill>
              <a:srgbClr val="CB9782">
                <a:alpha val="100000"/>
              </a:srgbClr>
            </a:solidFill>
            <a:ln w="4762" cap="rnd">
              <a:solidFill>
                <a:srgbClr val="CB97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5"/>
            <p:cNvSpPr/>
            <p:nvPr/>
          </p:nvSpPr>
          <p:spPr>
            <a:xfrm>
              <a:off x="5936208" y="2252752"/>
              <a:ext cx="17721" cy="407473"/>
            </a:xfrm>
            <a:custGeom>
              <a:avLst/>
              <a:pathLst>
                <a:path w="17721" h="407473">
                  <a:moveTo>
                    <a:pt x="0" y="4661"/>
                  </a:moveTo>
                  <a:lnTo>
                    <a:pt x="17721" y="0"/>
                  </a:lnTo>
                  <a:lnTo>
                    <a:pt x="17721" y="407473"/>
                  </a:lnTo>
                  <a:lnTo>
                    <a:pt x="0" y="407473"/>
                  </a:lnTo>
                  <a:close/>
                </a:path>
              </a:pathLst>
            </a:custGeom>
            <a:solidFill>
              <a:srgbClr val="CB9682">
                <a:alpha val="100000"/>
              </a:srgbClr>
            </a:solidFill>
            <a:ln w="4762" cap="rnd">
              <a:solidFill>
                <a:srgbClr val="CB96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6"/>
            <p:cNvSpPr/>
            <p:nvPr/>
          </p:nvSpPr>
          <p:spPr>
            <a:xfrm>
              <a:off x="5953929" y="2248007"/>
              <a:ext cx="17721" cy="412218"/>
            </a:xfrm>
            <a:custGeom>
              <a:avLst/>
              <a:pathLst>
                <a:path w="17721" h="412218">
                  <a:moveTo>
                    <a:pt x="0" y="4744"/>
                  </a:moveTo>
                  <a:lnTo>
                    <a:pt x="17721" y="0"/>
                  </a:lnTo>
                  <a:lnTo>
                    <a:pt x="17721" y="412218"/>
                  </a:lnTo>
                  <a:lnTo>
                    <a:pt x="0" y="412218"/>
                  </a:lnTo>
                  <a:close/>
                </a:path>
              </a:pathLst>
            </a:custGeom>
            <a:solidFill>
              <a:srgbClr val="CB9681">
                <a:alpha val="100000"/>
              </a:srgbClr>
            </a:solidFill>
            <a:ln w="4762" cap="rnd">
              <a:solidFill>
                <a:srgbClr val="CB9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7"/>
            <p:cNvSpPr/>
            <p:nvPr/>
          </p:nvSpPr>
          <p:spPr>
            <a:xfrm>
              <a:off x="5971650" y="2238185"/>
              <a:ext cx="35442" cy="422041"/>
            </a:xfrm>
            <a:custGeom>
              <a:avLst/>
              <a:pathLst>
                <a:path w="35442" h="422041">
                  <a:moveTo>
                    <a:pt x="0" y="9822"/>
                  </a:moveTo>
                  <a:lnTo>
                    <a:pt x="17721" y="4954"/>
                  </a:lnTo>
                  <a:lnTo>
                    <a:pt x="35442" y="0"/>
                  </a:lnTo>
                  <a:lnTo>
                    <a:pt x="35442" y="422041"/>
                  </a:lnTo>
                  <a:lnTo>
                    <a:pt x="17721" y="422041"/>
                  </a:lnTo>
                  <a:lnTo>
                    <a:pt x="0" y="422041"/>
                  </a:lnTo>
                  <a:close/>
                </a:path>
              </a:pathLst>
            </a:custGeom>
            <a:solidFill>
              <a:srgbClr val="CB9581">
                <a:alpha val="100000"/>
              </a:srgbClr>
            </a:solidFill>
            <a:ln w="4762" cap="rnd">
              <a:solidFill>
                <a:srgbClr val="CB95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8"/>
            <p:cNvSpPr/>
            <p:nvPr/>
          </p:nvSpPr>
          <p:spPr>
            <a:xfrm>
              <a:off x="6007093" y="2233171"/>
              <a:ext cx="17721" cy="427054"/>
            </a:xfrm>
            <a:custGeom>
              <a:avLst/>
              <a:pathLst>
                <a:path w="17721" h="427054">
                  <a:moveTo>
                    <a:pt x="0" y="5013"/>
                  </a:moveTo>
                  <a:lnTo>
                    <a:pt x="17721" y="0"/>
                  </a:lnTo>
                  <a:lnTo>
                    <a:pt x="17721" y="427054"/>
                  </a:lnTo>
                  <a:lnTo>
                    <a:pt x="0" y="427054"/>
                  </a:lnTo>
                  <a:close/>
                </a:path>
              </a:pathLst>
            </a:custGeom>
            <a:solidFill>
              <a:srgbClr val="CA9580">
                <a:alpha val="100000"/>
              </a:srgbClr>
            </a:solidFill>
            <a:ln w="4762" cap="rnd">
              <a:solidFill>
                <a:srgbClr val="CA95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19"/>
            <p:cNvSpPr/>
            <p:nvPr/>
          </p:nvSpPr>
          <p:spPr>
            <a:xfrm>
              <a:off x="6024815" y="2228079"/>
              <a:ext cx="17721" cy="432146"/>
            </a:xfrm>
            <a:custGeom>
              <a:avLst/>
              <a:pathLst>
                <a:path w="17721" h="432146">
                  <a:moveTo>
                    <a:pt x="0" y="5092"/>
                  </a:moveTo>
                  <a:lnTo>
                    <a:pt x="17721" y="0"/>
                  </a:lnTo>
                  <a:lnTo>
                    <a:pt x="17721" y="432146"/>
                  </a:lnTo>
                  <a:lnTo>
                    <a:pt x="0" y="432146"/>
                  </a:lnTo>
                  <a:close/>
                </a:path>
              </a:pathLst>
            </a:custGeom>
            <a:solidFill>
              <a:srgbClr val="CA9480">
                <a:alpha val="100000"/>
              </a:srgbClr>
            </a:solidFill>
            <a:ln w="4762" cap="rnd">
              <a:solidFill>
                <a:srgbClr val="CA94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0"/>
            <p:cNvSpPr/>
            <p:nvPr/>
          </p:nvSpPr>
          <p:spPr>
            <a:xfrm>
              <a:off x="6042536" y="2217765"/>
              <a:ext cx="35442" cy="442460"/>
            </a:xfrm>
            <a:custGeom>
              <a:avLst/>
              <a:pathLst>
                <a:path w="35442" h="442460">
                  <a:moveTo>
                    <a:pt x="0" y="10313"/>
                  </a:moveTo>
                  <a:lnTo>
                    <a:pt x="17721" y="5171"/>
                  </a:lnTo>
                  <a:lnTo>
                    <a:pt x="35442" y="0"/>
                  </a:lnTo>
                  <a:lnTo>
                    <a:pt x="35442" y="442460"/>
                  </a:lnTo>
                  <a:lnTo>
                    <a:pt x="17721" y="442460"/>
                  </a:lnTo>
                  <a:lnTo>
                    <a:pt x="0" y="442460"/>
                  </a:lnTo>
                  <a:close/>
                </a:path>
              </a:pathLst>
            </a:custGeom>
            <a:solidFill>
              <a:srgbClr val="CA947F">
                <a:alpha val="100000"/>
              </a:srgbClr>
            </a:solidFill>
            <a:ln w="4762" cap="rnd">
              <a:solidFill>
                <a:srgbClr val="CA94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1"/>
            <p:cNvSpPr/>
            <p:nvPr/>
          </p:nvSpPr>
          <p:spPr>
            <a:xfrm>
              <a:off x="6077979" y="2212563"/>
              <a:ext cx="17721" cy="447663"/>
            </a:xfrm>
            <a:custGeom>
              <a:avLst/>
              <a:pathLst>
                <a:path w="17721" h="447663">
                  <a:moveTo>
                    <a:pt x="0" y="5202"/>
                  </a:moveTo>
                  <a:lnTo>
                    <a:pt x="17721" y="0"/>
                  </a:lnTo>
                  <a:lnTo>
                    <a:pt x="17721" y="447663"/>
                  </a:lnTo>
                  <a:lnTo>
                    <a:pt x="0" y="447663"/>
                  </a:lnTo>
                  <a:close/>
                </a:path>
              </a:pathLst>
            </a:custGeom>
            <a:solidFill>
              <a:srgbClr val="C9937F">
                <a:alpha val="100000"/>
              </a:srgbClr>
            </a:solidFill>
            <a:ln w="4762" cap="rnd">
              <a:solidFill>
                <a:srgbClr val="C99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2"/>
            <p:cNvSpPr/>
            <p:nvPr/>
          </p:nvSpPr>
          <p:spPr>
            <a:xfrm>
              <a:off x="6095700" y="2207354"/>
              <a:ext cx="17721" cy="452871"/>
            </a:xfrm>
            <a:custGeom>
              <a:avLst/>
              <a:pathLst>
                <a:path w="17721" h="452871">
                  <a:moveTo>
                    <a:pt x="0" y="5208"/>
                  </a:moveTo>
                  <a:lnTo>
                    <a:pt x="17721" y="0"/>
                  </a:lnTo>
                  <a:lnTo>
                    <a:pt x="17721" y="452871"/>
                  </a:lnTo>
                  <a:lnTo>
                    <a:pt x="0" y="452871"/>
                  </a:lnTo>
                  <a:close/>
                </a:path>
              </a:pathLst>
            </a:custGeom>
            <a:solidFill>
              <a:srgbClr val="C9937E">
                <a:alpha val="100000"/>
              </a:srgbClr>
            </a:solidFill>
            <a:ln w="4762" cap="rnd">
              <a:solidFill>
                <a:srgbClr val="C99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3"/>
            <p:cNvSpPr/>
            <p:nvPr/>
          </p:nvSpPr>
          <p:spPr>
            <a:xfrm>
              <a:off x="6113421" y="2202149"/>
              <a:ext cx="17721" cy="458076"/>
            </a:xfrm>
            <a:custGeom>
              <a:avLst/>
              <a:pathLst>
                <a:path w="17721" h="458076">
                  <a:moveTo>
                    <a:pt x="0" y="5204"/>
                  </a:moveTo>
                  <a:lnTo>
                    <a:pt x="17721" y="0"/>
                  </a:lnTo>
                  <a:lnTo>
                    <a:pt x="17721" y="458076"/>
                  </a:lnTo>
                  <a:lnTo>
                    <a:pt x="0" y="458076"/>
                  </a:lnTo>
                  <a:close/>
                </a:path>
              </a:pathLst>
            </a:custGeom>
            <a:solidFill>
              <a:srgbClr val="C9927E">
                <a:alpha val="100000"/>
              </a:srgbClr>
            </a:solidFill>
            <a:ln w="4762" cap="rnd">
              <a:solidFill>
                <a:srgbClr val="C992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4"/>
            <p:cNvSpPr/>
            <p:nvPr/>
          </p:nvSpPr>
          <p:spPr>
            <a:xfrm>
              <a:off x="6131143" y="2191824"/>
              <a:ext cx="35442" cy="468401"/>
            </a:xfrm>
            <a:custGeom>
              <a:avLst/>
              <a:pathLst>
                <a:path w="35442" h="468401">
                  <a:moveTo>
                    <a:pt x="0" y="10325"/>
                  </a:moveTo>
                  <a:lnTo>
                    <a:pt x="17721" y="5139"/>
                  </a:lnTo>
                  <a:lnTo>
                    <a:pt x="35442" y="0"/>
                  </a:lnTo>
                  <a:lnTo>
                    <a:pt x="35442" y="468401"/>
                  </a:lnTo>
                  <a:lnTo>
                    <a:pt x="17721" y="468401"/>
                  </a:lnTo>
                  <a:lnTo>
                    <a:pt x="0" y="468401"/>
                  </a:lnTo>
                  <a:close/>
                </a:path>
              </a:pathLst>
            </a:custGeom>
            <a:solidFill>
              <a:srgbClr val="C9927D">
                <a:alpha val="100000"/>
              </a:srgbClr>
            </a:solidFill>
            <a:ln w="4762" cap="rnd">
              <a:solidFill>
                <a:srgbClr val="C992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5"/>
            <p:cNvSpPr/>
            <p:nvPr/>
          </p:nvSpPr>
          <p:spPr>
            <a:xfrm>
              <a:off x="6166585" y="2186725"/>
              <a:ext cx="17721" cy="473500"/>
            </a:xfrm>
            <a:custGeom>
              <a:avLst/>
              <a:pathLst>
                <a:path w="17721" h="473500">
                  <a:moveTo>
                    <a:pt x="0" y="5099"/>
                  </a:moveTo>
                  <a:lnTo>
                    <a:pt x="17721" y="0"/>
                  </a:lnTo>
                  <a:lnTo>
                    <a:pt x="17721" y="473500"/>
                  </a:lnTo>
                  <a:lnTo>
                    <a:pt x="0" y="473500"/>
                  </a:lnTo>
                  <a:close/>
                </a:path>
              </a:pathLst>
            </a:custGeom>
            <a:solidFill>
              <a:srgbClr val="C8917D">
                <a:alpha val="100000"/>
              </a:srgbClr>
            </a:solidFill>
            <a:ln w="4762" cap="rnd">
              <a:solidFill>
                <a:srgbClr val="C891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6"/>
            <p:cNvSpPr/>
            <p:nvPr/>
          </p:nvSpPr>
          <p:spPr>
            <a:xfrm>
              <a:off x="6184307" y="2181696"/>
              <a:ext cx="17721" cy="478530"/>
            </a:xfrm>
            <a:custGeom>
              <a:avLst/>
              <a:pathLst>
                <a:path w="17721" h="478530">
                  <a:moveTo>
                    <a:pt x="0" y="5029"/>
                  </a:moveTo>
                  <a:lnTo>
                    <a:pt x="17721" y="0"/>
                  </a:lnTo>
                  <a:lnTo>
                    <a:pt x="17721" y="478530"/>
                  </a:lnTo>
                  <a:lnTo>
                    <a:pt x="0" y="478530"/>
                  </a:lnTo>
                  <a:close/>
                </a:path>
              </a:pathLst>
            </a:custGeom>
            <a:solidFill>
              <a:srgbClr val="C8917C">
                <a:alpha val="100000"/>
              </a:srgbClr>
            </a:solidFill>
            <a:ln w="4762" cap="rnd">
              <a:solidFill>
                <a:srgbClr val="C891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7"/>
            <p:cNvSpPr/>
            <p:nvPr/>
          </p:nvSpPr>
          <p:spPr>
            <a:xfrm>
              <a:off x="6202028" y="2176769"/>
              <a:ext cx="17721" cy="483456"/>
            </a:xfrm>
            <a:custGeom>
              <a:avLst/>
              <a:pathLst>
                <a:path w="17721" h="483456">
                  <a:moveTo>
                    <a:pt x="0" y="4926"/>
                  </a:moveTo>
                  <a:lnTo>
                    <a:pt x="17721" y="0"/>
                  </a:lnTo>
                  <a:lnTo>
                    <a:pt x="17721" y="483456"/>
                  </a:lnTo>
                  <a:lnTo>
                    <a:pt x="0" y="483456"/>
                  </a:lnTo>
                  <a:close/>
                </a:path>
              </a:pathLst>
            </a:custGeom>
            <a:solidFill>
              <a:srgbClr val="C8907C">
                <a:alpha val="100000"/>
              </a:srgbClr>
            </a:solidFill>
            <a:ln w="4762" cap="rnd">
              <a:solidFill>
                <a:srgbClr val="C890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8"/>
            <p:cNvSpPr/>
            <p:nvPr/>
          </p:nvSpPr>
          <p:spPr>
            <a:xfrm>
              <a:off x="6219750" y="2167194"/>
              <a:ext cx="35442" cy="493031"/>
            </a:xfrm>
            <a:custGeom>
              <a:avLst/>
              <a:pathLst>
                <a:path w="35442" h="493031">
                  <a:moveTo>
                    <a:pt x="0" y="9575"/>
                  </a:moveTo>
                  <a:lnTo>
                    <a:pt x="17721" y="4727"/>
                  </a:lnTo>
                  <a:lnTo>
                    <a:pt x="35442" y="0"/>
                  </a:lnTo>
                  <a:lnTo>
                    <a:pt x="35442" y="493031"/>
                  </a:lnTo>
                  <a:lnTo>
                    <a:pt x="17721" y="493031"/>
                  </a:lnTo>
                  <a:lnTo>
                    <a:pt x="0" y="493031"/>
                  </a:lnTo>
                  <a:close/>
                </a:path>
              </a:pathLst>
            </a:custGeom>
            <a:solidFill>
              <a:srgbClr val="C8907B">
                <a:alpha val="100000"/>
              </a:srgbClr>
            </a:solidFill>
            <a:ln w="4762" cap="rnd">
              <a:solidFill>
                <a:srgbClr val="C890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29"/>
            <p:cNvSpPr/>
            <p:nvPr/>
          </p:nvSpPr>
          <p:spPr>
            <a:xfrm>
              <a:off x="6255192" y="2162632"/>
              <a:ext cx="17721" cy="497593"/>
            </a:xfrm>
            <a:custGeom>
              <a:avLst/>
              <a:pathLst>
                <a:path w="17721" h="497593">
                  <a:moveTo>
                    <a:pt x="0" y="4562"/>
                  </a:moveTo>
                  <a:lnTo>
                    <a:pt x="17721" y="0"/>
                  </a:lnTo>
                  <a:lnTo>
                    <a:pt x="17721" y="497593"/>
                  </a:lnTo>
                  <a:lnTo>
                    <a:pt x="0" y="497593"/>
                  </a:lnTo>
                  <a:close/>
                </a:path>
              </a:pathLst>
            </a:custGeom>
            <a:solidFill>
              <a:srgbClr val="C78F7B">
                <a:alpha val="100000"/>
              </a:srgbClr>
            </a:solidFill>
            <a:ln w="4762" cap="rnd">
              <a:solidFill>
                <a:srgbClr val="C78F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0"/>
            <p:cNvSpPr/>
            <p:nvPr/>
          </p:nvSpPr>
          <p:spPr>
            <a:xfrm>
              <a:off x="6272914" y="2158186"/>
              <a:ext cx="17721" cy="502039"/>
            </a:xfrm>
            <a:custGeom>
              <a:avLst/>
              <a:pathLst>
                <a:path w="17721" h="502039">
                  <a:moveTo>
                    <a:pt x="0" y="4445"/>
                  </a:moveTo>
                  <a:lnTo>
                    <a:pt x="17721" y="0"/>
                  </a:lnTo>
                  <a:lnTo>
                    <a:pt x="17721" y="502039"/>
                  </a:lnTo>
                  <a:lnTo>
                    <a:pt x="0" y="502039"/>
                  </a:lnTo>
                  <a:close/>
                </a:path>
              </a:pathLst>
            </a:custGeom>
            <a:solidFill>
              <a:srgbClr val="C78F7A">
                <a:alpha val="100000"/>
              </a:srgbClr>
            </a:solidFill>
            <a:ln w="4762" cap="rnd">
              <a:solidFill>
                <a:srgbClr val="C78F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1"/>
            <p:cNvSpPr/>
            <p:nvPr/>
          </p:nvSpPr>
          <p:spPr>
            <a:xfrm>
              <a:off x="6290635" y="2153908"/>
              <a:ext cx="17721" cy="506317"/>
            </a:xfrm>
            <a:custGeom>
              <a:avLst/>
              <a:pathLst>
                <a:path w="17721" h="506317">
                  <a:moveTo>
                    <a:pt x="0" y="4278"/>
                  </a:moveTo>
                  <a:lnTo>
                    <a:pt x="17721" y="0"/>
                  </a:lnTo>
                  <a:lnTo>
                    <a:pt x="17721" y="506317"/>
                  </a:lnTo>
                  <a:lnTo>
                    <a:pt x="0" y="506317"/>
                  </a:lnTo>
                  <a:close/>
                </a:path>
              </a:pathLst>
            </a:custGeom>
            <a:solidFill>
              <a:srgbClr val="C78E7A">
                <a:alpha val="100000"/>
              </a:srgbClr>
            </a:solidFill>
            <a:ln w="4762" cap="rnd">
              <a:solidFill>
                <a:srgbClr val="C78E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2"/>
            <p:cNvSpPr/>
            <p:nvPr/>
          </p:nvSpPr>
          <p:spPr>
            <a:xfrm>
              <a:off x="6308356" y="2149860"/>
              <a:ext cx="17721" cy="510365"/>
            </a:xfrm>
            <a:custGeom>
              <a:avLst/>
              <a:pathLst>
                <a:path w="17721" h="510365">
                  <a:moveTo>
                    <a:pt x="0" y="4048"/>
                  </a:moveTo>
                  <a:lnTo>
                    <a:pt x="17721" y="0"/>
                  </a:lnTo>
                  <a:lnTo>
                    <a:pt x="17721" y="510365"/>
                  </a:lnTo>
                  <a:lnTo>
                    <a:pt x="0" y="510365"/>
                  </a:lnTo>
                  <a:close/>
                </a:path>
              </a:pathLst>
            </a:custGeom>
            <a:solidFill>
              <a:srgbClr val="C78E79">
                <a:alpha val="100000"/>
              </a:srgbClr>
            </a:solidFill>
            <a:ln w="4762" cap="rnd">
              <a:solidFill>
                <a:srgbClr val="C7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3"/>
            <p:cNvSpPr/>
            <p:nvPr/>
          </p:nvSpPr>
          <p:spPr>
            <a:xfrm>
              <a:off x="6326078" y="2145966"/>
              <a:ext cx="17721" cy="514259"/>
            </a:xfrm>
            <a:custGeom>
              <a:avLst/>
              <a:pathLst>
                <a:path w="17721" h="514259">
                  <a:moveTo>
                    <a:pt x="0" y="3893"/>
                  </a:moveTo>
                  <a:lnTo>
                    <a:pt x="17721" y="0"/>
                  </a:lnTo>
                  <a:lnTo>
                    <a:pt x="17721" y="514259"/>
                  </a:lnTo>
                  <a:lnTo>
                    <a:pt x="0" y="514259"/>
                  </a:lnTo>
                  <a:close/>
                </a:path>
              </a:pathLst>
            </a:custGeom>
            <a:solidFill>
              <a:srgbClr val="C68E79">
                <a:alpha val="100000"/>
              </a:srgbClr>
            </a:solidFill>
            <a:ln w="4762" cap="rnd">
              <a:solidFill>
                <a:srgbClr val="C6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4"/>
            <p:cNvSpPr/>
            <p:nvPr/>
          </p:nvSpPr>
          <p:spPr>
            <a:xfrm>
              <a:off x="6343799" y="2142283"/>
              <a:ext cx="17721" cy="517942"/>
            </a:xfrm>
            <a:custGeom>
              <a:avLst/>
              <a:pathLst>
                <a:path w="17721" h="517942">
                  <a:moveTo>
                    <a:pt x="0" y="3683"/>
                  </a:moveTo>
                  <a:lnTo>
                    <a:pt x="17721" y="0"/>
                  </a:lnTo>
                  <a:lnTo>
                    <a:pt x="17721" y="517942"/>
                  </a:lnTo>
                  <a:lnTo>
                    <a:pt x="0" y="517942"/>
                  </a:lnTo>
                  <a:close/>
                </a:path>
              </a:pathLst>
            </a:custGeom>
            <a:solidFill>
              <a:srgbClr val="C68D79">
                <a:alpha val="100000"/>
              </a:srgbClr>
            </a:solidFill>
            <a:ln w="4762" cap="rnd">
              <a:solidFill>
                <a:srgbClr val="C68D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5"/>
            <p:cNvSpPr/>
            <p:nvPr/>
          </p:nvSpPr>
          <p:spPr>
            <a:xfrm>
              <a:off x="6361521" y="2135696"/>
              <a:ext cx="35442" cy="524530"/>
            </a:xfrm>
            <a:custGeom>
              <a:avLst/>
              <a:pathLst>
                <a:path w="35442" h="524530">
                  <a:moveTo>
                    <a:pt x="0" y="6587"/>
                  </a:moveTo>
                  <a:lnTo>
                    <a:pt x="17721" y="3198"/>
                  </a:lnTo>
                  <a:lnTo>
                    <a:pt x="35442" y="0"/>
                  </a:lnTo>
                  <a:lnTo>
                    <a:pt x="35442" y="524530"/>
                  </a:lnTo>
                  <a:lnTo>
                    <a:pt x="17721" y="524530"/>
                  </a:lnTo>
                  <a:lnTo>
                    <a:pt x="0" y="524530"/>
                  </a:lnTo>
                  <a:close/>
                </a:path>
              </a:pathLst>
            </a:custGeom>
            <a:solidFill>
              <a:srgbClr val="C68D78">
                <a:alpha val="100000"/>
              </a:srgbClr>
            </a:solidFill>
            <a:ln w="4762" cap="rnd">
              <a:solidFill>
                <a:srgbClr val="C68D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6"/>
            <p:cNvSpPr/>
            <p:nvPr/>
          </p:nvSpPr>
          <p:spPr>
            <a:xfrm>
              <a:off x="6396963" y="2132743"/>
              <a:ext cx="17721" cy="527482"/>
            </a:xfrm>
            <a:custGeom>
              <a:avLst/>
              <a:pathLst>
                <a:path w="17721" h="527482">
                  <a:moveTo>
                    <a:pt x="0" y="2952"/>
                  </a:moveTo>
                  <a:lnTo>
                    <a:pt x="17721" y="0"/>
                  </a:lnTo>
                  <a:lnTo>
                    <a:pt x="17721" y="527482"/>
                  </a:lnTo>
                  <a:lnTo>
                    <a:pt x="0" y="527482"/>
                  </a:lnTo>
                  <a:close/>
                </a:path>
              </a:pathLst>
            </a:custGeom>
            <a:solidFill>
              <a:srgbClr val="C68C77">
                <a:alpha val="100000"/>
              </a:srgbClr>
            </a:solidFill>
            <a:ln w="4762" cap="rnd">
              <a:solidFill>
                <a:srgbClr val="C6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7"/>
            <p:cNvSpPr/>
            <p:nvPr/>
          </p:nvSpPr>
          <p:spPr>
            <a:xfrm>
              <a:off x="6414685" y="2130149"/>
              <a:ext cx="17721" cy="530076"/>
            </a:xfrm>
            <a:custGeom>
              <a:avLst/>
              <a:pathLst>
                <a:path w="17721" h="530076">
                  <a:moveTo>
                    <a:pt x="0" y="2594"/>
                  </a:moveTo>
                  <a:lnTo>
                    <a:pt x="17721" y="0"/>
                  </a:lnTo>
                  <a:lnTo>
                    <a:pt x="17721" y="530076"/>
                  </a:lnTo>
                  <a:lnTo>
                    <a:pt x="0" y="530076"/>
                  </a:lnTo>
                  <a:close/>
                </a:path>
              </a:pathLst>
            </a:custGeom>
            <a:solidFill>
              <a:srgbClr val="C58C77">
                <a:alpha val="100000"/>
              </a:srgbClr>
            </a:solidFill>
            <a:ln w="4762" cap="rnd">
              <a:solidFill>
                <a:srgbClr val="C5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8"/>
            <p:cNvSpPr/>
            <p:nvPr/>
          </p:nvSpPr>
          <p:spPr>
            <a:xfrm>
              <a:off x="6432406" y="2127777"/>
              <a:ext cx="17721" cy="532448"/>
            </a:xfrm>
            <a:custGeom>
              <a:avLst/>
              <a:pathLst>
                <a:path w="17721" h="532448">
                  <a:moveTo>
                    <a:pt x="0" y="2372"/>
                  </a:moveTo>
                  <a:lnTo>
                    <a:pt x="17721" y="0"/>
                  </a:lnTo>
                  <a:lnTo>
                    <a:pt x="17721" y="532448"/>
                  </a:lnTo>
                  <a:lnTo>
                    <a:pt x="0" y="532448"/>
                  </a:lnTo>
                  <a:close/>
                </a:path>
              </a:pathLst>
            </a:custGeom>
            <a:solidFill>
              <a:srgbClr val="C58B77">
                <a:alpha val="100000"/>
              </a:srgbClr>
            </a:solidFill>
            <a:ln w="4762" cap="rnd">
              <a:solidFill>
                <a:srgbClr val="C58B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39"/>
            <p:cNvSpPr/>
            <p:nvPr/>
          </p:nvSpPr>
          <p:spPr>
            <a:xfrm>
              <a:off x="6450127" y="2123999"/>
              <a:ext cx="35442" cy="536226"/>
            </a:xfrm>
            <a:custGeom>
              <a:avLst/>
              <a:pathLst>
                <a:path w="35442" h="536226">
                  <a:moveTo>
                    <a:pt x="0" y="3777"/>
                  </a:moveTo>
                  <a:lnTo>
                    <a:pt x="17721" y="1680"/>
                  </a:lnTo>
                  <a:lnTo>
                    <a:pt x="35442" y="0"/>
                  </a:lnTo>
                  <a:lnTo>
                    <a:pt x="35442" y="536226"/>
                  </a:lnTo>
                  <a:lnTo>
                    <a:pt x="17721" y="536226"/>
                  </a:lnTo>
                  <a:lnTo>
                    <a:pt x="0" y="536226"/>
                  </a:lnTo>
                  <a:close/>
                </a:path>
              </a:pathLst>
            </a:custGeom>
            <a:solidFill>
              <a:srgbClr val="C58B76">
                <a:alpha val="100000"/>
              </a:srgbClr>
            </a:solidFill>
            <a:ln w="4762" cap="rnd">
              <a:solidFill>
                <a:srgbClr val="C58B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0"/>
            <p:cNvSpPr/>
            <p:nvPr/>
          </p:nvSpPr>
          <p:spPr>
            <a:xfrm>
              <a:off x="6485570" y="2121431"/>
              <a:ext cx="35442" cy="538794"/>
            </a:xfrm>
            <a:custGeom>
              <a:avLst/>
              <a:pathLst>
                <a:path w="35442" h="538794">
                  <a:moveTo>
                    <a:pt x="0" y="2567"/>
                  </a:moveTo>
                  <a:lnTo>
                    <a:pt x="17721" y="1136"/>
                  </a:lnTo>
                  <a:lnTo>
                    <a:pt x="35442" y="0"/>
                  </a:lnTo>
                  <a:lnTo>
                    <a:pt x="35442" y="538794"/>
                  </a:lnTo>
                  <a:lnTo>
                    <a:pt x="17721" y="538794"/>
                  </a:lnTo>
                  <a:lnTo>
                    <a:pt x="0" y="538794"/>
                  </a:lnTo>
                  <a:close/>
                </a:path>
              </a:pathLst>
            </a:custGeom>
            <a:solidFill>
              <a:srgbClr val="C48A75">
                <a:alpha val="100000"/>
              </a:srgbClr>
            </a:solidFill>
            <a:ln w="4762" cap="rnd">
              <a:solidFill>
                <a:srgbClr val="C48A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1"/>
            <p:cNvSpPr/>
            <p:nvPr/>
          </p:nvSpPr>
          <p:spPr>
            <a:xfrm>
              <a:off x="6521013" y="2120762"/>
              <a:ext cx="17721" cy="539463"/>
            </a:xfrm>
            <a:custGeom>
              <a:avLst/>
              <a:pathLst>
                <a:path w="17721" h="539463">
                  <a:moveTo>
                    <a:pt x="0" y="668"/>
                  </a:moveTo>
                  <a:lnTo>
                    <a:pt x="17721" y="0"/>
                  </a:lnTo>
                  <a:lnTo>
                    <a:pt x="17721" y="539463"/>
                  </a:lnTo>
                  <a:lnTo>
                    <a:pt x="0" y="539463"/>
                  </a:lnTo>
                  <a:close/>
                </a:path>
              </a:pathLst>
            </a:custGeom>
            <a:solidFill>
              <a:srgbClr val="C48975">
                <a:alpha val="100000"/>
              </a:srgbClr>
            </a:solidFill>
            <a:ln w="4762" cap="rnd">
              <a:solidFill>
                <a:srgbClr val="C489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2"/>
            <p:cNvSpPr/>
            <p:nvPr/>
          </p:nvSpPr>
          <p:spPr>
            <a:xfrm>
              <a:off x="6538734" y="2120272"/>
              <a:ext cx="35442" cy="539953"/>
            </a:xfrm>
            <a:custGeom>
              <a:avLst/>
              <a:pathLst>
                <a:path w="35442" h="539953">
                  <a:moveTo>
                    <a:pt x="0" y="490"/>
                  </a:moveTo>
                  <a:lnTo>
                    <a:pt x="17721" y="91"/>
                  </a:lnTo>
                  <a:lnTo>
                    <a:pt x="35442" y="0"/>
                  </a:lnTo>
                  <a:lnTo>
                    <a:pt x="35442" y="539953"/>
                  </a:lnTo>
                  <a:lnTo>
                    <a:pt x="17721" y="539953"/>
                  </a:lnTo>
                  <a:lnTo>
                    <a:pt x="0" y="539953"/>
                  </a:lnTo>
                  <a:close/>
                </a:path>
              </a:pathLst>
            </a:custGeom>
            <a:solidFill>
              <a:srgbClr val="C48974">
                <a:alpha val="100000"/>
              </a:srgbClr>
            </a:solidFill>
            <a:ln w="4762" cap="rnd">
              <a:solidFill>
                <a:srgbClr val="C489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3"/>
            <p:cNvSpPr/>
            <p:nvPr/>
          </p:nvSpPr>
          <p:spPr>
            <a:xfrm>
              <a:off x="6574177" y="2120272"/>
              <a:ext cx="35442" cy="539953"/>
            </a:xfrm>
            <a:custGeom>
              <a:avLst/>
              <a:pathLst>
                <a:path w="35442" h="539953">
                  <a:moveTo>
                    <a:pt x="0" y="0"/>
                  </a:moveTo>
                  <a:lnTo>
                    <a:pt x="17721" y="417"/>
                  </a:lnTo>
                  <a:lnTo>
                    <a:pt x="35442" y="1119"/>
                  </a:lnTo>
                  <a:lnTo>
                    <a:pt x="35442" y="539953"/>
                  </a:lnTo>
                  <a:lnTo>
                    <a:pt x="17721" y="539953"/>
                  </a:lnTo>
                  <a:lnTo>
                    <a:pt x="0" y="539953"/>
                  </a:lnTo>
                  <a:close/>
                </a:path>
              </a:pathLst>
            </a:custGeom>
            <a:solidFill>
              <a:srgbClr val="C38873">
                <a:alpha val="100000"/>
              </a:srgbClr>
            </a:solidFill>
            <a:ln w="4762" cap="rnd">
              <a:solidFill>
                <a:srgbClr val="C388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4"/>
            <p:cNvSpPr/>
            <p:nvPr/>
          </p:nvSpPr>
          <p:spPr>
            <a:xfrm>
              <a:off x="6609620" y="2121392"/>
              <a:ext cx="17721" cy="538833"/>
            </a:xfrm>
            <a:custGeom>
              <a:avLst/>
              <a:pathLst>
                <a:path w="17721" h="538833">
                  <a:moveTo>
                    <a:pt x="0" y="0"/>
                  </a:moveTo>
                  <a:lnTo>
                    <a:pt x="17721" y="1011"/>
                  </a:lnTo>
                  <a:lnTo>
                    <a:pt x="17721" y="538833"/>
                  </a:lnTo>
                  <a:lnTo>
                    <a:pt x="0" y="538833"/>
                  </a:lnTo>
                  <a:close/>
                </a:path>
              </a:pathLst>
            </a:custGeom>
            <a:solidFill>
              <a:srgbClr val="C38773">
                <a:alpha val="100000"/>
              </a:srgbClr>
            </a:solidFill>
            <a:ln w="4762" cap="rnd">
              <a:solidFill>
                <a:srgbClr val="C387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5"/>
            <p:cNvSpPr/>
            <p:nvPr/>
          </p:nvSpPr>
          <p:spPr>
            <a:xfrm>
              <a:off x="6627341" y="2122403"/>
              <a:ext cx="35442" cy="537822"/>
            </a:xfrm>
            <a:custGeom>
              <a:avLst/>
              <a:pathLst>
                <a:path w="35442" h="537822">
                  <a:moveTo>
                    <a:pt x="0" y="0"/>
                  </a:moveTo>
                  <a:lnTo>
                    <a:pt x="17721" y="1550"/>
                  </a:lnTo>
                  <a:lnTo>
                    <a:pt x="35442" y="3391"/>
                  </a:lnTo>
                  <a:lnTo>
                    <a:pt x="35442" y="537822"/>
                  </a:lnTo>
                  <a:lnTo>
                    <a:pt x="17721" y="537822"/>
                  </a:lnTo>
                  <a:lnTo>
                    <a:pt x="0" y="537822"/>
                  </a:lnTo>
                  <a:close/>
                </a:path>
              </a:pathLst>
            </a:custGeom>
            <a:solidFill>
              <a:srgbClr val="C38772">
                <a:alpha val="100000"/>
              </a:srgbClr>
            </a:solidFill>
            <a:ln w="4762" cap="rnd">
              <a:solidFill>
                <a:srgbClr val="C387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6"/>
            <p:cNvSpPr/>
            <p:nvPr/>
          </p:nvSpPr>
          <p:spPr>
            <a:xfrm>
              <a:off x="6662784" y="2125794"/>
              <a:ext cx="53164" cy="534431"/>
            </a:xfrm>
            <a:custGeom>
              <a:avLst/>
              <a:pathLst>
                <a:path w="53164" h="534431">
                  <a:moveTo>
                    <a:pt x="0" y="0"/>
                  </a:moveTo>
                  <a:lnTo>
                    <a:pt x="17721" y="2144"/>
                  </a:lnTo>
                  <a:lnTo>
                    <a:pt x="35442" y="4844"/>
                  </a:lnTo>
                  <a:lnTo>
                    <a:pt x="53164" y="7833"/>
                  </a:lnTo>
                  <a:lnTo>
                    <a:pt x="53164" y="534431"/>
                  </a:lnTo>
                  <a:lnTo>
                    <a:pt x="35442" y="534431"/>
                  </a:lnTo>
                  <a:lnTo>
                    <a:pt x="17721" y="534431"/>
                  </a:lnTo>
                  <a:lnTo>
                    <a:pt x="0" y="534431"/>
                  </a:lnTo>
                  <a:close/>
                </a:path>
              </a:pathLst>
            </a:custGeom>
            <a:solidFill>
              <a:srgbClr val="C28671">
                <a:alpha val="100000"/>
              </a:srgbClr>
            </a:solidFill>
            <a:ln w="4762" cap="rnd">
              <a:solidFill>
                <a:srgbClr val="C286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7"/>
            <p:cNvSpPr/>
            <p:nvPr/>
          </p:nvSpPr>
          <p:spPr>
            <a:xfrm>
              <a:off x="6715948" y="2133628"/>
              <a:ext cx="17721" cy="526598"/>
            </a:xfrm>
            <a:custGeom>
              <a:avLst/>
              <a:pathLst>
                <a:path w="17721" h="526598">
                  <a:moveTo>
                    <a:pt x="0" y="0"/>
                  </a:moveTo>
                  <a:lnTo>
                    <a:pt x="17721" y="3277"/>
                  </a:lnTo>
                  <a:lnTo>
                    <a:pt x="17721" y="526598"/>
                  </a:lnTo>
                  <a:lnTo>
                    <a:pt x="0" y="526598"/>
                  </a:lnTo>
                  <a:close/>
                </a:path>
              </a:pathLst>
            </a:custGeom>
            <a:solidFill>
              <a:srgbClr val="C28570">
                <a:alpha val="100000"/>
              </a:srgbClr>
            </a:solidFill>
            <a:ln w="4762" cap="rnd">
              <a:solidFill>
                <a:srgbClr val="C2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8"/>
            <p:cNvSpPr/>
            <p:nvPr/>
          </p:nvSpPr>
          <p:spPr>
            <a:xfrm>
              <a:off x="6733669" y="2136905"/>
              <a:ext cx="17721" cy="523320"/>
            </a:xfrm>
            <a:custGeom>
              <a:avLst/>
              <a:pathLst>
                <a:path w="17721" h="523320">
                  <a:moveTo>
                    <a:pt x="0" y="0"/>
                  </a:moveTo>
                  <a:lnTo>
                    <a:pt x="17721" y="3835"/>
                  </a:lnTo>
                  <a:lnTo>
                    <a:pt x="17721" y="523320"/>
                  </a:lnTo>
                  <a:lnTo>
                    <a:pt x="0" y="523320"/>
                  </a:lnTo>
                  <a:close/>
                </a:path>
              </a:pathLst>
            </a:custGeom>
            <a:solidFill>
              <a:srgbClr val="C18570">
                <a:alpha val="100000"/>
              </a:srgbClr>
            </a:solidFill>
            <a:ln w="4762" cap="rnd">
              <a:solidFill>
                <a:srgbClr val="C1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49"/>
            <p:cNvSpPr/>
            <p:nvPr/>
          </p:nvSpPr>
          <p:spPr>
            <a:xfrm>
              <a:off x="6751391" y="2140741"/>
              <a:ext cx="53164" cy="519484"/>
            </a:xfrm>
            <a:custGeom>
              <a:avLst/>
              <a:pathLst>
                <a:path w="53164" h="519484">
                  <a:moveTo>
                    <a:pt x="0" y="0"/>
                  </a:moveTo>
                  <a:lnTo>
                    <a:pt x="17721" y="4115"/>
                  </a:lnTo>
                  <a:lnTo>
                    <a:pt x="35442" y="8510"/>
                  </a:lnTo>
                  <a:lnTo>
                    <a:pt x="53164" y="13425"/>
                  </a:lnTo>
                  <a:lnTo>
                    <a:pt x="53164" y="519484"/>
                  </a:lnTo>
                  <a:lnTo>
                    <a:pt x="35442" y="519484"/>
                  </a:lnTo>
                  <a:lnTo>
                    <a:pt x="17721" y="519484"/>
                  </a:lnTo>
                  <a:lnTo>
                    <a:pt x="0" y="519484"/>
                  </a:lnTo>
                  <a:close/>
                </a:path>
              </a:pathLst>
            </a:custGeom>
            <a:solidFill>
              <a:srgbClr val="C1846F">
                <a:alpha val="100000"/>
              </a:srgbClr>
            </a:solidFill>
            <a:ln w="4762" cap="rnd">
              <a:solidFill>
                <a:srgbClr val="C184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0"/>
            <p:cNvSpPr/>
            <p:nvPr/>
          </p:nvSpPr>
          <p:spPr>
            <a:xfrm>
              <a:off x="6804555" y="2154167"/>
              <a:ext cx="17721" cy="506058"/>
            </a:xfrm>
            <a:custGeom>
              <a:avLst/>
              <a:pathLst>
                <a:path w="17721" h="506058">
                  <a:moveTo>
                    <a:pt x="0" y="0"/>
                  </a:moveTo>
                  <a:lnTo>
                    <a:pt x="17721" y="5190"/>
                  </a:lnTo>
                  <a:lnTo>
                    <a:pt x="17721" y="506058"/>
                  </a:lnTo>
                  <a:lnTo>
                    <a:pt x="0" y="506058"/>
                  </a:lnTo>
                  <a:close/>
                </a:path>
              </a:pathLst>
            </a:custGeom>
            <a:solidFill>
              <a:srgbClr val="C1836E">
                <a:alpha val="100000"/>
              </a:srgbClr>
            </a:solidFill>
            <a:ln w="4762" cap="rnd">
              <a:solidFill>
                <a:srgbClr val="C1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1"/>
            <p:cNvSpPr/>
            <p:nvPr/>
          </p:nvSpPr>
          <p:spPr>
            <a:xfrm>
              <a:off x="6822276" y="2159358"/>
              <a:ext cx="17721" cy="500867"/>
            </a:xfrm>
            <a:custGeom>
              <a:avLst/>
              <a:pathLst>
                <a:path w="17721" h="500867">
                  <a:moveTo>
                    <a:pt x="0" y="0"/>
                  </a:moveTo>
                  <a:lnTo>
                    <a:pt x="17721" y="5453"/>
                  </a:lnTo>
                  <a:lnTo>
                    <a:pt x="17721" y="500867"/>
                  </a:lnTo>
                  <a:lnTo>
                    <a:pt x="0" y="500867"/>
                  </a:lnTo>
                  <a:close/>
                </a:path>
              </a:pathLst>
            </a:custGeom>
            <a:solidFill>
              <a:srgbClr val="C0836E">
                <a:alpha val="100000"/>
              </a:srgbClr>
            </a:solidFill>
            <a:ln w="4762" cap="rnd">
              <a:solidFill>
                <a:srgbClr val="C0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2"/>
            <p:cNvSpPr/>
            <p:nvPr/>
          </p:nvSpPr>
          <p:spPr>
            <a:xfrm>
              <a:off x="6839997" y="2164811"/>
              <a:ext cx="53164" cy="495414"/>
            </a:xfrm>
            <a:custGeom>
              <a:avLst/>
              <a:pathLst>
                <a:path w="53164" h="495414">
                  <a:moveTo>
                    <a:pt x="0" y="0"/>
                  </a:moveTo>
                  <a:lnTo>
                    <a:pt x="17721" y="5925"/>
                  </a:lnTo>
                  <a:lnTo>
                    <a:pt x="35442" y="12112"/>
                  </a:lnTo>
                  <a:lnTo>
                    <a:pt x="53164" y="18538"/>
                  </a:lnTo>
                  <a:lnTo>
                    <a:pt x="53164" y="495414"/>
                  </a:lnTo>
                  <a:lnTo>
                    <a:pt x="35442" y="495414"/>
                  </a:lnTo>
                  <a:lnTo>
                    <a:pt x="17721" y="495414"/>
                  </a:lnTo>
                  <a:lnTo>
                    <a:pt x="0" y="495414"/>
                  </a:lnTo>
                  <a:close/>
                </a:path>
              </a:pathLst>
            </a:custGeom>
            <a:solidFill>
              <a:srgbClr val="C0826D">
                <a:alpha val="100000"/>
              </a:srgbClr>
            </a:solidFill>
            <a:ln w="4762" cap="rnd">
              <a:solidFill>
                <a:srgbClr val="C082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3"/>
            <p:cNvSpPr/>
            <p:nvPr/>
          </p:nvSpPr>
          <p:spPr>
            <a:xfrm>
              <a:off x="6893162" y="2183349"/>
              <a:ext cx="35442" cy="476876"/>
            </a:xfrm>
            <a:custGeom>
              <a:avLst/>
              <a:pathLst>
                <a:path w="35442" h="476876">
                  <a:moveTo>
                    <a:pt x="0" y="0"/>
                  </a:moveTo>
                  <a:lnTo>
                    <a:pt x="17721" y="6840"/>
                  </a:lnTo>
                  <a:lnTo>
                    <a:pt x="35442" y="13920"/>
                  </a:lnTo>
                  <a:lnTo>
                    <a:pt x="35442" y="476876"/>
                  </a:lnTo>
                  <a:lnTo>
                    <a:pt x="17721" y="476876"/>
                  </a:lnTo>
                  <a:lnTo>
                    <a:pt x="0" y="476876"/>
                  </a:lnTo>
                  <a:close/>
                </a:path>
              </a:pathLst>
            </a:custGeom>
            <a:solidFill>
              <a:srgbClr val="BF816C">
                <a:alpha val="100000"/>
              </a:srgbClr>
            </a:solidFill>
            <a:ln w="4762" cap="rnd">
              <a:solidFill>
                <a:srgbClr val="BF81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4"/>
            <p:cNvSpPr/>
            <p:nvPr/>
          </p:nvSpPr>
          <p:spPr>
            <a:xfrm>
              <a:off x="6928604" y="2197269"/>
              <a:ext cx="53164" cy="462956"/>
            </a:xfrm>
            <a:custGeom>
              <a:avLst/>
              <a:pathLst>
                <a:path w="53164" h="462956">
                  <a:moveTo>
                    <a:pt x="0" y="0"/>
                  </a:moveTo>
                  <a:lnTo>
                    <a:pt x="17721" y="7289"/>
                  </a:lnTo>
                  <a:lnTo>
                    <a:pt x="35442" y="14928"/>
                  </a:lnTo>
                  <a:lnTo>
                    <a:pt x="53164" y="22777"/>
                  </a:lnTo>
                  <a:lnTo>
                    <a:pt x="53164" y="462956"/>
                  </a:lnTo>
                  <a:lnTo>
                    <a:pt x="35442" y="462956"/>
                  </a:lnTo>
                  <a:lnTo>
                    <a:pt x="17721" y="462956"/>
                  </a:lnTo>
                  <a:lnTo>
                    <a:pt x="0" y="462956"/>
                  </a:lnTo>
                  <a:close/>
                </a:path>
              </a:pathLst>
            </a:custGeom>
            <a:solidFill>
              <a:srgbClr val="BF806B">
                <a:alpha val="100000"/>
              </a:srgbClr>
            </a:solidFill>
            <a:ln w="4762" cap="rnd">
              <a:solidFill>
                <a:srgbClr val="BF8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5"/>
            <p:cNvSpPr/>
            <p:nvPr/>
          </p:nvSpPr>
          <p:spPr>
            <a:xfrm>
              <a:off x="6981768" y="2220046"/>
              <a:ext cx="35442" cy="440179"/>
            </a:xfrm>
            <a:custGeom>
              <a:avLst/>
              <a:pathLst>
                <a:path w="35442" h="440179">
                  <a:moveTo>
                    <a:pt x="0" y="0"/>
                  </a:moveTo>
                  <a:lnTo>
                    <a:pt x="17721" y="8024"/>
                  </a:lnTo>
                  <a:lnTo>
                    <a:pt x="35442" y="16329"/>
                  </a:lnTo>
                  <a:lnTo>
                    <a:pt x="35442" y="440179"/>
                  </a:lnTo>
                  <a:lnTo>
                    <a:pt x="17721" y="440179"/>
                  </a:lnTo>
                  <a:lnTo>
                    <a:pt x="0" y="440179"/>
                  </a:lnTo>
                  <a:close/>
                </a:path>
              </a:pathLst>
            </a:custGeom>
            <a:solidFill>
              <a:srgbClr val="BE7F6A">
                <a:alpha val="100000"/>
              </a:srgbClr>
            </a:solidFill>
            <a:ln w="4762" cap="rnd">
              <a:solidFill>
                <a:srgbClr val="BE7F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6"/>
            <p:cNvSpPr/>
            <p:nvPr/>
          </p:nvSpPr>
          <p:spPr>
            <a:xfrm>
              <a:off x="7017211" y="2236376"/>
              <a:ext cx="17721" cy="423850"/>
            </a:xfrm>
            <a:custGeom>
              <a:avLst/>
              <a:pathLst>
                <a:path w="17721" h="423850">
                  <a:moveTo>
                    <a:pt x="0" y="0"/>
                  </a:moveTo>
                  <a:lnTo>
                    <a:pt x="17721" y="8478"/>
                  </a:lnTo>
                  <a:lnTo>
                    <a:pt x="17721" y="423850"/>
                  </a:lnTo>
                  <a:lnTo>
                    <a:pt x="0" y="423850"/>
                  </a:lnTo>
                  <a:close/>
                </a:path>
              </a:pathLst>
            </a:custGeom>
            <a:solidFill>
              <a:srgbClr val="BE7F69">
                <a:alpha val="100000"/>
              </a:srgbClr>
            </a:solidFill>
            <a:ln w="4762" cap="rnd">
              <a:solidFill>
                <a:srgbClr val="BE7F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7"/>
            <p:cNvSpPr/>
            <p:nvPr/>
          </p:nvSpPr>
          <p:spPr>
            <a:xfrm>
              <a:off x="7034932" y="2244854"/>
              <a:ext cx="17721" cy="415371"/>
            </a:xfrm>
            <a:custGeom>
              <a:avLst/>
              <a:pathLst>
                <a:path w="17721" h="415371">
                  <a:moveTo>
                    <a:pt x="0" y="0"/>
                  </a:moveTo>
                  <a:lnTo>
                    <a:pt x="17721" y="8616"/>
                  </a:lnTo>
                  <a:lnTo>
                    <a:pt x="17721" y="415371"/>
                  </a:lnTo>
                  <a:lnTo>
                    <a:pt x="0" y="415371"/>
                  </a:lnTo>
                  <a:close/>
                </a:path>
              </a:pathLst>
            </a:custGeom>
            <a:solidFill>
              <a:srgbClr val="BE7E69">
                <a:alpha val="100000"/>
              </a:srgbClr>
            </a:solidFill>
            <a:ln w="4762" cap="rnd">
              <a:solidFill>
                <a:srgbClr val="BE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8"/>
            <p:cNvSpPr/>
            <p:nvPr/>
          </p:nvSpPr>
          <p:spPr>
            <a:xfrm>
              <a:off x="7052654" y="2253471"/>
              <a:ext cx="17721" cy="406754"/>
            </a:xfrm>
            <a:custGeom>
              <a:avLst/>
              <a:pathLst>
                <a:path w="17721" h="406754">
                  <a:moveTo>
                    <a:pt x="0" y="0"/>
                  </a:moveTo>
                  <a:lnTo>
                    <a:pt x="17721" y="8826"/>
                  </a:lnTo>
                  <a:lnTo>
                    <a:pt x="17721" y="406754"/>
                  </a:lnTo>
                  <a:lnTo>
                    <a:pt x="0" y="406754"/>
                  </a:lnTo>
                  <a:close/>
                </a:path>
              </a:pathLst>
            </a:custGeom>
            <a:solidFill>
              <a:srgbClr val="BD7E69">
                <a:alpha val="100000"/>
              </a:srgbClr>
            </a:solidFill>
            <a:ln w="4762" cap="rnd">
              <a:solidFill>
                <a:srgbClr val="BD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59"/>
            <p:cNvSpPr/>
            <p:nvPr/>
          </p:nvSpPr>
          <p:spPr>
            <a:xfrm>
              <a:off x="7070375" y="2262297"/>
              <a:ext cx="53164" cy="397928"/>
            </a:xfrm>
            <a:custGeom>
              <a:avLst/>
              <a:pathLst>
                <a:path w="53164" h="397928">
                  <a:moveTo>
                    <a:pt x="0" y="0"/>
                  </a:moveTo>
                  <a:lnTo>
                    <a:pt x="17721" y="8958"/>
                  </a:lnTo>
                  <a:lnTo>
                    <a:pt x="35442" y="18014"/>
                  </a:lnTo>
                  <a:lnTo>
                    <a:pt x="53164" y="27211"/>
                  </a:lnTo>
                  <a:lnTo>
                    <a:pt x="53164" y="397928"/>
                  </a:lnTo>
                  <a:lnTo>
                    <a:pt x="35442" y="397928"/>
                  </a:lnTo>
                  <a:lnTo>
                    <a:pt x="17721" y="397928"/>
                  </a:lnTo>
                  <a:lnTo>
                    <a:pt x="0" y="397928"/>
                  </a:lnTo>
                  <a:close/>
                </a:path>
              </a:pathLst>
            </a:custGeom>
            <a:solidFill>
              <a:srgbClr val="BD7D68">
                <a:alpha val="100000"/>
              </a:srgbClr>
            </a:solidFill>
            <a:ln w="4762" cap="rnd">
              <a:solidFill>
                <a:srgbClr val="BD7D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0"/>
            <p:cNvSpPr/>
            <p:nvPr/>
          </p:nvSpPr>
          <p:spPr>
            <a:xfrm>
              <a:off x="7123539" y="2289509"/>
              <a:ext cx="35442" cy="370716"/>
            </a:xfrm>
            <a:custGeom>
              <a:avLst/>
              <a:pathLst>
                <a:path w="35442" h="370716">
                  <a:moveTo>
                    <a:pt x="0" y="0"/>
                  </a:moveTo>
                  <a:lnTo>
                    <a:pt x="17721" y="9282"/>
                  </a:lnTo>
                  <a:lnTo>
                    <a:pt x="35442" y="18623"/>
                  </a:lnTo>
                  <a:lnTo>
                    <a:pt x="35442" y="370716"/>
                  </a:lnTo>
                  <a:lnTo>
                    <a:pt x="17721" y="370716"/>
                  </a:lnTo>
                  <a:lnTo>
                    <a:pt x="0" y="370716"/>
                  </a:lnTo>
                  <a:close/>
                </a:path>
              </a:pathLst>
            </a:custGeom>
            <a:solidFill>
              <a:srgbClr val="BC7C67">
                <a:alpha val="100000"/>
              </a:srgbClr>
            </a:solidFill>
            <a:ln w="4762" cap="rnd">
              <a:solidFill>
                <a:srgbClr val="BC7C6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1"/>
            <p:cNvSpPr/>
            <p:nvPr/>
          </p:nvSpPr>
          <p:spPr>
            <a:xfrm>
              <a:off x="7158982" y="2308133"/>
              <a:ext cx="53164" cy="352092"/>
            </a:xfrm>
            <a:custGeom>
              <a:avLst/>
              <a:pathLst>
                <a:path w="53164" h="352092">
                  <a:moveTo>
                    <a:pt x="0" y="0"/>
                  </a:moveTo>
                  <a:lnTo>
                    <a:pt x="17721" y="9415"/>
                  </a:lnTo>
                  <a:lnTo>
                    <a:pt x="35442" y="18867"/>
                  </a:lnTo>
                  <a:lnTo>
                    <a:pt x="53164" y="28338"/>
                  </a:lnTo>
                  <a:lnTo>
                    <a:pt x="53164" y="352092"/>
                  </a:lnTo>
                  <a:lnTo>
                    <a:pt x="35442" y="352092"/>
                  </a:lnTo>
                  <a:lnTo>
                    <a:pt x="17721" y="352092"/>
                  </a:lnTo>
                  <a:lnTo>
                    <a:pt x="0" y="352092"/>
                  </a:lnTo>
                  <a:close/>
                </a:path>
              </a:pathLst>
            </a:custGeom>
            <a:solidFill>
              <a:srgbClr val="BC7B66">
                <a:alpha val="100000"/>
              </a:srgbClr>
            </a:solidFill>
            <a:ln w="4762" cap="rnd">
              <a:solidFill>
                <a:srgbClr val="BC7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2"/>
            <p:cNvSpPr/>
            <p:nvPr/>
          </p:nvSpPr>
          <p:spPr>
            <a:xfrm>
              <a:off x="7212146" y="2336472"/>
              <a:ext cx="35442" cy="323753"/>
            </a:xfrm>
            <a:custGeom>
              <a:avLst/>
              <a:pathLst>
                <a:path w="35442" h="323753">
                  <a:moveTo>
                    <a:pt x="0" y="0"/>
                  </a:moveTo>
                  <a:lnTo>
                    <a:pt x="17721" y="9484"/>
                  </a:lnTo>
                  <a:lnTo>
                    <a:pt x="35442" y="18956"/>
                  </a:lnTo>
                  <a:lnTo>
                    <a:pt x="35442" y="323753"/>
                  </a:lnTo>
                  <a:lnTo>
                    <a:pt x="17721" y="323753"/>
                  </a:lnTo>
                  <a:lnTo>
                    <a:pt x="0" y="323753"/>
                  </a:lnTo>
                  <a:close/>
                </a:path>
              </a:pathLst>
            </a:custGeom>
            <a:solidFill>
              <a:srgbClr val="BB7A65">
                <a:alpha val="100000"/>
              </a:srgbClr>
            </a:solidFill>
            <a:ln w="4762" cap="rnd">
              <a:solidFill>
                <a:srgbClr val="BB7A6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3"/>
            <p:cNvSpPr/>
            <p:nvPr/>
          </p:nvSpPr>
          <p:spPr>
            <a:xfrm>
              <a:off x="7247589" y="2355428"/>
              <a:ext cx="17721" cy="304797"/>
            </a:xfrm>
            <a:custGeom>
              <a:avLst/>
              <a:pathLst>
                <a:path w="17721" h="304797">
                  <a:moveTo>
                    <a:pt x="0" y="0"/>
                  </a:moveTo>
                  <a:lnTo>
                    <a:pt x="17721" y="9454"/>
                  </a:lnTo>
                  <a:lnTo>
                    <a:pt x="17721" y="304797"/>
                  </a:lnTo>
                  <a:lnTo>
                    <a:pt x="0" y="304797"/>
                  </a:lnTo>
                  <a:close/>
                </a:path>
              </a:pathLst>
            </a:custGeom>
            <a:solidFill>
              <a:srgbClr val="BB7A64">
                <a:alpha val="100000"/>
              </a:srgbClr>
            </a:solidFill>
            <a:ln w="4762" cap="rnd">
              <a:solidFill>
                <a:srgbClr val="BB7A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4"/>
            <p:cNvSpPr/>
            <p:nvPr/>
          </p:nvSpPr>
          <p:spPr>
            <a:xfrm>
              <a:off x="7265310" y="2364882"/>
              <a:ext cx="17721" cy="295343"/>
            </a:xfrm>
            <a:custGeom>
              <a:avLst/>
              <a:pathLst>
                <a:path w="17721" h="295343">
                  <a:moveTo>
                    <a:pt x="0" y="0"/>
                  </a:moveTo>
                  <a:lnTo>
                    <a:pt x="17721" y="9413"/>
                  </a:lnTo>
                  <a:lnTo>
                    <a:pt x="17721" y="295343"/>
                  </a:lnTo>
                  <a:lnTo>
                    <a:pt x="0" y="295343"/>
                  </a:lnTo>
                  <a:close/>
                </a:path>
              </a:pathLst>
            </a:custGeom>
            <a:solidFill>
              <a:srgbClr val="BB7964">
                <a:alpha val="100000"/>
              </a:srgbClr>
            </a:solidFill>
            <a:ln w="4762" cap="rnd">
              <a:solidFill>
                <a:srgbClr val="BB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5"/>
            <p:cNvSpPr/>
            <p:nvPr/>
          </p:nvSpPr>
          <p:spPr>
            <a:xfrm>
              <a:off x="7283032" y="2374296"/>
              <a:ext cx="17721" cy="285929"/>
            </a:xfrm>
            <a:custGeom>
              <a:avLst/>
              <a:pathLst>
                <a:path w="17721" h="285929">
                  <a:moveTo>
                    <a:pt x="0" y="0"/>
                  </a:moveTo>
                  <a:lnTo>
                    <a:pt x="17721" y="9351"/>
                  </a:lnTo>
                  <a:lnTo>
                    <a:pt x="17721" y="285929"/>
                  </a:lnTo>
                  <a:lnTo>
                    <a:pt x="0" y="285929"/>
                  </a:lnTo>
                  <a:close/>
                </a:path>
              </a:pathLst>
            </a:custGeom>
            <a:solidFill>
              <a:srgbClr val="BA7964">
                <a:alpha val="100000"/>
              </a:srgbClr>
            </a:solidFill>
            <a:ln w="4762" cap="rnd">
              <a:solidFill>
                <a:srgbClr val="BA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6"/>
            <p:cNvSpPr/>
            <p:nvPr/>
          </p:nvSpPr>
          <p:spPr>
            <a:xfrm>
              <a:off x="7300753" y="2383647"/>
              <a:ext cx="35442" cy="276578"/>
            </a:xfrm>
            <a:custGeom>
              <a:avLst/>
              <a:pathLst>
                <a:path w="35442" h="276578">
                  <a:moveTo>
                    <a:pt x="0" y="0"/>
                  </a:moveTo>
                  <a:lnTo>
                    <a:pt x="17721" y="9300"/>
                  </a:lnTo>
                  <a:lnTo>
                    <a:pt x="35442" y="18512"/>
                  </a:lnTo>
                  <a:lnTo>
                    <a:pt x="35442" y="276578"/>
                  </a:lnTo>
                  <a:lnTo>
                    <a:pt x="17721" y="276578"/>
                  </a:lnTo>
                  <a:lnTo>
                    <a:pt x="0" y="276578"/>
                  </a:lnTo>
                  <a:close/>
                </a:path>
              </a:pathLst>
            </a:custGeom>
            <a:solidFill>
              <a:srgbClr val="BA7863">
                <a:alpha val="100000"/>
              </a:srgbClr>
            </a:solidFill>
            <a:ln w="4762" cap="rnd">
              <a:solidFill>
                <a:srgbClr val="BA78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7"/>
            <p:cNvSpPr/>
            <p:nvPr/>
          </p:nvSpPr>
          <p:spPr>
            <a:xfrm>
              <a:off x="7336196" y="2402160"/>
              <a:ext cx="17721" cy="258065"/>
            </a:xfrm>
            <a:custGeom>
              <a:avLst/>
              <a:pathLst>
                <a:path w="17721" h="258065">
                  <a:moveTo>
                    <a:pt x="0" y="0"/>
                  </a:moveTo>
                  <a:lnTo>
                    <a:pt x="17721" y="9103"/>
                  </a:lnTo>
                  <a:lnTo>
                    <a:pt x="17721" y="258065"/>
                  </a:lnTo>
                  <a:lnTo>
                    <a:pt x="0" y="258065"/>
                  </a:lnTo>
                  <a:close/>
                </a:path>
              </a:pathLst>
            </a:custGeom>
            <a:solidFill>
              <a:srgbClr val="BA7862">
                <a:alpha val="100000"/>
              </a:srgbClr>
            </a:solidFill>
            <a:ln w="4762" cap="rnd">
              <a:solidFill>
                <a:srgbClr val="BA78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8"/>
            <p:cNvSpPr/>
            <p:nvPr/>
          </p:nvSpPr>
          <p:spPr>
            <a:xfrm>
              <a:off x="7353917" y="2411264"/>
              <a:ext cx="17721" cy="248962"/>
            </a:xfrm>
            <a:custGeom>
              <a:avLst/>
              <a:pathLst>
                <a:path w="17721" h="248962">
                  <a:moveTo>
                    <a:pt x="0" y="0"/>
                  </a:moveTo>
                  <a:lnTo>
                    <a:pt x="17721" y="9023"/>
                  </a:lnTo>
                  <a:lnTo>
                    <a:pt x="17721" y="248962"/>
                  </a:lnTo>
                  <a:lnTo>
                    <a:pt x="0" y="248962"/>
                  </a:lnTo>
                  <a:close/>
                </a:path>
              </a:pathLst>
            </a:custGeom>
            <a:solidFill>
              <a:srgbClr val="BA7762">
                <a:alpha val="100000"/>
              </a:srgbClr>
            </a:solidFill>
            <a:ln w="4762" cap="rnd">
              <a:solidFill>
                <a:srgbClr val="BA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69"/>
            <p:cNvSpPr/>
            <p:nvPr/>
          </p:nvSpPr>
          <p:spPr>
            <a:xfrm>
              <a:off x="7371638" y="2420287"/>
              <a:ext cx="17721" cy="239939"/>
            </a:xfrm>
            <a:custGeom>
              <a:avLst/>
              <a:pathLst>
                <a:path w="17721" h="239939">
                  <a:moveTo>
                    <a:pt x="0" y="0"/>
                  </a:moveTo>
                  <a:lnTo>
                    <a:pt x="17721" y="8898"/>
                  </a:lnTo>
                  <a:lnTo>
                    <a:pt x="17721" y="239939"/>
                  </a:lnTo>
                  <a:lnTo>
                    <a:pt x="0" y="239939"/>
                  </a:lnTo>
                  <a:close/>
                </a:path>
              </a:pathLst>
            </a:custGeom>
            <a:solidFill>
              <a:srgbClr val="B97762">
                <a:alpha val="100000"/>
              </a:srgbClr>
            </a:solidFill>
            <a:ln w="4762" cap="rnd">
              <a:solidFill>
                <a:srgbClr val="B9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0"/>
            <p:cNvSpPr/>
            <p:nvPr/>
          </p:nvSpPr>
          <p:spPr>
            <a:xfrm>
              <a:off x="7389360" y="2429185"/>
              <a:ext cx="53164" cy="231040"/>
            </a:xfrm>
            <a:custGeom>
              <a:avLst/>
              <a:pathLst>
                <a:path w="53164" h="231040">
                  <a:moveTo>
                    <a:pt x="0" y="0"/>
                  </a:moveTo>
                  <a:lnTo>
                    <a:pt x="17721" y="8746"/>
                  </a:lnTo>
                  <a:lnTo>
                    <a:pt x="35442" y="17386"/>
                  </a:lnTo>
                  <a:lnTo>
                    <a:pt x="53164" y="25872"/>
                  </a:lnTo>
                  <a:lnTo>
                    <a:pt x="53164" y="231040"/>
                  </a:lnTo>
                  <a:lnTo>
                    <a:pt x="35442" y="231040"/>
                  </a:lnTo>
                  <a:lnTo>
                    <a:pt x="17721" y="231040"/>
                  </a:lnTo>
                  <a:lnTo>
                    <a:pt x="0" y="231040"/>
                  </a:lnTo>
                  <a:close/>
                </a:path>
              </a:pathLst>
            </a:custGeom>
            <a:solidFill>
              <a:srgbClr val="B97661">
                <a:alpha val="100000"/>
              </a:srgbClr>
            </a:solidFill>
            <a:ln w="4762" cap="rnd">
              <a:solidFill>
                <a:srgbClr val="B976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1"/>
            <p:cNvSpPr/>
            <p:nvPr/>
          </p:nvSpPr>
          <p:spPr>
            <a:xfrm>
              <a:off x="7442524" y="2455058"/>
              <a:ext cx="35442" cy="205168"/>
            </a:xfrm>
            <a:custGeom>
              <a:avLst/>
              <a:pathLst>
                <a:path w="35442" h="205168">
                  <a:moveTo>
                    <a:pt x="0" y="0"/>
                  </a:moveTo>
                  <a:lnTo>
                    <a:pt x="17721" y="8296"/>
                  </a:lnTo>
                  <a:lnTo>
                    <a:pt x="35442" y="16467"/>
                  </a:lnTo>
                  <a:lnTo>
                    <a:pt x="35442" y="205168"/>
                  </a:lnTo>
                  <a:lnTo>
                    <a:pt x="17721" y="205168"/>
                  </a:lnTo>
                  <a:lnTo>
                    <a:pt x="0" y="205168"/>
                  </a:lnTo>
                  <a:close/>
                </a:path>
              </a:pathLst>
            </a:custGeom>
            <a:solidFill>
              <a:srgbClr val="B87560">
                <a:alpha val="100000"/>
              </a:srgbClr>
            </a:solidFill>
            <a:ln w="4762" cap="rnd">
              <a:solidFill>
                <a:srgbClr val="B875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2"/>
            <p:cNvSpPr/>
            <p:nvPr/>
          </p:nvSpPr>
          <p:spPr>
            <a:xfrm>
              <a:off x="7477967" y="2471525"/>
              <a:ext cx="17721" cy="188700"/>
            </a:xfrm>
            <a:custGeom>
              <a:avLst/>
              <a:pathLst>
                <a:path w="17721" h="188700">
                  <a:moveTo>
                    <a:pt x="0" y="0"/>
                  </a:moveTo>
                  <a:lnTo>
                    <a:pt x="17721" y="7995"/>
                  </a:lnTo>
                  <a:lnTo>
                    <a:pt x="17721" y="188700"/>
                  </a:lnTo>
                  <a:lnTo>
                    <a:pt x="0" y="188700"/>
                  </a:lnTo>
                  <a:close/>
                </a:path>
              </a:pathLst>
            </a:custGeom>
            <a:solidFill>
              <a:srgbClr val="B8755F">
                <a:alpha val="100000"/>
              </a:srgbClr>
            </a:solidFill>
            <a:ln w="4762" cap="rnd">
              <a:solidFill>
                <a:srgbClr val="B875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3"/>
            <p:cNvSpPr/>
            <p:nvPr/>
          </p:nvSpPr>
          <p:spPr>
            <a:xfrm>
              <a:off x="7495688" y="2479521"/>
              <a:ext cx="17721" cy="180705"/>
            </a:xfrm>
            <a:custGeom>
              <a:avLst/>
              <a:pathLst>
                <a:path w="17721" h="180705">
                  <a:moveTo>
                    <a:pt x="0" y="0"/>
                  </a:moveTo>
                  <a:lnTo>
                    <a:pt x="17721" y="7774"/>
                  </a:lnTo>
                  <a:lnTo>
                    <a:pt x="17721" y="180705"/>
                  </a:lnTo>
                  <a:lnTo>
                    <a:pt x="0" y="180705"/>
                  </a:lnTo>
                  <a:close/>
                </a:path>
              </a:pathLst>
            </a:custGeom>
            <a:solidFill>
              <a:srgbClr val="B8745F">
                <a:alpha val="100000"/>
              </a:srgbClr>
            </a:solidFill>
            <a:ln w="4762" cap="rnd">
              <a:solidFill>
                <a:srgbClr val="B8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4"/>
            <p:cNvSpPr/>
            <p:nvPr/>
          </p:nvSpPr>
          <p:spPr>
            <a:xfrm>
              <a:off x="7513409" y="2487295"/>
              <a:ext cx="17721" cy="172930"/>
            </a:xfrm>
            <a:custGeom>
              <a:avLst/>
              <a:pathLst>
                <a:path w="17721" h="172930">
                  <a:moveTo>
                    <a:pt x="0" y="0"/>
                  </a:moveTo>
                  <a:lnTo>
                    <a:pt x="17721" y="7633"/>
                  </a:lnTo>
                  <a:lnTo>
                    <a:pt x="17721" y="172930"/>
                  </a:lnTo>
                  <a:lnTo>
                    <a:pt x="0" y="172930"/>
                  </a:lnTo>
                  <a:close/>
                </a:path>
              </a:pathLst>
            </a:custGeom>
            <a:solidFill>
              <a:srgbClr val="B7745F">
                <a:alpha val="100000"/>
              </a:srgbClr>
            </a:solidFill>
            <a:ln w="4762" cap="rnd">
              <a:solidFill>
                <a:srgbClr val="B7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5"/>
            <p:cNvSpPr/>
            <p:nvPr/>
          </p:nvSpPr>
          <p:spPr>
            <a:xfrm>
              <a:off x="7531131" y="2494928"/>
              <a:ext cx="35442" cy="165297"/>
            </a:xfrm>
            <a:custGeom>
              <a:avLst/>
              <a:pathLst>
                <a:path w="35442" h="165297">
                  <a:moveTo>
                    <a:pt x="0" y="0"/>
                  </a:moveTo>
                  <a:lnTo>
                    <a:pt x="17721" y="7445"/>
                  </a:lnTo>
                  <a:lnTo>
                    <a:pt x="35442" y="14645"/>
                  </a:lnTo>
                  <a:lnTo>
                    <a:pt x="35442" y="165297"/>
                  </a:lnTo>
                  <a:lnTo>
                    <a:pt x="17721" y="165297"/>
                  </a:lnTo>
                  <a:lnTo>
                    <a:pt x="0" y="165297"/>
                  </a:lnTo>
                  <a:close/>
                </a:path>
              </a:pathLst>
            </a:custGeom>
            <a:solidFill>
              <a:srgbClr val="B7735E">
                <a:alpha val="100000"/>
              </a:srgbClr>
            </a:solidFill>
            <a:ln w="4762" cap="rnd">
              <a:solidFill>
                <a:srgbClr val="B773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6"/>
            <p:cNvSpPr/>
            <p:nvPr/>
          </p:nvSpPr>
          <p:spPr>
            <a:xfrm>
              <a:off x="7566574" y="2509574"/>
              <a:ext cx="17721" cy="150652"/>
            </a:xfrm>
            <a:custGeom>
              <a:avLst/>
              <a:pathLst>
                <a:path w="17721" h="150652">
                  <a:moveTo>
                    <a:pt x="0" y="0"/>
                  </a:moveTo>
                  <a:lnTo>
                    <a:pt x="17721" y="7047"/>
                  </a:lnTo>
                  <a:lnTo>
                    <a:pt x="17721" y="150652"/>
                  </a:lnTo>
                  <a:lnTo>
                    <a:pt x="0" y="150652"/>
                  </a:lnTo>
                  <a:close/>
                </a:path>
              </a:pathLst>
            </a:custGeom>
            <a:solidFill>
              <a:srgbClr val="B7735D">
                <a:alpha val="100000"/>
              </a:srgbClr>
            </a:solidFill>
            <a:ln w="4762" cap="rnd">
              <a:solidFill>
                <a:srgbClr val="B773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7"/>
            <p:cNvSpPr/>
            <p:nvPr/>
          </p:nvSpPr>
          <p:spPr>
            <a:xfrm>
              <a:off x="7584295" y="2516621"/>
              <a:ext cx="17721" cy="143604"/>
            </a:xfrm>
            <a:custGeom>
              <a:avLst/>
              <a:pathLst>
                <a:path w="17721" h="143604">
                  <a:moveTo>
                    <a:pt x="0" y="0"/>
                  </a:moveTo>
                  <a:lnTo>
                    <a:pt x="17721" y="6854"/>
                  </a:lnTo>
                  <a:lnTo>
                    <a:pt x="17721" y="143604"/>
                  </a:lnTo>
                  <a:lnTo>
                    <a:pt x="0" y="143604"/>
                  </a:lnTo>
                  <a:close/>
                </a:path>
              </a:pathLst>
            </a:custGeom>
            <a:solidFill>
              <a:srgbClr val="B7725D">
                <a:alpha val="100000"/>
              </a:srgbClr>
            </a:solidFill>
            <a:ln w="4762" cap="rnd">
              <a:solidFill>
                <a:srgbClr val="B7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8"/>
            <p:cNvSpPr/>
            <p:nvPr/>
          </p:nvSpPr>
          <p:spPr>
            <a:xfrm>
              <a:off x="7602016" y="2523476"/>
              <a:ext cx="17721" cy="136749"/>
            </a:xfrm>
            <a:custGeom>
              <a:avLst/>
              <a:pathLst>
                <a:path w="17721" h="136749">
                  <a:moveTo>
                    <a:pt x="0" y="0"/>
                  </a:moveTo>
                  <a:lnTo>
                    <a:pt x="17721" y="6590"/>
                  </a:lnTo>
                  <a:lnTo>
                    <a:pt x="17721" y="136749"/>
                  </a:lnTo>
                  <a:lnTo>
                    <a:pt x="0" y="136749"/>
                  </a:lnTo>
                  <a:close/>
                </a:path>
              </a:pathLst>
            </a:custGeom>
            <a:solidFill>
              <a:srgbClr val="B6725D">
                <a:alpha val="100000"/>
              </a:srgbClr>
            </a:solidFill>
            <a:ln w="4762" cap="rnd">
              <a:solidFill>
                <a:srgbClr val="B6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79"/>
            <p:cNvSpPr/>
            <p:nvPr/>
          </p:nvSpPr>
          <p:spPr>
            <a:xfrm>
              <a:off x="7619738" y="2530067"/>
              <a:ext cx="53164" cy="130158"/>
            </a:xfrm>
            <a:custGeom>
              <a:avLst/>
              <a:pathLst>
                <a:path w="53164" h="130158">
                  <a:moveTo>
                    <a:pt x="0" y="0"/>
                  </a:moveTo>
                  <a:lnTo>
                    <a:pt x="17721" y="6433"/>
                  </a:lnTo>
                  <a:lnTo>
                    <a:pt x="35442" y="12674"/>
                  </a:lnTo>
                  <a:lnTo>
                    <a:pt x="53164" y="18639"/>
                  </a:lnTo>
                  <a:lnTo>
                    <a:pt x="53164" y="130158"/>
                  </a:lnTo>
                  <a:lnTo>
                    <a:pt x="35442" y="130158"/>
                  </a:lnTo>
                  <a:lnTo>
                    <a:pt x="17721" y="130158"/>
                  </a:lnTo>
                  <a:lnTo>
                    <a:pt x="0" y="130158"/>
                  </a:lnTo>
                  <a:close/>
                </a:path>
              </a:pathLst>
            </a:custGeom>
            <a:solidFill>
              <a:srgbClr val="B6715C">
                <a:alpha val="100000"/>
              </a:srgbClr>
            </a:solidFill>
            <a:ln w="4762" cap="rnd">
              <a:solidFill>
                <a:srgbClr val="B671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0"/>
            <p:cNvSpPr/>
            <p:nvPr/>
          </p:nvSpPr>
          <p:spPr>
            <a:xfrm>
              <a:off x="7672902" y="2548707"/>
              <a:ext cx="35442" cy="111519"/>
            </a:xfrm>
            <a:custGeom>
              <a:avLst/>
              <a:pathLst>
                <a:path w="35442" h="111519">
                  <a:moveTo>
                    <a:pt x="0" y="0"/>
                  </a:moveTo>
                  <a:lnTo>
                    <a:pt x="17721" y="5806"/>
                  </a:lnTo>
                  <a:lnTo>
                    <a:pt x="35442" y="11427"/>
                  </a:lnTo>
                  <a:lnTo>
                    <a:pt x="35442" y="111519"/>
                  </a:lnTo>
                  <a:lnTo>
                    <a:pt x="17721" y="111519"/>
                  </a:lnTo>
                  <a:lnTo>
                    <a:pt x="0" y="111519"/>
                  </a:lnTo>
                  <a:close/>
                </a:path>
              </a:pathLst>
            </a:custGeom>
            <a:solidFill>
              <a:srgbClr val="B5705B">
                <a:alpha val="100000"/>
              </a:srgbClr>
            </a:solidFill>
            <a:ln w="4762" cap="rnd">
              <a:solidFill>
                <a:srgbClr val="B5705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1"/>
            <p:cNvSpPr/>
            <p:nvPr/>
          </p:nvSpPr>
          <p:spPr>
            <a:xfrm>
              <a:off x="7708344" y="2560135"/>
              <a:ext cx="17721" cy="100091"/>
            </a:xfrm>
            <a:custGeom>
              <a:avLst/>
              <a:pathLst>
                <a:path w="17721" h="100091">
                  <a:moveTo>
                    <a:pt x="0" y="0"/>
                  </a:moveTo>
                  <a:lnTo>
                    <a:pt x="17721" y="5340"/>
                  </a:lnTo>
                  <a:lnTo>
                    <a:pt x="17721" y="100091"/>
                  </a:lnTo>
                  <a:lnTo>
                    <a:pt x="0" y="100091"/>
                  </a:lnTo>
                  <a:close/>
                </a:path>
              </a:pathLst>
            </a:custGeom>
            <a:solidFill>
              <a:srgbClr val="B5705A">
                <a:alpha val="100000"/>
              </a:srgbClr>
            </a:solidFill>
            <a:ln w="4762" cap="rnd">
              <a:solidFill>
                <a:srgbClr val="B570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2"/>
            <p:cNvSpPr/>
            <p:nvPr/>
          </p:nvSpPr>
          <p:spPr>
            <a:xfrm>
              <a:off x="7726066" y="2565475"/>
              <a:ext cx="17721" cy="94750"/>
            </a:xfrm>
            <a:custGeom>
              <a:avLst/>
              <a:pathLst>
                <a:path w="17721" h="94750">
                  <a:moveTo>
                    <a:pt x="0" y="0"/>
                  </a:moveTo>
                  <a:lnTo>
                    <a:pt x="17721" y="5184"/>
                  </a:lnTo>
                  <a:lnTo>
                    <a:pt x="17721" y="94750"/>
                  </a:lnTo>
                  <a:lnTo>
                    <a:pt x="0" y="94750"/>
                  </a:lnTo>
                  <a:close/>
                </a:path>
              </a:pathLst>
            </a:custGeom>
            <a:solidFill>
              <a:srgbClr val="B56F5A">
                <a:alpha val="100000"/>
              </a:srgbClr>
            </a:solidFill>
            <a:ln w="4762" cap="rnd">
              <a:solidFill>
                <a:srgbClr val="B5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3"/>
            <p:cNvSpPr/>
            <p:nvPr/>
          </p:nvSpPr>
          <p:spPr>
            <a:xfrm>
              <a:off x="7743787" y="2570659"/>
              <a:ext cx="17721" cy="89566"/>
            </a:xfrm>
            <a:custGeom>
              <a:avLst/>
              <a:pathLst>
                <a:path w="17721" h="89566">
                  <a:moveTo>
                    <a:pt x="0" y="0"/>
                  </a:moveTo>
                  <a:lnTo>
                    <a:pt x="17721" y="5008"/>
                  </a:lnTo>
                  <a:lnTo>
                    <a:pt x="17721" y="89566"/>
                  </a:lnTo>
                  <a:lnTo>
                    <a:pt x="0" y="89566"/>
                  </a:lnTo>
                  <a:close/>
                </a:path>
              </a:pathLst>
            </a:custGeom>
            <a:solidFill>
              <a:srgbClr val="B46F5A">
                <a:alpha val="100000"/>
              </a:srgbClr>
            </a:solidFill>
            <a:ln w="4762" cap="rnd">
              <a:solidFill>
                <a:srgbClr val="B4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4"/>
            <p:cNvSpPr/>
            <p:nvPr/>
          </p:nvSpPr>
          <p:spPr>
            <a:xfrm>
              <a:off x="7761509" y="2575668"/>
              <a:ext cx="35442" cy="84557"/>
            </a:xfrm>
            <a:custGeom>
              <a:avLst/>
              <a:pathLst>
                <a:path w="35442" h="84557">
                  <a:moveTo>
                    <a:pt x="0" y="0"/>
                  </a:moveTo>
                  <a:lnTo>
                    <a:pt x="17721" y="4729"/>
                  </a:lnTo>
                  <a:lnTo>
                    <a:pt x="35442" y="9308"/>
                  </a:lnTo>
                  <a:lnTo>
                    <a:pt x="35442" y="84557"/>
                  </a:lnTo>
                  <a:lnTo>
                    <a:pt x="17721" y="84557"/>
                  </a:lnTo>
                  <a:lnTo>
                    <a:pt x="0" y="84557"/>
                  </a:lnTo>
                  <a:close/>
                </a:path>
              </a:pathLst>
            </a:custGeom>
            <a:solidFill>
              <a:srgbClr val="B46E59">
                <a:alpha val="100000"/>
              </a:srgbClr>
            </a:solidFill>
            <a:ln w="4762" cap="rnd">
              <a:solidFill>
                <a:srgbClr val="B46E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5"/>
            <p:cNvSpPr/>
            <p:nvPr/>
          </p:nvSpPr>
          <p:spPr>
            <a:xfrm>
              <a:off x="7796951" y="2584976"/>
              <a:ext cx="17721" cy="75249"/>
            </a:xfrm>
            <a:custGeom>
              <a:avLst/>
              <a:pathLst>
                <a:path w="17721" h="75249">
                  <a:moveTo>
                    <a:pt x="0" y="0"/>
                  </a:moveTo>
                  <a:lnTo>
                    <a:pt x="17721" y="4416"/>
                  </a:lnTo>
                  <a:lnTo>
                    <a:pt x="17721" y="75249"/>
                  </a:lnTo>
                  <a:lnTo>
                    <a:pt x="0" y="75249"/>
                  </a:lnTo>
                  <a:close/>
                </a:path>
              </a:pathLst>
            </a:custGeom>
            <a:solidFill>
              <a:srgbClr val="B46E58">
                <a:alpha val="100000"/>
              </a:srgbClr>
            </a:solidFill>
            <a:ln w="4762" cap="rnd">
              <a:solidFill>
                <a:srgbClr val="B46E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6"/>
            <p:cNvSpPr/>
            <p:nvPr/>
          </p:nvSpPr>
          <p:spPr>
            <a:xfrm>
              <a:off x="7814673" y="2589393"/>
              <a:ext cx="17721" cy="70833"/>
            </a:xfrm>
            <a:custGeom>
              <a:avLst/>
              <a:pathLst>
                <a:path w="17721" h="70833">
                  <a:moveTo>
                    <a:pt x="0" y="0"/>
                  </a:moveTo>
                  <a:lnTo>
                    <a:pt x="17721" y="4143"/>
                  </a:lnTo>
                  <a:lnTo>
                    <a:pt x="17721" y="70833"/>
                  </a:lnTo>
                  <a:lnTo>
                    <a:pt x="0" y="70833"/>
                  </a:lnTo>
                  <a:close/>
                </a:path>
              </a:pathLst>
            </a:custGeom>
            <a:solidFill>
              <a:srgbClr val="B46D58">
                <a:alpha val="100000"/>
              </a:srgbClr>
            </a:solidFill>
            <a:ln w="4762" cap="rnd">
              <a:solidFill>
                <a:srgbClr val="B4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7"/>
            <p:cNvSpPr/>
            <p:nvPr/>
          </p:nvSpPr>
          <p:spPr>
            <a:xfrm>
              <a:off x="7832394" y="2593536"/>
              <a:ext cx="17721" cy="66689"/>
            </a:xfrm>
            <a:custGeom>
              <a:avLst/>
              <a:pathLst>
                <a:path w="17721" h="66689">
                  <a:moveTo>
                    <a:pt x="0" y="0"/>
                  </a:moveTo>
                  <a:lnTo>
                    <a:pt x="17721" y="4001"/>
                  </a:lnTo>
                  <a:lnTo>
                    <a:pt x="17721" y="66689"/>
                  </a:lnTo>
                  <a:lnTo>
                    <a:pt x="0" y="66689"/>
                  </a:lnTo>
                  <a:close/>
                </a:path>
              </a:pathLst>
            </a:custGeom>
            <a:solidFill>
              <a:srgbClr val="B36D58">
                <a:alpha val="100000"/>
              </a:srgbClr>
            </a:solidFill>
            <a:ln w="4762" cap="rnd">
              <a:solidFill>
                <a:srgbClr val="B3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8"/>
            <p:cNvSpPr/>
            <p:nvPr/>
          </p:nvSpPr>
          <p:spPr>
            <a:xfrm>
              <a:off x="7850115" y="2597538"/>
              <a:ext cx="53164" cy="62688"/>
            </a:xfrm>
            <a:custGeom>
              <a:avLst/>
              <a:pathLst>
                <a:path w="53164" h="62688">
                  <a:moveTo>
                    <a:pt x="0" y="0"/>
                  </a:moveTo>
                  <a:lnTo>
                    <a:pt x="17721" y="3853"/>
                  </a:lnTo>
                  <a:lnTo>
                    <a:pt x="35442" y="7446"/>
                  </a:lnTo>
                  <a:lnTo>
                    <a:pt x="53164" y="10906"/>
                  </a:lnTo>
                  <a:lnTo>
                    <a:pt x="53164" y="62688"/>
                  </a:lnTo>
                  <a:lnTo>
                    <a:pt x="35442" y="62688"/>
                  </a:lnTo>
                  <a:lnTo>
                    <a:pt x="17721" y="62688"/>
                  </a:lnTo>
                  <a:lnTo>
                    <a:pt x="0" y="62688"/>
                  </a:lnTo>
                  <a:close/>
                </a:path>
              </a:pathLst>
            </a:custGeom>
            <a:solidFill>
              <a:srgbClr val="B36C57">
                <a:alpha val="100000"/>
              </a:srgbClr>
            </a:solidFill>
            <a:ln w="4762" cap="rnd">
              <a:solidFill>
                <a:srgbClr val="B36C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89"/>
            <p:cNvSpPr/>
            <p:nvPr/>
          </p:nvSpPr>
          <p:spPr>
            <a:xfrm>
              <a:off x="7903280" y="2608444"/>
              <a:ext cx="35442" cy="51781"/>
            </a:xfrm>
            <a:custGeom>
              <a:avLst/>
              <a:pathLst>
                <a:path w="35442" h="51781">
                  <a:moveTo>
                    <a:pt x="0" y="0"/>
                  </a:moveTo>
                  <a:lnTo>
                    <a:pt x="17721" y="3328"/>
                  </a:lnTo>
                  <a:lnTo>
                    <a:pt x="35442" y="6410"/>
                  </a:lnTo>
                  <a:lnTo>
                    <a:pt x="35442" y="51781"/>
                  </a:lnTo>
                  <a:lnTo>
                    <a:pt x="17721" y="51781"/>
                  </a:lnTo>
                  <a:lnTo>
                    <a:pt x="0" y="51781"/>
                  </a:lnTo>
                  <a:close/>
                </a:path>
              </a:pathLst>
            </a:custGeom>
            <a:solidFill>
              <a:srgbClr val="B26B56">
                <a:alpha val="100000"/>
              </a:srgbClr>
            </a:solidFill>
            <a:ln w="4762" cap="rnd">
              <a:solidFill>
                <a:srgbClr val="B26B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0"/>
            <p:cNvSpPr/>
            <p:nvPr/>
          </p:nvSpPr>
          <p:spPr>
            <a:xfrm>
              <a:off x="7938722" y="2614855"/>
              <a:ext cx="17721" cy="45370"/>
            </a:xfrm>
            <a:custGeom>
              <a:avLst/>
              <a:pathLst>
                <a:path w="17721" h="45370">
                  <a:moveTo>
                    <a:pt x="0" y="0"/>
                  </a:moveTo>
                  <a:lnTo>
                    <a:pt x="17721" y="2961"/>
                  </a:lnTo>
                  <a:lnTo>
                    <a:pt x="17721" y="45370"/>
                  </a:lnTo>
                  <a:lnTo>
                    <a:pt x="0" y="45370"/>
                  </a:lnTo>
                  <a:close/>
                </a:path>
              </a:pathLst>
            </a:custGeom>
            <a:solidFill>
              <a:srgbClr val="B26B55">
                <a:alpha val="100000"/>
              </a:srgbClr>
            </a:solidFill>
            <a:ln w="4762" cap="rnd">
              <a:solidFill>
                <a:srgbClr val="B26B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1"/>
            <p:cNvSpPr/>
            <p:nvPr/>
          </p:nvSpPr>
          <p:spPr>
            <a:xfrm>
              <a:off x="7956444" y="2617817"/>
              <a:ext cx="17721" cy="42408"/>
            </a:xfrm>
            <a:custGeom>
              <a:avLst/>
              <a:pathLst>
                <a:path w="17721" h="42408">
                  <a:moveTo>
                    <a:pt x="0" y="0"/>
                  </a:moveTo>
                  <a:lnTo>
                    <a:pt x="17721" y="2841"/>
                  </a:lnTo>
                  <a:lnTo>
                    <a:pt x="17721" y="42408"/>
                  </a:lnTo>
                  <a:lnTo>
                    <a:pt x="0" y="42408"/>
                  </a:lnTo>
                  <a:close/>
                </a:path>
              </a:pathLst>
            </a:custGeom>
            <a:solidFill>
              <a:srgbClr val="B26A55">
                <a:alpha val="100000"/>
              </a:srgbClr>
            </a:solidFill>
            <a:ln w="4762" cap="rnd">
              <a:solidFill>
                <a:srgbClr val="B2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2"/>
            <p:cNvSpPr/>
            <p:nvPr/>
          </p:nvSpPr>
          <p:spPr>
            <a:xfrm>
              <a:off x="7974165" y="2620658"/>
              <a:ext cx="17721" cy="39567"/>
            </a:xfrm>
            <a:custGeom>
              <a:avLst/>
              <a:pathLst>
                <a:path w="17721" h="39567">
                  <a:moveTo>
                    <a:pt x="0" y="0"/>
                  </a:moveTo>
                  <a:lnTo>
                    <a:pt x="17721" y="2622"/>
                  </a:lnTo>
                  <a:lnTo>
                    <a:pt x="17721" y="39567"/>
                  </a:lnTo>
                  <a:lnTo>
                    <a:pt x="0" y="39567"/>
                  </a:lnTo>
                  <a:close/>
                </a:path>
              </a:pathLst>
            </a:custGeom>
            <a:solidFill>
              <a:srgbClr val="B16A55">
                <a:alpha val="100000"/>
              </a:srgbClr>
            </a:solidFill>
            <a:ln w="4762" cap="rnd">
              <a:solidFill>
                <a:srgbClr val="B1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3"/>
            <p:cNvSpPr/>
            <p:nvPr/>
          </p:nvSpPr>
          <p:spPr>
            <a:xfrm>
              <a:off x="7991886" y="2623280"/>
              <a:ext cx="53164" cy="36945"/>
            </a:xfrm>
            <a:custGeom>
              <a:avLst/>
              <a:pathLst>
                <a:path w="53164" h="36945">
                  <a:moveTo>
                    <a:pt x="0" y="0"/>
                  </a:moveTo>
                  <a:lnTo>
                    <a:pt x="17721" y="2508"/>
                  </a:lnTo>
                  <a:lnTo>
                    <a:pt x="35442" y="4909"/>
                  </a:lnTo>
                  <a:lnTo>
                    <a:pt x="53164" y="7118"/>
                  </a:lnTo>
                  <a:lnTo>
                    <a:pt x="53164" y="36945"/>
                  </a:lnTo>
                  <a:lnTo>
                    <a:pt x="35442" y="36945"/>
                  </a:lnTo>
                  <a:lnTo>
                    <a:pt x="17721" y="36945"/>
                  </a:lnTo>
                  <a:lnTo>
                    <a:pt x="0" y="36945"/>
                  </a:lnTo>
                  <a:close/>
                </a:path>
              </a:pathLst>
            </a:custGeom>
            <a:solidFill>
              <a:srgbClr val="B16954">
                <a:alpha val="100000"/>
              </a:srgbClr>
            </a:solidFill>
            <a:ln w="4762" cap="rnd">
              <a:solidFill>
                <a:srgbClr val="B169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4"/>
            <p:cNvSpPr/>
            <p:nvPr/>
          </p:nvSpPr>
          <p:spPr>
            <a:xfrm>
              <a:off x="8045050" y="2630399"/>
              <a:ext cx="35442" cy="29827"/>
            </a:xfrm>
            <a:custGeom>
              <a:avLst/>
              <a:pathLst>
                <a:path w="35442" h="29827">
                  <a:moveTo>
                    <a:pt x="0" y="0"/>
                  </a:moveTo>
                  <a:lnTo>
                    <a:pt x="17721" y="2103"/>
                  </a:lnTo>
                  <a:lnTo>
                    <a:pt x="35442" y="4111"/>
                  </a:lnTo>
                  <a:lnTo>
                    <a:pt x="35442" y="29827"/>
                  </a:lnTo>
                  <a:lnTo>
                    <a:pt x="17721" y="29827"/>
                  </a:lnTo>
                  <a:lnTo>
                    <a:pt x="0" y="29827"/>
                  </a:lnTo>
                  <a:close/>
                </a:path>
              </a:pathLst>
            </a:custGeom>
            <a:solidFill>
              <a:srgbClr val="B06853">
                <a:alpha val="100000"/>
              </a:srgbClr>
            </a:solidFill>
            <a:ln w="4762" cap="rnd">
              <a:solidFill>
                <a:srgbClr val="B0685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5"/>
            <p:cNvSpPr/>
            <p:nvPr/>
          </p:nvSpPr>
          <p:spPr>
            <a:xfrm>
              <a:off x="8080493" y="2634510"/>
              <a:ext cx="35442" cy="25715"/>
            </a:xfrm>
            <a:custGeom>
              <a:avLst/>
              <a:pathLst>
                <a:path w="35442" h="25715">
                  <a:moveTo>
                    <a:pt x="0" y="0"/>
                  </a:moveTo>
                  <a:lnTo>
                    <a:pt x="17721" y="1842"/>
                  </a:lnTo>
                  <a:lnTo>
                    <a:pt x="35442" y="3588"/>
                  </a:lnTo>
                  <a:lnTo>
                    <a:pt x="35442" y="25715"/>
                  </a:lnTo>
                  <a:lnTo>
                    <a:pt x="17721" y="25715"/>
                  </a:lnTo>
                  <a:lnTo>
                    <a:pt x="0" y="25715"/>
                  </a:lnTo>
                  <a:close/>
                </a:path>
              </a:pathLst>
            </a:custGeom>
            <a:solidFill>
              <a:srgbClr val="B06752">
                <a:alpha val="100000"/>
              </a:srgbClr>
            </a:solidFill>
            <a:ln w="4762" cap="rnd">
              <a:solidFill>
                <a:srgbClr val="B0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6"/>
            <p:cNvSpPr/>
            <p:nvPr/>
          </p:nvSpPr>
          <p:spPr>
            <a:xfrm>
              <a:off x="8115936" y="2638098"/>
              <a:ext cx="17721" cy="22127"/>
            </a:xfrm>
            <a:custGeom>
              <a:avLst/>
              <a:pathLst>
                <a:path w="17721" h="22127">
                  <a:moveTo>
                    <a:pt x="0" y="0"/>
                  </a:moveTo>
                  <a:lnTo>
                    <a:pt x="17721" y="1662"/>
                  </a:lnTo>
                  <a:lnTo>
                    <a:pt x="17721" y="22127"/>
                  </a:lnTo>
                  <a:lnTo>
                    <a:pt x="0" y="22127"/>
                  </a:lnTo>
                  <a:close/>
                </a:path>
              </a:pathLst>
            </a:custGeom>
            <a:solidFill>
              <a:srgbClr val="AF6752">
                <a:alpha val="100000"/>
              </a:srgbClr>
            </a:solidFill>
            <a:ln w="4762" cap="rnd">
              <a:solidFill>
                <a:srgbClr val="AF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7"/>
            <p:cNvSpPr/>
            <p:nvPr/>
          </p:nvSpPr>
          <p:spPr>
            <a:xfrm>
              <a:off x="8133657" y="2639761"/>
              <a:ext cx="53164" cy="20464"/>
            </a:xfrm>
            <a:custGeom>
              <a:avLst/>
              <a:pathLst>
                <a:path w="53164" h="20464">
                  <a:moveTo>
                    <a:pt x="0" y="0"/>
                  </a:moveTo>
                  <a:lnTo>
                    <a:pt x="17721" y="1521"/>
                  </a:lnTo>
                  <a:lnTo>
                    <a:pt x="35442" y="2956"/>
                  </a:lnTo>
                  <a:lnTo>
                    <a:pt x="53164" y="4319"/>
                  </a:lnTo>
                  <a:lnTo>
                    <a:pt x="53164" y="20464"/>
                  </a:lnTo>
                  <a:lnTo>
                    <a:pt x="35442" y="20464"/>
                  </a:lnTo>
                  <a:lnTo>
                    <a:pt x="17721" y="20464"/>
                  </a:lnTo>
                  <a:lnTo>
                    <a:pt x="0" y="20464"/>
                  </a:lnTo>
                  <a:close/>
                </a:path>
              </a:pathLst>
            </a:custGeom>
            <a:solidFill>
              <a:srgbClr val="AF6651">
                <a:alpha val="100000"/>
              </a:srgbClr>
            </a:solidFill>
            <a:ln w="4762" cap="rnd">
              <a:solidFill>
                <a:srgbClr val="AF66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8"/>
            <p:cNvSpPr/>
            <p:nvPr/>
          </p:nvSpPr>
          <p:spPr>
            <a:xfrm>
              <a:off x="8186821" y="2644080"/>
              <a:ext cx="17721" cy="16145"/>
            </a:xfrm>
            <a:custGeom>
              <a:avLst/>
              <a:pathLst>
                <a:path w="17721" h="16145">
                  <a:moveTo>
                    <a:pt x="0" y="0"/>
                  </a:moveTo>
                  <a:lnTo>
                    <a:pt x="17721" y="1244"/>
                  </a:lnTo>
                  <a:lnTo>
                    <a:pt x="17721" y="16145"/>
                  </a:lnTo>
                  <a:lnTo>
                    <a:pt x="0" y="16145"/>
                  </a:lnTo>
                  <a:close/>
                </a:path>
              </a:pathLst>
            </a:custGeom>
            <a:solidFill>
              <a:srgbClr val="AF6550">
                <a:alpha val="100000"/>
              </a:srgbClr>
            </a:solidFill>
            <a:ln w="4762" cap="rnd">
              <a:solidFill>
                <a:srgbClr val="AF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699"/>
            <p:cNvSpPr/>
            <p:nvPr/>
          </p:nvSpPr>
          <p:spPr>
            <a:xfrm>
              <a:off x="8204543" y="2645324"/>
              <a:ext cx="17721" cy="14901"/>
            </a:xfrm>
            <a:custGeom>
              <a:avLst/>
              <a:pathLst>
                <a:path w="17721" h="14901">
                  <a:moveTo>
                    <a:pt x="0" y="0"/>
                  </a:moveTo>
                  <a:lnTo>
                    <a:pt x="17721" y="1167"/>
                  </a:lnTo>
                  <a:lnTo>
                    <a:pt x="17721" y="14901"/>
                  </a:lnTo>
                  <a:lnTo>
                    <a:pt x="0" y="14901"/>
                  </a:lnTo>
                  <a:close/>
                </a:path>
              </a:pathLst>
            </a:custGeom>
            <a:solidFill>
              <a:srgbClr val="AE6550">
                <a:alpha val="100000"/>
              </a:srgbClr>
            </a:solidFill>
            <a:ln w="4762" cap="rnd">
              <a:solidFill>
                <a:srgbClr val="AE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0"/>
            <p:cNvSpPr/>
            <p:nvPr/>
          </p:nvSpPr>
          <p:spPr>
            <a:xfrm>
              <a:off x="8222264" y="2646491"/>
              <a:ext cx="53164" cy="13734"/>
            </a:xfrm>
            <a:custGeom>
              <a:avLst/>
              <a:pathLst>
                <a:path w="53164" h="13734">
                  <a:moveTo>
                    <a:pt x="0" y="0"/>
                  </a:moveTo>
                  <a:lnTo>
                    <a:pt x="17721" y="1105"/>
                  </a:lnTo>
                  <a:lnTo>
                    <a:pt x="35442" y="2113"/>
                  </a:lnTo>
                  <a:lnTo>
                    <a:pt x="53164" y="3054"/>
                  </a:lnTo>
                  <a:lnTo>
                    <a:pt x="53164" y="13734"/>
                  </a:lnTo>
                  <a:lnTo>
                    <a:pt x="35442" y="13734"/>
                  </a:lnTo>
                  <a:lnTo>
                    <a:pt x="17721" y="13734"/>
                  </a:lnTo>
                  <a:lnTo>
                    <a:pt x="0" y="13734"/>
                  </a:lnTo>
                  <a:close/>
                </a:path>
              </a:pathLst>
            </a:custGeom>
            <a:solidFill>
              <a:srgbClr val="AE644F">
                <a:alpha val="100000"/>
              </a:srgbClr>
            </a:solidFill>
            <a:ln w="4762" cap="rnd">
              <a:solidFill>
                <a:srgbClr val="AE64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1"/>
            <p:cNvSpPr/>
            <p:nvPr/>
          </p:nvSpPr>
          <p:spPr>
            <a:xfrm>
              <a:off x="8275428" y="2649546"/>
              <a:ext cx="35442" cy="10679"/>
            </a:xfrm>
            <a:custGeom>
              <a:avLst/>
              <a:pathLst>
                <a:path w="35442" h="10679">
                  <a:moveTo>
                    <a:pt x="0" y="0"/>
                  </a:moveTo>
                  <a:lnTo>
                    <a:pt x="17721" y="888"/>
                  </a:lnTo>
                  <a:lnTo>
                    <a:pt x="35442" y="1696"/>
                  </a:lnTo>
                  <a:lnTo>
                    <a:pt x="35442" y="10679"/>
                  </a:lnTo>
                  <a:lnTo>
                    <a:pt x="17721" y="10679"/>
                  </a:lnTo>
                  <a:lnTo>
                    <a:pt x="0" y="10679"/>
                  </a:lnTo>
                  <a:close/>
                </a:path>
              </a:pathLst>
            </a:custGeom>
            <a:solidFill>
              <a:srgbClr val="AD634E">
                <a:alpha val="100000"/>
              </a:srgbClr>
            </a:solidFill>
            <a:ln w="4762" cap="rnd">
              <a:solidFill>
                <a:srgbClr val="AD63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2"/>
            <p:cNvSpPr/>
            <p:nvPr/>
          </p:nvSpPr>
          <p:spPr>
            <a:xfrm>
              <a:off x="8310871" y="2651243"/>
              <a:ext cx="17721" cy="8983"/>
            </a:xfrm>
            <a:custGeom>
              <a:avLst/>
              <a:pathLst>
                <a:path w="17721" h="8983">
                  <a:moveTo>
                    <a:pt x="0" y="0"/>
                  </a:moveTo>
                  <a:lnTo>
                    <a:pt x="17721" y="750"/>
                  </a:lnTo>
                  <a:lnTo>
                    <a:pt x="17721" y="8983"/>
                  </a:lnTo>
                  <a:lnTo>
                    <a:pt x="0" y="8983"/>
                  </a:lnTo>
                  <a:close/>
                </a:path>
              </a:pathLst>
            </a:custGeom>
            <a:solidFill>
              <a:srgbClr val="AD624E">
                <a:alpha val="100000"/>
              </a:srgbClr>
            </a:solidFill>
            <a:ln w="4762" cap="rnd">
              <a:solidFill>
                <a:srgbClr val="AD62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3"/>
            <p:cNvSpPr/>
            <p:nvPr/>
          </p:nvSpPr>
          <p:spPr>
            <a:xfrm>
              <a:off x="8328592" y="2651993"/>
              <a:ext cx="17721" cy="8232"/>
            </a:xfrm>
            <a:custGeom>
              <a:avLst/>
              <a:pathLst>
                <a:path w="17721" h="8232">
                  <a:moveTo>
                    <a:pt x="0" y="0"/>
                  </a:moveTo>
                  <a:lnTo>
                    <a:pt x="17721" y="707"/>
                  </a:lnTo>
                  <a:lnTo>
                    <a:pt x="17721" y="8232"/>
                  </a:lnTo>
                  <a:lnTo>
                    <a:pt x="0" y="8232"/>
                  </a:lnTo>
                  <a:close/>
                </a:path>
              </a:pathLst>
            </a:custGeom>
            <a:solidFill>
              <a:srgbClr val="AD624D">
                <a:alpha val="100000"/>
              </a:srgbClr>
            </a:solidFill>
            <a:ln w="4762" cap="rnd">
              <a:solidFill>
                <a:srgbClr val="AD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4"/>
            <p:cNvSpPr/>
            <p:nvPr/>
          </p:nvSpPr>
          <p:spPr>
            <a:xfrm>
              <a:off x="8346314" y="2652700"/>
              <a:ext cx="17721" cy="7525"/>
            </a:xfrm>
            <a:custGeom>
              <a:avLst/>
              <a:pathLst>
                <a:path w="17721" h="7525">
                  <a:moveTo>
                    <a:pt x="0" y="0"/>
                  </a:moveTo>
                  <a:lnTo>
                    <a:pt x="17721" y="642"/>
                  </a:lnTo>
                  <a:lnTo>
                    <a:pt x="17721" y="7525"/>
                  </a:lnTo>
                  <a:lnTo>
                    <a:pt x="0" y="7525"/>
                  </a:lnTo>
                  <a:close/>
                </a:path>
              </a:pathLst>
            </a:custGeom>
            <a:solidFill>
              <a:srgbClr val="AC624D">
                <a:alpha val="100000"/>
              </a:srgbClr>
            </a:solidFill>
            <a:ln w="4762" cap="rnd">
              <a:solidFill>
                <a:srgbClr val="AC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5"/>
            <p:cNvSpPr/>
            <p:nvPr/>
          </p:nvSpPr>
          <p:spPr>
            <a:xfrm>
              <a:off x="8364035" y="2653342"/>
              <a:ext cx="17721" cy="6883"/>
            </a:xfrm>
            <a:custGeom>
              <a:avLst/>
              <a:pathLst>
                <a:path w="17721" h="6883">
                  <a:moveTo>
                    <a:pt x="0" y="0"/>
                  </a:moveTo>
                  <a:lnTo>
                    <a:pt x="17721" y="592"/>
                  </a:lnTo>
                  <a:lnTo>
                    <a:pt x="17721" y="6883"/>
                  </a:lnTo>
                  <a:lnTo>
                    <a:pt x="0" y="6883"/>
                  </a:lnTo>
                  <a:close/>
                </a:path>
              </a:pathLst>
            </a:custGeom>
            <a:solidFill>
              <a:srgbClr val="AC614C">
                <a:alpha val="100000"/>
              </a:srgbClr>
            </a:solidFill>
            <a:ln w="4762" cap="rnd">
              <a:solidFill>
                <a:srgbClr val="AC614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l706"/>
            <p:cNvSpPr/>
            <p:nvPr/>
          </p:nvSpPr>
          <p:spPr>
            <a:xfrm>
              <a:off x="2923575" y="2120272"/>
              <a:ext cx="5458181" cy="533880"/>
            </a:xfrm>
            <a:custGeom>
              <a:avLst/>
              <a:pathLst>
                <a:path w="5458181" h="533880">
                  <a:moveTo>
                    <a:pt x="0" y="533880"/>
                  </a:moveTo>
                  <a:lnTo>
                    <a:pt x="17721" y="533360"/>
                  </a:lnTo>
                  <a:lnTo>
                    <a:pt x="35442" y="532807"/>
                  </a:lnTo>
                  <a:lnTo>
                    <a:pt x="53164" y="532199"/>
                  </a:lnTo>
                  <a:lnTo>
                    <a:pt x="70885" y="531558"/>
                  </a:lnTo>
                  <a:lnTo>
                    <a:pt x="88606" y="530879"/>
                  </a:lnTo>
                  <a:lnTo>
                    <a:pt x="106328" y="530134"/>
                  </a:lnTo>
                  <a:lnTo>
                    <a:pt x="124049" y="529351"/>
                  </a:lnTo>
                  <a:lnTo>
                    <a:pt x="141770" y="528525"/>
                  </a:lnTo>
                  <a:lnTo>
                    <a:pt x="159492" y="527622"/>
                  </a:lnTo>
                  <a:lnTo>
                    <a:pt x="177213" y="526673"/>
                  </a:lnTo>
                  <a:lnTo>
                    <a:pt x="194935" y="525679"/>
                  </a:lnTo>
                  <a:lnTo>
                    <a:pt x="212656" y="524592"/>
                  </a:lnTo>
                  <a:lnTo>
                    <a:pt x="230377" y="523456"/>
                  </a:lnTo>
                  <a:lnTo>
                    <a:pt x="248099" y="522268"/>
                  </a:lnTo>
                  <a:lnTo>
                    <a:pt x="265820" y="520975"/>
                  </a:lnTo>
                  <a:lnTo>
                    <a:pt x="283541" y="519624"/>
                  </a:lnTo>
                  <a:lnTo>
                    <a:pt x="301263" y="518217"/>
                  </a:lnTo>
                  <a:lnTo>
                    <a:pt x="318984" y="516694"/>
                  </a:lnTo>
                  <a:lnTo>
                    <a:pt x="336705" y="515105"/>
                  </a:lnTo>
                  <a:lnTo>
                    <a:pt x="354427" y="513453"/>
                  </a:lnTo>
                  <a:lnTo>
                    <a:pt x="372148" y="511677"/>
                  </a:lnTo>
                  <a:lnTo>
                    <a:pt x="389870" y="509825"/>
                  </a:lnTo>
                  <a:lnTo>
                    <a:pt x="407591" y="507904"/>
                  </a:lnTo>
                  <a:lnTo>
                    <a:pt x="425312" y="505851"/>
                  </a:lnTo>
                  <a:lnTo>
                    <a:pt x="443034" y="503713"/>
                  </a:lnTo>
                  <a:lnTo>
                    <a:pt x="460755" y="501500"/>
                  </a:lnTo>
                  <a:lnTo>
                    <a:pt x="478476" y="499150"/>
                  </a:lnTo>
                  <a:lnTo>
                    <a:pt x="496198" y="496706"/>
                  </a:lnTo>
                  <a:lnTo>
                    <a:pt x="513919" y="494182"/>
                  </a:lnTo>
                  <a:lnTo>
                    <a:pt x="531641" y="491516"/>
                  </a:lnTo>
                  <a:lnTo>
                    <a:pt x="549362" y="488748"/>
                  </a:lnTo>
                  <a:lnTo>
                    <a:pt x="567083" y="485897"/>
                  </a:lnTo>
                  <a:lnTo>
                    <a:pt x="584805" y="482902"/>
                  </a:lnTo>
                  <a:lnTo>
                    <a:pt x="602526" y="479798"/>
                  </a:lnTo>
                  <a:lnTo>
                    <a:pt x="620247" y="476608"/>
                  </a:lnTo>
                  <a:lnTo>
                    <a:pt x="637969" y="473275"/>
                  </a:lnTo>
                  <a:lnTo>
                    <a:pt x="655690" y="469829"/>
                  </a:lnTo>
                  <a:lnTo>
                    <a:pt x="673411" y="466296"/>
                  </a:lnTo>
                  <a:lnTo>
                    <a:pt x="691133" y="462623"/>
                  </a:lnTo>
                  <a:lnTo>
                    <a:pt x="708854" y="458834"/>
                  </a:lnTo>
                  <a:lnTo>
                    <a:pt x="726576" y="454959"/>
                  </a:lnTo>
                  <a:lnTo>
                    <a:pt x="744297" y="450951"/>
                  </a:lnTo>
                  <a:lnTo>
                    <a:pt x="762018" y="446827"/>
                  </a:lnTo>
                  <a:lnTo>
                    <a:pt x="779740" y="442620"/>
                  </a:lnTo>
                  <a:lnTo>
                    <a:pt x="797461" y="438289"/>
                  </a:lnTo>
                  <a:lnTo>
                    <a:pt x="815182" y="433845"/>
                  </a:lnTo>
                  <a:lnTo>
                    <a:pt x="832904" y="429325"/>
                  </a:lnTo>
                  <a:lnTo>
                    <a:pt x="850625" y="424692"/>
                  </a:lnTo>
                  <a:lnTo>
                    <a:pt x="868347" y="419954"/>
                  </a:lnTo>
                  <a:lnTo>
                    <a:pt x="886068" y="415146"/>
                  </a:lnTo>
                  <a:lnTo>
                    <a:pt x="903789" y="410241"/>
                  </a:lnTo>
                  <a:lnTo>
                    <a:pt x="921511" y="405242"/>
                  </a:lnTo>
                  <a:lnTo>
                    <a:pt x="939232" y="400183"/>
                  </a:lnTo>
                  <a:lnTo>
                    <a:pt x="956953" y="395044"/>
                  </a:lnTo>
                  <a:lnTo>
                    <a:pt x="974675" y="389826"/>
                  </a:lnTo>
                  <a:lnTo>
                    <a:pt x="992396" y="384560"/>
                  </a:lnTo>
                  <a:lnTo>
                    <a:pt x="1010117" y="379234"/>
                  </a:lnTo>
                  <a:lnTo>
                    <a:pt x="1027839" y="373848"/>
                  </a:lnTo>
                  <a:lnTo>
                    <a:pt x="1045560" y="368428"/>
                  </a:lnTo>
                  <a:lnTo>
                    <a:pt x="1063282" y="362968"/>
                  </a:lnTo>
                  <a:lnTo>
                    <a:pt x="1081003" y="357470"/>
                  </a:lnTo>
                  <a:lnTo>
                    <a:pt x="1098724" y="351956"/>
                  </a:lnTo>
                  <a:lnTo>
                    <a:pt x="1116446" y="346422"/>
                  </a:lnTo>
                  <a:lnTo>
                    <a:pt x="1134167" y="340878"/>
                  </a:lnTo>
                  <a:lnTo>
                    <a:pt x="1151888" y="335333"/>
                  </a:lnTo>
                  <a:lnTo>
                    <a:pt x="1169610" y="329791"/>
                  </a:lnTo>
                  <a:lnTo>
                    <a:pt x="1187331" y="324267"/>
                  </a:lnTo>
                  <a:lnTo>
                    <a:pt x="1205053" y="318761"/>
                  </a:lnTo>
                  <a:lnTo>
                    <a:pt x="1222774" y="313278"/>
                  </a:lnTo>
                  <a:lnTo>
                    <a:pt x="1240495" y="307846"/>
                  </a:lnTo>
                  <a:lnTo>
                    <a:pt x="1258217" y="302450"/>
                  </a:lnTo>
                  <a:lnTo>
                    <a:pt x="1275938" y="297096"/>
                  </a:lnTo>
                  <a:lnTo>
                    <a:pt x="1293659" y="291826"/>
                  </a:lnTo>
                  <a:lnTo>
                    <a:pt x="1311381" y="286610"/>
                  </a:lnTo>
                  <a:lnTo>
                    <a:pt x="1329102" y="281453"/>
                  </a:lnTo>
                  <a:lnTo>
                    <a:pt x="1346823" y="276415"/>
                  </a:lnTo>
                  <a:lnTo>
                    <a:pt x="1364545" y="271447"/>
                  </a:lnTo>
                  <a:lnTo>
                    <a:pt x="1382266" y="266554"/>
                  </a:lnTo>
                  <a:lnTo>
                    <a:pt x="1399988" y="261812"/>
                  </a:lnTo>
                  <a:lnTo>
                    <a:pt x="1417709" y="257155"/>
                  </a:lnTo>
                  <a:lnTo>
                    <a:pt x="1435430" y="252586"/>
                  </a:lnTo>
                  <a:lnTo>
                    <a:pt x="1453152" y="248199"/>
                  </a:lnTo>
                  <a:lnTo>
                    <a:pt x="1470873" y="243911"/>
                  </a:lnTo>
                  <a:lnTo>
                    <a:pt x="1488594" y="239724"/>
                  </a:lnTo>
                  <a:lnTo>
                    <a:pt x="1506316" y="235738"/>
                  </a:lnTo>
                  <a:lnTo>
                    <a:pt x="1524037" y="231867"/>
                  </a:lnTo>
                  <a:lnTo>
                    <a:pt x="1541759" y="228108"/>
                  </a:lnTo>
                  <a:lnTo>
                    <a:pt x="1559480" y="224563"/>
                  </a:lnTo>
                  <a:lnTo>
                    <a:pt x="1577201" y="221148"/>
                  </a:lnTo>
                  <a:lnTo>
                    <a:pt x="1594923" y="217851"/>
                  </a:lnTo>
                  <a:lnTo>
                    <a:pt x="1612644" y="214778"/>
                  </a:lnTo>
                  <a:lnTo>
                    <a:pt x="1630365" y="211844"/>
                  </a:lnTo>
                  <a:lnTo>
                    <a:pt x="1648087" y="209035"/>
                  </a:lnTo>
                  <a:lnTo>
                    <a:pt x="1665808" y="206449"/>
                  </a:lnTo>
                  <a:lnTo>
                    <a:pt x="1683529" y="204012"/>
                  </a:lnTo>
                  <a:lnTo>
                    <a:pt x="1701251" y="201701"/>
                  </a:lnTo>
                  <a:lnTo>
                    <a:pt x="1718972" y="199610"/>
                  </a:lnTo>
                  <a:lnTo>
                    <a:pt x="1736694" y="197672"/>
                  </a:lnTo>
                  <a:lnTo>
                    <a:pt x="1754415" y="195859"/>
                  </a:lnTo>
                  <a:lnTo>
                    <a:pt x="1772136" y="194255"/>
                  </a:lnTo>
                  <a:lnTo>
                    <a:pt x="1789858" y="192806"/>
                  </a:lnTo>
                  <a:lnTo>
                    <a:pt x="1807579" y="191476"/>
                  </a:lnTo>
                  <a:lnTo>
                    <a:pt x="1825300" y="190343"/>
                  </a:lnTo>
                  <a:lnTo>
                    <a:pt x="1843022" y="189359"/>
                  </a:lnTo>
                  <a:lnTo>
                    <a:pt x="1860743" y="188489"/>
                  </a:lnTo>
                  <a:lnTo>
                    <a:pt x="1878465" y="187796"/>
                  </a:lnTo>
                  <a:lnTo>
                    <a:pt x="1896186" y="187245"/>
                  </a:lnTo>
                  <a:lnTo>
                    <a:pt x="1913907" y="186797"/>
                  </a:lnTo>
                  <a:lnTo>
                    <a:pt x="1931629" y="186506"/>
                  </a:lnTo>
                  <a:lnTo>
                    <a:pt x="1949350" y="186344"/>
                  </a:lnTo>
                  <a:lnTo>
                    <a:pt x="1967071" y="186273"/>
                  </a:lnTo>
                  <a:lnTo>
                    <a:pt x="1984793" y="186334"/>
                  </a:lnTo>
                  <a:lnTo>
                    <a:pt x="2002514" y="186510"/>
                  </a:lnTo>
                  <a:lnTo>
                    <a:pt x="2020235" y="186762"/>
                  </a:lnTo>
                  <a:lnTo>
                    <a:pt x="2037957" y="187120"/>
                  </a:lnTo>
                  <a:lnTo>
                    <a:pt x="2055678" y="187573"/>
                  </a:lnTo>
                  <a:lnTo>
                    <a:pt x="2073400" y="188085"/>
                  </a:lnTo>
                  <a:lnTo>
                    <a:pt x="2091121" y="188678"/>
                  </a:lnTo>
                  <a:lnTo>
                    <a:pt x="2108842" y="189343"/>
                  </a:lnTo>
                  <a:lnTo>
                    <a:pt x="2126564" y="190050"/>
                  </a:lnTo>
                  <a:lnTo>
                    <a:pt x="2144285" y="190811"/>
                  </a:lnTo>
                  <a:lnTo>
                    <a:pt x="2162006" y="191617"/>
                  </a:lnTo>
                  <a:lnTo>
                    <a:pt x="2179728" y="192448"/>
                  </a:lnTo>
                  <a:lnTo>
                    <a:pt x="2197449" y="193306"/>
                  </a:lnTo>
                  <a:lnTo>
                    <a:pt x="2215171" y="194181"/>
                  </a:lnTo>
                  <a:lnTo>
                    <a:pt x="2232892" y="195062"/>
                  </a:lnTo>
                  <a:lnTo>
                    <a:pt x="2250613" y="195944"/>
                  </a:lnTo>
                  <a:lnTo>
                    <a:pt x="2268335" y="196814"/>
                  </a:lnTo>
                  <a:lnTo>
                    <a:pt x="2286056" y="197669"/>
                  </a:lnTo>
                  <a:lnTo>
                    <a:pt x="2303777" y="198503"/>
                  </a:lnTo>
                  <a:lnTo>
                    <a:pt x="2321499" y="199291"/>
                  </a:lnTo>
                  <a:lnTo>
                    <a:pt x="2339220" y="200047"/>
                  </a:lnTo>
                  <a:lnTo>
                    <a:pt x="2356941" y="200759"/>
                  </a:lnTo>
                  <a:lnTo>
                    <a:pt x="2374663" y="201393"/>
                  </a:lnTo>
                  <a:lnTo>
                    <a:pt x="2392384" y="201975"/>
                  </a:lnTo>
                  <a:lnTo>
                    <a:pt x="2410106" y="202494"/>
                  </a:lnTo>
                  <a:lnTo>
                    <a:pt x="2427827" y="202901"/>
                  </a:lnTo>
                  <a:lnTo>
                    <a:pt x="2445548" y="203238"/>
                  </a:lnTo>
                  <a:lnTo>
                    <a:pt x="2463270" y="203496"/>
                  </a:lnTo>
                  <a:lnTo>
                    <a:pt x="2480991" y="203608"/>
                  </a:lnTo>
                  <a:lnTo>
                    <a:pt x="2498712" y="203634"/>
                  </a:lnTo>
                  <a:lnTo>
                    <a:pt x="2516434" y="203566"/>
                  </a:lnTo>
                  <a:lnTo>
                    <a:pt x="2534155" y="203320"/>
                  </a:lnTo>
                  <a:lnTo>
                    <a:pt x="2551877" y="202974"/>
                  </a:lnTo>
                  <a:lnTo>
                    <a:pt x="2569598" y="202521"/>
                  </a:lnTo>
                  <a:lnTo>
                    <a:pt x="2587319" y="201861"/>
                  </a:lnTo>
                  <a:lnTo>
                    <a:pt x="2605041" y="201088"/>
                  </a:lnTo>
                  <a:lnTo>
                    <a:pt x="2622762" y="200200"/>
                  </a:lnTo>
                  <a:lnTo>
                    <a:pt x="2640483" y="199079"/>
                  </a:lnTo>
                  <a:lnTo>
                    <a:pt x="2658205" y="197833"/>
                  </a:lnTo>
                  <a:lnTo>
                    <a:pt x="2675926" y="196463"/>
                  </a:lnTo>
                  <a:lnTo>
                    <a:pt x="2693647" y="194848"/>
                  </a:lnTo>
                  <a:lnTo>
                    <a:pt x="2711369" y="193096"/>
                  </a:lnTo>
                  <a:lnTo>
                    <a:pt x="2729090" y="191213"/>
                  </a:lnTo>
                  <a:lnTo>
                    <a:pt x="2746812" y="189079"/>
                  </a:lnTo>
                  <a:lnTo>
                    <a:pt x="2764533" y="186800"/>
                  </a:lnTo>
                  <a:lnTo>
                    <a:pt x="2782254" y="184385"/>
                  </a:lnTo>
                  <a:lnTo>
                    <a:pt x="2799976" y="181723"/>
                  </a:lnTo>
                  <a:lnTo>
                    <a:pt x="2817697" y="178909"/>
                  </a:lnTo>
                  <a:lnTo>
                    <a:pt x="2835418" y="175961"/>
                  </a:lnTo>
                  <a:lnTo>
                    <a:pt x="2853140" y="172776"/>
                  </a:lnTo>
                  <a:lnTo>
                    <a:pt x="2870861" y="169438"/>
                  </a:lnTo>
                  <a:lnTo>
                    <a:pt x="2888583" y="165971"/>
                  </a:lnTo>
                  <a:lnTo>
                    <a:pt x="2906304" y="162285"/>
                  </a:lnTo>
                  <a:lnTo>
                    <a:pt x="2924025" y="158451"/>
                  </a:lnTo>
                  <a:lnTo>
                    <a:pt x="2941747" y="154499"/>
                  </a:lnTo>
                  <a:lnTo>
                    <a:pt x="2959468" y="150353"/>
                  </a:lnTo>
                  <a:lnTo>
                    <a:pt x="2977189" y="146072"/>
                  </a:lnTo>
                  <a:lnTo>
                    <a:pt x="2994911" y="141687"/>
                  </a:lnTo>
                  <a:lnTo>
                    <a:pt x="3012632" y="137140"/>
                  </a:lnTo>
                  <a:lnTo>
                    <a:pt x="3030353" y="132479"/>
                  </a:lnTo>
                  <a:lnTo>
                    <a:pt x="3048075" y="127734"/>
                  </a:lnTo>
                  <a:lnTo>
                    <a:pt x="3065796" y="122866"/>
                  </a:lnTo>
                  <a:lnTo>
                    <a:pt x="3083518" y="117912"/>
                  </a:lnTo>
                  <a:lnTo>
                    <a:pt x="3101239" y="112899"/>
                  </a:lnTo>
                  <a:lnTo>
                    <a:pt x="3118960" y="107807"/>
                  </a:lnTo>
                  <a:lnTo>
                    <a:pt x="3136682" y="102664"/>
                  </a:lnTo>
                  <a:lnTo>
                    <a:pt x="3154403" y="97493"/>
                  </a:lnTo>
                  <a:lnTo>
                    <a:pt x="3172124" y="92290"/>
                  </a:lnTo>
                  <a:lnTo>
                    <a:pt x="3189846" y="87081"/>
                  </a:lnTo>
                  <a:lnTo>
                    <a:pt x="3207567" y="81877"/>
                  </a:lnTo>
                  <a:lnTo>
                    <a:pt x="3225289" y="76691"/>
                  </a:lnTo>
                  <a:lnTo>
                    <a:pt x="3243010" y="71552"/>
                  </a:lnTo>
                  <a:lnTo>
                    <a:pt x="3260731" y="66452"/>
                  </a:lnTo>
                  <a:lnTo>
                    <a:pt x="3278453" y="61423"/>
                  </a:lnTo>
                  <a:lnTo>
                    <a:pt x="3296174" y="56497"/>
                  </a:lnTo>
                  <a:lnTo>
                    <a:pt x="3313895" y="51649"/>
                  </a:lnTo>
                  <a:lnTo>
                    <a:pt x="3331617" y="46921"/>
                  </a:lnTo>
                  <a:lnTo>
                    <a:pt x="3349338" y="42359"/>
                  </a:lnTo>
                  <a:lnTo>
                    <a:pt x="3367059" y="37913"/>
                  </a:lnTo>
                  <a:lnTo>
                    <a:pt x="3384781" y="33635"/>
                  </a:lnTo>
                  <a:lnTo>
                    <a:pt x="3402502" y="29587"/>
                  </a:lnTo>
                  <a:lnTo>
                    <a:pt x="3420224" y="25694"/>
                  </a:lnTo>
                  <a:lnTo>
                    <a:pt x="3437945" y="22010"/>
                  </a:lnTo>
                  <a:lnTo>
                    <a:pt x="3455666" y="18621"/>
                  </a:lnTo>
                  <a:lnTo>
                    <a:pt x="3473388" y="15423"/>
                  </a:lnTo>
                  <a:lnTo>
                    <a:pt x="3491109" y="12470"/>
                  </a:lnTo>
                  <a:lnTo>
                    <a:pt x="3508830" y="9876"/>
                  </a:lnTo>
                  <a:lnTo>
                    <a:pt x="3526552" y="7504"/>
                  </a:lnTo>
                  <a:lnTo>
                    <a:pt x="3544273" y="5407"/>
                  </a:lnTo>
                  <a:lnTo>
                    <a:pt x="3561995" y="3726"/>
                  </a:lnTo>
                  <a:lnTo>
                    <a:pt x="3579716" y="2294"/>
                  </a:lnTo>
                  <a:lnTo>
                    <a:pt x="3597437" y="1158"/>
                  </a:lnTo>
                  <a:lnTo>
                    <a:pt x="3615159" y="490"/>
                  </a:lnTo>
                  <a:lnTo>
                    <a:pt x="3632880" y="91"/>
                  </a:lnTo>
                  <a:lnTo>
                    <a:pt x="3650601" y="0"/>
                  </a:lnTo>
                  <a:lnTo>
                    <a:pt x="3668323" y="417"/>
                  </a:lnTo>
                  <a:lnTo>
                    <a:pt x="3686044" y="1119"/>
                  </a:lnTo>
                  <a:lnTo>
                    <a:pt x="3703765" y="2130"/>
                  </a:lnTo>
                  <a:lnTo>
                    <a:pt x="3721487" y="3681"/>
                  </a:lnTo>
                  <a:lnTo>
                    <a:pt x="3739208" y="5522"/>
                  </a:lnTo>
                  <a:lnTo>
                    <a:pt x="3756930" y="7666"/>
                  </a:lnTo>
                  <a:lnTo>
                    <a:pt x="3774651" y="10366"/>
                  </a:lnTo>
                  <a:lnTo>
                    <a:pt x="3792372" y="13355"/>
                  </a:lnTo>
                  <a:lnTo>
                    <a:pt x="3810094" y="16633"/>
                  </a:lnTo>
                  <a:lnTo>
                    <a:pt x="3827815" y="20468"/>
                  </a:lnTo>
                  <a:lnTo>
                    <a:pt x="3845536" y="24584"/>
                  </a:lnTo>
                  <a:lnTo>
                    <a:pt x="3863258" y="28979"/>
                  </a:lnTo>
                  <a:lnTo>
                    <a:pt x="3880979" y="33894"/>
                  </a:lnTo>
                  <a:lnTo>
                    <a:pt x="3898701" y="39085"/>
                  </a:lnTo>
                  <a:lnTo>
                    <a:pt x="3916422" y="44538"/>
                  </a:lnTo>
                  <a:lnTo>
                    <a:pt x="3934143" y="50464"/>
                  </a:lnTo>
                  <a:lnTo>
                    <a:pt x="3951865" y="56651"/>
                  </a:lnTo>
                  <a:lnTo>
                    <a:pt x="3969586" y="63076"/>
                  </a:lnTo>
                  <a:lnTo>
                    <a:pt x="3987307" y="69917"/>
                  </a:lnTo>
                  <a:lnTo>
                    <a:pt x="4005029" y="76997"/>
                  </a:lnTo>
                  <a:lnTo>
                    <a:pt x="4022750" y="84286"/>
                  </a:lnTo>
                  <a:lnTo>
                    <a:pt x="4040471" y="91925"/>
                  </a:lnTo>
                  <a:lnTo>
                    <a:pt x="4058193" y="99774"/>
                  </a:lnTo>
                  <a:lnTo>
                    <a:pt x="4075914" y="107798"/>
                  </a:lnTo>
                  <a:lnTo>
                    <a:pt x="4093636" y="116103"/>
                  </a:lnTo>
                  <a:lnTo>
                    <a:pt x="4111357" y="124582"/>
                  </a:lnTo>
                  <a:lnTo>
                    <a:pt x="4129078" y="133198"/>
                  </a:lnTo>
                  <a:lnTo>
                    <a:pt x="4146800" y="142024"/>
                  </a:lnTo>
                  <a:lnTo>
                    <a:pt x="4164521" y="150983"/>
                  </a:lnTo>
                  <a:lnTo>
                    <a:pt x="4182242" y="160039"/>
                  </a:lnTo>
                  <a:lnTo>
                    <a:pt x="4199964" y="169236"/>
                  </a:lnTo>
                  <a:lnTo>
                    <a:pt x="4217685" y="178519"/>
                  </a:lnTo>
                  <a:lnTo>
                    <a:pt x="4235407" y="187860"/>
                  </a:lnTo>
                  <a:lnTo>
                    <a:pt x="4253128" y="197276"/>
                  </a:lnTo>
                  <a:lnTo>
                    <a:pt x="4270849" y="206727"/>
                  </a:lnTo>
                  <a:lnTo>
                    <a:pt x="4288571" y="216199"/>
                  </a:lnTo>
                  <a:lnTo>
                    <a:pt x="4306292" y="225684"/>
                  </a:lnTo>
                  <a:lnTo>
                    <a:pt x="4324013" y="235155"/>
                  </a:lnTo>
                  <a:lnTo>
                    <a:pt x="4341735" y="244610"/>
                  </a:lnTo>
                  <a:lnTo>
                    <a:pt x="4359456" y="254023"/>
                  </a:lnTo>
                  <a:lnTo>
                    <a:pt x="4377177" y="263374"/>
                  </a:lnTo>
                  <a:lnTo>
                    <a:pt x="4394899" y="272674"/>
                  </a:lnTo>
                  <a:lnTo>
                    <a:pt x="4412620" y="281887"/>
                  </a:lnTo>
                  <a:lnTo>
                    <a:pt x="4430342" y="290991"/>
                  </a:lnTo>
                  <a:lnTo>
                    <a:pt x="4448063" y="300014"/>
                  </a:lnTo>
                  <a:lnTo>
                    <a:pt x="4465784" y="308912"/>
                  </a:lnTo>
                  <a:lnTo>
                    <a:pt x="4483506" y="317658"/>
                  </a:lnTo>
                  <a:lnTo>
                    <a:pt x="4501227" y="326299"/>
                  </a:lnTo>
                  <a:lnTo>
                    <a:pt x="4518948" y="334785"/>
                  </a:lnTo>
                  <a:lnTo>
                    <a:pt x="4536670" y="343082"/>
                  </a:lnTo>
                  <a:lnTo>
                    <a:pt x="4554391" y="351252"/>
                  </a:lnTo>
                  <a:lnTo>
                    <a:pt x="4572113" y="359248"/>
                  </a:lnTo>
                  <a:lnTo>
                    <a:pt x="4589834" y="367023"/>
                  </a:lnTo>
                  <a:lnTo>
                    <a:pt x="4607555" y="374656"/>
                  </a:lnTo>
                  <a:lnTo>
                    <a:pt x="4625277" y="382101"/>
                  </a:lnTo>
                  <a:lnTo>
                    <a:pt x="4642998" y="389301"/>
                  </a:lnTo>
                  <a:lnTo>
                    <a:pt x="4660719" y="396349"/>
                  </a:lnTo>
                  <a:lnTo>
                    <a:pt x="4678441" y="403204"/>
                  </a:lnTo>
                  <a:lnTo>
                    <a:pt x="4696162" y="409794"/>
                  </a:lnTo>
                  <a:lnTo>
                    <a:pt x="4713883" y="416227"/>
                  </a:lnTo>
                  <a:lnTo>
                    <a:pt x="4731605" y="422469"/>
                  </a:lnTo>
                  <a:lnTo>
                    <a:pt x="4749326" y="428434"/>
                  </a:lnTo>
                  <a:lnTo>
                    <a:pt x="4767048" y="434241"/>
                  </a:lnTo>
                  <a:lnTo>
                    <a:pt x="4784769" y="439862"/>
                  </a:lnTo>
                  <a:lnTo>
                    <a:pt x="4802490" y="445202"/>
                  </a:lnTo>
                  <a:lnTo>
                    <a:pt x="4820212" y="450387"/>
                  </a:lnTo>
                  <a:lnTo>
                    <a:pt x="4837933" y="455395"/>
                  </a:lnTo>
                  <a:lnTo>
                    <a:pt x="4855654" y="460124"/>
                  </a:lnTo>
                  <a:lnTo>
                    <a:pt x="4873376" y="464703"/>
                  </a:lnTo>
                  <a:lnTo>
                    <a:pt x="4891097" y="469120"/>
                  </a:lnTo>
                  <a:lnTo>
                    <a:pt x="4908819" y="473263"/>
                  </a:lnTo>
                  <a:lnTo>
                    <a:pt x="4926540" y="477265"/>
                  </a:lnTo>
                  <a:lnTo>
                    <a:pt x="4944261" y="481119"/>
                  </a:lnTo>
                  <a:lnTo>
                    <a:pt x="4961983" y="484711"/>
                  </a:lnTo>
                  <a:lnTo>
                    <a:pt x="4979704" y="488171"/>
                  </a:lnTo>
                  <a:lnTo>
                    <a:pt x="4997425" y="491500"/>
                  </a:lnTo>
                  <a:lnTo>
                    <a:pt x="5015147" y="494582"/>
                  </a:lnTo>
                  <a:lnTo>
                    <a:pt x="5032868" y="497544"/>
                  </a:lnTo>
                  <a:lnTo>
                    <a:pt x="5050589" y="500385"/>
                  </a:lnTo>
                  <a:lnTo>
                    <a:pt x="5068311" y="503008"/>
                  </a:lnTo>
                  <a:lnTo>
                    <a:pt x="5086032" y="505516"/>
                  </a:lnTo>
                  <a:lnTo>
                    <a:pt x="5103754" y="507917"/>
                  </a:lnTo>
                  <a:lnTo>
                    <a:pt x="5121475" y="510126"/>
                  </a:lnTo>
                  <a:lnTo>
                    <a:pt x="5139196" y="512230"/>
                  </a:lnTo>
                  <a:lnTo>
                    <a:pt x="5156918" y="514237"/>
                  </a:lnTo>
                  <a:lnTo>
                    <a:pt x="5174639" y="516079"/>
                  </a:lnTo>
                  <a:lnTo>
                    <a:pt x="5192360" y="517826"/>
                  </a:lnTo>
                  <a:lnTo>
                    <a:pt x="5210082" y="519488"/>
                  </a:lnTo>
                  <a:lnTo>
                    <a:pt x="5227803" y="521009"/>
                  </a:lnTo>
                  <a:lnTo>
                    <a:pt x="5245525" y="522444"/>
                  </a:lnTo>
                  <a:lnTo>
                    <a:pt x="5263246" y="523807"/>
                  </a:lnTo>
                  <a:lnTo>
                    <a:pt x="5280967" y="525051"/>
                  </a:lnTo>
                  <a:lnTo>
                    <a:pt x="5298689" y="526219"/>
                  </a:lnTo>
                  <a:lnTo>
                    <a:pt x="5316410" y="527325"/>
                  </a:lnTo>
                  <a:lnTo>
                    <a:pt x="5334131" y="528332"/>
                  </a:lnTo>
                  <a:lnTo>
                    <a:pt x="5351853" y="529273"/>
                  </a:lnTo>
                  <a:lnTo>
                    <a:pt x="5369574" y="530162"/>
                  </a:lnTo>
                  <a:lnTo>
                    <a:pt x="5387295" y="530970"/>
                  </a:lnTo>
                  <a:lnTo>
                    <a:pt x="5405017" y="531720"/>
                  </a:lnTo>
                  <a:lnTo>
                    <a:pt x="5422738" y="532427"/>
                  </a:lnTo>
                  <a:lnTo>
                    <a:pt x="5440460" y="533069"/>
                  </a:lnTo>
                  <a:lnTo>
                    <a:pt x="5458181" y="533662"/>
                  </a:lnTo>
                </a:path>
              </a:pathLst>
            </a:custGeom>
            <a:ln w="542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7"/>
            <p:cNvSpPr/>
            <p:nvPr/>
          </p:nvSpPr>
          <p:spPr>
            <a:xfrm>
              <a:off x="3455216" y="2996347"/>
              <a:ext cx="35442" cy="7173"/>
            </a:xfrm>
            <a:custGeom>
              <a:avLst/>
              <a:pathLst>
                <a:path w="35442" h="7173">
                  <a:moveTo>
                    <a:pt x="0" y="926"/>
                  </a:moveTo>
                  <a:lnTo>
                    <a:pt x="17721" y="473"/>
                  </a:lnTo>
                  <a:lnTo>
                    <a:pt x="35442" y="0"/>
                  </a:lnTo>
                  <a:lnTo>
                    <a:pt x="35442" y="7173"/>
                  </a:lnTo>
                  <a:lnTo>
                    <a:pt x="17721" y="7173"/>
                  </a:lnTo>
                  <a:lnTo>
                    <a:pt x="0" y="7173"/>
                  </a:lnTo>
                  <a:close/>
                </a:path>
              </a:pathLst>
            </a:custGeom>
            <a:solidFill>
              <a:srgbClr val="E7CEBC">
                <a:alpha val="100000"/>
              </a:srgbClr>
            </a:solidFill>
            <a:ln w="4762" cap="rnd">
              <a:solidFill>
                <a:srgbClr val="E7CEB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8"/>
            <p:cNvSpPr/>
            <p:nvPr/>
          </p:nvSpPr>
          <p:spPr>
            <a:xfrm>
              <a:off x="3490659" y="2995305"/>
              <a:ext cx="35442" cy="8215"/>
            </a:xfrm>
            <a:custGeom>
              <a:avLst/>
              <a:pathLst>
                <a:path w="35442" h="8215">
                  <a:moveTo>
                    <a:pt x="0" y="1041"/>
                  </a:moveTo>
                  <a:lnTo>
                    <a:pt x="17721" y="534"/>
                  </a:lnTo>
                  <a:lnTo>
                    <a:pt x="35442" y="0"/>
                  </a:lnTo>
                  <a:lnTo>
                    <a:pt x="35442" y="8215"/>
                  </a:lnTo>
                  <a:lnTo>
                    <a:pt x="17721" y="8215"/>
                  </a:lnTo>
                  <a:lnTo>
                    <a:pt x="0" y="8215"/>
                  </a:lnTo>
                  <a:close/>
                </a:path>
              </a:pathLst>
            </a:custGeom>
            <a:solidFill>
              <a:srgbClr val="E6CDBB">
                <a:alpha val="100000"/>
              </a:srgbClr>
            </a:solidFill>
            <a:ln w="4762" cap="rnd">
              <a:solidFill>
                <a:srgbClr val="E6CD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09"/>
            <p:cNvSpPr/>
            <p:nvPr/>
          </p:nvSpPr>
          <p:spPr>
            <a:xfrm>
              <a:off x="3526102" y="2994750"/>
              <a:ext cx="17721" cy="8770"/>
            </a:xfrm>
            <a:custGeom>
              <a:avLst/>
              <a:pathLst>
                <a:path w="17721" h="8770">
                  <a:moveTo>
                    <a:pt x="0" y="555"/>
                  </a:moveTo>
                  <a:lnTo>
                    <a:pt x="17721" y="0"/>
                  </a:lnTo>
                  <a:lnTo>
                    <a:pt x="17721" y="8770"/>
                  </a:lnTo>
                  <a:lnTo>
                    <a:pt x="0" y="8770"/>
                  </a:lnTo>
                  <a:close/>
                </a:path>
              </a:pathLst>
            </a:custGeom>
            <a:solidFill>
              <a:srgbClr val="E6CCBB">
                <a:alpha val="100000"/>
              </a:srgbClr>
            </a:solidFill>
            <a:ln w="4762" cap="rnd">
              <a:solidFill>
                <a:srgbClr val="E6CC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0"/>
            <p:cNvSpPr/>
            <p:nvPr/>
          </p:nvSpPr>
          <p:spPr>
            <a:xfrm>
              <a:off x="3543823" y="2993535"/>
              <a:ext cx="35442" cy="9986"/>
            </a:xfrm>
            <a:custGeom>
              <a:avLst/>
              <a:pathLst>
                <a:path w="35442" h="9986">
                  <a:moveTo>
                    <a:pt x="0" y="1215"/>
                  </a:moveTo>
                  <a:lnTo>
                    <a:pt x="17721" y="622"/>
                  </a:lnTo>
                  <a:lnTo>
                    <a:pt x="35442" y="0"/>
                  </a:lnTo>
                  <a:lnTo>
                    <a:pt x="35442" y="9986"/>
                  </a:lnTo>
                  <a:lnTo>
                    <a:pt x="17721" y="9986"/>
                  </a:lnTo>
                  <a:lnTo>
                    <a:pt x="0" y="9986"/>
                  </a:lnTo>
                  <a:close/>
                </a:path>
              </a:pathLst>
            </a:custGeom>
            <a:solidFill>
              <a:srgbClr val="E6CCBA">
                <a:alpha val="100000"/>
              </a:srgbClr>
            </a:solidFill>
            <a:ln w="4762" cap="rnd">
              <a:solidFill>
                <a:srgbClr val="E6CCB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1"/>
            <p:cNvSpPr/>
            <p:nvPr/>
          </p:nvSpPr>
          <p:spPr>
            <a:xfrm>
              <a:off x="3579266" y="2992888"/>
              <a:ext cx="17721" cy="10632"/>
            </a:xfrm>
            <a:custGeom>
              <a:avLst/>
              <a:pathLst>
                <a:path w="17721" h="10632">
                  <a:moveTo>
                    <a:pt x="0" y="646"/>
                  </a:moveTo>
                  <a:lnTo>
                    <a:pt x="17721" y="0"/>
                  </a:lnTo>
                  <a:lnTo>
                    <a:pt x="17721" y="10632"/>
                  </a:lnTo>
                  <a:lnTo>
                    <a:pt x="0" y="10632"/>
                  </a:lnTo>
                  <a:close/>
                </a:path>
              </a:pathLst>
            </a:custGeom>
            <a:solidFill>
              <a:srgbClr val="E6CBB9">
                <a:alpha val="100000"/>
              </a:srgbClr>
            </a:solidFill>
            <a:ln w="4762" cap="rnd">
              <a:solidFill>
                <a:srgbClr val="E6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2"/>
            <p:cNvSpPr/>
            <p:nvPr/>
          </p:nvSpPr>
          <p:spPr>
            <a:xfrm>
              <a:off x="3596987" y="2992203"/>
              <a:ext cx="17721" cy="11317"/>
            </a:xfrm>
            <a:custGeom>
              <a:avLst/>
              <a:pathLst>
                <a:path w="17721" h="11317">
                  <a:moveTo>
                    <a:pt x="0" y="684"/>
                  </a:moveTo>
                  <a:lnTo>
                    <a:pt x="17721" y="0"/>
                  </a:lnTo>
                  <a:lnTo>
                    <a:pt x="17721" y="11317"/>
                  </a:lnTo>
                  <a:lnTo>
                    <a:pt x="0" y="11317"/>
                  </a:lnTo>
                  <a:close/>
                </a:path>
              </a:pathLst>
            </a:custGeom>
            <a:solidFill>
              <a:srgbClr val="E5CBB9">
                <a:alpha val="100000"/>
              </a:srgbClr>
            </a:solidFill>
            <a:ln w="4762" cap="rnd">
              <a:solidFill>
                <a:srgbClr val="E5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3"/>
            <p:cNvSpPr/>
            <p:nvPr/>
          </p:nvSpPr>
          <p:spPr>
            <a:xfrm>
              <a:off x="3614708" y="2989957"/>
              <a:ext cx="53164" cy="13563"/>
            </a:xfrm>
            <a:custGeom>
              <a:avLst/>
              <a:pathLst>
                <a:path w="53164" h="13563">
                  <a:moveTo>
                    <a:pt x="0" y="2246"/>
                  </a:moveTo>
                  <a:lnTo>
                    <a:pt x="17721" y="1528"/>
                  </a:lnTo>
                  <a:lnTo>
                    <a:pt x="35442" y="784"/>
                  </a:lnTo>
                  <a:lnTo>
                    <a:pt x="53164" y="0"/>
                  </a:lnTo>
                  <a:lnTo>
                    <a:pt x="53164" y="13563"/>
                  </a:lnTo>
                  <a:lnTo>
                    <a:pt x="35442" y="13563"/>
                  </a:lnTo>
                  <a:lnTo>
                    <a:pt x="17721" y="13563"/>
                  </a:lnTo>
                  <a:lnTo>
                    <a:pt x="0" y="13563"/>
                  </a:lnTo>
                  <a:close/>
                </a:path>
              </a:pathLst>
            </a:custGeom>
            <a:solidFill>
              <a:srgbClr val="E5CAB8">
                <a:alpha val="100000"/>
              </a:srgbClr>
            </a:solidFill>
            <a:ln w="4762" cap="rnd">
              <a:solidFill>
                <a:srgbClr val="E5CA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4"/>
            <p:cNvSpPr/>
            <p:nvPr/>
          </p:nvSpPr>
          <p:spPr>
            <a:xfrm>
              <a:off x="3667873" y="2989136"/>
              <a:ext cx="17721" cy="14384"/>
            </a:xfrm>
            <a:custGeom>
              <a:avLst/>
              <a:pathLst>
                <a:path w="17721" h="14384">
                  <a:moveTo>
                    <a:pt x="0" y="821"/>
                  </a:moveTo>
                  <a:lnTo>
                    <a:pt x="17721" y="0"/>
                  </a:lnTo>
                  <a:lnTo>
                    <a:pt x="17721" y="14384"/>
                  </a:lnTo>
                  <a:lnTo>
                    <a:pt x="0" y="14384"/>
                  </a:lnTo>
                  <a:close/>
                </a:path>
              </a:pathLst>
            </a:custGeom>
            <a:solidFill>
              <a:srgbClr val="E5C9B7">
                <a:alpha val="100000"/>
              </a:srgbClr>
            </a:solidFill>
            <a:ln w="4762" cap="rnd">
              <a:solidFill>
                <a:srgbClr val="E5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5"/>
            <p:cNvSpPr/>
            <p:nvPr/>
          </p:nvSpPr>
          <p:spPr>
            <a:xfrm>
              <a:off x="3685594" y="2988288"/>
              <a:ext cx="17721" cy="15232"/>
            </a:xfrm>
            <a:custGeom>
              <a:avLst/>
              <a:pathLst>
                <a:path w="17721" h="15232">
                  <a:moveTo>
                    <a:pt x="0" y="847"/>
                  </a:moveTo>
                  <a:lnTo>
                    <a:pt x="17721" y="0"/>
                  </a:lnTo>
                  <a:lnTo>
                    <a:pt x="17721" y="15232"/>
                  </a:lnTo>
                  <a:lnTo>
                    <a:pt x="0" y="15232"/>
                  </a:lnTo>
                  <a:close/>
                </a:path>
              </a:pathLst>
            </a:custGeom>
            <a:solidFill>
              <a:srgbClr val="E4C9B7">
                <a:alpha val="100000"/>
              </a:srgbClr>
            </a:solidFill>
            <a:ln w="4762" cap="rnd">
              <a:solidFill>
                <a:srgbClr val="E4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6"/>
            <p:cNvSpPr/>
            <p:nvPr/>
          </p:nvSpPr>
          <p:spPr>
            <a:xfrm>
              <a:off x="3703315" y="2986469"/>
              <a:ext cx="35442" cy="17051"/>
            </a:xfrm>
            <a:custGeom>
              <a:avLst/>
              <a:pathLst>
                <a:path w="35442" h="17051">
                  <a:moveTo>
                    <a:pt x="0" y="1818"/>
                  </a:moveTo>
                  <a:lnTo>
                    <a:pt x="17721" y="929"/>
                  </a:lnTo>
                  <a:lnTo>
                    <a:pt x="35442" y="0"/>
                  </a:lnTo>
                  <a:lnTo>
                    <a:pt x="35442" y="17051"/>
                  </a:lnTo>
                  <a:lnTo>
                    <a:pt x="17721" y="17051"/>
                  </a:lnTo>
                  <a:lnTo>
                    <a:pt x="0" y="17051"/>
                  </a:lnTo>
                  <a:close/>
                </a:path>
              </a:pathLst>
            </a:custGeom>
            <a:solidFill>
              <a:srgbClr val="E4C8B6">
                <a:alpha val="100000"/>
              </a:srgbClr>
            </a:solidFill>
            <a:ln w="4762" cap="rnd">
              <a:solidFill>
                <a:srgbClr val="E4C8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7"/>
            <p:cNvSpPr/>
            <p:nvPr/>
          </p:nvSpPr>
          <p:spPr>
            <a:xfrm>
              <a:off x="3738758" y="2985512"/>
              <a:ext cx="17721" cy="18008"/>
            </a:xfrm>
            <a:custGeom>
              <a:avLst/>
              <a:pathLst>
                <a:path w="17721" h="18008">
                  <a:moveTo>
                    <a:pt x="0" y="957"/>
                  </a:moveTo>
                  <a:lnTo>
                    <a:pt x="17721" y="0"/>
                  </a:lnTo>
                  <a:lnTo>
                    <a:pt x="17721" y="18008"/>
                  </a:lnTo>
                  <a:lnTo>
                    <a:pt x="0" y="18008"/>
                  </a:lnTo>
                  <a:close/>
                </a:path>
              </a:pathLst>
            </a:custGeom>
            <a:solidFill>
              <a:srgbClr val="E4C8B5">
                <a:alpha val="100000"/>
              </a:srgbClr>
            </a:solidFill>
            <a:ln w="4762" cap="rnd">
              <a:solidFill>
                <a:srgbClr val="E4C8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8"/>
            <p:cNvSpPr/>
            <p:nvPr/>
          </p:nvSpPr>
          <p:spPr>
            <a:xfrm>
              <a:off x="3756479" y="2984513"/>
              <a:ext cx="17721" cy="19007"/>
            </a:xfrm>
            <a:custGeom>
              <a:avLst/>
              <a:pathLst>
                <a:path w="17721" h="19007">
                  <a:moveTo>
                    <a:pt x="0" y="999"/>
                  </a:moveTo>
                  <a:lnTo>
                    <a:pt x="17721" y="0"/>
                  </a:lnTo>
                  <a:lnTo>
                    <a:pt x="17721" y="19007"/>
                  </a:lnTo>
                  <a:lnTo>
                    <a:pt x="0" y="19007"/>
                  </a:lnTo>
                  <a:close/>
                </a:path>
              </a:pathLst>
            </a:custGeom>
            <a:solidFill>
              <a:srgbClr val="E4C7B5">
                <a:alpha val="100000"/>
              </a:srgbClr>
            </a:solidFill>
            <a:ln w="4762" cap="rnd">
              <a:solidFill>
                <a:srgbClr val="E4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19"/>
            <p:cNvSpPr/>
            <p:nvPr/>
          </p:nvSpPr>
          <p:spPr>
            <a:xfrm>
              <a:off x="3774201" y="2983471"/>
              <a:ext cx="17721" cy="20049"/>
            </a:xfrm>
            <a:custGeom>
              <a:avLst/>
              <a:pathLst>
                <a:path w="17721" h="20049">
                  <a:moveTo>
                    <a:pt x="0" y="1041"/>
                  </a:moveTo>
                  <a:lnTo>
                    <a:pt x="17721" y="0"/>
                  </a:lnTo>
                  <a:lnTo>
                    <a:pt x="17721" y="20049"/>
                  </a:lnTo>
                  <a:lnTo>
                    <a:pt x="0" y="20049"/>
                  </a:lnTo>
                  <a:close/>
                </a:path>
              </a:pathLst>
            </a:custGeom>
            <a:solidFill>
              <a:srgbClr val="E3C7B5">
                <a:alpha val="100000"/>
              </a:srgbClr>
            </a:solidFill>
            <a:ln w="4762" cap="rnd">
              <a:solidFill>
                <a:srgbClr val="E3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0"/>
            <p:cNvSpPr/>
            <p:nvPr/>
          </p:nvSpPr>
          <p:spPr>
            <a:xfrm>
              <a:off x="3791922" y="2981287"/>
              <a:ext cx="35442" cy="22233"/>
            </a:xfrm>
            <a:custGeom>
              <a:avLst/>
              <a:pathLst>
                <a:path w="35442" h="22233">
                  <a:moveTo>
                    <a:pt x="0" y="2183"/>
                  </a:moveTo>
                  <a:lnTo>
                    <a:pt x="17721" y="1112"/>
                  </a:lnTo>
                  <a:lnTo>
                    <a:pt x="35442" y="0"/>
                  </a:lnTo>
                  <a:lnTo>
                    <a:pt x="35442" y="22233"/>
                  </a:lnTo>
                  <a:lnTo>
                    <a:pt x="17721" y="22233"/>
                  </a:lnTo>
                  <a:lnTo>
                    <a:pt x="0" y="22233"/>
                  </a:lnTo>
                  <a:close/>
                </a:path>
              </a:pathLst>
            </a:custGeom>
            <a:solidFill>
              <a:srgbClr val="E3C6B4">
                <a:alpha val="100000"/>
              </a:srgbClr>
            </a:solidFill>
            <a:ln w="4762" cap="rnd">
              <a:solidFill>
                <a:srgbClr val="E3C6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1"/>
            <p:cNvSpPr/>
            <p:nvPr/>
          </p:nvSpPr>
          <p:spPr>
            <a:xfrm>
              <a:off x="3827365" y="2980130"/>
              <a:ext cx="17721" cy="23390"/>
            </a:xfrm>
            <a:custGeom>
              <a:avLst/>
              <a:pathLst>
                <a:path w="17721" h="23390">
                  <a:moveTo>
                    <a:pt x="0" y="1157"/>
                  </a:moveTo>
                  <a:lnTo>
                    <a:pt x="17721" y="0"/>
                  </a:lnTo>
                  <a:lnTo>
                    <a:pt x="17721" y="23390"/>
                  </a:lnTo>
                  <a:lnTo>
                    <a:pt x="0" y="23390"/>
                  </a:lnTo>
                  <a:close/>
                </a:path>
              </a:pathLst>
            </a:custGeom>
            <a:solidFill>
              <a:srgbClr val="E3C6B3">
                <a:alpha val="100000"/>
              </a:srgbClr>
            </a:solidFill>
            <a:ln w="4762" cap="rnd">
              <a:solidFill>
                <a:srgbClr val="E3C6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2"/>
            <p:cNvSpPr/>
            <p:nvPr/>
          </p:nvSpPr>
          <p:spPr>
            <a:xfrm>
              <a:off x="3845086" y="2978943"/>
              <a:ext cx="17721" cy="24577"/>
            </a:xfrm>
            <a:custGeom>
              <a:avLst/>
              <a:pathLst>
                <a:path w="17721" h="24577">
                  <a:moveTo>
                    <a:pt x="0" y="1186"/>
                  </a:moveTo>
                  <a:lnTo>
                    <a:pt x="17721" y="0"/>
                  </a:lnTo>
                  <a:lnTo>
                    <a:pt x="17721" y="24577"/>
                  </a:lnTo>
                  <a:lnTo>
                    <a:pt x="0" y="24577"/>
                  </a:lnTo>
                  <a:close/>
                </a:path>
              </a:pathLst>
            </a:custGeom>
            <a:solidFill>
              <a:srgbClr val="E3C5B3">
                <a:alpha val="100000"/>
              </a:srgbClr>
            </a:solidFill>
            <a:ln w="4762" cap="rnd">
              <a:solidFill>
                <a:srgbClr val="E3C5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3"/>
            <p:cNvSpPr/>
            <p:nvPr/>
          </p:nvSpPr>
          <p:spPr>
            <a:xfrm>
              <a:off x="3862808" y="2977715"/>
              <a:ext cx="17721" cy="25805"/>
            </a:xfrm>
            <a:custGeom>
              <a:avLst/>
              <a:pathLst>
                <a:path w="17721" h="25805">
                  <a:moveTo>
                    <a:pt x="0" y="1228"/>
                  </a:moveTo>
                  <a:lnTo>
                    <a:pt x="17721" y="0"/>
                  </a:lnTo>
                  <a:lnTo>
                    <a:pt x="17721" y="25805"/>
                  </a:lnTo>
                  <a:lnTo>
                    <a:pt x="0" y="25805"/>
                  </a:lnTo>
                  <a:close/>
                </a:path>
              </a:pathLst>
            </a:custGeom>
            <a:solidFill>
              <a:srgbClr val="E3C5B2">
                <a:alpha val="100000"/>
              </a:srgbClr>
            </a:solidFill>
            <a:ln w="4762" cap="rnd">
              <a:solidFill>
                <a:srgbClr val="E3C5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4"/>
            <p:cNvSpPr/>
            <p:nvPr/>
          </p:nvSpPr>
          <p:spPr>
            <a:xfrm>
              <a:off x="3880529" y="2975135"/>
              <a:ext cx="35442" cy="28385"/>
            </a:xfrm>
            <a:custGeom>
              <a:avLst/>
              <a:pathLst>
                <a:path w="35442" h="28385">
                  <a:moveTo>
                    <a:pt x="0" y="2579"/>
                  </a:moveTo>
                  <a:lnTo>
                    <a:pt x="17721" y="1304"/>
                  </a:lnTo>
                  <a:lnTo>
                    <a:pt x="35442" y="0"/>
                  </a:lnTo>
                  <a:lnTo>
                    <a:pt x="35442" y="28385"/>
                  </a:lnTo>
                  <a:lnTo>
                    <a:pt x="17721" y="28385"/>
                  </a:lnTo>
                  <a:lnTo>
                    <a:pt x="0" y="28385"/>
                  </a:lnTo>
                  <a:close/>
                </a:path>
              </a:pathLst>
            </a:custGeom>
            <a:solidFill>
              <a:srgbClr val="E2C4B2">
                <a:alpha val="100000"/>
              </a:srgbClr>
            </a:solidFill>
            <a:ln w="4762" cap="rnd">
              <a:solidFill>
                <a:srgbClr val="E2C4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5"/>
            <p:cNvSpPr/>
            <p:nvPr/>
          </p:nvSpPr>
          <p:spPr>
            <a:xfrm>
              <a:off x="3915972" y="2973790"/>
              <a:ext cx="17721" cy="29730"/>
            </a:xfrm>
            <a:custGeom>
              <a:avLst/>
              <a:pathLst>
                <a:path w="17721" h="29730">
                  <a:moveTo>
                    <a:pt x="0" y="1344"/>
                  </a:moveTo>
                  <a:lnTo>
                    <a:pt x="17721" y="0"/>
                  </a:lnTo>
                  <a:lnTo>
                    <a:pt x="17721" y="29730"/>
                  </a:lnTo>
                  <a:lnTo>
                    <a:pt x="0" y="29730"/>
                  </a:lnTo>
                  <a:close/>
                </a:path>
              </a:pathLst>
            </a:custGeom>
            <a:solidFill>
              <a:srgbClr val="E2C4B1">
                <a:alpha val="100000"/>
              </a:srgbClr>
            </a:solidFill>
            <a:ln w="4762" cap="rnd">
              <a:solidFill>
                <a:srgbClr val="E2C4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6"/>
            <p:cNvSpPr/>
            <p:nvPr/>
          </p:nvSpPr>
          <p:spPr>
            <a:xfrm>
              <a:off x="3933693" y="2972398"/>
              <a:ext cx="17721" cy="31122"/>
            </a:xfrm>
            <a:custGeom>
              <a:avLst/>
              <a:pathLst>
                <a:path w="17721" h="31122">
                  <a:moveTo>
                    <a:pt x="0" y="1392"/>
                  </a:moveTo>
                  <a:lnTo>
                    <a:pt x="17721" y="0"/>
                  </a:lnTo>
                  <a:lnTo>
                    <a:pt x="17721" y="31122"/>
                  </a:lnTo>
                  <a:lnTo>
                    <a:pt x="0" y="31122"/>
                  </a:lnTo>
                  <a:close/>
                </a:path>
              </a:pathLst>
            </a:custGeom>
            <a:solidFill>
              <a:srgbClr val="E2C3B1">
                <a:alpha val="100000"/>
              </a:srgbClr>
            </a:solidFill>
            <a:ln w="4762" cap="rnd">
              <a:solidFill>
                <a:srgbClr val="E2C3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7"/>
            <p:cNvSpPr/>
            <p:nvPr/>
          </p:nvSpPr>
          <p:spPr>
            <a:xfrm>
              <a:off x="3951414" y="2970975"/>
              <a:ext cx="17721" cy="32545"/>
            </a:xfrm>
            <a:custGeom>
              <a:avLst/>
              <a:pathLst>
                <a:path w="17721" h="32545">
                  <a:moveTo>
                    <a:pt x="0" y="1422"/>
                  </a:moveTo>
                  <a:lnTo>
                    <a:pt x="17721" y="0"/>
                  </a:lnTo>
                  <a:lnTo>
                    <a:pt x="17721" y="32545"/>
                  </a:lnTo>
                  <a:lnTo>
                    <a:pt x="0" y="32545"/>
                  </a:lnTo>
                  <a:close/>
                </a:path>
              </a:pathLst>
            </a:custGeom>
            <a:solidFill>
              <a:srgbClr val="E2C3B0">
                <a:alpha val="100000"/>
              </a:srgbClr>
            </a:solidFill>
            <a:ln w="4762" cap="rnd">
              <a:solidFill>
                <a:srgbClr val="E2C3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8"/>
            <p:cNvSpPr/>
            <p:nvPr/>
          </p:nvSpPr>
          <p:spPr>
            <a:xfrm>
              <a:off x="3969136" y="2969514"/>
              <a:ext cx="17721" cy="34006"/>
            </a:xfrm>
            <a:custGeom>
              <a:avLst/>
              <a:pathLst>
                <a:path w="17721" h="34006">
                  <a:moveTo>
                    <a:pt x="0" y="1461"/>
                  </a:moveTo>
                  <a:lnTo>
                    <a:pt x="17721" y="0"/>
                  </a:lnTo>
                  <a:lnTo>
                    <a:pt x="17721" y="34006"/>
                  </a:lnTo>
                  <a:lnTo>
                    <a:pt x="0" y="34006"/>
                  </a:lnTo>
                  <a:close/>
                </a:path>
              </a:pathLst>
            </a:custGeom>
            <a:solidFill>
              <a:srgbClr val="E1C2B0">
                <a:alpha val="100000"/>
              </a:srgbClr>
            </a:solidFill>
            <a:ln w="4762" cap="rnd">
              <a:solidFill>
                <a:srgbClr val="E1C2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29"/>
            <p:cNvSpPr/>
            <p:nvPr/>
          </p:nvSpPr>
          <p:spPr>
            <a:xfrm>
              <a:off x="3986857" y="2968004"/>
              <a:ext cx="17721" cy="35517"/>
            </a:xfrm>
            <a:custGeom>
              <a:avLst/>
              <a:pathLst>
                <a:path w="17721" h="35517">
                  <a:moveTo>
                    <a:pt x="0" y="1510"/>
                  </a:moveTo>
                  <a:lnTo>
                    <a:pt x="17721" y="0"/>
                  </a:lnTo>
                  <a:lnTo>
                    <a:pt x="17721" y="35517"/>
                  </a:lnTo>
                  <a:lnTo>
                    <a:pt x="0" y="35517"/>
                  </a:lnTo>
                  <a:close/>
                </a:path>
              </a:pathLst>
            </a:custGeom>
            <a:solidFill>
              <a:srgbClr val="E1C2AF">
                <a:alpha val="100000"/>
              </a:srgbClr>
            </a:solidFill>
            <a:ln w="4762" cap="rnd">
              <a:solidFill>
                <a:srgbClr val="E1C2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0"/>
            <p:cNvSpPr/>
            <p:nvPr/>
          </p:nvSpPr>
          <p:spPr>
            <a:xfrm>
              <a:off x="4004579" y="2964887"/>
              <a:ext cx="35442" cy="38633"/>
            </a:xfrm>
            <a:custGeom>
              <a:avLst/>
              <a:pathLst>
                <a:path w="35442" h="38633">
                  <a:moveTo>
                    <a:pt x="0" y="3116"/>
                  </a:moveTo>
                  <a:lnTo>
                    <a:pt x="17721" y="1577"/>
                  </a:lnTo>
                  <a:lnTo>
                    <a:pt x="35442" y="0"/>
                  </a:lnTo>
                  <a:lnTo>
                    <a:pt x="35442" y="38633"/>
                  </a:lnTo>
                  <a:lnTo>
                    <a:pt x="17721" y="38633"/>
                  </a:lnTo>
                  <a:lnTo>
                    <a:pt x="0" y="38633"/>
                  </a:lnTo>
                  <a:close/>
                </a:path>
              </a:pathLst>
            </a:custGeom>
            <a:solidFill>
              <a:srgbClr val="E1C1AF">
                <a:alpha val="100000"/>
              </a:srgbClr>
            </a:solidFill>
            <a:ln w="4762" cap="rnd">
              <a:solidFill>
                <a:srgbClr val="E1C1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1"/>
            <p:cNvSpPr/>
            <p:nvPr/>
          </p:nvSpPr>
          <p:spPr>
            <a:xfrm>
              <a:off x="4040021" y="2963260"/>
              <a:ext cx="17721" cy="40260"/>
            </a:xfrm>
            <a:custGeom>
              <a:avLst/>
              <a:pathLst>
                <a:path w="17721" h="40260">
                  <a:moveTo>
                    <a:pt x="0" y="1626"/>
                  </a:moveTo>
                  <a:lnTo>
                    <a:pt x="17721" y="0"/>
                  </a:lnTo>
                  <a:lnTo>
                    <a:pt x="17721" y="40260"/>
                  </a:lnTo>
                  <a:lnTo>
                    <a:pt x="0" y="40260"/>
                  </a:lnTo>
                  <a:close/>
                </a:path>
              </a:pathLst>
            </a:custGeom>
            <a:solidFill>
              <a:srgbClr val="E1C1AE">
                <a:alpha val="100000"/>
              </a:srgbClr>
            </a:solidFill>
            <a:ln w="4762" cap="rnd">
              <a:solidFill>
                <a:srgbClr val="E1C1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2"/>
            <p:cNvSpPr/>
            <p:nvPr/>
          </p:nvSpPr>
          <p:spPr>
            <a:xfrm>
              <a:off x="4057743" y="2961604"/>
              <a:ext cx="17721" cy="41916"/>
            </a:xfrm>
            <a:custGeom>
              <a:avLst/>
              <a:pathLst>
                <a:path w="17721" h="41916">
                  <a:moveTo>
                    <a:pt x="0" y="1656"/>
                  </a:moveTo>
                  <a:lnTo>
                    <a:pt x="17721" y="0"/>
                  </a:lnTo>
                  <a:lnTo>
                    <a:pt x="17721" y="41916"/>
                  </a:lnTo>
                  <a:lnTo>
                    <a:pt x="0" y="41916"/>
                  </a:lnTo>
                  <a:close/>
                </a:path>
              </a:pathLst>
            </a:custGeom>
            <a:solidFill>
              <a:srgbClr val="E0C0AE">
                <a:alpha val="100000"/>
              </a:srgbClr>
            </a:solidFill>
            <a:ln w="4762" cap="rnd">
              <a:solidFill>
                <a:srgbClr val="E0C0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3"/>
            <p:cNvSpPr/>
            <p:nvPr/>
          </p:nvSpPr>
          <p:spPr>
            <a:xfrm>
              <a:off x="4075464" y="2959912"/>
              <a:ext cx="17721" cy="43608"/>
            </a:xfrm>
            <a:custGeom>
              <a:avLst/>
              <a:pathLst>
                <a:path w="17721" h="43608">
                  <a:moveTo>
                    <a:pt x="0" y="1691"/>
                  </a:moveTo>
                  <a:lnTo>
                    <a:pt x="17721" y="0"/>
                  </a:lnTo>
                  <a:lnTo>
                    <a:pt x="17721" y="43608"/>
                  </a:lnTo>
                  <a:lnTo>
                    <a:pt x="0" y="43608"/>
                  </a:lnTo>
                  <a:close/>
                </a:path>
              </a:pathLst>
            </a:custGeom>
            <a:solidFill>
              <a:srgbClr val="E0C0AD">
                <a:alpha val="100000"/>
              </a:srgbClr>
            </a:solidFill>
            <a:ln w="4762" cap="rnd">
              <a:solidFill>
                <a:srgbClr val="E0C0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4"/>
            <p:cNvSpPr/>
            <p:nvPr/>
          </p:nvSpPr>
          <p:spPr>
            <a:xfrm>
              <a:off x="4093185" y="2958170"/>
              <a:ext cx="17721" cy="45350"/>
            </a:xfrm>
            <a:custGeom>
              <a:avLst/>
              <a:pathLst>
                <a:path w="17721" h="45350">
                  <a:moveTo>
                    <a:pt x="0" y="1742"/>
                  </a:moveTo>
                  <a:lnTo>
                    <a:pt x="17721" y="0"/>
                  </a:lnTo>
                  <a:lnTo>
                    <a:pt x="17721" y="45350"/>
                  </a:lnTo>
                  <a:lnTo>
                    <a:pt x="0" y="45350"/>
                  </a:lnTo>
                  <a:close/>
                </a:path>
              </a:pathLst>
            </a:custGeom>
            <a:solidFill>
              <a:srgbClr val="E0BFAD">
                <a:alpha val="100000"/>
              </a:srgbClr>
            </a:solidFill>
            <a:ln w="4762" cap="rnd">
              <a:solidFill>
                <a:srgbClr val="E0BF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5"/>
            <p:cNvSpPr/>
            <p:nvPr/>
          </p:nvSpPr>
          <p:spPr>
            <a:xfrm>
              <a:off x="4110907" y="2954592"/>
              <a:ext cx="35442" cy="48928"/>
            </a:xfrm>
            <a:custGeom>
              <a:avLst/>
              <a:pathLst>
                <a:path w="35442" h="48928">
                  <a:moveTo>
                    <a:pt x="0" y="3577"/>
                  </a:moveTo>
                  <a:lnTo>
                    <a:pt x="17721" y="1805"/>
                  </a:lnTo>
                  <a:lnTo>
                    <a:pt x="35442" y="0"/>
                  </a:lnTo>
                  <a:lnTo>
                    <a:pt x="35442" y="48928"/>
                  </a:lnTo>
                  <a:lnTo>
                    <a:pt x="17721" y="48928"/>
                  </a:lnTo>
                  <a:lnTo>
                    <a:pt x="0" y="48928"/>
                  </a:lnTo>
                  <a:close/>
                </a:path>
              </a:pathLst>
            </a:custGeom>
            <a:solidFill>
              <a:srgbClr val="E0BFAC">
                <a:alpha val="100000"/>
              </a:srgbClr>
            </a:solidFill>
            <a:ln w="4762" cap="rnd">
              <a:solidFill>
                <a:srgbClr val="E0BF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6"/>
            <p:cNvSpPr/>
            <p:nvPr/>
          </p:nvSpPr>
          <p:spPr>
            <a:xfrm>
              <a:off x="4146349" y="2952734"/>
              <a:ext cx="17721" cy="50786"/>
            </a:xfrm>
            <a:custGeom>
              <a:avLst/>
              <a:pathLst>
                <a:path w="17721" h="50786">
                  <a:moveTo>
                    <a:pt x="0" y="1857"/>
                  </a:moveTo>
                  <a:lnTo>
                    <a:pt x="17721" y="0"/>
                  </a:lnTo>
                  <a:lnTo>
                    <a:pt x="17721" y="50786"/>
                  </a:lnTo>
                  <a:lnTo>
                    <a:pt x="0" y="50786"/>
                  </a:lnTo>
                  <a:close/>
                </a:path>
              </a:pathLst>
            </a:custGeom>
            <a:solidFill>
              <a:srgbClr val="DFBEAC">
                <a:alpha val="100000"/>
              </a:srgbClr>
            </a:solidFill>
            <a:ln w="4762" cap="rnd">
              <a:solidFill>
                <a:srgbClr val="DFBE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7"/>
            <p:cNvSpPr/>
            <p:nvPr/>
          </p:nvSpPr>
          <p:spPr>
            <a:xfrm>
              <a:off x="4164071" y="2950847"/>
              <a:ext cx="17721" cy="52673"/>
            </a:xfrm>
            <a:custGeom>
              <a:avLst/>
              <a:pathLst>
                <a:path w="17721" h="52673">
                  <a:moveTo>
                    <a:pt x="0" y="1887"/>
                  </a:moveTo>
                  <a:lnTo>
                    <a:pt x="17721" y="0"/>
                  </a:lnTo>
                  <a:lnTo>
                    <a:pt x="17721" y="52673"/>
                  </a:lnTo>
                  <a:lnTo>
                    <a:pt x="0" y="52673"/>
                  </a:lnTo>
                  <a:close/>
                </a:path>
              </a:pathLst>
            </a:custGeom>
            <a:solidFill>
              <a:srgbClr val="DFBEAB">
                <a:alpha val="100000"/>
              </a:srgbClr>
            </a:solidFill>
            <a:ln w="4762" cap="rnd">
              <a:solidFill>
                <a:srgbClr val="DFBE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8"/>
            <p:cNvSpPr/>
            <p:nvPr/>
          </p:nvSpPr>
          <p:spPr>
            <a:xfrm>
              <a:off x="4181792" y="2948926"/>
              <a:ext cx="17721" cy="54594"/>
            </a:xfrm>
            <a:custGeom>
              <a:avLst/>
              <a:pathLst>
                <a:path w="17721" h="54594">
                  <a:moveTo>
                    <a:pt x="0" y="1920"/>
                  </a:moveTo>
                  <a:lnTo>
                    <a:pt x="17721" y="0"/>
                  </a:lnTo>
                  <a:lnTo>
                    <a:pt x="17721" y="54594"/>
                  </a:lnTo>
                  <a:lnTo>
                    <a:pt x="0" y="54594"/>
                  </a:lnTo>
                  <a:close/>
                </a:path>
              </a:pathLst>
            </a:custGeom>
            <a:solidFill>
              <a:srgbClr val="DFBDAB">
                <a:alpha val="100000"/>
              </a:srgbClr>
            </a:solidFill>
            <a:ln w="4762" cap="rnd">
              <a:solidFill>
                <a:srgbClr val="DFBD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39"/>
            <p:cNvSpPr/>
            <p:nvPr/>
          </p:nvSpPr>
          <p:spPr>
            <a:xfrm>
              <a:off x="4199514" y="2944947"/>
              <a:ext cx="35442" cy="58573"/>
            </a:xfrm>
            <a:custGeom>
              <a:avLst/>
              <a:pathLst>
                <a:path w="35442" h="58573">
                  <a:moveTo>
                    <a:pt x="0" y="3979"/>
                  </a:moveTo>
                  <a:lnTo>
                    <a:pt x="17721" y="2004"/>
                  </a:lnTo>
                  <a:lnTo>
                    <a:pt x="35442" y="0"/>
                  </a:lnTo>
                  <a:lnTo>
                    <a:pt x="35442" y="58573"/>
                  </a:lnTo>
                  <a:lnTo>
                    <a:pt x="17721" y="58573"/>
                  </a:lnTo>
                  <a:lnTo>
                    <a:pt x="0" y="58573"/>
                  </a:lnTo>
                  <a:close/>
                </a:path>
              </a:pathLst>
            </a:custGeom>
            <a:solidFill>
              <a:srgbClr val="DFBDAA">
                <a:alpha val="100000"/>
              </a:srgbClr>
            </a:solidFill>
            <a:ln w="4762" cap="rnd">
              <a:solidFill>
                <a:srgbClr val="DFBD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0"/>
            <p:cNvSpPr/>
            <p:nvPr/>
          </p:nvSpPr>
          <p:spPr>
            <a:xfrm>
              <a:off x="4234956" y="2942910"/>
              <a:ext cx="17721" cy="60611"/>
            </a:xfrm>
            <a:custGeom>
              <a:avLst/>
              <a:pathLst>
                <a:path w="17721" h="60611">
                  <a:moveTo>
                    <a:pt x="0" y="2037"/>
                  </a:moveTo>
                  <a:lnTo>
                    <a:pt x="17721" y="0"/>
                  </a:lnTo>
                  <a:lnTo>
                    <a:pt x="17721" y="60611"/>
                  </a:lnTo>
                  <a:lnTo>
                    <a:pt x="0" y="60611"/>
                  </a:lnTo>
                  <a:close/>
                </a:path>
              </a:pathLst>
            </a:custGeom>
            <a:solidFill>
              <a:srgbClr val="DFBCA9">
                <a:alpha val="100000"/>
              </a:srgbClr>
            </a:solidFill>
            <a:ln w="4762" cap="rnd">
              <a:solidFill>
                <a:srgbClr val="DF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1"/>
            <p:cNvSpPr/>
            <p:nvPr/>
          </p:nvSpPr>
          <p:spPr>
            <a:xfrm>
              <a:off x="4252678" y="2940815"/>
              <a:ext cx="17721" cy="62706"/>
            </a:xfrm>
            <a:custGeom>
              <a:avLst/>
              <a:pathLst>
                <a:path w="17721" h="62706">
                  <a:moveTo>
                    <a:pt x="0" y="2094"/>
                  </a:moveTo>
                  <a:lnTo>
                    <a:pt x="17721" y="0"/>
                  </a:lnTo>
                  <a:lnTo>
                    <a:pt x="17721" y="62706"/>
                  </a:lnTo>
                  <a:lnTo>
                    <a:pt x="0" y="62706"/>
                  </a:lnTo>
                  <a:close/>
                </a:path>
              </a:pathLst>
            </a:custGeom>
            <a:solidFill>
              <a:srgbClr val="DEBCA9">
                <a:alpha val="100000"/>
              </a:srgbClr>
            </a:solidFill>
            <a:ln w="4762" cap="rnd">
              <a:solidFill>
                <a:srgbClr val="DE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2"/>
            <p:cNvSpPr/>
            <p:nvPr/>
          </p:nvSpPr>
          <p:spPr>
            <a:xfrm>
              <a:off x="4270399" y="2938688"/>
              <a:ext cx="17721" cy="64832"/>
            </a:xfrm>
            <a:custGeom>
              <a:avLst/>
              <a:pathLst>
                <a:path w="17721" h="64832">
                  <a:moveTo>
                    <a:pt x="0" y="2126"/>
                  </a:moveTo>
                  <a:lnTo>
                    <a:pt x="17721" y="0"/>
                  </a:lnTo>
                  <a:lnTo>
                    <a:pt x="17721" y="64832"/>
                  </a:lnTo>
                  <a:lnTo>
                    <a:pt x="0" y="64832"/>
                  </a:lnTo>
                  <a:close/>
                </a:path>
              </a:pathLst>
            </a:custGeom>
            <a:solidFill>
              <a:srgbClr val="DEBBA9">
                <a:alpha val="100000"/>
              </a:srgbClr>
            </a:solidFill>
            <a:ln w="4762" cap="rnd">
              <a:solidFill>
                <a:srgbClr val="DEBB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3"/>
            <p:cNvSpPr/>
            <p:nvPr/>
          </p:nvSpPr>
          <p:spPr>
            <a:xfrm>
              <a:off x="4288120" y="2934306"/>
              <a:ext cx="35442" cy="69214"/>
            </a:xfrm>
            <a:custGeom>
              <a:avLst/>
              <a:pathLst>
                <a:path w="35442" h="69214">
                  <a:moveTo>
                    <a:pt x="0" y="4381"/>
                  </a:moveTo>
                  <a:lnTo>
                    <a:pt x="17721" y="2222"/>
                  </a:lnTo>
                  <a:lnTo>
                    <a:pt x="35442" y="0"/>
                  </a:lnTo>
                  <a:lnTo>
                    <a:pt x="35442" y="69214"/>
                  </a:lnTo>
                  <a:lnTo>
                    <a:pt x="17721" y="69214"/>
                  </a:lnTo>
                  <a:lnTo>
                    <a:pt x="0" y="69214"/>
                  </a:lnTo>
                  <a:close/>
                </a:path>
              </a:pathLst>
            </a:custGeom>
            <a:solidFill>
              <a:srgbClr val="DEBBA8">
                <a:alpha val="100000"/>
              </a:srgbClr>
            </a:solidFill>
            <a:ln w="4762" cap="rnd">
              <a:solidFill>
                <a:srgbClr val="DEBBA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4"/>
            <p:cNvSpPr/>
            <p:nvPr/>
          </p:nvSpPr>
          <p:spPr>
            <a:xfrm>
              <a:off x="4323563" y="2932050"/>
              <a:ext cx="17721" cy="71470"/>
            </a:xfrm>
            <a:custGeom>
              <a:avLst/>
              <a:pathLst>
                <a:path w="17721" h="71470">
                  <a:moveTo>
                    <a:pt x="0" y="2255"/>
                  </a:moveTo>
                  <a:lnTo>
                    <a:pt x="17721" y="0"/>
                  </a:lnTo>
                  <a:lnTo>
                    <a:pt x="17721" y="71470"/>
                  </a:lnTo>
                  <a:lnTo>
                    <a:pt x="0" y="71470"/>
                  </a:lnTo>
                  <a:close/>
                </a:path>
              </a:pathLst>
            </a:custGeom>
            <a:solidFill>
              <a:srgbClr val="DEBAA7">
                <a:alpha val="100000"/>
              </a:srgbClr>
            </a:solidFill>
            <a:ln w="4762" cap="rnd">
              <a:solidFill>
                <a:srgbClr val="DE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5"/>
            <p:cNvSpPr/>
            <p:nvPr/>
          </p:nvSpPr>
          <p:spPr>
            <a:xfrm>
              <a:off x="4341285" y="2929760"/>
              <a:ext cx="17721" cy="73760"/>
            </a:xfrm>
            <a:custGeom>
              <a:avLst/>
              <a:pathLst>
                <a:path w="17721" h="73760">
                  <a:moveTo>
                    <a:pt x="0" y="2290"/>
                  </a:moveTo>
                  <a:lnTo>
                    <a:pt x="17721" y="0"/>
                  </a:lnTo>
                  <a:lnTo>
                    <a:pt x="17721" y="73760"/>
                  </a:lnTo>
                  <a:lnTo>
                    <a:pt x="0" y="73760"/>
                  </a:lnTo>
                  <a:close/>
                </a:path>
              </a:pathLst>
            </a:custGeom>
            <a:solidFill>
              <a:srgbClr val="DDBAA7">
                <a:alpha val="100000"/>
              </a:srgbClr>
            </a:solidFill>
            <a:ln w="4762" cap="rnd">
              <a:solidFill>
                <a:srgbClr val="DD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6"/>
            <p:cNvSpPr/>
            <p:nvPr/>
          </p:nvSpPr>
          <p:spPr>
            <a:xfrm>
              <a:off x="4359006" y="2927401"/>
              <a:ext cx="17721" cy="76119"/>
            </a:xfrm>
            <a:custGeom>
              <a:avLst/>
              <a:pathLst>
                <a:path w="17721" h="76119">
                  <a:moveTo>
                    <a:pt x="0" y="2359"/>
                  </a:moveTo>
                  <a:lnTo>
                    <a:pt x="17721" y="0"/>
                  </a:lnTo>
                  <a:lnTo>
                    <a:pt x="17721" y="76119"/>
                  </a:lnTo>
                  <a:lnTo>
                    <a:pt x="0" y="76119"/>
                  </a:lnTo>
                  <a:close/>
                </a:path>
              </a:pathLst>
            </a:custGeom>
            <a:solidFill>
              <a:srgbClr val="DDB9A7">
                <a:alpha val="100000"/>
              </a:srgbClr>
            </a:solidFill>
            <a:ln w="4762" cap="rnd">
              <a:solidFill>
                <a:srgbClr val="DDB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7"/>
            <p:cNvSpPr/>
            <p:nvPr/>
          </p:nvSpPr>
          <p:spPr>
            <a:xfrm>
              <a:off x="4376727" y="2922569"/>
              <a:ext cx="35442" cy="80951"/>
            </a:xfrm>
            <a:custGeom>
              <a:avLst/>
              <a:pathLst>
                <a:path w="35442" h="80951">
                  <a:moveTo>
                    <a:pt x="0" y="4831"/>
                  </a:moveTo>
                  <a:lnTo>
                    <a:pt x="17721" y="2434"/>
                  </a:lnTo>
                  <a:lnTo>
                    <a:pt x="35442" y="0"/>
                  </a:lnTo>
                  <a:lnTo>
                    <a:pt x="35442" y="80951"/>
                  </a:lnTo>
                  <a:lnTo>
                    <a:pt x="17721" y="80951"/>
                  </a:lnTo>
                  <a:lnTo>
                    <a:pt x="0" y="80951"/>
                  </a:lnTo>
                  <a:close/>
                </a:path>
              </a:pathLst>
            </a:custGeom>
            <a:solidFill>
              <a:srgbClr val="DDB9A6">
                <a:alpha val="100000"/>
              </a:srgbClr>
            </a:solidFill>
            <a:ln w="4762" cap="rnd">
              <a:solidFill>
                <a:srgbClr val="DDB9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8"/>
            <p:cNvSpPr/>
            <p:nvPr/>
          </p:nvSpPr>
          <p:spPr>
            <a:xfrm>
              <a:off x="4412170" y="2920058"/>
              <a:ext cx="17721" cy="83462"/>
            </a:xfrm>
            <a:custGeom>
              <a:avLst/>
              <a:pathLst>
                <a:path w="17721" h="83462">
                  <a:moveTo>
                    <a:pt x="0" y="2510"/>
                  </a:moveTo>
                  <a:lnTo>
                    <a:pt x="17721" y="0"/>
                  </a:lnTo>
                  <a:lnTo>
                    <a:pt x="17721" y="83462"/>
                  </a:lnTo>
                  <a:lnTo>
                    <a:pt x="0" y="83462"/>
                  </a:lnTo>
                  <a:close/>
                </a:path>
              </a:pathLst>
            </a:custGeom>
            <a:solidFill>
              <a:srgbClr val="DDB8A5">
                <a:alpha val="100000"/>
              </a:srgbClr>
            </a:solidFill>
            <a:ln w="4762" cap="rnd">
              <a:solidFill>
                <a:srgbClr val="DD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49"/>
            <p:cNvSpPr/>
            <p:nvPr/>
          </p:nvSpPr>
          <p:spPr>
            <a:xfrm>
              <a:off x="4429891" y="2917504"/>
              <a:ext cx="17721" cy="86016"/>
            </a:xfrm>
            <a:custGeom>
              <a:avLst/>
              <a:pathLst>
                <a:path w="17721" h="86016">
                  <a:moveTo>
                    <a:pt x="0" y="2554"/>
                  </a:moveTo>
                  <a:lnTo>
                    <a:pt x="17721" y="0"/>
                  </a:lnTo>
                  <a:lnTo>
                    <a:pt x="17721" y="86016"/>
                  </a:lnTo>
                  <a:lnTo>
                    <a:pt x="0" y="86016"/>
                  </a:lnTo>
                  <a:close/>
                </a:path>
              </a:pathLst>
            </a:custGeom>
            <a:solidFill>
              <a:srgbClr val="DCB8A5">
                <a:alpha val="100000"/>
              </a:srgbClr>
            </a:solidFill>
            <a:ln w="4762" cap="rnd">
              <a:solidFill>
                <a:srgbClr val="DC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0"/>
            <p:cNvSpPr/>
            <p:nvPr/>
          </p:nvSpPr>
          <p:spPr>
            <a:xfrm>
              <a:off x="4447613" y="2909494"/>
              <a:ext cx="53164" cy="94027"/>
            </a:xfrm>
            <a:custGeom>
              <a:avLst/>
              <a:pathLst>
                <a:path w="53164" h="94027">
                  <a:moveTo>
                    <a:pt x="0" y="8010"/>
                  </a:moveTo>
                  <a:lnTo>
                    <a:pt x="17721" y="5413"/>
                  </a:lnTo>
                  <a:lnTo>
                    <a:pt x="35442" y="2732"/>
                  </a:lnTo>
                  <a:lnTo>
                    <a:pt x="53164" y="0"/>
                  </a:lnTo>
                  <a:lnTo>
                    <a:pt x="53164" y="94027"/>
                  </a:lnTo>
                  <a:lnTo>
                    <a:pt x="35442" y="94027"/>
                  </a:lnTo>
                  <a:lnTo>
                    <a:pt x="17721" y="94027"/>
                  </a:lnTo>
                  <a:lnTo>
                    <a:pt x="0" y="94027"/>
                  </a:lnTo>
                  <a:close/>
                </a:path>
              </a:pathLst>
            </a:custGeom>
            <a:solidFill>
              <a:srgbClr val="DCB7A4">
                <a:alpha val="100000"/>
              </a:srgbClr>
            </a:solidFill>
            <a:ln w="4762" cap="rnd">
              <a:solidFill>
                <a:srgbClr val="DCB7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1"/>
            <p:cNvSpPr/>
            <p:nvPr/>
          </p:nvSpPr>
          <p:spPr>
            <a:xfrm>
              <a:off x="4500777" y="2906712"/>
              <a:ext cx="17721" cy="96808"/>
            </a:xfrm>
            <a:custGeom>
              <a:avLst/>
              <a:pathLst>
                <a:path w="17721" h="96808">
                  <a:moveTo>
                    <a:pt x="0" y="2781"/>
                  </a:moveTo>
                  <a:lnTo>
                    <a:pt x="17721" y="0"/>
                  </a:lnTo>
                  <a:lnTo>
                    <a:pt x="17721" y="96808"/>
                  </a:lnTo>
                  <a:lnTo>
                    <a:pt x="0" y="96808"/>
                  </a:lnTo>
                  <a:close/>
                </a:path>
              </a:pathLst>
            </a:custGeom>
            <a:solidFill>
              <a:srgbClr val="DCB6A3">
                <a:alpha val="100000"/>
              </a:srgbClr>
            </a:solidFill>
            <a:ln w="4762" cap="rnd">
              <a:solidFill>
                <a:srgbClr val="DC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2"/>
            <p:cNvSpPr/>
            <p:nvPr/>
          </p:nvSpPr>
          <p:spPr>
            <a:xfrm>
              <a:off x="4518498" y="2903837"/>
              <a:ext cx="17721" cy="99683"/>
            </a:xfrm>
            <a:custGeom>
              <a:avLst/>
              <a:pathLst>
                <a:path w="17721" h="99683">
                  <a:moveTo>
                    <a:pt x="0" y="2874"/>
                  </a:moveTo>
                  <a:lnTo>
                    <a:pt x="17721" y="0"/>
                  </a:lnTo>
                  <a:lnTo>
                    <a:pt x="17721" y="99683"/>
                  </a:lnTo>
                  <a:lnTo>
                    <a:pt x="0" y="99683"/>
                  </a:lnTo>
                  <a:close/>
                </a:path>
              </a:pathLst>
            </a:custGeom>
            <a:solidFill>
              <a:srgbClr val="DBB6A3">
                <a:alpha val="100000"/>
              </a:srgbClr>
            </a:solidFill>
            <a:ln w="4762" cap="rnd">
              <a:solidFill>
                <a:srgbClr val="DB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3"/>
            <p:cNvSpPr/>
            <p:nvPr/>
          </p:nvSpPr>
          <p:spPr>
            <a:xfrm>
              <a:off x="4536220" y="2897908"/>
              <a:ext cx="35442" cy="105612"/>
            </a:xfrm>
            <a:custGeom>
              <a:avLst/>
              <a:pathLst>
                <a:path w="35442" h="105612">
                  <a:moveTo>
                    <a:pt x="0" y="5929"/>
                  </a:moveTo>
                  <a:lnTo>
                    <a:pt x="17721" y="2992"/>
                  </a:lnTo>
                  <a:lnTo>
                    <a:pt x="35442" y="0"/>
                  </a:lnTo>
                  <a:lnTo>
                    <a:pt x="35442" y="105612"/>
                  </a:lnTo>
                  <a:lnTo>
                    <a:pt x="17721" y="105612"/>
                  </a:lnTo>
                  <a:lnTo>
                    <a:pt x="0" y="105612"/>
                  </a:lnTo>
                  <a:close/>
                </a:path>
              </a:pathLst>
            </a:custGeom>
            <a:solidFill>
              <a:srgbClr val="DBB5A2">
                <a:alpha val="100000"/>
              </a:srgbClr>
            </a:solidFill>
            <a:ln w="4762" cap="rnd">
              <a:solidFill>
                <a:srgbClr val="DBB5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4"/>
            <p:cNvSpPr/>
            <p:nvPr/>
          </p:nvSpPr>
          <p:spPr>
            <a:xfrm>
              <a:off x="4571662" y="2894810"/>
              <a:ext cx="17721" cy="108710"/>
            </a:xfrm>
            <a:custGeom>
              <a:avLst/>
              <a:pathLst>
                <a:path w="17721" h="108710">
                  <a:moveTo>
                    <a:pt x="0" y="3097"/>
                  </a:moveTo>
                  <a:lnTo>
                    <a:pt x="17721" y="0"/>
                  </a:lnTo>
                  <a:lnTo>
                    <a:pt x="17721" y="108710"/>
                  </a:lnTo>
                  <a:lnTo>
                    <a:pt x="0" y="108710"/>
                  </a:lnTo>
                  <a:close/>
                </a:path>
              </a:pathLst>
            </a:custGeom>
            <a:solidFill>
              <a:srgbClr val="DBB5A1">
                <a:alpha val="100000"/>
              </a:srgbClr>
            </a:solidFill>
            <a:ln w="4762" cap="rnd">
              <a:solidFill>
                <a:srgbClr val="DBB5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5"/>
            <p:cNvSpPr/>
            <p:nvPr/>
          </p:nvSpPr>
          <p:spPr>
            <a:xfrm>
              <a:off x="4589384" y="2891639"/>
              <a:ext cx="17721" cy="111881"/>
            </a:xfrm>
            <a:custGeom>
              <a:avLst/>
              <a:pathLst>
                <a:path w="17721" h="111881">
                  <a:moveTo>
                    <a:pt x="0" y="3171"/>
                  </a:moveTo>
                  <a:lnTo>
                    <a:pt x="17721" y="0"/>
                  </a:lnTo>
                  <a:lnTo>
                    <a:pt x="17721" y="111881"/>
                  </a:lnTo>
                  <a:lnTo>
                    <a:pt x="0" y="111881"/>
                  </a:lnTo>
                  <a:close/>
                </a:path>
              </a:pathLst>
            </a:custGeom>
            <a:solidFill>
              <a:srgbClr val="DBB4A1">
                <a:alpha val="100000"/>
              </a:srgbClr>
            </a:solidFill>
            <a:ln w="4762" cap="rnd">
              <a:solidFill>
                <a:srgbClr val="DB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6"/>
            <p:cNvSpPr/>
            <p:nvPr/>
          </p:nvSpPr>
          <p:spPr>
            <a:xfrm>
              <a:off x="4607105" y="2888404"/>
              <a:ext cx="17721" cy="115116"/>
            </a:xfrm>
            <a:custGeom>
              <a:avLst/>
              <a:pathLst>
                <a:path w="17721" h="115116">
                  <a:moveTo>
                    <a:pt x="0" y="3235"/>
                  </a:moveTo>
                  <a:lnTo>
                    <a:pt x="17721" y="0"/>
                  </a:lnTo>
                  <a:lnTo>
                    <a:pt x="17721" y="115116"/>
                  </a:lnTo>
                  <a:lnTo>
                    <a:pt x="0" y="115116"/>
                  </a:lnTo>
                  <a:close/>
                </a:path>
              </a:pathLst>
            </a:custGeom>
            <a:solidFill>
              <a:srgbClr val="DAB4A1">
                <a:alpha val="100000"/>
              </a:srgbClr>
            </a:solidFill>
            <a:ln w="4762" cap="rnd">
              <a:solidFill>
                <a:srgbClr val="DA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7"/>
            <p:cNvSpPr/>
            <p:nvPr/>
          </p:nvSpPr>
          <p:spPr>
            <a:xfrm>
              <a:off x="4624826" y="2881612"/>
              <a:ext cx="35442" cy="121908"/>
            </a:xfrm>
            <a:custGeom>
              <a:avLst/>
              <a:pathLst>
                <a:path w="35442" h="121908">
                  <a:moveTo>
                    <a:pt x="0" y="6791"/>
                  </a:moveTo>
                  <a:lnTo>
                    <a:pt x="17721" y="3439"/>
                  </a:lnTo>
                  <a:lnTo>
                    <a:pt x="35442" y="0"/>
                  </a:lnTo>
                  <a:lnTo>
                    <a:pt x="35442" y="121908"/>
                  </a:lnTo>
                  <a:lnTo>
                    <a:pt x="17721" y="121908"/>
                  </a:lnTo>
                  <a:lnTo>
                    <a:pt x="0" y="121908"/>
                  </a:lnTo>
                  <a:close/>
                </a:path>
              </a:pathLst>
            </a:custGeom>
            <a:solidFill>
              <a:srgbClr val="DAB3A0">
                <a:alpha val="100000"/>
              </a:srgbClr>
            </a:solidFill>
            <a:ln w="4762" cap="rnd">
              <a:solidFill>
                <a:srgbClr val="DAB3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8"/>
            <p:cNvSpPr/>
            <p:nvPr/>
          </p:nvSpPr>
          <p:spPr>
            <a:xfrm>
              <a:off x="4660269" y="2878099"/>
              <a:ext cx="17721" cy="125421"/>
            </a:xfrm>
            <a:custGeom>
              <a:avLst/>
              <a:pathLst>
                <a:path w="17721" h="125421">
                  <a:moveTo>
                    <a:pt x="0" y="3512"/>
                  </a:moveTo>
                  <a:lnTo>
                    <a:pt x="17721" y="0"/>
                  </a:lnTo>
                  <a:lnTo>
                    <a:pt x="17721" y="125421"/>
                  </a:lnTo>
                  <a:lnTo>
                    <a:pt x="0" y="125421"/>
                  </a:lnTo>
                  <a:close/>
                </a:path>
              </a:pathLst>
            </a:custGeom>
            <a:solidFill>
              <a:srgbClr val="DAB39F">
                <a:alpha val="100000"/>
              </a:srgbClr>
            </a:solidFill>
            <a:ln w="4762" cap="rnd">
              <a:solidFill>
                <a:srgbClr val="DAB3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59"/>
            <p:cNvSpPr/>
            <p:nvPr/>
          </p:nvSpPr>
          <p:spPr>
            <a:xfrm>
              <a:off x="4677991" y="2874457"/>
              <a:ext cx="17721" cy="129063"/>
            </a:xfrm>
            <a:custGeom>
              <a:avLst/>
              <a:pathLst>
                <a:path w="17721" h="129063">
                  <a:moveTo>
                    <a:pt x="0" y="3642"/>
                  </a:moveTo>
                  <a:lnTo>
                    <a:pt x="17721" y="0"/>
                  </a:lnTo>
                  <a:lnTo>
                    <a:pt x="17721" y="129063"/>
                  </a:lnTo>
                  <a:lnTo>
                    <a:pt x="0" y="129063"/>
                  </a:lnTo>
                  <a:close/>
                </a:path>
              </a:pathLst>
            </a:custGeom>
            <a:solidFill>
              <a:srgbClr val="DAB29F">
                <a:alpha val="100000"/>
              </a:srgbClr>
            </a:solidFill>
            <a:ln w="4762" cap="rnd">
              <a:solidFill>
                <a:srgbClr val="DA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0"/>
            <p:cNvSpPr/>
            <p:nvPr/>
          </p:nvSpPr>
          <p:spPr>
            <a:xfrm>
              <a:off x="4695712" y="2870713"/>
              <a:ext cx="17721" cy="132807"/>
            </a:xfrm>
            <a:custGeom>
              <a:avLst/>
              <a:pathLst>
                <a:path w="17721" h="132807">
                  <a:moveTo>
                    <a:pt x="0" y="3744"/>
                  </a:moveTo>
                  <a:lnTo>
                    <a:pt x="17721" y="0"/>
                  </a:lnTo>
                  <a:lnTo>
                    <a:pt x="17721" y="132807"/>
                  </a:lnTo>
                  <a:lnTo>
                    <a:pt x="0" y="132807"/>
                  </a:lnTo>
                  <a:close/>
                </a:path>
              </a:pathLst>
            </a:custGeom>
            <a:solidFill>
              <a:srgbClr val="D9B29F">
                <a:alpha val="100000"/>
              </a:srgbClr>
            </a:solidFill>
            <a:ln w="4762" cap="rnd">
              <a:solidFill>
                <a:srgbClr val="D9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1"/>
            <p:cNvSpPr/>
            <p:nvPr/>
          </p:nvSpPr>
          <p:spPr>
            <a:xfrm>
              <a:off x="4713433" y="2862917"/>
              <a:ext cx="35442" cy="140603"/>
            </a:xfrm>
            <a:custGeom>
              <a:avLst/>
              <a:pathLst>
                <a:path w="35442" h="140603">
                  <a:moveTo>
                    <a:pt x="0" y="7795"/>
                  </a:moveTo>
                  <a:lnTo>
                    <a:pt x="17721" y="3968"/>
                  </a:lnTo>
                  <a:lnTo>
                    <a:pt x="35442" y="0"/>
                  </a:lnTo>
                  <a:lnTo>
                    <a:pt x="35442" y="140603"/>
                  </a:lnTo>
                  <a:lnTo>
                    <a:pt x="17721" y="140603"/>
                  </a:lnTo>
                  <a:lnTo>
                    <a:pt x="0" y="140603"/>
                  </a:lnTo>
                  <a:close/>
                </a:path>
              </a:pathLst>
            </a:custGeom>
            <a:solidFill>
              <a:srgbClr val="D9B19E">
                <a:alpha val="100000"/>
              </a:srgbClr>
            </a:solidFill>
            <a:ln w="4762" cap="rnd">
              <a:solidFill>
                <a:srgbClr val="D9B1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2"/>
            <p:cNvSpPr/>
            <p:nvPr/>
          </p:nvSpPr>
          <p:spPr>
            <a:xfrm>
              <a:off x="4748876" y="2858831"/>
              <a:ext cx="17721" cy="144690"/>
            </a:xfrm>
            <a:custGeom>
              <a:avLst/>
              <a:pathLst>
                <a:path w="17721" h="144690">
                  <a:moveTo>
                    <a:pt x="0" y="4086"/>
                  </a:moveTo>
                  <a:lnTo>
                    <a:pt x="17721" y="0"/>
                  </a:lnTo>
                  <a:lnTo>
                    <a:pt x="17721" y="144690"/>
                  </a:lnTo>
                  <a:lnTo>
                    <a:pt x="0" y="144690"/>
                  </a:lnTo>
                  <a:close/>
                </a:path>
              </a:pathLst>
            </a:custGeom>
            <a:solidFill>
              <a:srgbClr val="D9B19D">
                <a:alpha val="100000"/>
              </a:srgbClr>
            </a:solidFill>
            <a:ln w="4762" cap="rnd">
              <a:solidFill>
                <a:srgbClr val="D9B1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3"/>
            <p:cNvSpPr/>
            <p:nvPr/>
          </p:nvSpPr>
          <p:spPr>
            <a:xfrm>
              <a:off x="4766597" y="2854652"/>
              <a:ext cx="17721" cy="148868"/>
            </a:xfrm>
            <a:custGeom>
              <a:avLst/>
              <a:pathLst>
                <a:path w="17721" h="148868">
                  <a:moveTo>
                    <a:pt x="0" y="4178"/>
                  </a:moveTo>
                  <a:lnTo>
                    <a:pt x="17721" y="0"/>
                  </a:lnTo>
                  <a:lnTo>
                    <a:pt x="17721" y="148868"/>
                  </a:lnTo>
                  <a:lnTo>
                    <a:pt x="0" y="148868"/>
                  </a:lnTo>
                  <a:close/>
                </a:path>
              </a:pathLst>
            </a:custGeom>
            <a:solidFill>
              <a:srgbClr val="D9B09D">
                <a:alpha val="100000"/>
              </a:srgbClr>
            </a:solidFill>
            <a:ln w="4762" cap="rnd">
              <a:solidFill>
                <a:srgbClr val="D9B0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4"/>
            <p:cNvSpPr/>
            <p:nvPr/>
          </p:nvSpPr>
          <p:spPr>
            <a:xfrm>
              <a:off x="4784319" y="2845854"/>
              <a:ext cx="35442" cy="157666"/>
            </a:xfrm>
            <a:custGeom>
              <a:avLst/>
              <a:pathLst>
                <a:path w="35442" h="157666">
                  <a:moveTo>
                    <a:pt x="0" y="8797"/>
                  </a:moveTo>
                  <a:lnTo>
                    <a:pt x="17721" y="4465"/>
                  </a:lnTo>
                  <a:lnTo>
                    <a:pt x="35442" y="0"/>
                  </a:lnTo>
                  <a:lnTo>
                    <a:pt x="35442" y="157666"/>
                  </a:lnTo>
                  <a:lnTo>
                    <a:pt x="17721" y="157666"/>
                  </a:lnTo>
                  <a:lnTo>
                    <a:pt x="0" y="157666"/>
                  </a:lnTo>
                  <a:close/>
                </a:path>
              </a:pathLst>
            </a:custGeom>
            <a:solidFill>
              <a:srgbClr val="D8B09C">
                <a:alpha val="100000"/>
              </a:srgbClr>
            </a:solidFill>
            <a:ln w="4762" cap="rnd">
              <a:solidFill>
                <a:srgbClr val="D8B0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5"/>
            <p:cNvSpPr/>
            <p:nvPr/>
          </p:nvSpPr>
          <p:spPr>
            <a:xfrm>
              <a:off x="4819761" y="2841287"/>
              <a:ext cx="17721" cy="162233"/>
            </a:xfrm>
            <a:custGeom>
              <a:avLst/>
              <a:pathLst>
                <a:path w="17721" h="162233">
                  <a:moveTo>
                    <a:pt x="0" y="4566"/>
                  </a:moveTo>
                  <a:lnTo>
                    <a:pt x="17721" y="0"/>
                  </a:lnTo>
                  <a:lnTo>
                    <a:pt x="17721" y="162233"/>
                  </a:lnTo>
                  <a:lnTo>
                    <a:pt x="0" y="162233"/>
                  </a:lnTo>
                  <a:close/>
                </a:path>
              </a:pathLst>
            </a:custGeom>
            <a:solidFill>
              <a:srgbClr val="D8AF9C">
                <a:alpha val="100000"/>
              </a:srgbClr>
            </a:solidFill>
            <a:ln w="4762" cap="rnd">
              <a:solidFill>
                <a:srgbClr val="D8AF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6"/>
            <p:cNvSpPr/>
            <p:nvPr/>
          </p:nvSpPr>
          <p:spPr>
            <a:xfrm>
              <a:off x="4837483" y="2836558"/>
              <a:ext cx="17721" cy="166962"/>
            </a:xfrm>
            <a:custGeom>
              <a:avLst/>
              <a:pathLst>
                <a:path w="17721" h="166962">
                  <a:moveTo>
                    <a:pt x="0" y="4729"/>
                  </a:moveTo>
                  <a:lnTo>
                    <a:pt x="17721" y="0"/>
                  </a:lnTo>
                  <a:lnTo>
                    <a:pt x="17721" y="166962"/>
                  </a:lnTo>
                  <a:lnTo>
                    <a:pt x="0" y="166962"/>
                  </a:lnTo>
                  <a:close/>
                </a:path>
              </a:pathLst>
            </a:custGeom>
            <a:solidFill>
              <a:srgbClr val="D8AF9B">
                <a:alpha val="100000"/>
              </a:srgbClr>
            </a:solidFill>
            <a:ln w="4762" cap="rnd">
              <a:solidFill>
                <a:srgbClr val="D8AF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7"/>
            <p:cNvSpPr/>
            <p:nvPr/>
          </p:nvSpPr>
          <p:spPr>
            <a:xfrm>
              <a:off x="4855204" y="2831679"/>
              <a:ext cx="17721" cy="171841"/>
            </a:xfrm>
            <a:custGeom>
              <a:avLst/>
              <a:pathLst>
                <a:path w="17721" h="171841">
                  <a:moveTo>
                    <a:pt x="0" y="4879"/>
                  </a:moveTo>
                  <a:lnTo>
                    <a:pt x="17721" y="0"/>
                  </a:lnTo>
                  <a:lnTo>
                    <a:pt x="17721" y="171841"/>
                  </a:lnTo>
                  <a:lnTo>
                    <a:pt x="0" y="171841"/>
                  </a:lnTo>
                  <a:close/>
                </a:path>
              </a:pathLst>
            </a:custGeom>
            <a:solidFill>
              <a:srgbClr val="D8AE9B">
                <a:alpha val="100000"/>
              </a:srgbClr>
            </a:solidFill>
            <a:ln w="4762" cap="rnd">
              <a:solidFill>
                <a:srgbClr val="D8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8"/>
            <p:cNvSpPr/>
            <p:nvPr/>
          </p:nvSpPr>
          <p:spPr>
            <a:xfrm>
              <a:off x="4872926" y="2821532"/>
              <a:ext cx="35442" cy="181988"/>
            </a:xfrm>
            <a:custGeom>
              <a:avLst/>
              <a:pathLst>
                <a:path w="35442" h="181988">
                  <a:moveTo>
                    <a:pt x="0" y="10146"/>
                  </a:moveTo>
                  <a:lnTo>
                    <a:pt x="17721" y="5158"/>
                  </a:lnTo>
                  <a:lnTo>
                    <a:pt x="35442" y="0"/>
                  </a:lnTo>
                  <a:lnTo>
                    <a:pt x="35442" y="181988"/>
                  </a:lnTo>
                  <a:lnTo>
                    <a:pt x="17721" y="181988"/>
                  </a:lnTo>
                  <a:lnTo>
                    <a:pt x="0" y="181988"/>
                  </a:lnTo>
                  <a:close/>
                </a:path>
              </a:pathLst>
            </a:custGeom>
            <a:solidFill>
              <a:srgbClr val="D7AE9A">
                <a:alpha val="100000"/>
              </a:srgbClr>
            </a:solidFill>
            <a:ln w="4762" cap="rnd">
              <a:solidFill>
                <a:srgbClr val="D7AE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69"/>
            <p:cNvSpPr/>
            <p:nvPr/>
          </p:nvSpPr>
          <p:spPr>
            <a:xfrm>
              <a:off x="4908368" y="2816210"/>
              <a:ext cx="17721" cy="187311"/>
            </a:xfrm>
            <a:custGeom>
              <a:avLst/>
              <a:pathLst>
                <a:path w="17721" h="187311">
                  <a:moveTo>
                    <a:pt x="0" y="5322"/>
                  </a:moveTo>
                  <a:lnTo>
                    <a:pt x="17721" y="0"/>
                  </a:lnTo>
                  <a:lnTo>
                    <a:pt x="17721" y="187311"/>
                  </a:lnTo>
                  <a:lnTo>
                    <a:pt x="0" y="187311"/>
                  </a:lnTo>
                  <a:close/>
                </a:path>
              </a:pathLst>
            </a:custGeom>
            <a:solidFill>
              <a:srgbClr val="D7AD9A">
                <a:alpha val="100000"/>
              </a:srgbClr>
            </a:solidFill>
            <a:ln w="4762" cap="rnd">
              <a:solidFill>
                <a:srgbClr val="D7A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0"/>
            <p:cNvSpPr/>
            <p:nvPr/>
          </p:nvSpPr>
          <p:spPr>
            <a:xfrm>
              <a:off x="4926090" y="2810771"/>
              <a:ext cx="17721" cy="192749"/>
            </a:xfrm>
            <a:custGeom>
              <a:avLst/>
              <a:pathLst>
                <a:path w="17721" h="192749">
                  <a:moveTo>
                    <a:pt x="0" y="5438"/>
                  </a:moveTo>
                  <a:lnTo>
                    <a:pt x="17721" y="0"/>
                  </a:lnTo>
                  <a:lnTo>
                    <a:pt x="17721" y="192749"/>
                  </a:lnTo>
                  <a:lnTo>
                    <a:pt x="0" y="192749"/>
                  </a:lnTo>
                  <a:close/>
                </a:path>
              </a:pathLst>
            </a:custGeom>
            <a:solidFill>
              <a:srgbClr val="D7AD99">
                <a:alpha val="100000"/>
              </a:srgbClr>
            </a:solidFill>
            <a:ln w="4762" cap="rnd">
              <a:solidFill>
                <a:srgbClr val="D7AD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1"/>
            <p:cNvSpPr/>
            <p:nvPr/>
          </p:nvSpPr>
          <p:spPr>
            <a:xfrm>
              <a:off x="4943811" y="2805160"/>
              <a:ext cx="17721" cy="198361"/>
            </a:xfrm>
            <a:custGeom>
              <a:avLst/>
              <a:pathLst>
                <a:path w="17721" h="198361">
                  <a:moveTo>
                    <a:pt x="0" y="5611"/>
                  </a:moveTo>
                  <a:lnTo>
                    <a:pt x="17721" y="0"/>
                  </a:lnTo>
                  <a:lnTo>
                    <a:pt x="17721" y="198361"/>
                  </a:lnTo>
                  <a:lnTo>
                    <a:pt x="0" y="198361"/>
                  </a:lnTo>
                  <a:close/>
                </a:path>
              </a:pathLst>
            </a:custGeom>
            <a:solidFill>
              <a:srgbClr val="D7AC99">
                <a:alpha val="100000"/>
              </a:srgbClr>
            </a:solidFill>
            <a:ln w="4762" cap="rnd">
              <a:solidFill>
                <a:srgbClr val="D7AC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2"/>
            <p:cNvSpPr/>
            <p:nvPr/>
          </p:nvSpPr>
          <p:spPr>
            <a:xfrm>
              <a:off x="4961532" y="2793463"/>
              <a:ext cx="35442" cy="210057"/>
            </a:xfrm>
            <a:custGeom>
              <a:avLst/>
              <a:pathLst>
                <a:path w="35442" h="210057">
                  <a:moveTo>
                    <a:pt x="0" y="11696"/>
                  </a:moveTo>
                  <a:lnTo>
                    <a:pt x="17721" y="5908"/>
                  </a:lnTo>
                  <a:lnTo>
                    <a:pt x="35442" y="0"/>
                  </a:lnTo>
                  <a:lnTo>
                    <a:pt x="35442" y="210057"/>
                  </a:lnTo>
                  <a:lnTo>
                    <a:pt x="17721" y="210057"/>
                  </a:lnTo>
                  <a:lnTo>
                    <a:pt x="0" y="210057"/>
                  </a:lnTo>
                  <a:close/>
                </a:path>
              </a:pathLst>
            </a:custGeom>
            <a:solidFill>
              <a:srgbClr val="D6AC98">
                <a:alpha val="100000"/>
              </a:srgbClr>
            </a:solidFill>
            <a:ln w="4762" cap="rnd">
              <a:solidFill>
                <a:srgbClr val="D6AC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3"/>
            <p:cNvSpPr/>
            <p:nvPr/>
          </p:nvSpPr>
          <p:spPr>
            <a:xfrm>
              <a:off x="4996975" y="2781112"/>
              <a:ext cx="35442" cy="222408"/>
            </a:xfrm>
            <a:custGeom>
              <a:avLst/>
              <a:pathLst>
                <a:path w="35442" h="222408">
                  <a:moveTo>
                    <a:pt x="0" y="12350"/>
                  </a:moveTo>
                  <a:lnTo>
                    <a:pt x="17721" y="6268"/>
                  </a:lnTo>
                  <a:lnTo>
                    <a:pt x="35442" y="0"/>
                  </a:lnTo>
                  <a:lnTo>
                    <a:pt x="35442" y="222408"/>
                  </a:lnTo>
                  <a:lnTo>
                    <a:pt x="17721" y="222408"/>
                  </a:lnTo>
                  <a:lnTo>
                    <a:pt x="0" y="222408"/>
                  </a:lnTo>
                  <a:close/>
                </a:path>
              </a:pathLst>
            </a:custGeom>
            <a:solidFill>
              <a:srgbClr val="D6AB97">
                <a:alpha val="100000"/>
              </a:srgbClr>
            </a:solidFill>
            <a:ln w="4762" cap="rnd">
              <a:solidFill>
                <a:srgbClr val="D6AB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4"/>
            <p:cNvSpPr/>
            <p:nvPr/>
          </p:nvSpPr>
          <p:spPr>
            <a:xfrm>
              <a:off x="5032418" y="2774721"/>
              <a:ext cx="17721" cy="228799"/>
            </a:xfrm>
            <a:custGeom>
              <a:avLst/>
              <a:pathLst>
                <a:path w="17721" h="228799">
                  <a:moveTo>
                    <a:pt x="0" y="6390"/>
                  </a:moveTo>
                  <a:lnTo>
                    <a:pt x="17721" y="0"/>
                  </a:lnTo>
                  <a:lnTo>
                    <a:pt x="17721" y="228799"/>
                  </a:lnTo>
                  <a:lnTo>
                    <a:pt x="0" y="228799"/>
                  </a:lnTo>
                  <a:close/>
                </a:path>
              </a:pathLst>
            </a:custGeom>
            <a:solidFill>
              <a:srgbClr val="D6AA97">
                <a:alpha val="100000"/>
              </a:srgbClr>
            </a:solidFill>
            <a:ln w="4762" cap="rnd">
              <a:solidFill>
                <a:srgbClr val="D6AA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5"/>
            <p:cNvSpPr/>
            <p:nvPr/>
          </p:nvSpPr>
          <p:spPr>
            <a:xfrm>
              <a:off x="5050139" y="2761409"/>
              <a:ext cx="35442" cy="242111"/>
            </a:xfrm>
            <a:custGeom>
              <a:avLst/>
              <a:pathLst>
                <a:path w="35442" h="242111">
                  <a:moveTo>
                    <a:pt x="0" y="13312"/>
                  </a:moveTo>
                  <a:lnTo>
                    <a:pt x="17721" y="6751"/>
                  </a:lnTo>
                  <a:lnTo>
                    <a:pt x="35442" y="0"/>
                  </a:lnTo>
                  <a:lnTo>
                    <a:pt x="35442" y="242111"/>
                  </a:lnTo>
                  <a:lnTo>
                    <a:pt x="17721" y="242111"/>
                  </a:lnTo>
                  <a:lnTo>
                    <a:pt x="0" y="242111"/>
                  </a:lnTo>
                  <a:close/>
                </a:path>
              </a:pathLst>
            </a:custGeom>
            <a:solidFill>
              <a:srgbClr val="D5AA96">
                <a:alpha val="100000"/>
              </a:srgbClr>
            </a:solidFill>
            <a:ln w="4762" cap="rnd">
              <a:solidFill>
                <a:srgbClr val="D5AA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6"/>
            <p:cNvSpPr/>
            <p:nvPr/>
          </p:nvSpPr>
          <p:spPr>
            <a:xfrm>
              <a:off x="5085582" y="2747500"/>
              <a:ext cx="35442" cy="256020"/>
            </a:xfrm>
            <a:custGeom>
              <a:avLst/>
              <a:pathLst>
                <a:path w="35442" h="256020">
                  <a:moveTo>
                    <a:pt x="0" y="13908"/>
                  </a:moveTo>
                  <a:lnTo>
                    <a:pt x="17721" y="7035"/>
                  </a:lnTo>
                  <a:lnTo>
                    <a:pt x="35442" y="0"/>
                  </a:lnTo>
                  <a:lnTo>
                    <a:pt x="35442" y="256020"/>
                  </a:lnTo>
                  <a:lnTo>
                    <a:pt x="17721" y="256020"/>
                  </a:lnTo>
                  <a:lnTo>
                    <a:pt x="0" y="256020"/>
                  </a:lnTo>
                  <a:close/>
                </a:path>
              </a:pathLst>
            </a:custGeom>
            <a:solidFill>
              <a:srgbClr val="D5A995">
                <a:alpha val="100000"/>
              </a:srgbClr>
            </a:solidFill>
            <a:ln w="4762" cap="rnd">
              <a:solidFill>
                <a:srgbClr val="D5A9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7"/>
            <p:cNvSpPr/>
            <p:nvPr/>
          </p:nvSpPr>
          <p:spPr>
            <a:xfrm>
              <a:off x="5121025" y="2740274"/>
              <a:ext cx="17721" cy="263246"/>
            </a:xfrm>
            <a:custGeom>
              <a:avLst/>
              <a:pathLst>
                <a:path w="17721" h="263246">
                  <a:moveTo>
                    <a:pt x="0" y="7226"/>
                  </a:moveTo>
                  <a:lnTo>
                    <a:pt x="17721" y="0"/>
                  </a:lnTo>
                  <a:lnTo>
                    <a:pt x="17721" y="263246"/>
                  </a:lnTo>
                  <a:lnTo>
                    <a:pt x="0" y="263246"/>
                  </a:lnTo>
                  <a:close/>
                </a:path>
              </a:pathLst>
            </a:custGeom>
            <a:solidFill>
              <a:srgbClr val="D5A895">
                <a:alpha val="100000"/>
              </a:srgbClr>
            </a:solidFill>
            <a:ln w="4762" cap="rnd">
              <a:solidFill>
                <a:srgbClr val="D5A8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8"/>
            <p:cNvSpPr/>
            <p:nvPr/>
          </p:nvSpPr>
          <p:spPr>
            <a:xfrm>
              <a:off x="5138746" y="2725436"/>
              <a:ext cx="35442" cy="278084"/>
            </a:xfrm>
            <a:custGeom>
              <a:avLst/>
              <a:pathLst>
                <a:path w="35442" h="278084">
                  <a:moveTo>
                    <a:pt x="0" y="14837"/>
                  </a:moveTo>
                  <a:lnTo>
                    <a:pt x="17721" y="7494"/>
                  </a:lnTo>
                  <a:lnTo>
                    <a:pt x="35442" y="0"/>
                  </a:lnTo>
                  <a:lnTo>
                    <a:pt x="35442" y="278084"/>
                  </a:lnTo>
                  <a:lnTo>
                    <a:pt x="17721" y="278084"/>
                  </a:lnTo>
                  <a:lnTo>
                    <a:pt x="0" y="278084"/>
                  </a:lnTo>
                  <a:close/>
                </a:path>
              </a:pathLst>
            </a:custGeom>
            <a:solidFill>
              <a:srgbClr val="D4A894">
                <a:alpha val="100000"/>
              </a:srgbClr>
            </a:solidFill>
            <a:ln w="4762" cap="rnd">
              <a:solidFill>
                <a:srgbClr val="D4A8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79"/>
            <p:cNvSpPr/>
            <p:nvPr/>
          </p:nvSpPr>
          <p:spPr>
            <a:xfrm>
              <a:off x="5174189" y="2709967"/>
              <a:ext cx="35442" cy="293553"/>
            </a:xfrm>
            <a:custGeom>
              <a:avLst/>
              <a:pathLst>
                <a:path w="35442" h="293553">
                  <a:moveTo>
                    <a:pt x="0" y="15468"/>
                  </a:moveTo>
                  <a:lnTo>
                    <a:pt x="17721" y="7788"/>
                  </a:lnTo>
                  <a:lnTo>
                    <a:pt x="35442" y="0"/>
                  </a:lnTo>
                  <a:lnTo>
                    <a:pt x="35442" y="293553"/>
                  </a:lnTo>
                  <a:lnTo>
                    <a:pt x="17721" y="293553"/>
                  </a:lnTo>
                  <a:lnTo>
                    <a:pt x="0" y="293553"/>
                  </a:lnTo>
                  <a:close/>
                </a:path>
              </a:pathLst>
            </a:custGeom>
            <a:solidFill>
              <a:srgbClr val="D4A793">
                <a:alpha val="100000"/>
              </a:srgbClr>
            </a:solidFill>
            <a:ln w="4762" cap="rnd">
              <a:solidFill>
                <a:srgbClr val="D4A7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0"/>
            <p:cNvSpPr/>
            <p:nvPr/>
          </p:nvSpPr>
          <p:spPr>
            <a:xfrm>
              <a:off x="5209632" y="2702043"/>
              <a:ext cx="17721" cy="301477"/>
            </a:xfrm>
            <a:custGeom>
              <a:avLst/>
              <a:pathLst>
                <a:path w="17721" h="301477">
                  <a:moveTo>
                    <a:pt x="0" y="7924"/>
                  </a:moveTo>
                  <a:lnTo>
                    <a:pt x="17721" y="0"/>
                  </a:lnTo>
                  <a:lnTo>
                    <a:pt x="17721" y="301477"/>
                  </a:lnTo>
                  <a:lnTo>
                    <a:pt x="0" y="301477"/>
                  </a:lnTo>
                  <a:close/>
                </a:path>
              </a:pathLst>
            </a:custGeom>
            <a:solidFill>
              <a:srgbClr val="D4A692">
                <a:alpha val="100000"/>
              </a:srgbClr>
            </a:solidFill>
            <a:ln w="4762" cap="rnd">
              <a:solidFill>
                <a:srgbClr val="D4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1"/>
            <p:cNvSpPr/>
            <p:nvPr/>
          </p:nvSpPr>
          <p:spPr>
            <a:xfrm>
              <a:off x="5227353" y="2685750"/>
              <a:ext cx="35442" cy="317770"/>
            </a:xfrm>
            <a:custGeom>
              <a:avLst/>
              <a:pathLst>
                <a:path w="35442" h="317770">
                  <a:moveTo>
                    <a:pt x="0" y="16292"/>
                  </a:moveTo>
                  <a:lnTo>
                    <a:pt x="17721" y="8195"/>
                  </a:lnTo>
                  <a:lnTo>
                    <a:pt x="35442" y="0"/>
                  </a:lnTo>
                  <a:lnTo>
                    <a:pt x="35442" y="317770"/>
                  </a:lnTo>
                  <a:lnTo>
                    <a:pt x="17721" y="317770"/>
                  </a:lnTo>
                  <a:lnTo>
                    <a:pt x="0" y="317770"/>
                  </a:lnTo>
                  <a:close/>
                </a:path>
              </a:pathLst>
            </a:custGeom>
            <a:solidFill>
              <a:srgbClr val="D3A692">
                <a:alpha val="100000"/>
              </a:srgbClr>
            </a:solidFill>
            <a:ln w="4762" cap="rnd">
              <a:solidFill>
                <a:srgbClr val="D3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2"/>
            <p:cNvSpPr/>
            <p:nvPr/>
          </p:nvSpPr>
          <p:spPr>
            <a:xfrm>
              <a:off x="5262796" y="2668972"/>
              <a:ext cx="35442" cy="334548"/>
            </a:xfrm>
            <a:custGeom>
              <a:avLst/>
              <a:pathLst>
                <a:path w="35442" h="334548">
                  <a:moveTo>
                    <a:pt x="0" y="16777"/>
                  </a:moveTo>
                  <a:lnTo>
                    <a:pt x="17721" y="8466"/>
                  </a:lnTo>
                  <a:lnTo>
                    <a:pt x="35442" y="0"/>
                  </a:lnTo>
                  <a:lnTo>
                    <a:pt x="35442" y="334548"/>
                  </a:lnTo>
                  <a:lnTo>
                    <a:pt x="17721" y="334548"/>
                  </a:lnTo>
                  <a:lnTo>
                    <a:pt x="0" y="334548"/>
                  </a:lnTo>
                  <a:close/>
                </a:path>
              </a:pathLst>
            </a:custGeom>
            <a:solidFill>
              <a:srgbClr val="D3A591">
                <a:alpha val="100000"/>
              </a:srgbClr>
            </a:solidFill>
            <a:ln w="4762" cap="rnd">
              <a:solidFill>
                <a:srgbClr val="D3A5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3"/>
            <p:cNvSpPr/>
            <p:nvPr/>
          </p:nvSpPr>
          <p:spPr>
            <a:xfrm>
              <a:off x="5298238" y="2660424"/>
              <a:ext cx="17721" cy="343097"/>
            </a:xfrm>
            <a:custGeom>
              <a:avLst/>
              <a:pathLst>
                <a:path w="17721" h="343097">
                  <a:moveTo>
                    <a:pt x="0" y="8548"/>
                  </a:moveTo>
                  <a:lnTo>
                    <a:pt x="17721" y="0"/>
                  </a:lnTo>
                  <a:lnTo>
                    <a:pt x="17721" y="343097"/>
                  </a:lnTo>
                  <a:lnTo>
                    <a:pt x="0" y="343097"/>
                  </a:lnTo>
                  <a:close/>
                </a:path>
              </a:pathLst>
            </a:custGeom>
            <a:solidFill>
              <a:srgbClr val="D3A490">
                <a:alpha val="100000"/>
              </a:srgbClr>
            </a:solidFill>
            <a:ln w="4762" cap="rnd">
              <a:solidFill>
                <a:srgbClr val="D3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4"/>
            <p:cNvSpPr/>
            <p:nvPr/>
          </p:nvSpPr>
          <p:spPr>
            <a:xfrm>
              <a:off x="5315960" y="2643008"/>
              <a:ext cx="35442" cy="360512"/>
            </a:xfrm>
            <a:custGeom>
              <a:avLst/>
              <a:pathLst>
                <a:path w="35442" h="360512">
                  <a:moveTo>
                    <a:pt x="0" y="17415"/>
                  </a:moveTo>
                  <a:lnTo>
                    <a:pt x="17721" y="8771"/>
                  </a:lnTo>
                  <a:lnTo>
                    <a:pt x="35442" y="0"/>
                  </a:lnTo>
                  <a:lnTo>
                    <a:pt x="35442" y="360512"/>
                  </a:lnTo>
                  <a:lnTo>
                    <a:pt x="17721" y="360512"/>
                  </a:lnTo>
                  <a:lnTo>
                    <a:pt x="0" y="360512"/>
                  </a:lnTo>
                  <a:close/>
                </a:path>
              </a:pathLst>
            </a:custGeom>
            <a:solidFill>
              <a:srgbClr val="D2A490">
                <a:alpha val="100000"/>
              </a:srgbClr>
            </a:solidFill>
            <a:ln w="4762" cap="rnd">
              <a:solidFill>
                <a:srgbClr val="D2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5"/>
            <p:cNvSpPr/>
            <p:nvPr/>
          </p:nvSpPr>
          <p:spPr>
            <a:xfrm>
              <a:off x="5351403" y="2625265"/>
              <a:ext cx="35442" cy="378255"/>
            </a:xfrm>
            <a:custGeom>
              <a:avLst/>
              <a:pathLst>
                <a:path w="35442" h="378255">
                  <a:moveTo>
                    <a:pt x="0" y="17742"/>
                  </a:moveTo>
                  <a:lnTo>
                    <a:pt x="17721" y="8906"/>
                  </a:lnTo>
                  <a:lnTo>
                    <a:pt x="35442" y="0"/>
                  </a:lnTo>
                  <a:lnTo>
                    <a:pt x="35442" y="378255"/>
                  </a:lnTo>
                  <a:lnTo>
                    <a:pt x="17721" y="378255"/>
                  </a:lnTo>
                  <a:lnTo>
                    <a:pt x="0" y="378255"/>
                  </a:lnTo>
                  <a:close/>
                </a:path>
              </a:pathLst>
            </a:custGeom>
            <a:solidFill>
              <a:srgbClr val="D2A38F">
                <a:alpha val="100000"/>
              </a:srgbClr>
            </a:solidFill>
            <a:ln w="4762" cap="rnd">
              <a:solidFill>
                <a:srgbClr val="D2A3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6"/>
            <p:cNvSpPr/>
            <p:nvPr/>
          </p:nvSpPr>
          <p:spPr>
            <a:xfrm>
              <a:off x="5386845" y="2616263"/>
              <a:ext cx="17721" cy="387258"/>
            </a:xfrm>
            <a:custGeom>
              <a:avLst/>
              <a:pathLst>
                <a:path w="17721" h="387258">
                  <a:moveTo>
                    <a:pt x="0" y="9002"/>
                  </a:moveTo>
                  <a:lnTo>
                    <a:pt x="17721" y="0"/>
                  </a:lnTo>
                  <a:lnTo>
                    <a:pt x="17721" y="387258"/>
                  </a:lnTo>
                  <a:lnTo>
                    <a:pt x="0" y="387258"/>
                  </a:lnTo>
                  <a:close/>
                </a:path>
              </a:pathLst>
            </a:custGeom>
            <a:solidFill>
              <a:srgbClr val="D2A28E">
                <a:alpha val="100000"/>
              </a:srgbClr>
            </a:solidFill>
            <a:ln w="4762" cap="rnd">
              <a:solidFill>
                <a:srgbClr val="D2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7"/>
            <p:cNvSpPr/>
            <p:nvPr/>
          </p:nvSpPr>
          <p:spPr>
            <a:xfrm>
              <a:off x="5404567" y="2598127"/>
              <a:ext cx="35442" cy="405393"/>
            </a:xfrm>
            <a:custGeom>
              <a:avLst/>
              <a:pathLst>
                <a:path w="35442" h="405393">
                  <a:moveTo>
                    <a:pt x="0" y="18135"/>
                  </a:moveTo>
                  <a:lnTo>
                    <a:pt x="17721" y="9090"/>
                  </a:lnTo>
                  <a:lnTo>
                    <a:pt x="35442" y="0"/>
                  </a:lnTo>
                  <a:lnTo>
                    <a:pt x="35442" y="405393"/>
                  </a:lnTo>
                  <a:lnTo>
                    <a:pt x="17721" y="405393"/>
                  </a:lnTo>
                  <a:lnTo>
                    <a:pt x="0" y="405393"/>
                  </a:lnTo>
                  <a:close/>
                </a:path>
              </a:pathLst>
            </a:custGeom>
            <a:solidFill>
              <a:srgbClr val="D1A28E">
                <a:alpha val="100000"/>
              </a:srgbClr>
            </a:solidFill>
            <a:ln w="4762" cap="rnd">
              <a:solidFill>
                <a:srgbClr val="D1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8"/>
            <p:cNvSpPr/>
            <p:nvPr/>
          </p:nvSpPr>
          <p:spPr>
            <a:xfrm>
              <a:off x="5440009" y="2579816"/>
              <a:ext cx="35442" cy="423704"/>
            </a:xfrm>
            <a:custGeom>
              <a:avLst/>
              <a:pathLst>
                <a:path w="35442" h="423704">
                  <a:moveTo>
                    <a:pt x="0" y="18310"/>
                  </a:moveTo>
                  <a:lnTo>
                    <a:pt x="17721" y="9164"/>
                  </a:lnTo>
                  <a:lnTo>
                    <a:pt x="35442" y="0"/>
                  </a:lnTo>
                  <a:lnTo>
                    <a:pt x="35442" y="423704"/>
                  </a:lnTo>
                  <a:lnTo>
                    <a:pt x="17721" y="423704"/>
                  </a:lnTo>
                  <a:lnTo>
                    <a:pt x="0" y="423704"/>
                  </a:lnTo>
                  <a:close/>
                </a:path>
              </a:pathLst>
            </a:custGeom>
            <a:solidFill>
              <a:srgbClr val="D1A18D">
                <a:alpha val="100000"/>
              </a:srgbClr>
            </a:solidFill>
            <a:ln w="4762" cap="rnd">
              <a:solidFill>
                <a:srgbClr val="D1A1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89"/>
            <p:cNvSpPr/>
            <p:nvPr/>
          </p:nvSpPr>
          <p:spPr>
            <a:xfrm>
              <a:off x="5475452" y="2570633"/>
              <a:ext cx="17721" cy="432887"/>
            </a:xfrm>
            <a:custGeom>
              <a:avLst/>
              <a:pathLst>
                <a:path w="17721" h="432887">
                  <a:moveTo>
                    <a:pt x="0" y="9183"/>
                  </a:moveTo>
                  <a:lnTo>
                    <a:pt x="17721" y="0"/>
                  </a:lnTo>
                  <a:lnTo>
                    <a:pt x="17721" y="432887"/>
                  </a:lnTo>
                  <a:lnTo>
                    <a:pt x="0" y="432887"/>
                  </a:lnTo>
                  <a:close/>
                </a:path>
              </a:pathLst>
            </a:custGeom>
            <a:solidFill>
              <a:srgbClr val="D1A08C">
                <a:alpha val="100000"/>
              </a:srgbClr>
            </a:solidFill>
            <a:ln w="4762" cap="rnd">
              <a:solidFill>
                <a:srgbClr val="D1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0"/>
            <p:cNvSpPr/>
            <p:nvPr/>
          </p:nvSpPr>
          <p:spPr>
            <a:xfrm>
              <a:off x="5493173" y="2552254"/>
              <a:ext cx="35442" cy="451267"/>
            </a:xfrm>
            <a:custGeom>
              <a:avLst/>
              <a:pathLst>
                <a:path w="35442" h="451267">
                  <a:moveTo>
                    <a:pt x="0" y="18379"/>
                  </a:moveTo>
                  <a:lnTo>
                    <a:pt x="17721" y="9186"/>
                  </a:lnTo>
                  <a:lnTo>
                    <a:pt x="35442" y="0"/>
                  </a:lnTo>
                  <a:lnTo>
                    <a:pt x="35442" y="451267"/>
                  </a:lnTo>
                  <a:lnTo>
                    <a:pt x="17721" y="451267"/>
                  </a:lnTo>
                  <a:lnTo>
                    <a:pt x="0" y="451267"/>
                  </a:lnTo>
                  <a:close/>
                </a:path>
              </a:pathLst>
            </a:custGeom>
            <a:solidFill>
              <a:srgbClr val="D0A08C">
                <a:alpha val="100000"/>
              </a:srgbClr>
            </a:solidFill>
            <a:ln w="4762" cap="rnd">
              <a:solidFill>
                <a:srgbClr val="D0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1"/>
            <p:cNvSpPr/>
            <p:nvPr/>
          </p:nvSpPr>
          <p:spPr>
            <a:xfrm>
              <a:off x="5528616" y="2533939"/>
              <a:ext cx="35442" cy="469582"/>
            </a:xfrm>
            <a:custGeom>
              <a:avLst/>
              <a:pathLst>
                <a:path w="35442" h="469582">
                  <a:moveTo>
                    <a:pt x="0" y="18315"/>
                  </a:moveTo>
                  <a:lnTo>
                    <a:pt x="17721" y="9136"/>
                  </a:lnTo>
                  <a:lnTo>
                    <a:pt x="35442" y="0"/>
                  </a:lnTo>
                  <a:lnTo>
                    <a:pt x="35442" y="469582"/>
                  </a:lnTo>
                  <a:lnTo>
                    <a:pt x="17721" y="469582"/>
                  </a:lnTo>
                  <a:lnTo>
                    <a:pt x="0" y="469582"/>
                  </a:lnTo>
                  <a:close/>
                </a:path>
              </a:pathLst>
            </a:custGeom>
            <a:solidFill>
              <a:srgbClr val="D09F8B">
                <a:alpha val="100000"/>
              </a:srgbClr>
            </a:solidFill>
            <a:ln w="4762" cap="rnd">
              <a:solidFill>
                <a:srgbClr val="D09F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2"/>
            <p:cNvSpPr/>
            <p:nvPr/>
          </p:nvSpPr>
          <p:spPr>
            <a:xfrm>
              <a:off x="5564059" y="2524837"/>
              <a:ext cx="17721" cy="478684"/>
            </a:xfrm>
            <a:custGeom>
              <a:avLst/>
              <a:pathLst>
                <a:path w="17721" h="478684">
                  <a:moveTo>
                    <a:pt x="0" y="9101"/>
                  </a:moveTo>
                  <a:lnTo>
                    <a:pt x="17721" y="0"/>
                  </a:lnTo>
                  <a:lnTo>
                    <a:pt x="17721" y="478684"/>
                  </a:lnTo>
                  <a:lnTo>
                    <a:pt x="0" y="478684"/>
                  </a:lnTo>
                  <a:close/>
                </a:path>
              </a:pathLst>
            </a:custGeom>
            <a:solidFill>
              <a:srgbClr val="D09F8A">
                <a:alpha val="100000"/>
              </a:srgbClr>
            </a:solidFill>
            <a:ln w="4762" cap="rnd">
              <a:solidFill>
                <a:srgbClr val="D09F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3"/>
            <p:cNvSpPr/>
            <p:nvPr/>
          </p:nvSpPr>
          <p:spPr>
            <a:xfrm>
              <a:off x="5581780" y="2515770"/>
              <a:ext cx="17721" cy="487750"/>
            </a:xfrm>
            <a:custGeom>
              <a:avLst/>
              <a:pathLst>
                <a:path w="17721" h="487750">
                  <a:moveTo>
                    <a:pt x="0" y="9066"/>
                  </a:moveTo>
                  <a:lnTo>
                    <a:pt x="17721" y="0"/>
                  </a:lnTo>
                  <a:lnTo>
                    <a:pt x="17721" y="487750"/>
                  </a:lnTo>
                  <a:lnTo>
                    <a:pt x="0" y="487750"/>
                  </a:lnTo>
                  <a:close/>
                </a:path>
              </a:pathLst>
            </a:custGeom>
            <a:solidFill>
              <a:srgbClr val="CF9E8A">
                <a:alpha val="100000"/>
              </a:srgbClr>
            </a:solidFill>
            <a:ln w="4762" cap="rnd">
              <a:solidFill>
                <a:srgbClr val="CF9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4"/>
            <p:cNvSpPr/>
            <p:nvPr/>
          </p:nvSpPr>
          <p:spPr>
            <a:xfrm>
              <a:off x="5599502" y="2506797"/>
              <a:ext cx="17721" cy="496723"/>
            </a:xfrm>
            <a:custGeom>
              <a:avLst/>
              <a:pathLst>
                <a:path w="17721" h="496723">
                  <a:moveTo>
                    <a:pt x="0" y="8973"/>
                  </a:moveTo>
                  <a:lnTo>
                    <a:pt x="17721" y="0"/>
                  </a:lnTo>
                  <a:lnTo>
                    <a:pt x="17721" y="496723"/>
                  </a:lnTo>
                  <a:lnTo>
                    <a:pt x="0" y="496723"/>
                  </a:lnTo>
                  <a:close/>
                </a:path>
              </a:pathLst>
            </a:custGeom>
            <a:solidFill>
              <a:srgbClr val="CF9E89">
                <a:alpha val="100000"/>
              </a:srgbClr>
            </a:solidFill>
            <a:ln w="4762" cap="rnd">
              <a:solidFill>
                <a:srgbClr val="CF9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5"/>
            <p:cNvSpPr/>
            <p:nvPr/>
          </p:nvSpPr>
          <p:spPr>
            <a:xfrm>
              <a:off x="5617223" y="2489046"/>
              <a:ext cx="35442" cy="514474"/>
            </a:xfrm>
            <a:custGeom>
              <a:avLst/>
              <a:pathLst>
                <a:path w="35442" h="514474">
                  <a:moveTo>
                    <a:pt x="0" y="17751"/>
                  </a:moveTo>
                  <a:lnTo>
                    <a:pt x="17721" y="8843"/>
                  </a:lnTo>
                  <a:lnTo>
                    <a:pt x="35442" y="0"/>
                  </a:lnTo>
                  <a:lnTo>
                    <a:pt x="35442" y="514474"/>
                  </a:lnTo>
                  <a:lnTo>
                    <a:pt x="17721" y="514474"/>
                  </a:lnTo>
                  <a:lnTo>
                    <a:pt x="0" y="514474"/>
                  </a:lnTo>
                  <a:close/>
                </a:path>
              </a:pathLst>
            </a:custGeom>
            <a:solidFill>
              <a:srgbClr val="CF9D89">
                <a:alpha val="100000"/>
              </a:srgbClr>
            </a:solidFill>
            <a:ln w="4762" cap="rnd">
              <a:solidFill>
                <a:srgbClr val="CF9D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6"/>
            <p:cNvSpPr/>
            <p:nvPr/>
          </p:nvSpPr>
          <p:spPr>
            <a:xfrm>
              <a:off x="5652666" y="2480346"/>
              <a:ext cx="17721" cy="523174"/>
            </a:xfrm>
            <a:custGeom>
              <a:avLst/>
              <a:pathLst>
                <a:path w="17721" h="523174">
                  <a:moveTo>
                    <a:pt x="0" y="8699"/>
                  </a:moveTo>
                  <a:lnTo>
                    <a:pt x="17721" y="0"/>
                  </a:lnTo>
                  <a:lnTo>
                    <a:pt x="17721" y="523174"/>
                  </a:lnTo>
                  <a:lnTo>
                    <a:pt x="0" y="523174"/>
                  </a:lnTo>
                  <a:close/>
                </a:path>
              </a:pathLst>
            </a:custGeom>
            <a:solidFill>
              <a:srgbClr val="CF9D88">
                <a:alpha val="100000"/>
              </a:srgbClr>
            </a:solidFill>
            <a:ln w="4762" cap="rnd">
              <a:solidFill>
                <a:srgbClr val="CF9D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7"/>
            <p:cNvSpPr/>
            <p:nvPr/>
          </p:nvSpPr>
          <p:spPr>
            <a:xfrm>
              <a:off x="5670387" y="2471745"/>
              <a:ext cx="17721" cy="531775"/>
            </a:xfrm>
            <a:custGeom>
              <a:avLst/>
              <a:pathLst>
                <a:path w="17721" h="531775">
                  <a:moveTo>
                    <a:pt x="0" y="8601"/>
                  </a:moveTo>
                  <a:lnTo>
                    <a:pt x="17721" y="0"/>
                  </a:lnTo>
                  <a:lnTo>
                    <a:pt x="17721" y="531775"/>
                  </a:lnTo>
                  <a:lnTo>
                    <a:pt x="0" y="531775"/>
                  </a:lnTo>
                  <a:close/>
                </a:path>
              </a:pathLst>
            </a:custGeom>
            <a:solidFill>
              <a:srgbClr val="CE9C88">
                <a:alpha val="100000"/>
              </a:srgbClr>
            </a:solidFill>
            <a:ln w="4762" cap="rnd">
              <a:solidFill>
                <a:srgbClr val="CE9C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8"/>
            <p:cNvSpPr/>
            <p:nvPr/>
          </p:nvSpPr>
          <p:spPr>
            <a:xfrm>
              <a:off x="5688109" y="2463237"/>
              <a:ext cx="17721" cy="540283"/>
            </a:xfrm>
            <a:custGeom>
              <a:avLst/>
              <a:pathLst>
                <a:path w="17721" h="540283">
                  <a:moveTo>
                    <a:pt x="0" y="8508"/>
                  </a:moveTo>
                  <a:lnTo>
                    <a:pt x="17721" y="0"/>
                  </a:lnTo>
                  <a:lnTo>
                    <a:pt x="17721" y="540283"/>
                  </a:lnTo>
                  <a:lnTo>
                    <a:pt x="0" y="540283"/>
                  </a:lnTo>
                  <a:close/>
                </a:path>
              </a:pathLst>
            </a:custGeom>
            <a:solidFill>
              <a:srgbClr val="CE9C87">
                <a:alpha val="100000"/>
              </a:srgbClr>
            </a:solidFill>
            <a:ln w="4762" cap="rnd">
              <a:solidFill>
                <a:srgbClr val="CE9C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799"/>
            <p:cNvSpPr/>
            <p:nvPr/>
          </p:nvSpPr>
          <p:spPr>
            <a:xfrm>
              <a:off x="5705830" y="2446737"/>
              <a:ext cx="35442" cy="556783"/>
            </a:xfrm>
            <a:custGeom>
              <a:avLst/>
              <a:pathLst>
                <a:path w="35442" h="556783">
                  <a:moveTo>
                    <a:pt x="0" y="16499"/>
                  </a:moveTo>
                  <a:lnTo>
                    <a:pt x="17721" y="8182"/>
                  </a:lnTo>
                  <a:lnTo>
                    <a:pt x="35442" y="0"/>
                  </a:lnTo>
                  <a:lnTo>
                    <a:pt x="35442" y="556783"/>
                  </a:lnTo>
                  <a:lnTo>
                    <a:pt x="17721" y="556783"/>
                  </a:lnTo>
                  <a:lnTo>
                    <a:pt x="0" y="556783"/>
                  </a:lnTo>
                  <a:close/>
                </a:path>
              </a:pathLst>
            </a:custGeom>
            <a:solidFill>
              <a:srgbClr val="CE9B87">
                <a:alpha val="100000"/>
              </a:srgbClr>
            </a:solidFill>
            <a:ln w="4762" cap="rnd">
              <a:solidFill>
                <a:srgbClr val="CE9B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0"/>
            <p:cNvSpPr/>
            <p:nvPr/>
          </p:nvSpPr>
          <p:spPr>
            <a:xfrm>
              <a:off x="5741273" y="2438675"/>
              <a:ext cx="17721" cy="564845"/>
            </a:xfrm>
            <a:custGeom>
              <a:avLst/>
              <a:pathLst>
                <a:path w="17721" h="564845">
                  <a:moveTo>
                    <a:pt x="0" y="8062"/>
                  </a:moveTo>
                  <a:lnTo>
                    <a:pt x="17721" y="0"/>
                  </a:lnTo>
                  <a:lnTo>
                    <a:pt x="17721" y="564845"/>
                  </a:lnTo>
                  <a:lnTo>
                    <a:pt x="0" y="564845"/>
                  </a:lnTo>
                  <a:close/>
                </a:path>
              </a:pathLst>
            </a:custGeom>
            <a:solidFill>
              <a:srgbClr val="CD9B86">
                <a:alpha val="100000"/>
              </a:srgbClr>
            </a:solidFill>
            <a:ln w="4762" cap="rnd">
              <a:solidFill>
                <a:srgbClr val="CD9B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1"/>
            <p:cNvSpPr/>
            <p:nvPr/>
          </p:nvSpPr>
          <p:spPr>
            <a:xfrm>
              <a:off x="5758994" y="2430848"/>
              <a:ext cx="17721" cy="572672"/>
            </a:xfrm>
            <a:custGeom>
              <a:avLst/>
              <a:pathLst>
                <a:path w="17721" h="572672">
                  <a:moveTo>
                    <a:pt x="0" y="7826"/>
                  </a:moveTo>
                  <a:lnTo>
                    <a:pt x="17721" y="0"/>
                  </a:lnTo>
                  <a:lnTo>
                    <a:pt x="17721" y="572672"/>
                  </a:lnTo>
                  <a:lnTo>
                    <a:pt x="0" y="572672"/>
                  </a:lnTo>
                  <a:close/>
                </a:path>
              </a:pathLst>
            </a:custGeom>
            <a:solidFill>
              <a:srgbClr val="CD9A86">
                <a:alpha val="100000"/>
              </a:srgbClr>
            </a:solidFill>
            <a:ln w="4762" cap="rnd">
              <a:solidFill>
                <a:srgbClr val="CD9A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2"/>
            <p:cNvSpPr/>
            <p:nvPr/>
          </p:nvSpPr>
          <p:spPr>
            <a:xfrm>
              <a:off x="5776715" y="2423192"/>
              <a:ext cx="17721" cy="580328"/>
            </a:xfrm>
            <a:custGeom>
              <a:avLst/>
              <a:pathLst>
                <a:path w="17721" h="580328">
                  <a:moveTo>
                    <a:pt x="0" y="7656"/>
                  </a:moveTo>
                  <a:lnTo>
                    <a:pt x="17721" y="0"/>
                  </a:lnTo>
                  <a:lnTo>
                    <a:pt x="17721" y="580328"/>
                  </a:lnTo>
                  <a:lnTo>
                    <a:pt x="0" y="580328"/>
                  </a:lnTo>
                  <a:close/>
                </a:path>
              </a:pathLst>
            </a:custGeom>
            <a:solidFill>
              <a:srgbClr val="CD9A85">
                <a:alpha val="100000"/>
              </a:srgbClr>
            </a:solidFill>
            <a:ln w="4762" cap="rnd">
              <a:solidFill>
                <a:srgbClr val="CD9A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3"/>
            <p:cNvSpPr/>
            <p:nvPr/>
          </p:nvSpPr>
          <p:spPr>
            <a:xfrm>
              <a:off x="5794437" y="2408449"/>
              <a:ext cx="35442" cy="595071"/>
            </a:xfrm>
            <a:custGeom>
              <a:avLst/>
              <a:pathLst>
                <a:path w="35442" h="595071">
                  <a:moveTo>
                    <a:pt x="0" y="14742"/>
                  </a:moveTo>
                  <a:lnTo>
                    <a:pt x="17721" y="7234"/>
                  </a:lnTo>
                  <a:lnTo>
                    <a:pt x="35442" y="0"/>
                  </a:lnTo>
                  <a:lnTo>
                    <a:pt x="35442" y="595071"/>
                  </a:lnTo>
                  <a:lnTo>
                    <a:pt x="17721" y="595071"/>
                  </a:lnTo>
                  <a:lnTo>
                    <a:pt x="0" y="595071"/>
                  </a:lnTo>
                  <a:close/>
                </a:path>
              </a:pathLst>
            </a:custGeom>
            <a:solidFill>
              <a:srgbClr val="CD9985">
                <a:alpha val="100000"/>
              </a:srgbClr>
            </a:solidFill>
            <a:ln w="4762" cap="rnd">
              <a:solidFill>
                <a:srgbClr val="CD99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4"/>
            <p:cNvSpPr/>
            <p:nvPr/>
          </p:nvSpPr>
          <p:spPr>
            <a:xfrm>
              <a:off x="5829879" y="2401422"/>
              <a:ext cx="17721" cy="602098"/>
            </a:xfrm>
            <a:custGeom>
              <a:avLst/>
              <a:pathLst>
                <a:path w="17721" h="602098">
                  <a:moveTo>
                    <a:pt x="0" y="7027"/>
                  </a:moveTo>
                  <a:lnTo>
                    <a:pt x="17721" y="0"/>
                  </a:lnTo>
                  <a:lnTo>
                    <a:pt x="17721" y="602098"/>
                  </a:lnTo>
                  <a:lnTo>
                    <a:pt x="0" y="602098"/>
                  </a:lnTo>
                  <a:close/>
                </a:path>
              </a:pathLst>
            </a:custGeom>
            <a:solidFill>
              <a:srgbClr val="CC9984">
                <a:alpha val="100000"/>
              </a:srgbClr>
            </a:solidFill>
            <a:ln w="4762" cap="rnd">
              <a:solidFill>
                <a:srgbClr val="CC99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5"/>
            <p:cNvSpPr/>
            <p:nvPr/>
          </p:nvSpPr>
          <p:spPr>
            <a:xfrm>
              <a:off x="5847601" y="2394567"/>
              <a:ext cx="17721" cy="608953"/>
            </a:xfrm>
            <a:custGeom>
              <a:avLst/>
              <a:pathLst>
                <a:path w="17721" h="608953">
                  <a:moveTo>
                    <a:pt x="0" y="6854"/>
                  </a:moveTo>
                  <a:lnTo>
                    <a:pt x="17721" y="0"/>
                  </a:lnTo>
                  <a:lnTo>
                    <a:pt x="17721" y="608953"/>
                  </a:lnTo>
                  <a:lnTo>
                    <a:pt x="0" y="608953"/>
                  </a:lnTo>
                  <a:close/>
                </a:path>
              </a:pathLst>
            </a:custGeom>
            <a:solidFill>
              <a:srgbClr val="CC9884">
                <a:alpha val="100000"/>
              </a:srgbClr>
            </a:solidFill>
            <a:ln w="4762" cap="rnd">
              <a:solidFill>
                <a:srgbClr val="CC98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6"/>
            <p:cNvSpPr/>
            <p:nvPr/>
          </p:nvSpPr>
          <p:spPr>
            <a:xfrm>
              <a:off x="5865322" y="2388021"/>
              <a:ext cx="17721" cy="615499"/>
            </a:xfrm>
            <a:custGeom>
              <a:avLst/>
              <a:pathLst>
                <a:path w="17721" h="615499">
                  <a:moveTo>
                    <a:pt x="0" y="6546"/>
                  </a:moveTo>
                  <a:lnTo>
                    <a:pt x="17721" y="0"/>
                  </a:lnTo>
                  <a:lnTo>
                    <a:pt x="17721" y="615499"/>
                  </a:lnTo>
                  <a:lnTo>
                    <a:pt x="0" y="615499"/>
                  </a:lnTo>
                  <a:close/>
                </a:path>
              </a:pathLst>
            </a:custGeom>
            <a:solidFill>
              <a:srgbClr val="CC9883">
                <a:alpha val="100000"/>
              </a:srgbClr>
            </a:solidFill>
            <a:ln w="4762" cap="rnd">
              <a:solidFill>
                <a:srgbClr val="CC98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7"/>
            <p:cNvSpPr/>
            <p:nvPr/>
          </p:nvSpPr>
          <p:spPr>
            <a:xfrm>
              <a:off x="5883044" y="2375609"/>
              <a:ext cx="35442" cy="627911"/>
            </a:xfrm>
            <a:custGeom>
              <a:avLst/>
              <a:pathLst>
                <a:path w="35442" h="627911">
                  <a:moveTo>
                    <a:pt x="0" y="12412"/>
                  </a:moveTo>
                  <a:lnTo>
                    <a:pt x="17721" y="6108"/>
                  </a:lnTo>
                  <a:lnTo>
                    <a:pt x="35442" y="0"/>
                  </a:lnTo>
                  <a:lnTo>
                    <a:pt x="35442" y="627911"/>
                  </a:lnTo>
                  <a:lnTo>
                    <a:pt x="17721" y="627911"/>
                  </a:lnTo>
                  <a:lnTo>
                    <a:pt x="0" y="627911"/>
                  </a:lnTo>
                  <a:close/>
                </a:path>
              </a:pathLst>
            </a:custGeom>
            <a:solidFill>
              <a:srgbClr val="CC9783">
                <a:alpha val="100000"/>
              </a:srgbClr>
            </a:solidFill>
            <a:ln w="4762" cap="rnd">
              <a:solidFill>
                <a:srgbClr val="CC97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8"/>
            <p:cNvSpPr/>
            <p:nvPr/>
          </p:nvSpPr>
          <p:spPr>
            <a:xfrm>
              <a:off x="5918486" y="2369836"/>
              <a:ext cx="17721" cy="633685"/>
            </a:xfrm>
            <a:custGeom>
              <a:avLst/>
              <a:pathLst>
                <a:path w="17721" h="633685">
                  <a:moveTo>
                    <a:pt x="0" y="5773"/>
                  </a:moveTo>
                  <a:lnTo>
                    <a:pt x="17721" y="0"/>
                  </a:lnTo>
                  <a:lnTo>
                    <a:pt x="17721" y="633685"/>
                  </a:lnTo>
                  <a:lnTo>
                    <a:pt x="0" y="633685"/>
                  </a:lnTo>
                  <a:close/>
                </a:path>
              </a:pathLst>
            </a:custGeom>
            <a:solidFill>
              <a:srgbClr val="CB9782">
                <a:alpha val="100000"/>
              </a:srgbClr>
            </a:solidFill>
            <a:ln w="4762" cap="rnd">
              <a:solidFill>
                <a:srgbClr val="CB97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09"/>
            <p:cNvSpPr/>
            <p:nvPr/>
          </p:nvSpPr>
          <p:spPr>
            <a:xfrm>
              <a:off x="5936208" y="2364339"/>
              <a:ext cx="17721" cy="639181"/>
            </a:xfrm>
            <a:custGeom>
              <a:avLst/>
              <a:pathLst>
                <a:path w="17721" h="639181">
                  <a:moveTo>
                    <a:pt x="0" y="5496"/>
                  </a:moveTo>
                  <a:lnTo>
                    <a:pt x="17721" y="0"/>
                  </a:lnTo>
                  <a:lnTo>
                    <a:pt x="17721" y="639181"/>
                  </a:lnTo>
                  <a:lnTo>
                    <a:pt x="0" y="639181"/>
                  </a:lnTo>
                  <a:close/>
                </a:path>
              </a:pathLst>
            </a:custGeom>
            <a:solidFill>
              <a:srgbClr val="CB9682">
                <a:alpha val="100000"/>
              </a:srgbClr>
            </a:solidFill>
            <a:ln w="4762" cap="rnd">
              <a:solidFill>
                <a:srgbClr val="CB96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0"/>
            <p:cNvSpPr/>
            <p:nvPr/>
          </p:nvSpPr>
          <p:spPr>
            <a:xfrm>
              <a:off x="5953929" y="2359058"/>
              <a:ext cx="17721" cy="644462"/>
            </a:xfrm>
            <a:custGeom>
              <a:avLst/>
              <a:pathLst>
                <a:path w="17721" h="644462">
                  <a:moveTo>
                    <a:pt x="0" y="5281"/>
                  </a:moveTo>
                  <a:lnTo>
                    <a:pt x="17721" y="0"/>
                  </a:lnTo>
                  <a:lnTo>
                    <a:pt x="17721" y="644462"/>
                  </a:lnTo>
                  <a:lnTo>
                    <a:pt x="0" y="644462"/>
                  </a:lnTo>
                  <a:close/>
                </a:path>
              </a:pathLst>
            </a:custGeom>
            <a:solidFill>
              <a:srgbClr val="CB9681">
                <a:alpha val="100000"/>
              </a:srgbClr>
            </a:solidFill>
            <a:ln w="4762" cap="rnd">
              <a:solidFill>
                <a:srgbClr val="CB9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1"/>
            <p:cNvSpPr/>
            <p:nvPr/>
          </p:nvSpPr>
          <p:spPr>
            <a:xfrm>
              <a:off x="5971650" y="2349514"/>
              <a:ext cx="35442" cy="654006"/>
            </a:xfrm>
            <a:custGeom>
              <a:avLst/>
              <a:pathLst>
                <a:path w="35442" h="654006">
                  <a:moveTo>
                    <a:pt x="0" y="9543"/>
                  </a:moveTo>
                  <a:lnTo>
                    <a:pt x="17721" y="4617"/>
                  </a:lnTo>
                  <a:lnTo>
                    <a:pt x="35442" y="0"/>
                  </a:lnTo>
                  <a:lnTo>
                    <a:pt x="35442" y="654006"/>
                  </a:lnTo>
                  <a:lnTo>
                    <a:pt x="17721" y="654006"/>
                  </a:lnTo>
                  <a:lnTo>
                    <a:pt x="0" y="654006"/>
                  </a:lnTo>
                  <a:close/>
                </a:path>
              </a:pathLst>
            </a:custGeom>
            <a:solidFill>
              <a:srgbClr val="CB9581">
                <a:alpha val="100000"/>
              </a:srgbClr>
            </a:solidFill>
            <a:ln w="4762" cap="rnd">
              <a:solidFill>
                <a:srgbClr val="CB95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2"/>
            <p:cNvSpPr/>
            <p:nvPr/>
          </p:nvSpPr>
          <p:spPr>
            <a:xfrm>
              <a:off x="6007093" y="2345127"/>
              <a:ext cx="17721" cy="658393"/>
            </a:xfrm>
            <a:custGeom>
              <a:avLst/>
              <a:pathLst>
                <a:path w="17721" h="658393">
                  <a:moveTo>
                    <a:pt x="0" y="4386"/>
                  </a:moveTo>
                  <a:lnTo>
                    <a:pt x="17721" y="0"/>
                  </a:lnTo>
                  <a:lnTo>
                    <a:pt x="17721" y="658393"/>
                  </a:lnTo>
                  <a:lnTo>
                    <a:pt x="0" y="658393"/>
                  </a:lnTo>
                  <a:close/>
                </a:path>
              </a:pathLst>
            </a:custGeom>
            <a:solidFill>
              <a:srgbClr val="CA9580">
                <a:alpha val="100000"/>
              </a:srgbClr>
            </a:solidFill>
            <a:ln w="4762" cap="rnd">
              <a:solidFill>
                <a:srgbClr val="CA95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3"/>
            <p:cNvSpPr/>
            <p:nvPr/>
          </p:nvSpPr>
          <p:spPr>
            <a:xfrm>
              <a:off x="6024815" y="2341109"/>
              <a:ext cx="17721" cy="662411"/>
            </a:xfrm>
            <a:custGeom>
              <a:avLst/>
              <a:pathLst>
                <a:path w="17721" h="662411">
                  <a:moveTo>
                    <a:pt x="0" y="4017"/>
                  </a:moveTo>
                  <a:lnTo>
                    <a:pt x="17721" y="0"/>
                  </a:lnTo>
                  <a:lnTo>
                    <a:pt x="17721" y="662411"/>
                  </a:lnTo>
                  <a:lnTo>
                    <a:pt x="0" y="662411"/>
                  </a:lnTo>
                  <a:close/>
                </a:path>
              </a:pathLst>
            </a:custGeom>
            <a:solidFill>
              <a:srgbClr val="CA9480">
                <a:alpha val="100000"/>
              </a:srgbClr>
            </a:solidFill>
            <a:ln w="4762" cap="rnd">
              <a:solidFill>
                <a:srgbClr val="CA94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4"/>
            <p:cNvSpPr/>
            <p:nvPr/>
          </p:nvSpPr>
          <p:spPr>
            <a:xfrm>
              <a:off x="6042536" y="2333989"/>
              <a:ext cx="35442" cy="669531"/>
            </a:xfrm>
            <a:custGeom>
              <a:avLst/>
              <a:pathLst>
                <a:path w="35442" h="669531">
                  <a:moveTo>
                    <a:pt x="0" y="7120"/>
                  </a:moveTo>
                  <a:lnTo>
                    <a:pt x="17721" y="3438"/>
                  </a:lnTo>
                  <a:lnTo>
                    <a:pt x="35442" y="0"/>
                  </a:lnTo>
                  <a:lnTo>
                    <a:pt x="35442" y="669531"/>
                  </a:lnTo>
                  <a:lnTo>
                    <a:pt x="17721" y="669531"/>
                  </a:lnTo>
                  <a:lnTo>
                    <a:pt x="0" y="669531"/>
                  </a:lnTo>
                  <a:close/>
                </a:path>
              </a:pathLst>
            </a:custGeom>
            <a:solidFill>
              <a:srgbClr val="CA947F">
                <a:alpha val="100000"/>
              </a:srgbClr>
            </a:solidFill>
            <a:ln w="4762" cap="rnd">
              <a:solidFill>
                <a:srgbClr val="CA94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5"/>
            <p:cNvSpPr/>
            <p:nvPr/>
          </p:nvSpPr>
          <p:spPr>
            <a:xfrm>
              <a:off x="6077979" y="2330925"/>
              <a:ext cx="17721" cy="672595"/>
            </a:xfrm>
            <a:custGeom>
              <a:avLst/>
              <a:pathLst>
                <a:path w="17721" h="672595">
                  <a:moveTo>
                    <a:pt x="0" y="3063"/>
                  </a:moveTo>
                  <a:lnTo>
                    <a:pt x="17721" y="0"/>
                  </a:lnTo>
                  <a:lnTo>
                    <a:pt x="17721" y="672595"/>
                  </a:lnTo>
                  <a:lnTo>
                    <a:pt x="0" y="672595"/>
                  </a:lnTo>
                  <a:close/>
                </a:path>
              </a:pathLst>
            </a:custGeom>
            <a:solidFill>
              <a:srgbClr val="C9937F">
                <a:alpha val="100000"/>
              </a:srgbClr>
            </a:solidFill>
            <a:ln w="4762" cap="rnd">
              <a:solidFill>
                <a:srgbClr val="C99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6"/>
            <p:cNvSpPr/>
            <p:nvPr/>
          </p:nvSpPr>
          <p:spPr>
            <a:xfrm>
              <a:off x="6095700" y="2328221"/>
              <a:ext cx="17721" cy="675299"/>
            </a:xfrm>
            <a:custGeom>
              <a:avLst/>
              <a:pathLst>
                <a:path w="17721" h="675299">
                  <a:moveTo>
                    <a:pt x="0" y="2704"/>
                  </a:moveTo>
                  <a:lnTo>
                    <a:pt x="17721" y="0"/>
                  </a:lnTo>
                  <a:lnTo>
                    <a:pt x="17721" y="675299"/>
                  </a:lnTo>
                  <a:lnTo>
                    <a:pt x="0" y="675299"/>
                  </a:lnTo>
                  <a:close/>
                </a:path>
              </a:pathLst>
            </a:custGeom>
            <a:solidFill>
              <a:srgbClr val="C9937E">
                <a:alpha val="100000"/>
              </a:srgbClr>
            </a:solidFill>
            <a:ln w="4762" cap="rnd">
              <a:solidFill>
                <a:srgbClr val="C99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7"/>
            <p:cNvSpPr/>
            <p:nvPr/>
          </p:nvSpPr>
          <p:spPr>
            <a:xfrm>
              <a:off x="6113421" y="2325768"/>
              <a:ext cx="17721" cy="677752"/>
            </a:xfrm>
            <a:custGeom>
              <a:avLst/>
              <a:pathLst>
                <a:path w="17721" h="677752">
                  <a:moveTo>
                    <a:pt x="0" y="2452"/>
                  </a:moveTo>
                  <a:lnTo>
                    <a:pt x="17721" y="0"/>
                  </a:lnTo>
                  <a:lnTo>
                    <a:pt x="17721" y="677752"/>
                  </a:lnTo>
                  <a:lnTo>
                    <a:pt x="0" y="677752"/>
                  </a:lnTo>
                  <a:close/>
                </a:path>
              </a:pathLst>
            </a:custGeom>
            <a:solidFill>
              <a:srgbClr val="C9927E">
                <a:alpha val="100000"/>
              </a:srgbClr>
            </a:solidFill>
            <a:ln w="4762" cap="rnd">
              <a:solidFill>
                <a:srgbClr val="C992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8"/>
            <p:cNvSpPr/>
            <p:nvPr/>
          </p:nvSpPr>
          <p:spPr>
            <a:xfrm>
              <a:off x="6131143" y="2321989"/>
              <a:ext cx="35442" cy="681531"/>
            </a:xfrm>
            <a:custGeom>
              <a:avLst/>
              <a:pathLst>
                <a:path w="35442" h="681531">
                  <a:moveTo>
                    <a:pt x="0" y="3779"/>
                  </a:moveTo>
                  <a:lnTo>
                    <a:pt x="17721" y="1701"/>
                  </a:lnTo>
                  <a:lnTo>
                    <a:pt x="35442" y="0"/>
                  </a:lnTo>
                  <a:lnTo>
                    <a:pt x="35442" y="681531"/>
                  </a:lnTo>
                  <a:lnTo>
                    <a:pt x="17721" y="681531"/>
                  </a:lnTo>
                  <a:lnTo>
                    <a:pt x="0" y="681531"/>
                  </a:lnTo>
                  <a:close/>
                </a:path>
              </a:pathLst>
            </a:custGeom>
            <a:solidFill>
              <a:srgbClr val="C9927D">
                <a:alpha val="100000"/>
              </a:srgbClr>
            </a:solidFill>
            <a:ln w="4762" cap="rnd">
              <a:solidFill>
                <a:srgbClr val="C992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19"/>
            <p:cNvSpPr/>
            <p:nvPr/>
          </p:nvSpPr>
          <p:spPr>
            <a:xfrm>
              <a:off x="6166585" y="2320543"/>
              <a:ext cx="17721" cy="682977"/>
            </a:xfrm>
            <a:custGeom>
              <a:avLst/>
              <a:pathLst>
                <a:path w="17721" h="682977">
                  <a:moveTo>
                    <a:pt x="0" y="1445"/>
                  </a:moveTo>
                  <a:lnTo>
                    <a:pt x="17721" y="0"/>
                  </a:lnTo>
                  <a:lnTo>
                    <a:pt x="17721" y="682977"/>
                  </a:lnTo>
                  <a:lnTo>
                    <a:pt x="0" y="682977"/>
                  </a:lnTo>
                  <a:close/>
                </a:path>
              </a:pathLst>
            </a:custGeom>
            <a:solidFill>
              <a:srgbClr val="C8917D">
                <a:alpha val="100000"/>
              </a:srgbClr>
            </a:solidFill>
            <a:ln w="4762" cap="rnd">
              <a:solidFill>
                <a:srgbClr val="C891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0"/>
            <p:cNvSpPr/>
            <p:nvPr/>
          </p:nvSpPr>
          <p:spPr>
            <a:xfrm>
              <a:off x="6184307" y="2319466"/>
              <a:ext cx="17721" cy="684055"/>
            </a:xfrm>
            <a:custGeom>
              <a:avLst/>
              <a:pathLst>
                <a:path w="17721" h="684055">
                  <a:moveTo>
                    <a:pt x="0" y="1077"/>
                  </a:moveTo>
                  <a:lnTo>
                    <a:pt x="17721" y="0"/>
                  </a:lnTo>
                  <a:lnTo>
                    <a:pt x="17721" y="684055"/>
                  </a:lnTo>
                  <a:lnTo>
                    <a:pt x="0" y="684055"/>
                  </a:lnTo>
                  <a:close/>
                </a:path>
              </a:pathLst>
            </a:custGeom>
            <a:solidFill>
              <a:srgbClr val="C8917C">
                <a:alpha val="100000"/>
              </a:srgbClr>
            </a:solidFill>
            <a:ln w="4762" cap="rnd">
              <a:solidFill>
                <a:srgbClr val="C891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1"/>
            <p:cNvSpPr/>
            <p:nvPr/>
          </p:nvSpPr>
          <p:spPr>
            <a:xfrm>
              <a:off x="6202028" y="2318777"/>
              <a:ext cx="17721" cy="684743"/>
            </a:xfrm>
            <a:custGeom>
              <a:avLst/>
              <a:pathLst>
                <a:path w="17721" h="684743">
                  <a:moveTo>
                    <a:pt x="0" y="688"/>
                  </a:moveTo>
                  <a:lnTo>
                    <a:pt x="17721" y="0"/>
                  </a:lnTo>
                  <a:lnTo>
                    <a:pt x="17721" y="684743"/>
                  </a:lnTo>
                  <a:lnTo>
                    <a:pt x="0" y="684743"/>
                  </a:lnTo>
                  <a:close/>
                </a:path>
              </a:pathLst>
            </a:custGeom>
            <a:solidFill>
              <a:srgbClr val="C8907C">
                <a:alpha val="100000"/>
              </a:srgbClr>
            </a:solidFill>
            <a:ln w="4762" cap="rnd">
              <a:solidFill>
                <a:srgbClr val="C890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2"/>
            <p:cNvSpPr/>
            <p:nvPr/>
          </p:nvSpPr>
          <p:spPr>
            <a:xfrm>
              <a:off x="6219750" y="2318267"/>
              <a:ext cx="35442" cy="685253"/>
            </a:xfrm>
            <a:custGeom>
              <a:avLst/>
              <a:pathLst>
                <a:path w="35442" h="685253">
                  <a:moveTo>
                    <a:pt x="0" y="510"/>
                  </a:moveTo>
                  <a:lnTo>
                    <a:pt x="17721" y="77"/>
                  </a:lnTo>
                  <a:lnTo>
                    <a:pt x="35442" y="0"/>
                  </a:lnTo>
                  <a:lnTo>
                    <a:pt x="35442" y="685253"/>
                  </a:lnTo>
                  <a:lnTo>
                    <a:pt x="17721" y="685253"/>
                  </a:lnTo>
                  <a:lnTo>
                    <a:pt x="0" y="685253"/>
                  </a:lnTo>
                  <a:close/>
                </a:path>
              </a:pathLst>
            </a:custGeom>
            <a:solidFill>
              <a:srgbClr val="C8907B">
                <a:alpha val="100000"/>
              </a:srgbClr>
            </a:solidFill>
            <a:ln w="4762" cap="rnd">
              <a:solidFill>
                <a:srgbClr val="C890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3"/>
            <p:cNvSpPr/>
            <p:nvPr/>
          </p:nvSpPr>
          <p:spPr>
            <a:xfrm>
              <a:off x="6255192" y="2318267"/>
              <a:ext cx="17721" cy="685253"/>
            </a:xfrm>
            <a:custGeom>
              <a:avLst/>
              <a:pathLst>
                <a:path w="17721" h="685253">
                  <a:moveTo>
                    <a:pt x="0" y="0"/>
                  </a:moveTo>
                  <a:lnTo>
                    <a:pt x="17721" y="318"/>
                  </a:lnTo>
                  <a:lnTo>
                    <a:pt x="17721" y="685253"/>
                  </a:lnTo>
                  <a:lnTo>
                    <a:pt x="0" y="685253"/>
                  </a:lnTo>
                  <a:close/>
                </a:path>
              </a:pathLst>
            </a:custGeom>
            <a:solidFill>
              <a:srgbClr val="C78F7B">
                <a:alpha val="100000"/>
              </a:srgbClr>
            </a:solidFill>
            <a:ln w="4762" cap="rnd">
              <a:solidFill>
                <a:srgbClr val="C78F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4"/>
            <p:cNvSpPr/>
            <p:nvPr/>
          </p:nvSpPr>
          <p:spPr>
            <a:xfrm>
              <a:off x="6272914" y="2318585"/>
              <a:ext cx="17721" cy="684935"/>
            </a:xfrm>
            <a:custGeom>
              <a:avLst/>
              <a:pathLst>
                <a:path w="17721" h="684935">
                  <a:moveTo>
                    <a:pt x="0" y="0"/>
                  </a:moveTo>
                  <a:lnTo>
                    <a:pt x="17721" y="569"/>
                  </a:lnTo>
                  <a:lnTo>
                    <a:pt x="17721" y="684935"/>
                  </a:lnTo>
                  <a:lnTo>
                    <a:pt x="0" y="684935"/>
                  </a:lnTo>
                  <a:close/>
                </a:path>
              </a:pathLst>
            </a:custGeom>
            <a:solidFill>
              <a:srgbClr val="C78F7A">
                <a:alpha val="100000"/>
              </a:srgbClr>
            </a:solidFill>
            <a:ln w="4762" cap="rnd">
              <a:solidFill>
                <a:srgbClr val="C78F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5"/>
            <p:cNvSpPr/>
            <p:nvPr/>
          </p:nvSpPr>
          <p:spPr>
            <a:xfrm>
              <a:off x="6290635" y="2319154"/>
              <a:ext cx="17721" cy="684366"/>
            </a:xfrm>
            <a:custGeom>
              <a:avLst/>
              <a:pathLst>
                <a:path w="17721" h="684366">
                  <a:moveTo>
                    <a:pt x="0" y="0"/>
                  </a:moveTo>
                  <a:lnTo>
                    <a:pt x="17721" y="906"/>
                  </a:lnTo>
                  <a:lnTo>
                    <a:pt x="17721" y="684366"/>
                  </a:lnTo>
                  <a:lnTo>
                    <a:pt x="0" y="684366"/>
                  </a:lnTo>
                  <a:close/>
                </a:path>
              </a:pathLst>
            </a:custGeom>
            <a:solidFill>
              <a:srgbClr val="C78E7A">
                <a:alpha val="100000"/>
              </a:srgbClr>
            </a:solidFill>
            <a:ln w="4762" cap="rnd">
              <a:solidFill>
                <a:srgbClr val="C78E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6"/>
            <p:cNvSpPr/>
            <p:nvPr/>
          </p:nvSpPr>
          <p:spPr>
            <a:xfrm>
              <a:off x="6308356" y="2320060"/>
              <a:ext cx="17721" cy="683460"/>
            </a:xfrm>
            <a:custGeom>
              <a:avLst/>
              <a:pathLst>
                <a:path w="17721" h="683460">
                  <a:moveTo>
                    <a:pt x="0" y="0"/>
                  </a:moveTo>
                  <a:lnTo>
                    <a:pt x="17721" y="1302"/>
                  </a:lnTo>
                  <a:lnTo>
                    <a:pt x="17721" y="683460"/>
                  </a:lnTo>
                  <a:lnTo>
                    <a:pt x="0" y="683460"/>
                  </a:lnTo>
                  <a:close/>
                </a:path>
              </a:pathLst>
            </a:custGeom>
            <a:solidFill>
              <a:srgbClr val="C78E79">
                <a:alpha val="100000"/>
              </a:srgbClr>
            </a:solidFill>
            <a:ln w="4762" cap="rnd">
              <a:solidFill>
                <a:srgbClr val="C7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7"/>
            <p:cNvSpPr/>
            <p:nvPr/>
          </p:nvSpPr>
          <p:spPr>
            <a:xfrm>
              <a:off x="6326078" y="2321362"/>
              <a:ext cx="17721" cy="682158"/>
            </a:xfrm>
            <a:custGeom>
              <a:avLst/>
              <a:pathLst>
                <a:path w="17721" h="682158">
                  <a:moveTo>
                    <a:pt x="0" y="0"/>
                  </a:moveTo>
                  <a:lnTo>
                    <a:pt x="17721" y="1545"/>
                  </a:lnTo>
                  <a:lnTo>
                    <a:pt x="17721" y="682158"/>
                  </a:lnTo>
                  <a:lnTo>
                    <a:pt x="0" y="682158"/>
                  </a:lnTo>
                  <a:close/>
                </a:path>
              </a:pathLst>
            </a:custGeom>
            <a:solidFill>
              <a:srgbClr val="C68E79">
                <a:alpha val="100000"/>
              </a:srgbClr>
            </a:solidFill>
            <a:ln w="4762" cap="rnd">
              <a:solidFill>
                <a:srgbClr val="C6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8"/>
            <p:cNvSpPr/>
            <p:nvPr/>
          </p:nvSpPr>
          <p:spPr>
            <a:xfrm>
              <a:off x="6343799" y="2322908"/>
              <a:ext cx="17721" cy="680612"/>
            </a:xfrm>
            <a:custGeom>
              <a:avLst/>
              <a:pathLst>
                <a:path w="17721" h="680612">
                  <a:moveTo>
                    <a:pt x="0" y="0"/>
                  </a:moveTo>
                  <a:lnTo>
                    <a:pt x="17721" y="1860"/>
                  </a:lnTo>
                  <a:lnTo>
                    <a:pt x="17721" y="680612"/>
                  </a:lnTo>
                  <a:lnTo>
                    <a:pt x="0" y="680612"/>
                  </a:lnTo>
                  <a:close/>
                </a:path>
              </a:pathLst>
            </a:custGeom>
            <a:solidFill>
              <a:srgbClr val="C68D79">
                <a:alpha val="100000"/>
              </a:srgbClr>
            </a:solidFill>
            <a:ln w="4762" cap="rnd">
              <a:solidFill>
                <a:srgbClr val="C68D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29"/>
            <p:cNvSpPr/>
            <p:nvPr/>
          </p:nvSpPr>
          <p:spPr>
            <a:xfrm>
              <a:off x="6361521" y="2324768"/>
              <a:ext cx="35442" cy="678752"/>
            </a:xfrm>
            <a:custGeom>
              <a:avLst/>
              <a:pathLst>
                <a:path w="35442" h="678752">
                  <a:moveTo>
                    <a:pt x="0" y="0"/>
                  </a:moveTo>
                  <a:lnTo>
                    <a:pt x="17721" y="2250"/>
                  </a:lnTo>
                  <a:lnTo>
                    <a:pt x="35442" y="4732"/>
                  </a:lnTo>
                  <a:lnTo>
                    <a:pt x="35442" y="678752"/>
                  </a:lnTo>
                  <a:lnTo>
                    <a:pt x="17721" y="678752"/>
                  </a:lnTo>
                  <a:lnTo>
                    <a:pt x="0" y="678752"/>
                  </a:lnTo>
                  <a:close/>
                </a:path>
              </a:pathLst>
            </a:custGeom>
            <a:solidFill>
              <a:srgbClr val="C68D78">
                <a:alpha val="100000"/>
              </a:srgbClr>
            </a:solidFill>
            <a:ln w="4762" cap="rnd">
              <a:solidFill>
                <a:srgbClr val="C68D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0"/>
            <p:cNvSpPr/>
            <p:nvPr/>
          </p:nvSpPr>
          <p:spPr>
            <a:xfrm>
              <a:off x="6396963" y="2329501"/>
              <a:ext cx="17721" cy="674019"/>
            </a:xfrm>
            <a:custGeom>
              <a:avLst/>
              <a:pathLst>
                <a:path w="17721" h="674019">
                  <a:moveTo>
                    <a:pt x="0" y="0"/>
                  </a:moveTo>
                  <a:lnTo>
                    <a:pt x="17721" y="2772"/>
                  </a:lnTo>
                  <a:lnTo>
                    <a:pt x="17721" y="674019"/>
                  </a:lnTo>
                  <a:lnTo>
                    <a:pt x="0" y="674019"/>
                  </a:lnTo>
                  <a:close/>
                </a:path>
              </a:pathLst>
            </a:custGeom>
            <a:solidFill>
              <a:srgbClr val="C68C77">
                <a:alpha val="100000"/>
              </a:srgbClr>
            </a:solidFill>
            <a:ln w="4762" cap="rnd">
              <a:solidFill>
                <a:srgbClr val="C6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1"/>
            <p:cNvSpPr/>
            <p:nvPr/>
          </p:nvSpPr>
          <p:spPr>
            <a:xfrm>
              <a:off x="6414685" y="2332273"/>
              <a:ext cx="17721" cy="671247"/>
            </a:xfrm>
            <a:custGeom>
              <a:avLst/>
              <a:pathLst>
                <a:path w="17721" h="671247">
                  <a:moveTo>
                    <a:pt x="0" y="0"/>
                  </a:moveTo>
                  <a:lnTo>
                    <a:pt x="17721" y="3150"/>
                  </a:lnTo>
                  <a:lnTo>
                    <a:pt x="17721" y="671247"/>
                  </a:lnTo>
                  <a:lnTo>
                    <a:pt x="0" y="671247"/>
                  </a:lnTo>
                  <a:close/>
                </a:path>
              </a:pathLst>
            </a:custGeom>
            <a:solidFill>
              <a:srgbClr val="C58C77">
                <a:alpha val="100000"/>
              </a:srgbClr>
            </a:solidFill>
            <a:ln w="4762" cap="rnd">
              <a:solidFill>
                <a:srgbClr val="C5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2"/>
            <p:cNvSpPr/>
            <p:nvPr/>
          </p:nvSpPr>
          <p:spPr>
            <a:xfrm>
              <a:off x="6432406" y="2335424"/>
              <a:ext cx="17721" cy="668096"/>
            </a:xfrm>
            <a:custGeom>
              <a:avLst/>
              <a:pathLst>
                <a:path w="17721" h="668096">
                  <a:moveTo>
                    <a:pt x="0" y="0"/>
                  </a:moveTo>
                  <a:lnTo>
                    <a:pt x="17721" y="3368"/>
                  </a:lnTo>
                  <a:lnTo>
                    <a:pt x="17721" y="668096"/>
                  </a:lnTo>
                  <a:lnTo>
                    <a:pt x="0" y="668096"/>
                  </a:lnTo>
                  <a:close/>
                </a:path>
              </a:pathLst>
            </a:custGeom>
            <a:solidFill>
              <a:srgbClr val="C58B77">
                <a:alpha val="100000"/>
              </a:srgbClr>
            </a:solidFill>
            <a:ln w="4762" cap="rnd">
              <a:solidFill>
                <a:srgbClr val="C58B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3"/>
            <p:cNvSpPr/>
            <p:nvPr/>
          </p:nvSpPr>
          <p:spPr>
            <a:xfrm>
              <a:off x="6450127" y="2338792"/>
              <a:ext cx="35442" cy="664728"/>
            </a:xfrm>
            <a:custGeom>
              <a:avLst/>
              <a:pathLst>
                <a:path w="35442" h="664728">
                  <a:moveTo>
                    <a:pt x="0" y="0"/>
                  </a:moveTo>
                  <a:lnTo>
                    <a:pt x="17721" y="3630"/>
                  </a:lnTo>
                  <a:lnTo>
                    <a:pt x="35442" y="7622"/>
                  </a:lnTo>
                  <a:lnTo>
                    <a:pt x="35442" y="664728"/>
                  </a:lnTo>
                  <a:lnTo>
                    <a:pt x="17721" y="664728"/>
                  </a:lnTo>
                  <a:lnTo>
                    <a:pt x="0" y="664728"/>
                  </a:lnTo>
                  <a:close/>
                </a:path>
              </a:pathLst>
            </a:custGeom>
            <a:solidFill>
              <a:srgbClr val="C58B76">
                <a:alpha val="100000"/>
              </a:srgbClr>
            </a:solidFill>
            <a:ln w="4762" cap="rnd">
              <a:solidFill>
                <a:srgbClr val="C58B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4"/>
            <p:cNvSpPr/>
            <p:nvPr/>
          </p:nvSpPr>
          <p:spPr>
            <a:xfrm>
              <a:off x="6485570" y="2346415"/>
              <a:ext cx="35442" cy="657105"/>
            </a:xfrm>
            <a:custGeom>
              <a:avLst/>
              <a:pathLst>
                <a:path w="35442" h="657105">
                  <a:moveTo>
                    <a:pt x="0" y="0"/>
                  </a:moveTo>
                  <a:lnTo>
                    <a:pt x="17721" y="4192"/>
                  </a:lnTo>
                  <a:lnTo>
                    <a:pt x="35442" y="8619"/>
                  </a:lnTo>
                  <a:lnTo>
                    <a:pt x="35442" y="657105"/>
                  </a:lnTo>
                  <a:lnTo>
                    <a:pt x="17721" y="657105"/>
                  </a:lnTo>
                  <a:lnTo>
                    <a:pt x="0" y="657105"/>
                  </a:lnTo>
                  <a:close/>
                </a:path>
              </a:pathLst>
            </a:custGeom>
            <a:solidFill>
              <a:srgbClr val="C48A75">
                <a:alpha val="100000"/>
              </a:srgbClr>
            </a:solidFill>
            <a:ln w="4762" cap="rnd">
              <a:solidFill>
                <a:srgbClr val="C48A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5"/>
            <p:cNvSpPr/>
            <p:nvPr/>
          </p:nvSpPr>
          <p:spPr>
            <a:xfrm>
              <a:off x="6521013" y="2355035"/>
              <a:ext cx="17721" cy="648486"/>
            </a:xfrm>
            <a:custGeom>
              <a:avLst/>
              <a:pathLst>
                <a:path w="17721" h="648486">
                  <a:moveTo>
                    <a:pt x="0" y="0"/>
                  </a:moveTo>
                  <a:lnTo>
                    <a:pt x="17721" y="4766"/>
                  </a:lnTo>
                  <a:lnTo>
                    <a:pt x="17721" y="648486"/>
                  </a:lnTo>
                  <a:lnTo>
                    <a:pt x="0" y="648486"/>
                  </a:lnTo>
                  <a:close/>
                </a:path>
              </a:pathLst>
            </a:custGeom>
            <a:solidFill>
              <a:srgbClr val="C48975">
                <a:alpha val="100000"/>
              </a:srgbClr>
            </a:solidFill>
            <a:ln w="4762" cap="rnd">
              <a:solidFill>
                <a:srgbClr val="C489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6"/>
            <p:cNvSpPr/>
            <p:nvPr/>
          </p:nvSpPr>
          <p:spPr>
            <a:xfrm>
              <a:off x="6538734" y="2359801"/>
              <a:ext cx="35442" cy="643719"/>
            </a:xfrm>
            <a:custGeom>
              <a:avLst/>
              <a:pathLst>
                <a:path w="35442" h="643719">
                  <a:moveTo>
                    <a:pt x="0" y="0"/>
                  </a:moveTo>
                  <a:lnTo>
                    <a:pt x="17721" y="4949"/>
                  </a:lnTo>
                  <a:lnTo>
                    <a:pt x="35442" y="10103"/>
                  </a:lnTo>
                  <a:lnTo>
                    <a:pt x="35442" y="643719"/>
                  </a:lnTo>
                  <a:lnTo>
                    <a:pt x="17721" y="643719"/>
                  </a:lnTo>
                  <a:lnTo>
                    <a:pt x="0" y="643719"/>
                  </a:lnTo>
                  <a:close/>
                </a:path>
              </a:pathLst>
            </a:custGeom>
            <a:solidFill>
              <a:srgbClr val="C48974">
                <a:alpha val="100000"/>
              </a:srgbClr>
            </a:solidFill>
            <a:ln w="4762" cap="rnd">
              <a:solidFill>
                <a:srgbClr val="C489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7"/>
            <p:cNvSpPr/>
            <p:nvPr/>
          </p:nvSpPr>
          <p:spPr>
            <a:xfrm>
              <a:off x="6574177" y="2369905"/>
              <a:ext cx="35442" cy="633615"/>
            </a:xfrm>
            <a:custGeom>
              <a:avLst/>
              <a:pathLst>
                <a:path w="35442" h="633615">
                  <a:moveTo>
                    <a:pt x="0" y="0"/>
                  </a:moveTo>
                  <a:lnTo>
                    <a:pt x="17721" y="5468"/>
                  </a:lnTo>
                  <a:lnTo>
                    <a:pt x="35442" y="11100"/>
                  </a:lnTo>
                  <a:lnTo>
                    <a:pt x="35442" y="633615"/>
                  </a:lnTo>
                  <a:lnTo>
                    <a:pt x="17721" y="633615"/>
                  </a:lnTo>
                  <a:lnTo>
                    <a:pt x="0" y="633615"/>
                  </a:lnTo>
                  <a:close/>
                </a:path>
              </a:pathLst>
            </a:custGeom>
            <a:solidFill>
              <a:srgbClr val="C38873">
                <a:alpha val="100000"/>
              </a:srgbClr>
            </a:solidFill>
            <a:ln w="4762" cap="rnd">
              <a:solidFill>
                <a:srgbClr val="C388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8"/>
            <p:cNvSpPr/>
            <p:nvPr/>
          </p:nvSpPr>
          <p:spPr>
            <a:xfrm>
              <a:off x="6609620" y="2381005"/>
              <a:ext cx="17721" cy="622515"/>
            </a:xfrm>
            <a:custGeom>
              <a:avLst/>
              <a:pathLst>
                <a:path w="17721" h="622515">
                  <a:moveTo>
                    <a:pt x="0" y="0"/>
                  </a:moveTo>
                  <a:lnTo>
                    <a:pt x="17721" y="5808"/>
                  </a:lnTo>
                  <a:lnTo>
                    <a:pt x="17721" y="622515"/>
                  </a:lnTo>
                  <a:lnTo>
                    <a:pt x="0" y="622515"/>
                  </a:lnTo>
                  <a:close/>
                </a:path>
              </a:pathLst>
            </a:custGeom>
            <a:solidFill>
              <a:srgbClr val="C38773">
                <a:alpha val="100000"/>
              </a:srgbClr>
            </a:solidFill>
            <a:ln w="4762" cap="rnd">
              <a:solidFill>
                <a:srgbClr val="C387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39"/>
            <p:cNvSpPr/>
            <p:nvPr/>
          </p:nvSpPr>
          <p:spPr>
            <a:xfrm>
              <a:off x="6627341" y="2386814"/>
              <a:ext cx="35442" cy="616707"/>
            </a:xfrm>
            <a:custGeom>
              <a:avLst/>
              <a:pathLst>
                <a:path w="35442" h="616707">
                  <a:moveTo>
                    <a:pt x="0" y="0"/>
                  </a:moveTo>
                  <a:lnTo>
                    <a:pt x="17721" y="6094"/>
                  </a:lnTo>
                  <a:lnTo>
                    <a:pt x="35442" y="12332"/>
                  </a:lnTo>
                  <a:lnTo>
                    <a:pt x="35442" y="616707"/>
                  </a:lnTo>
                  <a:lnTo>
                    <a:pt x="17721" y="616707"/>
                  </a:lnTo>
                  <a:lnTo>
                    <a:pt x="0" y="616707"/>
                  </a:lnTo>
                  <a:close/>
                </a:path>
              </a:pathLst>
            </a:custGeom>
            <a:solidFill>
              <a:srgbClr val="C38772">
                <a:alpha val="100000"/>
              </a:srgbClr>
            </a:solidFill>
            <a:ln w="4762" cap="rnd">
              <a:solidFill>
                <a:srgbClr val="C387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0"/>
            <p:cNvSpPr/>
            <p:nvPr/>
          </p:nvSpPr>
          <p:spPr>
            <a:xfrm>
              <a:off x="6662784" y="2399146"/>
              <a:ext cx="53164" cy="604374"/>
            </a:xfrm>
            <a:custGeom>
              <a:avLst/>
              <a:pathLst>
                <a:path w="53164" h="604374">
                  <a:moveTo>
                    <a:pt x="0" y="0"/>
                  </a:moveTo>
                  <a:lnTo>
                    <a:pt x="17721" y="6387"/>
                  </a:lnTo>
                  <a:lnTo>
                    <a:pt x="35442" y="13029"/>
                  </a:lnTo>
                  <a:lnTo>
                    <a:pt x="53164" y="19795"/>
                  </a:lnTo>
                  <a:lnTo>
                    <a:pt x="53164" y="604374"/>
                  </a:lnTo>
                  <a:lnTo>
                    <a:pt x="35442" y="604374"/>
                  </a:lnTo>
                  <a:lnTo>
                    <a:pt x="17721" y="604374"/>
                  </a:lnTo>
                  <a:lnTo>
                    <a:pt x="0" y="604374"/>
                  </a:lnTo>
                  <a:close/>
                </a:path>
              </a:pathLst>
            </a:custGeom>
            <a:solidFill>
              <a:srgbClr val="C28671">
                <a:alpha val="100000"/>
              </a:srgbClr>
            </a:solidFill>
            <a:ln w="4762" cap="rnd">
              <a:solidFill>
                <a:srgbClr val="C286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1"/>
            <p:cNvSpPr/>
            <p:nvPr/>
          </p:nvSpPr>
          <p:spPr>
            <a:xfrm>
              <a:off x="6715948" y="2418942"/>
              <a:ext cx="17721" cy="584579"/>
            </a:xfrm>
            <a:custGeom>
              <a:avLst/>
              <a:pathLst>
                <a:path w="17721" h="584579">
                  <a:moveTo>
                    <a:pt x="0" y="0"/>
                  </a:moveTo>
                  <a:lnTo>
                    <a:pt x="17721" y="6890"/>
                  </a:lnTo>
                  <a:lnTo>
                    <a:pt x="17721" y="584579"/>
                  </a:lnTo>
                  <a:lnTo>
                    <a:pt x="0" y="584579"/>
                  </a:lnTo>
                  <a:close/>
                </a:path>
              </a:pathLst>
            </a:custGeom>
            <a:solidFill>
              <a:srgbClr val="C28570">
                <a:alpha val="100000"/>
              </a:srgbClr>
            </a:solidFill>
            <a:ln w="4762" cap="rnd">
              <a:solidFill>
                <a:srgbClr val="C2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2"/>
            <p:cNvSpPr/>
            <p:nvPr/>
          </p:nvSpPr>
          <p:spPr>
            <a:xfrm>
              <a:off x="6733669" y="2425832"/>
              <a:ext cx="17721" cy="577689"/>
            </a:xfrm>
            <a:custGeom>
              <a:avLst/>
              <a:pathLst>
                <a:path w="17721" h="577689">
                  <a:moveTo>
                    <a:pt x="0" y="0"/>
                  </a:moveTo>
                  <a:lnTo>
                    <a:pt x="17721" y="7113"/>
                  </a:lnTo>
                  <a:lnTo>
                    <a:pt x="17721" y="577689"/>
                  </a:lnTo>
                  <a:lnTo>
                    <a:pt x="0" y="577689"/>
                  </a:lnTo>
                  <a:close/>
                </a:path>
              </a:pathLst>
            </a:custGeom>
            <a:solidFill>
              <a:srgbClr val="C18570">
                <a:alpha val="100000"/>
              </a:srgbClr>
            </a:solidFill>
            <a:ln w="4762" cap="rnd">
              <a:solidFill>
                <a:srgbClr val="C1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3"/>
            <p:cNvSpPr/>
            <p:nvPr/>
          </p:nvSpPr>
          <p:spPr>
            <a:xfrm>
              <a:off x="6751391" y="2432945"/>
              <a:ext cx="53164" cy="570575"/>
            </a:xfrm>
            <a:custGeom>
              <a:avLst/>
              <a:pathLst>
                <a:path w="53164" h="570575">
                  <a:moveTo>
                    <a:pt x="0" y="0"/>
                  </a:moveTo>
                  <a:lnTo>
                    <a:pt x="17721" y="7218"/>
                  </a:lnTo>
                  <a:lnTo>
                    <a:pt x="35442" y="14540"/>
                  </a:lnTo>
                  <a:lnTo>
                    <a:pt x="53164" y="22045"/>
                  </a:lnTo>
                  <a:lnTo>
                    <a:pt x="53164" y="570575"/>
                  </a:lnTo>
                  <a:lnTo>
                    <a:pt x="35442" y="570575"/>
                  </a:lnTo>
                  <a:lnTo>
                    <a:pt x="17721" y="570575"/>
                  </a:lnTo>
                  <a:lnTo>
                    <a:pt x="0" y="570575"/>
                  </a:lnTo>
                  <a:close/>
                </a:path>
              </a:pathLst>
            </a:custGeom>
            <a:solidFill>
              <a:srgbClr val="C1846F">
                <a:alpha val="100000"/>
              </a:srgbClr>
            </a:solidFill>
            <a:ln w="4762" cap="rnd">
              <a:solidFill>
                <a:srgbClr val="C184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4"/>
            <p:cNvSpPr/>
            <p:nvPr/>
          </p:nvSpPr>
          <p:spPr>
            <a:xfrm>
              <a:off x="6804555" y="2454990"/>
              <a:ext cx="17721" cy="548530"/>
            </a:xfrm>
            <a:custGeom>
              <a:avLst/>
              <a:pathLst>
                <a:path w="17721" h="548530">
                  <a:moveTo>
                    <a:pt x="0" y="0"/>
                  </a:moveTo>
                  <a:lnTo>
                    <a:pt x="17721" y="7595"/>
                  </a:lnTo>
                  <a:lnTo>
                    <a:pt x="17721" y="548530"/>
                  </a:lnTo>
                  <a:lnTo>
                    <a:pt x="0" y="548530"/>
                  </a:lnTo>
                  <a:close/>
                </a:path>
              </a:pathLst>
            </a:custGeom>
            <a:solidFill>
              <a:srgbClr val="C1836E">
                <a:alpha val="100000"/>
              </a:srgbClr>
            </a:solidFill>
            <a:ln w="4762" cap="rnd">
              <a:solidFill>
                <a:srgbClr val="C1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5"/>
            <p:cNvSpPr/>
            <p:nvPr/>
          </p:nvSpPr>
          <p:spPr>
            <a:xfrm>
              <a:off x="6822276" y="2462585"/>
              <a:ext cx="17721" cy="540935"/>
            </a:xfrm>
            <a:custGeom>
              <a:avLst/>
              <a:pathLst>
                <a:path w="17721" h="540935">
                  <a:moveTo>
                    <a:pt x="0" y="0"/>
                  </a:moveTo>
                  <a:lnTo>
                    <a:pt x="17721" y="7680"/>
                  </a:lnTo>
                  <a:lnTo>
                    <a:pt x="17721" y="540935"/>
                  </a:lnTo>
                  <a:lnTo>
                    <a:pt x="0" y="540935"/>
                  </a:lnTo>
                  <a:close/>
                </a:path>
              </a:pathLst>
            </a:custGeom>
            <a:solidFill>
              <a:srgbClr val="C0836E">
                <a:alpha val="100000"/>
              </a:srgbClr>
            </a:solidFill>
            <a:ln w="4762" cap="rnd">
              <a:solidFill>
                <a:srgbClr val="C0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6"/>
            <p:cNvSpPr/>
            <p:nvPr/>
          </p:nvSpPr>
          <p:spPr>
            <a:xfrm>
              <a:off x="6839997" y="2470266"/>
              <a:ext cx="53164" cy="533254"/>
            </a:xfrm>
            <a:custGeom>
              <a:avLst/>
              <a:pathLst>
                <a:path w="53164" h="533254">
                  <a:moveTo>
                    <a:pt x="0" y="0"/>
                  </a:moveTo>
                  <a:lnTo>
                    <a:pt x="17721" y="7826"/>
                  </a:lnTo>
                  <a:lnTo>
                    <a:pt x="35442" y="15727"/>
                  </a:lnTo>
                  <a:lnTo>
                    <a:pt x="53164" y="23697"/>
                  </a:lnTo>
                  <a:lnTo>
                    <a:pt x="53164" y="533254"/>
                  </a:lnTo>
                  <a:lnTo>
                    <a:pt x="35442" y="533254"/>
                  </a:lnTo>
                  <a:lnTo>
                    <a:pt x="17721" y="533254"/>
                  </a:lnTo>
                  <a:lnTo>
                    <a:pt x="0" y="533254"/>
                  </a:lnTo>
                  <a:close/>
                </a:path>
              </a:pathLst>
            </a:custGeom>
            <a:solidFill>
              <a:srgbClr val="C0826D">
                <a:alpha val="100000"/>
              </a:srgbClr>
            </a:solidFill>
            <a:ln w="4762" cap="rnd">
              <a:solidFill>
                <a:srgbClr val="C082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7"/>
            <p:cNvSpPr/>
            <p:nvPr/>
          </p:nvSpPr>
          <p:spPr>
            <a:xfrm>
              <a:off x="6893162" y="2493964"/>
              <a:ext cx="35442" cy="509557"/>
            </a:xfrm>
            <a:custGeom>
              <a:avLst/>
              <a:pathLst>
                <a:path w="35442" h="509557">
                  <a:moveTo>
                    <a:pt x="0" y="0"/>
                  </a:moveTo>
                  <a:lnTo>
                    <a:pt x="17721" y="8080"/>
                  </a:lnTo>
                  <a:lnTo>
                    <a:pt x="35442" y="16221"/>
                  </a:lnTo>
                  <a:lnTo>
                    <a:pt x="35442" y="509557"/>
                  </a:lnTo>
                  <a:lnTo>
                    <a:pt x="17721" y="509557"/>
                  </a:lnTo>
                  <a:lnTo>
                    <a:pt x="0" y="509557"/>
                  </a:lnTo>
                  <a:close/>
                </a:path>
              </a:pathLst>
            </a:custGeom>
            <a:solidFill>
              <a:srgbClr val="BF816C">
                <a:alpha val="100000"/>
              </a:srgbClr>
            </a:solidFill>
            <a:ln w="4762" cap="rnd">
              <a:solidFill>
                <a:srgbClr val="BF81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8"/>
            <p:cNvSpPr/>
            <p:nvPr/>
          </p:nvSpPr>
          <p:spPr>
            <a:xfrm>
              <a:off x="6928604" y="2510185"/>
              <a:ext cx="53164" cy="493335"/>
            </a:xfrm>
            <a:custGeom>
              <a:avLst/>
              <a:pathLst>
                <a:path w="53164" h="493335">
                  <a:moveTo>
                    <a:pt x="0" y="0"/>
                  </a:moveTo>
                  <a:lnTo>
                    <a:pt x="17721" y="8191"/>
                  </a:lnTo>
                  <a:lnTo>
                    <a:pt x="35442" y="16464"/>
                  </a:lnTo>
                  <a:lnTo>
                    <a:pt x="53164" y="24781"/>
                  </a:lnTo>
                  <a:lnTo>
                    <a:pt x="53164" y="493335"/>
                  </a:lnTo>
                  <a:lnTo>
                    <a:pt x="35442" y="493335"/>
                  </a:lnTo>
                  <a:lnTo>
                    <a:pt x="17721" y="493335"/>
                  </a:lnTo>
                  <a:lnTo>
                    <a:pt x="0" y="493335"/>
                  </a:lnTo>
                  <a:close/>
                </a:path>
              </a:pathLst>
            </a:custGeom>
            <a:solidFill>
              <a:srgbClr val="BF806B">
                <a:alpha val="100000"/>
              </a:srgbClr>
            </a:solidFill>
            <a:ln w="4762" cap="rnd">
              <a:solidFill>
                <a:srgbClr val="BF8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49"/>
            <p:cNvSpPr/>
            <p:nvPr/>
          </p:nvSpPr>
          <p:spPr>
            <a:xfrm>
              <a:off x="6981768" y="2534966"/>
              <a:ext cx="35442" cy="468554"/>
            </a:xfrm>
            <a:custGeom>
              <a:avLst/>
              <a:pathLst>
                <a:path w="35442" h="468554">
                  <a:moveTo>
                    <a:pt x="0" y="0"/>
                  </a:moveTo>
                  <a:lnTo>
                    <a:pt x="17721" y="8352"/>
                  </a:lnTo>
                  <a:lnTo>
                    <a:pt x="35442" y="16758"/>
                  </a:lnTo>
                  <a:lnTo>
                    <a:pt x="35442" y="468554"/>
                  </a:lnTo>
                  <a:lnTo>
                    <a:pt x="17721" y="468554"/>
                  </a:lnTo>
                  <a:lnTo>
                    <a:pt x="0" y="468554"/>
                  </a:lnTo>
                  <a:close/>
                </a:path>
              </a:pathLst>
            </a:custGeom>
            <a:solidFill>
              <a:srgbClr val="BE7F6A">
                <a:alpha val="100000"/>
              </a:srgbClr>
            </a:solidFill>
            <a:ln w="4762" cap="rnd">
              <a:solidFill>
                <a:srgbClr val="BE7F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0"/>
            <p:cNvSpPr/>
            <p:nvPr/>
          </p:nvSpPr>
          <p:spPr>
            <a:xfrm>
              <a:off x="7017211" y="2551724"/>
              <a:ext cx="17721" cy="451796"/>
            </a:xfrm>
            <a:custGeom>
              <a:avLst/>
              <a:pathLst>
                <a:path w="17721" h="451796">
                  <a:moveTo>
                    <a:pt x="0" y="0"/>
                  </a:moveTo>
                  <a:lnTo>
                    <a:pt x="17721" y="8433"/>
                  </a:lnTo>
                  <a:lnTo>
                    <a:pt x="17721" y="451796"/>
                  </a:lnTo>
                  <a:lnTo>
                    <a:pt x="0" y="451796"/>
                  </a:lnTo>
                  <a:close/>
                </a:path>
              </a:pathLst>
            </a:custGeom>
            <a:solidFill>
              <a:srgbClr val="BE7F69">
                <a:alpha val="100000"/>
              </a:srgbClr>
            </a:solidFill>
            <a:ln w="4762" cap="rnd">
              <a:solidFill>
                <a:srgbClr val="BE7F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1"/>
            <p:cNvSpPr/>
            <p:nvPr/>
          </p:nvSpPr>
          <p:spPr>
            <a:xfrm>
              <a:off x="7034932" y="2560158"/>
              <a:ext cx="17721" cy="443362"/>
            </a:xfrm>
            <a:custGeom>
              <a:avLst/>
              <a:pathLst>
                <a:path w="17721" h="443362">
                  <a:moveTo>
                    <a:pt x="0" y="0"/>
                  </a:moveTo>
                  <a:lnTo>
                    <a:pt x="17721" y="8455"/>
                  </a:lnTo>
                  <a:lnTo>
                    <a:pt x="17721" y="443362"/>
                  </a:lnTo>
                  <a:lnTo>
                    <a:pt x="0" y="443362"/>
                  </a:lnTo>
                  <a:close/>
                </a:path>
              </a:pathLst>
            </a:custGeom>
            <a:solidFill>
              <a:srgbClr val="BE7E69">
                <a:alpha val="100000"/>
              </a:srgbClr>
            </a:solidFill>
            <a:ln w="4762" cap="rnd">
              <a:solidFill>
                <a:srgbClr val="BE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2"/>
            <p:cNvSpPr/>
            <p:nvPr/>
          </p:nvSpPr>
          <p:spPr>
            <a:xfrm>
              <a:off x="7052654" y="2568613"/>
              <a:ext cx="17721" cy="434907"/>
            </a:xfrm>
            <a:custGeom>
              <a:avLst/>
              <a:pathLst>
                <a:path w="17721" h="434907">
                  <a:moveTo>
                    <a:pt x="0" y="0"/>
                  </a:moveTo>
                  <a:lnTo>
                    <a:pt x="17721" y="8483"/>
                  </a:lnTo>
                  <a:lnTo>
                    <a:pt x="17721" y="434907"/>
                  </a:lnTo>
                  <a:lnTo>
                    <a:pt x="0" y="434907"/>
                  </a:lnTo>
                  <a:close/>
                </a:path>
              </a:pathLst>
            </a:custGeom>
            <a:solidFill>
              <a:srgbClr val="BD7E69">
                <a:alpha val="100000"/>
              </a:srgbClr>
            </a:solidFill>
            <a:ln w="4762" cap="rnd">
              <a:solidFill>
                <a:srgbClr val="BD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3"/>
            <p:cNvSpPr/>
            <p:nvPr/>
          </p:nvSpPr>
          <p:spPr>
            <a:xfrm>
              <a:off x="7070375" y="2577097"/>
              <a:ext cx="53164" cy="426423"/>
            </a:xfrm>
            <a:custGeom>
              <a:avLst/>
              <a:pathLst>
                <a:path w="53164" h="426423">
                  <a:moveTo>
                    <a:pt x="0" y="0"/>
                  </a:moveTo>
                  <a:lnTo>
                    <a:pt x="17721" y="8496"/>
                  </a:lnTo>
                  <a:lnTo>
                    <a:pt x="35442" y="17000"/>
                  </a:lnTo>
                  <a:lnTo>
                    <a:pt x="53164" y="25511"/>
                  </a:lnTo>
                  <a:lnTo>
                    <a:pt x="53164" y="426423"/>
                  </a:lnTo>
                  <a:lnTo>
                    <a:pt x="35442" y="426423"/>
                  </a:lnTo>
                  <a:lnTo>
                    <a:pt x="17721" y="426423"/>
                  </a:lnTo>
                  <a:lnTo>
                    <a:pt x="0" y="426423"/>
                  </a:lnTo>
                  <a:close/>
                </a:path>
              </a:pathLst>
            </a:custGeom>
            <a:solidFill>
              <a:srgbClr val="BD7D68">
                <a:alpha val="100000"/>
              </a:srgbClr>
            </a:solidFill>
            <a:ln w="4762" cap="rnd">
              <a:solidFill>
                <a:srgbClr val="BD7D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4"/>
            <p:cNvSpPr/>
            <p:nvPr/>
          </p:nvSpPr>
          <p:spPr>
            <a:xfrm>
              <a:off x="7123539" y="2602609"/>
              <a:ext cx="35442" cy="400912"/>
            </a:xfrm>
            <a:custGeom>
              <a:avLst/>
              <a:pathLst>
                <a:path w="35442" h="400912">
                  <a:moveTo>
                    <a:pt x="0" y="0"/>
                  </a:moveTo>
                  <a:lnTo>
                    <a:pt x="17721" y="8507"/>
                  </a:lnTo>
                  <a:lnTo>
                    <a:pt x="35442" y="17009"/>
                  </a:lnTo>
                  <a:lnTo>
                    <a:pt x="35442" y="400912"/>
                  </a:lnTo>
                  <a:lnTo>
                    <a:pt x="17721" y="400912"/>
                  </a:lnTo>
                  <a:lnTo>
                    <a:pt x="0" y="400912"/>
                  </a:lnTo>
                  <a:close/>
                </a:path>
              </a:pathLst>
            </a:custGeom>
            <a:solidFill>
              <a:srgbClr val="BC7C67">
                <a:alpha val="100000"/>
              </a:srgbClr>
            </a:solidFill>
            <a:ln w="4762" cap="rnd">
              <a:solidFill>
                <a:srgbClr val="BC7C6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5"/>
            <p:cNvSpPr/>
            <p:nvPr/>
          </p:nvSpPr>
          <p:spPr>
            <a:xfrm>
              <a:off x="7158982" y="2619619"/>
              <a:ext cx="53164" cy="383902"/>
            </a:xfrm>
            <a:custGeom>
              <a:avLst/>
              <a:pathLst>
                <a:path w="53164" h="383902">
                  <a:moveTo>
                    <a:pt x="0" y="0"/>
                  </a:moveTo>
                  <a:lnTo>
                    <a:pt x="17721" y="8488"/>
                  </a:lnTo>
                  <a:lnTo>
                    <a:pt x="35442" y="16958"/>
                  </a:lnTo>
                  <a:lnTo>
                    <a:pt x="53164" y="25410"/>
                  </a:lnTo>
                  <a:lnTo>
                    <a:pt x="53164" y="383902"/>
                  </a:lnTo>
                  <a:lnTo>
                    <a:pt x="35442" y="383902"/>
                  </a:lnTo>
                  <a:lnTo>
                    <a:pt x="17721" y="383902"/>
                  </a:lnTo>
                  <a:lnTo>
                    <a:pt x="0" y="383902"/>
                  </a:lnTo>
                  <a:close/>
                </a:path>
              </a:pathLst>
            </a:custGeom>
            <a:solidFill>
              <a:srgbClr val="BC7B66">
                <a:alpha val="100000"/>
              </a:srgbClr>
            </a:solidFill>
            <a:ln w="4762" cap="rnd">
              <a:solidFill>
                <a:srgbClr val="BC7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6"/>
            <p:cNvSpPr/>
            <p:nvPr/>
          </p:nvSpPr>
          <p:spPr>
            <a:xfrm>
              <a:off x="7212146" y="2645029"/>
              <a:ext cx="35442" cy="358491"/>
            </a:xfrm>
            <a:custGeom>
              <a:avLst/>
              <a:pathLst>
                <a:path w="35442" h="358491">
                  <a:moveTo>
                    <a:pt x="0" y="0"/>
                  </a:moveTo>
                  <a:lnTo>
                    <a:pt x="17721" y="8420"/>
                  </a:lnTo>
                  <a:lnTo>
                    <a:pt x="35442" y="16805"/>
                  </a:lnTo>
                  <a:lnTo>
                    <a:pt x="35442" y="358491"/>
                  </a:lnTo>
                  <a:lnTo>
                    <a:pt x="17721" y="358491"/>
                  </a:lnTo>
                  <a:lnTo>
                    <a:pt x="0" y="358491"/>
                  </a:lnTo>
                  <a:close/>
                </a:path>
              </a:pathLst>
            </a:custGeom>
            <a:solidFill>
              <a:srgbClr val="BB7A65">
                <a:alpha val="100000"/>
              </a:srgbClr>
            </a:solidFill>
            <a:ln w="4762" cap="rnd">
              <a:solidFill>
                <a:srgbClr val="BB7A6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7"/>
            <p:cNvSpPr/>
            <p:nvPr/>
          </p:nvSpPr>
          <p:spPr>
            <a:xfrm>
              <a:off x="7247589" y="2661835"/>
              <a:ext cx="17721" cy="341685"/>
            </a:xfrm>
            <a:custGeom>
              <a:avLst/>
              <a:pathLst>
                <a:path w="17721" h="341685">
                  <a:moveTo>
                    <a:pt x="0" y="0"/>
                  </a:moveTo>
                  <a:lnTo>
                    <a:pt x="17721" y="8356"/>
                  </a:lnTo>
                  <a:lnTo>
                    <a:pt x="17721" y="341685"/>
                  </a:lnTo>
                  <a:lnTo>
                    <a:pt x="0" y="341685"/>
                  </a:lnTo>
                  <a:close/>
                </a:path>
              </a:pathLst>
            </a:custGeom>
            <a:solidFill>
              <a:srgbClr val="BB7A64">
                <a:alpha val="100000"/>
              </a:srgbClr>
            </a:solidFill>
            <a:ln w="4762" cap="rnd">
              <a:solidFill>
                <a:srgbClr val="BB7A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8"/>
            <p:cNvSpPr/>
            <p:nvPr/>
          </p:nvSpPr>
          <p:spPr>
            <a:xfrm>
              <a:off x="7265310" y="2670192"/>
              <a:ext cx="17721" cy="333328"/>
            </a:xfrm>
            <a:custGeom>
              <a:avLst/>
              <a:pathLst>
                <a:path w="17721" h="333328">
                  <a:moveTo>
                    <a:pt x="0" y="0"/>
                  </a:moveTo>
                  <a:lnTo>
                    <a:pt x="17721" y="8309"/>
                  </a:lnTo>
                  <a:lnTo>
                    <a:pt x="17721" y="333328"/>
                  </a:lnTo>
                  <a:lnTo>
                    <a:pt x="0" y="333328"/>
                  </a:lnTo>
                  <a:close/>
                </a:path>
              </a:pathLst>
            </a:custGeom>
            <a:solidFill>
              <a:srgbClr val="BB7964">
                <a:alpha val="100000"/>
              </a:srgbClr>
            </a:solidFill>
            <a:ln w="4762" cap="rnd">
              <a:solidFill>
                <a:srgbClr val="BB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59"/>
            <p:cNvSpPr/>
            <p:nvPr/>
          </p:nvSpPr>
          <p:spPr>
            <a:xfrm>
              <a:off x="7283032" y="2678501"/>
              <a:ext cx="17721" cy="325019"/>
            </a:xfrm>
            <a:custGeom>
              <a:avLst/>
              <a:pathLst>
                <a:path w="17721" h="325019">
                  <a:moveTo>
                    <a:pt x="0" y="0"/>
                  </a:moveTo>
                  <a:lnTo>
                    <a:pt x="17721" y="8256"/>
                  </a:lnTo>
                  <a:lnTo>
                    <a:pt x="17721" y="325019"/>
                  </a:lnTo>
                  <a:lnTo>
                    <a:pt x="0" y="325019"/>
                  </a:lnTo>
                  <a:close/>
                </a:path>
              </a:pathLst>
            </a:custGeom>
            <a:solidFill>
              <a:srgbClr val="BA7964">
                <a:alpha val="100000"/>
              </a:srgbClr>
            </a:solidFill>
            <a:ln w="4762" cap="rnd">
              <a:solidFill>
                <a:srgbClr val="BA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0"/>
            <p:cNvSpPr/>
            <p:nvPr/>
          </p:nvSpPr>
          <p:spPr>
            <a:xfrm>
              <a:off x="7300753" y="2686757"/>
              <a:ext cx="35442" cy="316763"/>
            </a:xfrm>
            <a:custGeom>
              <a:avLst/>
              <a:pathLst>
                <a:path w="35442" h="316763">
                  <a:moveTo>
                    <a:pt x="0" y="0"/>
                  </a:moveTo>
                  <a:lnTo>
                    <a:pt x="17721" y="8216"/>
                  </a:lnTo>
                  <a:lnTo>
                    <a:pt x="35442" y="16371"/>
                  </a:lnTo>
                  <a:lnTo>
                    <a:pt x="35442" y="316763"/>
                  </a:lnTo>
                  <a:lnTo>
                    <a:pt x="17721" y="316763"/>
                  </a:lnTo>
                  <a:lnTo>
                    <a:pt x="0" y="316763"/>
                  </a:lnTo>
                  <a:close/>
                </a:path>
              </a:pathLst>
            </a:custGeom>
            <a:solidFill>
              <a:srgbClr val="BA7863">
                <a:alpha val="100000"/>
              </a:srgbClr>
            </a:solidFill>
            <a:ln w="4762" cap="rnd">
              <a:solidFill>
                <a:srgbClr val="BA78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1"/>
            <p:cNvSpPr/>
            <p:nvPr/>
          </p:nvSpPr>
          <p:spPr>
            <a:xfrm>
              <a:off x="7336196" y="2703129"/>
              <a:ext cx="17721" cy="300391"/>
            </a:xfrm>
            <a:custGeom>
              <a:avLst/>
              <a:pathLst>
                <a:path w="17721" h="300391">
                  <a:moveTo>
                    <a:pt x="0" y="0"/>
                  </a:moveTo>
                  <a:lnTo>
                    <a:pt x="17721" y="8084"/>
                  </a:lnTo>
                  <a:lnTo>
                    <a:pt x="17721" y="300391"/>
                  </a:lnTo>
                  <a:lnTo>
                    <a:pt x="0" y="300391"/>
                  </a:lnTo>
                  <a:close/>
                </a:path>
              </a:pathLst>
            </a:custGeom>
            <a:solidFill>
              <a:srgbClr val="BA7862">
                <a:alpha val="100000"/>
              </a:srgbClr>
            </a:solidFill>
            <a:ln w="4762" cap="rnd">
              <a:solidFill>
                <a:srgbClr val="BA78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2"/>
            <p:cNvSpPr/>
            <p:nvPr/>
          </p:nvSpPr>
          <p:spPr>
            <a:xfrm>
              <a:off x="7353917" y="2711214"/>
              <a:ext cx="17721" cy="292307"/>
            </a:xfrm>
            <a:custGeom>
              <a:avLst/>
              <a:pathLst>
                <a:path w="17721" h="292307">
                  <a:moveTo>
                    <a:pt x="0" y="0"/>
                  </a:moveTo>
                  <a:lnTo>
                    <a:pt x="17721" y="8034"/>
                  </a:lnTo>
                  <a:lnTo>
                    <a:pt x="17721" y="292307"/>
                  </a:lnTo>
                  <a:lnTo>
                    <a:pt x="0" y="292307"/>
                  </a:lnTo>
                  <a:close/>
                </a:path>
              </a:pathLst>
            </a:custGeom>
            <a:solidFill>
              <a:srgbClr val="BA7762">
                <a:alpha val="100000"/>
              </a:srgbClr>
            </a:solidFill>
            <a:ln w="4762" cap="rnd">
              <a:solidFill>
                <a:srgbClr val="BA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3"/>
            <p:cNvSpPr/>
            <p:nvPr/>
          </p:nvSpPr>
          <p:spPr>
            <a:xfrm>
              <a:off x="7371638" y="2719248"/>
              <a:ext cx="17721" cy="284272"/>
            </a:xfrm>
            <a:custGeom>
              <a:avLst/>
              <a:pathLst>
                <a:path w="17721" h="284272">
                  <a:moveTo>
                    <a:pt x="0" y="0"/>
                  </a:moveTo>
                  <a:lnTo>
                    <a:pt x="17721" y="7959"/>
                  </a:lnTo>
                  <a:lnTo>
                    <a:pt x="17721" y="284272"/>
                  </a:lnTo>
                  <a:lnTo>
                    <a:pt x="0" y="284272"/>
                  </a:lnTo>
                  <a:close/>
                </a:path>
              </a:pathLst>
            </a:custGeom>
            <a:solidFill>
              <a:srgbClr val="B97762">
                <a:alpha val="100000"/>
              </a:srgbClr>
            </a:solidFill>
            <a:ln w="4762" cap="rnd">
              <a:solidFill>
                <a:srgbClr val="B9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4"/>
            <p:cNvSpPr/>
            <p:nvPr/>
          </p:nvSpPr>
          <p:spPr>
            <a:xfrm>
              <a:off x="7389360" y="2727208"/>
              <a:ext cx="53164" cy="276312"/>
            </a:xfrm>
            <a:custGeom>
              <a:avLst/>
              <a:pathLst>
                <a:path w="53164" h="276312">
                  <a:moveTo>
                    <a:pt x="0" y="0"/>
                  </a:moveTo>
                  <a:lnTo>
                    <a:pt x="17721" y="7872"/>
                  </a:lnTo>
                  <a:lnTo>
                    <a:pt x="35442" y="15684"/>
                  </a:lnTo>
                  <a:lnTo>
                    <a:pt x="53164" y="23410"/>
                  </a:lnTo>
                  <a:lnTo>
                    <a:pt x="53164" y="276312"/>
                  </a:lnTo>
                  <a:lnTo>
                    <a:pt x="35442" y="276312"/>
                  </a:lnTo>
                  <a:lnTo>
                    <a:pt x="17721" y="276312"/>
                  </a:lnTo>
                  <a:lnTo>
                    <a:pt x="0" y="276312"/>
                  </a:lnTo>
                  <a:close/>
                </a:path>
              </a:pathLst>
            </a:custGeom>
            <a:solidFill>
              <a:srgbClr val="B97661">
                <a:alpha val="100000"/>
              </a:srgbClr>
            </a:solidFill>
            <a:ln w="4762" cap="rnd">
              <a:solidFill>
                <a:srgbClr val="B976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5"/>
            <p:cNvSpPr/>
            <p:nvPr/>
          </p:nvSpPr>
          <p:spPr>
            <a:xfrm>
              <a:off x="7442524" y="2750618"/>
              <a:ext cx="35442" cy="252902"/>
            </a:xfrm>
            <a:custGeom>
              <a:avLst/>
              <a:pathLst>
                <a:path w="35442" h="252902">
                  <a:moveTo>
                    <a:pt x="0" y="0"/>
                  </a:moveTo>
                  <a:lnTo>
                    <a:pt x="17721" y="7620"/>
                  </a:lnTo>
                  <a:lnTo>
                    <a:pt x="35442" y="15172"/>
                  </a:lnTo>
                  <a:lnTo>
                    <a:pt x="35442" y="252902"/>
                  </a:lnTo>
                  <a:lnTo>
                    <a:pt x="17721" y="252902"/>
                  </a:lnTo>
                  <a:lnTo>
                    <a:pt x="0" y="252902"/>
                  </a:lnTo>
                  <a:close/>
                </a:path>
              </a:pathLst>
            </a:custGeom>
            <a:solidFill>
              <a:srgbClr val="B87560">
                <a:alpha val="100000"/>
              </a:srgbClr>
            </a:solidFill>
            <a:ln w="4762" cap="rnd">
              <a:solidFill>
                <a:srgbClr val="B875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6"/>
            <p:cNvSpPr/>
            <p:nvPr/>
          </p:nvSpPr>
          <p:spPr>
            <a:xfrm>
              <a:off x="7477967" y="2765791"/>
              <a:ext cx="17721" cy="237729"/>
            </a:xfrm>
            <a:custGeom>
              <a:avLst/>
              <a:pathLst>
                <a:path w="17721" h="237729">
                  <a:moveTo>
                    <a:pt x="0" y="0"/>
                  </a:moveTo>
                  <a:lnTo>
                    <a:pt x="17721" y="7455"/>
                  </a:lnTo>
                  <a:lnTo>
                    <a:pt x="17721" y="237729"/>
                  </a:lnTo>
                  <a:lnTo>
                    <a:pt x="0" y="237729"/>
                  </a:lnTo>
                  <a:close/>
                </a:path>
              </a:pathLst>
            </a:custGeom>
            <a:solidFill>
              <a:srgbClr val="B8755F">
                <a:alpha val="100000"/>
              </a:srgbClr>
            </a:solidFill>
            <a:ln w="4762" cap="rnd">
              <a:solidFill>
                <a:srgbClr val="B875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7"/>
            <p:cNvSpPr/>
            <p:nvPr/>
          </p:nvSpPr>
          <p:spPr>
            <a:xfrm>
              <a:off x="7495688" y="2773246"/>
              <a:ext cx="17721" cy="230274"/>
            </a:xfrm>
            <a:custGeom>
              <a:avLst/>
              <a:pathLst>
                <a:path w="17721" h="230274">
                  <a:moveTo>
                    <a:pt x="0" y="0"/>
                  </a:moveTo>
                  <a:lnTo>
                    <a:pt x="17721" y="7333"/>
                  </a:lnTo>
                  <a:lnTo>
                    <a:pt x="17721" y="230274"/>
                  </a:lnTo>
                  <a:lnTo>
                    <a:pt x="0" y="230274"/>
                  </a:lnTo>
                  <a:close/>
                </a:path>
              </a:pathLst>
            </a:custGeom>
            <a:solidFill>
              <a:srgbClr val="B8745F">
                <a:alpha val="100000"/>
              </a:srgbClr>
            </a:solidFill>
            <a:ln w="4762" cap="rnd">
              <a:solidFill>
                <a:srgbClr val="B8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8"/>
            <p:cNvSpPr/>
            <p:nvPr/>
          </p:nvSpPr>
          <p:spPr>
            <a:xfrm>
              <a:off x="7513409" y="2780579"/>
              <a:ext cx="17721" cy="222941"/>
            </a:xfrm>
            <a:custGeom>
              <a:avLst/>
              <a:pathLst>
                <a:path w="17721" h="222941">
                  <a:moveTo>
                    <a:pt x="0" y="0"/>
                  </a:moveTo>
                  <a:lnTo>
                    <a:pt x="17721" y="7254"/>
                  </a:lnTo>
                  <a:lnTo>
                    <a:pt x="17721" y="222941"/>
                  </a:lnTo>
                  <a:lnTo>
                    <a:pt x="0" y="222941"/>
                  </a:lnTo>
                  <a:close/>
                </a:path>
              </a:pathLst>
            </a:custGeom>
            <a:solidFill>
              <a:srgbClr val="B7745F">
                <a:alpha val="100000"/>
              </a:srgbClr>
            </a:solidFill>
            <a:ln w="4762" cap="rnd">
              <a:solidFill>
                <a:srgbClr val="B7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69"/>
            <p:cNvSpPr/>
            <p:nvPr/>
          </p:nvSpPr>
          <p:spPr>
            <a:xfrm>
              <a:off x="7531131" y="2787833"/>
              <a:ext cx="35442" cy="215687"/>
            </a:xfrm>
            <a:custGeom>
              <a:avLst/>
              <a:pathLst>
                <a:path w="35442" h="215687">
                  <a:moveTo>
                    <a:pt x="0" y="0"/>
                  </a:moveTo>
                  <a:lnTo>
                    <a:pt x="17721" y="7150"/>
                  </a:lnTo>
                  <a:lnTo>
                    <a:pt x="35442" y="14161"/>
                  </a:lnTo>
                  <a:lnTo>
                    <a:pt x="35442" y="215687"/>
                  </a:lnTo>
                  <a:lnTo>
                    <a:pt x="17721" y="215687"/>
                  </a:lnTo>
                  <a:lnTo>
                    <a:pt x="0" y="215687"/>
                  </a:lnTo>
                  <a:close/>
                </a:path>
              </a:pathLst>
            </a:custGeom>
            <a:solidFill>
              <a:srgbClr val="B7735E">
                <a:alpha val="100000"/>
              </a:srgbClr>
            </a:solidFill>
            <a:ln w="4762" cap="rnd">
              <a:solidFill>
                <a:srgbClr val="B773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0"/>
            <p:cNvSpPr/>
            <p:nvPr/>
          </p:nvSpPr>
          <p:spPr>
            <a:xfrm>
              <a:off x="7566574" y="2801995"/>
              <a:ext cx="17721" cy="201525"/>
            </a:xfrm>
            <a:custGeom>
              <a:avLst/>
              <a:pathLst>
                <a:path w="17721" h="201525">
                  <a:moveTo>
                    <a:pt x="0" y="0"/>
                  </a:moveTo>
                  <a:lnTo>
                    <a:pt x="17721" y="6924"/>
                  </a:lnTo>
                  <a:lnTo>
                    <a:pt x="17721" y="201525"/>
                  </a:lnTo>
                  <a:lnTo>
                    <a:pt x="0" y="201525"/>
                  </a:lnTo>
                  <a:close/>
                </a:path>
              </a:pathLst>
            </a:custGeom>
            <a:solidFill>
              <a:srgbClr val="B7735D">
                <a:alpha val="100000"/>
              </a:srgbClr>
            </a:solidFill>
            <a:ln w="4762" cap="rnd">
              <a:solidFill>
                <a:srgbClr val="B773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1"/>
            <p:cNvSpPr/>
            <p:nvPr/>
          </p:nvSpPr>
          <p:spPr>
            <a:xfrm>
              <a:off x="7584295" y="2808920"/>
              <a:ext cx="17721" cy="194600"/>
            </a:xfrm>
            <a:custGeom>
              <a:avLst/>
              <a:pathLst>
                <a:path w="17721" h="194600">
                  <a:moveTo>
                    <a:pt x="0" y="0"/>
                  </a:moveTo>
                  <a:lnTo>
                    <a:pt x="17721" y="6814"/>
                  </a:lnTo>
                  <a:lnTo>
                    <a:pt x="17721" y="194600"/>
                  </a:lnTo>
                  <a:lnTo>
                    <a:pt x="0" y="194600"/>
                  </a:lnTo>
                  <a:close/>
                </a:path>
              </a:pathLst>
            </a:custGeom>
            <a:solidFill>
              <a:srgbClr val="B7725D">
                <a:alpha val="100000"/>
              </a:srgbClr>
            </a:solidFill>
            <a:ln w="4762" cap="rnd">
              <a:solidFill>
                <a:srgbClr val="B7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2"/>
            <p:cNvSpPr/>
            <p:nvPr/>
          </p:nvSpPr>
          <p:spPr>
            <a:xfrm>
              <a:off x="7602016" y="2815734"/>
              <a:ext cx="17721" cy="187786"/>
            </a:xfrm>
            <a:custGeom>
              <a:avLst/>
              <a:pathLst>
                <a:path w="17721" h="187786">
                  <a:moveTo>
                    <a:pt x="0" y="0"/>
                  </a:moveTo>
                  <a:lnTo>
                    <a:pt x="17721" y="6659"/>
                  </a:lnTo>
                  <a:lnTo>
                    <a:pt x="17721" y="187786"/>
                  </a:lnTo>
                  <a:lnTo>
                    <a:pt x="0" y="187786"/>
                  </a:lnTo>
                  <a:close/>
                </a:path>
              </a:pathLst>
            </a:custGeom>
            <a:solidFill>
              <a:srgbClr val="B6725D">
                <a:alpha val="100000"/>
              </a:srgbClr>
            </a:solidFill>
            <a:ln w="4762" cap="rnd">
              <a:solidFill>
                <a:srgbClr val="B6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3"/>
            <p:cNvSpPr/>
            <p:nvPr/>
          </p:nvSpPr>
          <p:spPr>
            <a:xfrm>
              <a:off x="7619738" y="2822394"/>
              <a:ext cx="53164" cy="181126"/>
            </a:xfrm>
            <a:custGeom>
              <a:avLst/>
              <a:pathLst>
                <a:path w="53164" h="181126">
                  <a:moveTo>
                    <a:pt x="0" y="0"/>
                  </a:moveTo>
                  <a:lnTo>
                    <a:pt x="17721" y="6566"/>
                  </a:lnTo>
                  <a:lnTo>
                    <a:pt x="35442" y="13017"/>
                  </a:lnTo>
                  <a:lnTo>
                    <a:pt x="53164" y="19299"/>
                  </a:lnTo>
                  <a:lnTo>
                    <a:pt x="53164" y="181126"/>
                  </a:lnTo>
                  <a:lnTo>
                    <a:pt x="35442" y="181126"/>
                  </a:lnTo>
                  <a:lnTo>
                    <a:pt x="17721" y="181126"/>
                  </a:lnTo>
                  <a:lnTo>
                    <a:pt x="0" y="181126"/>
                  </a:lnTo>
                  <a:close/>
                </a:path>
              </a:pathLst>
            </a:custGeom>
            <a:solidFill>
              <a:srgbClr val="B6715C">
                <a:alpha val="100000"/>
              </a:srgbClr>
            </a:solidFill>
            <a:ln w="4762" cap="rnd">
              <a:solidFill>
                <a:srgbClr val="B671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4"/>
            <p:cNvSpPr/>
            <p:nvPr/>
          </p:nvSpPr>
          <p:spPr>
            <a:xfrm>
              <a:off x="7672902" y="2841694"/>
              <a:ext cx="35442" cy="161826"/>
            </a:xfrm>
            <a:custGeom>
              <a:avLst/>
              <a:pathLst>
                <a:path w="35442" h="161826">
                  <a:moveTo>
                    <a:pt x="0" y="0"/>
                  </a:moveTo>
                  <a:lnTo>
                    <a:pt x="17721" y="6182"/>
                  </a:lnTo>
                  <a:lnTo>
                    <a:pt x="35442" y="12248"/>
                  </a:lnTo>
                  <a:lnTo>
                    <a:pt x="35442" y="161826"/>
                  </a:lnTo>
                  <a:lnTo>
                    <a:pt x="17721" y="161826"/>
                  </a:lnTo>
                  <a:lnTo>
                    <a:pt x="0" y="161826"/>
                  </a:lnTo>
                  <a:close/>
                </a:path>
              </a:pathLst>
            </a:custGeom>
            <a:solidFill>
              <a:srgbClr val="B5705B">
                <a:alpha val="100000"/>
              </a:srgbClr>
            </a:solidFill>
            <a:ln w="4762" cap="rnd">
              <a:solidFill>
                <a:srgbClr val="B5705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5"/>
            <p:cNvSpPr/>
            <p:nvPr/>
          </p:nvSpPr>
          <p:spPr>
            <a:xfrm>
              <a:off x="7708344" y="2853943"/>
              <a:ext cx="17721" cy="149577"/>
            </a:xfrm>
            <a:custGeom>
              <a:avLst/>
              <a:pathLst>
                <a:path w="17721" h="149577">
                  <a:moveTo>
                    <a:pt x="0" y="0"/>
                  </a:moveTo>
                  <a:lnTo>
                    <a:pt x="17721" y="5883"/>
                  </a:lnTo>
                  <a:lnTo>
                    <a:pt x="17721" y="149577"/>
                  </a:lnTo>
                  <a:lnTo>
                    <a:pt x="0" y="149577"/>
                  </a:lnTo>
                  <a:close/>
                </a:path>
              </a:pathLst>
            </a:custGeom>
            <a:solidFill>
              <a:srgbClr val="B5705A">
                <a:alpha val="100000"/>
              </a:srgbClr>
            </a:solidFill>
            <a:ln w="4762" cap="rnd">
              <a:solidFill>
                <a:srgbClr val="B570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6"/>
            <p:cNvSpPr/>
            <p:nvPr/>
          </p:nvSpPr>
          <p:spPr>
            <a:xfrm>
              <a:off x="7726066" y="2859826"/>
              <a:ext cx="17721" cy="143694"/>
            </a:xfrm>
            <a:custGeom>
              <a:avLst/>
              <a:pathLst>
                <a:path w="17721" h="143694">
                  <a:moveTo>
                    <a:pt x="0" y="0"/>
                  </a:moveTo>
                  <a:lnTo>
                    <a:pt x="17721" y="5779"/>
                  </a:lnTo>
                  <a:lnTo>
                    <a:pt x="17721" y="143694"/>
                  </a:lnTo>
                  <a:lnTo>
                    <a:pt x="0" y="143694"/>
                  </a:lnTo>
                  <a:close/>
                </a:path>
              </a:pathLst>
            </a:custGeom>
            <a:solidFill>
              <a:srgbClr val="B56F5A">
                <a:alpha val="100000"/>
              </a:srgbClr>
            </a:solidFill>
            <a:ln w="4762" cap="rnd">
              <a:solidFill>
                <a:srgbClr val="B5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7"/>
            <p:cNvSpPr/>
            <p:nvPr/>
          </p:nvSpPr>
          <p:spPr>
            <a:xfrm>
              <a:off x="7743787" y="2865606"/>
              <a:ext cx="17721" cy="137914"/>
            </a:xfrm>
            <a:custGeom>
              <a:avLst/>
              <a:pathLst>
                <a:path w="17721" h="137914">
                  <a:moveTo>
                    <a:pt x="0" y="0"/>
                  </a:moveTo>
                  <a:lnTo>
                    <a:pt x="17721" y="5662"/>
                  </a:lnTo>
                  <a:lnTo>
                    <a:pt x="17721" y="137914"/>
                  </a:lnTo>
                  <a:lnTo>
                    <a:pt x="0" y="137914"/>
                  </a:lnTo>
                  <a:close/>
                </a:path>
              </a:pathLst>
            </a:custGeom>
            <a:solidFill>
              <a:srgbClr val="B46F5A">
                <a:alpha val="100000"/>
              </a:srgbClr>
            </a:solidFill>
            <a:ln w="4762" cap="rnd">
              <a:solidFill>
                <a:srgbClr val="B4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8"/>
            <p:cNvSpPr/>
            <p:nvPr/>
          </p:nvSpPr>
          <p:spPr>
            <a:xfrm>
              <a:off x="7761509" y="2871268"/>
              <a:ext cx="35442" cy="132252"/>
            </a:xfrm>
            <a:custGeom>
              <a:avLst/>
              <a:pathLst>
                <a:path w="35442" h="132252">
                  <a:moveTo>
                    <a:pt x="0" y="0"/>
                  </a:moveTo>
                  <a:lnTo>
                    <a:pt x="17721" y="5469"/>
                  </a:lnTo>
                  <a:lnTo>
                    <a:pt x="35442" y="10831"/>
                  </a:lnTo>
                  <a:lnTo>
                    <a:pt x="35442" y="132252"/>
                  </a:lnTo>
                  <a:lnTo>
                    <a:pt x="17721" y="132252"/>
                  </a:lnTo>
                  <a:lnTo>
                    <a:pt x="0" y="132252"/>
                  </a:lnTo>
                  <a:close/>
                </a:path>
              </a:pathLst>
            </a:custGeom>
            <a:solidFill>
              <a:srgbClr val="B46E59">
                <a:alpha val="100000"/>
              </a:srgbClr>
            </a:solidFill>
            <a:ln w="4762" cap="rnd">
              <a:solidFill>
                <a:srgbClr val="B46E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79"/>
            <p:cNvSpPr/>
            <p:nvPr/>
          </p:nvSpPr>
          <p:spPr>
            <a:xfrm>
              <a:off x="7796951" y="2882100"/>
              <a:ext cx="17721" cy="121420"/>
            </a:xfrm>
            <a:custGeom>
              <a:avLst/>
              <a:pathLst>
                <a:path w="17721" h="121420">
                  <a:moveTo>
                    <a:pt x="0" y="0"/>
                  </a:moveTo>
                  <a:lnTo>
                    <a:pt x="17721" y="5246"/>
                  </a:lnTo>
                  <a:lnTo>
                    <a:pt x="17721" y="121420"/>
                  </a:lnTo>
                  <a:lnTo>
                    <a:pt x="0" y="121420"/>
                  </a:lnTo>
                  <a:close/>
                </a:path>
              </a:pathLst>
            </a:custGeom>
            <a:solidFill>
              <a:srgbClr val="B46E58">
                <a:alpha val="100000"/>
              </a:srgbClr>
            </a:solidFill>
            <a:ln w="4762" cap="rnd">
              <a:solidFill>
                <a:srgbClr val="B46E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0"/>
            <p:cNvSpPr/>
            <p:nvPr/>
          </p:nvSpPr>
          <p:spPr>
            <a:xfrm>
              <a:off x="7814673" y="2887347"/>
              <a:ext cx="17721" cy="116173"/>
            </a:xfrm>
            <a:custGeom>
              <a:avLst/>
              <a:pathLst>
                <a:path w="17721" h="116173">
                  <a:moveTo>
                    <a:pt x="0" y="0"/>
                  </a:moveTo>
                  <a:lnTo>
                    <a:pt x="17721" y="5045"/>
                  </a:lnTo>
                  <a:lnTo>
                    <a:pt x="17721" y="116173"/>
                  </a:lnTo>
                  <a:lnTo>
                    <a:pt x="0" y="116173"/>
                  </a:lnTo>
                  <a:close/>
                </a:path>
              </a:pathLst>
            </a:custGeom>
            <a:solidFill>
              <a:srgbClr val="B46D58">
                <a:alpha val="100000"/>
              </a:srgbClr>
            </a:solidFill>
            <a:ln w="4762" cap="rnd">
              <a:solidFill>
                <a:srgbClr val="B4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1"/>
            <p:cNvSpPr/>
            <p:nvPr/>
          </p:nvSpPr>
          <p:spPr>
            <a:xfrm>
              <a:off x="7832394" y="2892392"/>
              <a:ext cx="17721" cy="111128"/>
            </a:xfrm>
            <a:custGeom>
              <a:avLst/>
              <a:pathLst>
                <a:path w="17721" h="111128">
                  <a:moveTo>
                    <a:pt x="0" y="0"/>
                  </a:moveTo>
                  <a:lnTo>
                    <a:pt x="17721" y="4937"/>
                  </a:lnTo>
                  <a:lnTo>
                    <a:pt x="17721" y="111128"/>
                  </a:lnTo>
                  <a:lnTo>
                    <a:pt x="0" y="111128"/>
                  </a:lnTo>
                  <a:close/>
                </a:path>
              </a:pathLst>
            </a:custGeom>
            <a:solidFill>
              <a:srgbClr val="B36D58">
                <a:alpha val="100000"/>
              </a:srgbClr>
            </a:solidFill>
            <a:ln w="4762" cap="rnd">
              <a:solidFill>
                <a:srgbClr val="B3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2"/>
            <p:cNvSpPr/>
            <p:nvPr/>
          </p:nvSpPr>
          <p:spPr>
            <a:xfrm>
              <a:off x="7850115" y="2897329"/>
              <a:ext cx="53164" cy="106191"/>
            </a:xfrm>
            <a:custGeom>
              <a:avLst/>
              <a:pathLst>
                <a:path w="53164" h="106191">
                  <a:moveTo>
                    <a:pt x="0" y="0"/>
                  </a:moveTo>
                  <a:lnTo>
                    <a:pt x="17721" y="4824"/>
                  </a:lnTo>
                  <a:lnTo>
                    <a:pt x="35442" y="9441"/>
                  </a:lnTo>
                  <a:lnTo>
                    <a:pt x="53164" y="13950"/>
                  </a:lnTo>
                  <a:lnTo>
                    <a:pt x="53164" y="106191"/>
                  </a:lnTo>
                  <a:lnTo>
                    <a:pt x="35442" y="106191"/>
                  </a:lnTo>
                  <a:lnTo>
                    <a:pt x="17721" y="106191"/>
                  </a:lnTo>
                  <a:lnTo>
                    <a:pt x="0" y="106191"/>
                  </a:lnTo>
                  <a:close/>
                </a:path>
              </a:pathLst>
            </a:custGeom>
            <a:solidFill>
              <a:srgbClr val="B36C57">
                <a:alpha val="100000"/>
              </a:srgbClr>
            </a:solidFill>
            <a:ln w="4762" cap="rnd">
              <a:solidFill>
                <a:srgbClr val="B36C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3"/>
            <p:cNvSpPr/>
            <p:nvPr/>
          </p:nvSpPr>
          <p:spPr>
            <a:xfrm>
              <a:off x="7903280" y="2911280"/>
              <a:ext cx="35442" cy="92241"/>
            </a:xfrm>
            <a:custGeom>
              <a:avLst/>
              <a:pathLst>
                <a:path w="35442" h="92241">
                  <a:moveTo>
                    <a:pt x="0" y="0"/>
                  </a:moveTo>
                  <a:lnTo>
                    <a:pt x="17721" y="4401"/>
                  </a:lnTo>
                  <a:lnTo>
                    <a:pt x="35442" y="8592"/>
                  </a:lnTo>
                  <a:lnTo>
                    <a:pt x="35442" y="92241"/>
                  </a:lnTo>
                  <a:lnTo>
                    <a:pt x="17721" y="92241"/>
                  </a:lnTo>
                  <a:lnTo>
                    <a:pt x="0" y="92241"/>
                  </a:lnTo>
                  <a:close/>
                </a:path>
              </a:pathLst>
            </a:custGeom>
            <a:solidFill>
              <a:srgbClr val="B26B56">
                <a:alpha val="100000"/>
              </a:srgbClr>
            </a:solidFill>
            <a:ln w="4762" cap="rnd">
              <a:solidFill>
                <a:srgbClr val="B26B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4"/>
            <p:cNvSpPr/>
            <p:nvPr/>
          </p:nvSpPr>
          <p:spPr>
            <a:xfrm>
              <a:off x="7938722" y="2919872"/>
              <a:ext cx="17721" cy="83649"/>
            </a:xfrm>
            <a:custGeom>
              <a:avLst/>
              <a:pathLst>
                <a:path w="17721" h="83649">
                  <a:moveTo>
                    <a:pt x="0" y="0"/>
                  </a:moveTo>
                  <a:lnTo>
                    <a:pt x="17721" y="4084"/>
                  </a:lnTo>
                  <a:lnTo>
                    <a:pt x="17721" y="83649"/>
                  </a:lnTo>
                  <a:lnTo>
                    <a:pt x="0" y="83649"/>
                  </a:lnTo>
                  <a:close/>
                </a:path>
              </a:pathLst>
            </a:custGeom>
            <a:solidFill>
              <a:srgbClr val="B26B55">
                <a:alpha val="100000"/>
              </a:srgbClr>
            </a:solidFill>
            <a:ln w="4762" cap="rnd">
              <a:solidFill>
                <a:srgbClr val="B26B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5"/>
            <p:cNvSpPr/>
            <p:nvPr/>
          </p:nvSpPr>
          <p:spPr>
            <a:xfrm>
              <a:off x="7956444" y="2923956"/>
              <a:ext cx="17721" cy="79564"/>
            </a:xfrm>
            <a:custGeom>
              <a:avLst/>
              <a:pathLst>
                <a:path w="17721" h="79564">
                  <a:moveTo>
                    <a:pt x="0" y="0"/>
                  </a:moveTo>
                  <a:lnTo>
                    <a:pt x="17721" y="3978"/>
                  </a:lnTo>
                  <a:lnTo>
                    <a:pt x="17721" y="79564"/>
                  </a:lnTo>
                  <a:lnTo>
                    <a:pt x="0" y="79564"/>
                  </a:lnTo>
                  <a:close/>
                </a:path>
              </a:pathLst>
            </a:custGeom>
            <a:solidFill>
              <a:srgbClr val="B26A55">
                <a:alpha val="100000"/>
              </a:srgbClr>
            </a:solidFill>
            <a:ln w="4762" cap="rnd">
              <a:solidFill>
                <a:srgbClr val="B2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6"/>
            <p:cNvSpPr/>
            <p:nvPr/>
          </p:nvSpPr>
          <p:spPr>
            <a:xfrm>
              <a:off x="7974165" y="2927934"/>
              <a:ext cx="17721" cy="75586"/>
            </a:xfrm>
            <a:custGeom>
              <a:avLst/>
              <a:pathLst>
                <a:path w="17721" h="75586">
                  <a:moveTo>
                    <a:pt x="0" y="0"/>
                  </a:moveTo>
                  <a:lnTo>
                    <a:pt x="17721" y="3777"/>
                  </a:lnTo>
                  <a:lnTo>
                    <a:pt x="17721" y="75586"/>
                  </a:lnTo>
                  <a:lnTo>
                    <a:pt x="0" y="75586"/>
                  </a:lnTo>
                  <a:close/>
                </a:path>
              </a:pathLst>
            </a:custGeom>
            <a:solidFill>
              <a:srgbClr val="B16A55">
                <a:alpha val="100000"/>
              </a:srgbClr>
            </a:solidFill>
            <a:ln w="4762" cap="rnd">
              <a:solidFill>
                <a:srgbClr val="B1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7"/>
            <p:cNvSpPr/>
            <p:nvPr/>
          </p:nvSpPr>
          <p:spPr>
            <a:xfrm>
              <a:off x="7991886" y="2931712"/>
              <a:ext cx="53164" cy="71809"/>
            </a:xfrm>
            <a:custGeom>
              <a:avLst/>
              <a:pathLst>
                <a:path w="53164" h="71809">
                  <a:moveTo>
                    <a:pt x="0" y="0"/>
                  </a:moveTo>
                  <a:lnTo>
                    <a:pt x="17721" y="3669"/>
                  </a:lnTo>
                  <a:lnTo>
                    <a:pt x="35442" y="7234"/>
                  </a:lnTo>
                  <a:lnTo>
                    <a:pt x="53164" y="10610"/>
                  </a:lnTo>
                  <a:lnTo>
                    <a:pt x="53164" y="71809"/>
                  </a:lnTo>
                  <a:lnTo>
                    <a:pt x="35442" y="71809"/>
                  </a:lnTo>
                  <a:lnTo>
                    <a:pt x="17721" y="71809"/>
                  </a:lnTo>
                  <a:lnTo>
                    <a:pt x="0" y="71809"/>
                  </a:lnTo>
                  <a:close/>
                </a:path>
              </a:pathLst>
            </a:custGeom>
            <a:solidFill>
              <a:srgbClr val="B16954">
                <a:alpha val="100000"/>
              </a:srgbClr>
            </a:solidFill>
            <a:ln w="4762" cap="rnd">
              <a:solidFill>
                <a:srgbClr val="B169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8"/>
            <p:cNvSpPr/>
            <p:nvPr/>
          </p:nvSpPr>
          <p:spPr>
            <a:xfrm>
              <a:off x="8045050" y="2942322"/>
              <a:ext cx="35442" cy="61198"/>
            </a:xfrm>
            <a:custGeom>
              <a:avLst/>
              <a:pathLst>
                <a:path w="35442" h="61198">
                  <a:moveTo>
                    <a:pt x="0" y="0"/>
                  </a:moveTo>
                  <a:lnTo>
                    <a:pt x="17721" y="3267"/>
                  </a:lnTo>
                  <a:lnTo>
                    <a:pt x="35442" y="6436"/>
                  </a:lnTo>
                  <a:lnTo>
                    <a:pt x="35442" y="61198"/>
                  </a:lnTo>
                  <a:lnTo>
                    <a:pt x="17721" y="61198"/>
                  </a:lnTo>
                  <a:lnTo>
                    <a:pt x="0" y="61198"/>
                  </a:lnTo>
                  <a:close/>
                </a:path>
              </a:pathLst>
            </a:custGeom>
            <a:solidFill>
              <a:srgbClr val="B06853">
                <a:alpha val="100000"/>
              </a:srgbClr>
            </a:solidFill>
            <a:ln w="4762" cap="rnd">
              <a:solidFill>
                <a:srgbClr val="B0685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89"/>
            <p:cNvSpPr/>
            <p:nvPr/>
          </p:nvSpPr>
          <p:spPr>
            <a:xfrm>
              <a:off x="8080493" y="2948759"/>
              <a:ext cx="35442" cy="54761"/>
            </a:xfrm>
            <a:custGeom>
              <a:avLst/>
              <a:pathLst>
                <a:path w="35442" h="54761">
                  <a:moveTo>
                    <a:pt x="0" y="0"/>
                  </a:moveTo>
                  <a:lnTo>
                    <a:pt x="17721" y="2991"/>
                  </a:lnTo>
                  <a:lnTo>
                    <a:pt x="35442" y="5877"/>
                  </a:lnTo>
                  <a:lnTo>
                    <a:pt x="35442" y="54761"/>
                  </a:lnTo>
                  <a:lnTo>
                    <a:pt x="17721" y="54761"/>
                  </a:lnTo>
                  <a:lnTo>
                    <a:pt x="0" y="54761"/>
                  </a:lnTo>
                  <a:close/>
                </a:path>
              </a:pathLst>
            </a:custGeom>
            <a:solidFill>
              <a:srgbClr val="B06752">
                <a:alpha val="100000"/>
              </a:srgbClr>
            </a:solidFill>
            <a:ln w="4762" cap="rnd">
              <a:solidFill>
                <a:srgbClr val="B0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0"/>
            <p:cNvSpPr/>
            <p:nvPr/>
          </p:nvSpPr>
          <p:spPr>
            <a:xfrm>
              <a:off x="8115936" y="2954636"/>
              <a:ext cx="17721" cy="48884"/>
            </a:xfrm>
            <a:custGeom>
              <a:avLst/>
              <a:pathLst>
                <a:path w="17721" h="48884">
                  <a:moveTo>
                    <a:pt x="0" y="0"/>
                  </a:moveTo>
                  <a:lnTo>
                    <a:pt x="17721" y="2791"/>
                  </a:lnTo>
                  <a:lnTo>
                    <a:pt x="17721" y="48884"/>
                  </a:lnTo>
                  <a:lnTo>
                    <a:pt x="0" y="48884"/>
                  </a:lnTo>
                  <a:close/>
                </a:path>
              </a:pathLst>
            </a:custGeom>
            <a:solidFill>
              <a:srgbClr val="AF6752">
                <a:alpha val="100000"/>
              </a:srgbClr>
            </a:solidFill>
            <a:ln w="4762" cap="rnd">
              <a:solidFill>
                <a:srgbClr val="AF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1"/>
            <p:cNvSpPr/>
            <p:nvPr/>
          </p:nvSpPr>
          <p:spPr>
            <a:xfrm>
              <a:off x="8133657" y="2957428"/>
              <a:ext cx="53164" cy="46092"/>
            </a:xfrm>
            <a:custGeom>
              <a:avLst/>
              <a:pathLst>
                <a:path w="53164" h="46092">
                  <a:moveTo>
                    <a:pt x="0" y="0"/>
                  </a:moveTo>
                  <a:lnTo>
                    <a:pt x="17721" y="2628"/>
                  </a:lnTo>
                  <a:lnTo>
                    <a:pt x="35442" y="5153"/>
                  </a:lnTo>
                  <a:lnTo>
                    <a:pt x="53164" y="7591"/>
                  </a:lnTo>
                  <a:lnTo>
                    <a:pt x="53164" y="46092"/>
                  </a:lnTo>
                  <a:lnTo>
                    <a:pt x="35442" y="46092"/>
                  </a:lnTo>
                  <a:lnTo>
                    <a:pt x="17721" y="46092"/>
                  </a:lnTo>
                  <a:lnTo>
                    <a:pt x="0" y="46092"/>
                  </a:lnTo>
                  <a:close/>
                </a:path>
              </a:pathLst>
            </a:custGeom>
            <a:solidFill>
              <a:srgbClr val="AF6651">
                <a:alpha val="100000"/>
              </a:srgbClr>
            </a:solidFill>
            <a:ln w="4762" cap="rnd">
              <a:solidFill>
                <a:srgbClr val="AF66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2"/>
            <p:cNvSpPr/>
            <p:nvPr/>
          </p:nvSpPr>
          <p:spPr>
            <a:xfrm>
              <a:off x="8186821" y="2965019"/>
              <a:ext cx="17721" cy="38501"/>
            </a:xfrm>
            <a:custGeom>
              <a:avLst/>
              <a:pathLst>
                <a:path w="17721" h="38501">
                  <a:moveTo>
                    <a:pt x="0" y="0"/>
                  </a:moveTo>
                  <a:lnTo>
                    <a:pt x="17721" y="2289"/>
                  </a:lnTo>
                  <a:lnTo>
                    <a:pt x="17721" y="38501"/>
                  </a:lnTo>
                  <a:lnTo>
                    <a:pt x="0" y="38501"/>
                  </a:lnTo>
                  <a:close/>
                </a:path>
              </a:pathLst>
            </a:custGeom>
            <a:solidFill>
              <a:srgbClr val="AF6550">
                <a:alpha val="100000"/>
              </a:srgbClr>
            </a:solidFill>
            <a:ln w="4762" cap="rnd">
              <a:solidFill>
                <a:srgbClr val="AF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3"/>
            <p:cNvSpPr/>
            <p:nvPr/>
          </p:nvSpPr>
          <p:spPr>
            <a:xfrm>
              <a:off x="8204543" y="2967309"/>
              <a:ext cx="17721" cy="36211"/>
            </a:xfrm>
            <a:custGeom>
              <a:avLst/>
              <a:pathLst>
                <a:path w="17721" h="36211">
                  <a:moveTo>
                    <a:pt x="0" y="0"/>
                  </a:moveTo>
                  <a:lnTo>
                    <a:pt x="17721" y="2190"/>
                  </a:lnTo>
                  <a:lnTo>
                    <a:pt x="17721" y="36211"/>
                  </a:lnTo>
                  <a:lnTo>
                    <a:pt x="0" y="36211"/>
                  </a:lnTo>
                  <a:close/>
                </a:path>
              </a:pathLst>
            </a:custGeom>
            <a:solidFill>
              <a:srgbClr val="AE6550">
                <a:alpha val="100000"/>
              </a:srgbClr>
            </a:solidFill>
            <a:ln w="4762" cap="rnd">
              <a:solidFill>
                <a:srgbClr val="AE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4"/>
            <p:cNvSpPr/>
            <p:nvPr/>
          </p:nvSpPr>
          <p:spPr>
            <a:xfrm>
              <a:off x="8222264" y="2969499"/>
              <a:ext cx="53164" cy="34021"/>
            </a:xfrm>
            <a:custGeom>
              <a:avLst/>
              <a:pathLst>
                <a:path w="53164" h="34021">
                  <a:moveTo>
                    <a:pt x="0" y="0"/>
                  </a:moveTo>
                  <a:lnTo>
                    <a:pt x="17721" y="2109"/>
                  </a:lnTo>
                  <a:lnTo>
                    <a:pt x="35442" y="4086"/>
                  </a:lnTo>
                  <a:lnTo>
                    <a:pt x="53164" y="5969"/>
                  </a:lnTo>
                  <a:lnTo>
                    <a:pt x="53164" y="34021"/>
                  </a:lnTo>
                  <a:lnTo>
                    <a:pt x="35442" y="34021"/>
                  </a:lnTo>
                  <a:lnTo>
                    <a:pt x="17721" y="34021"/>
                  </a:lnTo>
                  <a:lnTo>
                    <a:pt x="0" y="34021"/>
                  </a:lnTo>
                  <a:close/>
                </a:path>
              </a:pathLst>
            </a:custGeom>
            <a:solidFill>
              <a:srgbClr val="AE644F">
                <a:alpha val="100000"/>
              </a:srgbClr>
            </a:solidFill>
            <a:ln w="4762" cap="rnd">
              <a:solidFill>
                <a:srgbClr val="AE64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5"/>
            <p:cNvSpPr/>
            <p:nvPr/>
          </p:nvSpPr>
          <p:spPr>
            <a:xfrm>
              <a:off x="8275428" y="2975469"/>
              <a:ext cx="35442" cy="28051"/>
            </a:xfrm>
            <a:custGeom>
              <a:avLst/>
              <a:pathLst>
                <a:path w="35442" h="28051">
                  <a:moveTo>
                    <a:pt x="0" y="0"/>
                  </a:moveTo>
                  <a:lnTo>
                    <a:pt x="17721" y="1809"/>
                  </a:lnTo>
                  <a:lnTo>
                    <a:pt x="35442" y="3501"/>
                  </a:lnTo>
                  <a:lnTo>
                    <a:pt x="35442" y="28051"/>
                  </a:lnTo>
                  <a:lnTo>
                    <a:pt x="17721" y="28051"/>
                  </a:lnTo>
                  <a:lnTo>
                    <a:pt x="0" y="28051"/>
                  </a:lnTo>
                  <a:close/>
                </a:path>
              </a:pathLst>
            </a:custGeom>
            <a:solidFill>
              <a:srgbClr val="AD634E">
                <a:alpha val="100000"/>
              </a:srgbClr>
            </a:solidFill>
            <a:ln w="4762" cap="rnd">
              <a:solidFill>
                <a:srgbClr val="AD63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6"/>
            <p:cNvSpPr/>
            <p:nvPr/>
          </p:nvSpPr>
          <p:spPr>
            <a:xfrm>
              <a:off x="8310871" y="2978970"/>
              <a:ext cx="17721" cy="24550"/>
            </a:xfrm>
            <a:custGeom>
              <a:avLst/>
              <a:pathLst>
                <a:path w="17721" h="24550">
                  <a:moveTo>
                    <a:pt x="0" y="0"/>
                  </a:moveTo>
                  <a:lnTo>
                    <a:pt x="17721" y="1603"/>
                  </a:lnTo>
                  <a:lnTo>
                    <a:pt x="17721" y="24550"/>
                  </a:lnTo>
                  <a:lnTo>
                    <a:pt x="0" y="24550"/>
                  </a:lnTo>
                  <a:close/>
                </a:path>
              </a:pathLst>
            </a:custGeom>
            <a:solidFill>
              <a:srgbClr val="AD624E">
                <a:alpha val="100000"/>
              </a:srgbClr>
            </a:solidFill>
            <a:ln w="4762" cap="rnd">
              <a:solidFill>
                <a:srgbClr val="AD62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7"/>
            <p:cNvSpPr/>
            <p:nvPr/>
          </p:nvSpPr>
          <p:spPr>
            <a:xfrm>
              <a:off x="8328592" y="2980573"/>
              <a:ext cx="17721" cy="22947"/>
            </a:xfrm>
            <a:custGeom>
              <a:avLst/>
              <a:pathLst>
                <a:path w="17721" h="22947">
                  <a:moveTo>
                    <a:pt x="0" y="0"/>
                  </a:moveTo>
                  <a:lnTo>
                    <a:pt x="17721" y="1537"/>
                  </a:lnTo>
                  <a:lnTo>
                    <a:pt x="17721" y="22947"/>
                  </a:lnTo>
                  <a:lnTo>
                    <a:pt x="0" y="22947"/>
                  </a:lnTo>
                  <a:close/>
                </a:path>
              </a:pathLst>
            </a:custGeom>
            <a:solidFill>
              <a:srgbClr val="AD624D">
                <a:alpha val="100000"/>
              </a:srgbClr>
            </a:solidFill>
            <a:ln w="4762" cap="rnd">
              <a:solidFill>
                <a:srgbClr val="AD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8"/>
            <p:cNvSpPr/>
            <p:nvPr/>
          </p:nvSpPr>
          <p:spPr>
            <a:xfrm>
              <a:off x="8346314" y="2982111"/>
              <a:ext cx="17721" cy="21409"/>
            </a:xfrm>
            <a:custGeom>
              <a:avLst/>
              <a:pathLst>
                <a:path w="17721" h="21409">
                  <a:moveTo>
                    <a:pt x="0" y="0"/>
                  </a:moveTo>
                  <a:lnTo>
                    <a:pt x="17721" y="1434"/>
                  </a:lnTo>
                  <a:lnTo>
                    <a:pt x="17721" y="21409"/>
                  </a:lnTo>
                  <a:lnTo>
                    <a:pt x="0" y="21409"/>
                  </a:lnTo>
                  <a:close/>
                </a:path>
              </a:pathLst>
            </a:custGeom>
            <a:solidFill>
              <a:srgbClr val="AC624D">
                <a:alpha val="100000"/>
              </a:srgbClr>
            </a:solidFill>
            <a:ln w="4762" cap="rnd">
              <a:solidFill>
                <a:srgbClr val="AC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899"/>
            <p:cNvSpPr/>
            <p:nvPr/>
          </p:nvSpPr>
          <p:spPr>
            <a:xfrm>
              <a:off x="8364035" y="2983546"/>
              <a:ext cx="53164" cy="19974"/>
            </a:xfrm>
            <a:custGeom>
              <a:avLst/>
              <a:pathLst>
                <a:path w="53164" h="19974">
                  <a:moveTo>
                    <a:pt x="0" y="0"/>
                  </a:moveTo>
                  <a:lnTo>
                    <a:pt x="17721" y="1353"/>
                  </a:lnTo>
                  <a:lnTo>
                    <a:pt x="35442" y="2648"/>
                  </a:lnTo>
                  <a:lnTo>
                    <a:pt x="53164" y="3854"/>
                  </a:lnTo>
                  <a:lnTo>
                    <a:pt x="53164" y="19974"/>
                  </a:lnTo>
                  <a:lnTo>
                    <a:pt x="35442" y="19974"/>
                  </a:lnTo>
                  <a:lnTo>
                    <a:pt x="17721" y="19974"/>
                  </a:lnTo>
                  <a:lnTo>
                    <a:pt x="0" y="19974"/>
                  </a:lnTo>
                  <a:close/>
                </a:path>
              </a:pathLst>
            </a:custGeom>
            <a:solidFill>
              <a:srgbClr val="AC614C">
                <a:alpha val="100000"/>
              </a:srgbClr>
            </a:solidFill>
            <a:ln w="4762" cap="rnd">
              <a:solidFill>
                <a:srgbClr val="AC614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0"/>
            <p:cNvSpPr/>
            <p:nvPr/>
          </p:nvSpPr>
          <p:spPr>
            <a:xfrm>
              <a:off x="8417199" y="2987400"/>
              <a:ext cx="35442" cy="16120"/>
            </a:xfrm>
            <a:custGeom>
              <a:avLst/>
              <a:pathLst>
                <a:path w="35442" h="16120">
                  <a:moveTo>
                    <a:pt x="0" y="0"/>
                  </a:moveTo>
                  <a:lnTo>
                    <a:pt x="17721" y="1131"/>
                  </a:lnTo>
                  <a:lnTo>
                    <a:pt x="35442" y="2212"/>
                  </a:lnTo>
                  <a:lnTo>
                    <a:pt x="35442" y="16120"/>
                  </a:lnTo>
                  <a:lnTo>
                    <a:pt x="17721" y="16120"/>
                  </a:lnTo>
                  <a:lnTo>
                    <a:pt x="0" y="16120"/>
                  </a:lnTo>
                  <a:close/>
                </a:path>
              </a:pathLst>
            </a:custGeom>
            <a:solidFill>
              <a:srgbClr val="AB604B">
                <a:alpha val="100000"/>
              </a:srgbClr>
            </a:solidFill>
            <a:ln w="4762" cap="rnd">
              <a:solidFill>
                <a:srgbClr val="AB60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1"/>
            <p:cNvSpPr/>
            <p:nvPr/>
          </p:nvSpPr>
          <p:spPr>
            <a:xfrm>
              <a:off x="8452642" y="2989612"/>
              <a:ext cx="17721" cy="13908"/>
            </a:xfrm>
            <a:custGeom>
              <a:avLst/>
              <a:pathLst>
                <a:path w="17721" h="13908">
                  <a:moveTo>
                    <a:pt x="0" y="0"/>
                  </a:moveTo>
                  <a:lnTo>
                    <a:pt x="17721" y="1004"/>
                  </a:lnTo>
                  <a:lnTo>
                    <a:pt x="17721" y="13908"/>
                  </a:lnTo>
                  <a:lnTo>
                    <a:pt x="0" y="13908"/>
                  </a:lnTo>
                  <a:close/>
                </a:path>
              </a:pathLst>
            </a:custGeom>
            <a:solidFill>
              <a:srgbClr val="AB5F4B">
                <a:alpha val="100000"/>
              </a:srgbClr>
            </a:solidFill>
            <a:ln w="4762" cap="rnd">
              <a:solidFill>
                <a:srgbClr val="AB5F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2"/>
            <p:cNvSpPr/>
            <p:nvPr/>
          </p:nvSpPr>
          <p:spPr>
            <a:xfrm>
              <a:off x="8470363" y="2990617"/>
              <a:ext cx="17721" cy="12903"/>
            </a:xfrm>
            <a:custGeom>
              <a:avLst/>
              <a:pathLst>
                <a:path w="17721" h="12903">
                  <a:moveTo>
                    <a:pt x="0" y="0"/>
                  </a:moveTo>
                  <a:lnTo>
                    <a:pt x="17721" y="937"/>
                  </a:lnTo>
                  <a:lnTo>
                    <a:pt x="17721" y="12903"/>
                  </a:lnTo>
                  <a:lnTo>
                    <a:pt x="0" y="12903"/>
                  </a:lnTo>
                  <a:close/>
                </a:path>
              </a:pathLst>
            </a:custGeom>
            <a:solidFill>
              <a:srgbClr val="AB5F4A">
                <a:alpha val="100000"/>
              </a:srgbClr>
            </a:solidFill>
            <a:ln w="4762" cap="rnd">
              <a:solidFill>
                <a:srgbClr val="AB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3"/>
            <p:cNvSpPr/>
            <p:nvPr/>
          </p:nvSpPr>
          <p:spPr>
            <a:xfrm>
              <a:off x="8488085" y="2991555"/>
              <a:ext cx="17721" cy="11965"/>
            </a:xfrm>
            <a:custGeom>
              <a:avLst/>
              <a:pathLst>
                <a:path w="17721" h="11965">
                  <a:moveTo>
                    <a:pt x="0" y="0"/>
                  </a:moveTo>
                  <a:lnTo>
                    <a:pt x="17721" y="892"/>
                  </a:lnTo>
                  <a:lnTo>
                    <a:pt x="17721" y="11965"/>
                  </a:lnTo>
                  <a:lnTo>
                    <a:pt x="0" y="11965"/>
                  </a:lnTo>
                  <a:close/>
                </a:path>
              </a:pathLst>
            </a:custGeom>
            <a:solidFill>
              <a:srgbClr val="AA5F4A">
                <a:alpha val="100000"/>
              </a:srgbClr>
            </a:solidFill>
            <a:ln w="4762" cap="rnd">
              <a:solidFill>
                <a:srgbClr val="AA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4"/>
            <p:cNvSpPr/>
            <p:nvPr/>
          </p:nvSpPr>
          <p:spPr>
            <a:xfrm>
              <a:off x="8505806" y="2992448"/>
              <a:ext cx="35442" cy="11073"/>
            </a:xfrm>
            <a:custGeom>
              <a:avLst/>
              <a:pathLst>
                <a:path w="35442" h="11073">
                  <a:moveTo>
                    <a:pt x="0" y="0"/>
                  </a:moveTo>
                  <a:lnTo>
                    <a:pt x="17721" y="829"/>
                  </a:lnTo>
                  <a:lnTo>
                    <a:pt x="35442" y="1598"/>
                  </a:lnTo>
                  <a:lnTo>
                    <a:pt x="35442" y="11073"/>
                  </a:lnTo>
                  <a:lnTo>
                    <a:pt x="17721" y="11073"/>
                  </a:lnTo>
                  <a:lnTo>
                    <a:pt x="0" y="11073"/>
                  </a:lnTo>
                  <a:close/>
                </a:path>
              </a:pathLst>
            </a:custGeom>
            <a:solidFill>
              <a:srgbClr val="AA5E49">
                <a:alpha val="100000"/>
              </a:srgbClr>
            </a:solidFill>
            <a:ln w="4762" cap="rnd">
              <a:solidFill>
                <a:srgbClr val="AA5E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5"/>
            <p:cNvSpPr/>
            <p:nvPr/>
          </p:nvSpPr>
          <p:spPr>
            <a:xfrm>
              <a:off x="8541249" y="2994047"/>
              <a:ext cx="17721" cy="9474"/>
            </a:xfrm>
            <a:custGeom>
              <a:avLst/>
              <a:pathLst>
                <a:path w="17721" h="9474">
                  <a:moveTo>
                    <a:pt x="0" y="0"/>
                  </a:moveTo>
                  <a:lnTo>
                    <a:pt x="17721" y="731"/>
                  </a:lnTo>
                  <a:lnTo>
                    <a:pt x="17721" y="9474"/>
                  </a:lnTo>
                  <a:lnTo>
                    <a:pt x="0" y="9474"/>
                  </a:lnTo>
                  <a:close/>
                </a:path>
              </a:pathLst>
            </a:custGeom>
            <a:solidFill>
              <a:srgbClr val="AA5D49">
                <a:alpha val="100000"/>
              </a:srgbClr>
            </a:solidFill>
            <a:ln w="4762" cap="rnd">
              <a:solidFill>
                <a:srgbClr val="AA5D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6"/>
            <p:cNvSpPr/>
            <p:nvPr/>
          </p:nvSpPr>
          <p:spPr>
            <a:xfrm>
              <a:off x="8558970" y="2994778"/>
              <a:ext cx="35442" cy="8742"/>
            </a:xfrm>
            <a:custGeom>
              <a:avLst/>
              <a:pathLst>
                <a:path w="35442" h="8742">
                  <a:moveTo>
                    <a:pt x="0" y="0"/>
                  </a:moveTo>
                  <a:lnTo>
                    <a:pt x="17721" y="678"/>
                  </a:lnTo>
                  <a:lnTo>
                    <a:pt x="35442" y="1304"/>
                  </a:lnTo>
                  <a:lnTo>
                    <a:pt x="35442" y="8742"/>
                  </a:lnTo>
                  <a:lnTo>
                    <a:pt x="17721" y="8742"/>
                  </a:lnTo>
                  <a:lnTo>
                    <a:pt x="0" y="8742"/>
                  </a:lnTo>
                  <a:close/>
                </a:path>
              </a:pathLst>
            </a:custGeom>
            <a:solidFill>
              <a:srgbClr val="A95D48">
                <a:alpha val="100000"/>
              </a:srgbClr>
            </a:solidFill>
            <a:ln w="4762" cap="rnd">
              <a:solidFill>
                <a:srgbClr val="A95D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7"/>
            <p:cNvSpPr/>
            <p:nvPr/>
          </p:nvSpPr>
          <p:spPr>
            <a:xfrm>
              <a:off x="8594413" y="2996082"/>
              <a:ext cx="17721" cy="7438"/>
            </a:xfrm>
            <a:custGeom>
              <a:avLst/>
              <a:pathLst>
                <a:path w="17721" h="7438">
                  <a:moveTo>
                    <a:pt x="0" y="0"/>
                  </a:moveTo>
                  <a:lnTo>
                    <a:pt x="17721" y="593"/>
                  </a:lnTo>
                  <a:lnTo>
                    <a:pt x="17721" y="7438"/>
                  </a:lnTo>
                  <a:lnTo>
                    <a:pt x="0" y="7438"/>
                  </a:lnTo>
                  <a:close/>
                </a:path>
              </a:pathLst>
            </a:custGeom>
            <a:solidFill>
              <a:srgbClr val="A95C48">
                <a:alpha val="100000"/>
              </a:srgbClr>
            </a:solidFill>
            <a:ln w="4762" cap="rnd">
              <a:solidFill>
                <a:srgbClr val="A95C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8"/>
            <p:cNvSpPr/>
            <p:nvPr/>
          </p:nvSpPr>
          <p:spPr>
            <a:xfrm>
              <a:off x="8612134" y="2996675"/>
              <a:ext cx="17721" cy="6845"/>
            </a:xfrm>
            <a:custGeom>
              <a:avLst/>
              <a:pathLst>
                <a:path w="17721" h="6845">
                  <a:moveTo>
                    <a:pt x="0" y="0"/>
                  </a:moveTo>
                  <a:lnTo>
                    <a:pt x="17721" y="549"/>
                  </a:lnTo>
                  <a:lnTo>
                    <a:pt x="17721" y="6845"/>
                  </a:lnTo>
                  <a:lnTo>
                    <a:pt x="0" y="6845"/>
                  </a:lnTo>
                  <a:close/>
                </a:path>
              </a:pathLst>
            </a:custGeom>
            <a:solidFill>
              <a:srgbClr val="A95C47">
                <a:alpha val="100000"/>
              </a:srgbClr>
            </a:solidFill>
            <a:ln w="4762" cap="rnd">
              <a:solidFill>
                <a:srgbClr val="A95C4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l909"/>
            <p:cNvSpPr/>
            <p:nvPr/>
          </p:nvSpPr>
          <p:spPr>
            <a:xfrm>
              <a:off x="3455216" y="2318267"/>
              <a:ext cx="5174639" cy="679007"/>
            </a:xfrm>
            <a:custGeom>
              <a:avLst/>
              <a:pathLst>
                <a:path w="5174639" h="679007">
                  <a:moveTo>
                    <a:pt x="0" y="679007"/>
                  </a:moveTo>
                  <a:lnTo>
                    <a:pt x="17721" y="678553"/>
                  </a:lnTo>
                  <a:lnTo>
                    <a:pt x="35442" y="678080"/>
                  </a:lnTo>
                  <a:lnTo>
                    <a:pt x="53164" y="677572"/>
                  </a:lnTo>
                  <a:lnTo>
                    <a:pt x="70885" y="677038"/>
                  </a:lnTo>
                  <a:lnTo>
                    <a:pt x="88606" y="676482"/>
                  </a:lnTo>
                  <a:lnTo>
                    <a:pt x="106328" y="675890"/>
                  </a:lnTo>
                  <a:lnTo>
                    <a:pt x="124049" y="675267"/>
                  </a:lnTo>
                  <a:lnTo>
                    <a:pt x="141770" y="674621"/>
                  </a:lnTo>
                  <a:lnTo>
                    <a:pt x="159492" y="673936"/>
                  </a:lnTo>
                  <a:lnTo>
                    <a:pt x="177213" y="673218"/>
                  </a:lnTo>
                  <a:lnTo>
                    <a:pt x="194935" y="672474"/>
                  </a:lnTo>
                  <a:lnTo>
                    <a:pt x="212656" y="671690"/>
                  </a:lnTo>
                  <a:lnTo>
                    <a:pt x="230377" y="670869"/>
                  </a:lnTo>
                  <a:lnTo>
                    <a:pt x="248099" y="670021"/>
                  </a:lnTo>
                  <a:lnTo>
                    <a:pt x="265820" y="669131"/>
                  </a:lnTo>
                  <a:lnTo>
                    <a:pt x="283541" y="668202"/>
                  </a:lnTo>
                  <a:lnTo>
                    <a:pt x="301263" y="667245"/>
                  </a:lnTo>
                  <a:lnTo>
                    <a:pt x="318984" y="666245"/>
                  </a:lnTo>
                  <a:lnTo>
                    <a:pt x="336705" y="665204"/>
                  </a:lnTo>
                  <a:lnTo>
                    <a:pt x="354427" y="664133"/>
                  </a:lnTo>
                  <a:lnTo>
                    <a:pt x="372148" y="663020"/>
                  </a:lnTo>
                  <a:lnTo>
                    <a:pt x="389870" y="661863"/>
                  </a:lnTo>
                  <a:lnTo>
                    <a:pt x="407591" y="660676"/>
                  </a:lnTo>
                  <a:lnTo>
                    <a:pt x="425312" y="659447"/>
                  </a:lnTo>
                  <a:lnTo>
                    <a:pt x="443034" y="658173"/>
                  </a:lnTo>
                  <a:lnTo>
                    <a:pt x="460755" y="656868"/>
                  </a:lnTo>
                  <a:lnTo>
                    <a:pt x="478476" y="655523"/>
                  </a:lnTo>
                  <a:lnTo>
                    <a:pt x="496198" y="654130"/>
                  </a:lnTo>
                  <a:lnTo>
                    <a:pt x="513919" y="652708"/>
                  </a:lnTo>
                  <a:lnTo>
                    <a:pt x="531641" y="651247"/>
                  </a:lnTo>
                  <a:lnTo>
                    <a:pt x="549362" y="649736"/>
                  </a:lnTo>
                  <a:lnTo>
                    <a:pt x="567083" y="648197"/>
                  </a:lnTo>
                  <a:lnTo>
                    <a:pt x="584805" y="646620"/>
                  </a:lnTo>
                  <a:lnTo>
                    <a:pt x="602526" y="644993"/>
                  </a:lnTo>
                  <a:lnTo>
                    <a:pt x="620247" y="643337"/>
                  </a:lnTo>
                  <a:lnTo>
                    <a:pt x="637969" y="641645"/>
                  </a:lnTo>
                  <a:lnTo>
                    <a:pt x="655690" y="639902"/>
                  </a:lnTo>
                  <a:lnTo>
                    <a:pt x="673411" y="638131"/>
                  </a:lnTo>
                  <a:lnTo>
                    <a:pt x="691133" y="636325"/>
                  </a:lnTo>
                  <a:lnTo>
                    <a:pt x="708854" y="634467"/>
                  </a:lnTo>
                  <a:lnTo>
                    <a:pt x="726576" y="632580"/>
                  </a:lnTo>
                  <a:lnTo>
                    <a:pt x="744297" y="630659"/>
                  </a:lnTo>
                  <a:lnTo>
                    <a:pt x="762018" y="628685"/>
                  </a:lnTo>
                  <a:lnTo>
                    <a:pt x="779740" y="626680"/>
                  </a:lnTo>
                  <a:lnTo>
                    <a:pt x="797461" y="624642"/>
                  </a:lnTo>
                  <a:lnTo>
                    <a:pt x="815182" y="622547"/>
                  </a:lnTo>
                  <a:lnTo>
                    <a:pt x="832904" y="620421"/>
                  </a:lnTo>
                  <a:lnTo>
                    <a:pt x="850625" y="618261"/>
                  </a:lnTo>
                  <a:lnTo>
                    <a:pt x="868347" y="616039"/>
                  </a:lnTo>
                  <a:lnTo>
                    <a:pt x="886068" y="613783"/>
                  </a:lnTo>
                  <a:lnTo>
                    <a:pt x="903789" y="611493"/>
                  </a:lnTo>
                  <a:lnTo>
                    <a:pt x="921511" y="609134"/>
                  </a:lnTo>
                  <a:lnTo>
                    <a:pt x="939232" y="606736"/>
                  </a:lnTo>
                  <a:lnTo>
                    <a:pt x="956953" y="604302"/>
                  </a:lnTo>
                  <a:lnTo>
                    <a:pt x="974675" y="601791"/>
                  </a:lnTo>
                  <a:lnTo>
                    <a:pt x="992396" y="599237"/>
                  </a:lnTo>
                  <a:lnTo>
                    <a:pt x="1010117" y="596640"/>
                  </a:lnTo>
                  <a:lnTo>
                    <a:pt x="1027839" y="593959"/>
                  </a:lnTo>
                  <a:lnTo>
                    <a:pt x="1045560" y="591226"/>
                  </a:lnTo>
                  <a:lnTo>
                    <a:pt x="1063282" y="588445"/>
                  </a:lnTo>
                  <a:lnTo>
                    <a:pt x="1081003" y="585570"/>
                  </a:lnTo>
                  <a:lnTo>
                    <a:pt x="1098724" y="582633"/>
                  </a:lnTo>
                  <a:lnTo>
                    <a:pt x="1116446" y="579641"/>
                  </a:lnTo>
                  <a:lnTo>
                    <a:pt x="1134167" y="576543"/>
                  </a:lnTo>
                  <a:lnTo>
                    <a:pt x="1151888" y="573372"/>
                  </a:lnTo>
                  <a:lnTo>
                    <a:pt x="1169610" y="570137"/>
                  </a:lnTo>
                  <a:lnTo>
                    <a:pt x="1187331" y="566784"/>
                  </a:lnTo>
                  <a:lnTo>
                    <a:pt x="1205053" y="563345"/>
                  </a:lnTo>
                  <a:lnTo>
                    <a:pt x="1222774" y="559832"/>
                  </a:lnTo>
                  <a:lnTo>
                    <a:pt x="1240495" y="556190"/>
                  </a:lnTo>
                  <a:lnTo>
                    <a:pt x="1258217" y="552446"/>
                  </a:lnTo>
                  <a:lnTo>
                    <a:pt x="1275938" y="548619"/>
                  </a:lnTo>
                  <a:lnTo>
                    <a:pt x="1293659" y="544650"/>
                  </a:lnTo>
                  <a:lnTo>
                    <a:pt x="1311381" y="540563"/>
                  </a:lnTo>
                  <a:lnTo>
                    <a:pt x="1329102" y="536385"/>
                  </a:lnTo>
                  <a:lnTo>
                    <a:pt x="1346823" y="532053"/>
                  </a:lnTo>
                  <a:lnTo>
                    <a:pt x="1364545" y="527587"/>
                  </a:lnTo>
                  <a:lnTo>
                    <a:pt x="1382266" y="523020"/>
                  </a:lnTo>
                  <a:lnTo>
                    <a:pt x="1399988" y="518291"/>
                  </a:lnTo>
                  <a:lnTo>
                    <a:pt x="1417709" y="513411"/>
                  </a:lnTo>
                  <a:lnTo>
                    <a:pt x="1435430" y="508423"/>
                  </a:lnTo>
                  <a:lnTo>
                    <a:pt x="1453152" y="503265"/>
                  </a:lnTo>
                  <a:lnTo>
                    <a:pt x="1470873" y="497942"/>
                  </a:lnTo>
                  <a:lnTo>
                    <a:pt x="1488594" y="492504"/>
                  </a:lnTo>
                  <a:lnTo>
                    <a:pt x="1506316" y="486892"/>
                  </a:lnTo>
                  <a:lnTo>
                    <a:pt x="1524037" y="481104"/>
                  </a:lnTo>
                  <a:lnTo>
                    <a:pt x="1541759" y="475195"/>
                  </a:lnTo>
                  <a:lnTo>
                    <a:pt x="1559480" y="469113"/>
                  </a:lnTo>
                  <a:lnTo>
                    <a:pt x="1577201" y="462845"/>
                  </a:lnTo>
                  <a:lnTo>
                    <a:pt x="1594923" y="456454"/>
                  </a:lnTo>
                  <a:lnTo>
                    <a:pt x="1612644" y="449893"/>
                  </a:lnTo>
                  <a:lnTo>
                    <a:pt x="1630365" y="443142"/>
                  </a:lnTo>
                  <a:lnTo>
                    <a:pt x="1648087" y="436269"/>
                  </a:lnTo>
                  <a:lnTo>
                    <a:pt x="1665808" y="429233"/>
                  </a:lnTo>
                  <a:lnTo>
                    <a:pt x="1683529" y="422007"/>
                  </a:lnTo>
                  <a:lnTo>
                    <a:pt x="1701251" y="414663"/>
                  </a:lnTo>
                  <a:lnTo>
                    <a:pt x="1718972" y="407169"/>
                  </a:lnTo>
                  <a:lnTo>
                    <a:pt x="1736694" y="399489"/>
                  </a:lnTo>
                  <a:lnTo>
                    <a:pt x="1754415" y="391700"/>
                  </a:lnTo>
                  <a:lnTo>
                    <a:pt x="1772136" y="383776"/>
                  </a:lnTo>
                  <a:lnTo>
                    <a:pt x="1789858" y="375678"/>
                  </a:lnTo>
                  <a:lnTo>
                    <a:pt x="1807579" y="367483"/>
                  </a:lnTo>
                  <a:lnTo>
                    <a:pt x="1825300" y="359171"/>
                  </a:lnTo>
                  <a:lnTo>
                    <a:pt x="1843022" y="350705"/>
                  </a:lnTo>
                  <a:lnTo>
                    <a:pt x="1860743" y="342156"/>
                  </a:lnTo>
                  <a:lnTo>
                    <a:pt x="1878465" y="333513"/>
                  </a:lnTo>
                  <a:lnTo>
                    <a:pt x="1896186" y="324741"/>
                  </a:lnTo>
                  <a:lnTo>
                    <a:pt x="1913907" y="315905"/>
                  </a:lnTo>
                  <a:lnTo>
                    <a:pt x="1931629" y="306998"/>
                  </a:lnTo>
                  <a:lnTo>
                    <a:pt x="1949350" y="297995"/>
                  </a:lnTo>
                  <a:lnTo>
                    <a:pt x="1967071" y="288950"/>
                  </a:lnTo>
                  <a:lnTo>
                    <a:pt x="1984793" y="279860"/>
                  </a:lnTo>
                  <a:lnTo>
                    <a:pt x="2002514" y="270714"/>
                  </a:lnTo>
                  <a:lnTo>
                    <a:pt x="2020235" y="261549"/>
                  </a:lnTo>
                  <a:lnTo>
                    <a:pt x="2037957" y="252366"/>
                  </a:lnTo>
                  <a:lnTo>
                    <a:pt x="2055678" y="243172"/>
                  </a:lnTo>
                  <a:lnTo>
                    <a:pt x="2073400" y="233986"/>
                  </a:lnTo>
                  <a:lnTo>
                    <a:pt x="2091121" y="224808"/>
                  </a:lnTo>
                  <a:lnTo>
                    <a:pt x="2108842" y="215671"/>
                  </a:lnTo>
                  <a:lnTo>
                    <a:pt x="2126564" y="206569"/>
                  </a:lnTo>
                  <a:lnTo>
                    <a:pt x="2144285" y="197503"/>
                  </a:lnTo>
                  <a:lnTo>
                    <a:pt x="2162006" y="188530"/>
                  </a:lnTo>
                  <a:lnTo>
                    <a:pt x="2179728" y="179622"/>
                  </a:lnTo>
                  <a:lnTo>
                    <a:pt x="2197449" y="170779"/>
                  </a:lnTo>
                  <a:lnTo>
                    <a:pt x="2215171" y="162079"/>
                  </a:lnTo>
                  <a:lnTo>
                    <a:pt x="2232892" y="153478"/>
                  </a:lnTo>
                  <a:lnTo>
                    <a:pt x="2250613" y="144970"/>
                  </a:lnTo>
                  <a:lnTo>
                    <a:pt x="2268335" y="136653"/>
                  </a:lnTo>
                  <a:lnTo>
                    <a:pt x="2286056" y="128470"/>
                  </a:lnTo>
                  <a:lnTo>
                    <a:pt x="2303777" y="120408"/>
                  </a:lnTo>
                  <a:lnTo>
                    <a:pt x="2321499" y="112581"/>
                  </a:lnTo>
                  <a:lnTo>
                    <a:pt x="2339220" y="104925"/>
                  </a:lnTo>
                  <a:lnTo>
                    <a:pt x="2356941" y="97416"/>
                  </a:lnTo>
                  <a:lnTo>
                    <a:pt x="2374663" y="90182"/>
                  </a:lnTo>
                  <a:lnTo>
                    <a:pt x="2392384" y="83154"/>
                  </a:lnTo>
                  <a:lnTo>
                    <a:pt x="2410106" y="76300"/>
                  </a:lnTo>
                  <a:lnTo>
                    <a:pt x="2427827" y="69754"/>
                  </a:lnTo>
                  <a:lnTo>
                    <a:pt x="2445548" y="63450"/>
                  </a:lnTo>
                  <a:lnTo>
                    <a:pt x="2463270" y="57342"/>
                  </a:lnTo>
                  <a:lnTo>
                    <a:pt x="2480991" y="51568"/>
                  </a:lnTo>
                  <a:lnTo>
                    <a:pt x="2498712" y="46072"/>
                  </a:lnTo>
                  <a:lnTo>
                    <a:pt x="2516434" y="40791"/>
                  </a:lnTo>
                  <a:lnTo>
                    <a:pt x="2534155" y="35865"/>
                  </a:lnTo>
                  <a:lnTo>
                    <a:pt x="2551877" y="31247"/>
                  </a:lnTo>
                  <a:lnTo>
                    <a:pt x="2569598" y="26860"/>
                  </a:lnTo>
                  <a:lnTo>
                    <a:pt x="2587319" y="22842"/>
                  </a:lnTo>
                  <a:lnTo>
                    <a:pt x="2605041" y="19160"/>
                  </a:lnTo>
                  <a:lnTo>
                    <a:pt x="2622762" y="15721"/>
                  </a:lnTo>
                  <a:lnTo>
                    <a:pt x="2640483" y="12658"/>
                  </a:lnTo>
                  <a:lnTo>
                    <a:pt x="2658205" y="9953"/>
                  </a:lnTo>
                  <a:lnTo>
                    <a:pt x="2675926" y="7501"/>
                  </a:lnTo>
                  <a:lnTo>
                    <a:pt x="2693647" y="5423"/>
                  </a:lnTo>
                  <a:lnTo>
                    <a:pt x="2711369" y="3722"/>
                  </a:lnTo>
                  <a:lnTo>
                    <a:pt x="2729090" y="2276"/>
                  </a:lnTo>
                  <a:lnTo>
                    <a:pt x="2746812" y="1198"/>
                  </a:lnTo>
                  <a:lnTo>
                    <a:pt x="2764533" y="510"/>
                  </a:lnTo>
                  <a:lnTo>
                    <a:pt x="2782254" y="77"/>
                  </a:lnTo>
                  <a:lnTo>
                    <a:pt x="2799976" y="0"/>
                  </a:lnTo>
                  <a:lnTo>
                    <a:pt x="2817697" y="318"/>
                  </a:lnTo>
                  <a:lnTo>
                    <a:pt x="2835418" y="887"/>
                  </a:lnTo>
                  <a:lnTo>
                    <a:pt x="2853140" y="1793"/>
                  </a:lnTo>
                  <a:lnTo>
                    <a:pt x="2870861" y="3095"/>
                  </a:lnTo>
                  <a:lnTo>
                    <a:pt x="2888583" y="4641"/>
                  </a:lnTo>
                  <a:lnTo>
                    <a:pt x="2906304" y="6501"/>
                  </a:lnTo>
                  <a:lnTo>
                    <a:pt x="2924025" y="8752"/>
                  </a:lnTo>
                  <a:lnTo>
                    <a:pt x="2941747" y="11234"/>
                  </a:lnTo>
                  <a:lnTo>
                    <a:pt x="2959468" y="14006"/>
                  </a:lnTo>
                  <a:lnTo>
                    <a:pt x="2977189" y="17157"/>
                  </a:lnTo>
                  <a:lnTo>
                    <a:pt x="2994911" y="20525"/>
                  </a:lnTo>
                  <a:lnTo>
                    <a:pt x="3012632" y="24156"/>
                  </a:lnTo>
                  <a:lnTo>
                    <a:pt x="3030353" y="28147"/>
                  </a:lnTo>
                  <a:lnTo>
                    <a:pt x="3048075" y="32340"/>
                  </a:lnTo>
                  <a:lnTo>
                    <a:pt x="3065796" y="36767"/>
                  </a:lnTo>
                  <a:lnTo>
                    <a:pt x="3083518" y="41534"/>
                  </a:lnTo>
                  <a:lnTo>
                    <a:pt x="3101239" y="46483"/>
                  </a:lnTo>
                  <a:lnTo>
                    <a:pt x="3118960" y="51637"/>
                  </a:lnTo>
                  <a:lnTo>
                    <a:pt x="3136682" y="57106"/>
                  </a:lnTo>
                  <a:lnTo>
                    <a:pt x="3154403" y="62738"/>
                  </a:lnTo>
                  <a:lnTo>
                    <a:pt x="3172124" y="68546"/>
                  </a:lnTo>
                  <a:lnTo>
                    <a:pt x="3189846" y="74640"/>
                  </a:lnTo>
                  <a:lnTo>
                    <a:pt x="3207567" y="80878"/>
                  </a:lnTo>
                  <a:lnTo>
                    <a:pt x="3225289" y="87266"/>
                  </a:lnTo>
                  <a:lnTo>
                    <a:pt x="3243010" y="93908"/>
                  </a:lnTo>
                  <a:lnTo>
                    <a:pt x="3260731" y="100674"/>
                  </a:lnTo>
                  <a:lnTo>
                    <a:pt x="3278453" y="107564"/>
                  </a:lnTo>
                  <a:lnTo>
                    <a:pt x="3296174" y="114678"/>
                  </a:lnTo>
                  <a:lnTo>
                    <a:pt x="3313895" y="121896"/>
                  </a:lnTo>
                  <a:lnTo>
                    <a:pt x="3331617" y="129218"/>
                  </a:lnTo>
                  <a:lnTo>
                    <a:pt x="3349338" y="136723"/>
                  </a:lnTo>
                  <a:lnTo>
                    <a:pt x="3367059" y="144318"/>
                  </a:lnTo>
                  <a:lnTo>
                    <a:pt x="3384781" y="151999"/>
                  </a:lnTo>
                  <a:lnTo>
                    <a:pt x="3402502" y="159825"/>
                  </a:lnTo>
                  <a:lnTo>
                    <a:pt x="3420224" y="167727"/>
                  </a:lnTo>
                  <a:lnTo>
                    <a:pt x="3437945" y="175696"/>
                  </a:lnTo>
                  <a:lnTo>
                    <a:pt x="3455666" y="183777"/>
                  </a:lnTo>
                  <a:lnTo>
                    <a:pt x="3473388" y="191918"/>
                  </a:lnTo>
                  <a:lnTo>
                    <a:pt x="3491109" y="200109"/>
                  </a:lnTo>
                  <a:lnTo>
                    <a:pt x="3508830" y="208382"/>
                  </a:lnTo>
                  <a:lnTo>
                    <a:pt x="3526552" y="216699"/>
                  </a:lnTo>
                  <a:lnTo>
                    <a:pt x="3544273" y="225051"/>
                  </a:lnTo>
                  <a:lnTo>
                    <a:pt x="3561995" y="233457"/>
                  </a:lnTo>
                  <a:lnTo>
                    <a:pt x="3579716" y="241891"/>
                  </a:lnTo>
                  <a:lnTo>
                    <a:pt x="3597437" y="250346"/>
                  </a:lnTo>
                  <a:lnTo>
                    <a:pt x="3615159" y="258830"/>
                  </a:lnTo>
                  <a:lnTo>
                    <a:pt x="3632880" y="267326"/>
                  </a:lnTo>
                  <a:lnTo>
                    <a:pt x="3650601" y="275831"/>
                  </a:lnTo>
                  <a:lnTo>
                    <a:pt x="3668323" y="284341"/>
                  </a:lnTo>
                  <a:lnTo>
                    <a:pt x="3686044" y="292849"/>
                  </a:lnTo>
                  <a:lnTo>
                    <a:pt x="3703765" y="301351"/>
                  </a:lnTo>
                  <a:lnTo>
                    <a:pt x="3721487" y="309840"/>
                  </a:lnTo>
                  <a:lnTo>
                    <a:pt x="3739208" y="318309"/>
                  </a:lnTo>
                  <a:lnTo>
                    <a:pt x="3756930" y="326762"/>
                  </a:lnTo>
                  <a:lnTo>
                    <a:pt x="3774651" y="335183"/>
                  </a:lnTo>
                  <a:lnTo>
                    <a:pt x="3792372" y="343568"/>
                  </a:lnTo>
                  <a:lnTo>
                    <a:pt x="3810094" y="351925"/>
                  </a:lnTo>
                  <a:lnTo>
                    <a:pt x="3827815" y="360234"/>
                  </a:lnTo>
                  <a:lnTo>
                    <a:pt x="3845536" y="368490"/>
                  </a:lnTo>
                  <a:lnTo>
                    <a:pt x="3863258" y="376707"/>
                  </a:lnTo>
                  <a:lnTo>
                    <a:pt x="3880979" y="384862"/>
                  </a:lnTo>
                  <a:lnTo>
                    <a:pt x="3898701" y="392946"/>
                  </a:lnTo>
                  <a:lnTo>
                    <a:pt x="3916422" y="400981"/>
                  </a:lnTo>
                  <a:lnTo>
                    <a:pt x="3934143" y="408941"/>
                  </a:lnTo>
                  <a:lnTo>
                    <a:pt x="3951865" y="416813"/>
                  </a:lnTo>
                  <a:lnTo>
                    <a:pt x="3969586" y="424625"/>
                  </a:lnTo>
                  <a:lnTo>
                    <a:pt x="3987307" y="432351"/>
                  </a:lnTo>
                  <a:lnTo>
                    <a:pt x="4005029" y="439972"/>
                  </a:lnTo>
                  <a:lnTo>
                    <a:pt x="4022750" y="447523"/>
                  </a:lnTo>
                  <a:lnTo>
                    <a:pt x="4040471" y="454979"/>
                  </a:lnTo>
                  <a:lnTo>
                    <a:pt x="4058193" y="462312"/>
                  </a:lnTo>
                  <a:lnTo>
                    <a:pt x="4075914" y="469566"/>
                  </a:lnTo>
                  <a:lnTo>
                    <a:pt x="4093636" y="476716"/>
                  </a:lnTo>
                  <a:lnTo>
                    <a:pt x="4111357" y="483728"/>
                  </a:lnTo>
                  <a:lnTo>
                    <a:pt x="4129078" y="490653"/>
                  </a:lnTo>
                  <a:lnTo>
                    <a:pt x="4146800" y="497467"/>
                  </a:lnTo>
                  <a:lnTo>
                    <a:pt x="4164521" y="504127"/>
                  </a:lnTo>
                  <a:lnTo>
                    <a:pt x="4182242" y="510693"/>
                  </a:lnTo>
                  <a:lnTo>
                    <a:pt x="4199964" y="517145"/>
                  </a:lnTo>
                  <a:lnTo>
                    <a:pt x="4217685" y="523427"/>
                  </a:lnTo>
                  <a:lnTo>
                    <a:pt x="4235407" y="529610"/>
                  </a:lnTo>
                  <a:lnTo>
                    <a:pt x="4253128" y="535676"/>
                  </a:lnTo>
                  <a:lnTo>
                    <a:pt x="4270849" y="541559"/>
                  </a:lnTo>
                  <a:lnTo>
                    <a:pt x="4288571" y="547339"/>
                  </a:lnTo>
                  <a:lnTo>
                    <a:pt x="4306292" y="553001"/>
                  </a:lnTo>
                  <a:lnTo>
                    <a:pt x="4324013" y="558471"/>
                  </a:lnTo>
                  <a:lnTo>
                    <a:pt x="4341735" y="563833"/>
                  </a:lnTo>
                  <a:lnTo>
                    <a:pt x="4359456" y="569080"/>
                  </a:lnTo>
                  <a:lnTo>
                    <a:pt x="4377177" y="574125"/>
                  </a:lnTo>
                  <a:lnTo>
                    <a:pt x="4394899" y="579062"/>
                  </a:lnTo>
                  <a:lnTo>
                    <a:pt x="4412620" y="583886"/>
                  </a:lnTo>
                  <a:lnTo>
                    <a:pt x="4430342" y="588503"/>
                  </a:lnTo>
                  <a:lnTo>
                    <a:pt x="4448063" y="593012"/>
                  </a:lnTo>
                  <a:lnTo>
                    <a:pt x="4465784" y="597413"/>
                  </a:lnTo>
                  <a:lnTo>
                    <a:pt x="4483506" y="601604"/>
                  </a:lnTo>
                  <a:lnTo>
                    <a:pt x="4501227" y="605689"/>
                  </a:lnTo>
                  <a:lnTo>
                    <a:pt x="4518948" y="609667"/>
                  </a:lnTo>
                  <a:lnTo>
                    <a:pt x="4536670" y="613444"/>
                  </a:lnTo>
                  <a:lnTo>
                    <a:pt x="4554391" y="617113"/>
                  </a:lnTo>
                  <a:lnTo>
                    <a:pt x="4572113" y="620679"/>
                  </a:lnTo>
                  <a:lnTo>
                    <a:pt x="4589834" y="624055"/>
                  </a:lnTo>
                  <a:lnTo>
                    <a:pt x="4607555" y="627323"/>
                  </a:lnTo>
                  <a:lnTo>
                    <a:pt x="4625277" y="630492"/>
                  </a:lnTo>
                  <a:lnTo>
                    <a:pt x="4642998" y="633484"/>
                  </a:lnTo>
                  <a:lnTo>
                    <a:pt x="4660719" y="636369"/>
                  </a:lnTo>
                  <a:lnTo>
                    <a:pt x="4678441" y="639161"/>
                  </a:lnTo>
                  <a:lnTo>
                    <a:pt x="4696162" y="641789"/>
                  </a:lnTo>
                  <a:lnTo>
                    <a:pt x="4713883" y="644314"/>
                  </a:lnTo>
                  <a:lnTo>
                    <a:pt x="4731605" y="646752"/>
                  </a:lnTo>
                  <a:lnTo>
                    <a:pt x="4749326" y="649042"/>
                  </a:lnTo>
                  <a:lnTo>
                    <a:pt x="4767048" y="651232"/>
                  </a:lnTo>
                  <a:lnTo>
                    <a:pt x="4784769" y="653342"/>
                  </a:lnTo>
                  <a:lnTo>
                    <a:pt x="4802490" y="655319"/>
                  </a:lnTo>
                  <a:lnTo>
                    <a:pt x="4820212" y="657201"/>
                  </a:lnTo>
                  <a:lnTo>
                    <a:pt x="4837933" y="659011"/>
                  </a:lnTo>
                  <a:lnTo>
                    <a:pt x="4855654" y="660702"/>
                  </a:lnTo>
                  <a:lnTo>
                    <a:pt x="4873376" y="662306"/>
                  </a:lnTo>
                  <a:lnTo>
                    <a:pt x="4891097" y="663844"/>
                  </a:lnTo>
                  <a:lnTo>
                    <a:pt x="4908819" y="665279"/>
                  </a:lnTo>
                  <a:lnTo>
                    <a:pt x="4926540" y="666632"/>
                  </a:lnTo>
                  <a:lnTo>
                    <a:pt x="4944261" y="667927"/>
                  </a:lnTo>
                  <a:lnTo>
                    <a:pt x="4961983" y="669133"/>
                  </a:lnTo>
                  <a:lnTo>
                    <a:pt x="4979704" y="670265"/>
                  </a:lnTo>
                  <a:lnTo>
                    <a:pt x="4997425" y="671345"/>
                  </a:lnTo>
                  <a:lnTo>
                    <a:pt x="5015147" y="672350"/>
                  </a:lnTo>
                  <a:lnTo>
                    <a:pt x="5032868" y="673287"/>
                  </a:lnTo>
                  <a:lnTo>
                    <a:pt x="5050589" y="674180"/>
                  </a:lnTo>
                  <a:lnTo>
                    <a:pt x="5068311" y="675010"/>
                  </a:lnTo>
                  <a:lnTo>
                    <a:pt x="5086032" y="675779"/>
                  </a:lnTo>
                  <a:lnTo>
                    <a:pt x="5103754" y="676511"/>
                  </a:lnTo>
                  <a:lnTo>
                    <a:pt x="5121475" y="677189"/>
                  </a:lnTo>
                  <a:lnTo>
                    <a:pt x="5139196" y="677815"/>
                  </a:lnTo>
                  <a:lnTo>
                    <a:pt x="5156918" y="678408"/>
                  </a:lnTo>
                  <a:lnTo>
                    <a:pt x="5174639" y="678957"/>
                  </a:lnTo>
                </a:path>
              </a:pathLst>
            </a:custGeom>
            <a:ln w="542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0"/>
            <p:cNvSpPr/>
            <p:nvPr/>
          </p:nvSpPr>
          <p:spPr>
            <a:xfrm>
              <a:off x="3224838" y="3339983"/>
              <a:ext cx="17721" cy="6832"/>
            </a:xfrm>
            <a:custGeom>
              <a:avLst/>
              <a:pathLst>
                <a:path w="17721" h="6832">
                  <a:moveTo>
                    <a:pt x="0" y="559"/>
                  </a:moveTo>
                  <a:lnTo>
                    <a:pt x="17721" y="0"/>
                  </a:lnTo>
                  <a:lnTo>
                    <a:pt x="17721" y="6832"/>
                  </a:lnTo>
                  <a:lnTo>
                    <a:pt x="0" y="6832"/>
                  </a:lnTo>
                  <a:close/>
                </a:path>
              </a:pathLst>
            </a:custGeom>
            <a:solidFill>
              <a:srgbClr val="E9D3C2">
                <a:alpha val="100000"/>
              </a:srgbClr>
            </a:solidFill>
            <a:ln w="4762" cap="rnd">
              <a:solidFill>
                <a:srgbClr val="E9D3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1"/>
            <p:cNvSpPr/>
            <p:nvPr/>
          </p:nvSpPr>
          <p:spPr>
            <a:xfrm>
              <a:off x="3242560" y="3339390"/>
              <a:ext cx="17721" cy="7425"/>
            </a:xfrm>
            <a:custGeom>
              <a:avLst/>
              <a:pathLst>
                <a:path w="17721" h="7425">
                  <a:moveTo>
                    <a:pt x="0" y="592"/>
                  </a:moveTo>
                  <a:lnTo>
                    <a:pt x="17721" y="0"/>
                  </a:lnTo>
                  <a:lnTo>
                    <a:pt x="17721" y="7425"/>
                  </a:lnTo>
                  <a:lnTo>
                    <a:pt x="0" y="7425"/>
                  </a:lnTo>
                  <a:close/>
                </a:path>
              </a:pathLst>
            </a:custGeom>
            <a:solidFill>
              <a:srgbClr val="E9D3C1">
                <a:alpha val="100000"/>
              </a:srgbClr>
            </a:solidFill>
            <a:ln w="4762" cap="rnd">
              <a:solidFill>
                <a:srgbClr val="E9D3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2"/>
            <p:cNvSpPr/>
            <p:nvPr/>
          </p:nvSpPr>
          <p:spPr>
            <a:xfrm>
              <a:off x="3260281" y="3338077"/>
              <a:ext cx="35442" cy="8738"/>
            </a:xfrm>
            <a:custGeom>
              <a:avLst/>
              <a:pathLst>
                <a:path w="35442" h="8738">
                  <a:moveTo>
                    <a:pt x="0" y="1313"/>
                  </a:moveTo>
                  <a:lnTo>
                    <a:pt x="17721" y="688"/>
                  </a:lnTo>
                  <a:lnTo>
                    <a:pt x="35442" y="0"/>
                  </a:lnTo>
                  <a:lnTo>
                    <a:pt x="35442" y="8738"/>
                  </a:lnTo>
                  <a:lnTo>
                    <a:pt x="17721" y="8738"/>
                  </a:lnTo>
                  <a:lnTo>
                    <a:pt x="0" y="8738"/>
                  </a:lnTo>
                  <a:close/>
                </a:path>
              </a:pathLst>
            </a:custGeom>
            <a:solidFill>
              <a:srgbClr val="E9D2C1">
                <a:alpha val="100000"/>
              </a:srgbClr>
            </a:solidFill>
            <a:ln w="4762" cap="rnd">
              <a:solidFill>
                <a:srgbClr val="E9D2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3"/>
            <p:cNvSpPr/>
            <p:nvPr/>
          </p:nvSpPr>
          <p:spPr>
            <a:xfrm>
              <a:off x="3295724" y="3337348"/>
              <a:ext cx="17721" cy="9467"/>
            </a:xfrm>
            <a:custGeom>
              <a:avLst/>
              <a:pathLst>
                <a:path w="17721" h="9467">
                  <a:moveTo>
                    <a:pt x="0" y="729"/>
                  </a:moveTo>
                  <a:lnTo>
                    <a:pt x="17721" y="0"/>
                  </a:lnTo>
                  <a:lnTo>
                    <a:pt x="17721" y="9467"/>
                  </a:lnTo>
                  <a:lnTo>
                    <a:pt x="0" y="9467"/>
                  </a:lnTo>
                  <a:close/>
                </a:path>
              </a:pathLst>
            </a:custGeom>
            <a:solidFill>
              <a:srgbClr val="E8D2C0">
                <a:alpha val="100000"/>
              </a:srgbClr>
            </a:solidFill>
            <a:ln w="4762" cap="rnd">
              <a:solidFill>
                <a:srgbClr val="E8D2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4"/>
            <p:cNvSpPr/>
            <p:nvPr/>
          </p:nvSpPr>
          <p:spPr>
            <a:xfrm>
              <a:off x="3313445" y="3336581"/>
              <a:ext cx="17721" cy="10234"/>
            </a:xfrm>
            <a:custGeom>
              <a:avLst/>
              <a:pathLst>
                <a:path w="17721" h="10234">
                  <a:moveTo>
                    <a:pt x="0" y="766"/>
                  </a:moveTo>
                  <a:lnTo>
                    <a:pt x="17721" y="0"/>
                  </a:lnTo>
                  <a:lnTo>
                    <a:pt x="17721" y="10234"/>
                  </a:lnTo>
                  <a:lnTo>
                    <a:pt x="0" y="10234"/>
                  </a:lnTo>
                  <a:close/>
                </a:path>
              </a:pathLst>
            </a:custGeom>
            <a:solidFill>
              <a:srgbClr val="E8D1C0">
                <a:alpha val="100000"/>
              </a:srgbClr>
            </a:solidFill>
            <a:ln w="4762" cap="rnd">
              <a:solidFill>
                <a:srgbClr val="E8D1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5"/>
            <p:cNvSpPr/>
            <p:nvPr/>
          </p:nvSpPr>
          <p:spPr>
            <a:xfrm>
              <a:off x="3331167" y="3335742"/>
              <a:ext cx="17721" cy="11073"/>
            </a:xfrm>
            <a:custGeom>
              <a:avLst/>
              <a:pathLst>
                <a:path w="17721" h="11073">
                  <a:moveTo>
                    <a:pt x="0" y="839"/>
                  </a:moveTo>
                  <a:lnTo>
                    <a:pt x="17721" y="0"/>
                  </a:lnTo>
                  <a:lnTo>
                    <a:pt x="17721" y="11073"/>
                  </a:lnTo>
                  <a:lnTo>
                    <a:pt x="0" y="11073"/>
                  </a:lnTo>
                  <a:close/>
                </a:path>
              </a:pathLst>
            </a:custGeom>
            <a:solidFill>
              <a:srgbClr val="E8D1BF">
                <a:alpha val="100000"/>
              </a:srgbClr>
            </a:solidFill>
            <a:ln w="4762" cap="rnd">
              <a:solidFill>
                <a:srgbClr val="E8D1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6"/>
            <p:cNvSpPr/>
            <p:nvPr/>
          </p:nvSpPr>
          <p:spPr>
            <a:xfrm>
              <a:off x="3348888" y="3334854"/>
              <a:ext cx="17721" cy="11961"/>
            </a:xfrm>
            <a:custGeom>
              <a:avLst/>
              <a:pathLst>
                <a:path w="17721" h="11961">
                  <a:moveTo>
                    <a:pt x="0" y="887"/>
                  </a:moveTo>
                  <a:lnTo>
                    <a:pt x="17721" y="0"/>
                  </a:lnTo>
                  <a:lnTo>
                    <a:pt x="17721" y="11961"/>
                  </a:lnTo>
                  <a:lnTo>
                    <a:pt x="0" y="11961"/>
                  </a:lnTo>
                  <a:close/>
                </a:path>
              </a:pathLst>
            </a:custGeom>
            <a:solidFill>
              <a:srgbClr val="E8D0BF">
                <a:alpha val="100000"/>
              </a:srgbClr>
            </a:solidFill>
            <a:ln w="4762" cap="rnd">
              <a:solidFill>
                <a:srgbClr val="E8D0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7"/>
            <p:cNvSpPr/>
            <p:nvPr/>
          </p:nvSpPr>
          <p:spPr>
            <a:xfrm>
              <a:off x="3366609" y="3332911"/>
              <a:ext cx="35442" cy="13904"/>
            </a:xfrm>
            <a:custGeom>
              <a:avLst/>
              <a:pathLst>
                <a:path w="35442" h="13904">
                  <a:moveTo>
                    <a:pt x="0" y="1942"/>
                  </a:moveTo>
                  <a:lnTo>
                    <a:pt x="17721" y="1012"/>
                  </a:lnTo>
                  <a:lnTo>
                    <a:pt x="35442" y="0"/>
                  </a:lnTo>
                  <a:lnTo>
                    <a:pt x="35442" y="13904"/>
                  </a:lnTo>
                  <a:lnTo>
                    <a:pt x="17721" y="13904"/>
                  </a:lnTo>
                  <a:lnTo>
                    <a:pt x="0" y="13904"/>
                  </a:lnTo>
                  <a:close/>
                </a:path>
              </a:pathLst>
            </a:custGeom>
            <a:solidFill>
              <a:srgbClr val="E8D0BE">
                <a:alpha val="100000"/>
              </a:srgbClr>
            </a:solidFill>
            <a:ln w="4762" cap="rnd">
              <a:solidFill>
                <a:srgbClr val="E8D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8"/>
            <p:cNvSpPr/>
            <p:nvPr/>
          </p:nvSpPr>
          <p:spPr>
            <a:xfrm>
              <a:off x="3402052" y="3331843"/>
              <a:ext cx="17721" cy="14973"/>
            </a:xfrm>
            <a:custGeom>
              <a:avLst/>
              <a:pathLst>
                <a:path w="17721" h="14973">
                  <a:moveTo>
                    <a:pt x="0" y="1068"/>
                  </a:moveTo>
                  <a:lnTo>
                    <a:pt x="17721" y="0"/>
                  </a:lnTo>
                  <a:lnTo>
                    <a:pt x="17721" y="14973"/>
                  </a:lnTo>
                  <a:lnTo>
                    <a:pt x="0" y="14973"/>
                  </a:lnTo>
                  <a:close/>
                </a:path>
              </a:pathLst>
            </a:custGeom>
            <a:solidFill>
              <a:srgbClr val="E7CFBE">
                <a:alpha val="100000"/>
              </a:srgbClr>
            </a:solidFill>
            <a:ln w="4762" cap="rnd">
              <a:solidFill>
                <a:srgbClr val="E7CF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19"/>
            <p:cNvSpPr/>
            <p:nvPr/>
          </p:nvSpPr>
          <p:spPr>
            <a:xfrm>
              <a:off x="3419773" y="3330725"/>
              <a:ext cx="17721" cy="16090"/>
            </a:xfrm>
            <a:custGeom>
              <a:avLst/>
              <a:pathLst>
                <a:path w="17721" h="16090">
                  <a:moveTo>
                    <a:pt x="0" y="1117"/>
                  </a:moveTo>
                  <a:lnTo>
                    <a:pt x="17721" y="0"/>
                  </a:lnTo>
                  <a:lnTo>
                    <a:pt x="17721" y="16090"/>
                  </a:lnTo>
                  <a:lnTo>
                    <a:pt x="0" y="16090"/>
                  </a:lnTo>
                  <a:close/>
                </a:path>
              </a:pathLst>
            </a:custGeom>
            <a:solidFill>
              <a:srgbClr val="E7CFBD">
                <a:alpha val="100000"/>
              </a:srgbClr>
            </a:solidFill>
            <a:ln w="4762" cap="rnd">
              <a:solidFill>
                <a:srgbClr val="E7CF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0"/>
            <p:cNvSpPr/>
            <p:nvPr/>
          </p:nvSpPr>
          <p:spPr>
            <a:xfrm>
              <a:off x="3437495" y="3329518"/>
              <a:ext cx="17721" cy="17298"/>
            </a:xfrm>
            <a:custGeom>
              <a:avLst/>
              <a:pathLst>
                <a:path w="17721" h="17298">
                  <a:moveTo>
                    <a:pt x="0" y="1207"/>
                  </a:moveTo>
                  <a:lnTo>
                    <a:pt x="17721" y="0"/>
                  </a:lnTo>
                  <a:lnTo>
                    <a:pt x="17721" y="17298"/>
                  </a:lnTo>
                  <a:lnTo>
                    <a:pt x="0" y="17298"/>
                  </a:lnTo>
                  <a:close/>
                </a:path>
              </a:pathLst>
            </a:custGeom>
            <a:solidFill>
              <a:srgbClr val="E7CEBD">
                <a:alpha val="100000"/>
              </a:srgbClr>
            </a:solidFill>
            <a:ln w="4762" cap="rnd">
              <a:solidFill>
                <a:srgbClr val="E7CE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1"/>
            <p:cNvSpPr/>
            <p:nvPr/>
          </p:nvSpPr>
          <p:spPr>
            <a:xfrm>
              <a:off x="3455216" y="3326917"/>
              <a:ext cx="35442" cy="19898"/>
            </a:xfrm>
            <a:custGeom>
              <a:avLst/>
              <a:pathLst>
                <a:path w="35442" h="19898">
                  <a:moveTo>
                    <a:pt x="0" y="2600"/>
                  </a:moveTo>
                  <a:lnTo>
                    <a:pt x="17721" y="1327"/>
                  </a:lnTo>
                  <a:lnTo>
                    <a:pt x="35442" y="0"/>
                  </a:lnTo>
                  <a:lnTo>
                    <a:pt x="35442" y="19898"/>
                  </a:lnTo>
                  <a:lnTo>
                    <a:pt x="17721" y="19898"/>
                  </a:lnTo>
                  <a:lnTo>
                    <a:pt x="0" y="19898"/>
                  </a:lnTo>
                  <a:close/>
                </a:path>
              </a:pathLst>
            </a:custGeom>
            <a:solidFill>
              <a:srgbClr val="E7CEBC">
                <a:alpha val="100000"/>
              </a:srgbClr>
            </a:solidFill>
            <a:ln w="4762" cap="rnd">
              <a:solidFill>
                <a:srgbClr val="E7CEB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2"/>
            <p:cNvSpPr/>
            <p:nvPr/>
          </p:nvSpPr>
          <p:spPr>
            <a:xfrm>
              <a:off x="3490659" y="3323993"/>
              <a:ext cx="35442" cy="22822"/>
            </a:xfrm>
            <a:custGeom>
              <a:avLst/>
              <a:pathLst>
                <a:path w="35442" h="22822">
                  <a:moveTo>
                    <a:pt x="0" y="2923"/>
                  </a:moveTo>
                  <a:lnTo>
                    <a:pt x="17721" y="1499"/>
                  </a:lnTo>
                  <a:lnTo>
                    <a:pt x="35442" y="0"/>
                  </a:lnTo>
                  <a:lnTo>
                    <a:pt x="35442" y="22822"/>
                  </a:lnTo>
                  <a:lnTo>
                    <a:pt x="17721" y="22822"/>
                  </a:lnTo>
                  <a:lnTo>
                    <a:pt x="0" y="22822"/>
                  </a:lnTo>
                  <a:close/>
                </a:path>
              </a:pathLst>
            </a:custGeom>
            <a:solidFill>
              <a:srgbClr val="E6CDBB">
                <a:alpha val="100000"/>
              </a:srgbClr>
            </a:solidFill>
            <a:ln w="4762" cap="rnd">
              <a:solidFill>
                <a:srgbClr val="E6CD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3"/>
            <p:cNvSpPr/>
            <p:nvPr/>
          </p:nvSpPr>
          <p:spPr>
            <a:xfrm>
              <a:off x="3526102" y="3322433"/>
              <a:ext cx="17721" cy="24382"/>
            </a:xfrm>
            <a:custGeom>
              <a:avLst/>
              <a:pathLst>
                <a:path w="17721" h="24382">
                  <a:moveTo>
                    <a:pt x="0" y="1559"/>
                  </a:moveTo>
                  <a:lnTo>
                    <a:pt x="17721" y="0"/>
                  </a:lnTo>
                  <a:lnTo>
                    <a:pt x="17721" y="24382"/>
                  </a:lnTo>
                  <a:lnTo>
                    <a:pt x="0" y="24382"/>
                  </a:lnTo>
                  <a:close/>
                </a:path>
              </a:pathLst>
            </a:custGeom>
            <a:solidFill>
              <a:srgbClr val="E6CCBB">
                <a:alpha val="100000"/>
              </a:srgbClr>
            </a:solidFill>
            <a:ln w="4762" cap="rnd">
              <a:solidFill>
                <a:srgbClr val="E6CC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4"/>
            <p:cNvSpPr/>
            <p:nvPr/>
          </p:nvSpPr>
          <p:spPr>
            <a:xfrm>
              <a:off x="3543823" y="3319025"/>
              <a:ext cx="35442" cy="27790"/>
            </a:xfrm>
            <a:custGeom>
              <a:avLst/>
              <a:pathLst>
                <a:path w="35442" h="27790">
                  <a:moveTo>
                    <a:pt x="0" y="3408"/>
                  </a:moveTo>
                  <a:lnTo>
                    <a:pt x="17721" y="1746"/>
                  </a:lnTo>
                  <a:lnTo>
                    <a:pt x="35442" y="0"/>
                  </a:lnTo>
                  <a:lnTo>
                    <a:pt x="35442" y="27790"/>
                  </a:lnTo>
                  <a:lnTo>
                    <a:pt x="17721" y="27790"/>
                  </a:lnTo>
                  <a:lnTo>
                    <a:pt x="0" y="27790"/>
                  </a:lnTo>
                  <a:close/>
                </a:path>
              </a:pathLst>
            </a:custGeom>
            <a:solidFill>
              <a:srgbClr val="E6CCBA">
                <a:alpha val="100000"/>
              </a:srgbClr>
            </a:solidFill>
            <a:ln w="4762" cap="rnd">
              <a:solidFill>
                <a:srgbClr val="E6CCB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5"/>
            <p:cNvSpPr/>
            <p:nvPr/>
          </p:nvSpPr>
          <p:spPr>
            <a:xfrm>
              <a:off x="3579266" y="3317214"/>
              <a:ext cx="17721" cy="29601"/>
            </a:xfrm>
            <a:custGeom>
              <a:avLst/>
              <a:pathLst>
                <a:path w="17721" h="29601">
                  <a:moveTo>
                    <a:pt x="0" y="1811"/>
                  </a:moveTo>
                  <a:lnTo>
                    <a:pt x="17721" y="0"/>
                  </a:lnTo>
                  <a:lnTo>
                    <a:pt x="17721" y="29601"/>
                  </a:lnTo>
                  <a:lnTo>
                    <a:pt x="0" y="29601"/>
                  </a:lnTo>
                  <a:close/>
                </a:path>
              </a:pathLst>
            </a:custGeom>
            <a:solidFill>
              <a:srgbClr val="E6CBB9">
                <a:alpha val="100000"/>
              </a:srgbClr>
            </a:solidFill>
            <a:ln w="4762" cap="rnd">
              <a:solidFill>
                <a:srgbClr val="E6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6"/>
            <p:cNvSpPr/>
            <p:nvPr/>
          </p:nvSpPr>
          <p:spPr>
            <a:xfrm>
              <a:off x="3596987" y="3315296"/>
              <a:ext cx="17721" cy="31519"/>
            </a:xfrm>
            <a:custGeom>
              <a:avLst/>
              <a:pathLst>
                <a:path w="17721" h="31519">
                  <a:moveTo>
                    <a:pt x="0" y="1918"/>
                  </a:moveTo>
                  <a:lnTo>
                    <a:pt x="17721" y="0"/>
                  </a:lnTo>
                  <a:lnTo>
                    <a:pt x="17721" y="31519"/>
                  </a:lnTo>
                  <a:lnTo>
                    <a:pt x="0" y="31519"/>
                  </a:lnTo>
                  <a:close/>
                </a:path>
              </a:pathLst>
            </a:custGeom>
            <a:solidFill>
              <a:srgbClr val="E5CBB9">
                <a:alpha val="100000"/>
              </a:srgbClr>
            </a:solidFill>
            <a:ln w="4762" cap="rnd">
              <a:solidFill>
                <a:srgbClr val="E5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7"/>
            <p:cNvSpPr/>
            <p:nvPr/>
          </p:nvSpPr>
          <p:spPr>
            <a:xfrm>
              <a:off x="3614708" y="3309018"/>
              <a:ext cx="53164" cy="37797"/>
            </a:xfrm>
            <a:custGeom>
              <a:avLst/>
              <a:pathLst>
                <a:path w="53164" h="37797">
                  <a:moveTo>
                    <a:pt x="0" y="6277"/>
                  </a:moveTo>
                  <a:lnTo>
                    <a:pt x="17721" y="4267"/>
                  </a:lnTo>
                  <a:lnTo>
                    <a:pt x="35442" y="2188"/>
                  </a:lnTo>
                  <a:lnTo>
                    <a:pt x="53164" y="0"/>
                  </a:lnTo>
                  <a:lnTo>
                    <a:pt x="53164" y="37797"/>
                  </a:lnTo>
                  <a:lnTo>
                    <a:pt x="35442" y="37797"/>
                  </a:lnTo>
                  <a:lnTo>
                    <a:pt x="17721" y="37797"/>
                  </a:lnTo>
                  <a:lnTo>
                    <a:pt x="0" y="37797"/>
                  </a:lnTo>
                  <a:close/>
                </a:path>
              </a:pathLst>
            </a:custGeom>
            <a:solidFill>
              <a:srgbClr val="E5CAB8">
                <a:alpha val="100000"/>
              </a:srgbClr>
            </a:solidFill>
            <a:ln w="4762" cap="rnd">
              <a:solidFill>
                <a:srgbClr val="E5CA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8"/>
            <p:cNvSpPr/>
            <p:nvPr/>
          </p:nvSpPr>
          <p:spPr>
            <a:xfrm>
              <a:off x="3667873" y="3306731"/>
              <a:ext cx="17721" cy="40084"/>
            </a:xfrm>
            <a:custGeom>
              <a:avLst/>
              <a:pathLst>
                <a:path w="17721" h="40084">
                  <a:moveTo>
                    <a:pt x="0" y="2287"/>
                  </a:moveTo>
                  <a:lnTo>
                    <a:pt x="17721" y="0"/>
                  </a:lnTo>
                  <a:lnTo>
                    <a:pt x="17721" y="40084"/>
                  </a:lnTo>
                  <a:lnTo>
                    <a:pt x="0" y="40084"/>
                  </a:lnTo>
                  <a:close/>
                </a:path>
              </a:pathLst>
            </a:custGeom>
            <a:solidFill>
              <a:srgbClr val="E5C9B7">
                <a:alpha val="100000"/>
              </a:srgbClr>
            </a:solidFill>
            <a:ln w="4762" cap="rnd">
              <a:solidFill>
                <a:srgbClr val="E5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29"/>
            <p:cNvSpPr/>
            <p:nvPr/>
          </p:nvSpPr>
          <p:spPr>
            <a:xfrm>
              <a:off x="3685594" y="3304372"/>
              <a:ext cx="17721" cy="42443"/>
            </a:xfrm>
            <a:custGeom>
              <a:avLst/>
              <a:pathLst>
                <a:path w="17721" h="42443">
                  <a:moveTo>
                    <a:pt x="0" y="2358"/>
                  </a:moveTo>
                  <a:lnTo>
                    <a:pt x="17721" y="0"/>
                  </a:lnTo>
                  <a:lnTo>
                    <a:pt x="17721" y="42443"/>
                  </a:lnTo>
                  <a:lnTo>
                    <a:pt x="0" y="42443"/>
                  </a:lnTo>
                  <a:close/>
                </a:path>
              </a:pathLst>
            </a:custGeom>
            <a:solidFill>
              <a:srgbClr val="E4C9B7">
                <a:alpha val="100000"/>
              </a:srgbClr>
            </a:solidFill>
            <a:ln w="4762" cap="rnd">
              <a:solidFill>
                <a:srgbClr val="E4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0"/>
            <p:cNvSpPr/>
            <p:nvPr/>
          </p:nvSpPr>
          <p:spPr>
            <a:xfrm>
              <a:off x="3703315" y="3299333"/>
              <a:ext cx="35442" cy="47483"/>
            </a:xfrm>
            <a:custGeom>
              <a:avLst/>
              <a:pathLst>
                <a:path w="35442" h="47483">
                  <a:moveTo>
                    <a:pt x="0" y="5039"/>
                  </a:moveTo>
                  <a:lnTo>
                    <a:pt x="17721" y="2571"/>
                  </a:lnTo>
                  <a:lnTo>
                    <a:pt x="35442" y="0"/>
                  </a:lnTo>
                  <a:lnTo>
                    <a:pt x="35442" y="47483"/>
                  </a:lnTo>
                  <a:lnTo>
                    <a:pt x="17721" y="47483"/>
                  </a:lnTo>
                  <a:lnTo>
                    <a:pt x="0" y="47483"/>
                  </a:lnTo>
                  <a:close/>
                </a:path>
              </a:pathLst>
            </a:custGeom>
            <a:solidFill>
              <a:srgbClr val="E4C8B6">
                <a:alpha val="100000"/>
              </a:srgbClr>
            </a:solidFill>
            <a:ln w="4762" cap="rnd">
              <a:solidFill>
                <a:srgbClr val="E4C8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1"/>
            <p:cNvSpPr/>
            <p:nvPr/>
          </p:nvSpPr>
          <p:spPr>
            <a:xfrm>
              <a:off x="3738758" y="3296689"/>
              <a:ext cx="17721" cy="50126"/>
            </a:xfrm>
            <a:custGeom>
              <a:avLst/>
              <a:pathLst>
                <a:path w="17721" h="50126">
                  <a:moveTo>
                    <a:pt x="0" y="2643"/>
                  </a:moveTo>
                  <a:lnTo>
                    <a:pt x="17721" y="0"/>
                  </a:lnTo>
                  <a:lnTo>
                    <a:pt x="17721" y="50126"/>
                  </a:lnTo>
                  <a:lnTo>
                    <a:pt x="0" y="50126"/>
                  </a:lnTo>
                  <a:close/>
                </a:path>
              </a:pathLst>
            </a:custGeom>
            <a:solidFill>
              <a:srgbClr val="E4C8B5">
                <a:alpha val="100000"/>
              </a:srgbClr>
            </a:solidFill>
            <a:ln w="4762" cap="rnd">
              <a:solidFill>
                <a:srgbClr val="E4C8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2"/>
            <p:cNvSpPr/>
            <p:nvPr/>
          </p:nvSpPr>
          <p:spPr>
            <a:xfrm>
              <a:off x="3756479" y="3293938"/>
              <a:ext cx="17721" cy="52877"/>
            </a:xfrm>
            <a:custGeom>
              <a:avLst/>
              <a:pathLst>
                <a:path w="17721" h="52877">
                  <a:moveTo>
                    <a:pt x="0" y="2750"/>
                  </a:moveTo>
                  <a:lnTo>
                    <a:pt x="17721" y="0"/>
                  </a:lnTo>
                  <a:lnTo>
                    <a:pt x="17721" y="52877"/>
                  </a:lnTo>
                  <a:lnTo>
                    <a:pt x="0" y="52877"/>
                  </a:lnTo>
                  <a:close/>
                </a:path>
              </a:pathLst>
            </a:custGeom>
            <a:solidFill>
              <a:srgbClr val="E4C7B5">
                <a:alpha val="100000"/>
              </a:srgbClr>
            </a:solidFill>
            <a:ln w="4762" cap="rnd">
              <a:solidFill>
                <a:srgbClr val="E4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3"/>
            <p:cNvSpPr/>
            <p:nvPr/>
          </p:nvSpPr>
          <p:spPr>
            <a:xfrm>
              <a:off x="3774201" y="3291082"/>
              <a:ext cx="17721" cy="55733"/>
            </a:xfrm>
            <a:custGeom>
              <a:avLst/>
              <a:pathLst>
                <a:path w="17721" h="55733">
                  <a:moveTo>
                    <a:pt x="0" y="2856"/>
                  </a:moveTo>
                  <a:lnTo>
                    <a:pt x="17721" y="0"/>
                  </a:lnTo>
                  <a:lnTo>
                    <a:pt x="17721" y="55733"/>
                  </a:lnTo>
                  <a:lnTo>
                    <a:pt x="0" y="55733"/>
                  </a:lnTo>
                  <a:close/>
                </a:path>
              </a:pathLst>
            </a:custGeom>
            <a:solidFill>
              <a:srgbClr val="E3C7B5">
                <a:alpha val="100000"/>
              </a:srgbClr>
            </a:solidFill>
            <a:ln w="4762" cap="rnd">
              <a:solidFill>
                <a:srgbClr val="E3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4"/>
            <p:cNvSpPr/>
            <p:nvPr/>
          </p:nvSpPr>
          <p:spPr>
            <a:xfrm>
              <a:off x="3791922" y="3285127"/>
              <a:ext cx="35442" cy="61688"/>
            </a:xfrm>
            <a:custGeom>
              <a:avLst/>
              <a:pathLst>
                <a:path w="35442" h="61688">
                  <a:moveTo>
                    <a:pt x="0" y="5955"/>
                  </a:moveTo>
                  <a:lnTo>
                    <a:pt x="17721" y="3028"/>
                  </a:lnTo>
                  <a:lnTo>
                    <a:pt x="35442" y="0"/>
                  </a:lnTo>
                  <a:lnTo>
                    <a:pt x="35442" y="61688"/>
                  </a:lnTo>
                  <a:lnTo>
                    <a:pt x="17721" y="61688"/>
                  </a:lnTo>
                  <a:lnTo>
                    <a:pt x="0" y="61688"/>
                  </a:lnTo>
                  <a:close/>
                </a:path>
              </a:pathLst>
            </a:custGeom>
            <a:solidFill>
              <a:srgbClr val="E3C6B4">
                <a:alpha val="100000"/>
              </a:srgbClr>
            </a:solidFill>
            <a:ln w="4762" cap="rnd">
              <a:solidFill>
                <a:srgbClr val="E3C6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5"/>
            <p:cNvSpPr/>
            <p:nvPr/>
          </p:nvSpPr>
          <p:spPr>
            <a:xfrm>
              <a:off x="3827365" y="3281995"/>
              <a:ext cx="17721" cy="64820"/>
            </a:xfrm>
            <a:custGeom>
              <a:avLst/>
              <a:pathLst>
                <a:path w="17721" h="64820">
                  <a:moveTo>
                    <a:pt x="0" y="3132"/>
                  </a:moveTo>
                  <a:lnTo>
                    <a:pt x="17721" y="0"/>
                  </a:lnTo>
                  <a:lnTo>
                    <a:pt x="17721" y="64820"/>
                  </a:lnTo>
                  <a:lnTo>
                    <a:pt x="0" y="64820"/>
                  </a:lnTo>
                  <a:close/>
                </a:path>
              </a:pathLst>
            </a:custGeom>
            <a:solidFill>
              <a:srgbClr val="E3C6B3">
                <a:alpha val="100000"/>
              </a:srgbClr>
            </a:solidFill>
            <a:ln w="4762" cap="rnd">
              <a:solidFill>
                <a:srgbClr val="E3C6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6"/>
            <p:cNvSpPr/>
            <p:nvPr/>
          </p:nvSpPr>
          <p:spPr>
            <a:xfrm>
              <a:off x="3845086" y="3278795"/>
              <a:ext cx="17721" cy="68020"/>
            </a:xfrm>
            <a:custGeom>
              <a:avLst/>
              <a:pathLst>
                <a:path w="17721" h="68020">
                  <a:moveTo>
                    <a:pt x="0" y="3199"/>
                  </a:moveTo>
                  <a:lnTo>
                    <a:pt x="17721" y="0"/>
                  </a:lnTo>
                  <a:lnTo>
                    <a:pt x="17721" y="68020"/>
                  </a:lnTo>
                  <a:lnTo>
                    <a:pt x="0" y="68020"/>
                  </a:lnTo>
                  <a:close/>
                </a:path>
              </a:pathLst>
            </a:custGeom>
            <a:solidFill>
              <a:srgbClr val="E3C5B3">
                <a:alpha val="100000"/>
              </a:srgbClr>
            </a:solidFill>
            <a:ln w="4762" cap="rnd">
              <a:solidFill>
                <a:srgbClr val="E3C5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7"/>
            <p:cNvSpPr/>
            <p:nvPr/>
          </p:nvSpPr>
          <p:spPr>
            <a:xfrm>
              <a:off x="3862808" y="3275503"/>
              <a:ext cx="17721" cy="71313"/>
            </a:xfrm>
            <a:custGeom>
              <a:avLst/>
              <a:pathLst>
                <a:path w="17721" h="71313">
                  <a:moveTo>
                    <a:pt x="0" y="3292"/>
                  </a:moveTo>
                  <a:lnTo>
                    <a:pt x="17721" y="0"/>
                  </a:lnTo>
                  <a:lnTo>
                    <a:pt x="17721" y="71313"/>
                  </a:lnTo>
                  <a:lnTo>
                    <a:pt x="0" y="71313"/>
                  </a:lnTo>
                  <a:close/>
                </a:path>
              </a:pathLst>
            </a:custGeom>
            <a:solidFill>
              <a:srgbClr val="E3C5B2">
                <a:alpha val="100000"/>
              </a:srgbClr>
            </a:solidFill>
            <a:ln w="4762" cap="rnd">
              <a:solidFill>
                <a:srgbClr val="E3C5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8"/>
            <p:cNvSpPr/>
            <p:nvPr/>
          </p:nvSpPr>
          <p:spPr>
            <a:xfrm>
              <a:off x="3880529" y="3268658"/>
              <a:ext cx="35442" cy="78157"/>
            </a:xfrm>
            <a:custGeom>
              <a:avLst/>
              <a:pathLst>
                <a:path w="35442" h="78157">
                  <a:moveTo>
                    <a:pt x="0" y="6844"/>
                  </a:moveTo>
                  <a:lnTo>
                    <a:pt x="17721" y="3452"/>
                  </a:lnTo>
                  <a:lnTo>
                    <a:pt x="35442" y="0"/>
                  </a:lnTo>
                  <a:lnTo>
                    <a:pt x="35442" y="78157"/>
                  </a:lnTo>
                  <a:lnTo>
                    <a:pt x="17721" y="78157"/>
                  </a:lnTo>
                  <a:lnTo>
                    <a:pt x="0" y="78157"/>
                  </a:lnTo>
                  <a:close/>
                </a:path>
              </a:pathLst>
            </a:custGeom>
            <a:solidFill>
              <a:srgbClr val="E2C4B2">
                <a:alpha val="100000"/>
              </a:srgbClr>
            </a:solidFill>
            <a:ln w="4762" cap="rnd">
              <a:solidFill>
                <a:srgbClr val="E2C4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39"/>
            <p:cNvSpPr/>
            <p:nvPr/>
          </p:nvSpPr>
          <p:spPr>
            <a:xfrm>
              <a:off x="3915972" y="3265124"/>
              <a:ext cx="17721" cy="81691"/>
            </a:xfrm>
            <a:custGeom>
              <a:avLst/>
              <a:pathLst>
                <a:path w="17721" h="81691">
                  <a:moveTo>
                    <a:pt x="0" y="3533"/>
                  </a:moveTo>
                  <a:lnTo>
                    <a:pt x="17721" y="0"/>
                  </a:lnTo>
                  <a:lnTo>
                    <a:pt x="17721" y="81691"/>
                  </a:lnTo>
                  <a:lnTo>
                    <a:pt x="0" y="81691"/>
                  </a:lnTo>
                  <a:close/>
                </a:path>
              </a:pathLst>
            </a:custGeom>
            <a:solidFill>
              <a:srgbClr val="E2C4B1">
                <a:alpha val="100000"/>
              </a:srgbClr>
            </a:solidFill>
            <a:ln w="4762" cap="rnd">
              <a:solidFill>
                <a:srgbClr val="E2C4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0"/>
            <p:cNvSpPr/>
            <p:nvPr/>
          </p:nvSpPr>
          <p:spPr>
            <a:xfrm>
              <a:off x="3933693" y="3261501"/>
              <a:ext cx="17721" cy="85314"/>
            </a:xfrm>
            <a:custGeom>
              <a:avLst/>
              <a:pathLst>
                <a:path w="17721" h="85314">
                  <a:moveTo>
                    <a:pt x="0" y="3623"/>
                  </a:moveTo>
                  <a:lnTo>
                    <a:pt x="17721" y="0"/>
                  </a:lnTo>
                  <a:lnTo>
                    <a:pt x="17721" y="85314"/>
                  </a:lnTo>
                  <a:lnTo>
                    <a:pt x="0" y="85314"/>
                  </a:lnTo>
                  <a:close/>
                </a:path>
              </a:pathLst>
            </a:custGeom>
            <a:solidFill>
              <a:srgbClr val="E2C3B1">
                <a:alpha val="100000"/>
              </a:srgbClr>
            </a:solidFill>
            <a:ln w="4762" cap="rnd">
              <a:solidFill>
                <a:srgbClr val="E2C3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1"/>
            <p:cNvSpPr/>
            <p:nvPr/>
          </p:nvSpPr>
          <p:spPr>
            <a:xfrm>
              <a:off x="3951414" y="3257825"/>
              <a:ext cx="17721" cy="88990"/>
            </a:xfrm>
            <a:custGeom>
              <a:avLst/>
              <a:pathLst>
                <a:path w="17721" h="88990">
                  <a:moveTo>
                    <a:pt x="0" y="3675"/>
                  </a:moveTo>
                  <a:lnTo>
                    <a:pt x="17721" y="0"/>
                  </a:lnTo>
                  <a:lnTo>
                    <a:pt x="17721" y="88990"/>
                  </a:lnTo>
                  <a:lnTo>
                    <a:pt x="0" y="88990"/>
                  </a:lnTo>
                  <a:close/>
                </a:path>
              </a:pathLst>
            </a:custGeom>
            <a:solidFill>
              <a:srgbClr val="E2C3B0">
                <a:alpha val="100000"/>
              </a:srgbClr>
            </a:solidFill>
            <a:ln w="4762" cap="rnd">
              <a:solidFill>
                <a:srgbClr val="E2C3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2"/>
            <p:cNvSpPr/>
            <p:nvPr/>
          </p:nvSpPr>
          <p:spPr>
            <a:xfrm>
              <a:off x="3969136" y="3254083"/>
              <a:ext cx="17721" cy="92732"/>
            </a:xfrm>
            <a:custGeom>
              <a:avLst/>
              <a:pathLst>
                <a:path w="17721" h="92732">
                  <a:moveTo>
                    <a:pt x="0" y="3742"/>
                  </a:moveTo>
                  <a:lnTo>
                    <a:pt x="17721" y="0"/>
                  </a:lnTo>
                  <a:lnTo>
                    <a:pt x="17721" y="92732"/>
                  </a:lnTo>
                  <a:lnTo>
                    <a:pt x="0" y="92732"/>
                  </a:lnTo>
                  <a:close/>
                </a:path>
              </a:pathLst>
            </a:custGeom>
            <a:solidFill>
              <a:srgbClr val="E1C2B0">
                <a:alpha val="100000"/>
              </a:srgbClr>
            </a:solidFill>
            <a:ln w="4762" cap="rnd">
              <a:solidFill>
                <a:srgbClr val="E1C2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3"/>
            <p:cNvSpPr/>
            <p:nvPr/>
          </p:nvSpPr>
          <p:spPr>
            <a:xfrm>
              <a:off x="3986857" y="3250265"/>
              <a:ext cx="17721" cy="96550"/>
            </a:xfrm>
            <a:custGeom>
              <a:avLst/>
              <a:pathLst>
                <a:path w="17721" h="96550">
                  <a:moveTo>
                    <a:pt x="0" y="3817"/>
                  </a:moveTo>
                  <a:lnTo>
                    <a:pt x="17721" y="0"/>
                  </a:lnTo>
                  <a:lnTo>
                    <a:pt x="17721" y="96550"/>
                  </a:lnTo>
                  <a:lnTo>
                    <a:pt x="0" y="96550"/>
                  </a:lnTo>
                  <a:close/>
                </a:path>
              </a:pathLst>
            </a:custGeom>
            <a:solidFill>
              <a:srgbClr val="E1C2AF">
                <a:alpha val="100000"/>
              </a:srgbClr>
            </a:solidFill>
            <a:ln w="4762" cap="rnd">
              <a:solidFill>
                <a:srgbClr val="E1C2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4"/>
            <p:cNvSpPr/>
            <p:nvPr/>
          </p:nvSpPr>
          <p:spPr>
            <a:xfrm>
              <a:off x="4004579" y="3242498"/>
              <a:ext cx="35442" cy="104318"/>
            </a:xfrm>
            <a:custGeom>
              <a:avLst/>
              <a:pathLst>
                <a:path w="35442" h="104318">
                  <a:moveTo>
                    <a:pt x="0" y="7767"/>
                  </a:moveTo>
                  <a:lnTo>
                    <a:pt x="17721" y="3908"/>
                  </a:lnTo>
                  <a:lnTo>
                    <a:pt x="35442" y="0"/>
                  </a:lnTo>
                  <a:lnTo>
                    <a:pt x="35442" y="104318"/>
                  </a:lnTo>
                  <a:lnTo>
                    <a:pt x="17721" y="104318"/>
                  </a:lnTo>
                  <a:lnTo>
                    <a:pt x="0" y="104318"/>
                  </a:lnTo>
                  <a:close/>
                </a:path>
              </a:pathLst>
            </a:custGeom>
            <a:solidFill>
              <a:srgbClr val="E1C1AF">
                <a:alpha val="100000"/>
              </a:srgbClr>
            </a:solidFill>
            <a:ln w="4762" cap="rnd">
              <a:solidFill>
                <a:srgbClr val="E1C1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5"/>
            <p:cNvSpPr/>
            <p:nvPr/>
          </p:nvSpPr>
          <p:spPr>
            <a:xfrm>
              <a:off x="4040021" y="3238533"/>
              <a:ext cx="17721" cy="108282"/>
            </a:xfrm>
            <a:custGeom>
              <a:avLst/>
              <a:pathLst>
                <a:path w="17721" h="108282">
                  <a:moveTo>
                    <a:pt x="0" y="3964"/>
                  </a:moveTo>
                  <a:lnTo>
                    <a:pt x="17721" y="0"/>
                  </a:lnTo>
                  <a:lnTo>
                    <a:pt x="17721" y="108282"/>
                  </a:lnTo>
                  <a:lnTo>
                    <a:pt x="0" y="108282"/>
                  </a:lnTo>
                  <a:close/>
                </a:path>
              </a:pathLst>
            </a:custGeom>
            <a:solidFill>
              <a:srgbClr val="E1C1AE">
                <a:alpha val="100000"/>
              </a:srgbClr>
            </a:solidFill>
            <a:ln w="4762" cap="rnd">
              <a:solidFill>
                <a:srgbClr val="E1C1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6"/>
            <p:cNvSpPr/>
            <p:nvPr/>
          </p:nvSpPr>
          <p:spPr>
            <a:xfrm>
              <a:off x="4057743" y="3234541"/>
              <a:ext cx="17721" cy="112274"/>
            </a:xfrm>
            <a:custGeom>
              <a:avLst/>
              <a:pathLst>
                <a:path w="17721" h="112274">
                  <a:moveTo>
                    <a:pt x="0" y="3992"/>
                  </a:moveTo>
                  <a:lnTo>
                    <a:pt x="17721" y="0"/>
                  </a:lnTo>
                  <a:lnTo>
                    <a:pt x="17721" y="112274"/>
                  </a:lnTo>
                  <a:lnTo>
                    <a:pt x="0" y="112274"/>
                  </a:lnTo>
                  <a:close/>
                </a:path>
              </a:pathLst>
            </a:custGeom>
            <a:solidFill>
              <a:srgbClr val="E0C0AE">
                <a:alpha val="100000"/>
              </a:srgbClr>
            </a:solidFill>
            <a:ln w="4762" cap="rnd">
              <a:solidFill>
                <a:srgbClr val="E0C0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7"/>
            <p:cNvSpPr/>
            <p:nvPr/>
          </p:nvSpPr>
          <p:spPr>
            <a:xfrm>
              <a:off x="4075464" y="3230518"/>
              <a:ext cx="17721" cy="116297"/>
            </a:xfrm>
            <a:custGeom>
              <a:avLst/>
              <a:pathLst>
                <a:path w="17721" h="116297">
                  <a:moveTo>
                    <a:pt x="0" y="4023"/>
                  </a:moveTo>
                  <a:lnTo>
                    <a:pt x="17721" y="0"/>
                  </a:lnTo>
                  <a:lnTo>
                    <a:pt x="17721" y="116297"/>
                  </a:lnTo>
                  <a:lnTo>
                    <a:pt x="0" y="116297"/>
                  </a:lnTo>
                  <a:close/>
                </a:path>
              </a:pathLst>
            </a:custGeom>
            <a:solidFill>
              <a:srgbClr val="E0C0AD">
                <a:alpha val="100000"/>
              </a:srgbClr>
            </a:solidFill>
            <a:ln w="4762" cap="rnd">
              <a:solidFill>
                <a:srgbClr val="E0C0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8"/>
            <p:cNvSpPr/>
            <p:nvPr/>
          </p:nvSpPr>
          <p:spPr>
            <a:xfrm>
              <a:off x="4093185" y="3226463"/>
              <a:ext cx="17721" cy="120352"/>
            </a:xfrm>
            <a:custGeom>
              <a:avLst/>
              <a:pathLst>
                <a:path w="17721" h="120352">
                  <a:moveTo>
                    <a:pt x="0" y="4054"/>
                  </a:moveTo>
                  <a:lnTo>
                    <a:pt x="17721" y="0"/>
                  </a:lnTo>
                  <a:lnTo>
                    <a:pt x="17721" y="120352"/>
                  </a:lnTo>
                  <a:lnTo>
                    <a:pt x="0" y="120352"/>
                  </a:lnTo>
                  <a:close/>
                </a:path>
              </a:pathLst>
            </a:custGeom>
            <a:solidFill>
              <a:srgbClr val="E0BFAD">
                <a:alpha val="100000"/>
              </a:srgbClr>
            </a:solidFill>
            <a:ln w="4762" cap="rnd">
              <a:solidFill>
                <a:srgbClr val="E0BF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49"/>
            <p:cNvSpPr/>
            <p:nvPr/>
          </p:nvSpPr>
          <p:spPr>
            <a:xfrm>
              <a:off x="4110907" y="3218318"/>
              <a:ext cx="35442" cy="128498"/>
            </a:xfrm>
            <a:custGeom>
              <a:avLst/>
              <a:pathLst>
                <a:path w="35442" h="128498">
                  <a:moveTo>
                    <a:pt x="0" y="8145"/>
                  </a:moveTo>
                  <a:lnTo>
                    <a:pt x="17721" y="4078"/>
                  </a:lnTo>
                  <a:lnTo>
                    <a:pt x="35442" y="0"/>
                  </a:lnTo>
                  <a:lnTo>
                    <a:pt x="35442" y="128498"/>
                  </a:lnTo>
                  <a:lnTo>
                    <a:pt x="17721" y="128498"/>
                  </a:lnTo>
                  <a:lnTo>
                    <a:pt x="0" y="128498"/>
                  </a:lnTo>
                  <a:close/>
                </a:path>
              </a:pathLst>
            </a:custGeom>
            <a:solidFill>
              <a:srgbClr val="E0BFAC">
                <a:alpha val="100000"/>
              </a:srgbClr>
            </a:solidFill>
            <a:ln w="4762" cap="rnd">
              <a:solidFill>
                <a:srgbClr val="E0BF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0"/>
            <p:cNvSpPr/>
            <p:nvPr/>
          </p:nvSpPr>
          <p:spPr>
            <a:xfrm>
              <a:off x="4146349" y="3214236"/>
              <a:ext cx="17721" cy="132579"/>
            </a:xfrm>
            <a:custGeom>
              <a:avLst/>
              <a:pathLst>
                <a:path w="17721" h="132579">
                  <a:moveTo>
                    <a:pt x="0" y="4081"/>
                  </a:moveTo>
                  <a:lnTo>
                    <a:pt x="17721" y="0"/>
                  </a:lnTo>
                  <a:lnTo>
                    <a:pt x="17721" y="132579"/>
                  </a:lnTo>
                  <a:lnTo>
                    <a:pt x="0" y="132579"/>
                  </a:lnTo>
                  <a:close/>
                </a:path>
              </a:pathLst>
            </a:custGeom>
            <a:solidFill>
              <a:srgbClr val="DFBEAC">
                <a:alpha val="100000"/>
              </a:srgbClr>
            </a:solidFill>
            <a:ln w="4762" cap="rnd">
              <a:solidFill>
                <a:srgbClr val="DFBE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1"/>
            <p:cNvSpPr/>
            <p:nvPr/>
          </p:nvSpPr>
          <p:spPr>
            <a:xfrm>
              <a:off x="4164071" y="3210160"/>
              <a:ext cx="17721" cy="136655"/>
            </a:xfrm>
            <a:custGeom>
              <a:avLst/>
              <a:pathLst>
                <a:path w="17721" h="136655">
                  <a:moveTo>
                    <a:pt x="0" y="4075"/>
                  </a:moveTo>
                  <a:lnTo>
                    <a:pt x="17721" y="0"/>
                  </a:lnTo>
                  <a:lnTo>
                    <a:pt x="17721" y="136655"/>
                  </a:lnTo>
                  <a:lnTo>
                    <a:pt x="0" y="136655"/>
                  </a:lnTo>
                  <a:close/>
                </a:path>
              </a:pathLst>
            </a:custGeom>
            <a:solidFill>
              <a:srgbClr val="DFBEAB">
                <a:alpha val="100000"/>
              </a:srgbClr>
            </a:solidFill>
            <a:ln w="4762" cap="rnd">
              <a:solidFill>
                <a:srgbClr val="DFBE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2"/>
            <p:cNvSpPr/>
            <p:nvPr/>
          </p:nvSpPr>
          <p:spPr>
            <a:xfrm>
              <a:off x="4181792" y="3206093"/>
              <a:ext cx="17721" cy="140723"/>
            </a:xfrm>
            <a:custGeom>
              <a:avLst/>
              <a:pathLst>
                <a:path w="17721" h="140723">
                  <a:moveTo>
                    <a:pt x="0" y="4067"/>
                  </a:moveTo>
                  <a:lnTo>
                    <a:pt x="17721" y="0"/>
                  </a:lnTo>
                  <a:lnTo>
                    <a:pt x="17721" y="140723"/>
                  </a:lnTo>
                  <a:lnTo>
                    <a:pt x="0" y="140723"/>
                  </a:lnTo>
                  <a:close/>
                </a:path>
              </a:pathLst>
            </a:custGeom>
            <a:solidFill>
              <a:srgbClr val="DFBDAB">
                <a:alpha val="100000"/>
              </a:srgbClr>
            </a:solidFill>
            <a:ln w="4762" cap="rnd">
              <a:solidFill>
                <a:srgbClr val="DFBD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3"/>
            <p:cNvSpPr/>
            <p:nvPr/>
          </p:nvSpPr>
          <p:spPr>
            <a:xfrm>
              <a:off x="4199514" y="3198040"/>
              <a:ext cx="35442" cy="148776"/>
            </a:xfrm>
            <a:custGeom>
              <a:avLst/>
              <a:pathLst>
                <a:path w="35442" h="148776">
                  <a:moveTo>
                    <a:pt x="0" y="8052"/>
                  </a:moveTo>
                  <a:lnTo>
                    <a:pt x="17721" y="4014"/>
                  </a:lnTo>
                  <a:lnTo>
                    <a:pt x="35442" y="0"/>
                  </a:lnTo>
                  <a:lnTo>
                    <a:pt x="35442" y="148776"/>
                  </a:lnTo>
                  <a:lnTo>
                    <a:pt x="17721" y="148776"/>
                  </a:lnTo>
                  <a:lnTo>
                    <a:pt x="0" y="148776"/>
                  </a:lnTo>
                  <a:close/>
                </a:path>
              </a:pathLst>
            </a:custGeom>
            <a:solidFill>
              <a:srgbClr val="DFBDAA">
                <a:alpha val="100000"/>
              </a:srgbClr>
            </a:solidFill>
            <a:ln w="4762" cap="rnd">
              <a:solidFill>
                <a:srgbClr val="DFBD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4"/>
            <p:cNvSpPr/>
            <p:nvPr/>
          </p:nvSpPr>
          <p:spPr>
            <a:xfrm>
              <a:off x="4234956" y="3194052"/>
              <a:ext cx="17721" cy="152763"/>
            </a:xfrm>
            <a:custGeom>
              <a:avLst/>
              <a:pathLst>
                <a:path w="17721" h="152763">
                  <a:moveTo>
                    <a:pt x="0" y="3987"/>
                  </a:moveTo>
                  <a:lnTo>
                    <a:pt x="17721" y="0"/>
                  </a:lnTo>
                  <a:lnTo>
                    <a:pt x="17721" y="152763"/>
                  </a:lnTo>
                  <a:lnTo>
                    <a:pt x="0" y="152763"/>
                  </a:lnTo>
                  <a:close/>
                </a:path>
              </a:pathLst>
            </a:custGeom>
            <a:solidFill>
              <a:srgbClr val="DFBCA9">
                <a:alpha val="100000"/>
              </a:srgbClr>
            </a:solidFill>
            <a:ln w="4762" cap="rnd">
              <a:solidFill>
                <a:srgbClr val="DF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5"/>
            <p:cNvSpPr/>
            <p:nvPr/>
          </p:nvSpPr>
          <p:spPr>
            <a:xfrm>
              <a:off x="4252678" y="3190129"/>
              <a:ext cx="17721" cy="156686"/>
            </a:xfrm>
            <a:custGeom>
              <a:avLst/>
              <a:pathLst>
                <a:path w="17721" h="156686">
                  <a:moveTo>
                    <a:pt x="0" y="3923"/>
                  </a:moveTo>
                  <a:lnTo>
                    <a:pt x="17721" y="0"/>
                  </a:lnTo>
                  <a:lnTo>
                    <a:pt x="17721" y="156686"/>
                  </a:lnTo>
                  <a:lnTo>
                    <a:pt x="0" y="156686"/>
                  </a:lnTo>
                  <a:close/>
                </a:path>
              </a:pathLst>
            </a:custGeom>
            <a:solidFill>
              <a:srgbClr val="DEBCA9">
                <a:alpha val="100000"/>
              </a:srgbClr>
            </a:solidFill>
            <a:ln w="4762" cap="rnd">
              <a:solidFill>
                <a:srgbClr val="DE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g956"/>
            <p:cNvSpPr/>
            <p:nvPr/>
          </p:nvSpPr>
          <p:spPr>
            <a:xfrm>
              <a:off x="4270399" y="3186248"/>
              <a:ext cx="17721" cy="160567"/>
            </a:xfrm>
            <a:custGeom>
              <a:avLst/>
              <a:pathLst>
                <a:path w="17721" h="160567">
                  <a:moveTo>
                    <a:pt x="0" y="3880"/>
                  </a:moveTo>
                  <a:lnTo>
                    <a:pt x="17721" y="0"/>
                  </a:lnTo>
                  <a:lnTo>
                    <a:pt x="17721" y="160567"/>
                  </a:lnTo>
                  <a:lnTo>
                    <a:pt x="0" y="160567"/>
                  </a:lnTo>
                  <a:close/>
                </a:path>
              </a:pathLst>
            </a:custGeom>
            <a:solidFill>
              <a:srgbClr val="DEBBA9">
                <a:alpha val="100000"/>
              </a:srgbClr>
            </a:solidFill>
            <a:ln w="4762" cap="rnd">
              <a:solidFill>
                <a:srgbClr val="DEBB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g957"/>
            <p:cNvSpPr/>
            <p:nvPr/>
          </p:nvSpPr>
          <p:spPr>
            <a:xfrm>
              <a:off x="4288120" y="3178677"/>
              <a:ext cx="35442" cy="168139"/>
            </a:xfrm>
            <a:custGeom>
              <a:avLst/>
              <a:pathLst>
                <a:path w="35442" h="168139">
                  <a:moveTo>
                    <a:pt x="0" y="7571"/>
                  </a:moveTo>
                  <a:lnTo>
                    <a:pt x="17721" y="3736"/>
                  </a:lnTo>
                  <a:lnTo>
                    <a:pt x="35442" y="0"/>
                  </a:lnTo>
                  <a:lnTo>
                    <a:pt x="35442" y="168139"/>
                  </a:lnTo>
                  <a:lnTo>
                    <a:pt x="17721" y="168139"/>
                  </a:lnTo>
                  <a:lnTo>
                    <a:pt x="0" y="168139"/>
                  </a:lnTo>
                  <a:close/>
                </a:path>
              </a:pathLst>
            </a:custGeom>
            <a:solidFill>
              <a:srgbClr val="DEBBA8">
                <a:alpha val="100000"/>
              </a:srgbClr>
            </a:solidFill>
            <a:ln w="4762" cap="rnd">
              <a:solidFill>
                <a:srgbClr val="DEBBA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g958"/>
            <p:cNvSpPr/>
            <p:nvPr/>
          </p:nvSpPr>
          <p:spPr>
            <a:xfrm>
              <a:off x="4323563" y="3175001"/>
              <a:ext cx="17721" cy="171814"/>
            </a:xfrm>
            <a:custGeom>
              <a:avLst/>
              <a:pathLst>
                <a:path w="17721" h="171814">
                  <a:moveTo>
                    <a:pt x="0" y="3675"/>
                  </a:moveTo>
                  <a:lnTo>
                    <a:pt x="17721" y="0"/>
                  </a:lnTo>
                  <a:lnTo>
                    <a:pt x="17721" y="171814"/>
                  </a:lnTo>
                  <a:lnTo>
                    <a:pt x="0" y="171814"/>
                  </a:lnTo>
                  <a:close/>
                </a:path>
              </a:pathLst>
            </a:custGeom>
            <a:solidFill>
              <a:srgbClr val="DEBAA7">
                <a:alpha val="100000"/>
              </a:srgbClr>
            </a:solidFill>
            <a:ln w="4762" cap="rnd">
              <a:solidFill>
                <a:srgbClr val="DE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g959"/>
            <p:cNvSpPr/>
            <p:nvPr/>
          </p:nvSpPr>
          <p:spPr>
            <a:xfrm>
              <a:off x="4341285" y="3171386"/>
              <a:ext cx="17721" cy="175430"/>
            </a:xfrm>
            <a:custGeom>
              <a:avLst/>
              <a:pathLst>
                <a:path w="17721" h="175430">
                  <a:moveTo>
                    <a:pt x="0" y="3615"/>
                  </a:moveTo>
                  <a:lnTo>
                    <a:pt x="17721" y="0"/>
                  </a:lnTo>
                  <a:lnTo>
                    <a:pt x="17721" y="175430"/>
                  </a:lnTo>
                  <a:lnTo>
                    <a:pt x="0" y="175430"/>
                  </a:lnTo>
                  <a:close/>
                </a:path>
              </a:pathLst>
            </a:custGeom>
            <a:solidFill>
              <a:srgbClr val="DDBAA7">
                <a:alpha val="100000"/>
              </a:srgbClr>
            </a:solidFill>
            <a:ln w="4762" cap="rnd">
              <a:solidFill>
                <a:srgbClr val="DD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g960"/>
            <p:cNvSpPr/>
            <p:nvPr/>
          </p:nvSpPr>
          <p:spPr>
            <a:xfrm>
              <a:off x="4359006" y="3167905"/>
              <a:ext cx="17721" cy="178910"/>
            </a:xfrm>
            <a:custGeom>
              <a:avLst/>
              <a:pathLst>
                <a:path w="17721" h="178910">
                  <a:moveTo>
                    <a:pt x="0" y="3480"/>
                  </a:moveTo>
                  <a:lnTo>
                    <a:pt x="17721" y="0"/>
                  </a:lnTo>
                  <a:lnTo>
                    <a:pt x="17721" y="178910"/>
                  </a:lnTo>
                  <a:lnTo>
                    <a:pt x="0" y="178910"/>
                  </a:lnTo>
                  <a:close/>
                </a:path>
              </a:pathLst>
            </a:custGeom>
            <a:solidFill>
              <a:srgbClr val="DDB9A7">
                <a:alpha val="100000"/>
              </a:srgbClr>
            </a:solidFill>
            <a:ln w="4762" cap="rnd">
              <a:solidFill>
                <a:srgbClr val="DDB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g961"/>
            <p:cNvSpPr/>
            <p:nvPr/>
          </p:nvSpPr>
          <p:spPr>
            <a:xfrm>
              <a:off x="4376727" y="3161173"/>
              <a:ext cx="35442" cy="185642"/>
            </a:xfrm>
            <a:custGeom>
              <a:avLst/>
              <a:pathLst>
                <a:path w="35442" h="185642">
                  <a:moveTo>
                    <a:pt x="0" y="6732"/>
                  </a:moveTo>
                  <a:lnTo>
                    <a:pt x="17721" y="3327"/>
                  </a:lnTo>
                  <a:lnTo>
                    <a:pt x="35442" y="0"/>
                  </a:lnTo>
                  <a:lnTo>
                    <a:pt x="35442" y="185642"/>
                  </a:lnTo>
                  <a:lnTo>
                    <a:pt x="17721" y="185642"/>
                  </a:lnTo>
                  <a:lnTo>
                    <a:pt x="0" y="185642"/>
                  </a:lnTo>
                  <a:close/>
                </a:path>
              </a:pathLst>
            </a:custGeom>
            <a:solidFill>
              <a:srgbClr val="DDB9A6">
                <a:alpha val="100000"/>
              </a:srgbClr>
            </a:solidFill>
            <a:ln w="4762" cap="rnd">
              <a:solidFill>
                <a:srgbClr val="DDB9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g962"/>
            <p:cNvSpPr/>
            <p:nvPr/>
          </p:nvSpPr>
          <p:spPr>
            <a:xfrm>
              <a:off x="4412170" y="3158005"/>
              <a:ext cx="17721" cy="188811"/>
            </a:xfrm>
            <a:custGeom>
              <a:avLst/>
              <a:pathLst>
                <a:path w="17721" h="188811">
                  <a:moveTo>
                    <a:pt x="0" y="3168"/>
                  </a:moveTo>
                  <a:lnTo>
                    <a:pt x="17721" y="0"/>
                  </a:lnTo>
                  <a:lnTo>
                    <a:pt x="17721" y="188811"/>
                  </a:lnTo>
                  <a:lnTo>
                    <a:pt x="0" y="188811"/>
                  </a:lnTo>
                  <a:close/>
                </a:path>
              </a:pathLst>
            </a:custGeom>
            <a:solidFill>
              <a:srgbClr val="DDB8A5">
                <a:alpha val="100000"/>
              </a:srgbClr>
            </a:solidFill>
            <a:ln w="4762" cap="rnd">
              <a:solidFill>
                <a:srgbClr val="DD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g963"/>
            <p:cNvSpPr/>
            <p:nvPr/>
          </p:nvSpPr>
          <p:spPr>
            <a:xfrm>
              <a:off x="4429891" y="3154930"/>
              <a:ext cx="17721" cy="191886"/>
            </a:xfrm>
            <a:custGeom>
              <a:avLst/>
              <a:pathLst>
                <a:path w="17721" h="191886">
                  <a:moveTo>
                    <a:pt x="0" y="3074"/>
                  </a:moveTo>
                  <a:lnTo>
                    <a:pt x="17721" y="0"/>
                  </a:lnTo>
                  <a:lnTo>
                    <a:pt x="17721" y="191886"/>
                  </a:lnTo>
                  <a:lnTo>
                    <a:pt x="0" y="191886"/>
                  </a:lnTo>
                  <a:close/>
                </a:path>
              </a:pathLst>
            </a:custGeom>
            <a:solidFill>
              <a:srgbClr val="DCB8A5">
                <a:alpha val="100000"/>
              </a:srgbClr>
            </a:solidFill>
            <a:ln w="4762" cap="rnd">
              <a:solidFill>
                <a:srgbClr val="DC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4"/>
            <p:cNvSpPr/>
            <p:nvPr/>
          </p:nvSpPr>
          <p:spPr>
            <a:xfrm>
              <a:off x="4447613" y="3146439"/>
              <a:ext cx="53164" cy="200377"/>
            </a:xfrm>
            <a:custGeom>
              <a:avLst/>
              <a:pathLst>
                <a:path w="53164" h="200377">
                  <a:moveTo>
                    <a:pt x="0" y="8491"/>
                  </a:moveTo>
                  <a:lnTo>
                    <a:pt x="17721" y="5506"/>
                  </a:lnTo>
                  <a:lnTo>
                    <a:pt x="35442" y="2699"/>
                  </a:lnTo>
                  <a:lnTo>
                    <a:pt x="53164" y="0"/>
                  </a:lnTo>
                  <a:lnTo>
                    <a:pt x="53164" y="200377"/>
                  </a:lnTo>
                  <a:lnTo>
                    <a:pt x="35442" y="200377"/>
                  </a:lnTo>
                  <a:lnTo>
                    <a:pt x="17721" y="200377"/>
                  </a:lnTo>
                  <a:lnTo>
                    <a:pt x="0" y="200377"/>
                  </a:lnTo>
                  <a:close/>
                </a:path>
              </a:pathLst>
            </a:custGeom>
            <a:solidFill>
              <a:srgbClr val="DCB7A4">
                <a:alpha val="100000"/>
              </a:srgbClr>
            </a:solidFill>
            <a:ln w="4762" cap="rnd">
              <a:solidFill>
                <a:srgbClr val="DCB7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g965"/>
            <p:cNvSpPr/>
            <p:nvPr/>
          </p:nvSpPr>
          <p:spPr>
            <a:xfrm>
              <a:off x="4500777" y="3143839"/>
              <a:ext cx="17721" cy="202976"/>
            </a:xfrm>
            <a:custGeom>
              <a:avLst/>
              <a:pathLst>
                <a:path w="17721" h="202976">
                  <a:moveTo>
                    <a:pt x="0" y="2599"/>
                  </a:moveTo>
                  <a:lnTo>
                    <a:pt x="17721" y="0"/>
                  </a:lnTo>
                  <a:lnTo>
                    <a:pt x="17721" y="202976"/>
                  </a:lnTo>
                  <a:lnTo>
                    <a:pt x="0" y="202976"/>
                  </a:lnTo>
                  <a:close/>
                </a:path>
              </a:pathLst>
            </a:custGeom>
            <a:solidFill>
              <a:srgbClr val="DCB6A3">
                <a:alpha val="100000"/>
              </a:srgbClr>
            </a:solidFill>
            <a:ln w="4762" cap="rnd">
              <a:solidFill>
                <a:srgbClr val="DC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g966"/>
            <p:cNvSpPr/>
            <p:nvPr/>
          </p:nvSpPr>
          <p:spPr>
            <a:xfrm>
              <a:off x="4518498" y="3141428"/>
              <a:ext cx="17721" cy="205387"/>
            </a:xfrm>
            <a:custGeom>
              <a:avLst/>
              <a:pathLst>
                <a:path w="17721" h="205387">
                  <a:moveTo>
                    <a:pt x="0" y="2411"/>
                  </a:moveTo>
                  <a:lnTo>
                    <a:pt x="17721" y="0"/>
                  </a:lnTo>
                  <a:lnTo>
                    <a:pt x="17721" y="205387"/>
                  </a:lnTo>
                  <a:lnTo>
                    <a:pt x="0" y="205387"/>
                  </a:lnTo>
                  <a:close/>
                </a:path>
              </a:pathLst>
            </a:custGeom>
            <a:solidFill>
              <a:srgbClr val="DBB6A3">
                <a:alpha val="100000"/>
              </a:srgbClr>
            </a:solidFill>
            <a:ln w="4762" cap="rnd">
              <a:solidFill>
                <a:srgbClr val="DB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g967"/>
            <p:cNvSpPr/>
            <p:nvPr/>
          </p:nvSpPr>
          <p:spPr>
            <a:xfrm>
              <a:off x="4536220" y="3136948"/>
              <a:ext cx="35442" cy="209867"/>
            </a:xfrm>
            <a:custGeom>
              <a:avLst/>
              <a:pathLst>
                <a:path w="35442" h="209867">
                  <a:moveTo>
                    <a:pt x="0" y="4479"/>
                  </a:moveTo>
                  <a:lnTo>
                    <a:pt x="17721" y="2187"/>
                  </a:lnTo>
                  <a:lnTo>
                    <a:pt x="35442" y="0"/>
                  </a:lnTo>
                  <a:lnTo>
                    <a:pt x="35442" y="209867"/>
                  </a:lnTo>
                  <a:lnTo>
                    <a:pt x="17721" y="209867"/>
                  </a:lnTo>
                  <a:lnTo>
                    <a:pt x="0" y="209867"/>
                  </a:lnTo>
                  <a:close/>
                </a:path>
              </a:pathLst>
            </a:custGeom>
            <a:solidFill>
              <a:srgbClr val="DBB5A2">
                <a:alpha val="100000"/>
              </a:srgbClr>
            </a:solidFill>
            <a:ln w="4762" cap="rnd">
              <a:solidFill>
                <a:srgbClr val="DBB5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8"/>
            <p:cNvSpPr/>
            <p:nvPr/>
          </p:nvSpPr>
          <p:spPr>
            <a:xfrm>
              <a:off x="4571662" y="3134950"/>
              <a:ext cx="17721" cy="211865"/>
            </a:xfrm>
            <a:custGeom>
              <a:avLst/>
              <a:pathLst>
                <a:path w="17721" h="211865">
                  <a:moveTo>
                    <a:pt x="0" y="1997"/>
                  </a:moveTo>
                  <a:lnTo>
                    <a:pt x="17721" y="0"/>
                  </a:lnTo>
                  <a:lnTo>
                    <a:pt x="17721" y="211865"/>
                  </a:lnTo>
                  <a:lnTo>
                    <a:pt x="0" y="211865"/>
                  </a:lnTo>
                  <a:close/>
                </a:path>
              </a:pathLst>
            </a:custGeom>
            <a:solidFill>
              <a:srgbClr val="DBB5A1">
                <a:alpha val="100000"/>
              </a:srgbClr>
            </a:solidFill>
            <a:ln w="4762" cap="rnd">
              <a:solidFill>
                <a:srgbClr val="DBB5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g969"/>
            <p:cNvSpPr/>
            <p:nvPr/>
          </p:nvSpPr>
          <p:spPr>
            <a:xfrm>
              <a:off x="4589384" y="3133077"/>
              <a:ext cx="17721" cy="213738"/>
            </a:xfrm>
            <a:custGeom>
              <a:avLst/>
              <a:pathLst>
                <a:path w="17721" h="213738">
                  <a:moveTo>
                    <a:pt x="0" y="1873"/>
                  </a:moveTo>
                  <a:lnTo>
                    <a:pt x="17721" y="0"/>
                  </a:lnTo>
                  <a:lnTo>
                    <a:pt x="17721" y="213738"/>
                  </a:lnTo>
                  <a:lnTo>
                    <a:pt x="0" y="213738"/>
                  </a:lnTo>
                  <a:close/>
                </a:path>
              </a:pathLst>
            </a:custGeom>
            <a:solidFill>
              <a:srgbClr val="DBB4A1">
                <a:alpha val="100000"/>
              </a:srgbClr>
            </a:solidFill>
            <a:ln w="4762" cap="rnd">
              <a:solidFill>
                <a:srgbClr val="DB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g970"/>
            <p:cNvSpPr/>
            <p:nvPr/>
          </p:nvSpPr>
          <p:spPr>
            <a:xfrm>
              <a:off x="4607105" y="3131310"/>
              <a:ext cx="17721" cy="215505"/>
            </a:xfrm>
            <a:custGeom>
              <a:avLst/>
              <a:pathLst>
                <a:path w="17721" h="215505">
                  <a:moveTo>
                    <a:pt x="0" y="1767"/>
                  </a:moveTo>
                  <a:lnTo>
                    <a:pt x="17721" y="0"/>
                  </a:lnTo>
                  <a:lnTo>
                    <a:pt x="17721" y="215505"/>
                  </a:lnTo>
                  <a:lnTo>
                    <a:pt x="0" y="215505"/>
                  </a:lnTo>
                  <a:close/>
                </a:path>
              </a:pathLst>
            </a:custGeom>
            <a:solidFill>
              <a:srgbClr val="DAB4A1">
                <a:alpha val="100000"/>
              </a:srgbClr>
            </a:solidFill>
            <a:ln w="4762" cap="rnd">
              <a:solidFill>
                <a:srgbClr val="DA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g971"/>
            <p:cNvSpPr/>
            <p:nvPr/>
          </p:nvSpPr>
          <p:spPr>
            <a:xfrm>
              <a:off x="4624826" y="3128263"/>
              <a:ext cx="35442" cy="218552"/>
            </a:xfrm>
            <a:custGeom>
              <a:avLst/>
              <a:pathLst>
                <a:path w="35442" h="218552">
                  <a:moveTo>
                    <a:pt x="0" y="3046"/>
                  </a:moveTo>
                  <a:lnTo>
                    <a:pt x="17721" y="1461"/>
                  </a:lnTo>
                  <a:lnTo>
                    <a:pt x="35442" y="0"/>
                  </a:lnTo>
                  <a:lnTo>
                    <a:pt x="35442" y="218552"/>
                  </a:lnTo>
                  <a:lnTo>
                    <a:pt x="17721" y="218552"/>
                  </a:lnTo>
                  <a:lnTo>
                    <a:pt x="0" y="218552"/>
                  </a:lnTo>
                  <a:close/>
                </a:path>
              </a:pathLst>
            </a:custGeom>
            <a:solidFill>
              <a:srgbClr val="DAB3A0">
                <a:alpha val="100000"/>
              </a:srgbClr>
            </a:solidFill>
            <a:ln w="4762" cap="rnd">
              <a:solidFill>
                <a:srgbClr val="DAB3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g972"/>
            <p:cNvSpPr/>
            <p:nvPr/>
          </p:nvSpPr>
          <p:spPr>
            <a:xfrm>
              <a:off x="4660269" y="3126903"/>
              <a:ext cx="17721" cy="219912"/>
            </a:xfrm>
            <a:custGeom>
              <a:avLst/>
              <a:pathLst>
                <a:path w="17721" h="219912">
                  <a:moveTo>
                    <a:pt x="0" y="1360"/>
                  </a:moveTo>
                  <a:lnTo>
                    <a:pt x="17721" y="0"/>
                  </a:lnTo>
                  <a:lnTo>
                    <a:pt x="17721" y="219912"/>
                  </a:lnTo>
                  <a:lnTo>
                    <a:pt x="0" y="219912"/>
                  </a:lnTo>
                  <a:close/>
                </a:path>
              </a:pathLst>
            </a:custGeom>
            <a:solidFill>
              <a:srgbClr val="DAB39F">
                <a:alpha val="100000"/>
              </a:srgbClr>
            </a:solidFill>
            <a:ln w="4762" cap="rnd">
              <a:solidFill>
                <a:srgbClr val="DAB3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g973"/>
            <p:cNvSpPr/>
            <p:nvPr/>
          </p:nvSpPr>
          <p:spPr>
            <a:xfrm>
              <a:off x="4677991" y="3125709"/>
              <a:ext cx="17721" cy="221106"/>
            </a:xfrm>
            <a:custGeom>
              <a:avLst/>
              <a:pathLst>
                <a:path w="17721" h="221106">
                  <a:moveTo>
                    <a:pt x="0" y="1194"/>
                  </a:moveTo>
                  <a:lnTo>
                    <a:pt x="17721" y="0"/>
                  </a:lnTo>
                  <a:lnTo>
                    <a:pt x="17721" y="221106"/>
                  </a:lnTo>
                  <a:lnTo>
                    <a:pt x="0" y="221106"/>
                  </a:lnTo>
                  <a:close/>
                </a:path>
              </a:pathLst>
            </a:custGeom>
            <a:solidFill>
              <a:srgbClr val="DAB29F">
                <a:alpha val="100000"/>
              </a:srgbClr>
            </a:solidFill>
            <a:ln w="4762" cap="rnd">
              <a:solidFill>
                <a:srgbClr val="DA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g974"/>
            <p:cNvSpPr/>
            <p:nvPr/>
          </p:nvSpPr>
          <p:spPr>
            <a:xfrm>
              <a:off x="4695712" y="3124631"/>
              <a:ext cx="17721" cy="222184"/>
            </a:xfrm>
            <a:custGeom>
              <a:avLst/>
              <a:pathLst>
                <a:path w="17721" h="222184">
                  <a:moveTo>
                    <a:pt x="0" y="1077"/>
                  </a:moveTo>
                  <a:lnTo>
                    <a:pt x="17721" y="0"/>
                  </a:lnTo>
                  <a:lnTo>
                    <a:pt x="17721" y="222184"/>
                  </a:lnTo>
                  <a:lnTo>
                    <a:pt x="0" y="222184"/>
                  </a:lnTo>
                  <a:close/>
                </a:path>
              </a:pathLst>
            </a:custGeom>
            <a:solidFill>
              <a:srgbClr val="D9B29F">
                <a:alpha val="100000"/>
              </a:srgbClr>
            </a:solidFill>
            <a:ln w="4762" cap="rnd">
              <a:solidFill>
                <a:srgbClr val="D9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g975"/>
            <p:cNvSpPr/>
            <p:nvPr/>
          </p:nvSpPr>
          <p:spPr>
            <a:xfrm>
              <a:off x="4713433" y="3122798"/>
              <a:ext cx="35442" cy="224017"/>
            </a:xfrm>
            <a:custGeom>
              <a:avLst/>
              <a:pathLst>
                <a:path w="35442" h="224017">
                  <a:moveTo>
                    <a:pt x="0" y="1832"/>
                  </a:moveTo>
                  <a:lnTo>
                    <a:pt x="17721" y="845"/>
                  </a:lnTo>
                  <a:lnTo>
                    <a:pt x="35442" y="0"/>
                  </a:lnTo>
                  <a:lnTo>
                    <a:pt x="35442" y="224017"/>
                  </a:lnTo>
                  <a:lnTo>
                    <a:pt x="17721" y="224017"/>
                  </a:lnTo>
                  <a:lnTo>
                    <a:pt x="0" y="224017"/>
                  </a:lnTo>
                  <a:close/>
                </a:path>
              </a:pathLst>
            </a:custGeom>
            <a:solidFill>
              <a:srgbClr val="D9B19E">
                <a:alpha val="100000"/>
              </a:srgbClr>
            </a:solidFill>
            <a:ln w="4762" cap="rnd">
              <a:solidFill>
                <a:srgbClr val="D9B1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g976"/>
            <p:cNvSpPr/>
            <p:nvPr/>
          </p:nvSpPr>
          <p:spPr>
            <a:xfrm>
              <a:off x="4748876" y="3122054"/>
              <a:ext cx="17721" cy="224761"/>
            </a:xfrm>
            <a:custGeom>
              <a:avLst/>
              <a:pathLst>
                <a:path w="17721" h="224761">
                  <a:moveTo>
                    <a:pt x="0" y="744"/>
                  </a:moveTo>
                  <a:lnTo>
                    <a:pt x="17721" y="0"/>
                  </a:lnTo>
                  <a:lnTo>
                    <a:pt x="17721" y="224761"/>
                  </a:lnTo>
                  <a:lnTo>
                    <a:pt x="0" y="224761"/>
                  </a:lnTo>
                  <a:close/>
                </a:path>
              </a:pathLst>
            </a:custGeom>
            <a:solidFill>
              <a:srgbClr val="D9B19D">
                <a:alpha val="100000"/>
              </a:srgbClr>
            </a:solidFill>
            <a:ln w="4762" cap="rnd">
              <a:solidFill>
                <a:srgbClr val="D9B1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g977"/>
            <p:cNvSpPr/>
            <p:nvPr/>
          </p:nvSpPr>
          <p:spPr>
            <a:xfrm>
              <a:off x="4766597" y="3121385"/>
              <a:ext cx="17721" cy="225431"/>
            </a:xfrm>
            <a:custGeom>
              <a:avLst/>
              <a:pathLst>
                <a:path w="17721" h="225431">
                  <a:moveTo>
                    <a:pt x="0" y="669"/>
                  </a:moveTo>
                  <a:lnTo>
                    <a:pt x="17721" y="0"/>
                  </a:lnTo>
                  <a:lnTo>
                    <a:pt x="17721" y="225431"/>
                  </a:lnTo>
                  <a:lnTo>
                    <a:pt x="0" y="225431"/>
                  </a:lnTo>
                  <a:close/>
                </a:path>
              </a:pathLst>
            </a:custGeom>
            <a:solidFill>
              <a:srgbClr val="D9B09D">
                <a:alpha val="100000"/>
              </a:srgbClr>
            </a:solidFill>
            <a:ln w="4762" cap="rnd">
              <a:solidFill>
                <a:srgbClr val="D9B0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g978"/>
            <p:cNvSpPr/>
            <p:nvPr/>
          </p:nvSpPr>
          <p:spPr>
            <a:xfrm>
              <a:off x="4784319" y="3120344"/>
              <a:ext cx="35442" cy="226471"/>
            </a:xfrm>
            <a:custGeom>
              <a:avLst/>
              <a:pathLst>
                <a:path w="35442" h="226471">
                  <a:moveTo>
                    <a:pt x="0" y="1040"/>
                  </a:moveTo>
                  <a:lnTo>
                    <a:pt x="17721" y="481"/>
                  </a:lnTo>
                  <a:lnTo>
                    <a:pt x="35442" y="0"/>
                  </a:lnTo>
                  <a:lnTo>
                    <a:pt x="35442" y="226471"/>
                  </a:lnTo>
                  <a:lnTo>
                    <a:pt x="17721" y="226471"/>
                  </a:lnTo>
                  <a:lnTo>
                    <a:pt x="0" y="226471"/>
                  </a:lnTo>
                  <a:close/>
                </a:path>
              </a:pathLst>
            </a:custGeom>
            <a:solidFill>
              <a:srgbClr val="D8B09C">
                <a:alpha val="100000"/>
              </a:srgbClr>
            </a:solidFill>
            <a:ln w="4762" cap="rnd">
              <a:solidFill>
                <a:srgbClr val="D8B0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g979"/>
            <p:cNvSpPr/>
            <p:nvPr/>
          </p:nvSpPr>
          <p:spPr>
            <a:xfrm>
              <a:off x="4819761" y="3119917"/>
              <a:ext cx="17721" cy="226899"/>
            </a:xfrm>
            <a:custGeom>
              <a:avLst/>
              <a:pathLst>
                <a:path w="17721" h="226899">
                  <a:moveTo>
                    <a:pt x="0" y="427"/>
                  </a:moveTo>
                  <a:lnTo>
                    <a:pt x="17721" y="0"/>
                  </a:lnTo>
                  <a:lnTo>
                    <a:pt x="17721" y="226899"/>
                  </a:lnTo>
                  <a:lnTo>
                    <a:pt x="0" y="226899"/>
                  </a:lnTo>
                  <a:close/>
                </a:path>
              </a:pathLst>
            </a:custGeom>
            <a:solidFill>
              <a:srgbClr val="D8AF9C">
                <a:alpha val="100000"/>
              </a:srgbClr>
            </a:solidFill>
            <a:ln w="4762" cap="rnd">
              <a:solidFill>
                <a:srgbClr val="D8AF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g980"/>
            <p:cNvSpPr/>
            <p:nvPr/>
          </p:nvSpPr>
          <p:spPr>
            <a:xfrm>
              <a:off x="4837483" y="3119562"/>
              <a:ext cx="17721" cy="227253"/>
            </a:xfrm>
            <a:custGeom>
              <a:avLst/>
              <a:pathLst>
                <a:path w="17721" h="227253">
                  <a:moveTo>
                    <a:pt x="0" y="354"/>
                  </a:moveTo>
                  <a:lnTo>
                    <a:pt x="17721" y="0"/>
                  </a:lnTo>
                  <a:lnTo>
                    <a:pt x="17721" y="227253"/>
                  </a:lnTo>
                  <a:lnTo>
                    <a:pt x="0" y="227253"/>
                  </a:lnTo>
                  <a:close/>
                </a:path>
              </a:pathLst>
            </a:custGeom>
            <a:solidFill>
              <a:srgbClr val="D8AF9B">
                <a:alpha val="100000"/>
              </a:srgbClr>
            </a:solidFill>
            <a:ln w="4762" cap="rnd">
              <a:solidFill>
                <a:srgbClr val="D8AF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g981"/>
            <p:cNvSpPr/>
            <p:nvPr/>
          </p:nvSpPr>
          <p:spPr>
            <a:xfrm>
              <a:off x="4855204" y="3119255"/>
              <a:ext cx="17721" cy="227560"/>
            </a:xfrm>
            <a:custGeom>
              <a:avLst/>
              <a:pathLst>
                <a:path w="17721" h="227560">
                  <a:moveTo>
                    <a:pt x="0" y="306"/>
                  </a:moveTo>
                  <a:lnTo>
                    <a:pt x="17721" y="0"/>
                  </a:lnTo>
                  <a:lnTo>
                    <a:pt x="17721" y="227560"/>
                  </a:lnTo>
                  <a:lnTo>
                    <a:pt x="0" y="227560"/>
                  </a:lnTo>
                  <a:close/>
                </a:path>
              </a:pathLst>
            </a:custGeom>
            <a:solidFill>
              <a:srgbClr val="D8AE9B">
                <a:alpha val="100000"/>
              </a:srgbClr>
            </a:solidFill>
            <a:ln w="4762" cap="rnd">
              <a:solidFill>
                <a:srgbClr val="D8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g982"/>
            <p:cNvSpPr/>
            <p:nvPr/>
          </p:nvSpPr>
          <p:spPr>
            <a:xfrm>
              <a:off x="4872926" y="3118730"/>
              <a:ext cx="35442" cy="228085"/>
            </a:xfrm>
            <a:custGeom>
              <a:avLst/>
              <a:pathLst>
                <a:path w="35442" h="228085">
                  <a:moveTo>
                    <a:pt x="0" y="524"/>
                  </a:moveTo>
                  <a:lnTo>
                    <a:pt x="17721" y="246"/>
                  </a:lnTo>
                  <a:lnTo>
                    <a:pt x="35442" y="0"/>
                  </a:lnTo>
                  <a:lnTo>
                    <a:pt x="35442" y="228085"/>
                  </a:lnTo>
                  <a:lnTo>
                    <a:pt x="17721" y="228085"/>
                  </a:lnTo>
                  <a:lnTo>
                    <a:pt x="0" y="228085"/>
                  </a:lnTo>
                  <a:close/>
                </a:path>
              </a:pathLst>
            </a:custGeom>
            <a:solidFill>
              <a:srgbClr val="D7AE9A">
                <a:alpha val="100000"/>
              </a:srgbClr>
            </a:solidFill>
            <a:ln w="4762" cap="rnd">
              <a:solidFill>
                <a:srgbClr val="D7AE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g983"/>
            <p:cNvSpPr/>
            <p:nvPr/>
          </p:nvSpPr>
          <p:spPr>
            <a:xfrm>
              <a:off x="4908368" y="3118494"/>
              <a:ext cx="17721" cy="228321"/>
            </a:xfrm>
            <a:custGeom>
              <a:avLst/>
              <a:pathLst>
                <a:path w="17721" h="228321">
                  <a:moveTo>
                    <a:pt x="0" y="236"/>
                  </a:moveTo>
                  <a:lnTo>
                    <a:pt x="17721" y="0"/>
                  </a:lnTo>
                  <a:lnTo>
                    <a:pt x="17721" y="228321"/>
                  </a:lnTo>
                  <a:lnTo>
                    <a:pt x="0" y="228321"/>
                  </a:lnTo>
                  <a:close/>
                </a:path>
              </a:pathLst>
            </a:custGeom>
            <a:solidFill>
              <a:srgbClr val="D7AD9A">
                <a:alpha val="100000"/>
              </a:srgbClr>
            </a:solidFill>
            <a:ln w="4762" cap="rnd">
              <a:solidFill>
                <a:srgbClr val="D7A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g984"/>
            <p:cNvSpPr/>
            <p:nvPr/>
          </p:nvSpPr>
          <p:spPr>
            <a:xfrm>
              <a:off x="4926090" y="3118257"/>
              <a:ext cx="17721" cy="228558"/>
            </a:xfrm>
            <a:custGeom>
              <a:avLst/>
              <a:pathLst>
                <a:path w="17721" h="228558">
                  <a:moveTo>
                    <a:pt x="0" y="236"/>
                  </a:moveTo>
                  <a:lnTo>
                    <a:pt x="17721" y="0"/>
                  </a:lnTo>
                  <a:lnTo>
                    <a:pt x="17721" y="228558"/>
                  </a:lnTo>
                  <a:lnTo>
                    <a:pt x="0" y="228558"/>
                  </a:lnTo>
                  <a:close/>
                </a:path>
              </a:pathLst>
            </a:custGeom>
            <a:solidFill>
              <a:srgbClr val="D7AD99">
                <a:alpha val="100000"/>
              </a:srgbClr>
            </a:solidFill>
            <a:ln w="4762" cap="rnd">
              <a:solidFill>
                <a:srgbClr val="D7AD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g985"/>
            <p:cNvSpPr/>
            <p:nvPr/>
          </p:nvSpPr>
          <p:spPr>
            <a:xfrm>
              <a:off x="4943811" y="3118009"/>
              <a:ext cx="17721" cy="228806"/>
            </a:xfrm>
            <a:custGeom>
              <a:avLst/>
              <a:pathLst>
                <a:path w="17721" h="228806">
                  <a:moveTo>
                    <a:pt x="0" y="247"/>
                  </a:moveTo>
                  <a:lnTo>
                    <a:pt x="17721" y="0"/>
                  </a:lnTo>
                  <a:lnTo>
                    <a:pt x="17721" y="228806"/>
                  </a:lnTo>
                  <a:lnTo>
                    <a:pt x="0" y="228806"/>
                  </a:lnTo>
                  <a:close/>
                </a:path>
              </a:pathLst>
            </a:custGeom>
            <a:solidFill>
              <a:srgbClr val="D7AC99">
                <a:alpha val="100000"/>
              </a:srgbClr>
            </a:solidFill>
            <a:ln w="4762" cap="rnd">
              <a:solidFill>
                <a:srgbClr val="D7AC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g986"/>
            <p:cNvSpPr/>
            <p:nvPr/>
          </p:nvSpPr>
          <p:spPr>
            <a:xfrm>
              <a:off x="4961532" y="3117416"/>
              <a:ext cx="35442" cy="229399"/>
            </a:xfrm>
            <a:custGeom>
              <a:avLst/>
              <a:pathLst>
                <a:path w="35442" h="229399">
                  <a:moveTo>
                    <a:pt x="0" y="593"/>
                  </a:moveTo>
                  <a:lnTo>
                    <a:pt x="17721" y="311"/>
                  </a:lnTo>
                  <a:lnTo>
                    <a:pt x="35442" y="0"/>
                  </a:lnTo>
                  <a:lnTo>
                    <a:pt x="35442" y="229399"/>
                  </a:lnTo>
                  <a:lnTo>
                    <a:pt x="17721" y="229399"/>
                  </a:lnTo>
                  <a:lnTo>
                    <a:pt x="0" y="229399"/>
                  </a:lnTo>
                  <a:close/>
                </a:path>
              </a:pathLst>
            </a:custGeom>
            <a:solidFill>
              <a:srgbClr val="D6AC98">
                <a:alpha val="100000"/>
              </a:srgbClr>
            </a:solidFill>
            <a:ln w="4762" cap="rnd">
              <a:solidFill>
                <a:srgbClr val="D6AC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g987"/>
            <p:cNvSpPr/>
            <p:nvPr/>
          </p:nvSpPr>
          <p:spPr>
            <a:xfrm>
              <a:off x="4996975" y="3116603"/>
              <a:ext cx="35442" cy="230212"/>
            </a:xfrm>
            <a:custGeom>
              <a:avLst/>
              <a:pathLst>
                <a:path w="35442" h="230212">
                  <a:moveTo>
                    <a:pt x="0" y="813"/>
                  </a:moveTo>
                  <a:lnTo>
                    <a:pt x="17721" y="447"/>
                  </a:lnTo>
                  <a:lnTo>
                    <a:pt x="35442" y="0"/>
                  </a:lnTo>
                  <a:lnTo>
                    <a:pt x="35442" y="230212"/>
                  </a:lnTo>
                  <a:lnTo>
                    <a:pt x="17721" y="230212"/>
                  </a:lnTo>
                  <a:lnTo>
                    <a:pt x="0" y="230212"/>
                  </a:lnTo>
                  <a:close/>
                </a:path>
              </a:pathLst>
            </a:custGeom>
            <a:solidFill>
              <a:srgbClr val="D6AB97">
                <a:alpha val="100000"/>
              </a:srgbClr>
            </a:solidFill>
            <a:ln w="4762" cap="rnd">
              <a:solidFill>
                <a:srgbClr val="D6AB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g988"/>
            <p:cNvSpPr/>
            <p:nvPr/>
          </p:nvSpPr>
          <p:spPr>
            <a:xfrm>
              <a:off x="5032418" y="3116094"/>
              <a:ext cx="17721" cy="230721"/>
            </a:xfrm>
            <a:custGeom>
              <a:avLst/>
              <a:pathLst>
                <a:path w="17721" h="230721">
                  <a:moveTo>
                    <a:pt x="0" y="508"/>
                  </a:moveTo>
                  <a:lnTo>
                    <a:pt x="17721" y="0"/>
                  </a:lnTo>
                  <a:lnTo>
                    <a:pt x="17721" y="230721"/>
                  </a:lnTo>
                  <a:lnTo>
                    <a:pt x="0" y="230721"/>
                  </a:lnTo>
                  <a:close/>
                </a:path>
              </a:pathLst>
            </a:custGeom>
            <a:solidFill>
              <a:srgbClr val="D6AA97">
                <a:alpha val="100000"/>
              </a:srgbClr>
            </a:solidFill>
            <a:ln w="4762" cap="rnd">
              <a:solidFill>
                <a:srgbClr val="D6AA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g989"/>
            <p:cNvSpPr/>
            <p:nvPr/>
          </p:nvSpPr>
          <p:spPr>
            <a:xfrm>
              <a:off x="5050139" y="3114755"/>
              <a:ext cx="35442" cy="232060"/>
            </a:xfrm>
            <a:custGeom>
              <a:avLst/>
              <a:pathLst>
                <a:path w="35442" h="232060">
                  <a:moveTo>
                    <a:pt x="0" y="1338"/>
                  </a:moveTo>
                  <a:lnTo>
                    <a:pt x="17721" y="734"/>
                  </a:lnTo>
                  <a:lnTo>
                    <a:pt x="35442" y="0"/>
                  </a:lnTo>
                  <a:lnTo>
                    <a:pt x="35442" y="232060"/>
                  </a:lnTo>
                  <a:lnTo>
                    <a:pt x="17721" y="232060"/>
                  </a:lnTo>
                  <a:lnTo>
                    <a:pt x="0" y="232060"/>
                  </a:lnTo>
                  <a:close/>
                </a:path>
              </a:pathLst>
            </a:custGeom>
            <a:solidFill>
              <a:srgbClr val="D5AA96">
                <a:alpha val="100000"/>
              </a:srgbClr>
            </a:solidFill>
            <a:ln w="4762" cap="rnd">
              <a:solidFill>
                <a:srgbClr val="D5AA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g990"/>
            <p:cNvSpPr/>
            <p:nvPr/>
          </p:nvSpPr>
          <p:spPr>
            <a:xfrm>
              <a:off x="5085582" y="3112970"/>
              <a:ext cx="35442" cy="233845"/>
            </a:xfrm>
            <a:custGeom>
              <a:avLst/>
              <a:pathLst>
                <a:path w="35442" h="233845">
                  <a:moveTo>
                    <a:pt x="0" y="1785"/>
                  </a:moveTo>
                  <a:lnTo>
                    <a:pt x="17721" y="958"/>
                  </a:lnTo>
                  <a:lnTo>
                    <a:pt x="35442" y="0"/>
                  </a:lnTo>
                  <a:lnTo>
                    <a:pt x="35442" y="233845"/>
                  </a:lnTo>
                  <a:lnTo>
                    <a:pt x="17721" y="233845"/>
                  </a:lnTo>
                  <a:lnTo>
                    <a:pt x="0" y="233845"/>
                  </a:lnTo>
                  <a:close/>
                </a:path>
              </a:pathLst>
            </a:custGeom>
            <a:solidFill>
              <a:srgbClr val="D5A995">
                <a:alpha val="100000"/>
              </a:srgbClr>
            </a:solidFill>
            <a:ln w="4762" cap="rnd">
              <a:solidFill>
                <a:srgbClr val="D5A9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g991"/>
            <p:cNvSpPr/>
            <p:nvPr/>
          </p:nvSpPr>
          <p:spPr>
            <a:xfrm>
              <a:off x="5121025" y="3111832"/>
              <a:ext cx="17721" cy="234984"/>
            </a:xfrm>
            <a:custGeom>
              <a:avLst/>
              <a:pathLst>
                <a:path w="17721" h="234984">
                  <a:moveTo>
                    <a:pt x="0" y="1138"/>
                  </a:moveTo>
                  <a:lnTo>
                    <a:pt x="17721" y="0"/>
                  </a:lnTo>
                  <a:lnTo>
                    <a:pt x="17721" y="234984"/>
                  </a:lnTo>
                  <a:lnTo>
                    <a:pt x="0" y="234984"/>
                  </a:lnTo>
                  <a:close/>
                </a:path>
              </a:pathLst>
            </a:custGeom>
            <a:solidFill>
              <a:srgbClr val="D5A895">
                <a:alpha val="100000"/>
              </a:srgbClr>
            </a:solidFill>
            <a:ln w="4762" cap="rnd">
              <a:solidFill>
                <a:srgbClr val="D5A8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g992"/>
            <p:cNvSpPr/>
            <p:nvPr/>
          </p:nvSpPr>
          <p:spPr>
            <a:xfrm>
              <a:off x="5138746" y="3109152"/>
              <a:ext cx="35442" cy="237664"/>
            </a:xfrm>
            <a:custGeom>
              <a:avLst/>
              <a:pathLst>
                <a:path w="35442" h="237664">
                  <a:moveTo>
                    <a:pt x="0" y="2680"/>
                  </a:moveTo>
                  <a:lnTo>
                    <a:pt x="17721" y="1421"/>
                  </a:lnTo>
                  <a:lnTo>
                    <a:pt x="35442" y="0"/>
                  </a:lnTo>
                  <a:lnTo>
                    <a:pt x="35442" y="237664"/>
                  </a:lnTo>
                  <a:lnTo>
                    <a:pt x="17721" y="237664"/>
                  </a:lnTo>
                  <a:lnTo>
                    <a:pt x="0" y="237664"/>
                  </a:lnTo>
                  <a:close/>
                </a:path>
              </a:pathLst>
            </a:custGeom>
            <a:solidFill>
              <a:srgbClr val="D4A894">
                <a:alpha val="100000"/>
              </a:srgbClr>
            </a:solidFill>
            <a:ln w="4762" cap="rnd">
              <a:solidFill>
                <a:srgbClr val="D4A8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g993"/>
            <p:cNvSpPr/>
            <p:nvPr/>
          </p:nvSpPr>
          <p:spPr>
            <a:xfrm>
              <a:off x="5174189" y="3105712"/>
              <a:ext cx="35442" cy="241103"/>
            </a:xfrm>
            <a:custGeom>
              <a:avLst/>
              <a:pathLst>
                <a:path w="35442" h="241103">
                  <a:moveTo>
                    <a:pt x="0" y="3439"/>
                  </a:moveTo>
                  <a:lnTo>
                    <a:pt x="17721" y="1791"/>
                  </a:lnTo>
                  <a:lnTo>
                    <a:pt x="35442" y="0"/>
                  </a:lnTo>
                  <a:lnTo>
                    <a:pt x="35442" y="241103"/>
                  </a:lnTo>
                  <a:lnTo>
                    <a:pt x="17721" y="241103"/>
                  </a:lnTo>
                  <a:lnTo>
                    <a:pt x="0" y="241103"/>
                  </a:lnTo>
                  <a:close/>
                </a:path>
              </a:pathLst>
            </a:custGeom>
            <a:solidFill>
              <a:srgbClr val="D4A793">
                <a:alpha val="100000"/>
              </a:srgbClr>
            </a:solidFill>
            <a:ln w="4762" cap="rnd">
              <a:solidFill>
                <a:srgbClr val="D4A7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g994"/>
            <p:cNvSpPr/>
            <p:nvPr/>
          </p:nvSpPr>
          <p:spPr>
            <a:xfrm>
              <a:off x="5209632" y="3103734"/>
              <a:ext cx="17721" cy="243081"/>
            </a:xfrm>
            <a:custGeom>
              <a:avLst/>
              <a:pathLst>
                <a:path w="17721" h="243081">
                  <a:moveTo>
                    <a:pt x="0" y="1978"/>
                  </a:moveTo>
                  <a:lnTo>
                    <a:pt x="17721" y="0"/>
                  </a:lnTo>
                  <a:lnTo>
                    <a:pt x="17721" y="243081"/>
                  </a:lnTo>
                  <a:lnTo>
                    <a:pt x="0" y="243081"/>
                  </a:lnTo>
                  <a:close/>
                </a:path>
              </a:pathLst>
            </a:custGeom>
            <a:solidFill>
              <a:srgbClr val="D4A692">
                <a:alpha val="100000"/>
              </a:srgbClr>
            </a:solidFill>
            <a:ln w="4762" cap="rnd">
              <a:solidFill>
                <a:srgbClr val="D4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g995"/>
            <p:cNvSpPr/>
            <p:nvPr/>
          </p:nvSpPr>
          <p:spPr>
            <a:xfrm>
              <a:off x="5227353" y="3099081"/>
              <a:ext cx="35442" cy="247734"/>
            </a:xfrm>
            <a:custGeom>
              <a:avLst/>
              <a:pathLst>
                <a:path w="35442" h="247734">
                  <a:moveTo>
                    <a:pt x="0" y="4653"/>
                  </a:moveTo>
                  <a:lnTo>
                    <a:pt x="17721" y="2408"/>
                  </a:lnTo>
                  <a:lnTo>
                    <a:pt x="35442" y="0"/>
                  </a:lnTo>
                  <a:lnTo>
                    <a:pt x="35442" y="247734"/>
                  </a:lnTo>
                  <a:lnTo>
                    <a:pt x="17721" y="247734"/>
                  </a:lnTo>
                  <a:lnTo>
                    <a:pt x="0" y="247734"/>
                  </a:lnTo>
                  <a:close/>
                </a:path>
              </a:pathLst>
            </a:custGeom>
            <a:solidFill>
              <a:srgbClr val="D3A692">
                <a:alpha val="100000"/>
              </a:srgbClr>
            </a:solidFill>
            <a:ln w="4762" cap="rnd">
              <a:solidFill>
                <a:srgbClr val="D3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g996"/>
            <p:cNvSpPr/>
            <p:nvPr/>
          </p:nvSpPr>
          <p:spPr>
            <a:xfrm>
              <a:off x="5262796" y="3093561"/>
              <a:ext cx="35442" cy="253254"/>
            </a:xfrm>
            <a:custGeom>
              <a:avLst/>
              <a:pathLst>
                <a:path w="35442" h="253254">
                  <a:moveTo>
                    <a:pt x="0" y="5519"/>
                  </a:moveTo>
                  <a:lnTo>
                    <a:pt x="17721" y="2909"/>
                  </a:lnTo>
                  <a:lnTo>
                    <a:pt x="35442" y="0"/>
                  </a:lnTo>
                  <a:lnTo>
                    <a:pt x="35442" y="253254"/>
                  </a:lnTo>
                  <a:lnTo>
                    <a:pt x="17721" y="253254"/>
                  </a:lnTo>
                  <a:lnTo>
                    <a:pt x="0" y="253254"/>
                  </a:lnTo>
                  <a:close/>
                </a:path>
              </a:pathLst>
            </a:custGeom>
            <a:solidFill>
              <a:srgbClr val="D3A591">
                <a:alpha val="100000"/>
              </a:srgbClr>
            </a:solidFill>
            <a:ln w="4762" cap="rnd">
              <a:solidFill>
                <a:srgbClr val="D3A5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g997"/>
            <p:cNvSpPr/>
            <p:nvPr/>
          </p:nvSpPr>
          <p:spPr>
            <a:xfrm>
              <a:off x="5298238" y="3090476"/>
              <a:ext cx="17721" cy="256339"/>
            </a:xfrm>
            <a:custGeom>
              <a:avLst/>
              <a:pathLst>
                <a:path w="17721" h="256339">
                  <a:moveTo>
                    <a:pt x="0" y="3085"/>
                  </a:moveTo>
                  <a:lnTo>
                    <a:pt x="17721" y="0"/>
                  </a:lnTo>
                  <a:lnTo>
                    <a:pt x="17721" y="256339"/>
                  </a:lnTo>
                  <a:lnTo>
                    <a:pt x="0" y="256339"/>
                  </a:lnTo>
                  <a:close/>
                </a:path>
              </a:pathLst>
            </a:custGeom>
            <a:solidFill>
              <a:srgbClr val="D3A490">
                <a:alpha val="100000"/>
              </a:srgbClr>
            </a:solidFill>
            <a:ln w="4762" cap="rnd">
              <a:solidFill>
                <a:srgbClr val="D3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g998"/>
            <p:cNvSpPr/>
            <p:nvPr/>
          </p:nvSpPr>
          <p:spPr>
            <a:xfrm>
              <a:off x="5315960" y="3083568"/>
              <a:ext cx="35442" cy="263247"/>
            </a:xfrm>
            <a:custGeom>
              <a:avLst/>
              <a:pathLst>
                <a:path w="35442" h="263247">
                  <a:moveTo>
                    <a:pt x="0" y="6907"/>
                  </a:moveTo>
                  <a:lnTo>
                    <a:pt x="17721" y="3614"/>
                  </a:lnTo>
                  <a:lnTo>
                    <a:pt x="35442" y="0"/>
                  </a:lnTo>
                  <a:lnTo>
                    <a:pt x="35442" y="263247"/>
                  </a:lnTo>
                  <a:lnTo>
                    <a:pt x="17721" y="263247"/>
                  </a:lnTo>
                  <a:lnTo>
                    <a:pt x="0" y="263247"/>
                  </a:lnTo>
                  <a:close/>
                </a:path>
              </a:pathLst>
            </a:custGeom>
            <a:solidFill>
              <a:srgbClr val="D2A490">
                <a:alpha val="100000"/>
              </a:srgbClr>
            </a:solidFill>
            <a:ln w="4762" cap="rnd">
              <a:solidFill>
                <a:srgbClr val="D2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g999"/>
            <p:cNvSpPr/>
            <p:nvPr/>
          </p:nvSpPr>
          <p:spPr>
            <a:xfrm>
              <a:off x="5351403" y="3075772"/>
              <a:ext cx="35442" cy="271044"/>
            </a:xfrm>
            <a:custGeom>
              <a:avLst/>
              <a:pathLst>
                <a:path w="35442" h="271044">
                  <a:moveTo>
                    <a:pt x="0" y="7796"/>
                  </a:moveTo>
                  <a:lnTo>
                    <a:pt x="17721" y="4001"/>
                  </a:lnTo>
                  <a:lnTo>
                    <a:pt x="35442" y="0"/>
                  </a:lnTo>
                  <a:lnTo>
                    <a:pt x="35442" y="271044"/>
                  </a:lnTo>
                  <a:lnTo>
                    <a:pt x="17721" y="271044"/>
                  </a:lnTo>
                  <a:lnTo>
                    <a:pt x="0" y="271044"/>
                  </a:lnTo>
                  <a:close/>
                </a:path>
              </a:pathLst>
            </a:custGeom>
            <a:solidFill>
              <a:srgbClr val="D2A38F">
                <a:alpha val="100000"/>
              </a:srgbClr>
            </a:solidFill>
            <a:ln w="4762" cap="rnd">
              <a:solidFill>
                <a:srgbClr val="D2A3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g1000"/>
            <p:cNvSpPr/>
            <p:nvPr/>
          </p:nvSpPr>
          <p:spPr>
            <a:xfrm>
              <a:off x="5386845" y="3071440"/>
              <a:ext cx="17721" cy="275375"/>
            </a:xfrm>
            <a:custGeom>
              <a:avLst/>
              <a:pathLst>
                <a:path w="17721" h="275375">
                  <a:moveTo>
                    <a:pt x="0" y="4331"/>
                  </a:moveTo>
                  <a:lnTo>
                    <a:pt x="17721" y="0"/>
                  </a:lnTo>
                  <a:lnTo>
                    <a:pt x="17721" y="275375"/>
                  </a:lnTo>
                  <a:lnTo>
                    <a:pt x="0" y="275375"/>
                  </a:lnTo>
                  <a:close/>
                </a:path>
              </a:pathLst>
            </a:custGeom>
            <a:solidFill>
              <a:srgbClr val="D2A28E">
                <a:alpha val="100000"/>
              </a:srgbClr>
            </a:solidFill>
            <a:ln w="4762" cap="rnd">
              <a:solidFill>
                <a:srgbClr val="D2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g1001"/>
            <p:cNvSpPr/>
            <p:nvPr/>
          </p:nvSpPr>
          <p:spPr>
            <a:xfrm>
              <a:off x="5404567" y="3062225"/>
              <a:ext cx="35442" cy="284590"/>
            </a:xfrm>
            <a:custGeom>
              <a:avLst/>
              <a:pathLst>
                <a:path w="35442" h="284590">
                  <a:moveTo>
                    <a:pt x="0" y="9214"/>
                  </a:moveTo>
                  <a:lnTo>
                    <a:pt x="17721" y="4704"/>
                  </a:lnTo>
                  <a:lnTo>
                    <a:pt x="35442" y="0"/>
                  </a:lnTo>
                  <a:lnTo>
                    <a:pt x="35442" y="284590"/>
                  </a:lnTo>
                  <a:lnTo>
                    <a:pt x="17721" y="284590"/>
                  </a:lnTo>
                  <a:lnTo>
                    <a:pt x="0" y="284590"/>
                  </a:lnTo>
                  <a:close/>
                </a:path>
              </a:pathLst>
            </a:custGeom>
            <a:solidFill>
              <a:srgbClr val="D1A28E">
                <a:alpha val="100000"/>
              </a:srgbClr>
            </a:solidFill>
            <a:ln w="4762" cap="rnd">
              <a:solidFill>
                <a:srgbClr val="D1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g1002"/>
            <p:cNvSpPr/>
            <p:nvPr/>
          </p:nvSpPr>
          <p:spPr>
            <a:xfrm>
              <a:off x="5440009" y="3051998"/>
              <a:ext cx="35442" cy="294817"/>
            </a:xfrm>
            <a:custGeom>
              <a:avLst/>
              <a:pathLst>
                <a:path w="35442" h="294817">
                  <a:moveTo>
                    <a:pt x="0" y="10227"/>
                  </a:moveTo>
                  <a:lnTo>
                    <a:pt x="17721" y="5197"/>
                  </a:lnTo>
                  <a:lnTo>
                    <a:pt x="35442" y="0"/>
                  </a:lnTo>
                  <a:lnTo>
                    <a:pt x="35442" y="294817"/>
                  </a:lnTo>
                  <a:lnTo>
                    <a:pt x="17721" y="294817"/>
                  </a:lnTo>
                  <a:lnTo>
                    <a:pt x="0" y="294817"/>
                  </a:lnTo>
                  <a:close/>
                </a:path>
              </a:pathLst>
            </a:custGeom>
            <a:solidFill>
              <a:srgbClr val="D1A18D">
                <a:alpha val="100000"/>
              </a:srgbClr>
            </a:solidFill>
            <a:ln w="4762" cap="rnd">
              <a:solidFill>
                <a:srgbClr val="D1A1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g1003"/>
            <p:cNvSpPr/>
            <p:nvPr/>
          </p:nvSpPr>
          <p:spPr>
            <a:xfrm>
              <a:off x="5475452" y="3046625"/>
              <a:ext cx="17721" cy="300190"/>
            </a:xfrm>
            <a:custGeom>
              <a:avLst/>
              <a:pathLst>
                <a:path w="17721" h="300190">
                  <a:moveTo>
                    <a:pt x="0" y="5372"/>
                  </a:moveTo>
                  <a:lnTo>
                    <a:pt x="17721" y="0"/>
                  </a:lnTo>
                  <a:lnTo>
                    <a:pt x="17721" y="300190"/>
                  </a:lnTo>
                  <a:lnTo>
                    <a:pt x="0" y="300190"/>
                  </a:lnTo>
                  <a:close/>
                </a:path>
              </a:pathLst>
            </a:custGeom>
            <a:solidFill>
              <a:srgbClr val="D1A08C">
                <a:alpha val="100000"/>
              </a:srgbClr>
            </a:solidFill>
            <a:ln w="4762" cap="rnd">
              <a:solidFill>
                <a:srgbClr val="D1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g1004"/>
            <p:cNvSpPr/>
            <p:nvPr/>
          </p:nvSpPr>
          <p:spPr>
            <a:xfrm>
              <a:off x="5493173" y="3035120"/>
              <a:ext cx="35442" cy="311695"/>
            </a:xfrm>
            <a:custGeom>
              <a:avLst/>
              <a:pathLst>
                <a:path w="35442" h="311695">
                  <a:moveTo>
                    <a:pt x="0" y="11505"/>
                  </a:moveTo>
                  <a:lnTo>
                    <a:pt x="17721" y="5827"/>
                  </a:lnTo>
                  <a:lnTo>
                    <a:pt x="35442" y="0"/>
                  </a:lnTo>
                  <a:lnTo>
                    <a:pt x="35442" y="311695"/>
                  </a:lnTo>
                  <a:lnTo>
                    <a:pt x="17721" y="311695"/>
                  </a:lnTo>
                  <a:lnTo>
                    <a:pt x="0" y="311695"/>
                  </a:lnTo>
                  <a:close/>
                </a:path>
              </a:pathLst>
            </a:custGeom>
            <a:solidFill>
              <a:srgbClr val="D0A08C">
                <a:alpha val="100000"/>
              </a:srgbClr>
            </a:solidFill>
            <a:ln w="4762" cap="rnd">
              <a:solidFill>
                <a:srgbClr val="D0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g1005"/>
            <p:cNvSpPr/>
            <p:nvPr/>
          </p:nvSpPr>
          <p:spPr>
            <a:xfrm>
              <a:off x="5528616" y="3022898"/>
              <a:ext cx="35442" cy="323917"/>
            </a:xfrm>
            <a:custGeom>
              <a:avLst/>
              <a:pathLst>
                <a:path w="35442" h="323917">
                  <a:moveTo>
                    <a:pt x="0" y="12222"/>
                  </a:moveTo>
                  <a:lnTo>
                    <a:pt x="17721" y="6245"/>
                  </a:lnTo>
                  <a:lnTo>
                    <a:pt x="35442" y="0"/>
                  </a:lnTo>
                  <a:lnTo>
                    <a:pt x="35442" y="323917"/>
                  </a:lnTo>
                  <a:lnTo>
                    <a:pt x="17721" y="323917"/>
                  </a:lnTo>
                  <a:lnTo>
                    <a:pt x="0" y="323917"/>
                  </a:lnTo>
                  <a:close/>
                </a:path>
              </a:pathLst>
            </a:custGeom>
            <a:solidFill>
              <a:srgbClr val="D09F8B">
                <a:alpha val="100000"/>
              </a:srgbClr>
            </a:solidFill>
            <a:ln w="4762" cap="rnd">
              <a:solidFill>
                <a:srgbClr val="D09F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g1006"/>
            <p:cNvSpPr/>
            <p:nvPr/>
          </p:nvSpPr>
          <p:spPr>
            <a:xfrm>
              <a:off x="5564059" y="3016529"/>
              <a:ext cx="17721" cy="330287"/>
            </a:xfrm>
            <a:custGeom>
              <a:avLst/>
              <a:pathLst>
                <a:path w="17721" h="330287">
                  <a:moveTo>
                    <a:pt x="0" y="6369"/>
                  </a:moveTo>
                  <a:lnTo>
                    <a:pt x="17721" y="0"/>
                  </a:lnTo>
                  <a:lnTo>
                    <a:pt x="17721" y="330287"/>
                  </a:lnTo>
                  <a:lnTo>
                    <a:pt x="0" y="330287"/>
                  </a:lnTo>
                  <a:close/>
                </a:path>
              </a:pathLst>
            </a:custGeom>
            <a:solidFill>
              <a:srgbClr val="D09F8A">
                <a:alpha val="100000"/>
              </a:srgbClr>
            </a:solidFill>
            <a:ln w="4762" cap="rnd">
              <a:solidFill>
                <a:srgbClr val="D09F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g1007"/>
            <p:cNvSpPr/>
            <p:nvPr/>
          </p:nvSpPr>
          <p:spPr>
            <a:xfrm>
              <a:off x="5581780" y="3010036"/>
              <a:ext cx="17721" cy="336779"/>
            </a:xfrm>
            <a:custGeom>
              <a:avLst/>
              <a:pathLst>
                <a:path w="17721" h="336779">
                  <a:moveTo>
                    <a:pt x="0" y="6492"/>
                  </a:moveTo>
                  <a:lnTo>
                    <a:pt x="17721" y="0"/>
                  </a:lnTo>
                  <a:lnTo>
                    <a:pt x="17721" y="336779"/>
                  </a:lnTo>
                  <a:lnTo>
                    <a:pt x="0" y="336779"/>
                  </a:lnTo>
                  <a:close/>
                </a:path>
              </a:pathLst>
            </a:custGeom>
            <a:solidFill>
              <a:srgbClr val="CF9E8A">
                <a:alpha val="100000"/>
              </a:srgbClr>
            </a:solidFill>
            <a:ln w="4762" cap="rnd">
              <a:solidFill>
                <a:srgbClr val="CF9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g1008"/>
            <p:cNvSpPr/>
            <p:nvPr/>
          </p:nvSpPr>
          <p:spPr>
            <a:xfrm>
              <a:off x="5599502" y="3003336"/>
              <a:ext cx="17721" cy="343480"/>
            </a:xfrm>
            <a:custGeom>
              <a:avLst/>
              <a:pathLst>
                <a:path w="17721" h="343480">
                  <a:moveTo>
                    <a:pt x="0" y="6700"/>
                  </a:moveTo>
                  <a:lnTo>
                    <a:pt x="17721" y="0"/>
                  </a:lnTo>
                  <a:lnTo>
                    <a:pt x="17721" y="343480"/>
                  </a:lnTo>
                  <a:lnTo>
                    <a:pt x="0" y="343480"/>
                  </a:lnTo>
                  <a:close/>
                </a:path>
              </a:pathLst>
            </a:custGeom>
            <a:solidFill>
              <a:srgbClr val="CF9E89">
                <a:alpha val="100000"/>
              </a:srgbClr>
            </a:solidFill>
            <a:ln w="4762" cap="rnd">
              <a:solidFill>
                <a:srgbClr val="CF9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g1009"/>
            <p:cNvSpPr/>
            <p:nvPr/>
          </p:nvSpPr>
          <p:spPr>
            <a:xfrm>
              <a:off x="5617223" y="2989652"/>
              <a:ext cx="35442" cy="357164"/>
            </a:xfrm>
            <a:custGeom>
              <a:avLst/>
              <a:pathLst>
                <a:path w="35442" h="357164">
                  <a:moveTo>
                    <a:pt x="0" y="13683"/>
                  </a:moveTo>
                  <a:lnTo>
                    <a:pt x="17721" y="6887"/>
                  </a:lnTo>
                  <a:lnTo>
                    <a:pt x="35442" y="0"/>
                  </a:lnTo>
                  <a:lnTo>
                    <a:pt x="35442" y="357164"/>
                  </a:lnTo>
                  <a:lnTo>
                    <a:pt x="17721" y="357164"/>
                  </a:lnTo>
                  <a:lnTo>
                    <a:pt x="0" y="357164"/>
                  </a:lnTo>
                  <a:close/>
                </a:path>
              </a:pathLst>
            </a:custGeom>
            <a:solidFill>
              <a:srgbClr val="CF9D89">
                <a:alpha val="100000"/>
              </a:srgbClr>
            </a:solidFill>
            <a:ln w="4762" cap="rnd">
              <a:solidFill>
                <a:srgbClr val="CF9D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g1010"/>
            <p:cNvSpPr/>
            <p:nvPr/>
          </p:nvSpPr>
          <p:spPr>
            <a:xfrm>
              <a:off x="5652666" y="2982625"/>
              <a:ext cx="17721" cy="364190"/>
            </a:xfrm>
            <a:custGeom>
              <a:avLst/>
              <a:pathLst>
                <a:path w="17721" h="364190">
                  <a:moveTo>
                    <a:pt x="0" y="7026"/>
                  </a:moveTo>
                  <a:lnTo>
                    <a:pt x="17721" y="0"/>
                  </a:lnTo>
                  <a:lnTo>
                    <a:pt x="17721" y="364190"/>
                  </a:lnTo>
                  <a:lnTo>
                    <a:pt x="0" y="364190"/>
                  </a:lnTo>
                  <a:close/>
                </a:path>
              </a:pathLst>
            </a:custGeom>
            <a:solidFill>
              <a:srgbClr val="CF9D88">
                <a:alpha val="100000"/>
              </a:srgbClr>
            </a:solidFill>
            <a:ln w="4762" cap="rnd">
              <a:solidFill>
                <a:srgbClr val="CF9D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g1011"/>
            <p:cNvSpPr/>
            <p:nvPr/>
          </p:nvSpPr>
          <p:spPr>
            <a:xfrm>
              <a:off x="5670387" y="2975539"/>
              <a:ext cx="17721" cy="371277"/>
            </a:xfrm>
            <a:custGeom>
              <a:avLst/>
              <a:pathLst>
                <a:path w="17721" h="371277">
                  <a:moveTo>
                    <a:pt x="0" y="7086"/>
                  </a:moveTo>
                  <a:lnTo>
                    <a:pt x="17721" y="0"/>
                  </a:lnTo>
                  <a:lnTo>
                    <a:pt x="17721" y="371277"/>
                  </a:lnTo>
                  <a:lnTo>
                    <a:pt x="0" y="371277"/>
                  </a:lnTo>
                  <a:close/>
                </a:path>
              </a:pathLst>
            </a:custGeom>
            <a:solidFill>
              <a:srgbClr val="CE9C88">
                <a:alpha val="100000"/>
              </a:srgbClr>
            </a:solidFill>
            <a:ln w="4762" cap="rnd">
              <a:solidFill>
                <a:srgbClr val="CE9C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g1012"/>
            <p:cNvSpPr/>
            <p:nvPr/>
          </p:nvSpPr>
          <p:spPr>
            <a:xfrm>
              <a:off x="5688109" y="2968399"/>
              <a:ext cx="17721" cy="378416"/>
            </a:xfrm>
            <a:custGeom>
              <a:avLst/>
              <a:pathLst>
                <a:path w="17721" h="378416">
                  <a:moveTo>
                    <a:pt x="0" y="7139"/>
                  </a:moveTo>
                  <a:lnTo>
                    <a:pt x="17721" y="0"/>
                  </a:lnTo>
                  <a:lnTo>
                    <a:pt x="17721" y="378416"/>
                  </a:lnTo>
                  <a:lnTo>
                    <a:pt x="0" y="378416"/>
                  </a:lnTo>
                  <a:close/>
                </a:path>
              </a:pathLst>
            </a:custGeom>
            <a:solidFill>
              <a:srgbClr val="CE9C87">
                <a:alpha val="100000"/>
              </a:srgbClr>
            </a:solidFill>
            <a:ln w="4762" cap="rnd">
              <a:solidFill>
                <a:srgbClr val="CE9C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g1013"/>
            <p:cNvSpPr/>
            <p:nvPr/>
          </p:nvSpPr>
          <p:spPr>
            <a:xfrm>
              <a:off x="5705830" y="2953973"/>
              <a:ext cx="35442" cy="392843"/>
            </a:xfrm>
            <a:custGeom>
              <a:avLst/>
              <a:pathLst>
                <a:path w="35442" h="392843">
                  <a:moveTo>
                    <a:pt x="0" y="14426"/>
                  </a:moveTo>
                  <a:lnTo>
                    <a:pt x="17721" y="7221"/>
                  </a:lnTo>
                  <a:lnTo>
                    <a:pt x="35442" y="0"/>
                  </a:lnTo>
                  <a:lnTo>
                    <a:pt x="35442" y="392843"/>
                  </a:lnTo>
                  <a:lnTo>
                    <a:pt x="17721" y="392843"/>
                  </a:lnTo>
                  <a:lnTo>
                    <a:pt x="0" y="392843"/>
                  </a:lnTo>
                  <a:close/>
                </a:path>
              </a:pathLst>
            </a:custGeom>
            <a:solidFill>
              <a:srgbClr val="CE9B87">
                <a:alpha val="100000"/>
              </a:srgbClr>
            </a:solidFill>
            <a:ln w="4762" cap="rnd">
              <a:solidFill>
                <a:srgbClr val="CE9B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g1014"/>
            <p:cNvSpPr/>
            <p:nvPr/>
          </p:nvSpPr>
          <p:spPr>
            <a:xfrm>
              <a:off x="5741273" y="2946740"/>
              <a:ext cx="17721" cy="400076"/>
            </a:xfrm>
            <a:custGeom>
              <a:avLst/>
              <a:pathLst>
                <a:path w="17721" h="400076">
                  <a:moveTo>
                    <a:pt x="0" y="7233"/>
                  </a:moveTo>
                  <a:lnTo>
                    <a:pt x="17721" y="0"/>
                  </a:lnTo>
                  <a:lnTo>
                    <a:pt x="17721" y="400076"/>
                  </a:lnTo>
                  <a:lnTo>
                    <a:pt x="0" y="400076"/>
                  </a:lnTo>
                  <a:close/>
                </a:path>
              </a:pathLst>
            </a:custGeom>
            <a:solidFill>
              <a:srgbClr val="CD9B86">
                <a:alpha val="100000"/>
              </a:srgbClr>
            </a:solidFill>
            <a:ln w="4762" cap="rnd">
              <a:solidFill>
                <a:srgbClr val="CD9B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g1015"/>
            <p:cNvSpPr/>
            <p:nvPr/>
          </p:nvSpPr>
          <p:spPr>
            <a:xfrm>
              <a:off x="5758994" y="2939517"/>
              <a:ext cx="17721" cy="407298"/>
            </a:xfrm>
            <a:custGeom>
              <a:avLst/>
              <a:pathLst>
                <a:path w="17721" h="407298">
                  <a:moveTo>
                    <a:pt x="0" y="7222"/>
                  </a:moveTo>
                  <a:lnTo>
                    <a:pt x="17721" y="0"/>
                  </a:lnTo>
                  <a:lnTo>
                    <a:pt x="17721" y="407298"/>
                  </a:lnTo>
                  <a:lnTo>
                    <a:pt x="0" y="407298"/>
                  </a:lnTo>
                  <a:close/>
                </a:path>
              </a:pathLst>
            </a:custGeom>
            <a:solidFill>
              <a:srgbClr val="CD9A86">
                <a:alpha val="100000"/>
              </a:srgbClr>
            </a:solidFill>
            <a:ln w="4762" cap="rnd">
              <a:solidFill>
                <a:srgbClr val="CD9A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g1016"/>
            <p:cNvSpPr/>
            <p:nvPr/>
          </p:nvSpPr>
          <p:spPr>
            <a:xfrm>
              <a:off x="5776715" y="2932328"/>
              <a:ext cx="17721" cy="414488"/>
            </a:xfrm>
            <a:custGeom>
              <a:avLst/>
              <a:pathLst>
                <a:path w="17721" h="414488">
                  <a:moveTo>
                    <a:pt x="0" y="7189"/>
                  </a:moveTo>
                  <a:lnTo>
                    <a:pt x="17721" y="0"/>
                  </a:lnTo>
                  <a:lnTo>
                    <a:pt x="17721" y="414488"/>
                  </a:lnTo>
                  <a:lnTo>
                    <a:pt x="0" y="414488"/>
                  </a:lnTo>
                  <a:close/>
                </a:path>
              </a:pathLst>
            </a:custGeom>
            <a:solidFill>
              <a:srgbClr val="CD9A85">
                <a:alpha val="100000"/>
              </a:srgbClr>
            </a:solidFill>
            <a:ln w="4762" cap="rnd">
              <a:solidFill>
                <a:srgbClr val="CD9A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g1017"/>
            <p:cNvSpPr/>
            <p:nvPr/>
          </p:nvSpPr>
          <p:spPr>
            <a:xfrm>
              <a:off x="5794437" y="2918099"/>
              <a:ext cx="35442" cy="428716"/>
            </a:xfrm>
            <a:custGeom>
              <a:avLst/>
              <a:pathLst>
                <a:path w="35442" h="428716">
                  <a:moveTo>
                    <a:pt x="0" y="14228"/>
                  </a:moveTo>
                  <a:lnTo>
                    <a:pt x="17721" y="7071"/>
                  </a:lnTo>
                  <a:lnTo>
                    <a:pt x="35442" y="0"/>
                  </a:lnTo>
                  <a:lnTo>
                    <a:pt x="35442" y="428716"/>
                  </a:lnTo>
                  <a:lnTo>
                    <a:pt x="17721" y="428716"/>
                  </a:lnTo>
                  <a:lnTo>
                    <a:pt x="0" y="428716"/>
                  </a:lnTo>
                  <a:close/>
                </a:path>
              </a:pathLst>
            </a:custGeom>
            <a:solidFill>
              <a:srgbClr val="CD9985">
                <a:alpha val="100000"/>
              </a:srgbClr>
            </a:solidFill>
            <a:ln w="4762" cap="rnd">
              <a:solidFill>
                <a:srgbClr val="CD99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g1018"/>
            <p:cNvSpPr/>
            <p:nvPr/>
          </p:nvSpPr>
          <p:spPr>
            <a:xfrm>
              <a:off x="5829879" y="2911114"/>
              <a:ext cx="17721" cy="435702"/>
            </a:xfrm>
            <a:custGeom>
              <a:avLst/>
              <a:pathLst>
                <a:path w="17721" h="435702">
                  <a:moveTo>
                    <a:pt x="0" y="6985"/>
                  </a:moveTo>
                  <a:lnTo>
                    <a:pt x="17721" y="0"/>
                  </a:lnTo>
                  <a:lnTo>
                    <a:pt x="17721" y="435702"/>
                  </a:lnTo>
                  <a:lnTo>
                    <a:pt x="0" y="435702"/>
                  </a:lnTo>
                  <a:close/>
                </a:path>
              </a:pathLst>
            </a:custGeom>
            <a:solidFill>
              <a:srgbClr val="CC9984">
                <a:alpha val="100000"/>
              </a:srgbClr>
            </a:solidFill>
            <a:ln w="4762" cap="rnd">
              <a:solidFill>
                <a:srgbClr val="CC99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g1019"/>
            <p:cNvSpPr/>
            <p:nvPr/>
          </p:nvSpPr>
          <p:spPr>
            <a:xfrm>
              <a:off x="5847601" y="2904205"/>
              <a:ext cx="17721" cy="442610"/>
            </a:xfrm>
            <a:custGeom>
              <a:avLst/>
              <a:pathLst>
                <a:path w="17721" h="442610">
                  <a:moveTo>
                    <a:pt x="0" y="6908"/>
                  </a:moveTo>
                  <a:lnTo>
                    <a:pt x="17721" y="0"/>
                  </a:lnTo>
                  <a:lnTo>
                    <a:pt x="17721" y="442610"/>
                  </a:lnTo>
                  <a:lnTo>
                    <a:pt x="0" y="442610"/>
                  </a:lnTo>
                  <a:close/>
                </a:path>
              </a:pathLst>
            </a:custGeom>
            <a:solidFill>
              <a:srgbClr val="CC9884">
                <a:alpha val="100000"/>
              </a:srgbClr>
            </a:solidFill>
            <a:ln w="4762" cap="rnd">
              <a:solidFill>
                <a:srgbClr val="CC98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g1020"/>
            <p:cNvSpPr/>
            <p:nvPr/>
          </p:nvSpPr>
          <p:spPr>
            <a:xfrm>
              <a:off x="5865322" y="2897453"/>
              <a:ext cx="17721" cy="449362"/>
            </a:xfrm>
            <a:custGeom>
              <a:avLst/>
              <a:pathLst>
                <a:path w="17721" h="449362">
                  <a:moveTo>
                    <a:pt x="0" y="6751"/>
                  </a:moveTo>
                  <a:lnTo>
                    <a:pt x="17721" y="0"/>
                  </a:lnTo>
                  <a:lnTo>
                    <a:pt x="17721" y="449362"/>
                  </a:lnTo>
                  <a:lnTo>
                    <a:pt x="0" y="449362"/>
                  </a:lnTo>
                  <a:close/>
                </a:path>
              </a:pathLst>
            </a:custGeom>
            <a:solidFill>
              <a:srgbClr val="CC9883">
                <a:alpha val="100000"/>
              </a:srgbClr>
            </a:solidFill>
            <a:ln w="4762" cap="rnd">
              <a:solidFill>
                <a:srgbClr val="CC98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g1021"/>
            <p:cNvSpPr/>
            <p:nvPr/>
          </p:nvSpPr>
          <p:spPr>
            <a:xfrm>
              <a:off x="5883044" y="2884354"/>
              <a:ext cx="35442" cy="462461"/>
            </a:xfrm>
            <a:custGeom>
              <a:avLst/>
              <a:pathLst>
                <a:path w="35442" h="462461">
                  <a:moveTo>
                    <a:pt x="0" y="13098"/>
                  </a:moveTo>
                  <a:lnTo>
                    <a:pt x="17721" y="6489"/>
                  </a:lnTo>
                  <a:lnTo>
                    <a:pt x="35442" y="0"/>
                  </a:lnTo>
                  <a:lnTo>
                    <a:pt x="35442" y="462461"/>
                  </a:lnTo>
                  <a:lnTo>
                    <a:pt x="17721" y="462461"/>
                  </a:lnTo>
                  <a:lnTo>
                    <a:pt x="0" y="462461"/>
                  </a:lnTo>
                  <a:close/>
                </a:path>
              </a:pathLst>
            </a:custGeom>
            <a:solidFill>
              <a:srgbClr val="CC9783">
                <a:alpha val="100000"/>
              </a:srgbClr>
            </a:solidFill>
            <a:ln w="4762" cap="rnd">
              <a:solidFill>
                <a:srgbClr val="CC97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g1022"/>
            <p:cNvSpPr/>
            <p:nvPr/>
          </p:nvSpPr>
          <p:spPr>
            <a:xfrm>
              <a:off x="5918486" y="2878086"/>
              <a:ext cx="17721" cy="468729"/>
            </a:xfrm>
            <a:custGeom>
              <a:avLst/>
              <a:pathLst>
                <a:path w="17721" h="468729">
                  <a:moveTo>
                    <a:pt x="0" y="6268"/>
                  </a:moveTo>
                  <a:lnTo>
                    <a:pt x="17721" y="0"/>
                  </a:lnTo>
                  <a:lnTo>
                    <a:pt x="17721" y="468729"/>
                  </a:lnTo>
                  <a:lnTo>
                    <a:pt x="0" y="468729"/>
                  </a:lnTo>
                  <a:close/>
                </a:path>
              </a:pathLst>
            </a:custGeom>
            <a:solidFill>
              <a:srgbClr val="CB9782">
                <a:alpha val="100000"/>
              </a:srgbClr>
            </a:solidFill>
            <a:ln w="4762" cap="rnd">
              <a:solidFill>
                <a:srgbClr val="CB97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g1023"/>
            <p:cNvSpPr/>
            <p:nvPr/>
          </p:nvSpPr>
          <p:spPr>
            <a:xfrm>
              <a:off x="5936208" y="2872017"/>
              <a:ext cx="17721" cy="474798"/>
            </a:xfrm>
            <a:custGeom>
              <a:avLst/>
              <a:pathLst>
                <a:path w="17721" h="474798">
                  <a:moveTo>
                    <a:pt x="0" y="6068"/>
                  </a:moveTo>
                  <a:lnTo>
                    <a:pt x="17721" y="0"/>
                  </a:lnTo>
                  <a:lnTo>
                    <a:pt x="17721" y="474798"/>
                  </a:lnTo>
                  <a:lnTo>
                    <a:pt x="0" y="474798"/>
                  </a:lnTo>
                  <a:close/>
                </a:path>
              </a:pathLst>
            </a:custGeom>
            <a:solidFill>
              <a:srgbClr val="CB9682">
                <a:alpha val="100000"/>
              </a:srgbClr>
            </a:solidFill>
            <a:ln w="4762" cap="rnd">
              <a:solidFill>
                <a:srgbClr val="CB96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g1024"/>
            <p:cNvSpPr/>
            <p:nvPr/>
          </p:nvSpPr>
          <p:spPr>
            <a:xfrm>
              <a:off x="5953929" y="2866108"/>
              <a:ext cx="17721" cy="480707"/>
            </a:xfrm>
            <a:custGeom>
              <a:avLst/>
              <a:pathLst>
                <a:path w="17721" h="480707">
                  <a:moveTo>
                    <a:pt x="0" y="5908"/>
                  </a:moveTo>
                  <a:lnTo>
                    <a:pt x="17721" y="0"/>
                  </a:lnTo>
                  <a:lnTo>
                    <a:pt x="17721" y="480707"/>
                  </a:lnTo>
                  <a:lnTo>
                    <a:pt x="0" y="480707"/>
                  </a:lnTo>
                  <a:close/>
                </a:path>
              </a:pathLst>
            </a:custGeom>
            <a:solidFill>
              <a:srgbClr val="CB9681">
                <a:alpha val="100000"/>
              </a:srgbClr>
            </a:solidFill>
            <a:ln w="4762" cap="rnd">
              <a:solidFill>
                <a:srgbClr val="CB9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g1025"/>
            <p:cNvSpPr/>
            <p:nvPr/>
          </p:nvSpPr>
          <p:spPr>
            <a:xfrm>
              <a:off x="5971650" y="2855099"/>
              <a:ext cx="35442" cy="491717"/>
            </a:xfrm>
            <a:custGeom>
              <a:avLst/>
              <a:pathLst>
                <a:path w="35442" h="491717">
                  <a:moveTo>
                    <a:pt x="0" y="11009"/>
                  </a:moveTo>
                  <a:lnTo>
                    <a:pt x="17721" y="5377"/>
                  </a:lnTo>
                  <a:lnTo>
                    <a:pt x="35442" y="0"/>
                  </a:lnTo>
                  <a:lnTo>
                    <a:pt x="35442" y="491717"/>
                  </a:lnTo>
                  <a:lnTo>
                    <a:pt x="17721" y="491717"/>
                  </a:lnTo>
                  <a:lnTo>
                    <a:pt x="0" y="491717"/>
                  </a:lnTo>
                  <a:close/>
                </a:path>
              </a:pathLst>
            </a:custGeom>
            <a:solidFill>
              <a:srgbClr val="CB9581">
                <a:alpha val="100000"/>
              </a:srgbClr>
            </a:solidFill>
            <a:ln w="4762" cap="rnd">
              <a:solidFill>
                <a:srgbClr val="CB95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g1026"/>
            <p:cNvSpPr/>
            <p:nvPr/>
          </p:nvSpPr>
          <p:spPr>
            <a:xfrm>
              <a:off x="6007093" y="2849917"/>
              <a:ext cx="17721" cy="496898"/>
            </a:xfrm>
            <a:custGeom>
              <a:avLst/>
              <a:pathLst>
                <a:path w="17721" h="496898">
                  <a:moveTo>
                    <a:pt x="0" y="5181"/>
                  </a:moveTo>
                  <a:lnTo>
                    <a:pt x="17721" y="0"/>
                  </a:lnTo>
                  <a:lnTo>
                    <a:pt x="17721" y="496898"/>
                  </a:lnTo>
                  <a:lnTo>
                    <a:pt x="0" y="496898"/>
                  </a:lnTo>
                  <a:close/>
                </a:path>
              </a:pathLst>
            </a:custGeom>
            <a:solidFill>
              <a:srgbClr val="CA9580">
                <a:alpha val="100000"/>
              </a:srgbClr>
            </a:solidFill>
            <a:ln w="4762" cap="rnd">
              <a:solidFill>
                <a:srgbClr val="CA95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g1027"/>
            <p:cNvSpPr/>
            <p:nvPr/>
          </p:nvSpPr>
          <p:spPr>
            <a:xfrm>
              <a:off x="6024815" y="2845058"/>
              <a:ext cx="17721" cy="501757"/>
            </a:xfrm>
            <a:custGeom>
              <a:avLst/>
              <a:pathLst>
                <a:path w="17721" h="501757">
                  <a:moveTo>
                    <a:pt x="0" y="4859"/>
                  </a:moveTo>
                  <a:lnTo>
                    <a:pt x="17721" y="0"/>
                  </a:lnTo>
                  <a:lnTo>
                    <a:pt x="17721" y="501757"/>
                  </a:lnTo>
                  <a:lnTo>
                    <a:pt x="0" y="501757"/>
                  </a:lnTo>
                  <a:close/>
                </a:path>
              </a:pathLst>
            </a:custGeom>
            <a:solidFill>
              <a:srgbClr val="CA9480">
                <a:alpha val="100000"/>
              </a:srgbClr>
            </a:solidFill>
            <a:ln w="4762" cap="rnd">
              <a:solidFill>
                <a:srgbClr val="CA94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g1028"/>
            <p:cNvSpPr/>
            <p:nvPr/>
          </p:nvSpPr>
          <p:spPr>
            <a:xfrm>
              <a:off x="6042536" y="2836179"/>
              <a:ext cx="35442" cy="510636"/>
            </a:xfrm>
            <a:custGeom>
              <a:avLst/>
              <a:pathLst>
                <a:path w="35442" h="510636">
                  <a:moveTo>
                    <a:pt x="0" y="8878"/>
                  </a:moveTo>
                  <a:lnTo>
                    <a:pt x="17721" y="4326"/>
                  </a:lnTo>
                  <a:lnTo>
                    <a:pt x="35442" y="0"/>
                  </a:lnTo>
                  <a:lnTo>
                    <a:pt x="35442" y="510636"/>
                  </a:lnTo>
                  <a:lnTo>
                    <a:pt x="17721" y="510636"/>
                  </a:lnTo>
                  <a:lnTo>
                    <a:pt x="0" y="510636"/>
                  </a:lnTo>
                  <a:close/>
                </a:path>
              </a:pathLst>
            </a:custGeom>
            <a:solidFill>
              <a:srgbClr val="CA947F">
                <a:alpha val="100000"/>
              </a:srgbClr>
            </a:solidFill>
            <a:ln w="4762" cap="rnd">
              <a:solidFill>
                <a:srgbClr val="CA94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g1029"/>
            <p:cNvSpPr/>
            <p:nvPr/>
          </p:nvSpPr>
          <p:spPr>
            <a:xfrm>
              <a:off x="6077979" y="2832209"/>
              <a:ext cx="17721" cy="514606"/>
            </a:xfrm>
            <a:custGeom>
              <a:avLst/>
              <a:pathLst>
                <a:path w="17721" h="514606">
                  <a:moveTo>
                    <a:pt x="0" y="3969"/>
                  </a:moveTo>
                  <a:lnTo>
                    <a:pt x="17721" y="0"/>
                  </a:lnTo>
                  <a:lnTo>
                    <a:pt x="17721" y="514606"/>
                  </a:lnTo>
                  <a:lnTo>
                    <a:pt x="0" y="514606"/>
                  </a:lnTo>
                  <a:close/>
                </a:path>
              </a:pathLst>
            </a:custGeom>
            <a:solidFill>
              <a:srgbClr val="C9937F">
                <a:alpha val="100000"/>
              </a:srgbClr>
            </a:solidFill>
            <a:ln w="4762" cap="rnd">
              <a:solidFill>
                <a:srgbClr val="C99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g1030"/>
            <p:cNvSpPr/>
            <p:nvPr/>
          </p:nvSpPr>
          <p:spPr>
            <a:xfrm>
              <a:off x="6095700" y="2828592"/>
              <a:ext cx="17721" cy="518223"/>
            </a:xfrm>
            <a:custGeom>
              <a:avLst/>
              <a:pathLst>
                <a:path w="17721" h="518223">
                  <a:moveTo>
                    <a:pt x="0" y="3617"/>
                  </a:moveTo>
                  <a:lnTo>
                    <a:pt x="17721" y="0"/>
                  </a:lnTo>
                  <a:lnTo>
                    <a:pt x="17721" y="518223"/>
                  </a:lnTo>
                  <a:lnTo>
                    <a:pt x="0" y="518223"/>
                  </a:lnTo>
                  <a:close/>
                </a:path>
              </a:pathLst>
            </a:custGeom>
            <a:solidFill>
              <a:srgbClr val="C9937E">
                <a:alpha val="100000"/>
              </a:srgbClr>
            </a:solidFill>
            <a:ln w="4762" cap="rnd">
              <a:solidFill>
                <a:srgbClr val="C99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g1031"/>
            <p:cNvSpPr/>
            <p:nvPr/>
          </p:nvSpPr>
          <p:spPr>
            <a:xfrm>
              <a:off x="6113421" y="2825226"/>
              <a:ext cx="17721" cy="521590"/>
            </a:xfrm>
            <a:custGeom>
              <a:avLst/>
              <a:pathLst>
                <a:path w="17721" h="521590">
                  <a:moveTo>
                    <a:pt x="0" y="3366"/>
                  </a:moveTo>
                  <a:lnTo>
                    <a:pt x="17721" y="0"/>
                  </a:lnTo>
                  <a:lnTo>
                    <a:pt x="17721" y="521590"/>
                  </a:lnTo>
                  <a:lnTo>
                    <a:pt x="0" y="521590"/>
                  </a:lnTo>
                  <a:close/>
                </a:path>
              </a:pathLst>
            </a:custGeom>
            <a:solidFill>
              <a:srgbClr val="C9927E">
                <a:alpha val="100000"/>
              </a:srgbClr>
            </a:solidFill>
            <a:ln w="4762" cap="rnd">
              <a:solidFill>
                <a:srgbClr val="C992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g1032"/>
            <p:cNvSpPr/>
            <p:nvPr/>
          </p:nvSpPr>
          <p:spPr>
            <a:xfrm>
              <a:off x="6131143" y="2819642"/>
              <a:ext cx="35442" cy="527173"/>
            </a:xfrm>
            <a:custGeom>
              <a:avLst/>
              <a:pathLst>
                <a:path w="35442" h="527173">
                  <a:moveTo>
                    <a:pt x="0" y="5583"/>
                  </a:moveTo>
                  <a:lnTo>
                    <a:pt x="17721" y="2596"/>
                  </a:lnTo>
                  <a:lnTo>
                    <a:pt x="35442" y="0"/>
                  </a:lnTo>
                  <a:lnTo>
                    <a:pt x="35442" y="527173"/>
                  </a:lnTo>
                  <a:lnTo>
                    <a:pt x="17721" y="527173"/>
                  </a:lnTo>
                  <a:lnTo>
                    <a:pt x="0" y="527173"/>
                  </a:lnTo>
                  <a:close/>
                </a:path>
              </a:pathLst>
            </a:custGeom>
            <a:solidFill>
              <a:srgbClr val="C9927D">
                <a:alpha val="100000"/>
              </a:srgbClr>
            </a:solidFill>
            <a:ln w="4762" cap="rnd">
              <a:solidFill>
                <a:srgbClr val="C992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g1033"/>
            <p:cNvSpPr/>
            <p:nvPr/>
          </p:nvSpPr>
          <p:spPr>
            <a:xfrm>
              <a:off x="6166585" y="2817314"/>
              <a:ext cx="17721" cy="529501"/>
            </a:xfrm>
            <a:custGeom>
              <a:avLst/>
              <a:pathLst>
                <a:path w="17721" h="529501">
                  <a:moveTo>
                    <a:pt x="0" y="2327"/>
                  </a:moveTo>
                  <a:lnTo>
                    <a:pt x="17721" y="0"/>
                  </a:lnTo>
                  <a:lnTo>
                    <a:pt x="17721" y="529501"/>
                  </a:lnTo>
                  <a:lnTo>
                    <a:pt x="0" y="529501"/>
                  </a:lnTo>
                  <a:close/>
                </a:path>
              </a:pathLst>
            </a:custGeom>
            <a:solidFill>
              <a:srgbClr val="C8917D">
                <a:alpha val="100000"/>
              </a:srgbClr>
            </a:solidFill>
            <a:ln w="4762" cap="rnd">
              <a:solidFill>
                <a:srgbClr val="C891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g1034"/>
            <p:cNvSpPr/>
            <p:nvPr/>
          </p:nvSpPr>
          <p:spPr>
            <a:xfrm>
              <a:off x="6184307" y="2815376"/>
              <a:ext cx="17721" cy="531439"/>
            </a:xfrm>
            <a:custGeom>
              <a:avLst/>
              <a:pathLst>
                <a:path w="17721" h="531439">
                  <a:moveTo>
                    <a:pt x="0" y="1937"/>
                  </a:moveTo>
                  <a:lnTo>
                    <a:pt x="17721" y="0"/>
                  </a:lnTo>
                  <a:lnTo>
                    <a:pt x="17721" y="531439"/>
                  </a:lnTo>
                  <a:lnTo>
                    <a:pt x="0" y="531439"/>
                  </a:lnTo>
                  <a:close/>
                </a:path>
              </a:pathLst>
            </a:custGeom>
            <a:solidFill>
              <a:srgbClr val="C8917C">
                <a:alpha val="100000"/>
              </a:srgbClr>
            </a:solidFill>
            <a:ln w="4762" cap="rnd">
              <a:solidFill>
                <a:srgbClr val="C891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g1035"/>
            <p:cNvSpPr/>
            <p:nvPr/>
          </p:nvSpPr>
          <p:spPr>
            <a:xfrm>
              <a:off x="6202028" y="2813860"/>
              <a:ext cx="17721" cy="532956"/>
            </a:xfrm>
            <a:custGeom>
              <a:avLst/>
              <a:pathLst>
                <a:path w="17721" h="532956">
                  <a:moveTo>
                    <a:pt x="0" y="1516"/>
                  </a:moveTo>
                  <a:lnTo>
                    <a:pt x="17721" y="0"/>
                  </a:lnTo>
                  <a:lnTo>
                    <a:pt x="17721" y="532956"/>
                  </a:lnTo>
                  <a:lnTo>
                    <a:pt x="0" y="532956"/>
                  </a:lnTo>
                  <a:close/>
                </a:path>
              </a:pathLst>
            </a:custGeom>
            <a:solidFill>
              <a:srgbClr val="C8907C">
                <a:alpha val="100000"/>
              </a:srgbClr>
            </a:solidFill>
            <a:ln w="4762" cap="rnd">
              <a:solidFill>
                <a:srgbClr val="C890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g1036"/>
            <p:cNvSpPr/>
            <p:nvPr/>
          </p:nvSpPr>
          <p:spPr>
            <a:xfrm>
              <a:off x="6219750" y="2811774"/>
              <a:ext cx="35442" cy="535041"/>
            </a:xfrm>
            <a:custGeom>
              <a:avLst/>
              <a:pathLst>
                <a:path w="35442" h="535041">
                  <a:moveTo>
                    <a:pt x="0" y="2085"/>
                  </a:moveTo>
                  <a:lnTo>
                    <a:pt x="17721" y="847"/>
                  </a:lnTo>
                  <a:lnTo>
                    <a:pt x="35442" y="0"/>
                  </a:lnTo>
                  <a:lnTo>
                    <a:pt x="35442" y="535041"/>
                  </a:lnTo>
                  <a:lnTo>
                    <a:pt x="17721" y="535041"/>
                  </a:lnTo>
                  <a:lnTo>
                    <a:pt x="0" y="535041"/>
                  </a:lnTo>
                  <a:close/>
                </a:path>
              </a:pathLst>
            </a:custGeom>
            <a:solidFill>
              <a:srgbClr val="C8907B">
                <a:alpha val="100000"/>
              </a:srgbClr>
            </a:solidFill>
            <a:ln w="4762" cap="rnd">
              <a:solidFill>
                <a:srgbClr val="C890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g1037"/>
            <p:cNvSpPr/>
            <p:nvPr/>
          </p:nvSpPr>
          <p:spPr>
            <a:xfrm>
              <a:off x="6255192" y="2811369"/>
              <a:ext cx="17721" cy="535447"/>
            </a:xfrm>
            <a:custGeom>
              <a:avLst/>
              <a:pathLst>
                <a:path w="17721" h="535447">
                  <a:moveTo>
                    <a:pt x="0" y="405"/>
                  </a:moveTo>
                  <a:lnTo>
                    <a:pt x="17721" y="0"/>
                  </a:lnTo>
                  <a:lnTo>
                    <a:pt x="17721" y="535447"/>
                  </a:lnTo>
                  <a:lnTo>
                    <a:pt x="0" y="535447"/>
                  </a:lnTo>
                  <a:close/>
                </a:path>
              </a:pathLst>
            </a:custGeom>
            <a:solidFill>
              <a:srgbClr val="C78F7B">
                <a:alpha val="100000"/>
              </a:srgbClr>
            </a:solidFill>
            <a:ln w="4762" cap="rnd">
              <a:solidFill>
                <a:srgbClr val="C78F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g1038"/>
            <p:cNvSpPr/>
            <p:nvPr/>
          </p:nvSpPr>
          <p:spPr>
            <a:xfrm>
              <a:off x="6272914" y="2811245"/>
              <a:ext cx="17721" cy="535570"/>
            </a:xfrm>
            <a:custGeom>
              <a:avLst/>
              <a:pathLst>
                <a:path w="17721" h="535570">
                  <a:moveTo>
                    <a:pt x="0" y="123"/>
                  </a:moveTo>
                  <a:lnTo>
                    <a:pt x="17721" y="0"/>
                  </a:lnTo>
                  <a:lnTo>
                    <a:pt x="17721" y="535570"/>
                  </a:lnTo>
                  <a:lnTo>
                    <a:pt x="0" y="535570"/>
                  </a:lnTo>
                  <a:close/>
                </a:path>
              </a:pathLst>
            </a:custGeom>
            <a:solidFill>
              <a:srgbClr val="C78F7A">
                <a:alpha val="100000"/>
              </a:srgbClr>
            </a:solidFill>
            <a:ln w="4762" cap="rnd">
              <a:solidFill>
                <a:srgbClr val="C78F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g1039"/>
            <p:cNvSpPr/>
            <p:nvPr/>
          </p:nvSpPr>
          <p:spPr>
            <a:xfrm>
              <a:off x="6290635" y="2811245"/>
              <a:ext cx="17721" cy="535570"/>
            </a:xfrm>
            <a:custGeom>
              <a:avLst/>
              <a:pathLst>
                <a:path w="17721" h="535570">
                  <a:moveTo>
                    <a:pt x="0" y="0"/>
                  </a:moveTo>
                  <a:lnTo>
                    <a:pt x="17721" y="257"/>
                  </a:lnTo>
                  <a:lnTo>
                    <a:pt x="17721" y="535570"/>
                  </a:lnTo>
                  <a:lnTo>
                    <a:pt x="0" y="535570"/>
                  </a:lnTo>
                  <a:close/>
                </a:path>
              </a:pathLst>
            </a:custGeom>
            <a:solidFill>
              <a:srgbClr val="C78E7A">
                <a:alpha val="100000"/>
              </a:srgbClr>
            </a:solidFill>
            <a:ln w="4762" cap="rnd">
              <a:solidFill>
                <a:srgbClr val="C78E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g1040"/>
            <p:cNvSpPr/>
            <p:nvPr/>
          </p:nvSpPr>
          <p:spPr>
            <a:xfrm>
              <a:off x="6308356" y="2811503"/>
              <a:ext cx="17721" cy="535313"/>
            </a:xfrm>
            <a:custGeom>
              <a:avLst/>
              <a:pathLst>
                <a:path w="17721" h="535313">
                  <a:moveTo>
                    <a:pt x="0" y="0"/>
                  </a:moveTo>
                  <a:lnTo>
                    <a:pt x="17721" y="709"/>
                  </a:lnTo>
                  <a:lnTo>
                    <a:pt x="17721" y="535313"/>
                  </a:lnTo>
                  <a:lnTo>
                    <a:pt x="0" y="535313"/>
                  </a:lnTo>
                  <a:close/>
                </a:path>
              </a:pathLst>
            </a:custGeom>
            <a:solidFill>
              <a:srgbClr val="C78E79">
                <a:alpha val="100000"/>
              </a:srgbClr>
            </a:solidFill>
            <a:ln w="4762" cap="rnd">
              <a:solidFill>
                <a:srgbClr val="C7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g1041"/>
            <p:cNvSpPr/>
            <p:nvPr/>
          </p:nvSpPr>
          <p:spPr>
            <a:xfrm>
              <a:off x="6326078" y="2812212"/>
              <a:ext cx="17721" cy="534603"/>
            </a:xfrm>
            <a:custGeom>
              <a:avLst/>
              <a:pathLst>
                <a:path w="17721" h="534603">
                  <a:moveTo>
                    <a:pt x="0" y="0"/>
                  </a:moveTo>
                  <a:lnTo>
                    <a:pt x="17721" y="988"/>
                  </a:lnTo>
                  <a:lnTo>
                    <a:pt x="17721" y="534603"/>
                  </a:lnTo>
                  <a:lnTo>
                    <a:pt x="0" y="534603"/>
                  </a:lnTo>
                  <a:close/>
                </a:path>
              </a:pathLst>
            </a:custGeom>
            <a:solidFill>
              <a:srgbClr val="C68E79">
                <a:alpha val="100000"/>
              </a:srgbClr>
            </a:solidFill>
            <a:ln w="4762" cap="rnd">
              <a:solidFill>
                <a:srgbClr val="C6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g1042"/>
            <p:cNvSpPr/>
            <p:nvPr/>
          </p:nvSpPr>
          <p:spPr>
            <a:xfrm>
              <a:off x="6343799" y="2813201"/>
              <a:ext cx="17721" cy="533615"/>
            </a:xfrm>
            <a:custGeom>
              <a:avLst/>
              <a:pathLst>
                <a:path w="17721" h="533615">
                  <a:moveTo>
                    <a:pt x="0" y="0"/>
                  </a:moveTo>
                  <a:lnTo>
                    <a:pt x="17721" y="1351"/>
                  </a:lnTo>
                  <a:lnTo>
                    <a:pt x="17721" y="533615"/>
                  </a:lnTo>
                  <a:lnTo>
                    <a:pt x="0" y="533615"/>
                  </a:lnTo>
                  <a:close/>
                </a:path>
              </a:pathLst>
            </a:custGeom>
            <a:solidFill>
              <a:srgbClr val="C68D79">
                <a:alpha val="100000"/>
              </a:srgbClr>
            </a:solidFill>
            <a:ln w="4762" cap="rnd">
              <a:solidFill>
                <a:srgbClr val="C68D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g1043"/>
            <p:cNvSpPr/>
            <p:nvPr/>
          </p:nvSpPr>
          <p:spPr>
            <a:xfrm>
              <a:off x="6361521" y="2814552"/>
              <a:ext cx="35442" cy="532264"/>
            </a:xfrm>
            <a:custGeom>
              <a:avLst/>
              <a:pathLst>
                <a:path w="35442" h="532264">
                  <a:moveTo>
                    <a:pt x="0" y="0"/>
                  </a:moveTo>
                  <a:lnTo>
                    <a:pt x="17721" y="1803"/>
                  </a:lnTo>
                  <a:lnTo>
                    <a:pt x="35442" y="3876"/>
                  </a:lnTo>
                  <a:lnTo>
                    <a:pt x="35442" y="532264"/>
                  </a:lnTo>
                  <a:lnTo>
                    <a:pt x="17721" y="532264"/>
                  </a:lnTo>
                  <a:lnTo>
                    <a:pt x="0" y="532264"/>
                  </a:lnTo>
                  <a:close/>
                </a:path>
              </a:pathLst>
            </a:custGeom>
            <a:solidFill>
              <a:srgbClr val="C68D78">
                <a:alpha val="100000"/>
              </a:srgbClr>
            </a:solidFill>
            <a:ln w="4762" cap="rnd">
              <a:solidFill>
                <a:srgbClr val="C68D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g1044"/>
            <p:cNvSpPr/>
            <p:nvPr/>
          </p:nvSpPr>
          <p:spPr>
            <a:xfrm>
              <a:off x="6396963" y="2818428"/>
              <a:ext cx="17721" cy="528387"/>
            </a:xfrm>
            <a:custGeom>
              <a:avLst/>
              <a:pathLst>
                <a:path w="17721" h="528387">
                  <a:moveTo>
                    <a:pt x="0" y="0"/>
                  </a:moveTo>
                  <a:lnTo>
                    <a:pt x="17721" y="2410"/>
                  </a:lnTo>
                  <a:lnTo>
                    <a:pt x="17721" y="528387"/>
                  </a:lnTo>
                  <a:lnTo>
                    <a:pt x="0" y="528387"/>
                  </a:lnTo>
                  <a:close/>
                </a:path>
              </a:pathLst>
            </a:custGeom>
            <a:solidFill>
              <a:srgbClr val="C68C77">
                <a:alpha val="100000"/>
              </a:srgbClr>
            </a:solidFill>
            <a:ln w="4762" cap="rnd">
              <a:solidFill>
                <a:srgbClr val="C6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g1045"/>
            <p:cNvSpPr/>
            <p:nvPr/>
          </p:nvSpPr>
          <p:spPr>
            <a:xfrm>
              <a:off x="6414685" y="2820839"/>
              <a:ext cx="17721" cy="525977"/>
            </a:xfrm>
            <a:custGeom>
              <a:avLst/>
              <a:pathLst>
                <a:path w="17721" h="525977">
                  <a:moveTo>
                    <a:pt x="0" y="0"/>
                  </a:moveTo>
                  <a:lnTo>
                    <a:pt x="17721" y="2852"/>
                  </a:lnTo>
                  <a:lnTo>
                    <a:pt x="17721" y="525977"/>
                  </a:lnTo>
                  <a:lnTo>
                    <a:pt x="0" y="525977"/>
                  </a:lnTo>
                  <a:close/>
                </a:path>
              </a:pathLst>
            </a:custGeom>
            <a:solidFill>
              <a:srgbClr val="C58C77">
                <a:alpha val="100000"/>
              </a:srgbClr>
            </a:solidFill>
            <a:ln w="4762" cap="rnd">
              <a:solidFill>
                <a:srgbClr val="C5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g1046"/>
            <p:cNvSpPr/>
            <p:nvPr/>
          </p:nvSpPr>
          <p:spPr>
            <a:xfrm>
              <a:off x="6432406" y="2823692"/>
              <a:ext cx="17721" cy="523124"/>
            </a:xfrm>
            <a:custGeom>
              <a:avLst/>
              <a:pathLst>
                <a:path w="17721" h="523124">
                  <a:moveTo>
                    <a:pt x="0" y="0"/>
                  </a:moveTo>
                  <a:lnTo>
                    <a:pt x="17721" y="3107"/>
                  </a:lnTo>
                  <a:lnTo>
                    <a:pt x="17721" y="523124"/>
                  </a:lnTo>
                  <a:lnTo>
                    <a:pt x="0" y="523124"/>
                  </a:lnTo>
                  <a:close/>
                </a:path>
              </a:pathLst>
            </a:custGeom>
            <a:solidFill>
              <a:srgbClr val="C58B77">
                <a:alpha val="100000"/>
              </a:srgbClr>
            </a:solidFill>
            <a:ln w="4762" cap="rnd">
              <a:solidFill>
                <a:srgbClr val="C58B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g1047"/>
            <p:cNvSpPr/>
            <p:nvPr/>
          </p:nvSpPr>
          <p:spPr>
            <a:xfrm>
              <a:off x="6450127" y="2826799"/>
              <a:ext cx="35442" cy="520016"/>
            </a:xfrm>
            <a:custGeom>
              <a:avLst/>
              <a:pathLst>
                <a:path w="35442" h="520016">
                  <a:moveTo>
                    <a:pt x="0" y="0"/>
                  </a:moveTo>
                  <a:lnTo>
                    <a:pt x="17721" y="3415"/>
                  </a:lnTo>
                  <a:lnTo>
                    <a:pt x="35442" y="7252"/>
                  </a:lnTo>
                  <a:lnTo>
                    <a:pt x="35442" y="520016"/>
                  </a:lnTo>
                  <a:lnTo>
                    <a:pt x="17721" y="520016"/>
                  </a:lnTo>
                  <a:lnTo>
                    <a:pt x="0" y="520016"/>
                  </a:lnTo>
                  <a:close/>
                </a:path>
              </a:pathLst>
            </a:custGeom>
            <a:solidFill>
              <a:srgbClr val="C58B76">
                <a:alpha val="100000"/>
              </a:srgbClr>
            </a:solidFill>
            <a:ln w="4762" cap="rnd">
              <a:solidFill>
                <a:srgbClr val="C58B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g1048"/>
            <p:cNvSpPr/>
            <p:nvPr/>
          </p:nvSpPr>
          <p:spPr>
            <a:xfrm>
              <a:off x="6485570" y="2834052"/>
              <a:ext cx="35442" cy="512763"/>
            </a:xfrm>
            <a:custGeom>
              <a:avLst/>
              <a:pathLst>
                <a:path w="35442" h="512763">
                  <a:moveTo>
                    <a:pt x="0" y="0"/>
                  </a:moveTo>
                  <a:lnTo>
                    <a:pt x="17721" y="4073"/>
                  </a:lnTo>
                  <a:lnTo>
                    <a:pt x="35442" y="8419"/>
                  </a:lnTo>
                  <a:lnTo>
                    <a:pt x="35442" y="512763"/>
                  </a:lnTo>
                  <a:lnTo>
                    <a:pt x="17721" y="512763"/>
                  </a:lnTo>
                  <a:lnTo>
                    <a:pt x="0" y="512763"/>
                  </a:lnTo>
                  <a:close/>
                </a:path>
              </a:pathLst>
            </a:custGeom>
            <a:solidFill>
              <a:srgbClr val="C48A75">
                <a:alpha val="100000"/>
              </a:srgbClr>
            </a:solidFill>
            <a:ln w="4762" cap="rnd">
              <a:solidFill>
                <a:srgbClr val="C48A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g1049"/>
            <p:cNvSpPr/>
            <p:nvPr/>
          </p:nvSpPr>
          <p:spPr>
            <a:xfrm>
              <a:off x="6521013" y="2842471"/>
              <a:ext cx="17721" cy="504344"/>
            </a:xfrm>
            <a:custGeom>
              <a:avLst/>
              <a:pathLst>
                <a:path w="17721" h="504344">
                  <a:moveTo>
                    <a:pt x="0" y="0"/>
                  </a:moveTo>
                  <a:lnTo>
                    <a:pt x="17721" y="4741"/>
                  </a:lnTo>
                  <a:lnTo>
                    <a:pt x="17721" y="504344"/>
                  </a:lnTo>
                  <a:lnTo>
                    <a:pt x="0" y="504344"/>
                  </a:lnTo>
                  <a:close/>
                </a:path>
              </a:pathLst>
            </a:custGeom>
            <a:solidFill>
              <a:srgbClr val="C48975">
                <a:alpha val="100000"/>
              </a:srgbClr>
            </a:solidFill>
            <a:ln w="4762" cap="rnd">
              <a:solidFill>
                <a:srgbClr val="C489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g1050"/>
            <p:cNvSpPr/>
            <p:nvPr/>
          </p:nvSpPr>
          <p:spPr>
            <a:xfrm>
              <a:off x="6538734" y="2847213"/>
              <a:ext cx="35442" cy="499603"/>
            </a:xfrm>
            <a:custGeom>
              <a:avLst/>
              <a:pathLst>
                <a:path w="35442" h="499603">
                  <a:moveTo>
                    <a:pt x="0" y="0"/>
                  </a:moveTo>
                  <a:lnTo>
                    <a:pt x="17721" y="4952"/>
                  </a:lnTo>
                  <a:lnTo>
                    <a:pt x="35442" y="10142"/>
                  </a:lnTo>
                  <a:lnTo>
                    <a:pt x="35442" y="499603"/>
                  </a:lnTo>
                  <a:lnTo>
                    <a:pt x="17721" y="499603"/>
                  </a:lnTo>
                  <a:lnTo>
                    <a:pt x="0" y="499603"/>
                  </a:lnTo>
                  <a:close/>
                </a:path>
              </a:pathLst>
            </a:custGeom>
            <a:solidFill>
              <a:srgbClr val="C48974">
                <a:alpha val="100000"/>
              </a:srgbClr>
            </a:solidFill>
            <a:ln w="4762" cap="rnd">
              <a:solidFill>
                <a:srgbClr val="C489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g1051"/>
            <p:cNvSpPr/>
            <p:nvPr/>
          </p:nvSpPr>
          <p:spPr>
            <a:xfrm>
              <a:off x="6574177" y="2857355"/>
              <a:ext cx="35442" cy="489460"/>
            </a:xfrm>
            <a:custGeom>
              <a:avLst/>
              <a:pathLst>
                <a:path w="35442" h="489460">
                  <a:moveTo>
                    <a:pt x="0" y="0"/>
                  </a:moveTo>
                  <a:lnTo>
                    <a:pt x="17721" y="5548"/>
                  </a:lnTo>
                  <a:lnTo>
                    <a:pt x="35442" y="11283"/>
                  </a:lnTo>
                  <a:lnTo>
                    <a:pt x="35442" y="489460"/>
                  </a:lnTo>
                  <a:lnTo>
                    <a:pt x="17721" y="489460"/>
                  </a:lnTo>
                  <a:lnTo>
                    <a:pt x="0" y="489460"/>
                  </a:lnTo>
                  <a:close/>
                </a:path>
              </a:pathLst>
            </a:custGeom>
            <a:solidFill>
              <a:srgbClr val="C38873">
                <a:alpha val="100000"/>
              </a:srgbClr>
            </a:solidFill>
            <a:ln w="4762" cap="rnd">
              <a:solidFill>
                <a:srgbClr val="C388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g1052"/>
            <p:cNvSpPr/>
            <p:nvPr/>
          </p:nvSpPr>
          <p:spPr>
            <a:xfrm>
              <a:off x="6609620" y="2868638"/>
              <a:ext cx="17721" cy="478177"/>
            </a:xfrm>
            <a:custGeom>
              <a:avLst/>
              <a:pathLst>
                <a:path w="17721" h="478177">
                  <a:moveTo>
                    <a:pt x="0" y="0"/>
                  </a:moveTo>
                  <a:lnTo>
                    <a:pt x="17721" y="5933"/>
                  </a:lnTo>
                  <a:lnTo>
                    <a:pt x="17721" y="478177"/>
                  </a:lnTo>
                  <a:lnTo>
                    <a:pt x="0" y="478177"/>
                  </a:lnTo>
                  <a:close/>
                </a:path>
              </a:pathLst>
            </a:custGeom>
            <a:solidFill>
              <a:srgbClr val="C38773">
                <a:alpha val="100000"/>
              </a:srgbClr>
            </a:solidFill>
            <a:ln w="4762" cap="rnd">
              <a:solidFill>
                <a:srgbClr val="C387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g1053"/>
            <p:cNvSpPr/>
            <p:nvPr/>
          </p:nvSpPr>
          <p:spPr>
            <a:xfrm>
              <a:off x="6627341" y="2874572"/>
              <a:ext cx="35442" cy="472244"/>
            </a:xfrm>
            <a:custGeom>
              <a:avLst/>
              <a:pathLst>
                <a:path w="35442" h="472244">
                  <a:moveTo>
                    <a:pt x="0" y="0"/>
                  </a:moveTo>
                  <a:lnTo>
                    <a:pt x="17721" y="6250"/>
                  </a:lnTo>
                  <a:lnTo>
                    <a:pt x="35442" y="12657"/>
                  </a:lnTo>
                  <a:lnTo>
                    <a:pt x="35442" y="472244"/>
                  </a:lnTo>
                  <a:lnTo>
                    <a:pt x="17721" y="472244"/>
                  </a:lnTo>
                  <a:lnTo>
                    <a:pt x="0" y="472244"/>
                  </a:lnTo>
                  <a:close/>
                </a:path>
              </a:pathLst>
            </a:custGeom>
            <a:solidFill>
              <a:srgbClr val="C38772">
                <a:alpha val="100000"/>
              </a:srgbClr>
            </a:solidFill>
            <a:ln w="4762" cap="rnd">
              <a:solidFill>
                <a:srgbClr val="C387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g1054"/>
            <p:cNvSpPr/>
            <p:nvPr/>
          </p:nvSpPr>
          <p:spPr>
            <a:xfrm>
              <a:off x="6662784" y="2887229"/>
              <a:ext cx="53164" cy="459586"/>
            </a:xfrm>
            <a:custGeom>
              <a:avLst/>
              <a:pathLst>
                <a:path w="53164" h="459586">
                  <a:moveTo>
                    <a:pt x="0" y="0"/>
                  </a:moveTo>
                  <a:lnTo>
                    <a:pt x="17721" y="6569"/>
                  </a:lnTo>
                  <a:lnTo>
                    <a:pt x="35442" y="13407"/>
                  </a:lnTo>
                  <a:lnTo>
                    <a:pt x="53164" y="20372"/>
                  </a:lnTo>
                  <a:lnTo>
                    <a:pt x="53164" y="459586"/>
                  </a:lnTo>
                  <a:lnTo>
                    <a:pt x="35442" y="459586"/>
                  </a:lnTo>
                  <a:lnTo>
                    <a:pt x="17721" y="459586"/>
                  </a:lnTo>
                  <a:lnTo>
                    <a:pt x="0" y="459586"/>
                  </a:lnTo>
                  <a:close/>
                </a:path>
              </a:pathLst>
            </a:custGeom>
            <a:solidFill>
              <a:srgbClr val="C28671">
                <a:alpha val="100000"/>
              </a:srgbClr>
            </a:solidFill>
            <a:ln w="4762" cap="rnd">
              <a:solidFill>
                <a:srgbClr val="C286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g1055"/>
            <p:cNvSpPr/>
            <p:nvPr/>
          </p:nvSpPr>
          <p:spPr>
            <a:xfrm>
              <a:off x="6715948" y="2907602"/>
              <a:ext cx="17721" cy="439213"/>
            </a:xfrm>
            <a:custGeom>
              <a:avLst/>
              <a:pathLst>
                <a:path w="17721" h="439213">
                  <a:moveTo>
                    <a:pt x="0" y="0"/>
                  </a:moveTo>
                  <a:lnTo>
                    <a:pt x="17721" y="7091"/>
                  </a:lnTo>
                  <a:lnTo>
                    <a:pt x="17721" y="439213"/>
                  </a:lnTo>
                  <a:lnTo>
                    <a:pt x="0" y="439213"/>
                  </a:lnTo>
                  <a:close/>
                </a:path>
              </a:pathLst>
            </a:custGeom>
            <a:solidFill>
              <a:srgbClr val="C28570">
                <a:alpha val="100000"/>
              </a:srgbClr>
            </a:solidFill>
            <a:ln w="4762" cap="rnd">
              <a:solidFill>
                <a:srgbClr val="C2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g1056"/>
            <p:cNvSpPr/>
            <p:nvPr/>
          </p:nvSpPr>
          <p:spPr>
            <a:xfrm>
              <a:off x="6733669" y="2914693"/>
              <a:ext cx="17721" cy="432122"/>
            </a:xfrm>
            <a:custGeom>
              <a:avLst/>
              <a:pathLst>
                <a:path w="17721" h="432122">
                  <a:moveTo>
                    <a:pt x="0" y="0"/>
                  </a:moveTo>
                  <a:lnTo>
                    <a:pt x="17721" y="7308"/>
                  </a:lnTo>
                  <a:lnTo>
                    <a:pt x="17721" y="432122"/>
                  </a:lnTo>
                  <a:lnTo>
                    <a:pt x="0" y="432122"/>
                  </a:lnTo>
                  <a:close/>
                </a:path>
              </a:pathLst>
            </a:custGeom>
            <a:solidFill>
              <a:srgbClr val="C18570">
                <a:alpha val="100000"/>
              </a:srgbClr>
            </a:solidFill>
            <a:ln w="4762" cap="rnd">
              <a:solidFill>
                <a:srgbClr val="C1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g1057"/>
            <p:cNvSpPr/>
            <p:nvPr/>
          </p:nvSpPr>
          <p:spPr>
            <a:xfrm>
              <a:off x="6751391" y="2922002"/>
              <a:ext cx="53164" cy="424814"/>
            </a:xfrm>
            <a:custGeom>
              <a:avLst/>
              <a:pathLst>
                <a:path w="53164" h="424814">
                  <a:moveTo>
                    <a:pt x="0" y="0"/>
                  </a:moveTo>
                  <a:lnTo>
                    <a:pt x="17721" y="7404"/>
                  </a:lnTo>
                  <a:lnTo>
                    <a:pt x="35442" y="14903"/>
                  </a:lnTo>
                  <a:lnTo>
                    <a:pt x="53164" y="22556"/>
                  </a:lnTo>
                  <a:lnTo>
                    <a:pt x="53164" y="424814"/>
                  </a:lnTo>
                  <a:lnTo>
                    <a:pt x="35442" y="424814"/>
                  </a:lnTo>
                  <a:lnTo>
                    <a:pt x="17721" y="424814"/>
                  </a:lnTo>
                  <a:lnTo>
                    <a:pt x="0" y="424814"/>
                  </a:lnTo>
                  <a:close/>
                </a:path>
              </a:pathLst>
            </a:custGeom>
            <a:solidFill>
              <a:srgbClr val="C1846F">
                <a:alpha val="100000"/>
              </a:srgbClr>
            </a:solidFill>
            <a:ln w="4762" cap="rnd">
              <a:solidFill>
                <a:srgbClr val="C184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g1058"/>
            <p:cNvSpPr/>
            <p:nvPr/>
          </p:nvSpPr>
          <p:spPr>
            <a:xfrm>
              <a:off x="6804555" y="2944558"/>
              <a:ext cx="17721" cy="402257"/>
            </a:xfrm>
            <a:custGeom>
              <a:avLst/>
              <a:pathLst>
                <a:path w="17721" h="402257">
                  <a:moveTo>
                    <a:pt x="0" y="0"/>
                  </a:moveTo>
                  <a:lnTo>
                    <a:pt x="17721" y="7722"/>
                  </a:lnTo>
                  <a:lnTo>
                    <a:pt x="17721" y="402257"/>
                  </a:lnTo>
                  <a:lnTo>
                    <a:pt x="0" y="402257"/>
                  </a:lnTo>
                  <a:close/>
                </a:path>
              </a:pathLst>
            </a:custGeom>
            <a:solidFill>
              <a:srgbClr val="C1836E">
                <a:alpha val="100000"/>
              </a:srgbClr>
            </a:solidFill>
            <a:ln w="4762" cap="rnd">
              <a:solidFill>
                <a:srgbClr val="C1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g1059"/>
            <p:cNvSpPr/>
            <p:nvPr/>
          </p:nvSpPr>
          <p:spPr>
            <a:xfrm>
              <a:off x="6822276" y="2952280"/>
              <a:ext cx="17721" cy="394535"/>
            </a:xfrm>
            <a:custGeom>
              <a:avLst/>
              <a:pathLst>
                <a:path w="17721" h="394535">
                  <a:moveTo>
                    <a:pt x="0" y="0"/>
                  </a:moveTo>
                  <a:lnTo>
                    <a:pt x="17721" y="7786"/>
                  </a:lnTo>
                  <a:lnTo>
                    <a:pt x="17721" y="394535"/>
                  </a:lnTo>
                  <a:lnTo>
                    <a:pt x="0" y="394535"/>
                  </a:lnTo>
                  <a:close/>
                </a:path>
              </a:pathLst>
            </a:custGeom>
            <a:solidFill>
              <a:srgbClr val="C0836E">
                <a:alpha val="100000"/>
              </a:srgbClr>
            </a:solidFill>
            <a:ln w="4762" cap="rnd">
              <a:solidFill>
                <a:srgbClr val="C0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g1060"/>
            <p:cNvSpPr/>
            <p:nvPr/>
          </p:nvSpPr>
          <p:spPr>
            <a:xfrm>
              <a:off x="6839997" y="2960067"/>
              <a:ext cx="53164" cy="386749"/>
            </a:xfrm>
            <a:custGeom>
              <a:avLst/>
              <a:pathLst>
                <a:path w="53164" h="386749">
                  <a:moveTo>
                    <a:pt x="0" y="0"/>
                  </a:moveTo>
                  <a:lnTo>
                    <a:pt x="17721" y="7880"/>
                  </a:lnTo>
                  <a:lnTo>
                    <a:pt x="35442" y="15799"/>
                  </a:lnTo>
                  <a:lnTo>
                    <a:pt x="53164" y="23752"/>
                  </a:lnTo>
                  <a:lnTo>
                    <a:pt x="53164" y="386749"/>
                  </a:lnTo>
                  <a:lnTo>
                    <a:pt x="35442" y="386749"/>
                  </a:lnTo>
                  <a:lnTo>
                    <a:pt x="17721" y="386749"/>
                  </a:lnTo>
                  <a:lnTo>
                    <a:pt x="0" y="386749"/>
                  </a:lnTo>
                  <a:close/>
                </a:path>
              </a:pathLst>
            </a:custGeom>
            <a:solidFill>
              <a:srgbClr val="C0826D">
                <a:alpha val="100000"/>
              </a:srgbClr>
            </a:solidFill>
            <a:ln w="4762" cap="rnd">
              <a:solidFill>
                <a:srgbClr val="C082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g1061"/>
            <p:cNvSpPr/>
            <p:nvPr/>
          </p:nvSpPr>
          <p:spPr>
            <a:xfrm>
              <a:off x="6893162" y="2983820"/>
              <a:ext cx="35442" cy="362996"/>
            </a:xfrm>
            <a:custGeom>
              <a:avLst/>
              <a:pathLst>
                <a:path w="35442" h="362996">
                  <a:moveTo>
                    <a:pt x="0" y="0"/>
                  </a:moveTo>
                  <a:lnTo>
                    <a:pt x="17721" y="7990"/>
                  </a:lnTo>
                  <a:lnTo>
                    <a:pt x="35442" y="15988"/>
                  </a:lnTo>
                  <a:lnTo>
                    <a:pt x="35442" y="362996"/>
                  </a:lnTo>
                  <a:lnTo>
                    <a:pt x="17721" y="362996"/>
                  </a:lnTo>
                  <a:lnTo>
                    <a:pt x="0" y="362996"/>
                  </a:lnTo>
                  <a:close/>
                </a:path>
              </a:pathLst>
            </a:custGeom>
            <a:solidFill>
              <a:srgbClr val="BF816C">
                <a:alpha val="100000"/>
              </a:srgbClr>
            </a:solidFill>
            <a:ln w="4762" cap="rnd">
              <a:solidFill>
                <a:srgbClr val="BF81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g1062"/>
            <p:cNvSpPr/>
            <p:nvPr/>
          </p:nvSpPr>
          <p:spPr>
            <a:xfrm>
              <a:off x="6928604" y="2999808"/>
              <a:ext cx="53164" cy="347007"/>
            </a:xfrm>
            <a:custGeom>
              <a:avLst/>
              <a:pathLst>
                <a:path w="53164" h="347007">
                  <a:moveTo>
                    <a:pt x="0" y="0"/>
                  </a:moveTo>
                  <a:lnTo>
                    <a:pt x="17721" y="8001"/>
                  </a:lnTo>
                  <a:lnTo>
                    <a:pt x="35442" y="15988"/>
                  </a:lnTo>
                  <a:lnTo>
                    <a:pt x="53164" y="23949"/>
                  </a:lnTo>
                  <a:lnTo>
                    <a:pt x="53164" y="347007"/>
                  </a:lnTo>
                  <a:lnTo>
                    <a:pt x="35442" y="347007"/>
                  </a:lnTo>
                  <a:lnTo>
                    <a:pt x="17721" y="347007"/>
                  </a:lnTo>
                  <a:lnTo>
                    <a:pt x="0" y="347007"/>
                  </a:lnTo>
                  <a:close/>
                </a:path>
              </a:pathLst>
            </a:custGeom>
            <a:solidFill>
              <a:srgbClr val="BF806B">
                <a:alpha val="100000"/>
              </a:srgbClr>
            </a:solidFill>
            <a:ln w="4762" cap="rnd">
              <a:solidFill>
                <a:srgbClr val="BF8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g1063"/>
            <p:cNvSpPr/>
            <p:nvPr/>
          </p:nvSpPr>
          <p:spPr>
            <a:xfrm>
              <a:off x="6981768" y="3023758"/>
              <a:ext cx="35442" cy="323058"/>
            </a:xfrm>
            <a:custGeom>
              <a:avLst/>
              <a:pathLst>
                <a:path w="35442" h="323058">
                  <a:moveTo>
                    <a:pt x="0" y="0"/>
                  </a:moveTo>
                  <a:lnTo>
                    <a:pt x="17721" y="7935"/>
                  </a:lnTo>
                  <a:lnTo>
                    <a:pt x="35442" y="15808"/>
                  </a:lnTo>
                  <a:lnTo>
                    <a:pt x="35442" y="323058"/>
                  </a:lnTo>
                  <a:lnTo>
                    <a:pt x="17721" y="323058"/>
                  </a:lnTo>
                  <a:lnTo>
                    <a:pt x="0" y="323058"/>
                  </a:lnTo>
                  <a:close/>
                </a:path>
              </a:pathLst>
            </a:custGeom>
            <a:solidFill>
              <a:srgbClr val="BE7F6A">
                <a:alpha val="100000"/>
              </a:srgbClr>
            </a:solidFill>
            <a:ln w="4762" cap="rnd">
              <a:solidFill>
                <a:srgbClr val="BE7F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g1064"/>
            <p:cNvSpPr/>
            <p:nvPr/>
          </p:nvSpPr>
          <p:spPr>
            <a:xfrm>
              <a:off x="7017211" y="3039566"/>
              <a:ext cx="17721" cy="307249"/>
            </a:xfrm>
            <a:custGeom>
              <a:avLst/>
              <a:pathLst>
                <a:path w="17721" h="307249">
                  <a:moveTo>
                    <a:pt x="0" y="0"/>
                  </a:moveTo>
                  <a:lnTo>
                    <a:pt x="17721" y="7812"/>
                  </a:lnTo>
                  <a:lnTo>
                    <a:pt x="17721" y="307249"/>
                  </a:lnTo>
                  <a:lnTo>
                    <a:pt x="0" y="307249"/>
                  </a:lnTo>
                  <a:close/>
                </a:path>
              </a:pathLst>
            </a:custGeom>
            <a:solidFill>
              <a:srgbClr val="BE7F69">
                <a:alpha val="100000"/>
              </a:srgbClr>
            </a:solidFill>
            <a:ln w="4762" cap="rnd">
              <a:solidFill>
                <a:srgbClr val="BE7F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g1065"/>
            <p:cNvSpPr/>
            <p:nvPr/>
          </p:nvSpPr>
          <p:spPr>
            <a:xfrm>
              <a:off x="7034932" y="3047379"/>
              <a:ext cx="17721" cy="299436"/>
            </a:xfrm>
            <a:custGeom>
              <a:avLst/>
              <a:pathLst>
                <a:path w="17721" h="299436">
                  <a:moveTo>
                    <a:pt x="0" y="0"/>
                  </a:moveTo>
                  <a:lnTo>
                    <a:pt x="17721" y="7760"/>
                  </a:lnTo>
                  <a:lnTo>
                    <a:pt x="17721" y="299436"/>
                  </a:lnTo>
                  <a:lnTo>
                    <a:pt x="0" y="299436"/>
                  </a:lnTo>
                  <a:close/>
                </a:path>
              </a:pathLst>
            </a:custGeom>
            <a:solidFill>
              <a:srgbClr val="BE7E69">
                <a:alpha val="100000"/>
              </a:srgbClr>
            </a:solidFill>
            <a:ln w="4762" cap="rnd">
              <a:solidFill>
                <a:srgbClr val="BE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g1066"/>
            <p:cNvSpPr/>
            <p:nvPr/>
          </p:nvSpPr>
          <p:spPr>
            <a:xfrm>
              <a:off x="7052654" y="3055139"/>
              <a:ext cx="17721" cy="291676"/>
            </a:xfrm>
            <a:custGeom>
              <a:avLst/>
              <a:pathLst>
                <a:path w="17721" h="291676">
                  <a:moveTo>
                    <a:pt x="0" y="0"/>
                  </a:moveTo>
                  <a:lnTo>
                    <a:pt x="17721" y="7654"/>
                  </a:lnTo>
                  <a:lnTo>
                    <a:pt x="17721" y="291676"/>
                  </a:lnTo>
                  <a:lnTo>
                    <a:pt x="0" y="291676"/>
                  </a:lnTo>
                  <a:close/>
                </a:path>
              </a:pathLst>
            </a:custGeom>
            <a:solidFill>
              <a:srgbClr val="BD7E69">
                <a:alpha val="100000"/>
              </a:srgbClr>
            </a:solidFill>
            <a:ln w="4762" cap="rnd">
              <a:solidFill>
                <a:srgbClr val="BD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g1067"/>
            <p:cNvSpPr/>
            <p:nvPr/>
          </p:nvSpPr>
          <p:spPr>
            <a:xfrm>
              <a:off x="7070375" y="3062793"/>
              <a:ext cx="53164" cy="284022"/>
            </a:xfrm>
            <a:custGeom>
              <a:avLst/>
              <a:pathLst>
                <a:path w="53164" h="284022">
                  <a:moveTo>
                    <a:pt x="0" y="0"/>
                  </a:moveTo>
                  <a:lnTo>
                    <a:pt x="17721" y="7559"/>
                  </a:lnTo>
                  <a:lnTo>
                    <a:pt x="35442" y="15040"/>
                  </a:lnTo>
                  <a:lnTo>
                    <a:pt x="53164" y="22377"/>
                  </a:lnTo>
                  <a:lnTo>
                    <a:pt x="53164" y="284022"/>
                  </a:lnTo>
                  <a:lnTo>
                    <a:pt x="35442" y="284022"/>
                  </a:lnTo>
                  <a:lnTo>
                    <a:pt x="17721" y="284022"/>
                  </a:lnTo>
                  <a:lnTo>
                    <a:pt x="0" y="284022"/>
                  </a:lnTo>
                  <a:close/>
                </a:path>
              </a:pathLst>
            </a:custGeom>
            <a:solidFill>
              <a:srgbClr val="BD7D68">
                <a:alpha val="100000"/>
              </a:srgbClr>
            </a:solidFill>
            <a:ln w="4762" cap="rnd">
              <a:solidFill>
                <a:srgbClr val="BD7D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g1068"/>
            <p:cNvSpPr/>
            <p:nvPr/>
          </p:nvSpPr>
          <p:spPr>
            <a:xfrm>
              <a:off x="7123539" y="3085171"/>
              <a:ext cx="35442" cy="261645"/>
            </a:xfrm>
            <a:custGeom>
              <a:avLst/>
              <a:pathLst>
                <a:path w="35442" h="261645">
                  <a:moveTo>
                    <a:pt x="0" y="0"/>
                  </a:moveTo>
                  <a:lnTo>
                    <a:pt x="17721" y="7207"/>
                  </a:lnTo>
                  <a:lnTo>
                    <a:pt x="35442" y="14312"/>
                  </a:lnTo>
                  <a:lnTo>
                    <a:pt x="35442" y="261645"/>
                  </a:lnTo>
                  <a:lnTo>
                    <a:pt x="17721" y="261645"/>
                  </a:lnTo>
                  <a:lnTo>
                    <a:pt x="0" y="261645"/>
                  </a:lnTo>
                  <a:close/>
                </a:path>
              </a:pathLst>
            </a:custGeom>
            <a:solidFill>
              <a:srgbClr val="BC7C67">
                <a:alpha val="100000"/>
              </a:srgbClr>
            </a:solidFill>
            <a:ln w="4762" cap="rnd">
              <a:solidFill>
                <a:srgbClr val="BC7C6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g1069"/>
            <p:cNvSpPr/>
            <p:nvPr/>
          </p:nvSpPr>
          <p:spPr>
            <a:xfrm>
              <a:off x="7158982" y="3099483"/>
              <a:ext cx="53164" cy="247332"/>
            </a:xfrm>
            <a:custGeom>
              <a:avLst/>
              <a:pathLst>
                <a:path w="53164" h="247332">
                  <a:moveTo>
                    <a:pt x="0" y="0"/>
                  </a:moveTo>
                  <a:lnTo>
                    <a:pt x="17721" y="6927"/>
                  </a:lnTo>
                  <a:lnTo>
                    <a:pt x="35442" y="13692"/>
                  </a:lnTo>
                  <a:lnTo>
                    <a:pt x="53164" y="20333"/>
                  </a:lnTo>
                  <a:lnTo>
                    <a:pt x="53164" y="247332"/>
                  </a:lnTo>
                  <a:lnTo>
                    <a:pt x="35442" y="247332"/>
                  </a:lnTo>
                  <a:lnTo>
                    <a:pt x="17721" y="247332"/>
                  </a:lnTo>
                  <a:lnTo>
                    <a:pt x="0" y="247332"/>
                  </a:lnTo>
                  <a:close/>
                </a:path>
              </a:pathLst>
            </a:custGeom>
            <a:solidFill>
              <a:srgbClr val="BC7B66">
                <a:alpha val="100000"/>
              </a:srgbClr>
            </a:solidFill>
            <a:ln w="4762" cap="rnd">
              <a:solidFill>
                <a:srgbClr val="BC7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g1070"/>
            <p:cNvSpPr/>
            <p:nvPr/>
          </p:nvSpPr>
          <p:spPr>
            <a:xfrm>
              <a:off x="7212146" y="3119816"/>
              <a:ext cx="35442" cy="226999"/>
            </a:xfrm>
            <a:custGeom>
              <a:avLst/>
              <a:pathLst>
                <a:path w="35442" h="226999">
                  <a:moveTo>
                    <a:pt x="0" y="0"/>
                  </a:moveTo>
                  <a:lnTo>
                    <a:pt x="17721" y="6435"/>
                  </a:lnTo>
                  <a:lnTo>
                    <a:pt x="35442" y="12675"/>
                  </a:lnTo>
                  <a:lnTo>
                    <a:pt x="35442" y="226999"/>
                  </a:lnTo>
                  <a:lnTo>
                    <a:pt x="17721" y="226999"/>
                  </a:lnTo>
                  <a:lnTo>
                    <a:pt x="0" y="226999"/>
                  </a:lnTo>
                  <a:close/>
                </a:path>
              </a:pathLst>
            </a:custGeom>
            <a:solidFill>
              <a:srgbClr val="BB7A65">
                <a:alpha val="100000"/>
              </a:srgbClr>
            </a:solidFill>
            <a:ln w="4762" cap="rnd">
              <a:solidFill>
                <a:srgbClr val="BB7A6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g1071"/>
            <p:cNvSpPr/>
            <p:nvPr/>
          </p:nvSpPr>
          <p:spPr>
            <a:xfrm>
              <a:off x="7247589" y="3132492"/>
              <a:ext cx="17721" cy="214323"/>
            </a:xfrm>
            <a:custGeom>
              <a:avLst/>
              <a:pathLst>
                <a:path w="17721" h="214323">
                  <a:moveTo>
                    <a:pt x="0" y="0"/>
                  </a:moveTo>
                  <a:lnTo>
                    <a:pt x="17721" y="6096"/>
                  </a:lnTo>
                  <a:lnTo>
                    <a:pt x="17721" y="214323"/>
                  </a:lnTo>
                  <a:lnTo>
                    <a:pt x="0" y="214323"/>
                  </a:lnTo>
                  <a:close/>
                </a:path>
              </a:pathLst>
            </a:custGeom>
            <a:solidFill>
              <a:srgbClr val="BB7A64">
                <a:alpha val="100000"/>
              </a:srgbClr>
            </a:solidFill>
            <a:ln w="4762" cap="rnd">
              <a:solidFill>
                <a:srgbClr val="BB7A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g1072"/>
            <p:cNvSpPr/>
            <p:nvPr/>
          </p:nvSpPr>
          <p:spPr>
            <a:xfrm>
              <a:off x="7265310" y="3138589"/>
              <a:ext cx="17721" cy="208227"/>
            </a:xfrm>
            <a:custGeom>
              <a:avLst/>
              <a:pathLst>
                <a:path w="17721" h="208227">
                  <a:moveTo>
                    <a:pt x="0" y="0"/>
                  </a:moveTo>
                  <a:lnTo>
                    <a:pt x="17721" y="5869"/>
                  </a:lnTo>
                  <a:lnTo>
                    <a:pt x="17721" y="208227"/>
                  </a:lnTo>
                  <a:lnTo>
                    <a:pt x="0" y="208227"/>
                  </a:lnTo>
                  <a:close/>
                </a:path>
              </a:pathLst>
            </a:custGeom>
            <a:solidFill>
              <a:srgbClr val="BB7964">
                <a:alpha val="100000"/>
              </a:srgbClr>
            </a:solidFill>
            <a:ln w="4762" cap="rnd">
              <a:solidFill>
                <a:srgbClr val="BB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g1073"/>
            <p:cNvSpPr/>
            <p:nvPr/>
          </p:nvSpPr>
          <p:spPr>
            <a:xfrm>
              <a:off x="7283032" y="3144458"/>
              <a:ext cx="17721" cy="202357"/>
            </a:xfrm>
            <a:custGeom>
              <a:avLst/>
              <a:pathLst>
                <a:path w="17721" h="202357">
                  <a:moveTo>
                    <a:pt x="0" y="0"/>
                  </a:moveTo>
                  <a:lnTo>
                    <a:pt x="17721" y="5643"/>
                  </a:lnTo>
                  <a:lnTo>
                    <a:pt x="17721" y="202357"/>
                  </a:lnTo>
                  <a:lnTo>
                    <a:pt x="0" y="202357"/>
                  </a:lnTo>
                  <a:close/>
                </a:path>
              </a:pathLst>
            </a:custGeom>
            <a:solidFill>
              <a:srgbClr val="BA7964">
                <a:alpha val="100000"/>
              </a:srgbClr>
            </a:solidFill>
            <a:ln w="4762" cap="rnd">
              <a:solidFill>
                <a:srgbClr val="BA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g1074"/>
            <p:cNvSpPr/>
            <p:nvPr/>
          </p:nvSpPr>
          <p:spPr>
            <a:xfrm>
              <a:off x="7300753" y="3150102"/>
              <a:ext cx="35442" cy="196713"/>
            </a:xfrm>
            <a:custGeom>
              <a:avLst/>
              <a:pathLst>
                <a:path w="35442" h="196713">
                  <a:moveTo>
                    <a:pt x="0" y="0"/>
                  </a:moveTo>
                  <a:lnTo>
                    <a:pt x="17721" y="5482"/>
                  </a:lnTo>
                  <a:lnTo>
                    <a:pt x="35442" y="10722"/>
                  </a:lnTo>
                  <a:lnTo>
                    <a:pt x="35442" y="196713"/>
                  </a:lnTo>
                  <a:lnTo>
                    <a:pt x="17721" y="196713"/>
                  </a:lnTo>
                  <a:lnTo>
                    <a:pt x="0" y="196713"/>
                  </a:lnTo>
                  <a:close/>
                </a:path>
              </a:pathLst>
            </a:custGeom>
            <a:solidFill>
              <a:srgbClr val="BA7863">
                <a:alpha val="100000"/>
              </a:srgbClr>
            </a:solidFill>
            <a:ln w="4762" cap="rnd">
              <a:solidFill>
                <a:srgbClr val="BA78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g1075"/>
            <p:cNvSpPr/>
            <p:nvPr/>
          </p:nvSpPr>
          <p:spPr>
            <a:xfrm>
              <a:off x="7336196" y="3160824"/>
              <a:ext cx="17721" cy="185991"/>
            </a:xfrm>
            <a:custGeom>
              <a:avLst/>
              <a:pathLst>
                <a:path w="17721" h="185991">
                  <a:moveTo>
                    <a:pt x="0" y="0"/>
                  </a:moveTo>
                  <a:lnTo>
                    <a:pt x="17721" y="4986"/>
                  </a:lnTo>
                  <a:lnTo>
                    <a:pt x="17721" y="185991"/>
                  </a:lnTo>
                  <a:lnTo>
                    <a:pt x="0" y="185991"/>
                  </a:lnTo>
                  <a:close/>
                </a:path>
              </a:pathLst>
            </a:custGeom>
            <a:solidFill>
              <a:srgbClr val="BA7862">
                <a:alpha val="100000"/>
              </a:srgbClr>
            </a:solidFill>
            <a:ln w="4762" cap="rnd">
              <a:solidFill>
                <a:srgbClr val="BA78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g1076"/>
            <p:cNvSpPr/>
            <p:nvPr/>
          </p:nvSpPr>
          <p:spPr>
            <a:xfrm>
              <a:off x="7353917" y="3165811"/>
              <a:ext cx="17721" cy="181005"/>
            </a:xfrm>
            <a:custGeom>
              <a:avLst/>
              <a:pathLst>
                <a:path w="17721" h="181005">
                  <a:moveTo>
                    <a:pt x="0" y="0"/>
                  </a:moveTo>
                  <a:lnTo>
                    <a:pt x="17721" y="4811"/>
                  </a:lnTo>
                  <a:lnTo>
                    <a:pt x="17721" y="181005"/>
                  </a:lnTo>
                  <a:lnTo>
                    <a:pt x="0" y="181005"/>
                  </a:lnTo>
                  <a:close/>
                </a:path>
              </a:pathLst>
            </a:custGeom>
            <a:solidFill>
              <a:srgbClr val="BA7762">
                <a:alpha val="100000"/>
              </a:srgbClr>
            </a:solidFill>
            <a:ln w="4762" cap="rnd">
              <a:solidFill>
                <a:srgbClr val="BA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g1077"/>
            <p:cNvSpPr/>
            <p:nvPr/>
          </p:nvSpPr>
          <p:spPr>
            <a:xfrm>
              <a:off x="7371638" y="3170623"/>
              <a:ext cx="17721" cy="176193"/>
            </a:xfrm>
            <a:custGeom>
              <a:avLst/>
              <a:pathLst>
                <a:path w="17721" h="176193">
                  <a:moveTo>
                    <a:pt x="0" y="0"/>
                  </a:moveTo>
                  <a:lnTo>
                    <a:pt x="17721" y="4557"/>
                  </a:lnTo>
                  <a:lnTo>
                    <a:pt x="17721" y="176193"/>
                  </a:lnTo>
                  <a:lnTo>
                    <a:pt x="0" y="176193"/>
                  </a:lnTo>
                  <a:close/>
                </a:path>
              </a:pathLst>
            </a:custGeom>
            <a:solidFill>
              <a:srgbClr val="B97762">
                <a:alpha val="100000"/>
              </a:srgbClr>
            </a:solidFill>
            <a:ln w="4762" cap="rnd">
              <a:solidFill>
                <a:srgbClr val="B9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g1078"/>
            <p:cNvSpPr/>
            <p:nvPr/>
          </p:nvSpPr>
          <p:spPr>
            <a:xfrm>
              <a:off x="7389360" y="3175180"/>
              <a:ext cx="53164" cy="171635"/>
            </a:xfrm>
            <a:custGeom>
              <a:avLst/>
              <a:pathLst>
                <a:path w="53164" h="171635">
                  <a:moveTo>
                    <a:pt x="0" y="0"/>
                  </a:moveTo>
                  <a:lnTo>
                    <a:pt x="17721" y="4280"/>
                  </a:lnTo>
                  <a:lnTo>
                    <a:pt x="35442" y="8375"/>
                  </a:lnTo>
                  <a:lnTo>
                    <a:pt x="53164" y="12212"/>
                  </a:lnTo>
                  <a:lnTo>
                    <a:pt x="53164" y="171635"/>
                  </a:lnTo>
                  <a:lnTo>
                    <a:pt x="35442" y="171635"/>
                  </a:lnTo>
                  <a:lnTo>
                    <a:pt x="17721" y="171635"/>
                  </a:lnTo>
                  <a:lnTo>
                    <a:pt x="0" y="171635"/>
                  </a:lnTo>
                  <a:close/>
                </a:path>
              </a:pathLst>
            </a:custGeom>
            <a:solidFill>
              <a:srgbClr val="B97661">
                <a:alpha val="100000"/>
              </a:srgbClr>
            </a:solidFill>
            <a:ln w="4762" cap="rnd">
              <a:solidFill>
                <a:srgbClr val="B976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g1079"/>
            <p:cNvSpPr/>
            <p:nvPr/>
          </p:nvSpPr>
          <p:spPr>
            <a:xfrm>
              <a:off x="7442524" y="3187392"/>
              <a:ext cx="35442" cy="159423"/>
            </a:xfrm>
            <a:custGeom>
              <a:avLst/>
              <a:pathLst>
                <a:path w="35442" h="159423">
                  <a:moveTo>
                    <a:pt x="0" y="0"/>
                  </a:moveTo>
                  <a:lnTo>
                    <a:pt x="17721" y="3538"/>
                  </a:lnTo>
                  <a:lnTo>
                    <a:pt x="35442" y="6886"/>
                  </a:lnTo>
                  <a:lnTo>
                    <a:pt x="35442" y="159423"/>
                  </a:lnTo>
                  <a:lnTo>
                    <a:pt x="17721" y="159423"/>
                  </a:lnTo>
                  <a:lnTo>
                    <a:pt x="0" y="159423"/>
                  </a:lnTo>
                  <a:close/>
                </a:path>
              </a:pathLst>
            </a:custGeom>
            <a:solidFill>
              <a:srgbClr val="B87560">
                <a:alpha val="100000"/>
              </a:srgbClr>
            </a:solidFill>
            <a:ln w="4762" cap="rnd">
              <a:solidFill>
                <a:srgbClr val="B875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g1080"/>
            <p:cNvSpPr/>
            <p:nvPr/>
          </p:nvSpPr>
          <p:spPr>
            <a:xfrm>
              <a:off x="7477967" y="3194279"/>
              <a:ext cx="17721" cy="152536"/>
            </a:xfrm>
            <a:custGeom>
              <a:avLst/>
              <a:pathLst>
                <a:path w="17721" h="152536">
                  <a:moveTo>
                    <a:pt x="0" y="0"/>
                  </a:moveTo>
                  <a:lnTo>
                    <a:pt x="17721" y="3088"/>
                  </a:lnTo>
                  <a:lnTo>
                    <a:pt x="17721" y="152536"/>
                  </a:lnTo>
                  <a:lnTo>
                    <a:pt x="0" y="152536"/>
                  </a:lnTo>
                  <a:close/>
                </a:path>
              </a:pathLst>
            </a:custGeom>
            <a:solidFill>
              <a:srgbClr val="B8755F">
                <a:alpha val="100000"/>
              </a:srgbClr>
            </a:solidFill>
            <a:ln w="4762" cap="rnd">
              <a:solidFill>
                <a:srgbClr val="B875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g1081"/>
            <p:cNvSpPr/>
            <p:nvPr/>
          </p:nvSpPr>
          <p:spPr>
            <a:xfrm>
              <a:off x="7495688" y="3197368"/>
              <a:ext cx="17721" cy="149448"/>
            </a:xfrm>
            <a:custGeom>
              <a:avLst/>
              <a:pathLst>
                <a:path w="17721" h="149448">
                  <a:moveTo>
                    <a:pt x="0" y="0"/>
                  </a:moveTo>
                  <a:lnTo>
                    <a:pt x="17721" y="2776"/>
                  </a:lnTo>
                  <a:lnTo>
                    <a:pt x="17721" y="149448"/>
                  </a:lnTo>
                  <a:lnTo>
                    <a:pt x="0" y="149448"/>
                  </a:lnTo>
                  <a:close/>
                </a:path>
              </a:pathLst>
            </a:custGeom>
            <a:solidFill>
              <a:srgbClr val="B8745F">
                <a:alpha val="100000"/>
              </a:srgbClr>
            </a:solidFill>
            <a:ln w="4762" cap="rnd">
              <a:solidFill>
                <a:srgbClr val="B8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g1082"/>
            <p:cNvSpPr/>
            <p:nvPr/>
          </p:nvSpPr>
          <p:spPr>
            <a:xfrm>
              <a:off x="7513409" y="3200145"/>
              <a:ext cx="17721" cy="146671"/>
            </a:xfrm>
            <a:custGeom>
              <a:avLst/>
              <a:pathLst>
                <a:path w="17721" h="146671">
                  <a:moveTo>
                    <a:pt x="0" y="0"/>
                  </a:moveTo>
                  <a:lnTo>
                    <a:pt x="17721" y="2582"/>
                  </a:lnTo>
                  <a:lnTo>
                    <a:pt x="17721" y="146671"/>
                  </a:lnTo>
                  <a:lnTo>
                    <a:pt x="0" y="146671"/>
                  </a:lnTo>
                  <a:close/>
                </a:path>
              </a:pathLst>
            </a:custGeom>
            <a:solidFill>
              <a:srgbClr val="B7745F">
                <a:alpha val="100000"/>
              </a:srgbClr>
            </a:solidFill>
            <a:ln w="4762" cap="rnd">
              <a:solidFill>
                <a:srgbClr val="B7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g1083"/>
            <p:cNvSpPr/>
            <p:nvPr/>
          </p:nvSpPr>
          <p:spPr>
            <a:xfrm>
              <a:off x="7531131" y="3202727"/>
              <a:ext cx="35442" cy="144088"/>
            </a:xfrm>
            <a:custGeom>
              <a:avLst/>
              <a:pathLst>
                <a:path w="35442" h="144088">
                  <a:moveTo>
                    <a:pt x="0" y="0"/>
                  </a:moveTo>
                  <a:lnTo>
                    <a:pt x="17721" y="2329"/>
                  </a:lnTo>
                  <a:lnTo>
                    <a:pt x="35442" y="4338"/>
                  </a:lnTo>
                  <a:lnTo>
                    <a:pt x="35442" y="144088"/>
                  </a:lnTo>
                  <a:lnTo>
                    <a:pt x="17721" y="144088"/>
                  </a:lnTo>
                  <a:lnTo>
                    <a:pt x="0" y="144088"/>
                  </a:lnTo>
                  <a:close/>
                </a:path>
              </a:pathLst>
            </a:custGeom>
            <a:solidFill>
              <a:srgbClr val="B7735E">
                <a:alpha val="100000"/>
              </a:srgbClr>
            </a:solidFill>
            <a:ln w="4762" cap="rnd">
              <a:solidFill>
                <a:srgbClr val="B773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g1084"/>
            <p:cNvSpPr/>
            <p:nvPr/>
          </p:nvSpPr>
          <p:spPr>
            <a:xfrm>
              <a:off x="7566574" y="3207066"/>
              <a:ext cx="17721" cy="139749"/>
            </a:xfrm>
            <a:custGeom>
              <a:avLst/>
              <a:pathLst>
                <a:path w="17721" h="139749">
                  <a:moveTo>
                    <a:pt x="0" y="0"/>
                  </a:moveTo>
                  <a:lnTo>
                    <a:pt x="17721" y="1816"/>
                  </a:lnTo>
                  <a:lnTo>
                    <a:pt x="17721" y="139749"/>
                  </a:lnTo>
                  <a:lnTo>
                    <a:pt x="0" y="139749"/>
                  </a:lnTo>
                  <a:close/>
                </a:path>
              </a:pathLst>
            </a:custGeom>
            <a:solidFill>
              <a:srgbClr val="B7735D">
                <a:alpha val="100000"/>
              </a:srgbClr>
            </a:solidFill>
            <a:ln w="4762" cap="rnd">
              <a:solidFill>
                <a:srgbClr val="B773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g1085"/>
            <p:cNvSpPr/>
            <p:nvPr/>
          </p:nvSpPr>
          <p:spPr>
            <a:xfrm>
              <a:off x="7584295" y="3208883"/>
              <a:ext cx="17721" cy="137933"/>
            </a:xfrm>
            <a:custGeom>
              <a:avLst/>
              <a:pathLst>
                <a:path w="17721" h="137933">
                  <a:moveTo>
                    <a:pt x="0" y="0"/>
                  </a:moveTo>
                  <a:lnTo>
                    <a:pt x="17721" y="1573"/>
                  </a:lnTo>
                  <a:lnTo>
                    <a:pt x="17721" y="137933"/>
                  </a:lnTo>
                  <a:lnTo>
                    <a:pt x="0" y="137933"/>
                  </a:lnTo>
                  <a:close/>
                </a:path>
              </a:pathLst>
            </a:custGeom>
            <a:solidFill>
              <a:srgbClr val="B7725D">
                <a:alpha val="100000"/>
              </a:srgbClr>
            </a:solidFill>
            <a:ln w="4762" cap="rnd">
              <a:solidFill>
                <a:srgbClr val="B7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g1086"/>
            <p:cNvSpPr/>
            <p:nvPr/>
          </p:nvSpPr>
          <p:spPr>
            <a:xfrm>
              <a:off x="7602016" y="3210456"/>
              <a:ext cx="17721" cy="136359"/>
            </a:xfrm>
            <a:custGeom>
              <a:avLst/>
              <a:pathLst>
                <a:path w="17721" h="136359">
                  <a:moveTo>
                    <a:pt x="0" y="0"/>
                  </a:moveTo>
                  <a:lnTo>
                    <a:pt x="17721" y="1251"/>
                  </a:lnTo>
                  <a:lnTo>
                    <a:pt x="17721" y="136359"/>
                  </a:lnTo>
                  <a:lnTo>
                    <a:pt x="0" y="136359"/>
                  </a:lnTo>
                  <a:close/>
                </a:path>
              </a:pathLst>
            </a:custGeom>
            <a:solidFill>
              <a:srgbClr val="B6725D">
                <a:alpha val="100000"/>
              </a:srgbClr>
            </a:solidFill>
            <a:ln w="4762" cap="rnd">
              <a:solidFill>
                <a:srgbClr val="B6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g1087"/>
            <p:cNvSpPr/>
            <p:nvPr/>
          </p:nvSpPr>
          <p:spPr>
            <a:xfrm>
              <a:off x="7619738" y="3211708"/>
              <a:ext cx="53164" cy="135107"/>
            </a:xfrm>
            <a:custGeom>
              <a:avLst/>
              <a:pathLst>
                <a:path w="53164" h="135107">
                  <a:moveTo>
                    <a:pt x="0" y="0"/>
                  </a:moveTo>
                  <a:lnTo>
                    <a:pt x="17721" y="1064"/>
                  </a:lnTo>
                  <a:lnTo>
                    <a:pt x="35442" y="1901"/>
                  </a:lnTo>
                  <a:lnTo>
                    <a:pt x="53164" y="2422"/>
                  </a:lnTo>
                  <a:lnTo>
                    <a:pt x="53164" y="135107"/>
                  </a:lnTo>
                  <a:lnTo>
                    <a:pt x="35442" y="135107"/>
                  </a:lnTo>
                  <a:lnTo>
                    <a:pt x="17721" y="135107"/>
                  </a:lnTo>
                  <a:lnTo>
                    <a:pt x="0" y="135107"/>
                  </a:lnTo>
                  <a:close/>
                </a:path>
              </a:pathLst>
            </a:custGeom>
            <a:solidFill>
              <a:srgbClr val="B6715C">
                <a:alpha val="100000"/>
              </a:srgbClr>
            </a:solidFill>
            <a:ln w="4762" cap="rnd">
              <a:solidFill>
                <a:srgbClr val="B671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g1088"/>
            <p:cNvSpPr/>
            <p:nvPr/>
          </p:nvSpPr>
          <p:spPr>
            <a:xfrm>
              <a:off x="7672902" y="3214130"/>
              <a:ext cx="35442" cy="132685"/>
            </a:xfrm>
            <a:custGeom>
              <a:avLst/>
              <a:pathLst>
                <a:path w="35442" h="132685">
                  <a:moveTo>
                    <a:pt x="0" y="0"/>
                  </a:moveTo>
                  <a:lnTo>
                    <a:pt x="17721" y="342"/>
                  </a:lnTo>
                  <a:lnTo>
                    <a:pt x="35442" y="477"/>
                  </a:lnTo>
                  <a:lnTo>
                    <a:pt x="35442" y="132685"/>
                  </a:lnTo>
                  <a:lnTo>
                    <a:pt x="17721" y="132685"/>
                  </a:lnTo>
                  <a:lnTo>
                    <a:pt x="0" y="132685"/>
                  </a:lnTo>
                  <a:close/>
                </a:path>
              </a:pathLst>
            </a:custGeom>
            <a:solidFill>
              <a:srgbClr val="B5705B">
                <a:alpha val="100000"/>
              </a:srgbClr>
            </a:solidFill>
            <a:ln w="4762" cap="rnd">
              <a:solidFill>
                <a:srgbClr val="B5705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g1089"/>
            <p:cNvSpPr/>
            <p:nvPr/>
          </p:nvSpPr>
          <p:spPr>
            <a:xfrm>
              <a:off x="7708344" y="3214440"/>
              <a:ext cx="17721" cy="132375"/>
            </a:xfrm>
            <a:custGeom>
              <a:avLst/>
              <a:pathLst>
                <a:path w="17721" h="132375">
                  <a:moveTo>
                    <a:pt x="0" y="168"/>
                  </a:moveTo>
                  <a:lnTo>
                    <a:pt x="17721" y="0"/>
                  </a:lnTo>
                  <a:lnTo>
                    <a:pt x="17721" y="132375"/>
                  </a:lnTo>
                  <a:lnTo>
                    <a:pt x="0" y="132375"/>
                  </a:lnTo>
                  <a:close/>
                </a:path>
              </a:pathLst>
            </a:custGeom>
            <a:solidFill>
              <a:srgbClr val="B5705A">
                <a:alpha val="100000"/>
              </a:srgbClr>
            </a:solidFill>
            <a:ln w="4762" cap="rnd">
              <a:solidFill>
                <a:srgbClr val="B570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g1090"/>
            <p:cNvSpPr/>
            <p:nvPr/>
          </p:nvSpPr>
          <p:spPr>
            <a:xfrm>
              <a:off x="7726066" y="3214107"/>
              <a:ext cx="17721" cy="132708"/>
            </a:xfrm>
            <a:custGeom>
              <a:avLst/>
              <a:pathLst>
                <a:path w="17721" h="132708">
                  <a:moveTo>
                    <a:pt x="0" y="332"/>
                  </a:moveTo>
                  <a:lnTo>
                    <a:pt x="17721" y="0"/>
                  </a:lnTo>
                  <a:lnTo>
                    <a:pt x="17721" y="132708"/>
                  </a:lnTo>
                  <a:lnTo>
                    <a:pt x="0" y="132708"/>
                  </a:lnTo>
                  <a:close/>
                </a:path>
              </a:pathLst>
            </a:custGeom>
            <a:solidFill>
              <a:srgbClr val="B56F5A">
                <a:alpha val="100000"/>
              </a:srgbClr>
            </a:solidFill>
            <a:ln w="4762" cap="rnd">
              <a:solidFill>
                <a:srgbClr val="B5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g1091"/>
            <p:cNvSpPr/>
            <p:nvPr/>
          </p:nvSpPr>
          <p:spPr>
            <a:xfrm>
              <a:off x="7743787" y="3213591"/>
              <a:ext cx="17721" cy="133225"/>
            </a:xfrm>
            <a:custGeom>
              <a:avLst/>
              <a:pathLst>
                <a:path w="17721" h="133225">
                  <a:moveTo>
                    <a:pt x="0" y="516"/>
                  </a:moveTo>
                  <a:lnTo>
                    <a:pt x="17721" y="0"/>
                  </a:lnTo>
                  <a:lnTo>
                    <a:pt x="17721" y="133225"/>
                  </a:lnTo>
                  <a:lnTo>
                    <a:pt x="0" y="133225"/>
                  </a:lnTo>
                  <a:close/>
                </a:path>
              </a:pathLst>
            </a:custGeom>
            <a:solidFill>
              <a:srgbClr val="B46F5A">
                <a:alpha val="100000"/>
              </a:srgbClr>
            </a:solidFill>
            <a:ln w="4762" cap="rnd">
              <a:solidFill>
                <a:srgbClr val="B4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g1092"/>
            <p:cNvSpPr/>
            <p:nvPr/>
          </p:nvSpPr>
          <p:spPr>
            <a:xfrm>
              <a:off x="7761509" y="3211846"/>
              <a:ext cx="35442" cy="134970"/>
            </a:xfrm>
            <a:custGeom>
              <a:avLst/>
              <a:pathLst>
                <a:path w="35442" h="134970">
                  <a:moveTo>
                    <a:pt x="0" y="1745"/>
                  </a:moveTo>
                  <a:lnTo>
                    <a:pt x="17721" y="945"/>
                  </a:lnTo>
                  <a:lnTo>
                    <a:pt x="35442" y="0"/>
                  </a:lnTo>
                  <a:lnTo>
                    <a:pt x="35442" y="134970"/>
                  </a:lnTo>
                  <a:lnTo>
                    <a:pt x="17721" y="134970"/>
                  </a:lnTo>
                  <a:lnTo>
                    <a:pt x="0" y="134970"/>
                  </a:lnTo>
                  <a:close/>
                </a:path>
              </a:pathLst>
            </a:custGeom>
            <a:solidFill>
              <a:srgbClr val="B46E59">
                <a:alpha val="100000"/>
              </a:srgbClr>
            </a:solidFill>
            <a:ln w="4762" cap="rnd">
              <a:solidFill>
                <a:srgbClr val="B46E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g1093"/>
            <p:cNvSpPr/>
            <p:nvPr/>
          </p:nvSpPr>
          <p:spPr>
            <a:xfrm>
              <a:off x="7796951" y="3210742"/>
              <a:ext cx="17721" cy="136073"/>
            </a:xfrm>
            <a:custGeom>
              <a:avLst/>
              <a:pathLst>
                <a:path w="17721" h="136073">
                  <a:moveTo>
                    <a:pt x="0" y="1103"/>
                  </a:moveTo>
                  <a:lnTo>
                    <a:pt x="17721" y="0"/>
                  </a:lnTo>
                  <a:lnTo>
                    <a:pt x="17721" y="136073"/>
                  </a:lnTo>
                  <a:lnTo>
                    <a:pt x="0" y="136073"/>
                  </a:lnTo>
                  <a:close/>
                </a:path>
              </a:pathLst>
            </a:custGeom>
            <a:solidFill>
              <a:srgbClr val="B46E58">
                <a:alpha val="100000"/>
              </a:srgbClr>
            </a:solidFill>
            <a:ln w="4762" cap="rnd">
              <a:solidFill>
                <a:srgbClr val="B46E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g1094"/>
            <p:cNvSpPr/>
            <p:nvPr/>
          </p:nvSpPr>
          <p:spPr>
            <a:xfrm>
              <a:off x="7814673" y="3209384"/>
              <a:ext cx="17721" cy="137431"/>
            </a:xfrm>
            <a:custGeom>
              <a:avLst/>
              <a:pathLst>
                <a:path w="17721" h="137431">
                  <a:moveTo>
                    <a:pt x="0" y="1357"/>
                  </a:moveTo>
                  <a:lnTo>
                    <a:pt x="17721" y="0"/>
                  </a:lnTo>
                  <a:lnTo>
                    <a:pt x="17721" y="137431"/>
                  </a:lnTo>
                  <a:lnTo>
                    <a:pt x="0" y="137431"/>
                  </a:lnTo>
                  <a:close/>
                </a:path>
              </a:pathLst>
            </a:custGeom>
            <a:solidFill>
              <a:srgbClr val="B46D58">
                <a:alpha val="100000"/>
              </a:srgbClr>
            </a:solidFill>
            <a:ln w="4762" cap="rnd">
              <a:solidFill>
                <a:srgbClr val="B4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g1095"/>
            <p:cNvSpPr/>
            <p:nvPr/>
          </p:nvSpPr>
          <p:spPr>
            <a:xfrm>
              <a:off x="7832394" y="3207902"/>
              <a:ext cx="17721" cy="138914"/>
            </a:xfrm>
            <a:custGeom>
              <a:avLst/>
              <a:pathLst>
                <a:path w="17721" h="138914">
                  <a:moveTo>
                    <a:pt x="0" y="1482"/>
                  </a:moveTo>
                  <a:lnTo>
                    <a:pt x="17721" y="0"/>
                  </a:lnTo>
                  <a:lnTo>
                    <a:pt x="17721" y="138914"/>
                  </a:lnTo>
                  <a:lnTo>
                    <a:pt x="0" y="138914"/>
                  </a:lnTo>
                  <a:close/>
                </a:path>
              </a:pathLst>
            </a:custGeom>
            <a:solidFill>
              <a:srgbClr val="B36D58">
                <a:alpha val="100000"/>
              </a:srgbClr>
            </a:solidFill>
            <a:ln w="4762" cap="rnd">
              <a:solidFill>
                <a:srgbClr val="B3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g1096"/>
            <p:cNvSpPr/>
            <p:nvPr/>
          </p:nvSpPr>
          <p:spPr>
            <a:xfrm>
              <a:off x="7850115" y="3202528"/>
              <a:ext cx="53164" cy="144287"/>
            </a:xfrm>
            <a:custGeom>
              <a:avLst/>
              <a:pathLst>
                <a:path w="53164" h="144287">
                  <a:moveTo>
                    <a:pt x="0" y="5373"/>
                  </a:moveTo>
                  <a:lnTo>
                    <a:pt x="17721" y="3760"/>
                  </a:lnTo>
                  <a:lnTo>
                    <a:pt x="35442" y="1930"/>
                  </a:lnTo>
                  <a:lnTo>
                    <a:pt x="53164" y="0"/>
                  </a:lnTo>
                  <a:lnTo>
                    <a:pt x="53164" y="144287"/>
                  </a:lnTo>
                  <a:lnTo>
                    <a:pt x="35442" y="144287"/>
                  </a:lnTo>
                  <a:lnTo>
                    <a:pt x="17721" y="144287"/>
                  </a:lnTo>
                  <a:lnTo>
                    <a:pt x="0" y="144287"/>
                  </a:lnTo>
                  <a:close/>
                </a:path>
              </a:pathLst>
            </a:custGeom>
            <a:solidFill>
              <a:srgbClr val="B36C57">
                <a:alpha val="100000"/>
              </a:srgbClr>
            </a:solidFill>
            <a:ln w="4762" cap="rnd">
              <a:solidFill>
                <a:srgbClr val="B36C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g1097"/>
            <p:cNvSpPr/>
            <p:nvPr/>
          </p:nvSpPr>
          <p:spPr>
            <a:xfrm>
              <a:off x="7903280" y="3198292"/>
              <a:ext cx="35442" cy="148523"/>
            </a:xfrm>
            <a:custGeom>
              <a:avLst/>
              <a:pathLst>
                <a:path w="35442" h="148523">
                  <a:moveTo>
                    <a:pt x="0" y="4235"/>
                  </a:moveTo>
                  <a:lnTo>
                    <a:pt x="17721" y="2204"/>
                  </a:lnTo>
                  <a:lnTo>
                    <a:pt x="35442" y="0"/>
                  </a:lnTo>
                  <a:lnTo>
                    <a:pt x="35442" y="148523"/>
                  </a:lnTo>
                  <a:lnTo>
                    <a:pt x="17721" y="148523"/>
                  </a:lnTo>
                  <a:lnTo>
                    <a:pt x="0" y="148523"/>
                  </a:lnTo>
                  <a:close/>
                </a:path>
              </a:pathLst>
            </a:custGeom>
            <a:solidFill>
              <a:srgbClr val="B26B56">
                <a:alpha val="100000"/>
              </a:srgbClr>
            </a:solidFill>
            <a:ln w="4762" cap="rnd">
              <a:solidFill>
                <a:srgbClr val="B26B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g1098"/>
            <p:cNvSpPr/>
            <p:nvPr/>
          </p:nvSpPr>
          <p:spPr>
            <a:xfrm>
              <a:off x="7938722" y="3196013"/>
              <a:ext cx="17721" cy="150802"/>
            </a:xfrm>
            <a:custGeom>
              <a:avLst/>
              <a:pathLst>
                <a:path w="17721" h="150802">
                  <a:moveTo>
                    <a:pt x="0" y="2279"/>
                  </a:moveTo>
                  <a:lnTo>
                    <a:pt x="17721" y="0"/>
                  </a:lnTo>
                  <a:lnTo>
                    <a:pt x="17721" y="150802"/>
                  </a:lnTo>
                  <a:lnTo>
                    <a:pt x="0" y="150802"/>
                  </a:lnTo>
                  <a:close/>
                </a:path>
              </a:pathLst>
            </a:custGeom>
            <a:solidFill>
              <a:srgbClr val="B26B55">
                <a:alpha val="100000"/>
              </a:srgbClr>
            </a:solidFill>
            <a:ln w="4762" cap="rnd">
              <a:solidFill>
                <a:srgbClr val="B26B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g1099"/>
            <p:cNvSpPr/>
            <p:nvPr/>
          </p:nvSpPr>
          <p:spPr>
            <a:xfrm>
              <a:off x="7956444" y="3193660"/>
              <a:ext cx="17721" cy="153155"/>
            </a:xfrm>
            <a:custGeom>
              <a:avLst/>
              <a:pathLst>
                <a:path w="17721" h="153155">
                  <a:moveTo>
                    <a:pt x="0" y="2353"/>
                  </a:moveTo>
                  <a:lnTo>
                    <a:pt x="17721" y="0"/>
                  </a:lnTo>
                  <a:lnTo>
                    <a:pt x="17721" y="153155"/>
                  </a:lnTo>
                  <a:lnTo>
                    <a:pt x="0" y="153155"/>
                  </a:lnTo>
                  <a:close/>
                </a:path>
              </a:pathLst>
            </a:custGeom>
            <a:solidFill>
              <a:srgbClr val="B26A55">
                <a:alpha val="100000"/>
              </a:srgbClr>
            </a:solidFill>
            <a:ln w="4762" cap="rnd">
              <a:solidFill>
                <a:srgbClr val="B2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g1100"/>
            <p:cNvSpPr/>
            <p:nvPr/>
          </p:nvSpPr>
          <p:spPr>
            <a:xfrm>
              <a:off x="7974165" y="3191190"/>
              <a:ext cx="17721" cy="155625"/>
            </a:xfrm>
            <a:custGeom>
              <a:avLst/>
              <a:pathLst>
                <a:path w="17721" h="155625">
                  <a:moveTo>
                    <a:pt x="0" y="2469"/>
                  </a:moveTo>
                  <a:lnTo>
                    <a:pt x="17721" y="0"/>
                  </a:lnTo>
                  <a:lnTo>
                    <a:pt x="17721" y="155625"/>
                  </a:lnTo>
                  <a:lnTo>
                    <a:pt x="0" y="155625"/>
                  </a:lnTo>
                  <a:close/>
                </a:path>
              </a:pathLst>
            </a:custGeom>
            <a:solidFill>
              <a:srgbClr val="B16A55">
                <a:alpha val="100000"/>
              </a:srgbClr>
            </a:solidFill>
            <a:ln w="4762" cap="rnd">
              <a:solidFill>
                <a:srgbClr val="B1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g1101"/>
            <p:cNvSpPr/>
            <p:nvPr/>
          </p:nvSpPr>
          <p:spPr>
            <a:xfrm>
              <a:off x="7991886" y="3183481"/>
              <a:ext cx="53164" cy="163335"/>
            </a:xfrm>
            <a:custGeom>
              <a:avLst/>
              <a:pathLst>
                <a:path w="53164" h="163335">
                  <a:moveTo>
                    <a:pt x="0" y="7709"/>
                  </a:moveTo>
                  <a:lnTo>
                    <a:pt x="17721" y="5190"/>
                  </a:lnTo>
                  <a:lnTo>
                    <a:pt x="35442" y="2625"/>
                  </a:lnTo>
                  <a:lnTo>
                    <a:pt x="53164" y="0"/>
                  </a:lnTo>
                  <a:lnTo>
                    <a:pt x="53164" y="163335"/>
                  </a:lnTo>
                  <a:lnTo>
                    <a:pt x="35442" y="163335"/>
                  </a:lnTo>
                  <a:lnTo>
                    <a:pt x="17721" y="163335"/>
                  </a:lnTo>
                  <a:lnTo>
                    <a:pt x="0" y="163335"/>
                  </a:lnTo>
                  <a:close/>
                </a:path>
              </a:pathLst>
            </a:custGeom>
            <a:solidFill>
              <a:srgbClr val="B16954">
                <a:alpha val="100000"/>
              </a:srgbClr>
            </a:solidFill>
            <a:ln w="4762" cap="rnd">
              <a:solidFill>
                <a:srgbClr val="B169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g1102"/>
            <p:cNvSpPr/>
            <p:nvPr/>
          </p:nvSpPr>
          <p:spPr>
            <a:xfrm>
              <a:off x="8045050" y="3178173"/>
              <a:ext cx="35442" cy="168642"/>
            </a:xfrm>
            <a:custGeom>
              <a:avLst/>
              <a:pathLst>
                <a:path w="35442" h="168642">
                  <a:moveTo>
                    <a:pt x="0" y="5307"/>
                  </a:moveTo>
                  <a:lnTo>
                    <a:pt x="17721" y="2661"/>
                  </a:lnTo>
                  <a:lnTo>
                    <a:pt x="35442" y="0"/>
                  </a:lnTo>
                  <a:lnTo>
                    <a:pt x="35442" y="168642"/>
                  </a:lnTo>
                  <a:lnTo>
                    <a:pt x="17721" y="168642"/>
                  </a:lnTo>
                  <a:lnTo>
                    <a:pt x="0" y="168642"/>
                  </a:lnTo>
                  <a:close/>
                </a:path>
              </a:pathLst>
            </a:custGeom>
            <a:solidFill>
              <a:srgbClr val="B06853">
                <a:alpha val="100000"/>
              </a:srgbClr>
            </a:solidFill>
            <a:ln w="4762" cap="rnd">
              <a:solidFill>
                <a:srgbClr val="B0685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g1103"/>
            <p:cNvSpPr/>
            <p:nvPr/>
          </p:nvSpPr>
          <p:spPr>
            <a:xfrm>
              <a:off x="8080493" y="3172848"/>
              <a:ext cx="35442" cy="173967"/>
            </a:xfrm>
            <a:custGeom>
              <a:avLst/>
              <a:pathLst>
                <a:path w="35442" h="173967">
                  <a:moveTo>
                    <a:pt x="0" y="5325"/>
                  </a:moveTo>
                  <a:lnTo>
                    <a:pt x="17721" y="2656"/>
                  </a:lnTo>
                  <a:lnTo>
                    <a:pt x="35442" y="0"/>
                  </a:lnTo>
                  <a:lnTo>
                    <a:pt x="35442" y="173967"/>
                  </a:lnTo>
                  <a:lnTo>
                    <a:pt x="17721" y="173967"/>
                  </a:lnTo>
                  <a:lnTo>
                    <a:pt x="0" y="173967"/>
                  </a:lnTo>
                  <a:close/>
                </a:path>
              </a:pathLst>
            </a:custGeom>
            <a:solidFill>
              <a:srgbClr val="B06752">
                <a:alpha val="100000"/>
              </a:srgbClr>
            </a:solidFill>
            <a:ln w="4762" cap="rnd">
              <a:solidFill>
                <a:srgbClr val="B0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g1104"/>
            <p:cNvSpPr/>
            <p:nvPr/>
          </p:nvSpPr>
          <p:spPr>
            <a:xfrm>
              <a:off x="8115936" y="3170205"/>
              <a:ext cx="17721" cy="176611"/>
            </a:xfrm>
            <a:custGeom>
              <a:avLst/>
              <a:pathLst>
                <a:path w="17721" h="176611">
                  <a:moveTo>
                    <a:pt x="0" y="2643"/>
                  </a:moveTo>
                  <a:lnTo>
                    <a:pt x="17721" y="0"/>
                  </a:lnTo>
                  <a:lnTo>
                    <a:pt x="17721" y="176611"/>
                  </a:lnTo>
                  <a:lnTo>
                    <a:pt x="0" y="176611"/>
                  </a:lnTo>
                  <a:close/>
                </a:path>
              </a:pathLst>
            </a:custGeom>
            <a:solidFill>
              <a:srgbClr val="AF6752">
                <a:alpha val="100000"/>
              </a:srgbClr>
            </a:solidFill>
            <a:ln w="4762" cap="rnd">
              <a:solidFill>
                <a:srgbClr val="AF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g1105"/>
            <p:cNvSpPr/>
            <p:nvPr/>
          </p:nvSpPr>
          <p:spPr>
            <a:xfrm>
              <a:off x="8133657" y="3162540"/>
              <a:ext cx="53164" cy="184275"/>
            </a:xfrm>
            <a:custGeom>
              <a:avLst/>
              <a:pathLst>
                <a:path w="53164" h="184275">
                  <a:moveTo>
                    <a:pt x="0" y="7664"/>
                  </a:moveTo>
                  <a:lnTo>
                    <a:pt x="17721" y="5065"/>
                  </a:lnTo>
                  <a:lnTo>
                    <a:pt x="35442" y="2511"/>
                  </a:lnTo>
                  <a:lnTo>
                    <a:pt x="53164" y="0"/>
                  </a:lnTo>
                  <a:lnTo>
                    <a:pt x="53164" y="184275"/>
                  </a:lnTo>
                  <a:lnTo>
                    <a:pt x="35442" y="184275"/>
                  </a:lnTo>
                  <a:lnTo>
                    <a:pt x="17721" y="184275"/>
                  </a:lnTo>
                  <a:lnTo>
                    <a:pt x="0" y="184275"/>
                  </a:lnTo>
                  <a:close/>
                </a:path>
              </a:pathLst>
            </a:custGeom>
            <a:solidFill>
              <a:srgbClr val="AF6651">
                <a:alpha val="100000"/>
              </a:srgbClr>
            </a:solidFill>
            <a:ln w="4762" cap="rnd">
              <a:solidFill>
                <a:srgbClr val="AF66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g1106"/>
            <p:cNvSpPr/>
            <p:nvPr/>
          </p:nvSpPr>
          <p:spPr>
            <a:xfrm>
              <a:off x="8186821" y="3160119"/>
              <a:ext cx="17721" cy="186696"/>
            </a:xfrm>
            <a:custGeom>
              <a:avLst/>
              <a:pathLst>
                <a:path w="17721" h="186696">
                  <a:moveTo>
                    <a:pt x="0" y="2420"/>
                  </a:moveTo>
                  <a:lnTo>
                    <a:pt x="17721" y="0"/>
                  </a:lnTo>
                  <a:lnTo>
                    <a:pt x="17721" y="186696"/>
                  </a:lnTo>
                  <a:lnTo>
                    <a:pt x="0" y="186696"/>
                  </a:lnTo>
                  <a:close/>
                </a:path>
              </a:pathLst>
            </a:custGeom>
            <a:solidFill>
              <a:srgbClr val="AF6550">
                <a:alpha val="100000"/>
              </a:srgbClr>
            </a:solidFill>
            <a:ln w="4762" cap="rnd">
              <a:solidFill>
                <a:srgbClr val="AF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g1107"/>
            <p:cNvSpPr/>
            <p:nvPr/>
          </p:nvSpPr>
          <p:spPr>
            <a:xfrm>
              <a:off x="8204543" y="3157778"/>
              <a:ext cx="17721" cy="189037"/>
            </a:xfrm>
            <a:custGeom>
              <a:avLst/>
              <a:pathLst>
                <a:path w="17721" h="189037">
                  <a:moveTo>
                    <a:pt x="0" y="2341"/>
                  </a:moveTo>
                  <a:lnTo>
                    <a:pt x="17721" y="0"/>
                  </a:lnTo>
                  <a:lnTo>
                    <a:pt x="17721" y="189037"/>
                  </a:lnTo>
                  <a:lnTo>
                    <a:pt x="0" y="189037"/>
                  </a:lnTo>
                  <a:close/>
                </a:path>
              </a:pathLst>
            </a:custGeom>
            <a:solidFill>
              <a:srgbClr val="AE6550">
                <a:alpha val="100000"/>
              </a:srgbClr>
            </a:solidFill>
            <a:ln w="4762" cap="rnd">
              <a:solidFill>
                <a:srgbClr val="AE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g1108"/>
            <p:cNvSpPr/>
            <p:nvPr/>
          </p:nvSpPr>
          <p:spPr>
            <a:xfrm>
              <a:off x="8222264" y="3151336"/>
              <a:ext cx="53164" cy="195479"/>
            </a:xfrm>
            <a:custGeom>
              <a:avLst/>
              <a:pathLst>
                <a:path w="53164" h="195479">
                  <a:moveTo>
                    <a:pt x="0" y="6442"/>
                  </a:moveTo>
                  <a:lnTo>
                    <a:pt x="17721" y="4169"/>
                  </a:lnTo>
                  <a:lnTo>
                    <a:pt x="35442" y="2028"/>
                  </a:lnTo>
                  <a:lnTo>
                    <a:pt x="53164" y="0"/>
                  </a:lnTo>
                  <a:lnTo>
                    <a:pt x="53164" y="195479"/>
                  </a:lnTo>
                  <a:lnTo>
                    <a:pt x="35442" y="195479"/>
                  </a:lnTo>
                  <a:lnTo>
                    <a:pt x="17721" y="195479"/>
                  </a:lnTo>
                  <a:lnTo>
                    <a:pt x="0" y="195479"/>
                  </a:lnTo>
                  <a:close/>
                </a:path>
              </a:pathLst>
            </a:custGeom>
            <a:solidFill>
              <a:srgbClr val="AE644F">
                <a:alpha val="100000"/>
              </a:srgbClr>
            </a:solidFill>
            <a:ln w="4762" cap="rnd">
              <a:solidFill>
                <a:srgbClr val="AE64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g1109"/>
            <p:cNvSpPr/>
            <p:nvPr/>
          </p:nvSpPr>
          <p:spPr>
            <a:xfrm>
              <a:off x="8275428" y="3147629"/>
              <a:ext cx="35442" cy="199186"/>
            </a:xfrm>
            <a:custGeom>
              <a:avLst/>
              <a:pathLst>
                <a:path w="35442" h="199186">
                  <a:moveTo>
                    <a:pt x="0" y="3706"/>
                  </a:moveTo>
                  <a:lnTo>
                    <a:pt x="17721" y="1770"/>
                  </a:lnTo>
                  <a:lnTo>
                    <a:pt x="35442" y="0"/>
                  </a:lnTo>
                  <a:lnTo>
                    <a:pt x="35442" y="199186"/>
                  </a:lnTo>
                  <a:lnTo>
                    <a:pt x="17721" y="199186"/>
                  </a:lnTo>
                  <a:lnTo>
                    <a:pt x="0" y="199186"/>
                  </a:lnTo>
                  <a:close/>
                </a:path>
              </a:pathLst>
            </a:custGeom>
            <a:solidFill>
              <a:srgbClr val="AD634E">
                <a:alpha val="100000"/>
              </a:srgbClr>
            </a:solidFill>
            <a:ln w="4762" cap="rnd">
              <a:solidFill>
                <a:srgbClr val="AD63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g1110"/>
            <p:cNvSpPr/>
            <p:nvPr/>
          </p:nvSpPr>
          <p:spPr>
            <a:xfrm>
              <a:off x="8310871" y="3146002"/>
              <a:ext cx="17721" cy="200813"/>
            </a:xfrm>
            <a:custGeom>
              <a:avLst/>
              <a:pathLst>
                <a:path w="17721" h="200813">
                  <a:moveTo>
                    <a:pt x="0" y="1626"/>
                  </a:moveTo>
                  <a:lnTo>
                    <a:pt x="17721" y="0"/>
                  </a:lnTo>
                  <a:lnTo>
                    <a:pt x="17721" y="200813"/>
                  </a:lnTo>
                  <a:lnTo>
                    <a:pt x="0" y="200813"/>
                  </a:lnTo>
                  <a:close/>
                </a:path>
              </a:pathLst>
            </a:custGeom>
            <a:solidFill>
              <a:srgbClr val="AD624E">
                <a:alpha val="100000"/>
              </a:srgbClr>
            </a:solidFill>
            <a:ln w="4762" cap="rnd">
              <a:solidFill>
                <a:srgbClr val="AD62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g1111"/>
            <p:cNvSpPr/>
            <p:nvPr/>
          </p:nvSpPr>
          <p:spPr>
            <a:xfrm>
              <a:off x="8328592" y="3144489"/>
              <a:ext cx="17721" cy="202326"/>
            </a:xfrm>
            <a:custGeom>
              <a:avLst/>
              <a:pathLst>
                <a:path w="17721" h="202326">
                  <a:moveTo>
                    <a:pt x="0" y="1513"/>
                  </a:moveTo>
                  <a:lnTo>
                    <a:pt x="17721" y="0"/>
                  </a:lnTo>
                  <a:lnTo>
                    <a:pt x="17721" y="202326"/>
                  </a:lnTo>
                  <a:lnTo>
                    <a:pt x="0" y="202326"/>
                  </a:lnTo>
                  <a:close/>
                </a:path>
              </a:pathLst>
            </a:custGeom>
            <a:solidFill>
              <a:srgbClr val="AD624D">
                <a:alpha val="100000"/>
              </a:srgbClr>
            </a:solidFill>
            <a:ln w="4762" cap="rnd">
              <a:solidFill>
                <a:srgbClr val="AD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g1112"/>
            <p:cNvSpPr/>
            <p:nvPr/>
          </p:nvSpPr>
          <p:spPr>
            <a:xfrm>
              <a:off x="8346314" y="3143166"/>
              <a:ext cx="17721" cy="203649"/>
            </a:xfrm>
            <a:custGeom>
              <a:avLst/>
              <a:pathLst>
                <a:path w="17721" h="203649">
                  <a:moveTo>
                    <a:pt x="0" y="1322"/>
                  </a:moveTo>
                  <a:lnTo>
                    <a:pt x="17721" y="0"/>
                  </a:lnTo>
                  <a:lnTo>
                    <a:pt x="17721" y="203649"/>
                  </a:lnTo>
                  <a:lnTo>
                    <a:pt x="0" y="203649"/>
                  </a:lnTo>
                  <a:close/>
                </a:path>
              </a:pathLst>
            </a:custGeom>
            <a:solidFill>
              <a:srgbClr val="AC624D">
                <a:alpha val="100000"/>
              </a:srgbClr>
            </a:solidFill>
            <a:ln w="4762" cap="rnd">
              <a:solidFill>
                <a:srgbClr val="AC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g1113"/>
            <p:cNvSpPr/>
            <p:nvPr/>
          </p:nvSpPr>
          <p:spPr>
            <a:xfrm>
              <a:off x="8364035" y="3140180"/>
              <a:ext cx="53164" cy="206635"/>
            </a:xfrm>
            <a:custGeom>
              <a:avLst/>
              <a:pathLst>
                <a:path w="53164" h="206635">
                  <a:moveTo>
                    <a:pt x="0" y="2985"/>
                  </a:moveTo>
                  <a:lnTo>
                    <a:pt x="17721" y="1834"/>
                  </a:lnTo>
                  <a:lnTo>
                    <a:pt x="35442" y="812"/>
                  </a:lnTo>
                  <a:lnTo>
                    <a:pt x="53164" y="0"/>
                  </a:lnTo>
                  <a:lnTo>
                    <a:pt x="53164" y="206635"/>
                  </a:lnTo>
                  <a:lnTo>
                    <a:pt x="35442" y="206635"/>
                  </a:lnTo>
                  <a:lnTo>
                    <a:pt x="17721" y="206635"/>
                  </a:lnTo>
                  <a:lnTo>
                    <a:pt x="0" y="206635"/>
                  </a:lnTo>
                  <a:close/>
                </a:path>
              </a:pathLst>
            </a:custGeom>
            <a:solidFill>
              <a:srgbClr val="AC614C">
                <a:alpha val="100000"/>
              </a:srgbClr>
            </a:solidFill>
            <a:ln w="4762" cap="rnd">
              <a:solidFill>
                <a:srgbClr val="AC614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g1114"/>
            <p:cNvSpPr/>
            <p:nvPr/>
          </p:nvSpPr>
          <p:spPr>
            <a:xfrm>
              <a:off x="8417199" y="3139084"/>
              <a:ext cx="35442" cy="207731"/>
            </a:xfrm>
            <a:custGeom>
              <a:avLst/>
              <a:pathLst>
                <a:path w="35442" h="207731">
                  <a:moveTo>
                    <a:pt x="0" y="1096"/>
                  </a:moveTo>
                  <a:lnTo>
                    <a:pt x="17721" y="477"/>
                  </a:lnTo>
                  <a:lnTo>
                    <a:pt x="35442" y="0"/>
                  </a:lnTo>
                  <a:lnTo>
                    <a:pt x="35442" y="207731"/>
                  </a:lnTo>
                  <a:lnTo>
                    <a:pt x="17721" y="207731"/>
                  </a:lnTo>
                  <a:lnTo>
                    <a:pt x="0" y="207731"/>
                  </a:lnTo>
                  <a:close/>
                </a:path>
              </a:pathLst>
            </a:custGeom>
            <a:solidFill>
              <a:srgbClr val="AB604B">
                <a:alpha val="100000"/>
              </a:srgbClr>
            </a:solidFill>
            <a:ln w="4762" cap="rnd">
              <a:solidFill>
                <a:srgbClr val="AB60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g1115"/>
            <p:cNvSpPr/>
            <p:nvPr/>
          </p:nvSpPr>
          <p:spPr>
            <a:xfrm>
              <a:off x="8452642" y="3138825"/>
              <a:ext cx="17721" cy="207990"/>
            </a:xfrm>
            <a:custGeom>
              <a:avLst/>
              <a:pathLst>
                <a:path w="17721" h="207990">
                  <a:moveTo>
                    <a:pt x="0" y="258"/>
                  </a:moveTo>
                  <a:lnTo>
                    <a:pt x="17721" y="0"/>
                  </a:lnTo>
                  <a:lnTo>
                    <a:pt x="17721" y="207990"/>
                  </a:lnTo>
                  <a:lnTo>
                    <a:pt x="0" y="207990"/>
                  </a:lnTo>
                  <a:close/>
                </a:path>
              </a:pathLst>
            </a:custGeom>
            <a:solidFill>
              <a:srgbClr val="AB5F4B">
                <a:alpha val="100000"/>
              </a:srgbClr>
            </a:solidFill>
            <a:ln w="4762" cap="rnd">
              <a:solidFill>
                <a:srgbClr val="AB5F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g1116"/>
            <p:cNvSpPr/>
            <p:nvPr/>
          </p:nvSpPr>
          <p:spPr>
            <a:xfrm>
              <a:off x="8470363" y="3138777"/>
              <a:ext cx="17721" cy="208038"/>
            </a:xfrm>
            <a:custGeom>
              <a:avLst/>
              <a:pathLst>
                <a:path w="17721" h="208038">
                  <a:moveTo>
                    <a:pt x="0" y="47"/>
                  </a:moveTo>
                  <a:lnTo>
                    <a:pt x="17721" y="0"/>
                  </a:lnTo>
                  <a:lnTo>
                    <a:pt x="17721" y="208038"/>
                  </a:lnTo>
                  <a:lnTo>
                    <a:pt x="0" y="208038"/>
                  </a:lnTo>
                  <a:close/>
                </a:path>
              </a:pathLst>
            </a:custGeom>
            <a:solidFill>
              <a:srgbClr val="AB5F4A">
                <a:alpha val="100000"/>
              </a:srgbClr>
            </a:solidFill>
            <a:ln w="4762" cap="rnd">
              <a:solidFill>
                <a:srgbClr val="AB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g1117"/>
            <p:cNvSpPr/>
            <p:nvPr/>
          </p:nvSpPr>
          <p:spPr>
            <a:xfrm>
              <a:off x="8488085" y="3138777"/>
              <a:ext cx="17721" cy="208038"/>
            </a:xfrm>
            <a:custGeom>
              <a:avLst/>
              <a:pathLst>
                <a:path w="17721" h="208038">
                  <a:moveTo>
                    <a:pt x="0" y="0"/>
                  </a:moveTo>
                  <a:lnTo>
                    <a:pt x="17721" y="100"/>
                  </a:lnTo>
                  <a:lnTo>
                    <a:pt x="17721" y="208038"/>
                  </a:lnTo>
                  <a:lnTo>
                    <a:pt x="0" y="208038"/>
                  </a:lnTo>
                  <a:close/>
                </a:path>
              </a:pathLst>
            </a:custGeom>
            <a:solidFill>
              <a:srgbClr val="AA5F4A">
                <a:alpha val="100000"/>
              </a:srgbClr>
            </a:solidFill>
            <a:ln w="4762" cap="rnd">
              <a:solidFill>
                <a:srgbClr val="AA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g1118"/>
            <p:cNvSpPr/>
            <p:nvPr/>
          </p:nvSpPr>
          <p:spPr>
            <a:xfrm>
              <a:off x="8505806" y="3138877"/>
              <a:ext cx="35442" cy="207938"/>
            </a:xfrm>
            <a:custGeom>
              <a:avLst/>
              <a:pathLst>
                <a:path w="35442" h="207938">
                  <a:moveTo>
                    <a:pt x="0" y="0"/>
                  </a:moveTo>
                  <a:lnTo>
                    <a:pt x="17721" y="320"/>
                  </a:lnTo>
                  <a:lnTo>
                    <a:pt x="35442" y="861"/>
                  </a:lnTo>
                  <a:lnTo>
                    <a:pt x="35442" y="207938"/>
                  </a:lnTo>
                  <a:lnTo>
                    <a:pt x="17721" y="207938"/>
                  </a:lnTo>
                  <a:lnTo>
                    <a:pt x="0" y="207938"/>
                  </a:lnTo>
                  <a:close/>
                </a:path>
              </a:pathLst>
            </a:custGeom>
            <a:solidFill>
              <a:srgbClr val="AA5E49">
                <a:alpha val="100000"/>
              </a:srgbClr>
            </a:solidFill>
            <a:ln w="4762" cap="rnd">
              <a:solidFill>
                <a:srgbClr val="AA5E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g1119"/>
            <p:cNvSpPr/>
            <p:nvPr/>
          </p:nvSpPr>
          <p:spPr>
            <a:xfrm>
              <a:off x="8541249" y="3139739"/>
              <a:ext cx="17721" cy="207076"/>
            </a:xfrm>
            <a:custGeom>
              <a:avLst/>
              <a:pathLst>
                <a:path w="17721" h="207076">
                  <a:moveTo>
                    <a:pt x="0" y="0"/>
                  </a:moveTo>
                  <a:lnTo>
                    <a:pt x="17721" y="691"/>
                  </a:lnTo>
                  <a:lnTo>
                    <a:pt x="17721" y="207076"/>
                  </a:lnTo>
                  <a:lnTo>
                    <a:pt x="0" y="207076"/>
                  </a:lnTo>
                  <a:close/>
                </a:path>
              </a:pathLst>
            </a:custGeom>
            <a:solidFill>
              <a:srgbClr val="AA5D49">
                <a:alpha val="100000"/>
              </a:srgbClr>
            </a:solidFill>
            <a:ln w="4762" cap="rnd">
              <a:solidFill>
                <a:srgbClr val="AA5D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g1120"/>
            <p:cNvSpPr/>
            <p:nvPr/>
          </p:nvSpPr>
          <p:spPr>
            <a:xfrm>
              <a:off x="8558970" y="3140430"/>
              <a:ext cx="35442" cy="206385"/>
            </a:xfrm>
            <a:custGeom>
              <a:avLst/>
              <a:pathLst>
                <a:path w="35442" h="206385">
                  <a:moveTo>
                    <a:pt x="0" y="0"/>
                  </a:moveTo>
                  <a:lnTo>
                    <a:pt x="17721" y="905"/>
                  </a:lnTo>
                  <a:lnTo>
                    <a:pt x="35442" y="2035"/>
                  </a:lnTo>
                  <a:lnTo>
                    <a:pt x="35442" y="206385"/>
                  </a:lnTo>
                  <a:lnTo>
                    <a:pt x="17721" y="206385"/>
                  </a:lnTo>
                  <a:lnTo>
                    <a:pt x="0" y="206385"/>
                  </a:lnTo>
                  <a:close/>
                </a:path>
              </a:pathLst>
            </a:custGeom>
            <a:solidFill>
              <a:srgbClr val="A95D48">
                <a:alpha val="100000"/>
              </a:srgbClr>
            </a:solidFill>
            <a:ln w="4762" cap="rnd">
              <a:solidFill>
                <a:srgbClr val="A95D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g1121"/>
            <p:cNvSpPr/>
            <p:nvPr/>
          </p:nvSpPr>
          <p:spPr>
            <a:xfrm>
              <a:off x="8594413" y="3142466"/>
              <a:ext cx="17721" cy="204349"/>
            </a:xfrm>
            <a:custGeom>
              <a:avLst/>
              <a:pathLst>
                <a:path w="17721" h="204349">
                  <a:moveTo>
                    <a:pt x="0" y="0"/>
                  </a:moveTo>
                  <a:lnTo>
                    <a:pt x="17721" y="1276"/>
                  </a:lnTo>
                  <a:lnTo>
                    <a:pt x="17721" y="204349"/>
                  </a:lnTo>
                  <a:lnTo>
                    <a:pt x="0" y="204349"/>
                  </a:lnTo>
                  <a:close/>
                </a:path>
              </a:pathLst>
            </a:custGeom>
            <a:solidFill>
              <a:srgbClr val="A95C48">
                <a:alpha val="100000"/>
              </a:srgbClr>
            </a:solidFill>
            <a:ln w="4762" cap="rnd">
              <a:solidFill>
                <a:srgbClr val="A95C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g1122"/>
            <p:cNvSpPr/>
            <p:nvPr/>
          </p:nvSpPr>
          <p:spPr>
            <a:xfrm>
              <a:off x="8612134" y="3143742"/>
              <a:ext cx="35442" cy="203073"/>
            </a:xfrm>
            <a:custGeom>
              <a:avLst/>
              <a:pathLst>
                <a:path w="35442" h="203073">
                  <a:moveTo>
                    <a:pt x="0" y="0"/>
                  </a:moveTo>
                  <a:lnTo>
                    <a:pt x="17721" y="1477"/>
                  </a:lnTo>
                  <a:lnTo>
                    <a:pt x="35442" y="3176"/>
                  </a:lnTo>
                  <a:lnTo>
                    <a:pt x="35442" y="203073"/>
                  </a:lnTo>
                  <a:lnTo>
                    <a:pt x="17721" y="203073"/>
                  </a:lnTo>
                  <a:lnTo>
                    <a:pt x="0" y="203073"/>
                  </a:lnTo>
                  <a:close/>
                </a:path>
              </a:pathLst>
            </a:custGeom>
            <a:solidFill>
              <a:srgbClr val="A95C47">
                <a:alpha val="100000"/>
              </a:srgbClr>
            </a:solidFill>
            <a:ln w="4762" cap="rnd">
              <a:solidFill>
                <a:srgbClr val="A95C4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g1123"/>
            <p:cNvSpPr/>
            <p:nvPr/>
          </p:nvSpPr>
          <p:spPr>
            <a:xfrm>
              <a:off x="8647577" y="3146918"/>
              <a:ext cx="35442" cy="199897"/>
            </a:xfrm>
            <a:custGeom>
              <a:avLst/>
              <a:pathLst>
                <a:path w="35442" h="199897">
                  <a:moveTo>
                    <a:pt x="0" y="0"/>
                  </a:moveTo>
                  <a:lnTo>
                    <a:pt x="17721" y="1836"/>
                  </a:lnTo>
                  <a:lnTo>
                    <a:pt x="35442" y="3856"/>
                  </a:lnTo>
                  <a:lnTo>
                    <a:pt x="35442" y="199897"/>
                  </a:lnTo>
                  <a:lnTo>
                    <a:pt x="17721" y="199897"/>
                  </a:lnTo>
                  <a:lnTo>
                    <a:pt x="0" y="199897"/>
                  </a:lnTo>
                  <a:close/>
                </a:path>
              </a:pathLst>
            </a:custGeom>
            <a:solidFill>
              <a:srgbClr val="A85B46">
                <a:alpha val="100000"/>
              </a:srgbClr>
            </a:solidFill>
            <a:ln w="4762" cap="rnd">
              <a:solidFill>
                <a:srgbClr val="A85B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g1124"/>
            <p:cNvSpPr/>
            <p:nvPr/>
          </p:nvSpPr>
          <p:spPr>
            <a:xfrm>
              <a:off x="8683020" y="3150775"/>
              <a:ext cx="17721" cy="196040"/>
            </a:xfrm>
            <a:custGeom>
              <a:avLst/>
              <a:pathLst>
                <a:path w="17721" h="196040">
                  <a:moveTo>
                    <a:pt x="0" y="0"/>
                  </a:moveTo>
                  <a:lnTo>
                    <a:pt x="17721" y="2229"/>
                  </a:lnTo>
                  <a:lnTo>
                    <a:pt x="17721" y="196040"/>
                  </a:lnTo>
                  <a:lnTo>
                    <a:pt x="0" y="196040"/>
                  </a:lnTo>
                  <a:close/>
                </a:path>
              </a:pathLst>
            </a:custGeom>
            <a:solidFill>
              <a:srgbClr val="A85A46">
                <a:alpha val="100000"/>
              </a:srgbClr>
            </a:solidFill>
            <a:ln w="4762" cap="rnd">
              <a:solidFill>
                <a:srgbClr val="A85A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g1125"/>
            <p:cNvSpPr/>
            <p:nvPr/>
          </p:nvSpPr>
          <p:spPr>
            <a:xfrm>
              <a:off x="8700741" y="3153005"/>
              <a:ext cx="17721" cy="193810"/>
            </a:xfrm>
            <a:custGeom>
              <a:avLst/>
              <a:pathLst>
                <a:path w="17721" h="193810">
                  <a:moveTo>
                    <a:pt x="0" y="0"/>
                  </a:moveTo>
                  <a:lnTo>
                    <a:pt x="17721" y="2355"/>
                  </a:lnTo>
                  <a:lnTo>
                    <a:pt x="17721" y="193810"/>
                  </a:lnTo>
                  <a:lnTo>
                    <a:pt x="0" y="193810"/>
                  </a:lnTo>
                  <a:close/>
                </a:path>
              </a:pathLst>
            </a:custGeom>
            <a:solidFill>
              <a:srgbClr val="A85A45">
                <a:alpha val="100000"/>
              </a:srgbClr>
            </a:solidFill>
            <a:ln w="4762" cap="rnd">
              <a:solidFill>
                <a:srgbClr val="A85A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g1126"/>
            <p:cNvSpPr/>
            <p:nvPr/>
          </p:nvSpPr>
          <p:spPr>
            <a:xfrm>
              <a:off x="8718462" y="3155361"/>
              <a:ext cx="17721" cy="191454"/>
            </a:xfrm>
            <a:custGeom>
              <a:avLst/>
              <a:pathLst>
                <a:path w="17721" h="191454">
                  <a:moveTo>
                    <a:pt x="0" y="0"/>
                  </a:moveTo>
                  <a:lnTo>
                    <a:pt x="17721" y="2516"/>
                  </a:lnTo>
                  <a:lnTo>
                    <a:pt x="17721" y="191454"/>
                  </a:lnTo>
                  <a:lnTo>
                    <a:pt x="0" y="191454"/>
                  </a:lnTo>
                  <a:close/>
                </a:path>
              </a:pathLst>
            </a:custGeom>
            <a:solidFill>
              <a:srgbClr val="A75A45">
                <a:alpha val="100000"/>
              </a:srgbClr>
            </a:solidFill>
            <a:ln w="4762" cap="rnd">
              <a:solidFill>
                <a:srgbClr val="A75A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g1127"/>
            <p:cNvSpPr/>
            <p:nvPr/>
          </p:nvSpPr>
          <p:spPr>
            <a:xfrm>
              <a:off x="8736184" y="3157878"/>
              <a:ext cx="17721" cy="188937"/>
            </a:xfrm>
            <a:custGeom>
              <a:avLst/>
              <a:pathLst>
                <a:path w="17721" h="188937">
                  <a:moveTo>
                    <a:pt x="0" y="0"/>
                  </a:moveTo>
                  <a:lnTo>
                    <a:pt x="17721" y="2708"/>
                  </a:lnTo>
                  <a:lnTo>
                    <a:pt x="17721" y="188937"/>
                  </a:lnTo>
                  <a:lnTo>
                    <a:pt x="0" y="188937"/>
                  </a:lnTo>
                  <a:close/>
                </a:path>
              </a:pathLst>
            </a:custGeom>
            <a:solidFill>
              <a:srgbClr val="A75945">
                <a:alpha val="100000"/>
              </a:srgbClr>
            </a:solidFill>
            <a:ln w="4762" cap="rnd">
              <a:solidFill>
                <a:srgbClr val="A759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g1128"/>
            <p:cNvSpPr/>
            <p:nvPr/>
          </p:nvSpPr>
          <p:spPr>
            <a:xfrm>
              <a:off x="8753905" y="3160586"/>
              <a:ext cx="17721" cy="186229"/>
            </a:xfrm>
            <a:custGeom>
              <a:avLst/>
              <a:pathLst>
                <a:path w="17721" h="186229">
                  <a:moveTo>
                    <a:pt x="0" y="0"/>
                  </a:moveTo>
                  <a:lnTo>
                    <a:pt x="17721" y="2818"/>
                  </a:lnTo>
                  <a:lnTo>
                    <a:pt x="17721" y="186229"/>
                  </a:lnTo>
                  <a:lnTo>
                    <a:pt x="0" y="186229"/>
                  </a:lnTo>
                  <a:close/>
                </a:path>
              </a:pathLst>
            </a:custGeom>
            <a:solidFill>
              <a:srgbClr val="A75944">
                <a:alpha val="100000"/>
              </a:srgbClr>
            </a:solidFill>
            <a:ln w="4762" cap="rnd">
              <a:solidFill>
                <a:srgbClr val="A759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g1129"/>
            <p:cNvSpPr/>
            <p:nvPr/>
          </p:nvSpPr>
          <p:spPr>
            <a:xfrm>
              <a:off x="8771627" y="3163405"/>
              <a:ext cx="17721" cy="183410"/>
            </a:xfrm>
            <a:custGeom>
              <a:avLst/>
              <a:pathLst>
                <a:path w="17721" h="183410">
                  <a:moveTo>
                    <a:pt x="0" y="0"/>
                  </a:moveTo>
                  <a:lnTo>
                    <a:pt x="17721" y="2954"/>
                  </a:lnTo>
                  <a:lnTo>
                    <a:pt x="17721" y="183410"/>
                  </a:lnTo>
                  <a:lnTo>
                    <a:pt x="0" y="183410"/>
                  </a:lnTo>
                  <a:close/>
                </a:path>
              </a:pathLst>
            </a:custGeom>
            <a:solidFill>
              <a:srgbClr val="A75844">
                <a:alpha val="100000"/>
              </a:srgbClr>
            </a:solidFill>
            <a:ln w="4762" cap="rnd">
              <a:solidFill>
                <a:srgbClr val="A758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g1130"/>
            <p:cNvSpPr/>
            <p:nvPr/>
          </p:nvSpPr>
          <p:spPr>
            <a:xfrm>
              <a:off x="8789348" y="3166359"/>
              <a:ext cx="17721" cy="180456"/>
            </a:xfrm>
            <a:custGeom>
              <a:avLst/>
              <a:pathLst>
                <a:path w="17721" h="180456">
                  <a:moveTo>
                    <a:pt x="0" y="0"/>
                  </a:moveTo>
                  <a:lnTo>
                    <a:pt x="17721" y="3122"/>
                  </a:lnTo>
                  <a:lnTo>
                    <a:pt x="17721" y="180456"/>
                  </a:lnTo>
                  <a:lnTo>
                    <a:pt x="0" y="180456"/>
                  </a:lnTo>
                  <a:close/>
                </a:path>
              </a:pathLst>
            </a:custGeom>
            <a:solidFill>
              <a:srgbClr val="A65844">
                <a:alpha val="100000"/>
              </a:srgbClr>
            </a:solidFill>
            <a:ln w="4762" cap="rnd">
              <a:solidFill>
                <a:srgbClr val="A658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g1131"/>
            <p:cNvSpPr/>
            <p:nvPr/>
          </p:nvSpPr>
          <p:spPr>
            <a:xfrm>
              <a:off x="8807069" y="3169481"/>
              <a:ext cx="17721" cy="177334"/>
            </a:xfrm>
            <a:custGeom>
              <a:avLst/>
              <a:pathLst>
                <a:path w="17721" h="177334">
                  <a:moveTo>
                    <a:pt x="0" y="0"/>
                  </a:moveTo>
                  <a:lnTo>
                    <a:pt x="17721" y="3213"/>
                  </a:lnTo>
                  <a:lnTo>
                    <a:pt x="17721" y="177334"/>
                  </a:lnTo>
                  <a:lnTo>
                    <a:pt x="0" y="177334"/>
                  </a:lnTo>
                  <a:close/>
                </a:path>
              </a:pathLst>
            </a:custGeom>
            <a:solidFill>
              <a:srgbClr val="A65843">
                <a:alpha val="100000"/>
              </a:srgbClr>
            </a:solidFill>
            <a:ln w="4762" cap="rnd">
              <a:solidFill>
                <a:srgbClr val="A658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g1132"/>
            <p:cNvSpPr/>
            <p:nvPr/>
          </p:nvSpPr>
          <p:spPr>
            <a:xfrm>
              <a:off x="8824791" y="3172695"/>
              <a:ext cx="17721" cy="174120"/>
            </a:xfrm>
            <a:custGeom>
              <a:avLst/>
              <a:pathLst>
                <a:path w="17721" h="174120">
                  <a:moveTo>
                    <a:pt x="0" y="0"/>
                  </a:moveTo>
                  <a:lnTo>
                    <a:pt x="17721" y="3322"/>
                  </a:lnTo>
                  <a:lnTo>
                    <a:pt x="17721" y="174120"/>
                  </a:lnTo>
                  <a:lnTo>
                    <a:pt x="0" y="174120"/>
                  </a:lnTo>
                  <a:close/>
                </a:path>
              </a:pathLst>
            </a:custGeom>
            <a:solidFill>
              <a:srgbClr val="A65743">
                <a:alpha val="100000"/>
              </a:srgbClr>
            </a:solidFill>
            <a:ln w="4762" cap="rnd">
              <a:solidFill>
                <a:srgbClr val="A657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g1133"/>
            <p:cNvSpPr/>
            <p:nvPr/>
          </p:nvSpPr>
          <p:spPr>
            <a:xfrm>
              <a:off x="8842512" y="3176018"/>
              <a:ext cx="17721" cy="170797"/>
            </a:xfrm>
            <a:custGeom>
              <a:avLst/>
              <a:pathLst>
                <a:path w="17721" h="170797">
                  <a:moveTo>
                    <a:pt x="0" y="0"/>
                  </a:moveTo>
                  <a:lnTo>
                    <a:pt x="17721" y="3461"/>
                  </a:lnTo>
                  <a:lnTo>
                    <a:pt x="17721" y="170797"/>
                  </a:lnTo>
                  <a:lnTo>
                    <a:pt x="0" y="170797"/>
                  </a:lnTo>
                  <a:close/>
                </a:path>
              </a:pathLst>
            </a:custGeom>
            <a:solidFill>
              <a:srgbClr val="A65742">
                <a:alpha val="100000"/>
              </a:srgbClr>
            </a:solidFill>
            <a:ln w="4762" cap="rnd">
              <a:solidFill>
                <a:srgbClr val="A657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g1134"/>
            <p:cNvSpPr/>
            <p:nvPr/>
          </p:nvSpPr>
          <p:spPr>
            <a:xfrm>
              <a:off x="8860233" y="3179480"/>
              <a:ext cx="17721" cy="167336"/>
            </a:xfrm>
            <a:custGeom>
              <a:avLst/>
              <a:pathLst>
                <a:path w="17721" h="167336">
                  <a:moveTo>
                    <a:pt x="0" y="0"/>
                  </a:moveTo>
                  <a:lnTo>
                    <a:pt x="17721" y="3533"/>
                  </a:lnTo>
                  <a:lnTo>
                    <a:pt x="17721" y="167336"/>
                  </a:lnTo>
                  <a:lnTo>
                    <a:pt x="0" y="167336"/>
                  </a:lnTo>
                  <a:close/>
                </a:path>
              </a:pathLst>
            </a:custGeom>
            <a:solidFill>
              <a:srgbClr val="A55742">
                <a:alpha val="100000"/>
              </a:srgbClr>
            </a:solidFill>
            <a:ln w="4762" cap="rnd">
              <a:solidFill>
                <a:srgbClr val="A557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g1135"/>
            <p:cNvSpPr/>
            <p:nvPr/>
          </p:nvSpPr>
          <p:spPr>
            <a:xfrm>
              <a:off x="8877955" y="3183013"/>
              <a:ext cx="17721" cy="163802"/>
            </a:xfrm>
            <a:custGeom>
              <a:avLst/>
              <a:pathLst>
                <a:path w="17721" h="163802">
                  <a:moveTo>
                    <a:pt x="0" y="0"/>
                  </a:moveTo>
                  <a:lnTo>
                    <a:pt x="17721" y="3614"/>
                  </a:lnTo>
                  <a:lnTo>
                    <a:pt x="17721" y="163802"/>
                  </a:lnTo>
                  <a:lnTo>
                    <a:pt x="0" y="163802"/>
                  </a:lnTo>
                  <a:close/>
                </a:path>
              </a:pathLst>
            </a:custGeom>
            <a:solidFill>
              <a:srgbClr val="A55642">
                <a:alpha val="100000"/>
              </a:srgbClr>
            </a:solidFill>
            <a:ln w="4762" cap="rnd">
              <a:solidFill>
                <a:srgbClr val="A556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g1136"/>
            <p:cNvSpPr/>
            <p:nvPr/>
          </p:nvSpPr>
          <p:spPr>
            <a:xfrm>
              <a:off x="8895676" y="3186628"/>
              <a:ext cx="17721" cy="160188"/>
            </a:xfrm>
            <a:custGeom>
              <a:avLst/>
              <a:pathLst>
                <a:path w="17721" h="160188">
                  <a:moveTo>
                    <a:pt x="0" y="0"/>
                  </a:moveTo>
                  <a:lnTo>
                    <a:pt x="17721" y="3720"/>
                  </a:lnTo>
                  <a:lnTo>
                    <a:pt x="17721" y="160188"/>
                  </a:lnTo>
                  <a:lnTo>
                    <a:pt x="0" y="160188"/>
                  </a:lnTo>
                  <a:close/>
                </a:path>
              </a:pathLst>
            </a:custGeom>
            <a:solidFill>
              <a:srgbClr val="A55641">
                <a:alpha val="100000"/>
              </a:srgbClr>
            </a:solidFill>
            <a:ln w="4762" cap="rnd">
              <a:solidFill>
                <a:srgbClr val="A556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g1137"/>
            <p:cNvSpPr/>
            <p:nvPr/>
          </p:nvSpPr>
          <p:spPr>
            <a:xfrm>
              <a:off x="8913398" y="3190348"/>
              <a:ext cx="17721" cy="156467"/>
            </a:xfrm>
            <a:custGeom>
              <a:avLst/>
              <a:pathLst>
                <a:path w="17721" h="156467">
                  <a:moveTo>
                    <a:pt x="0" y="0"/>
                  </a:moveTo>
                  <a:lnTo>
                    <a:pt x="17721" y="3771"/>
                  </a:lnTo>
                  <a:lnTo>
                    <a:pt x="17721" y="156467"/>
                  </a:lnTo>
                  <a:lnTo>
                    <a:pt x="0" y="156467"/>
                  </a:lnTo>
                  <a:close/>
                </a:path>
              </a:pathLst>
            </a:custGeom>
            <a:solidFill>
              <a:srgbClr val="A55541">
                <a:alpha val="100000"/>
              </a:srgbClr>
            </a:solidFill>
            <a:ln w="4762" cap="rnd">
              <a:solidFill>
                <a:srgbClr val="A555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g1138"/>
            <p:cNvSpPr/>
            <p:nvPr/>
          </p:nvSpPr>
          <p:spPr>
            <a:xfrm>
              <a:off x="8931119" y="3194120"/>
              <a:ext cx="17721" cy="152695"/>
            </a:xfrm>
            <a:custGeom>
              <a:avLst/>
              <a:pathLst>
                <a:path w="17721" h="152695">
                  <a:moveTo>
                    <a:pt x="0" y="0"/>
                  </a:moveTo>
                  <a:lnTo>
                    <a:pt x="17721" y="3826"/>
                  </a:lnTo>
                  <a:lnTo>
                    <a:pt x="17721" y="152695"/>
                  </a:lnTo>
                  <a:lnTo>
                    <a:pt x="0" y="152695"/>
                  </a:lnTo>
                  <a:close/>
                </a:path>
              </a:pathLst>
            </a:custGeom>
            <a:solidFill>
              <a:srgbClr val="A45541">
                <a:alpha val="100000"/>
              </a:srgbClr>
            </a:solidFill>
            <a:ln w="4762" cap="rnd">
              <a:solidFill>
                <a:srgbClr val="A455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g1139"/>
            <p:cNvSpPr/>
            <p:nvPr/>
          </p:nvSpPr>
          <p:spPr>
            <a:xfrm>
              <a:off x="8948840" y="3197946"/>
              <a:ext cx="17721" cy="148869"/>
            </a:xfrm>
            <a:custGeom>
              <a:avLst/>
              <a:pathLst>
                <a:path w="17721" h="148869">
                  <a:moveTo>
                    <a:pt x="0" y="0"/>
                  </a:moveTo>
                  <a:lnTo>
                    <a:pt x="17721" y="3897"/>
                  </a:lnTo>
                  <a:lnTo>
                    <a:pt x="17721" y="148869"/>
                  </a:lnTo>
                  <a:lnTo>
                    <a:pt x="0" y="148869"/>
                  </a:lnTo>
                  <a:close/>
                </a:path>
              </a:pathLst>
            </a:custGeom>
            <a:solidFill>
              <a:srgbClr val="A45540">
                <a:alpha val="100000"/>
              </a:srgbClr>
            </a:solidFill>
            <a:ln w="4762" cap="rnd">
              <a:solidFill>
                <a:srgbClr val="A455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g1140"/>
            <p:cNvSpPr/>
            <p:nvPr/>
          </p:nvSpPr>
          <p:spPr>
            <a:xfrm>
              <a:off x="8966562" y="3201844"/>
              <a:ext cx="35442" cy="144971"/>
            </a:xfrm>
            <a:custGeom>
              <a:avLst/>
              <a:pathLst>
                <a:path w="35442" h="144971">
                  <a:moveTo>
                    <a:pt x="0" y="0"/>
                  </a:moveTo>
                  <a:lnTo>
                    <a:pt x="17721" y="3927"/>
                  </a:lnTo>
                  <a:lnTo>
                    <a:pt x="35442" y="7884"/>
                  </a:lnTo>
                  <a:lnTo>
                    <a:pt x="35442" y="144971"/>
                  </a:lnTo>
                  <a:lnTo>
                    <a:pt x="17721" y="144971"/>
                  </a:lnTo>
                  <a:lnTo>
                    <a:pt x="0" y="144971"/>
                  </a:lnTo>
                  <a:close/>
                </a:path>
              </a:pathLst>
            </a:custGeom>
            <a:solidFill>
              <a:srgbClr val="A45440">
                <a:alpha val="100000"/>
              </a:srgbClr>
            </a:solidFill>
            <a:ln w="4762" cap="rnd">
              <a:solidFill>
                <a:srgbClr val="A454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g1141"/>
            <p:cNvSpPr/>
            <p:nvPr/>
          </p:nvSpPr>
          <p:spPr>
            <a:xfrm>
              <a:off x="9002004" y="3209729"/>
              <a:ext cx="35442" cy="137086"/>
            </a:xfrm>
            <a:custGeom>
              <a:avLst/>
              <a:pathLst>
                <a:path w="35442" h="137086">
                  <a:moveTo>
                    <a:pt x="0" y="0"/>
                  </a:moveTo>
                  <a:lnTo>
                    <a:pt x="17721" y="3992"/>
                  </a:lnTo>
                  <a:lnTo>
                    <a:pt x="35442" y="7993"/>
                  </a:lnTo>
                  <a:lnTo>
                    <a:pt x="35442" y="137086"/>
                  </a:lnTo>
                  <a:lnTo>
                    <a:pt x="17721" y="137086"/>
                  </a:lnTo>
                  <a:lnTo>
                    <a:pt x="0" y="137086"/>
                  </a:lnTo>
                  <a:close/>
                </a:path>
              </a:pathLst>
            </a:custGeom>
            <a:solidFill>
              <a:srgbClr val="A3533F">
                <a:alpha val="100000"/>
              </a:srgbClr>
            </a:solidFill>
            <a:ln w="4762" cap="rnd">
              <a:solidFill>
                <a:srgbClr val="A3533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g1142"/>
            <p:cNvSpPr/>
            <p:nvPr/>
          </p:nvSpPr>
          <p:spPr>
            <a:xfrm>
              <a:off x="9037447" y="3217723"/>
              <a:ext cx="17721" cy="129093"/>
            </a:xfrm>
            <a:custGeom>
              <a:avLst/>
              <a:pathLst>
                <a:path w="17721" h="129093">
                  <a:moveTo>
                    <a:pt x="0" y="0"/>
                  </a:moveTo>
                  <a:lnTo>
                    <a:pt x="17721" y="4010"/>
                  </a:lnTo>
                  <a:lnTo>
                    <a:pt x="17721" y="129093"/>
                  </a:lnTo>
                  <a:lnTo>
                    <a:pt x="0" y="129093"/>
                  </a:lnTo>
                  <a:close/>
                </a:path>
              </a:pathLst>
            </a:custGeom>
            <a:solidFill>
              <a:srgbClr val="A3533E">
                <a:alpha val="100000"/>
              </a:srgbClr>
            </a:solidFill>
            <a:ln w="4762" cap="rnd">
              <a:solidFill>
                <a:srgbClr val="A353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g1143"/>
            <p:cNvSpPr/>
            <p:nvPr/>
          </p:nvSpPr>
          <p:spPr>
            <a:xfrm>
              <a:off x="9055168" y="3221733"/>
              <a:ext cx="17721" cy="125082"/>
            </a:xfrm>
            <a:custGeom>
              <a:avLst/>
              <a:pathLst>
                <a:path w="17721" h="125082">
                  <a:moveTo>
                    <a:pt x="0" y="0"/>
                  </a:moveTo>
                  <a:lnTo>
                    <a:pt x="17721" y="4009"/>
                  </a:lnTo>
                  <a:lnTo>
                    <a:pt x="17721" y="125082"/>
                  </a:lnTo>
                  <a:lnTo>
                    <a:pt x="0" y="125082"/>
                  </a:lnTo>
                  <a:close/>
                </a:path>
              </a:pathLst>
            </a:custGeom>
            <a:solidFill>
              <a:srgbClr val="A3523E">
                <a:alpha val="100000"/>
              </a:srgbClr>
            </a:solidFill>
            <a:ln w="4762" cap="rnd">
              <a:solidFill>
                <a:srgbClr val="A352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g1144"/>
            <p:cNvSpPr/>
            <p:nvPr/>
          </p:nvSpPr>
          <p:spPr>
            <a:xfrm>
              <a:off x="9072890" y="3225742"/>
              <a:ext cx="17721" cy="121073"/>
            </a:xfrm>
            <a:custGeom>
              <a:avLst/>
              <a:pathLst>
                <a:path w="17721" h="121073">
                  <a:moveTo>
                    <a:pt x="0" y="0"/>
                  </a:moveTo>
                  <a:lnTo>
                    <a:pt x="17721" y="3999"/>
                  </a:lnTo>
                  <a:lnTo>
                    <a:pt x="17721" y="121073"/>
                  </a:lnTo>
                  <a:lnTo>
                    <a:pt x="0" y="121073"/>
                  </a:lnTo>
                  <a:close/>
                </a:path>
              </a:pathLst>
            </a:custGeom>
            <a:solidFill>
              <a:srgbClr val="A2523E">
                <a:alpha val="100000"/>
              </a:srgbClr>
            </a:solidFill>
            <a:ln w="4762" cap="rnd">
              <a:solidFill>
                <a:srgbClr val="A252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g1145"/>
            <p:cNvSpPr/>
            <p:nvPr/>
          </p:nvSpPr>
          <p:spPr>
            <a:xfrm>
              <a:off x="9090611" y="3229742"/>
              <a:ext cx="17721" cy="117073"/>
            </a:xfrm>
            <a:custGeom>
              <a:avLst/>
              <a:pathLst>
                <a:path w="17721" h="117073">
                  <a:moveTo>
                    <a:pt x="0" y="0"/>
                  </a:moveTo>
                  <a:lnTo>
                    <a:pt x="17721" y="3989"/>
                  </a:lnTo>
                  <a:lnTo>
                    <a:pt x="17721" y="117073"/>
                  </a:lnTo>
                  <a:lnTo>
                    <a:pt x="0" y="117073"/>
                  </a:lnTo>
                  <a:close/>
                </a:path>
              </a:pathLst>
            </a:custGeom>
            <a:solidFill>
              <a:srgbClr val="A2523D">
                <a:alpha val="100000"/>
              </a:srgbClr>
            </a:solidFill>
            <a:ln w="4762" cap="rnd">
              <a:solidFill>
                <a:srgbClr val="A252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g1146"/>
            <p:cNvSpPr/>
            <p:nvPr/>
          </p:nvSpPr>
          <p:spPr>
            <a:xfrm>
              <a:off x="9108333" y="3233732"/>
              <a:ext cx="35442" cy="113083"/>
            </a:xfrm>
            <a:custGeom>
              <a:avLst/>
              <a:pathLst>
                <a:path w="35442" h="113083">
                  <a:moveTo>
                    <a:pt x="0" y="0"/>
                  </a:moveTo>
                  <a:lnTo>
                    <a:pt x="17721" y="3954"/>
                  </a:lnTo>
                  <a:lnTo>
                    <a:pt x="35442" y="7882"/>
                  </a:lnTo>
                  <a:lnTo>
                    <a:pt x="35442" y="113083"/>
                  </a:lnTo>
                  <a:lnTo>
                    <a:pt x="17721" y="113083"/>
                  </a:lnTo>
                  <a:lnTo>
                    <a:pt x="0" y="113083"/>
                  </a:lnTo>
                  <a:close/>
                </a:path>
              </a:pathLst>
            </a:custGeom>
            <a:solidFill>
              <a:srgbClr val="A2513D">
                <a:alpha val="100000"/>
              </a:srgbClr>
            </a:solidFill>
            <a:ln w="4762" cap="rnd">
              <a:solidFill>
                <a:srgbClr val="A251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g1147"/>
            <p:cNvSpPr/>
            <p:nvPr/>
          </p:nvSpPr>
          <p:spPr>
            <a:xfrm>
              <a:off x="9143775" y="3241614"/>
              <a:ext cx="53164" cy="105201"/>
            </a:xfrm>
            <a:custGeom>
              <a:avLst/>
              <a:pathLst>
                <a:path w="53164" h="105201">
                  <a:moveTo>
                    <a:pt x="0" y="0"/>
                  </a:moveTo>
                  <a:lnTo>
                    <a:pt x="17721" y="3901"/>
                  </a:lnTo>
                  <a:lnTo>
                    <a:pt x="35442" y="7738"/>
                  </a:lnTo>
                  <a:lnTo>
                    <a:pt x="53164" y="11534"/>
                  </a:lnTo>
                  <a:lnTo>
                    <a:pt x="53164" y="105201"/>
                  </a:lnTo>
                  <a:lnTo>
                    <a:pt x="35442" y="105201"/>
                  </a:lnTo>
                  <a:lnTo>
                    <a:pt x="17721" y="105201"/>
                  </a:lnTo>
                  <a:lnTo>
                    <a:pt x="0" y="105201"/>
                  </a:lnTo>
                  <a:close/>
                </a:path>
              </a:pathLst>
            </a:custGeom>
            <a:solidFill>
              <a:srgbClr val="A1503C">
                <a:alpha val="100000"/>
              </a:srgbClr>
            </a:solidFill>
            <a:ln w="4762" cap="rnd">
              <a:solidFill>
                <a:srgbClr val="A1503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g1148"/>
            <p:cNvSpPr/>
            <p:nvPr/>
          </p:nvSpPr>
          <p:spPr>
            <a:xfrm>
              <a:off x="9196939" y="3253148"/>
              <a:ext cx="17721" cy="93667"/>
            </a:xfrm>
            <a:custGeom>
              <a:avLst/>
              <a:pathLst>
                <a:path w="17721" h="93667">
                  <a:moveTo>
                    <a:pt x="0" y="0"/>
                  </a:moveTo>
                  <a:lnTo>
                    <a:pt x="17721" y="3754"/>
                  </a:lnTo>
                  <a:lnTo>
                    <a:pt x="17721" y="93667"/>
                  </a:lnTo>
                  <a:lnTo>
                    <a:pt x="0" y="93667"/>
                  </a:lnTo>
                  <a:close/>
                </a:path>
              </a:pathLst>
            </a:custGeom>
            <a:solidFill>
              <a:srgbClr val="A14F3B">
                <a:alpha val="100000"/>
              </a:srgbClr>
            </a:solidFill>
            <a:ln w="4762" cap="rnd">
              <a:solidFill>
                <a:srgbClr val="A14F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g1149"/>
            <p:cNvSpPr/>
            <p:nvPr/>
          </p:nvSpPr>
          <p:spPr>
            <a:xfrm>
              <a:off x="9214661" y="3256902"/>
              <a:ext cx="17721" cy="89913"/>
            </a:xfrm>
            <a:custGeom>
              <a:avLst/>
              <a:pathLst>
                <a:path w="17721" h="89913">
                  <a:moveTo>
                    <a:pt x="0" y="0"/>
                  </a:moveTo>
                  <a:lnTo>
                    <a:pt x="17721" y="3667"/>
                  </a:lnTo>
                  <a:lnTo>
                    <a:pt x="17721" y="89913"/>
                  </a:lnTo>
                  <a:lnTo>
                    <a:pt x="0" y="89913"/>
                  </a:lnTo>
                  <a:close/>
                </a:path>
              </a:pathLst>
            </a:custGeom>
            <a:solidFill>
              <a:srgbClr val="A04F3B">
                <a:alpha val="100000"/>
              </a:srgbClr>
            </a:solidFill>
            <a:ln w="4762" cap="rnd">
              <a:solidFill>
                <a:srgbClr val="A04F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g1150"/>
            <p:cNvSpPr/>
            <p:nvPr/>
          </p:nvSpPr>
          <p:spPr>
            <a:xfrm>
              <a:off x="9232382" y="3260570"/>
              <a:ext cx="53164" cy="86245"/>
            </a:xfrm>
            <a:custGeom>
              <a:avLst/>
              <a:pathLst>
                <a:path w="53164" h="86245">
                  <a:moveTo>
                    <a:pt x="0" y="0"/>
                  </a:moveTo>
                  <a:lnTo>
                    <a:pt x="17721" y="3611"/>
                  </a:lnTo>
                  <a:lnTo>
                    <a:pt x="35442" y="7170"/>
                  </a:lnTo>
                  <a:lnTo>
                    <a:pt x="53164" y="10626"/>
                  </a:lnTo>
                  <a:lnTo>
                    <a:pt x="53164" y="86245"/>
                  </a:lnTo>
                  <a:lnTo>
                    <a:pt x="35442" y="86245"/>
                  </a:lnTo>
                  <a:lnTo>
                    <a:pt x="17721" y="86245"/>
                  </a:lnTo>
                  <a:lnTo>
                    <a:pt x="0" y="86245"/>
                  </a:lnTo>
                  <a:close/>
                </a:path>
              </a:pathLst>
            </a:custGeom>
            <a:solidFill>
              <a:srgbClr val="A04E3A">
                <a:alpha val="100000"/>
              </a:srgbClr>
            </a:solidFill>
            <a:ln w="4762" cap="rnd">
              <a:solidFill>
                <a:srgbClr val="A04E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g1151"/>
            <p:cNvSpPr/>
            <p:nvPr/>
          </p:nvSpPr>
          <p:spPr>
            <a:xfrm>
              <a:off x="9285546" y="3271197"/>
              <a:ext cx="53164" cy="75618"/>
            </a:xfrm>
            <a:custGeom>
              <a:avLst/>
              <a:pathLst>
                <a:path w="53164" h="75618">
                  <a:moveTo>
                    <a:pt x="0" y="0"/>
                  </a:moveTo>
                  <a:lnTo>
                    <a:pt x="17721" y="3387"/>
                  </a:lnTo>
                  <a:lnTo>
                    <a:pt x="35442" y="6713"/>
                  </a:lnTo>
                  <a:lnTo>
                    <a:pt x="53164" y="9925"/>
                  </a:lnTo>
                  <a:lnTo>
                    <a:pt x="53164" y="75618"/>
                  </a:lnTo>
                  <a:lnTo>
                    <a:pt x="35442" y="75618"/>
                  </a:lnTo>
                  <a:lnTo>
                    <a:pt x="17721" y="75618"/>
                  </a:lnTo>
                  <a:lnTo>
                    <a:pt x="0" y="75618"/>
                  </a:lnTo>
                  <a:close/>
                </a:path>
              </a:pathLst>
            </a:custGeom>
            <a:solidFill>
              <a:srgbClr val="9F4D39">
                <a:alpha val="100000"/>
              </a:srgbClr>
            </a:solidFill>
            <a:ln w="4762" cap="rnd">
              <a:solidFill>
                <a:srgbClr val="9F4D3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g1152"/>
            <p:cNvSpPr/>
            <p:nvPr/>
          </p:nvSpPr>
          <p:spPr>
            <a:xfrm>
              <a:off x="9338710" y="3281123"/>
              <a:ext cx="17721" cy="65692"/>
            </a:xfrm>
            <a:custGeom>
              <a:avLst/>
              <a:pathLst>
                <a:path w="17721" h="65692">
                  <a:moveTo>
                    <a:pt x="0" y="0"/>
                  </a:moveTo>
                  <a:lnTo>
                    <a:pt x="17721" y="3133"/>
                  </a:lnTo>
                  <a:lnTo>
                    <a:pt x="17721" y="65692"/>
                  </a:lnTo>
                  <a:lnTo>
                    <a:pt x="0" y="65692"/>
                  </a:lnTo>
                  <a:close/>
                </a:path>
              </a:pathLst>
            </a:custGeom>
            <a:solidFill>
              <a:srgbClr val="9F4C38">
                <a:alpha val="100000"/>
              </a:srgbClr>
            </a:solidFill>
            <a:ln w="4762" cap="rnd">
              <a:solidFill>
                <a:srgbClr val="9F4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g1153"/>
            <p:cNvSpPr/>
            <p:nvPr/>
          </p:nvSpPr>
          <p:spPr>
            <a:xfrm>
              <a:off x="9356432" y="3284257"/>
              <a:ext cx="17721" cy="62559"/>
            </a:xfrm>
            <a:custGeom>
              <a:avLst/>
              <a:pathLst>
                <a:path w="17721" h="62559">
                  <a:moveTo>
                    <a:pt x="0" y="0"/>
                  </a:moveTo>
                  <a:lnTo>
                    <a:pt x="17721" y="3066"/>
                  </a:lnTo>
                  <a:lnTo>
                    <a:pt x="17721" y="62559"/>
                  </a:lnTo>
                  <a:lnTo>
                    <a:pt x="0" y="62559"/>
                  </a:lnTo>
                  <a:close/>
                </a:path>
              </a:pathLst>
            </a:custGeom>
            <a:solidFill>
              <a:srgbClr val="9E4C38">
                <a:alpha val="100000"/>
              </a:srgbClr>
            </a:solidFill>
            <a:ln w="4762" cap="rnd">
              <a:solidFill>
                <a:srgbClr val="9E4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g1154"/>
            <p:cNvSpPr/>
            <p:nvPr/>
          </p:nvSpPr>
          <p:spPr>
            <a:xfrm>
              <a:off x="9374153" y="3287323"/>
              <a:ext cx="17721" cy="59492"/>
            </a:xfrm>
            <a:custGeom>
              <a:avLst/>
              <a:pathLst>
                <a:path w="17721" h="59492">
                  <a:moveTo>
                    <a:pt x="0" y="0"/>
                  </a:moveTo>
                  <a:lnTo>
                    <a:pt x="17721" y="2946"/>
                  </a:lnTo>
                  <a:lnTo>
                    <a:pt x="17721" y="59492"/>
                  </a:lnTo>
                  <a:lnTo>
                    <a:pt x="0" y="59492"/>
                  </a:lnTo>
                  <a:close/>
                </a:path>
              </a:pathLst>
            </a:custGeom>
            <a:solidFill>
              <a:srgbClr val="9E4B38">
                <a:alpha val="100000"/>
              </a:srgbClr>
            </a:solidFill>
            <a:ln w="4762" cap="rnd">
              <a:solidFill>
                <a:srgbClr val="9E4B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g1155"/>
            <p:cNvSpPr/>
            <p:nvPr/>
          </p:nvSpPr>
          <p:spPr>
            <a:xfrm>
              <a:off x="9391874" y="3290270"/>
              <a:ext cx="35442" cy="56545"/>
            </a:xfrm>
            <a:custGeom>
              <a:avLst/>
              <a:pathLst>
                <a:path w="35442" h="56545">
                  <a:moveTo>
                    <a:pt x="0" y="0"/>
                  </a:moveTo>
                  <a:lnTo>
                    <a:pt x="17721" y="2860"/>
                  </a:lnTo>
                  <a:lnTo>
                    <a:pt x="35442" y="5651"/>
                  </a:lnTo>
                  <a:lnTo>
                    <a:pt x="35442" y="56545"/>
                  </a:lnTo>
                  <a:lnTo>
                    <a:pt x="17721" y="56545"/>
                  </a:lnTo>
                  <a:lnTo>
                    <a:pt x="0" y="56545"/>
                  </a:lnTo>
                  <a:close/>
                </a:path>
              </a:pathLst>
            </a:custGeom>
            <a:solidFill>
              <a:srgbClr val="9E4B37">
                <a:alpha val="100000"/>
              </a:srgbClr>
            </a:solidFill>
            <a:ln w="4762" cap="rnd">
              <a:solidFill>
                <a:srgbClr val="9E4B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g1156"/>
            <p:cNvSpPr/>
            <p:nvPr/>
          </p:nvSpPr>
          <p:spPr>
            <a:xfrm>
              <a:off x="9427317" y="3295921"/>
              <a:ext cx="35442" cy="50894"/>
            </a:xfrm>
            <a:custGeom>
              <a:avLst/>
              <a:pathLst>
                <a:path w="35442" h="50894">
                  <a:moveTo>
                    <a:pt x="0" y="0"/>
                  </a:moveTo>
                  <a:lnTo>
                    <a:pt x="17721" y="2669"/>
                  </a:lnTo>
                  <a:lnTo>
                    <a:pt x="35442" y="5247"/>
                  </a:lnTo>
                  <a:lnTo>
                    <a:pt x="35442" y="50894"/>
                  </a:lnTo>
                  <a:lnTo>
                    <a:pt x="17721" y="50894"/>
                  </a:lnTo>
                  <a:lnTo>
                    <a:pt x="0" y="50894"/>
                  </a:lnTo>
                  <a:close/>
                </a:path>
              </a:pathLst>
            </a:custGeom>
            <a:solidFill>
              <a:srgbClr val="9D4A36">
                <a:alpha val="100000"/>
              </a:srgbClr>
            </a:solidFill>
            <a:ln w="4762" cap="rnd">
              <a:solidFill>
                <a:srgbClr val="9D4A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g1157"/>
            <p:cNvSpPr/>
            <p:nvPr/>
          </p:nvSpPr>
          <p:spPr>
            <a:xfrm>
              <a:off x="9462760" y="3301169"/>
              <a:ext cx="17721" cy="45647"/>
            </a:xfrm>
            <a:custGeom>
              <a:avLst/>
              <a:pathLst>
                <a:path w="17721" h="45647">
                  <a:moveTo>
                    <a:pt x="0" y="0"/>
                  </a:moveTo>
                  <a:lnTo>
                    <a:pt x="17721" y="2506"/>
                  </a:lnTo>
                  <a:lnTo>
                    <a:pt x="17721" y="45647"/>
                  </a:lnTo>
                  <a:lnTo>
                    <a:pt x="0" y="45647"/>
                  </a:lnTo>
                  <a:close/>
                </a:path>
              </a:pathLst>
            </a:custGeom>
            <a:solidFill>
              <a:srgbClr val="9D4936">
                <a:alpha val="100000"/>
              </a:srgbClr>
            </a:solidFill>
            <a:ln w="4762" cap="rnd">
              <a:solidFill>
                <a:srgbClr val="9D49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g1158"/>
            <p:cNvSpPr/>
            <p:nvPr/>
          </p:nvSpPr>
          <p:spPr>
            <a:xfrm>
              <a:off x="9480481" y="3303675"/>
              <a:ext cx="17721" cy="43140"/>
            </a:xfrm>
            <a:custGeom>
              <a:avLst/>
              <a:pathLst>
                <a:path w="17721" h="43140">
                  <a:moveTo>
                    <a:pt x="0" y="0"/>
                  </a:moveTo>
                  <a:lnTo>
                    <a:pt x="17721" y="2388"/>
                  </a:lnTo>
                  <a:lnTo>
                    <a:pt x="17721" y="43140"/>
                  </a:lnTo>
                  <a:lnTo>
                    <a:pt x="0" y="43140"/>
                  </a:lnTo>
                  <a:close/>
                </a:path>
              </a:pathLst>
            </a:custGeom>
            <a:solidFill>
              <a:srgbClr val="9D4935">
                <a:alpha val="100000"/>
              </a:srgbClr>
            </a:solidFill>
            <a:ln w="4762" cap="rnd">
              <a:solidFill>
                <a:srgbClr val="9D49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g1159"/>
            <p:cNvSpPr/>
            <p:nvPr/>
          </p:nvSpPr>
          <p:spPr>
            <a:xfrm>
              <a:off x="9498203" y="3306064"/>
              <a:ext cx="17721" cy="40751"/>
            </a:xfrm>
            <a:custGeom>
              <a:avLst/>
              <a:pathLst>
                <a:path w="17721" h="40751">
                  <a:moveTo>
                    <a:pt x="0" y="0"/>
                  </a:moveTo>
                  <a:lnTo>
                    <a:pt x="17721" y="2295"/>
                  </a:lnTo>
                  <a:lnTo>
                    <a:pt x="17721" y="40751"/>
                  </a:lnTo>
                  <a:lnTo>
                    <a:pt x="0" y="40751"/>
                  </a:lnTo>
                  <a:close/>
                </a:path>
              </a:pathLst>
            </a:custGeom>
            <a:solidFill>
              <a:srgbClr val="9C4935">
                <a:alpha val="100000"/>
              </a:srgbClr>
            </a:solidFill>
            <a:ln w="4762" cap="rnd">
              <a:solidFill>
                <a:srgbClr val="9C49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g1160"/>
            <p:cNvSpPr/>
            <p:nvPr/>
          </p:nvSpPr>
          <p:spPr>
            <a:xfrm>
              <a:off x="9515924" y="3308359"/>
              <a:ext cx="17721" cy="38456"/>
            </a:xfrm>
            <a:custGeom>
              <a:avLst/>
              <a:pathLst>
                <a:path w="17721" h="38456">
                  <a:moveTo>
                    <a:pt x="0" y="0"/>
                  </a:moveTo>
                  <a:lnTo>
                    <a:pt x="17721" y="2224"/>
                  </a:lnTo>
                  <a:lnTo>
                    <a:pt x="17721" y="38456"/>
                  </a:lnTo>
                  <a:lnTo>
                    <a:pt x="0" y="38456"/>
                  </a:lnTo>
                  <a:close/>
                </a:path>
              </a:pathLst>
            </a:custGeom>
            <a:solidFill>
              <a:srgbClr val="9C4835">
                <a:alpha val="100000"/>
              </a:srgbClr>
            </a:solidFill>
            <a:ln w="4762" cap="rnd">
              <a:solidFill>
                <a:srgbClr val="9C48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g1161"/>
            <p:cNvSpPr/>
            <p:nvPr/>
          </p:nvSpPr>
          <p:spPr>
            <a:xfrm>
              <a:off x="9533645" y="3310584"/>
              <a:ext cx="17721" cy="36231"/>
            </a:xfrm>
            <a:custGeom>
              <a:avLst/>
              <a:pathLst>
                <a:path w="17721" h="36231">
                  <a:moveTo>
                    <a:pt x="0" y="0"/>
                  </a:moveTo>
                  <a:lnTo>
                    <a:pt x="17721" y="2111"/>
                  </a:lnTo>
                  <a:lnTo>
                    <a:pt x="17721" y="36231"/>
                  </a:lnTo>
                  <a:lnTo>
                    <a:pt x="0" y="36231"/>
                  </a:lnTo>
                  <a:close/>
                </a:path>
              </a:pathLst>
            </a:custGeom>
            <a:solidFill>
              <a:srgbClr val="9C4834">
                <a:alpha val="100000"/>
              </a:srgbClr>
            </a:solidFill>
            <a:ln w="4762" cap="rnd">
              <a:solidFill>
                <a:srgbClr val="9C48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g1162"/>
            <p:cNvSpPr/>
            <p:nvPr/>
          </p:nvSpPr>
          <p:spPr>
            <a:xfrm>
              <a:off x="9551367" y="3312696"/>
              <a:ext cx="17721" cy="34119"/>
            </a:xfrm>
            <a:custGeom>
              <a:avLst/>
              <a:pathLst>
                <a:path w="17721" h="34119">
                  <a:moveTo>
                    <a:pt x="0" y="0"/>
                  </a:moveTo>
                  <a:lnTo>
                    <a:pt x="17721" y="2018"/>
                  </a:lnTo>
                  <a:lnTo>
                    <a:pt x="17721" y="34119"/>
                  </a:lnTo>
                  <a:lnTo>
                    <a:pt x="0" y="34119"/>
                  </a:lnTo>
                  <a:close/>
                </a:path>
              </a:pathLst>
            </a:custGeom>
            <a:solidFill>
              <a:srgbClr val="9C4734">
                <a:alpha val="100000"/>
              </a:srgbClr>
            </a:solidFill>
            <a:ln w="4762" cap="rnd">
              <a:solidFill>
                <a:srgbClr val="9C47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g1163"/>
            <p:cNvSpPr/>
            <p:nvPr/>
          </p:nvSpPr>
          <p:spPr>
            <a:xfrm>
              <a:off x="9569088" y="3314715"/>
              <a:ext cx="17721" cy="32100"/>
            </a:xfrm>
            <a:custGeom>
              <a:avLst/>
              <a:pathLst>
                <a:path w="17721" h="32100">
                  <a:moveTo>
                    <a:pt x="0" y="0"/>
                  </a:moveTo>
                  <a:lnTo>
                    <a:pt x="17721" y="1950"/>
                  </a:lnTo>
                  <a:lnTo>
                    <a:pt x="17721" y="32100"/>
                  </a:lnTo>
                  <a:lnTo>
                    <a:pt x="0" y="32100"/>
                  </a:lnTo>
                  <a:close/>
                </a:path>
              </a:pathLst>
            </a:custGeom>
            <a:solidFill>
              <a:srgbClr val="9B4734">
                <a:alpha val="100000"/>
              </a:srgbClr>
            </a:solidFill>
            <a:ln w="4762" cap="rnd">
              <a:solidFill>
                <a:srgbClr val="9B47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g1164"/>
            <p:cNvSpPr/>
            <p:nvPr/>
          </p:nvSpPr>
          <p:spPr>
            <a:xfrm>
              <a:off x="9586810" y="3316665"/>
              <a:ext cx="17721" cy="30150"/>
            </a:xfrm>
            <a:custGeom>
              <a:avLst/>
              <a:pathLst>
                <a:path w="17721" h="30150">
                  <a:moveTo>
                    <a:pt x="0" y="0"/>
                  </a:moveTo>
                  <a:lnTo>
                    <a:pt x="17721" y="1845"/>
                  </a:lnTo>
                  <a:lnTo>
                    <a:pt x="17721" y="30150"/>
                  </a:lnTo>
                  <a:lnTo>
                    <a:pt x="0" y="30150"/>
                  </a:lnTo>
                  <a:close/>
                </a:path>
              </a:pathLst>
            </a:custGeom>
            <a:solidFill>
              <a:srgbClr val="9B4733">
                <a:alpha val="100000"/>
              </a:srgbClr>
            </a:solidFill>
            <a:ln w="4762" cap="rnd">
              <a:solidFill>
                <a:srgbClr val="9B47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g1165"/>
            <p:cNvSpPr/>
            <p:nvPr/>
          </p:nvSpPr>
          <p:spPr>
            <a:xfrm>
              <a:off x="9604531" y="3318511"/>
              <a:ext cx="17721" cy="28304"/>
            </a:xfrm>
            <a:custGeom>
              <a:avLst/>
              <a:pathLst>
                <a:path w="17721" h="28304">
                  <a:moveTo>
                    <a:pt x="0" y="0"/>
                  </a:moveTo>
                  <a:lnTo>
                    <a:pt x="17721" y="1754"/>
                  </a:lnTo>
                  <a:lnTo>
                    <a:pt x="17721" y="28304"/>
                  </a:lnTo>
                  <a:lnTo>
                    <a:pt x="0" y="28304"/>
                  </a:lnTo>
                  <a:close/>
                </a:path>
              </a:pathLst>
            </a:custGeom>
            <a:solidFill>
              <a:srgbClr val="9B4633">
                <a:alpha val="100000"/>
              </a:srgbClr>
            </a:solidFill>
            <a:ln w="4762" cap="rnd">
              <a:solidFill>
                <a:srgbClr val="9B46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g1166"/>
            <p:cNvSpPr/>
            <p:nvPr/>
          </p:nvSpPr>
          <p:spPr>
            <a:xfrm>
              <a:off x="9622252" y="3320266"/>
              <a:ext cx="17721" cy="26549"/>
            </a:xfrm>
            <a:custGeom>
              <a:avLst/>
              <a:pathLst>
                <a:path w="17721" h="26549">
                  <a:moveTo>
                    <a:pt x="0" y="0"/>
                  </a:moveTo>
                  <a:lnTo>
                    <a:pt x="17721" y="1690"/>
                  </a:lnTo>
                  <a:lnTo>
                    <a:pt x="17721" y="26549"/>
                  </a:lnTo>
                  <a:lnTo>
                    <a:pt x="0" y="26549"/>
                  </a:lnTo>
                  <a:close/>
                </a:path>
              </a:pathLst>
            </a:custGeom>
            <a:solidFill>
              <a:srgbClr val="9A4633">
                <a:alpha val="100000"/>
              </a:srgbClr>
            </a:solidFill>
            <a:ln w="4762" cap="rnd">
              <a:solidFill>
                <a:srgbClr val="9A46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g1167"/>
            <p:cNvSpPr/>
            <p:nvPr/>
          </p:nvSpPr>
          <p:spPr>
            <a:xfrm>
              <a:off x="9639974" y="3321956"/>
              <a:ext cx="35442" cy="24859"/>
            </a:xfrm>
            <a:custGeom>
              <a:avLst/>
              <a:pathLst>
                <a:path w="35442" h="24859">
                  <a:moveTo>
                    <a:pt x="0" y="0"/>
                  </a:moveTo>
                  <a:lnTo>
                    <a:pt x="17721" y="1594"/>
                  </a:lnTo>
                  <a:lnTo>
                    <a:pt x="35442" y="3102"/>
                  </a:lnTo>
                  <a:lnTo>
                    <a:pt x="35442" y="24859"/>
                  </a:lnTo>
                  <a:lnTo>
                    <a:pt x="17721" y="24859"/>
                  </a:lnTo>
                  <a:lnTo>
                    <a:pt x="0" y="24859"/>
                  </a:lnTo>
                  <a:close/>
                </a:path>
              </a:pathLst>
            </a:custGeom>
            <a:solidFill>
              <a:srgbClr val="9A4532">
                <a:alpha val="100000"/>
              </a:srgbClr>
            </a:solidFill>
            <a:ln w="4762" cap="rnd">
              <a:solidFill>
                <a:srgbClr val="9A453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g1168"/>
            <p:cNvSpPr/>
            <p:nvPr/>
          </p:nvSpPr>
          <p:spPr>
            <a:xfrm>
              <a:off x="9675416" y="3325059"/>
              <a:ext cx="17721" cy="21757"/>
            </a:xfrm>
            <a:custGeom>
              <a:avLst/>
              <a:pathLst>
                <a:path w="17721" h="21757">
                  <a:moveTo>
                    <a:pt x="0" y="0"/>
                  </a:moveTo>
                  <a:lnTo>
                    <a:pt x="17721" y="1448"/>
                  </a:lnTo>
                  <a:lnTo>
                    <a:pt x="17721" y="21757"/>
                  </a:lnTo>
                  <a:lnTo>
                    <a:pt x="0" y="21757"/>
                  </a:lnTo>
                  <a:close/>
                </a:path>
              </a:pathLst>
            </a:custGeom>
            <a:solidFill>
              <a:srgbClr val="9A4531">
                <a:alpha val="100000"/>
              </a:srgbClr>
            </a:solidFill>
            <a:ln w="4762" cap="rnd">
              <a:solidFill>
                <a:srgbClr val="9A453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g1169"/>
            <p:cNvSpPr/>
            <p:nvPr/>
          </p:nvSpPr>
          <p:spPr>
            <a:xfrm>
              <a:off x="9693138" y="3326507"/>
              <a:ext cx="35442" cy="20308"/>
            </a:xfrm>
            <a:custGeom>
              <a:avLst/>
              <a:pathLst>
                <a:path w="35442" h="20308">
                  <a:moveTo>
                    <a:pt x="0" y="0"/>
                  </a:moveTo>
                  <a:lnTo>
                    <a:pt x="17721" y="1362"/>
                  </a:lnTo>
                  <a:lnTo>
                    <a:pt x="35442" y="2643"/>
                  </a:lnTo>
                  <a:lnTo>
                    <a:pt x="35442" y="20308"/>
                  </a:lnTo>
                  <a:lnTo>
                    <a:pt x="17721" y="20308"/>
                  </a:lnTo>
                  <a:lnTo>
                    <a:pt x="0" y="20308"/>
                  </a:lnTo>
                  <a:close/>
                </a:path>
              </a:pathLst>
            </a:custGeom>
            <a:solidFill>
              <a:srgbClr val="994431">
                <a:alpha val="100000"/>
              </a:srgbClr>
            </a:solidFill>
            <a:ln w="4762" cap="rnd">
              <a:solidFill>
                <a:srgbClr val="99443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g1170"/>
            <p:cNvSpPr/>
            <p:nvPr/>
          </p:nvSpPr>
          <p:spPr>
            <a:xfrm>
              <a:off x="9728580" y="3329150"/>
              <a:ext cx="17721" cy="17665"/>
            </a:xfrm>
            <a:custGeom>
              <a:avLst/>
              <a:pathLst>
                <a:path w="17721" h="17665">
                  <a:moveTo>
                    <a:pt x="0" y="0"/>
                  </a:moveTo>
                  <a:lnTo>
                    <a:pt x="17721" y="1226"/>
                  </a:lnTo>
                  <a:lnTo>
                    <a:pt x="17721" y="17665"/>
                  </a:lnTo>
                  <a:lnTo>
                    <a:pt x="0" y="17665"/>
                  </a:lnTo>
                  <a:close/>
                </a:path>
              </a:pathLst>
            </a:custGeom>
            <a:solidFill>
              <a:srgbClr val="994430">
                <a:alpha val="100000"/>
              </a:srgbClr>
            </a:solidFill>
            <a:ln w="4762" cap="rnd">
              <a:solidFill>
                <a:srgbClr val="9944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g1171"/>
            <p:cNvSpPr/>
            <p:nvPr/>
          </p:nvSpPr>
          <p:spPr>
            <a:xfrm>
              <a:off x="9746302" y="3330377"/>
              <a:ext cx="17721" cy="16439"/>
            </a:xfrm>
            <a:custGeom>
              <a:avLst/>
              <a:pathLst>
                <a:path w="17721" h="16439">
                  <a:moveTo>
                    <a:pt x="0" y="0"/>
                  </a:moveTo>
                  <a:lnTo>
                    <a:pt x="17721" y="1151"/>
                  </a:lnTo>
                  <a:lnTo>
                    <a:pt x="17721" y="16439"/>
                  </a:lnTo>
                  <a:lnTo>
                    <a:pt x="0" y="16439"/>
                  </a:lnTo>
                  <a:close/>
                </a:path>
              </a:pathLst>
            </a:custGeom>
            <a:solidFill>
              <a:srgbClr val="994330">
                <a:alpha val="100000"/>
              </a:srgbClr>
            </a:solidFill>
            <a:ln w="4762" cap="rnd">
              <a:solidFill>
                <a:srgbClr val="9943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g1172"/>
            <p:cNvSpPr/>
            <p:nvPr/>
          </p:nvSpPr>
          <p:spPr>
            <a:xfrm>
              <a:off x="9764023" y="3331528"/>
              <a:ext cx="17721" cy="15287"/>
            </a:xfrm>
            <a:custGeom>
              <a:avLst/>
              <a:pathLst>
                <a:path w="17721" h="15287">
                  <a:moveTo>
                    <a:pt x="0" y="0"/>
                  </a:moveTo>
                  <a:lnTo>
                    <a:pt x="17721" y="1075"/>
                  </a:lnTo>
                  <a:lnTo>
                    <a:pt x="17721" y="15287"/>
                  </a:lnTo>
                  <a:lnTo>
                    <a:pt x="0" y="15287"/>
                  </a:lnTo>
                  <a:close/>
                </a:path>
              </a:pathLst>
            </a:custGeom>
            <a:solidFill>
              <a:srgbClr val="984330">
                <a:alpha val="100000"/>
              </a:srgbClr>
            </a:solidFill>
            <a:ln w="4762" cap="rnd">
              <a:solidFill>
                <a:srgbClr val="9843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g1173"/>
            <p:cNvSpPr/>
            <p:nvPr/>
          </p:nvSpPr>
          <p:spPr>
            <a:xfrm>
              <a:off x="9781745" y="3332604"/>
              <a:ext cx="53164" cy="14212"/>
            </a:xfrm>
            <a:custGeom>
              <a:avLst/>
              <a:pathLst>
                <a:path w="53164" h="14212">
                  <a:moveTo>
                    <a:pt x="0" y="0"/>
                  </a:moveTo>
                  <a:lnTo>
                    <a:pt x="17721" y="1027"/>
                  </a:lnTo>
                  <a:lnTo>
                    <a:pt x="35442" y="1989"/>
                  </a:lnTo>
                  <a:lnTo>
                    <a:pt x="53164" y="2883"/>
                  </a:lnTo>
                  <a:lnTo>
                    <a:pt x="53164" y="14212"/>
                  </a:lnTo>
                  <a:lnTo>
                    <a:pt x="35442" y="14212"/>
                  </a:lnTo>
                  <a:lnTo>
                    <a:pt x="17721" y="14212"/>
                  </a:lnTo>
                  <a:lnTo>
                    <a:pt x="0" y="14212"/>
                  </a:lnTo>
                  <a:close/>
                </a:path>
              </a:pathLst>
            </a:custGeom>
            <a:solidFill>
              <a:srgbClr val="98422F">
                <a:alpha val="100000"/>
              </a:srgbClr>
            </a:solidFill>
            <a:ln w="4762" cap="rnd">
              <a:solidFill>
                <a:srgbClr val="9842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g1174"/>
            <p:cNvSpPr/>
            <p:nvPr/>
          </p:nvSpPr>
          <p:spPr>
            <a:xfrm>
              <a:off x="9834909" y="3335487"/>
              <a:ext cx="35442" cy="11328"/>
            </a:xfrm>
            <a:custGeom>
              <a:avLst/>
              <a:pathLst>
                <a:path w="35442" h="11328">
                  <a:moveTo>
                    <a:pt x="0" y="0"/>
                  </a:moveTo>
                  <a:lnTo>
                    <a:pt x="17721" y="851"/>
                  </a:lnTo>
                  <a:lnTo>
                    <a:pt x="35442" y="1647"/>
                  </a:lnTo>
                  <a:lnTo>
                    <a:pt x="35442" y="11328"/>
                  </a:lnTo>
                  <a:lnTo>
                    <a:pt x="17721" y="11328"/>
                  </a:lnTo>
                  <a:lnTo>
                    <a:pt x="0" y="11328"/>
                  </a:lnTo>
                  <a:close/>
                </a:path>
              </a:pathLst>
            </a:custGeom>
            <a:solidFill>
              <a:srgbClr val="97412E">
                <a:alpha val="100000"/>
              </a:srgbClr>
            </a:solidFill>
            <a:ln w="4762" cap="rnd">
              <a:solidFill>
                <a:srgbClr val="9741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g1175"/>
            <p:cNvSpPr/>
            <p:nvPr/>
          </p:nvSpPr>
          <p:spPr>
            <a:xfrm>
              <a:off x="9870351" y="3337134"/>
              <a:ext cx="17721" cy="9681"/>
            </a:xfrm>
            <a:custGeom>
              <a:avLst/>
              <a:pathLst>
                <a:path w="17721" h="9681">
                  <a:moveTo>
                    <a:pt x="0" y="0"/>
                  </a:moveTo>
                  <a:lnTo>
                    <a:pt x="17721" y="734"/>
                  </a:lnTo>
                  <a:lnTo>
                    <a:pt x="17721" y="9681"/>
                  </a:lnTo>
                  <a:lnTo>
                    <a:pt x="0" y="9681"/>
                  </a:lnTo>
                  <a:close/>
                </a:path>
              </a:pathLst>
            </a:custGeom>
            <a:solidFill>
              <a:srgbClr val="97402E">
                <a:alpha val="100000"/>
              </a:srgbClr>
            </a:solidFill>
            <a:ln w="4762" cap="rnd">
              <a:solidFill>
                <a:srgbClr val="9740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g1176"/>
            <p:cNvSpPr/>
            <p:nvPr/>
          </p:nvSpPr>
          <p:spPr>
            <a:xfrm>
              <a:off x="9888073" y="3337868"/>
              <a:ext cx="17721" cy="8947"/>
            </a:xfrm>
            <a:custGeom>
              <a:avLst/>
              <a:pathLst>
                <a:path w="17721" h="8947">
                  <a:moveTo>
                    <a:pt x="0" y="0"/>
                  </a:moveTo>
                  <a:lnTo>
                    <a:pt x="17721" y="697"/>
                  </a:lnTo>
                  <a:lnTo>
                    <a:pt x="17721" y="8947"/>
                  </a:lnTo>
                  <a:lnTo>
                    <a:pt x="0" y="8947"/>
                  </a:lnTo>
                  <a:close/>
                </a:path>
              </a:pathLst>
            </a:custGeom>
            <a:solidFill>
              <a:srgbClr val="97402D">
                <a:alpha val="100000"/>
              </a:srgbClr>
            </a:solidFill>
            <a:ln w="4762" cap="rnd">
              <a:solidFill>
                <a:srgbClr val="97402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g1177"/>
            <p:cNvSpPr/>
            <p:nvPr/>
          </p:nvSpPr>
          <p:spPr>
            <a:xfrm>
              <a:off x="9905794" y="3338566"/>
              <a:ext cx="17721" cy="8249"/>
            </a:xfrm>
            <a:custGeom>
              <a:avLst/>
              <a:pathLst>
                <a:path w="17721" h="8249">
                  <a:moveTo>
                    <a:pt x="0" y="0"/>
                  </a:moveTo>
                  <a:lnTo>
                    <a:pt x="17721" y="651"/>
                  </a:lnTo>
                  <a:lnTo>
                    <a:pt x="17721" y="8249"/>
                  </a:lnTo>
                  <a:lnTo>
                    <a:pt x="0" y="8249"/>
                  </a:lnTo>
                  <a:close/>
                </a:path>
              </a:pathLst>
            </a:custGeom>
            <a:solidFill>
              <a:srgbClr val="96402D">
                <a:alpha val="100000"/>
              </a:srgbClr>
            </a:solidFill>
            <a:ln w="4762" cap="rnd">
              <a:solidFill>
                <a:srgbClr val="96402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g1178"/>
            <p:cNvSpPr/>
            <p:nvPr/>
          </p:nvSpPr>
          <p:spPr>
            <a:xfrm>
              <a:off x="9923516" y="3339217"/>
              <a:ext cx="17721" cy="7598"/>
            </a:xfrm>
            <a:custGeom>
              <a:avLst/>
              <a:pathLst>
                <a:path w="17721" h="7598">
                  <a:moveTo>
                    <a:pt x="0" y="0"/>
                  </a:moveTo>
                  <a:lnTo>
                    <a:pt x="17721" y="596"/>
                  </a:lnTo>
                  <a:lnTo>
                    <a:pt x="17721" y="7598"/>
                  </a:lnTo>
                  <a:lnTo>
                    <a:pt x="0" y="7598"/>
                  </a:lnTo>
                  <a:close/>
                </a:path>
              </a:pathLst>
            </a:custGeom>
            <a:solidFill>
              <a:srgbClr val="963F2D">
                <a:alpha val="100000"/>
              </a:srgbClr>
            </a:solidFill>
            <a:ln w="4762" cap="rnd">
              <a:solidFill>
                <a:srgbClr val="963F2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g1179"/>
            <p:cNvSpPr/>
            <p:nvPr/>
          </p:nvSpPr>
          <p:spPr>
            <a:xfrm>
              <a:off x="9941237" y="3339814"/>
              <a:ext cx="17721" cy="7001"/>
            </a:xfrm>
            <a:custGeom>
              <a:avLst/>
              <a:pathLst>
                <a:path w="17721" h="7001">
                  <a:moveTo>
                    <a:pt x="0" y="0"/>
                  </a:moveTo>
                  <a:lnTo>
                    <a:pt x="17721" y="565"/>
                  </a:lnTo>
                  <a:lnTo>
                    <a:pt x="17721" y="7001"/>
                  </a:lnTo>
                  <a:lnTo>
                    <a:pt x="0" y="7001"/>
                  </a:lnTo>
                  <a:close/>
                </a:path>
              </a:pathLst>
            </a:custGeom>
            <a:solidFill>
              <a:srgbClr val="963F2C">
                <a:alpha val="100000"/>
              </a:srgbClr>
            </a:solidFill>
            <a:ln w="4762" cap="rnd">
              <a:solidFill>
                <a:srgbClr val="963F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g1180"/>
            <p:cNvSpPr/>
            <p:nvPr/>
          </p:nvSpPr>
          <p:spPr>
            <a:xfrm>
              <a:off x="9958958" y="3340380"/>
              <a:ext cx="0" cy="6435"/>
            </a:xfrm>
            <a:custGeom>
              <a:avLst/>
              <a:pathLst>
                <a:path w="0" h="6435">
                  <a:moveTo>
                    <a:pt x="0" y="0"/>
                  </a:moveTo>
                  <a:lnTo>
                    <a:pt x="0" y="6435"/>
                  </a:lnTo>
                  <a:close/>
                </a:path>
              </a:pathLst>
            </a:custGeom>
            <a:solidFill>
              <a:srgbClr val="963E2C">
                <a:alpha val="100000"/>
              </a:srgbClr>
            </a:solidFill>
            <a:ln w="4762" cap="rnd">
              <a:solidFill>
                <a:srgbClr val="963E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l1181"/>
            <p:cNvSpPr/>
            <p:nvPr/>
          </p:nvSpPr>
          <p:spPr>
            <a:xfrm>
              <a:off x="3224838" y="2811245"/>
              <a:ext cx="6734119" cy="529297"/>
            </a:xfrm>
            <a:custGeom>
              <a:avLst/>
              <a:pathLst>
                <a:path w="6734119" h="529297">
                  <a:moveTo>
                    <a:pt x="0" y="529297"/>
                  </a:moveTo>
                  <a:lnTo>
                    <a:pt x="17721" y="528737"/>
                  </a:lnTo>
                  <a:lnTo>
                    <a:pt x="35442" y="528145"/>
                  </a:lnTo>
                  <a:lnTo>
                    <a:pt x="53164" y="527520"/>
                  </a:lnTo>
                  <a:lnTo>
                    <a:pt x="70885" y="526831"/>
                  </a:lnTo>
                  <a:lnTo>
                    <a:pt x="88606" y="526102"/>
                  </a:lnTo>
                  <a:lnTo>
                    <a:pt x="106328" y="525336"/>
                  </a:lnTo>
                  <a:lnTo>
                    <a:pt x="124049" y="524496"/>
                  </a:lnTo>
                  <a:lnTo>
                    <a:pt x="141770" y="523609"/>
                  </a:lnTo>
                  <a:lnTo>
                    <a:pt x="159492" y="522678"/>
                  </a:lnTo>
                  <a:lnTo>
                    <a:pt x="177213" y="521666"/>
                  </a:lnTo>
                  <a:lnTo>
                    <a:pt x="194935" y="520597"/>
                  </a:lnTo>
                  <a:lnTo>
                    <a:pt x="212656" y="519479"/>
                  </a:lnTo>
                  <a:lnTo>
                    <a:pt x="230377" y="518272"/>
                  </a:lnTo>
                  <a:lnTo>
                    <a:pt x="248099" y="516999"/>
                  </a:lnTo>
                  <a:lnTo>
                    <a:pt x="265820" y="515671"/>
                  </a:lnTo>
                  <a:lnTo>
                    <a:pt x="283541" y="514247"/>
                  </a:lnTo>
                  <a:lnTo>
                    <a:pt x="301263" y="512747"/>
                  </a:lnTo>
                  <a:lnTo>
                    <a:pt x="318984" y="511188"/>
                  </a:lnTo>
                  <a:lnTo>
                    <a:pt x="336705" y="509525"/>
                  </a:lnTo>
                  <a:lnTo>
                    <a:pt x="354427" y="507779"/>
                  </a:lnTo>
                  <a:lnTo>
                    <a:pt x="372148" y="505968"/>
                  </a:lnTo>
                  <a:lnTo>
                    <a:pt x="389870" y="504050"/>
                  </a:lnTo>
                  <a:lnTo>
                    <a:pt x="407591" y="502040"/>
                  </a:lnTo>
                  <a:lnTo>
                    <a:pt x="425312" y="499961"/>
                  </a:lnTo>
                  <a:lnTo>
                    <a:pt x="443034" y="497772"/>
                  </a:lnTo>
                  <a:lnTo>
                    <a:pt x="460755" y="495485"/>
                  </a:lnTo>
                  <a:lnTo>
                    <a:pt x="478476" y="493126"/>
                  </a:lnTo>
                  <a:lnTo>
                    <a:pt x="496198" y="490658"/>
                  </a:lnTo>
                  <a:lnTo>
                    <a:pt x="513919" y="488087"/>
                  </a:lnTo>
                  <a:lnTo>
                    <a:pt x="531641" y="485443"/>
                  </a:lnTo>
                  <a:lnTo>
                    <a:pt x="549362" y="482693"/>
                  </a:lnTo>
                  <a:lnTo>
                    <a:pt x="567083" y="479837"/>
                  </a:lnTo>
                  <a:lnTo>
                    <a:pt x="584805" y="476910"/>
                  </a:lnTo>
                  <a:lnTo>
                    <a:pt x="602526" y="473881"/>
                  </a:lnTo>
                  <a:lnTo>
                    <a:pt x="620247" y="470749"/>
                  </a:lnTo>
                  <a:lnTo>
                    <a:pt x="637969" y="467549"/>
                  </a:lnTo>
                  <a:lnTo>
                    <a:pt x="655690" y="464257"/>
                  </a:lnTo>
                  <a:lnTo>
                    <a:pt x="673411" y="460865"/>
                  </a:lnTo>
                  <a:lnTo>
                    <a:pt x="691133" y="457412"/>
                  </a:lnTo>
                  <a:lnTo>
                    <a:pt x="708854" y="453879"/>
                  </a:lnTo>
                  <a:lnTo>
                    <a:pt x="726576" y="450255"/>
                  </a:lnTo>
                  <a:lnTo>
                    <a:pt x="744297" y="446579"/>
                  </a:lnTo>
                  <a:lnTo>
                    <a:pt x="762018" y="442837"/>
                  </a:lnTo>
                  <a:lnTo>
                    <a:pt x="779740" y="439019"/>
                  </a:lnTo>
                  <a:lnTo>
                    <a:pt x="797461" y="435161"/>
                  </a:lnTo>
                  <a:lnTo>
                    <a:pt x="815182" y="431252"/>
                  </a:lnTo>
                  <a:lnTo>
                    <a:pt x="832904" y="427287"/>
                  </a:lnTo>
                  <a:lnTo>
                    <a:pt x="850625" y="423295"/>
                  </a:lnTo>
                  <a:lnTo>
                    <a:pt x="868347" y="419272"/>
                  </a:lnTo>
                  <a:lnTo>
                    <a:pt x="886068" y="415217"/>
                  </a:lnTo>
                  <a:lnTo>
                    <a:pt x="903789" y="411150"/>
                  </a:lnTo>
                  <a:lnTo>
                    <a:pt x="921511" y="407072"/>
                  </a:lnTo>
                  <a:lnTo>
                    <a:pt x="939232" y="402990"/>
                  </a:lnTo>
                  <a:lnTo>
                    <a:pt x="956953" y="398915"/>
                  </a:lnTo>
                  <a:lnTo>
                    <a:pt x="974675" y="394847"/>
                  </a:lnTo>
                  <a:lnTo>
                    <a:pt x="992396" y="390808"/>
                  </a:lnTo>
                  <a:lnTo>
                    <a:pt x="1010117" y="386794"/>
                  </a:lnTo>
                  <a:lnTo>
                    <a:pt x="1027839" y="382807"/>
                  </a:lnTo>
                  <a:lnTo>
                    <a:pt x="1045560" y="378883"/>
                  </a:lnTo>
                  <a:lnTo>
                    <a:pt x="1063282" y="375003"/>
                  </a:lnTo>
                  <a:lnTo>
                    <a:pt x="1081003" y="371167"/>
                  </a:lnTo>
                  <a:lnTo>
                    <a:pt x="1098724" y="367431"/>
                  </a:lnTo>
                  <a:lnTo>
                    <a:pt x="1116446" y="363755"/>
                  </a:lnTo>
                  <a:lnTo>
                    <a:pt x="1134167" y="360140"/>
                  </a:lnTo>
                  <a:lnTo>
                    <a:pt x="1151888" y="356659"/>
                  </a:lnTo>
                  <a:lnTo>
                    <a:pt x="1169610" y="353255"/>
                  </a:lnTo>
                  <a:lnTo>
                    <a:pt x="1187331" y="349927"/>
                  </a:lnTo>
                  <a:lnTo>
                    <a:pt x="1205053" y="346759"/>
                  </a:lnTo>
                  <a:lnTo>
                    <a:pt x="1222774" y="343684"/>
                  </a:lnTo>
                  <a:lnTo>
                    <a:pt x="1240495" y="340699"/>
                  </a:lnTo>
                  <a:lnTo>
                    <a:pt x="1258217" y="337892"/>
                  </a:lnTo>
                  <a:lnTo>
                    <a:pt x="1275938" y="335193"/>
                  </a:lnTo>
                  <a:lnTo>
                    <a:pt x="1293659" y="332594"/>
                  </a:lnTo>
                  <a:lnTo>
                    <a:pt x="1311381" y="330182"/>
                  </a:lnTo>
                  <a:lnTo>
                    <a:pt x="1329102" y="327890"/>
                  </a:lnTo>
                  <a:lnTo>
                    <a:pt x="1346823" y="325702"/>
                  </a:lnTo>
                  <a:lnTo>
                    <a:pt x="1364545" y="323705"/>
                  </a:lnTo>
                  <a:lnTo>
                    <a:pt x="1382266" y="321831"/>
                  </a:lnTo>
                  <a:lnTo>
                    <a:pt x="1399988" y="320064"/>
                  </a:lnTo>
                  <a:lnTo>
                    <a:pt x="1417709" y="318479"/>
                  </a:lnTo>
                  <a:lnTo>
                    <a:pt x="1435430" y="317018"/>
                  </a:lnTo>
                  <a:lnTo>
                    <a:pt x="1453152" y="315657"/>
                  </a:lnTo>
                  <a:lnTo>
                    <a:pt x="1470873" y="314463"/>
                  </a:lnTo>
                  <a:lnTo>
                    <a:pt x="1488594" y="313385"/>
                  </a:lnTo>
                  <a:lnTo>
                    <a:pt x="1506316" y="312398"/>
                  </a:lnTo>
                  <a:lnTo>
                    <a:pt x="1524037" y="311553"/>
                  </a:lnTo>
                  <a:lnTo>
                    <a:pt x="1541759" y="310808"/>
                  </a:lnTo>
                  <a:lnTo>
                    <a:pt x="1559480" y="310139"/>
                  </a:lnTo>
                  <a:lnTo>
                    <a:pt x="1577201" y="309579"/>
                  </a:lnTo>
                  <a:lnTo>
                    <a:pt x="1594923" y="309098"/>
                  </a:lnTo>
                  <a:lnTo>
                    <a:pt x="1612644" y="308671"/>
                  </a:lnTo>
                  <a:lnTo>
                    <a:pt x="1630365" y="308316"/>
                  </a:lnTo>
                  <a:lnTo>
                    <a:pt x="1648087" y="308009"/>
                  </a:lnTo>
                  <a:lnTo>
                    <a:pt x="1665808" y="307731"/>
                  </a:lnTo>
                  <a:lnTo>
                    <a:pt x="1683529" y="307484"/>
                  </a:lnTo>
                  <a:lnTo>
                    <a:pt x="1701251" y="307248"/>
                  </a:lnTo>
                  <a:lnTo>
                    <a:pt x="1718972" y="307011"/>
                  </a:lnTo>
                  <a:lnTo>
                    <a:pt x="1736694" y="306763"/>
                  </a:lnTo>
                  <a:lnTo>
                    <a:pt x="1754415" y="306482"/>
                  </a:lnTo>
                  <a:lnTo>
                    <a:pt x="1772136" y="306170"/>
                  </a:lnTo>
                  <a:lnTo>
                    <a:pt x="1789858" y="305804"/>
                  </a:lnTo>
                  <a:lnTo>
                    <a:pt x="1807579" y="305357"/>
                  </a:lnTo>
                  <a:lnTo>
                    <a:pt x="1825300" y="304848"/>
                  </a:lnTo>
                  <a:lnTo>
                    <a:pt x="1843022" y="304244"/>
                  </a:lnTo>
                  <a:lnTo>
                    <a:pt x="1860743" y="303510"/>
                  </a:lnTo>
                  <a:lnTo>
                    <a:pt x="1878465" y="302683"/>
                  </a:lnTo>
                  <a:lnTo>
                    <a:pt x="1896186" y="301724"/>
                  </a:lnTo>
                  <a:lnTo>
                    <a:pt x="1913907" y="300586"/>
                  </a:lnTo>
                  <a:lnTo>
                    <a:pt x="1931629" y="299327"/>
                  </a:lnTo>
                  <a:lnTo>
                    <a:pt x="1949350" y="297906"/>
                  </a:lnTo>
                  <a:lnTo>
                    <a:pt x="1967071" y="296258"/>
                  </a:lnTo>
                  <a:lnTo>
                    <a:pt x="1984793" y="294467"/>
                  </a:lnTo>
                  <a:lnTo>
                    <a:pt x="2002514" y="292488"/>
                  </a:lnTo>
                  <a:lnTo>
                    <a:pt x="2020235" y="290243"/>
                  </a:lnTo>
                  <a:lnTo>
                    <a:pt x="2037957" y="287835"/>
                  </a:lnTo>
                  <a:lnTo>
                    <a:pt x="2055678" y="285225"/>
                  </a:lnTo>
                  <a:lnTo>
                    <a:pt x="2073400" y="282316"/>
                  </a:lnTo>
                  <a:lnTo>
                    <a:pt x="2091121" y="279230"/>
                  </a:lnTo>
                  <a:lnTo>
                    <a:pt x="2108842" y="275937"/>
                  </a:lnTo>
                  <a:lnTo>
                    <a:pt x="2126564" y="272323"/>
                  </a:lnTo>
                  <a:lnTo>
                    <a:pt x="2144285" y="268527"/>
                  </a:lnTo>
                  <a:lnTo>
                    <a:pt x="2162006" y="264526"/>
                  </a:lnTo>
                  <a:lnTo>
                    <a:pt x="2179728" y="260194"/>
                  </a:lnTo>
                  <a:lnTo>
                    <a:pt x="2197449" y="255684"/>
                  </a:lnTo>
                  <a:lnTo>
                    <a:pt x="2215171" y="250980"/>
                  </a:lnTo>
                  <a:lnTo>
                    <a:pt x="2232892" y="245950"/>
                  </a:lnTo>
                  <a:lnTo>
                    <a:pt x="2250613" y="240752"/>
                  </a:lnTo>
                  <a:lnTo>
                    <a:pt x="2268335" y="235379"/>
                  </a:lnTo>
                  <a:lnTo>
                    <a:pt x="2286056" y="229702"/>
                  </a:lnTo>
                  <a:lnTo>
                    <a:pt x="2303777" y="223874"/>
                  </a:lnTo>
                  <a:lnTo>
                    <a:pt x="2321499" y="217897"/>
                  </a:lnTo>
                  <a:lnTo>
                    <a:pt x="2339220" y="211652"/>
                  </a:lnTo>
                  <a:lnTo>
                    <a:pt x="2356941" y="205283"/>
                  </a:lnTo>
                  <a:lnTo>
                    <a:pt x="2374663" y="198790"/>
                  </a:lnTo>
                  <a:lnTo>
                    <a:pt x="2392384" y="192090"/>
                  </a:lnTo>
                  <a:lnTo>
                    <a:pt x="2410106" y="185293"/>
                  </a:lnTo>
                  <a:lnTo>
                    <a:pt x="2427827" y="178406"/>
                  </a:lnTo>
                  <a:lnTo>
                    <a:pt x="2445548" y="171379"/>
                  </a:lnTo>
                  <a:lnTo>
                    <a:pt x="2463270" y="164293"/>
                  </a:lnTo>
                  <a:lnTo>
                    <a:pt x="2480991" y="157153"/>
                  </a:lnTo>
                  <a:lnTo>
                    <a:pt x="2498712" y="149948"/>
                  </a:lnTo>
                  <a:lnTo>
                    <a:pt x="2516434" y="142727"/>
                  </a:lnTo>
                  <a:lnTo>
                    <a:pt x="2534155" y="135494"/>
                  </a:lnTo>
                  <a:lnTo>
                    <a:pt x="2551877" y="128272"/>
                  </a:lnTo>
                  <a:lnTo>
                    <a:pt x="2569598" y="121082"/>
                  </a:lnTo>
                  <a:lnTo>
                    <a:pt x="2587319" y="113925"/>
                  </a:lnTo>
                  <a:lnTo>
                    <a:pt x="2605041" y="106853"/>
                  </a:lnTo>
                  <a:lnTo>
                    <a:pt x="2622762" y="99868"/>
                  </a:lnTo>
                  <a:lnTo>
                    <a:pt x="2640483" y="92959"/>
                  </a:lnTo>
                  <a:lnTo>
                    <a:pt x="2658205" y="86207"/>
                  </a:lnTo>
                  <a:lnTo>
                    <a:pt x="2675926" y="79598"/>
                  </a:lnTo>
                  <a:lnTo>
                    <a:pt x="2693647" y="73109"/>
                  </a:lnTo>
                  <a:lnTo>
                    <a:pt x="2711369" y="66840"/>
                  </a:lnTo>
                  <a:lnTo>
                    <a:pt x="2729090" y="60771"/>
                  </a:lnTo>
                  <a:lnTo>
                    <a:pt x="2746812" y="54862"/>
                  </a:lnTo>
                  <a:lnTo>
                    <a:pt x="2764533" y="49230"/>
                  </a:lnTo>
                  <a:lnTo>
                    <a:pt x="2782254" y="43853"/>
                  </a:lnTo>
                  <a:lnTo>
                    <a:pt x="2799976" y="38671"/>
                  </a:lnTo>
                  <a:lnTo>
                    <a:pt x="2817697" y="33812"/>
                  </a:lnTo>
                  <a:lnTo>
                    <a:pt x="2835418" y="29259"/>
                  </a:lnTo>
                  <a:lnTo>
                    <a:pt x="2853140" y="24933"/>
                  </a:lnTo>
                  <a:lnTo>
                    <a:pt x="2870861" y="20963"/>
                  </a:lnTo>
                  <a:lnTo>
                    <a:pt x="2888583" y="17346"/>
                  </a:lnTo>
                  <a:lnTo>
                    <a:pt x="2906304" y="13980"/>
                  </a:lnTo>
                  <a:lnTo>
                    <a:pt x="2924025" y="10992"/>
                  </a:lnTo>
                  <a:lnTo>
                    <a:pt x="2941747" y="8396"/>
                  </a:lnTo>
                  <a:lnTo>
                    <a:pt x="2959468" y="6068"/>
                  </a:lnTo>
                  <a:lnTo>
                    <a:pt x="2977189" y="4130"/>
                  </a:lnTo>
                  <a:lnTo>
                    <a:pt x="2994911" y="2614"/>
                  </a:lnTo>
                  <a:lnTo>
                    <a:pt x="3012632" y="1376"/>
                  </a:lnTo>
                  <a:lnTo>
                    <a:pt x="3030353" y="529"/>
                  </a:lnTo>
                  <a:lnTo>
                    <a:pt x="3048075" y="123"/>
                  </a:lnTo>
                  <a:lnTo>
                    <a:pt x="3065796" y="0"/>
                  </a:lnTo>
                  <a:lnTo>
                    <a:pt x="3083518" y="257"/>
                  </a:lnTo>
                  <a:lnTo>
                    <a:pt x="3101239" y="966"/>
                  </a:lnTo>
                  <a:lnTo>
                    <a:pt x="3118960" y="1955"/>
                  </a:lnTo>
                  <a:lnTo>
                    <a:pt x="3136682" y="3306"/>
                  </a:lnTo>
                  <a:lnTo>
                    <a:pt x="3154403" y="5109"/>
                  </a:lnTo>
                  <a:lnTo>
                    <a:pt x="3172124" y="7182"/>
                  </a:lnTo>
                  <a:lnTo>
                    <a:pt x="3189846" y="9593"/>
                  </a:lnTo>
                  <a:lnTo>
                    <a:pt x="3207567" y="12446"/>
                  </a:lnTo>
                  <a:lnTo>
                    <a:pt x="3225289" y="15553"/>
                  </a:lnTo>
                  <a:lnTo>
                    <a:pt x="3243010" y="18968"/>
                  </a:lnTo>
                  <a:lnTo>
                    <a:pt x="3260731" y="22806"/>
                  </a:lnTo>
                  <a:lnTo>
                    <a:pt x="3278453" y="26879"/>
                  </a:lnTo>
                  <a:lnTo>
                    <a:pt x="3296174" y="31226"/>
                  </a:lnTo>
                  <a:lnTo>
                    <a:pt x="3313895" y="35967"/>
                  </a:lnTo>
                  <a:lnTo>
                    <a:pt x="3331617" y="40920"/>
                  </a:lnTo>
                  <a:lnTo>
                    <a:pt x="3349338" y="46109"/>
                  </a:lnTo>
                  <a:lnTo>
                    <a:pt x="3367059" y="51658"/>
                  </a:lnTo>
                  <a:lnTo>
                    <a:pt x="3384781" y="57392"/>
                  </a:lnTo>
                  <a:lnTo>
                    <a:pt x="3402502" y="63326"/>
                  </a:lnTo>
                  <a:lnTo>
                    <a:pt x="3420224" y="69576"/>
                  </a:lnTo>
                  <a:lnTo>
                    <a:pt x="3437945" y="75984"/>
                  </a:lnTo>
                  <a:lnTo>
                    <a:pt x="3455666" y="82553"/>
                  </a:lnTo>
                  <a:lnTo>
                    <a:pt x="3473388" y="89391"/>
                  </a:lnTo>
                  <a:lnTo>
                    <a:pt x="3491109" y="96356"/>
                  </a:lnTo>
                  <a:lnTo>
                    <a:pt x="3508830" y="103448"/>
                  </a:lnTo>
                  <a:lnTo>
                    <a:pt x="3526552" y="110756"/>
                  </a:lnTo>
                  <a:lnTo>
                    <a:pt x="3544273" y="118160"/>
                  </a:lnTo>
                  <a:lnTo>
                    <a:pt x="3561995" y="125659"/>
                  </a:lnTo>
                  <a:lnTo>
                    <a:pt x="3579716" y="133313"/>
                  </a:lnTo>
                  <a:lnTo>
                    <a:pt x="3597437" y="141035"/>
                  </a:lnTo>
                  <a:lnTo>
                    <a:pt x="3615159" y="148821"/>
                  </a:lnTo>
                  <a:lnTo>
                    <a:pt x="3632880" y="156702"/>
                  </a:lnTo>
                  <a:lnTo>
                    <a:pt x="3650601" y="164621"/>
                  </a:lnTo>
                  <a:lnTo>
                    <a:pt x="3668323" y="172574"/>
                  </a:lnTo>
                  <a:lnTo>
                    <a:pt x="3686044" y="180565"/>
                  </a:lnTo>
                  <a:lnTo>
                    <a:pt x="3703765" y="188562"/>
                  </a:lnTo>
                  <a:lnTo>
                    <a:pt x="3721487" y="196564"/>
                  </a:lnTo>
                  <a:lnTo>
                    <a:pt x="3739208" y="204551"/>
                  </a:lnTo>
                  <a:lnTo>
                    <a:pt x="3756930" y="212512"/>
                  </a:lnTo>
                  <a:lnTo>
                    <a:pt x="3774651" y="220447"/>
                  </a:lnTo>
                  <a:lnTo>
                    <a:pt x="3792372" y="228320"/>
                  </a:lnTo>
                  <a:lnTo>
                    <a:pt x="3810094" y="236133"/>
                  </a:lnTo>
                  <a:lnTo>
                    <a:pt x="3827815" y="243893"/>
                  </a:lnTo>
                  <a:lnTo>
                    <a:pt x="3845536" y="251548"/>
                  </a:lnTo>
                  <a:lnTo>
                    <a:pt x="3863258" y="259107"/>
                  </a:lnTo>
                  <a:lnTo>
                    <a:pt x="3880979" y="266588"/>
                  </a:lnTo>
                  <a:lnTo>
                    <a:pt x="3898701" y="273925"/>
                  </a:lnTo>
                  <a:lnTo>
                    <a:pt x="3916422" y="281133"/>
                  </a:lnTo>
                  <a:lnTo>
                    <a:pt x="3934143" y="288237"/>
                  </a:lnTo>
                  <a:lnTo>
                    <a:pt x="3951865" y="295165"/>
                  </a:lnTo>
                  <a:lnTo>
                    <a:pt x="3969586" y="301930"/>
                  </a:lnTo>
                  <a:lnTo>
                    <a:pt x="3987307" y="308571"/>
                  </a:lnTo>
                  <a:lnTo>
                    <a:pt x="4005029" y="315006"/>
                  </a:lnTo>
                  <a:lnTo>
                    <a:pt x="4022750" y="321247"/>
                  </a:lnTo>
                  <a:lnTo>
                    <a:pt x="4040471" y="327343"/>
                  </a:lnTo>
                  <a:lnTo>
                    <a:pt x="4058193" y="333212"/>
                  </a:lnTo>
                  <a:lnTo>
                    <a:pt x="4075914" y="338856"/>
                  </a:lnTo>
                  <a:lnTo>
                    <a:pt x="4093636" y="344339"/>
                  </a:lnTo>
                  <a:lnTo>
                    <a:pt x="4111357" y="349579"/>
                  </a:lnTo>
                  <a:lnTo>
                    <a:pt x="4129078" y="354565"/>
                  </a:lnTo>
                  <a:lnTo>
                    <a:pt x="4146800" y="359377"/>
                  </a:lnTo>
                  <a:lnTo>
                    <a:pt x="4164521" y="363934"/>
                  </a:lnTo>
                  <a:lnTo>
                    <a:pt x="4182242" y="368215"/>
                  </a:lnTo>
                  <a:lnTo>
                    <a:pt x="4199964" y="372310"/>
                  </a:lnTo>
                  <a:lnTo>
                    <a:pt x="4217685" y="376146"/>
                  </a:lnTo>
                  <a:lnTo>
                    <a:pt x="4235407" y="379685"/>
                  </a:lnTo>
                  <a:lnTo>
                    <a:pt x="4253128" y="383033"/>
                  </a:lnTo>
                  <a:lnTo>
                    <a:pt x="4270849" y="386122"/>
                  </a:lnTo>
                  <a:lnTo>
                    <a:pt x="4288571" y="388899"/>
                  </a:lnTo>
                  <a:lnTo>
                    <a:pt x="4306292" y="391482"/>
                  </a:lnTo>
                  <a:lnTo>
                    <a:pt x="4324013" y="393811"/>
                  </a:lnTo>
                  <a:lnTo>
                    <a:pt x="4341735" y="395820"/>
                  </a:lnTo>
                  <a:lnTo>
                    <a:pt x="4359456" y="397637"/>
                  </a:lnTo>
                  <a:lnTo>
                    <a:pt x="4377177" y="399211"/>
                  </a:lnTo>
                  <a:lnTo>
                    <a:pt x="4394899" y="400462"/>
                  </a:lnTo>
                  <a:lnTo>
                    <a:pt x="4412620" y="401527"/>
                  </a:lnTo>
                  <a:lnTo>
                    <a:pt x="4430342" y="402364"/>
                  </a:lnTo>
                  <a:lnTo>
                    <a:pt x="4448063" y="402884"/>
                  </a:lnTo>
                  <a:lnTo>
                    <a:pt x="4465784" y="403227"/>
                  </a:lnTo>
                  <a:lnTo>
                    <a:pt x="4483506" y="403362"/>
                  </a:lnTo>
                  <a:lnTo>
                    <a:pt x="4501227" y="403194"/>
                  </a:lnTo>
                  <a:lnTo>
                    <a:pt x="4518948" y="402861"/>
                  </a:lnTo>
                  <a:lnTo>
                    <a:pt x="4536670" y="402345"/>
                  </a:lnTo>
                  <a:lnTo>
                    <a:pt x="4554391" y="401546"/>
                  </a:lnTo>
                  <a:lnTo>
                    <a:pt x="4572113" y="400600"/>
                  </a:lnTo>
                  <a:lnTo>
                    <a:pt x="4589834" y="399496"/>
                  </a:lnTo>
                  <a:lnTo>
                    <a:pt x="4607555" y="398139"/>
                  </a:lnTo>
                  <a:lnTo>
                    <a:pt x="4625277" y="396656"/>
                  </a:lnTo>
                  <a:lnTo>
                    <a:pt x="4642998" y="395043"/>
                  </a:lnTo>
                  <a:lnTo>
                    <a:pt x="4660719" y="393213"/>
                  </a:lnTo>
                  <a:lnTo>
                    <a:pt x="4678441" y="391282"/>
                  </a:lnTo>
                  <a:lnTo>
                    <a:pt x="4696162" y="389251"/>
                  </a:lnTo>
                  <a:lnTo>
                    <a:pt x="4713883" y="387047"/>
                  </a:lnTo>
                  <a:lnTo>
                    <a:pt x="4731605" y="384767"/>
                  </a:lnTo>
                  <a:lnTo>
                    <a:pt x="4749326" y="382414"/>
                  </a:lnTo>
                  <a:lnTo>
                    <a:pt x="4767048" y="379944"/>
                  </a:lnTo>
                  <a:lnTo>
                    <a:pt x="4784769" y="377425"/>
                  </a:lnTo>
                  <a:lnTo>
                    <a:pt x="4802490" y="374861"/>
                  </a:lnTo>
                  <a:lnTo>
                    <a:pt x="4820212" y="372235"/>
                  </a:lnTo>
                  <a:lnTo>
                    <a:pt x="4837933" y="369589"/>
                  </a:lnTo>
                  <a:lnTo>
                    <a:pt x="4855654" y="366927"/>
                  </a:lnTo>
                  <a:lnTo>
                    <a:pt x="4873376" y="364259"/>
                  </a:lnTo>
                  <a:lnTo>
                    <a:pt x="4891097" y="361602"/>
                  </a:lnTo>
                  <a:lnTo>
                    <a:pt x="4908819" y="358959"/>
                  </a:lnTo>
                  <a:lnTo>
                    <a:pt x="4926540" y="356360"/>
                  </a:lnTo>
                  <a:lnTo>
                    <a:pt x="4944261" y="353806"/>
                  </a:lnTo>
                  <a:lnTo>
                    <a:pt x="4961983" y="351294"/>
                  </a:lnTo>
                  <a:lnTo>
                    <a:pt x="4979704" y="348874"/>
                  </a:lnTo>
                  <a:lnTo>
                    <a:pt x="4997425" y="346532"/>
                  </a:lnTo>
                  <a:lnTo>
                    <a:pt x="5015147" y="344260"/>
                  </a:lnTo>
                  <a:lnTo>
                    <a:pt x="5032868" y="342119"/>
                  </a:lnTo>
                  <a:lnTo>
                    <a:pt x="5050589" y="340090"/>
                  </a:lnTo>
                  <a:lnTo>
                    <a:pt x="5068311" y="338154"/>
                  </a:lnTo>
                  <a:lnTo>
                    <a:pt x="5086032" y="336384"/>
                  </a:lnTo>
                  <a:lnTo>
                    <a:pt x="5103754" y="334757"/>
                  </a:lnTo>
                  <a:lnTo>
                    <a:pt x="5121475" y="333243"/>
                  </a:lnTo>
                  <a:lnTo>
                    <a:pt x="5139196" y="331920"/>
                  </a:lnTo>
                  <a:lnTo>
                    <a:pt x="5156918" y="330769"/>
                  </a:lnTo>
                  <a:lnTo>
                    <a:pt x="5174639" y="329747"/>
                  </a:lnTo>
                  <a:lnTo>
                    <a:pt x="5192360" y="328935"/>
                  </a:lnTo>
                  <a:lnTo>
                    <a:pt x="5210082" y="328316"/>
                  </a:lnTo>
                  <a:lnTo>
                    <a:pt x="5227803" y="327838"/>
                  </a:lnTo>
                  <a:lnTo>
                    <a:pt x="5245525" y="327579"/>
                  </a:lnTo>
                  <a:lnTo>
                    <a:pt x="5263246" y="327531"/>
                  </a:lnTo>
                  <a:lnTo>
                    <a:pt x="5280967" y="327632"/>
                  </a:lnTo>
                  <a:lnTo>
                    <a:pt x="5298689" y="327952"/>
                  </a:lnTo>
                  <a:lnTo>
                    <a:pt x="5316410" y="328493"/>
                  </a:lnTo>
                  <a:lnTo>
                    <a:pt x="5334131" y="329184"/>
                  </a:lnTo>
                  <a:lnTo>
                    <a:pt x="5351853" y="330090"/>
                  </a:lnTo>
                  <a:lnTo>
                    <a:pt x="5369574" y="331220"/>
                  </a:lnTo>
                  <a:lnTo>
                    <a:pt x="5387295" y="332496"/>
                  </a:lnTo>
                  <a:lnTo>
                    <a:pt x="5405017" y="333974"/>
                  </a:lnTo>
                  <a:lnTo>
                    <a:pt x="5422738" y="335673"/>
                  </a:lnTo>
                  <a:lnTo>
                    <a:pt x="5440460" y="337509"/>
                  </a:lnTo>
                  <a:lnTo>
                    <a:pt x="5458181" y="339530"/>
                  </a:lnTo>
                  <a:lnTo>
                    <a:pt x="5475902" y="341759"/>
                  </a:lnTo>
                  <a:lnTo>
                    <a:pt x="5493624" y="344115"/>
                  </a:lnTo>
                  <a:lnTo>
                    <a:pt x="5511345" y="346632"/>
                  </a:lnTo>
                  <a:lnTo>
                    <a:pt x="5529066" y="349340"/>
                  </a:lnTo>
                  <a:lnTo>
                    <a:pt x="5546788" y="352159"/>
                  </a:lnTo>
                  <a:lnTo>
                    <a:pt x="5564509" y="355113"/>
                  </a:lnTo>
                  <a:lnTo>
                    <a:pt x="5582231" y="358236"/>
                  </a:lnTo>
                  <a:lnTo>
                    <a:pt x="5599952" y="361450"/>
                  </a:lnTo>
                  <a:lnTo>
                    <a:pt x="5617673" y="364772"/>
                  </a:lnTo>
                  <a:lnTo>
                    <a:pt x="5635395" y="368234"/>
                  </a:lnTo>
                  <a:lnTo>
                    <a:pt x="5653116" y="371767"/>
                  </a:lnTo>
                  <a:lnTo>
                    <a:pt x="5670837" y="375382"/>
                  </a:lnTo>
                  <a:lnTo>
                    <a:pt x="5688559" y="379102"/>
                  </a:lnTo>
                  <a:lnTo>
                    <a:pt x="5706280" y="382874"/>
                  </a:lnTo>
                  <a:lnTo>
                    <a:pt x="5724001" y="386701"/>
                  </a:lnTo>
                  <a:lnTo>
                    <a:pt x="5741723" y="390598"/>
                  </a:lnTo>
                  <a:lnTo>
                    <a:pt x="5759444" y="394525"/>
                  </a:lnTo>
                  <a:lnTo>
                    <a:pt x="5777166" y="398483"/>
                  </a:lnTo>
                  <a:lnTo>
                    <a:pt x="5794887" y="402475"/>
                  </a:lnTo>
                  <a:lnTo>
                    <a:pt x="5812608" y="406477"/>
                  </a:lnTo>
                  <a:lnTo>
                    <a:pt x="5830330" y="410487"/>
                  </a:lnTo>
                  <a:lnTo>
                    <a:pt x="5848051" y="414496"/>
                  </a:lnTo>
                  <a:lnTo>
                    <a:pt x="5865772" y="418496"/>
                  </a:lnTo>
                  <a:lnTo>
                    <a:pt x="5883494" y="422486"/>
                  </a:lnTo>
                  <a:lnTo>
                    <a:pt x="5901215" y="426440"/>
                  </a:lnTo>
                  <a:lnTo>
                    <a:pt x="5918937" y="430368"/>
                  </a:lnTo>
                  <a:lnTo>
                    <a:pt x="5936658" y="434270"/>
                  </a:lnTo>
                  <a:lnTo>
                    <a:pt x="5954379" y="438107"/>
                  </a:lnTo>
                  <a:lnTo>
                    <a:pt x="5972101" y="441902"/>
                  </a:lnTo>
                  <a:lnTo>
                    <a:pt x="5989822" y="445657"/>
                  </a:lnTo>
                  <a:lnTo>
                    <a:pt x="6007543" y="449325"/>
                  </a:lnTo>
                  <a:lnTo>
                    <a:pt x="6025265" y="452936"/>
                  </a:lnTo>
                  <a:lnTo>
                    <a:pt x="6042986" y="456495"/>
                  </a:lnTo>
                  <a:lnTo>
                    <a:pt x="6060707" y="459951"/>
                  </a:lnTo>
                  <a:lnTo>
                    <a:pt x="6078429" y="463339"/>
                  </a:lnTo>
                  <a:lnTo>
                    <a:pt x="6096150" y="466665"/>
                  </a:lnTo>
                  <a:lnTo>
                    <a:pt x="6113872" y="469877"/>
                  </a:lnTo>
                  <a:lnTo>
                    <a:pt x="6131593" y="473011"/>
                  </a:lnTo>
                  <a:lnTo>
                    <a:pt x="6149314" y="476077"/>
                  </a:lnTo>
                  <a:lnTo>
                    <a:pt x="6167036" y="479024"/>
                  </a:lnTo>
                  <a:lnTo>
                    <a:pt x="6184757" y="481885"/>
                  </a:lnTo>
                  <a:lnTo>
                    <a:pt x="6202478" y="484675"/>
                  </a:lnTo>
                  <a:lnTo>
                    <a:pt x="6220200" y="487344"/>
                  </a:lnTo>
                  <a:lnTo>
                    <a:pt x="6237921" y="489923"/>
                  </a:lnTo>
                  <a:lnTo>
                    <a:pt x="6255643" y="492430"/>
                  </a:lnTo>
                  <a:lnTo>
                    <a:pt x="6273364" y="494818"/>
                  </a:lnTo>
                  <a:lnTo>
                    <a:pt x="6291085" y="497114"/>
                  </a:lnTo>
                  <a:lnTo>
                    <a:pt x="6308807" y="499338"/>
                  </a:lnTo>
                  <a:lnTo>
                    <a:pt x="6326528" y="501450"/>
                  </a:lnTo>
                  <a:lnTo>
                    <a:pt x="6344249" y="503469"/>
                  </a:lnTo>
                  <a:lnTo>
                    <a:pt x="6361971" y="505420"/>
                  </a:lnTo>
                  <a:lnTo>
                    <a:pt x="6379692" y="507265"/>
                  </a:lnTo>
                  <a:lnTo>
                    <a:pt x="6397413" y="509020"/>
                  </a:lnTo>
                  <a:lnTo>
                    <a:pt x="6415135" y="510711"/>
                  </a:lnTo>
                  <a:lnTo>
                    <a:pt x="6432856" y="512305"/>
                  </a:lnTo>
                  <a:lnTo>
                    <a:pt x="6450578" y="513813"/>
                  </a:lnTo>
                  <a:lnTo>
                    <a:pt x="6468299" y="515261"/>
                  </a:lnTo>
                  <a:lnTo>
                    <a:pt x="6486020" y="516624"/>
                  </a:lnTo>
                  <a:lnTo>
                    <a:pt x="6503742" y="517904"/>
                  </a:lnTo>
                  <a:lnTo>
                    <a:pt x="6521463" y="519131"/>
                  </a:lnTo>
                  <a:lnTo>
                    <a:pt x="6539184" y="520282"/>
                  </a:lnTo>
                  <a:lnTo>
                    <a:pt x="6556906" y="521358"/>
                  </a:lnTo>
                  <a:lnTo>
                    <a:pt x="6574627" y="522385"/>
                  </a:lnTo>
                  <a:lnTo>
                    <a:pt x="6592349" y="523348"/>
                  </a:lnTo>
                  <a:lnTo>
                    <a:pt x="6610070" y="524241"/>
                  </a:lnTo>
                  <a:lnTo>
                    <a:pt x="6627791" y="525092"/>
                  </a:lnTo>
                  <a:lnTo>
                    <a:pt x="6645513" y="525888"/>
                  </a:lnTo>
                  <a:lnTo>
                    <a:pt x="6663234" y="526623"/>
                  </a:lnTo>
                  <a:lnTo>
                    <a:pt x="6680955" y="527320"/>
                  </a:lnTo>
                  <a:lnTo>
                    <a:pt x="6698677" y="527972"/>
                  </a:lnTo>
                  <a:lnTo>
                    <a:pt x="6716398" y="528568"/>
                  </a:lnTo>
                  <a:lnTo>
                    <a:pt x="6734119" y="529134"/>
                  </a:lnTo>
                </a:path>
              </a:pathLst>
            </a:custGeom>
            <a:ln w="542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g1182"/>
            <p:cNvSpPr/>
            <p:nvPr/>
          </p:nvSpPr>
          <p:spPr>
            <a:xfrm>
              <a:off x="3933693" y="3682992"/>
              <a:ext cx="17721" cy="7119"/>
            </a:xfrm>
            <a:custGeom>
              <a:avLst/>
              <a:pathLst>
                <a:path w="17721" h="7119">
                  <a:moveTo>
                    <a:pt x="0" y="613"/>
                  </a:moveTo>
                  <a:lnTo>
                    <a:pt x="17721" y="0"/>
                  </a:lnTo>
                  <a:lnTo>
                    <a:pt x="17721" y="7119"/>
                  </a:lnTo>
                  <a:lnTo>
                    <a:pt x="0" y="7119"/>
                  </a:lnTo>
                  <a:close/>
                </a:path>
              </a:pathLst>
            </a:custGeom>
            <a:solidFill>
              <a:srgbClr val="E2C3B1">
                <a:alpha val="100000"/>
              </a:srgbClr>
            </a:solidFill>
            <a:ln w="4762" cap="rnd">
              <a:solidFill>
                <a:srgbClr val="E2C3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g1183"/>
            <p:cNvSpPr/>
            <p:nvPr/>
          </p:nvSpPr>
          <p:spPr>
            <a:xfrm>
              <a:off x="3951414" y="3682340"/>
              <a:ext cx="17721" cy="7770"/>
            </a:xfrm>
            <a:custGeom>
              <a:avLst/>
              <a:pathLst>
                <a:path w="17721" h="7770">
                  <a:moveTo>
                    <a:pt x="0" y="651"/>
                  </a:moveTo>
                  <a:lnTo>
                    <a:pt x="17721" y="0"/>
                  </a:lnTo>
                  <a:lnTo>
                    <a:pt x="17721" y="7770"/>
                  </a:lnTo>
                  <a:lnTo>
                    <a:pt x="0" y="7770"/>
                  </a:lnTo>
                  <a:close/>
                </a:path>
              </a:pathLst>
            </a:custGeom>
            <a:solidFill>
              <a:srgbClr val="E2C3B0">
                <a:alpha val="100000"/>
              </a:srgbClr>
            </a:solidFill>
            <a:ln w="4762" cap="rnd">
              <a:solidFill>
                <a:srgbClr val="E2C3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g1184"/>
            <p:cNvSpPr/>
            <p:nvPr/>
          </p:nvSpPr>
          <p:spPr>
            <a:xfrm>
              <a:off x="3969136" y="3681638"/>
              <a:ext cx="17721" cy="8472"/>
            </a:xfrm>
            <a:custGeom>
              <a:avLst/>
              <a:pathLst>
                <a:path w="17721" h="8472">
                  <a:moveTo>
                    <a:pt x="0" y="702"/>
                  </a:moveTo>
                  <a:lnTo>
                    <a:pt x="17721" y="0"/>
                  </a:lnTo>
                  <a:lnTo>
                    <a:pt x="17721" y="8472"/>
                  </a:lnTo>
                  <a:lnTo>
                    <a:pt x="0" y="8472"/>
                  </a:lnTo>
                  <a:close/>
                </a:path>
              </a:pathLst>
            </a:custGeom>
            <a:solidFill>
              <a:srgbClr val="E1C2B0">
                <a:alpha val="100000"/>
              </a:srgbClr>
            </a:solidFill>
            <a:ln w="4762" cap="rnd">
              <a:solidFill>
                <a:srgbClr val="E1C2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g1185"/>
            <p:cNvSpPr/>
            <p:nvPr/>
          </p:nvSpPr>
          <p:spPr>
            <a:xfrm>
              <a:off x="3986857" y="3680865"/>
              <a:ext cx="17721" cy="9245"/>
            </a:xfrm>
            <a:custGeom>
              <a:avLst/>
              <a:pathLst>
                <a:path w="17721" h="9245">
                  <a:moveTo>
                    <a:pt x="0" y="772"/>
                  </a:moveTo>
                  <a:lnTo>
                    <a:pt x="17721" y="0"/>
                  </a:lnTo>
                  <a:lnTo>
                    <a:pt x="17721" y="9245"/>
                  </a:lnTo>
                  <a:lnTo>
                    <a:pt x="0" y="9245"/>
                  </a:lnTo>
                  <a:close/>
                </a:path>
              </a:pathLst>
            </a:custGeom>
            <a:solidFill>
              <a:srgbClr val="E1C2AF">
                <a:alpha val="100000"/>
              </a:srgbClr>
            </a:solidFill>
            <a:ln w="4762" cap="rnd">
              <a:solidFill>
                <a:srgbClr val="E1C2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g1186"/>
            <p:cNvSpPr/>
            <p:nvPr/>
          </p:nvSpPr>
          <p:spPr>
            <a:xfrm>
              <a:off x="4004579" y="3679170"/>
              <a:ext cx="35442" cy="10940"/>
            </a:xfrm>
            <a:custGeom>
              <a:avLst/>
              <a:pathLst>
                <a:path w="35442" h="10940">
                  <a:moveTo>
                    <a:pt x="0" y="1695"/>
                  </a:moveTo>
                  <a:lnTo>
                    <a:pt x="17721" y="877"/>
                  </a:lnTo>
                  <a:lnTo>
                    <a:pt x="35442" y="0"/>
                  </a:lnTo>
                  <a:lnTo>
                    <a:pt x="35442" y="10940"/>
                  </a:lnTo>
                  <a:lnTo>
                    <a:pt x="17721" y="10940"/>
                  </a:lnTo>
                  <a:lnTo>
                    <a:pt x="0" y="10940"/>
                  </a:lnTo>
                  <a:close/>
                </a:path>
              </a:pathLst>
            </a:custGeom>
            <a:solidFill>
              <a:srgbClr val="E1C1AF">
                <a:alpha val="100000"/>
              </a:srgbClr>
            </a:solidFill>
            <a:ln w="4762" cap="rnd">
              <a:solidFill>
                <a:srgbClr val="E1C1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g1187"/>
            <p:cNvSpPr/>
            <p:nvPr/>
          </p:nvSpPr>
          <p:spPr>
            <a:xfrm>
              <a:off x="4040021" y="3678206"/>
              <a:ext cx="17721" cy="11904"/>
            </a:xfrm>
            <a:custGeom>
              <a:avLst/>
              <a:pathLst>
                <a:path w="17721" h="11904">
                  <a:moveTo>
                    <a:pt x="0" y="963"/>
                  </a:moveTo>
                  <a:lnTo>
                    <a:pt x="17721" y="0"/>
                  </a:lnTo>
                  <a:lnTo>
                    <a:pt x="17721" y="11904"/>
                  </a:lnTo>
                  <a:lnTo>
                    <a:pt x="0" y="11904"/>
                  </a:lnTo>
                  <a:close/>
                </a:path>
              </a:pathLst>
            </a:custGeom>
            <a:solidFill>
              <a:srgbClr val="E1C1AE">
                <a:alpha val="100000"/>
              </a:srgbClr>
            </a:solidFill>
            <a:ln w="4762" cap="rnd">
              <a:solidFill>
                <a:srgbClr val="E1C1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g1188"/>
            <p:cNvSpPr/>
            <p:nvPr/>
          </p:nvSpPr>
          <p:spPr>
            <a:xfrm>
              <a:off x="4057743" y="3677189"/>
              <a:ext cx="17721" cy="12921"/>
            </a:xfrm>
            <a:custGeom>
              <a:avLst/>
              <a:pathLst>
                <a:path w="17721" h="12921">
                  <a:moveTo>
                    <a:pt x="0" y="1017"/>
                  </a:moveTo>
                  <a:lnTo>
                    <a:pt x="17721" y="0"/>
                  </a:lnTo>
                  <a:lnTo>
                    <a:pt x="17721" y="12921"/>
                  </a:lnTo>
                  <a:lnTo>
                    <a:pt x="0" y="12921"/>
                  </a:lnTo>
                  <a:close/>
                </a:path>
              </a:pathLst>
            </a:custGeom>
            <a:solidFill>
              <a:srgbClr val="E0C0AE">
                <a:alpha val="100000"/>
              </a:srgbClr>
            </a:solidFill>
            <a:ln w="4762" cap="rnd">
              <a:solidFill>
                <a:srgbClr val="E0C0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g1189"/>
            <p:cNvSpPr/>
            <p:nvPr/>
          </p:nvSpPr>
          <p:spPr>
            <a:xfrm>
              <a:off x="4075464" y="3676104"/>
              <a:ext cx="17721" cy="14007"/>
            </a:xfrm>
            <a:custGeom>
              <a:avLst/>
              <a:pathLst>
                <a:path w="17721" h="14007">
                  <a:moveTo>
                    <a:pt x="0" y="1085"/>
                  </a:moveTo>
                  <a:lnTo>
                    <a:pt x="17721" y="0"/>
                  </a:lnTo>
                  <a:lnTo>
                    <a:pt x="17721" y="14007"/>
                  </a:lnTo>
                  <a:lnTo>
                    <a:pt x="0" y="14007"/>
                  </a:lnTo>
                  <a:close/>
                </a:path>
              </a:pathLst>
            </a:custGeom>
            <a:solidFill>
              <a:srgbClr val="E0C0AD">
                <a:alpha val="100000"/>
              </a:srgbClr>
            </a:solidFill>
            <a:ln w="4762" cap="rnd">
              <a:solidFill>
                <a:srgbClr val="E0C0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g1190"/>
            <p:cNvSpPr/>
            <p:nvPr/>
          </p:nvSpPr>
          <p:spPr>
            <a:xfrm>
              <a:off x="4093185" y="3674914"/>
              <a:ext cx="17721" cy="15196"/>
            </a:xfrm>
            <a:custGeom>
              <a:avLst/>
              <a:pathLst>
                <a:path w="17721" h="15196">
                  <a:moveTo>
                    <a:pt x="0" y="1189"/>
                  </a:moveTo>
                  <a:lnTo>
                    <a:pt x="17721" y="0"/>
                  </a:lnTo>
                  <a:lnTo>
                    <a:pt x="17721" y="15196"/>
                  </a:lnTo>
                  <a:lnTo>
                    <a:pt x="0" y="15196"/>
                  </a:lnTo>
                  <a:close/>
                </a:path>
              </a:pathLst>
            </a:custGeom>
            <a:solidFill>
              <a:srgbClr val="E0BFAD">
                <a:alpha val="100000"/>
              </a:srgbClr>
            </a:solidFill>
            <a:ln w="4762" cap="rnd">
              <a:solidFill>
                <a:srgbClr val="E0BF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g1191"/>
            <p:cNvSpPr/>
            <p:nvPr/>
          </p:nvSpPr>
          <p:spPr>
            <a:xfrm>
              <a:off x="4110907" y="3672330"/>
              <a:ext cx="35442" cy="17780"/>
            </a:xfrm>
            <a:custGeom>
              <a:avLst/>
              <a:pathLst>
                <a:path w="35442" h="17780">
                  <a:moveTo>
                    <a:pt x="0" y="2583"/>
                  </a:moveTo>
                  <a:lnTo>
                    <a:pt x="17721" y="1330"/>
                  </a:lnTo>
                  <a:lnTo>
                    <a:pt x="35442" y="0"/>
                  </a:lnTo>
                  <a:lnTo>
                    <a:pt x="35442" y="17780"/>
                  </a:lnTo>
                  <a:lnTo>
                    <a:pt x="17721" y="17780"/>
                  </a:lnTo>
                  <a:lnTo>
                    <a:pt x="0" y="17780"/>
                  </a:lnTo>
                  <a:close/>
                </a:path>
              </a:pathLst>
            </a:custGeom>
            <a:solidFill>
              <a:srgbClr val="E0BFAC">
                <a:alpha val="100000"/>
              </a:srgbClr>
            </a:solidFill>
            <a:ln w="4762" cap="rnd">
              <a:solidFill>
                <a:srgbClr val="E0BF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g1192"/>
            <p:cNvSpPr/>
            <p:nvPr/>
          </p:nvSpPr>
          <p:spPr>
            <a:xfrm>
              <a:off x="4146349" y="3670875"/>
              <a:ext cx="17721" cy="19235"/>
            </a:xfrm>
            <a:custGeom>
              <a:avLst/>
              <a:pathLst>
                <a:path w="17721" h="19235">
                  <a:moveTo>
                    <a:pt x="0" y="1455"/>
                  </a:moveTo>
                  <a:lnTo>
                    <a:pt x="17721" y="0"/>
                  </a:lnTo>
                  <a:lnTo>
                    <a:pt x="17721" y="19235"/>
                  </a:lnTo>
                  <a:lnTo>
                    <a:pt x="0" y="19235"/>
                  </a:lnTo>
                  <a:close/>
                </a:path>
              </a:pathLst>
            </a:custGeom>
            <a:solidFill>
              <a:srgbClr val="DFBEAC">
                <a:alpha val="100000"/>
              </a:srgbClr>
            </a:solidFill>
            <a:ln w="4762" cap="rnd">
              <a:solidFill>
                <a:srgbClr val="DFBE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g1193"/>
            <p:cNvSpPr/>
            <p:nvPr/>
          </p:nvSpPr>
          <p:spPr>
            <a:xfrm>
              <a:off x="4164071" y="3669346"/>
              <a:ext cx="17721" cy="20764"/>
            </a:xfrm>
            <a:custGeom>
              <a:avLst/>
              <a:pathLst>
                <a:path w="17721" h="20764">
                  <a:moveTo>
                    <a:pt x="0" y="1529"/>
                  </a:moveTo>
                  <a:lnTo>
                    <a:pt x="17721" y="0"/>
                  </a:lnTo>
                  <a:lnTo>
                    <a:pt x="17721" y="20764"/>
                  </a:lnTo>
                  <a:lnTo>
                    <a:pt x="0" y="20764"/>
                  </a:lnTo>
                  <a:close/>
                </a:path>
              </a:pathLst>
            </a:custGeom>
            <a:solidFill>
              <a:srgbClr val="DFBEAB">
                <a:alpha val="100000"/>
              </a:srgbClr>
            </a:solidFill>
            <a:ln w="4762" cap="rnd">
              <a:solidFill>
                <a:srgbClr val="DFBE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g1194"/>
            <p:cNvSpPr/>
            <p:nvPr/>
          </p:nvSpPr>
          <p:spPr>
            <a:xfrm>
              <a:off x="4181792" y="3667731"/>
              <a:ext cx="17721" cy="22379"/>
            </a:xfrm>
            <a:custGeom>
              <a:avLst/>
              <a:pathLst>
                <a:path w="17721" h="22379">
                  <a:moveTo>
                    <a:pt x="0" y="1614"/>
                  </a:moveTo>
                  <a:lnTo>
                    <a:pt x="17721" y="0"/>
                  </a:lnTo>
                  <a:lnTo>
                    <a:pt x="17721" y="22379"/>
                  </a:lnTo>
                  <a:lnTo>
                    <a:pt x="0" y="22379"/>
                  </a:lnTo>
                  <a:close/>
                </a:path>
              </a:pathLst>
            </a:custGeom>
            <a:solidFill>
              <a:srgbClr val="DFBDAB">
                <a:alpha val="100000"/>
              </a:srgbClr>
            </a:solidFill>
            <a:ln w="4762" cap="rnd">
              <a:solidFill>
                <a:srgbClr val="DFBD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g1195"/>
            <p:cNvSpPr/>
            <p:nvPr/>
          </p:nvSpPr>
          <p:spPr>
            <a:xfrm>
              <a:off x="4199514" y="3664120"/>
              <a:ext cx="35442" cy="25991"/>
            </a:xfrm>
            <a:custGeom>
              <a:avLst/>
              <a:pathLst>
                <a:path w="35442" h="25991">
                  <a:moveTo>
                    <a:pt x="0" y="3611"/>
                  </a:moveTo>
                  <a:lnTo>
                    <a:pt x="17721" y="1848"/>
                  </a:lnTo>
                  <a:lnTo>
                    <a:pt x="35442" y="0"/>
                  </a:lnTo>
                  <a:lnTo>
                    <a:pt x="35442" y="25991"/>
                  </a:lnTo>
                  <a:lnTo>
                    <a:pt x="17721" y="25991"/>
                  </a:lnTo>
                  <a:lnTo>
                    <a:pt x="0" y="25991"/>
                  </a:lnTo>
                  <a:close/>
                </a:path>
              </a:pathLst>
            </a:custGeom>
            <a:solidFill>
              <a:srgbClr val="DFBDAA">
                <a:alpha val="100000"/>
              </a:srgbClr>
            </a:solidFill>
            <a:ln w="4762" cap="rnd">
              <a:solidFill>
                <a:srgbClr val="DFBD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g1196"/>
            <p:cNvSpPr/>
            <p:nvPr/>
          </p:nvSpPr>
          <p:spPr>
            <a:xfrm>
              <a:off x="4234956" y="3662177"/>
              <a:ext cx="17721" cy="27933"/>
            </a:xfrm>
            <a:custGeom>
              <a:avLst/>
              <a:pathLst>
                <a:path w="17721" h="27933">
                  <a:moveTo>
                    <a:pt x="0" y="1942"/>
                  </a:moveTo>
                  <a:lnTo>
                    <a:pt x="17721" y="0"/>
                  </a:lnTo>
                  <a:lnTo>
                    <a:pt x="17721" y="27933"/>
                  </a:lnTo>
                  <a:lnTo>
                    <a:pt x="0" y="27933"/>
                  </a:lnTo>
                  <a:close/>
                </a:path>
              </a:pathLst>
            </a:custGeom>
            <a:solidFill>
              <a:srgbClr val="DFBCA9">
                <a:alpha val="100000"/>
              </a:srgbClr>
            </a:solidFill>
            <a:ln w="4762" cap="rnd">
              <a:solidFill>
                <a:srgbClr val="DF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g1197"/>
            <p:cNvSpPr/>
            <p:nvPr/>
          </p:nvSpPr>
          <p:spPr>
            <a:xfrm>
              <a:off x="4252678" y="3660062"/>
              <a:ext cx="17721" cy="30049"/>
            </a:xfrm>
            <a:custGeom>
              <a:avLst/>
              <a:pathLst>
                <a:path w="17721" h="30049">
                  <a:moveTo>
                    <a:pt x="0" y="2115"/>
                  </a:moveTo>
                  <a:lnTo>
                    <a:pt x="17721" y="0"/>
                  </a:lnTo>
                  <a:lnTo>
                    <a:pt x="17721" y="30049"/>
                  </a:lnTo>
                  <a:lnTo>
                    <a:pt x="0" y="30049"/>
                  </a:lnTo>
                  <a:close/>
                </a:path>
              </a:pathLst>
            </a:custGeom>
            <a:solidFill>
              <a:srgbClr val="DEBCA9">
                <a:alpha val="100000"/>
              </a:srgbClr>
            </a:solidFill>
            <a:ln w="4762" cap="rnd">
              <a:solidFill>
                <a:srgbClr val="DE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g1198"/>
            <p:cNvSpPr/>
            <p:nvPr/>
          </p:nvSpPr>
          <p:spPr>
            <a:xfrm>
              <a:off x="4270399" y="3657849"/>
              <a:ext cx="17721" cy="32262"/>
            </a:xfrm>
            <a:custGeom>
              <a:avLst/>
              <a:pathLst>
                <a:path w="17721" h="32262">
                  <a:moveTo>
                    <a:pt x="0" y="2212"/>
                  </a:moveTo>
                  <a:lnTo>
                    <a:pt x="17721" y="0"/>
                  </a:lnTo>
                  <a:lnTo>
                    <a:pt x="17721" y="32262"/>
                  </a:lnTo>
                  <a:lnTo>
                    <a:pt x="0" y="32262"/>
                  </a:lnTo>
                  <a:close/>
                </a:path>
              </a:pathLst>
            </a:custGeom>
            <a:solidFill>
              <a:srgbClr val="DEBBA9">
                <a:alpha val="100000"/>
              </a:srgbClr>
            </a:solidFill>
            <a:ln w="4762" cap="rnd">
              <a:solidFill>
                <a:srgbClr val="DEBB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g1199"/>
            <p:cNvSpPr/>
            <p:nvPr/>
          </p:nvSpPr>
          <p:spPr>
            <a:xfrm>
              <a:off x="4288120" y="3653019"/>
              <a:ext cx="35442" cy="37091"/>
            </a:xfrm>
            <a:custGeom>
              <a:avLst/>
              <a:pathLst>
                <a:path w="35442" h="37091">
                  <a:moveTo>
                    <a:pt x="0" y="4829"/>
                  </a:moveTo>
                  <a:lnTo>
                    <a:pt x="17721" y="2514"/>
                  </a:lnTo>
                  <a:lnTo>
                    <a:pt x="35442" y="0"/>
                  </a:lnTo>
                  <a:lnTo>
                    <a:pt x="35442" y="37091"/>
                  </a:lnTo>
                  <a:lnTo>
                    <a:pt x="17721" y="37091"/>
                  </a:lnTo>
                  <a:lnTo>
                    <a:pt x="0" y="37091"/>
                  </a:lnTo>
                  <a:close/>
                </a:path>
              </a:pathLst>
            </a:custGeom>
            <a:solidFill>
              <a:srgbClr val="DEBBA8">
                <a:alpha val="100000"/>
              </a:srgbClr>
            </a:solidFill>
            <a:ln w="4762" cap="rnd">
              <a:solidFill>
                <a:srgbClr val="DEBBA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g1200"/>
            <p:cNvSpPr/>
            <p:nvPr/>
          </p:nvSpPr>
          <p:spPr>
            <a:xfrm>
              <a:off x="4323563" y="3650395"/>
              <a:ext cx="17721" cy="39715"/>
            </a:xfrm>
            <a:custGeom>
              <a:avLst/>
              <a:pathLst>
                <a:path w="17721" h="39715">
                  <a:moveTo>
                    <a:pt x="0" y="2623"/>
                  </a:moveTo>
                  <a:lnTo>
                    <a:pt x="17721" y="0"/>
                  </a:lnTo>
                  <a:lnTo>
                    <a:pt x="17721" y="39715"/>
                  </a:lnTo>
                  <a:lnTo>
                    <a:pt x="0" y="39715"/>
                  </a:lnTo>
                  <a:close/>
                </a:path>
              </a:pathLst>
            </a:custGeom>
            <a:solidFill>
              <a:srgbClr val="DEBAA7">
                <a:alpha val="100000"/>
              </a:srgbClr>
            </a:solidFill>
            <a:ln w="4762" cap="rnd">
              <a:solidFill>
                <a:srgbClr val="DE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g1201"/>
            <p:cNvSpPr/>
            <p:nvPr/>
          </p:nvSpPr>
          <p:spPr>
            <a:xfrm>
              <a:off x="4341285" y="3647662"/>
              <a:ext cx="17721" cy="42449"/>
            </a:xfrm>
            <a:custGeom>
              <a:avLst/>
              <a:pathLst>
                <a:path w="17721" h="42449">
                  <a:moveTo>
                    <a:pt x="0" y="2733"/>
                  </a:moveTo>
                  <a:lnTo>
                    <a:pt x="17721" y="0"/>
                  </a:lnTo>
                  <a:lnTo>
                    <a:pt x="17721" y="42449"/>
                  </a:lnTo>
                  <a:lnTo>
                    <a:pt x="0" y="42449"/>
                  </a:lnTo>
                  <a:close/>
                </a:path>
              </a:pathLst>
            </a:custGeom>
            <a:solidFill>
              <a:srgbClr val="DDBAA7">
                <a:alpha val="100000"/>
              </a:srgbClr>
            </a:solidFill>
            <a:ln w="4762" cap="rnd">
              <a:solidFill>
                <a:srgbClr val="DD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g1202"/>
            <p:cNvSpPr/>
            <p:nvPr/>
          </p:nvSpPr>
          <p:spPr>
            <a:xfrm>
              <a:off x="4359006" y="3644701"/>
              <a:ext cx="17721" cy="45409"/>
            </a:xfrm>
            <a:custGeom>
              <a:avLst/>
              <a:pathLst>
                <a:path w="17721" h="45409">
                  <a:moveTo>
                    <a:pt x="0" y="2960"/>
                  </a:moveTo>
                  <a:lnTo>
                    <a:pt x="17721" y="0"/>
                  </a:lnTo>
                  <a:lnTo>
                    <a:pt x="17721" y="45409"/>
                  </a:lnTo>
                  <a:lnTo>
                    <a:pt x="0" y="45409"/>
                  </a:lnTo>
                  <a:close/>
                </a:path>
              </a:pathLst>
            </a:custGeom>
            <a:solidFill>
              <a:srgbClr val="DDB9A7">
                <a:alpha val="100000"/>
              </a:srgbClr>
            </a:solidFill>
            <a:ln w="4762" cap="rnd">
              <a:solidFill>
                <a:srgbClr val="DDB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g1203"/>
            <p:cNvSpPr/>
            <p:nvPr/>
          </p:nvSpPr>
          <p:spPr>
            <a:xfrm>
              <a:off x="4376727" y="3638416"/>
              <a:ext cx="35442" cy="51694"/>
            </a:xfrm>
            <a:custGeom>
              <a:avLst/>
              <a:pathLst>
                <a:path w="35442" h="51694">
                  <a:moveTo>
                    <a:pt x="0" y="6285"/>
                  </a:moveTo>
                  <a:lnTo>
                    <a:pt x="17721" y="3203"/>
                  </a:lnTo>
                  <a:lnTo>
                    <a:pt x="35442" y="0"/>
                  </a:lnTo>
                  <a:lnTo>
                    <a:pt x="35442" y="51694"/>
                  </a:lnTo>
                  <a:lnTo>
                    <a:pt x="17721" y="51694"/>
                  </a:lnTo>
                  <a:lnTo>
                    <a:pt x="0" y="51694"/>
                  </a:lnTo>
                  <a:close/>
                </a:path>
              </a:pathLst>
            </a:custGeom>
            <a:solidFill>
              <a:srgbClr val="DDB9A6">
                <a:alpha val="100000"/>
              </a:srgbClr>
            </a:solidFill>
            <a:ln w="4762" cap="rnd">
              <a:solidFill>
                <a:srgbClr val="DDB9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g1204"/>
            <p:cNvSpPr/>
            <p:nvPr/>
          </p:nvSpPr>
          <p:spPr>
            <a:xfrm>
              <a:off x="4412170" y="3634969"/>
              <a:ext cx="17721" cy="55141"/>
            </a:xfrm>
            <a:custGeom>
              <a:avLst/>
              <a:pathLst>
                <a:path w="17721" h="55141">
                  <a:moveTo>
                    <a:pt x="0" y="3447"/>
                  </a:moveTo>
                  <a:lnTo>
                    <a:pt x="17721" y="0"/>
                  </a:lnTo>
                  <a:lnTo>
                    <a:pt x="17721" y="55141"/>
                  </a:lnTo>
                  <a:lnTo>
                    <a:pt x="0" y="55141"/>
                  </a:lnTo>
                  <a:close/>
                </a:path>
              </a:pathLst>
            </a:custGeom>
            <a:solidFill>
              <a:srgbClr val="DDB8A5">
                <a:alpha val="100000"/>
              </a:srgbClr>
            </a:solidFill>
            <a:ln w="4762" cap="rnd">
              <a:solidFill>
                <a:srgbClr val="DD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g1205"/>
            <p:cNvSpPr/>
            <p:nvPr/>
          </p:nvSpPr>
          <p:spPr>
            <a:xfrm>
              <a:off x="4429891" y="3631384"/>
              <a:ext cx="17721" cy="58727"/>
            </a:xfrm>
            <a:custGeom>
              <a:avLst/>
              <a:pathLst>
                <a:path w="17721" h="58727">
                  <a:moveTo>
                    <a:pt x="0" y="3585"/>
                  </a:moveTo>
                  <a:lnTo>
                    <a:pt x="17721" y="0"/>
                  </a:lnTo>
                  <a:lnTo>
                    <a:pt x="17721" y="58727"/>
                  </a:lnTo>
                  <a:lnTo>
                    <a:pt x="0" y="58727"/>
                  </a:lnTo>
                  <a:close/>
                </a:path>
              </a:pathLst>
            </a:custGeom>
            <a:solidFill>
              <a:srgbClr val="DCB8A5">
                <a:alpha val="100000"/>
              </a:srgbClr>
            </a:solidFill>
            <a:ln w="4762" cap="rnd">
              <a:solidFill>
                <a:srgbClr val="DC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g1206"/>
            <p:cNvSpPr/>
            <p:nvPr/>
          </p:nvSpPr>
          <p:spPr>
            <a:xfrm>
              <a:off x="4447613" y="3619556"/>
              <a:ext cx="53164" cy="70554"/>
            </a:xfrm>
            <a:custGeom>
              <a:avLst/>
              <a:pathLst>
                <a:path w="53164" h="70554">
                  <a:moveTo>
                    <a:pt x="0" y="11827"/>
                  </a:moveTo>
                  <a:lnTo>
                    <a:pt x="17721" y="8108"/>
                  </a:lnTo>
                  <a:lnTo>
                    <a:pt x="35442" y="4132"/>
                  </a:lnTo>
                  <a:lnTo>
                    <a:pt x="53164" y="0"/>
                  </a:lnTo>
                  <a:lnTo>
                    <a:pt x="53164" y="70554"/>
                  </a:lnTo>
                  <a:lnTo>
                    <a:pt x="35442" y="70554"/>
                  </a:lnTo>
                  <a:lnTo>
                    <a:pt x="17721" y="70554"/>
                  </a:lnTo>
                  <a:lnTo>
                    <a:pt x="0" y="70554"/>
                  </a:lnTo>
                  <a:close/>
                </a:path>
              </a:pathLst>
            </a:custGeom>
            <a:solidFill>
              <a:srgbClr val="DCB7A4">
                <a:alpha val="100000"/>
              </a:srgbClr>
            </a:solidFill>
            <a:ln w="4762" cap="rnd">
              <a:solidFill>
                <a:srgbClr val="DCB7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g1207"/>
            <p:cNvSpPr/>
            <p:nvPr/>
          </p:nvSpPr>
          <p:spPr>
            <a:xfrm>
              <a:off x="4500777" y="3615281"/>
              <a:ext cx="17721" cy="74830"/>
            </a:xfrm>
            <a:custGeom>
              <a:avLst/>
              <a:pathLst>
                <a:path w="17721" h="74830">
                  <a:moveTo>
                    <a:pt x="0" y="4275"/>
                  </a:moveTo>
                  <a:lnTo>
                    <a:pt x="17721" y="0"/>
                  </a:lnTo>
                  <a:lnTo>
                    <a:pt x="17721" y="74830"/>
                  </a:lnTo>
                  <a:lnTo>
                    <a:pt x="0" y="74830"/>
                  </a:lnTo>
                  <a:close/>
                </a:path>
              </a:pathLst>
            </a:custGeom>
            <a:solidFill>
              <a:srgbClr val="DCB6A3">
                <a:alpha val="100000"/>
              </a:srgbClr>
            </a:solidFill>
            <a:ln w="4762" cap="rnd">
              <a:solidFill>
                <a:srgbClr val="DC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g1208"/>
            <p:cNvSpPr/>
            <p:nvPr/>
          </p:nvSpPr>
          <p:spPr>
            <a:xfrm>
              <a:off x="4518498" y="3610735"/>
              <a:ext cx="17721" cy="79375"/>
            </a:xfrm>
            <a:custGeom>
              <a:avLst/>
              <a:pathLst>
                <a:path w="17721" h="79375">
                  <a:moveTo>
                    <a:pt x="0" y="4545"/>
                  </a:moveTo>
                  <a:lnTo>
                    <a:pt x="17721" y="0"/>
                  </a:lnTo>
                  <a:lnTo>
                    <a:pt x="17721" y="79375"/>
                  </a:lnTo>
                  <a:lnTo>
                    <a:pt x="0" y="79375"/>
                  </a:lnTo>
                  <a:close/>
                </a:path>
              </a:pathLst>
            </a:custGeom>
            <a:solidFill>
              <a:srgbClr val="DBB6A3">
                <a:alpha val="100000"/>
              </a:srgbClr>
            </a:solidFill>
            <a:ln w="4762" cap="rnd">
              <a:solidFill>
                <a:srgbClr val="DB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g1209"/>
            <p:cNvSpPr/>
            <p:nvPr/>
          </p:nvSpPr>
          <p:spPr>
            <a:xfrm>
              <a:off x="4536220" y="3601148"/>
              <a:ext cx="35442" cy="88963"/>
            </a:xfrm>
            <a:custGeom>
              <a:avLst/>
              <a:pathLst>
                <a:path w="35442" h="88963">
                  <a:moveTo>
                    <a:pt x="0" y="9587"/>
                  </a:moveTo>
                  <a:lnTo>
                    <a:pt x="17721" y="4870"/>
                  </a:lnTo>
                  <a:lnTo>
                    <a:pt x="35442" y="0"/>
                  </a:lnTo>
                  <a:lnTo>
                    <a:pt x="35442" y="88963"/>
                  </a:lnTo>
                  <a:lnTo>
                    <a:pt x="17721" y="88963"/>
                  </a:lnTo>
                  <a:lnTo>
                    <a:pt x="0" y="88963"/>
                  </a:lnTo>
                  <a:close/>
                </a:path>
              </a:pathLst>
            </a:custGeom>
            <a:solidFill>
              <a:srgbClr val="DBB5A2">
                <a:alpha val="100000"/>
              </a:srgbClr>
            </a:solidFill>
            <a:ln w="4762" cap="rnd">
              <a:solidFill>
                <a:srgbClr val="DBB5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g1210"/>
            <p:cNvSpPr/>
            <p:nvPr/>
          </p:nvSpPr>
          <p:spPr>
            <a:xfrm>
              <a:off x="4571662" y="3595999"/>
              <a:ext cx="17721" cy="94111"/>
            </a:xfrm>
            <a:custGeom>
              <a:avLst/>
              <a:pathLst>
                <a:path w="17721" h="94111">
                  <a:moveTo>
                    <a:pt x="0" y="5148"/>
                  </a:moveTo>
                  <a:lnTo>
                    <a:pt x="17721" y="0"/>
                  </a:lnTo>
                  <a:lnTo>
                    <a:pt x="17721" y="94111"/>
                  </a:lnTo>
                  <a:lnTo>
                    <a:pt x="0" y="94111"/>
                  </a:lnTo>
                  <a:close/>
                </a:path>
              </a:pathLst>
            </a:custGeom>
            <a:solidFill>
              <a:srgbClr val="DBB5A1">
                <a:alpha val="100000"/>
              </a:srgbClr>
            </a:solidFill>
            <a:ln w="4762" cap="rnd">
              <a:solidFill>
                <a:srgbClr val="DBB5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g1211"/>
            <p:cNvSpPr/>
            <p:nvPr/>
          </p:nvSpPr>
          <p:spPr>
            <a:xfrm>
              <a:off x="4589384" y="3590664"/>
              <a:ext cx="17721" cy="99446"/>
            </a:xfrm>
            <a:custGeom>
              <a:avLst/>
              <a:pathLst>
                <a:path w="17721" h="99446">
                  <a:moveTo>
                    <a:pt x="0" y="5335"/>
                  </a:moveTo>
                  <a:lnTo>
                    <a:pt x="17721" y="0"/>
                  </a:lnTo>
                  <a:lnTo>
                    <a:pt x="17721" y="99446"/>
                  </a:lnTo>
                  <a:lnTo>
                    <a:pt x="0" y="99446"/>
                  </a:lnTo>
                  <a:close/>
                </a:path>
              </a:pathLst>
            </a:custGeom>
            <a:solidFill>
              <a:srgbClr val="DBB4A1">
                <a:alpha val="100000"/>
              </a:srgbClr>
            </a:solidFill>
            <a:ln w="4762" cap="rnd">
              <a:solidFill>
                <a:srgbClr val="DB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g1212"/>
            <p:cNvSpPr/>
            <p:nvPr/>
          </p:nvSpPr>
          <p:spPr>
            <a:xfrm>
              <a:off x="4607105" y="3585170"/>
              <a:ext cx="17721" cy="104941"/>
            </a:xfrm>
            <a:custGeom>
              <a:avLst/>
              <a:pathLst>
                <a:path w="17721" h="104941">
                  <a:moveTo>
                    <a:pt x="0" y="5494"/>
                  </a:moveTo>
                  <a:lnTo>
                    <a:pt x="17721" y="0"/>
                  </a:lnTo>
                  <a:lnTo>
                    <a:pt x="17721" y="104941"/>
                  </a:lnTo>
                  <a:lnTo>
                    <a:pt x="0" y="104941"/>
                  </a:lnTo>
                  <a:close/>
                </a:path>
              </a:pathLst>
            </a:custGeom>
            <a:solidFill>
              <a:srgbClr val="DAB4A1">
                <a:alpha val="100000"/>
              </a:srgbClr>
            </a:solidFill>
            <a:ln w="4762" cap="rnd">
              <a:solidFill>
                <a:srgbClr val="DA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g1213"/>
            <p:cNvSpPr/>
            <p:nvPr/>
          </p:nvSpPr>
          <p:spPr>
            <a:xfrm>
              <a:off x="4624826" y="3573416"/>
              <a:ext cx="35442" cy="116695"/>
            </a:xfrm>
            <a:custGeom>
              <a:avLst/>
              <a:pathLst>
                <a:path w="35442" h="116695">
                  <a:moveTo>
                    <a:pt x="0" y="11753"/>
                  </a:moveTo>
                  <a:lnTo>
                    <a:pt x="17721" y="5976"/>
                  </a:lnTo>
                  <a:lnTo>
                    <a:pt x="35442" y="0"/>
                  </a:lnTo>
                  <a:lnTo>
                    <a:pt x="35442" y="116695"/>
                  </a:lnTo>
                  <a:lnTo>
                    <a:pt x="17721" y="116695"/>
                  </a:lnTo>
                  <a:lnTo>
                    <a:pt x="0" y="116695"/>
                  </a:lnTo>
                  <a:close/>
                </a:path>
              </a:pathLst>
            </a:custGeom>
            <a:solidFill>
              <a:srgbClr val="DAB3A0">
                <a:alpha val="100000"/>
              </a:srgbClr>
            </a:solidFill>
            <a:ln w="4762" cap="rnd">
              <a:solidFill>
                <a:srgbClr val="DAB3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g1214"/>
            <p:cNvSpPr/>
            <p:nvPr/>
          </p:nvSpPr>
          <p:spPr>
            <a:xfrm>
              <a:off x="4660269" y="3567274"/>
              <a:ext cx="17721" cy="122836"/>
            </a:xfrm>
            <a:custGeom>
              <a:avLst/>
              <a:pathLst>
                <a:path w="17721" h="122836">
                  <a:moveTo>
                    <a:pt x="0" y="6141"/>
                  </a:moveTo>
                  <a:lnTo>
                    <a:pt x="17721" y="0"/>
                  </a:lnTo>
                  <a:lnTo>
                    <a:pt x="17721" y="122836"/>
                  </a:lnTo>
                  <a:lnTo>
                    <a:pt x="0" y="122836"/>
                  </a:lnTo>
                  <a:close/>
                </a:path>
              </a:pathLst>
            </a:custGeom>
            <a:solidFill>
              <a:srgbClr val="DAB39F">
                <a:alpha val="100000"/>
              </a:srgbClr>
            </a:solidFill>
            <a:ln w="4762" cap="rnd">
              <a:solidFill>
                <a:srgbClr val="DAB3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g1215"/>
            <p:cNvSpPr/>
            <p:nvPr/>
          </p:nvSpPr>
          <p:spPr>
            <a:xfrm>
              <a:off x="4677991" y="3560851"/>
              <a:ext cx="17721" cy="129259"/>
            </a:xfrm>
            <a:custGeom>
              <a:avLst/>
              <a:pathLst>
                <a:path w="17721" h="129259">
                  <a:moveTo>
                    <a:pt x="0" y="6423"/>
                  </a:moveTo>
                  <a:lnTo>
                    <a:pt x="17721" y="0"/>
                  </a:lnTo>
                  <a:lnTo>
                    <a:pt x="17721" y="129259"/>
                  </a:lnTo>
                  <a:lnTo>
                    <a:pt x="0" y="129259"/>
                  </a:lnTo>
                  <a:close/>
                </a:path>
              </a:pathLst>
            </a:custGeom>
            <a:solidFill>
              <a:srgbClr val="DAB29F">
                <a:alpha val="100000"/>
              </a:srgbClr>
            </a:solidFill>
            <a:ln w="4762" cap="rnd">
              <a:solidFill>
                <a:srgbClr val="DA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g1216"/>
            <p:cNvSpPr/>
            <p:nvPr/>
          </p:nvSpPr>
          <p:spPr>
            <a:xfrm>
              <a:off x="4695712" y="3554218"/>
              <a:ext cx="17721" cy="135892"/>
            </a:xfrm>
            <a:custGeom>
              <a:avLst/>
              <a:pathLst>
                <a:path w="17721" h="135892">
                  <a:moveTo>
                    <a:pt x="0" y="6633"/>
                  </a:moveTo>
                  <a:lnTo>
                    <a:pt x="17721" y="0"/>
                  </a:lnTo>
                  <a:lnTo>
                    <a:pt x="17721" y="135892"/>
                  </a:lnTo>
                  <a:lnTo>
                    <a:pt x="0" y="135892"/>
                  </a:lnTo>
                  <a:close/>
                </a:path>
              </a:pathLst>
            </a:custGeom>
            <a:solidFill>
              <a:srgbClr val="D9B29F">
                <a:alpha val="100000"/>
              </a:srgbClr>
            </a:solidFill>
            <a:ln w="4762" cap="rnd">
              <a:solidFill>
                <a:srgbClr val="D9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g1217"/>
            <p:cNvSpPr/>
            <p:nvPr/>
          </p:nvSpPr>
          <p:spPr>
            <a:xfrm>
              <a:off x="4713433" y="3540343"/>
              <a:ext cx="35442" cy="149768"/>
            </a:xfrm>
            <a:custGeom>
              <a:avLst/>
              <a:pathLst>
                <a:path w="35442" h="149768">
                  <a:moveTo>
                    <a:pt x="0" y="13875"/>
                  </a:moveTo>
                  <a:lnTo>
                    <a:pt x="17721" y="7075"/>
                  </a:lnTo>
                  <a:lnTo>
                    <a:pt x="35442" y="0"/>
                  </a:lnTo>
                  <a:lnTo>
                    <a:pt x="35442" y="149768"/>
                  </a:lnTo>
                  <a:lnTo>
                    <a:pt x="17721" y="149768"/>
                  </a:lnTo>
                  <a:lnTo>
                    <a:pt x="0" y="149768"/>
                  </a:lnTo>
                  <a:close/>
                </a:path>
              </a:pathLst>
            </a:custGeom>
            <a:solidFill>
              <a:srgbClr val="D9B19E">
                <a:alpha val="100000"/>
              </a:srgbClr>
            </a:solidFill>
            <a:ln w="4762" cap="rnd">
              <a:solidFill>
                <a:srgbClr val="D9B1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g1218"/>
            <p:cNvSpPr/>
            <p:nvPr/>
          </p:nvSpPr>
          <p:spPr>
            <a:xfrm>
              <a:off x="4748876" y="3533051"/>
              <a:ext cx="17721" cy="157059"/>
            </a:xfrm>
            <a:custGeom>
              <a:avLst/>
              <a:pathLst>
                <a:path w="17721" h="157059">
                  <a:moveTo>
                    <a:pt x="0" y="7291"/>
                  </a:moveTo>
                  <a:lnTo>
                    <a:pt x="17721" y="0"/>
                  </a:lnTo>
                  <a:lnTo>
                    <a:pt x="17721" y="157059"/>
                  </a:lnTo>
                  <a:lnTo>
                    <a:pt x="0" y="157059"/>
                  </a:lnTo>
                  <a:close/>
                </a:path>
              </a:pathLst>
            </a:custGeom>
            <a:solidFill>
              <a:srgbClr val="D9B19D">
                <a:alpha val="100000"/>
              </a:srgbClr>
            </a:solidFill>
            <a:ln w="4762" cap="rnd">
              <a:solidFill>
                <a:srgbClr val="D9B1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g1219"/>
            <p:cNvSpPr/>
            <p:nvPr/>
          </p:nvSpPr>
          <p:spPr>
            <a:xfrm>
              <a:off x="4766597" y="3525593"/>
              <a:ext cx="17721" cy="164517"/>
            </a:xfrm>
            <a:custGeom>
              <a:avLst/>
              <a:pathLst>
                <a:path w="17721" h="164517">
                  <a:moveTo>
                    <a:pt x="0" y="7457"/>
                  </a:moveTo>
                  <a:lnTo>
                    <a:pt x="17721" y="0"/>
                  </a:lnTo>
                  <a:lnTo>
                    <a:pt x="17721" y="164517"/>
                  </a:lnTo>
                  <a:lnTo>
                    <a:pt x="0" y="164517"/>
                  </a:lnTo>
                  <a:close/>
                </a:path>
              </a:pathLst>
            </a:custGeom>
            <a:solidFill>
              <a:srgbClr val="D9B09D">
                <a:alpha val="100000"/>
              </a:srgbClr>
            </a:solidFill>
            <a:ln w="4762" cap="rnd">
              <a:solidFill>
                <a:srgbClr val="D9B0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g1220"/>
            <p:cNvSpPr/>
            <p:nvPr/>
          </p:nvSpPr>
          <p:spPr>
            <a:xfrm>
              <a:off x="4784319" y="3509931"/>
              <a:ext cx="35442" cy="180179"/>
            </a:xfrm>
            <a:custGeom>
              <a:avLst/>
              <a:pathLst>
                <a:path w="35442" h="180179">
                  <a:moveTo>
                    <a:pt x="0" y="15662"/>
                  </a:moveTo>
                  <a:lnTo>
                    <a:pt x="17721" y="7940"/>
                  </a:lnTo>
                  <a:lnTo>
                    <a:pt x="35442" y="0"/>
                  </a:lnTo>
                  <a:lnTo>
                    <a:pt x="35442" y="180179"/>
                  </a:lnTo>
                  <a:lnTo>
                    <a:pt x="17721" y="180179"/>
                  </a:lnTo>
                  <a:lnTo>
                    <a:pt x="0" y="180179"/>
                  </a:lnTo>
                  <a:close/>
                </a:path>
              </a:pathLst>
            </a:custGeom>
            <a:solidFill>
              <a:srgbClr val="D8B09C">
                <a:alpha val="100000"/>
              </a:srgbClr>
            </a:solidFill>
            <a:ln w="4762" cap="rnd">
              <a:solidFill>
                <a:srgbClr val="D8B0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g1221"/>
            <p:cNvSpPr/>
            <p:nvPr/>
          </p:nvSpPr>
          <p:spPr>
            <a:xfrm>
              <a:off x="4819761" y="3501830"/>
              <a:ext cx="17721" cy="188281"/>
            </a:xfrm>
            <a:custGeom>
              <a:avLst/>
              <a:pathLst>
                <a:path w="17721" h="188281">
                  <a:moveTo>
                    <a:pt x="0" y="8101"/>
                  </a:moveTo>
                  <a:lnTo>
                    <a:pt x="17721" y="0"/>
                  </a:lnTo>
                  <a:lnTo>
                    <a:pt x="17721" y="188281"/>
                  </a:lnTo>
                  <a:lnTo>
                    <a:pt x="0" y="188281"/>
                  </a:lnTo>
                  <a:close/>
                </a:path>
              </a:pathLst>
            </a:custGeom>
            <a:solidFill>
              <a:srgbClr val="D8AF9C">
                <a:alpha val="100000"/>
              </a:srgbClr>
            </a:solidFill>
            <a:ln w="4762" cap="rnd">
              <a:solidFill>
                <a:srgbClr val="D8AF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g1222"/>
            <p:cNvSpPr/>
            <p:nvPr/>
          </p:nvSpPr>
          <p:spPr>
            <a:xfrm>
              <a:off x="4837483" y="3493480"/>
              <a:ext cx="17721" cy="196630"/>
            </a:xfrm>
            <a:custGeom>
              <a:avLst/>
              <a:pathLst>
                <a:path w="17721" h="196630">
                  <a:moveTo>
                    <a:pt x="0" y="8349"/>
                  </a:moveTo>
                  <a:lnTo>
                    <a:pt x="17721" y="0"/>
                  </a:lnTo>
                  <a:lnTo>
                    <a:pt x="17721" y="196630"/>
                  </a:lnTo>
                  <a:lnTo>
                    <a:pt x="0" y="196630"/>
                  </a:lnTo>
                  <a:close/>
                </a:path>
              </a:pathLst>
            </a:custGeom>
            <a:solidFill>
              <a:srgbClr val="D8AF9B">
                <a:alpha val="100000"/>
              </a:srgbClr>
            </a:solidFill>
            <a:ln w="4762" cap="rnd">
              <a:solidFill>
                <a:srgbClr val="D8AF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g1223"/>
            <p:cNvSpPr/>
            <p:nvPr/>
          </p:nvSpPr>
          <p:spPr>
            <a:xfrm>
              <a:off x="4855204" y="3484916"/>
              <a:ext cx="17721" cy="205194"/>
            </a:xfrm>
            <a:custGeom>
              <a:avLst/>
              <a:pathLst>
                <a:path w="17721" h="205194">
                  <a:moveTo>
                    <a:pt x="0" y="8564"/>
                  </a:moveTo>
                  <a:lnTo>
                    <a:pt x="17721" y="0"/>
                  </a:lnTo>
                  <a:lnTo>
                    <a:pt x="17721" y="205194"/>
                  </a:lnTo>
                  <a:lnTo>
                    <a:pt x="0" y="205194"/>
                  </a:lnTo>
                  <a:close/>
                </a:path>
              </a:pathLst>
            </a:custGeom>
            <a:solidFill>
              <a:srgbClr val="D8AE9B">
                <a:alpha val="100000"/>
              </a:srgbClr>
            </a:solidFill>
            <a:ln w="4762" cap="rnd">
              <a:solidFill>
                <a:srgbClr val="D8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g1224"/>
            <p:cNvSpPr/>
            <p:nvPr/>
          </p:nvSpPr>
          <p:spPr>
            <a:xfrm>
              <a:off x="4872926" y="3467257"/>
              <a:ext cx="35442" cy="222853"/>
            </a:xfrm>
            <a:custGeom>
              <a:avLst/>
              <a:pathLst>
                <a:path w="35442" h="222853">
                  <a:moveTo>
                    <a:pt x="0" y="17658"/>
                  </a:moveTo>
                  <a:lnTo>
                    <a:pt x="17721" y="8942"/>
                  </a:lnTo>
                  <a:lnTo>
                    <a:pt x="35442" y="0"/>
                  </a:lnTo>
                  <a:lnTo>
                    <a:pt x="35442" y="222853"/>
                  </a:lnTo>
                  <a:lnTo>
                    <a:pt x="17721" y="222853"/>
                  </a:lnTo>
                  <a:lnTo>
                    <a:pt x="0" y="222853"/>
                  </a:lnTo>
                  <a:close/>
                </a:path>
              </a:pathLst>
            </a:custGeom>
            <a:solidFill>
              <a:srgbClr val="D7AE9A">
                <a:alpha val="100000"/>
              </a:srgbClr>
            </a:solidFill>
            <a:ln w="4762" cap="rnd">
              <a:solidFill>
                <a:srgbClr val="D7AE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g1225"/>
            <p:cNvSpPr/>
            <p:nvPr/>
          </p:nvSpPr>
          <p:spPr>
            <a:xfrm>
              <a:off x="4908368" y="3458110"/>
              <a:ext cx="17721" cy="232001"/>
            </a:xfrm>
            <a:custGeom>
              <a:avLst/>
              <a:pathLst>
                <a:path w="17721" h="232001">
                  <a:moveTo>
                    <a:pt x="0" y="9147"/>
                  </a:moveTo>
                  <a:lnTo>
                    <a:pt x="17721" y="0"/>
                  </a:lnTo>
                  <a:lnTo>
                    <a:pt x="17721" y="232001"/>
                  </a:lnTo>
                  <a:lnTo>
                    <a:pt x="0" y="232001"/>
                  </a:lnTo>
                  <a:close/>
                </a:path>
              </a:pathLst>
            </a:custGeom>
            <a:solidFill>
              <a:srgbClr val="D7AD9A">
                <a:alpha val="100000"/>
              </a:srgbClr>
            </a:solidFill>
            <a:ln w="4762" cap="rnd">
              <a:solidFill>
                <a:srgbClr val="D7A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g1226"/>
            <p:cNvSpPr/>
            <p:nvPr/>
          </p:nvSpPr>
          <p:spPr>
            <a:xfrm>
              <a:off x="4926090" y="3448823"/>
              <a:ext cx="17721" cy="241288"/>
            </a:xfrm>
            <a:custGeom>
              <a:avLst/>
              <a:pathLst>
                <a:path w="17721" h="241288">
                  <a:moveTo>
                    <a:pt x="0" y="9286"/>
                  </a:moveTo>
                  <a:lnTo>
                    <a:pt x="17721" y="0"/>
                  </a:lnTo>
                  <a:lnTo>
                    <a:pt x="17721" y="241288"/>
                  </a:lnTo>
                  <a:lnTo>
                    <a:pt x="0" y="241288"/>
                  </a:lnTo>
                  <a:close/>
                </a:path>
              </a:pathLst>
            </a:custGeom>
            <a:solidFill>
              <a:srgbClr val="D7AD99">
                <a:alpha val="100000"/>
              </a:srgbClr>
            </a:solidFill>
            <a:ln w="4762" cap="rnd">
              <a:solidFill>
                <a:srgbClr val="D7AD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g1227"/>
            <p:cNvSpPr/>
            <p:nvPr/>
          </p:nvSpPr>
          <p:spPr>
            <a:xfrm>
              <a:off x="4943811" y="3439335"/>
              <a:ext cx="17721" cy="250775"/>
            </a:xfrm>
            <a:custGeom>
              <a:avLst/>
              <a:pathLst>
                <a:path w="17721" h="250775">
                  <a:moveTo>
                    <a:pt x="0" y="9487"/>
                  </a:moveTo>
                  <a:lnTo>
                    <a:pt x="17721" y="0"/>
                  </a:lnTo>
                  <a:lnTo>
                    <a:pt x="17721" y="250775"/>
                  </a:lnTo>
                  <a:lnTo>
                    <a:pt x="0" y="250775"/>
                  </a:lnTo>
                  <a:close/>
                </a:path>
              </a:pathLst>
            </a:custGeom>
            <a:solidFill>
              <a:srgbClr val="D7AC99">
                <a:alpha val="100000"/>
              </a:srgbClr>
            </a:solidFill>
            <a:ln w="4762" cap="rnd">
              <a:solidFill>
                <a:srgbClr val="D7AC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g1228"/>
            <p:cNvSpPr/>
            <p:nvPr/>
          </p:nvSpPr>
          <p:spPr>
            <a:xfrm>
              <a:off x="4961532" y="3419863"/>
              <a:ext cx="35442" cy="270247"/>
            </a:xfrm>
            <a:custGeom>
              <a:avLst/>
              <a:pathLst>
                <a:path w="35442" h="270247">
                  <a:moveTo>
                    <a:pt x="0" y="19472"/>
                  </a:moveTo>
                  <a:lnTo>
                    <a:pt x="17721" y="9797"/>
                  </a:lnTo>
                  <a:lnTo>
                    <a:pt x="35442" y="0"/>
                  </a:lnTo>
                  <a:lnTo>
                    <a:pt x="35442" y="270247"/>
                  </a:lnTo>
                  <a:lnTo>
                    <a:pt x="17721" y="270247"/>
                  </a:lnTo>
                  <a:lnTo>
                    <a:pt x="0" y="270247"/>
                  </a:lnTo>
                  <a:close/>
                </a:path>
              </a:pathLst>
            </a:custGeom>
            <a:solidFill>
              <a:srgbClr val="D6AC98">
                <a:alpha val="100000"/>
              </a:srgbClr>
            </a:solidFill>
            <a:ln w="4762" cap="rnd">
              <a:solidFill>
                <a:srgbClr val="D6AC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g1229"/>
            <p:cNvSpPr/>
            <p:nvPr/>
          </p:nvSpPr>
          <p:spPr>
            <a:xfrm>
              <a:off x="4996975" y="3399765"/>
              <a:ext cx="35442" cy="290345"/>
            </a:xfrm>
            <a:custGeom>
              <a:avLst/>
              <a:pathLst>
                <a:path w="35442" h="290345">
                  <a:moveTo>
                    <a:pt x="0" y="20097"/>
                  </a:moveTo>
                  <a:lnTo>
                    <a:pt x="17721" y="10130"/>
                  </a:lnTo>
                  <a:lnTo>
                    <a:pt x="35442" y="0"/>
                  </a:lnTo>
                  <a:lnTo>
                    <a:pt x="35442" y="290345"/>
                  </a:lnTo>
                  <a:lnTo>
                    <a:pt x="17721" y="290345"/>
                  </a:lnTo>
                  <a:lnTo>
                    <a:pt x="0" y="290345"/>
                  </a:lnTo>
                  <a:close/>
                </a:path>
              </a:pathLst>
            </a:custGeom>
            <a:solidFill>
              <a:srgbClr val="D6AB97">
                <a:alpha val="100000"/>
              </a:srgbClr>
            </a:solidFill>
            <a:ln w="4762" cap="rnd">
              <a:solidFill>
                <a:srgbClr val="D6AB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g1230"/>
            <p:cNvSpPr/>
            <p:nvPr/>
          </p:nvSpPr>
          <p:spPr>
            <a:xfrm>
              <a:off x="5032418" y="3389533"/>
              <a:ext cx="17721" cy="300577"/>
            </a:xfrm>
            <a:custGeom>
              <a:avLst/>
              <a:pathLst>
                <a:path w="17721" h="300577">
                  <a:moveTo>
                    <a:pt x="0" y="10232"/>
                  </a:moveTo>
                  <a:lnTo>
                    <a:pt x="17721" y="0"/>
                  </a:lnTo>
                  <a:lnTo>
                    <a:pt x="17721" y="300577"/>
                  </a:lnTo>
                  <a:lnTo>
                    <a:pt x="0" y="300577"/>
                  </a:lnTo>
                  <a:close/>
                </a:path>
              </a:pathLst>
            </a:custGeom>
            <a:solidFill>
              <a:srgbClr val="D6AA97">
                <a:alpha val="100000"/>
              </a:srgbClr>
            </a:solidFill>
            <a:ln w="4762" cap="rnd">
              <a:solidFill>
                <a:srgbClr val="D6AA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g1231"/>
            <p:cNvSpPr/>
            <p:nvPr/>
          </p:nvSpPr>
          <p:spPr>
            <a:xfrm>
              <a:off x="5050139" y="3368669"/>
              <a:ext cx="35442" cy="321441"/>
            </a:xfrm>
            <a:custGeom>
              <a:avLst/>
              <a:pathLst>
                <a:path w="35442" h="321441">
                  <a:moveTo>
                    <a:pt x="0" y="20864"/>
                  </a:moveTo>
                  <a:lnTo>
                    <a:pt x="17721" y="10498"/>
                  </a:lnTo>
                  <a:lnTo>
                    <a:pt x="35442" y="0"/>
                  </a:lnTo>
                  <a:lnTo>
                    <a:pt x="35442" y="321441"/>
                  </a:lnTo>
                  <a:lnTo>
                    <a:pt x="17721" y="321441"/>
                  </a:lnTo>
                  <a:lnTo>
                    <a:pt x="0" y="321441"/>
                  </a:lnTo>
                  <a:close/>
                </a:path>
              </a:pathLst>
            </a:custGeom>
            <a:solidFill>
              <a:srgbClr val="D5AA96">
                <a:alpha val="100000"/>
              </a:srgbClr>
            </a:solidFill>
            <a:ln w="4762" cap="rnd">
              <a:solidFill>
                <a:srgbClr val="D5AA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g1232"/>
            <p:cNvSpPr/>
            <p:nvPr/>
          </p:nvSpPr>
          <p:spPr>
            <a:xfrm>
              <a:off x="5085582" y="3347423"/>
              <a:ext cx="35442" cy="342687"/>
            </a:xfrm>
            <a:custGeom>
              <a:avLst/>
              <a:pathLst>
                <a:path w="35442" h="342687">
                  <a:moveTo>
                    <a:pt x="0" y="21245"/>
                  </a:moveTo>
                  <a:lnTo>
                    <a:pt x="17721" y="10670"/>
                  </a:lnTo>
                  <a:lnTo>
                    <a:pt x="35442" y="0"/>
                  </a:lnTo>
                  <a:lnTo>
                    <a:pt x="35442" y="342687"/>
                  </a:lnTo>
                  <a:lnTo>
                    <a:pt x="17721" y="342687"/>
                  </a:lnTo>
                  <a:lnTo>
                    <a:pt x="0" y="342687"/>
                  </a:lnTo>
                  <a:close/>
                </a:path>
              </a:pathLst>
            </a:custGeom>
            <a:solidFill>
              <a:srgbClr val="D5A995">
                <a:alpha val="100000"/>
              </a:srgbClr>
            </a:solidFill>
            <a:ln w="4762" cap="rnd">
              <a:solidFill>
                <a:srgbClr val="D5A9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g1233"/>
            <p:cNvSpPr/>
            <p:nvPr/>
          </p:nvSpPr>
          <p:spPr>
            <a:xfrm>
              <a:off x="5121025" y="3336660"/>
              <a:ext cx="17721" cy="353450"/>
            </a:xfrm>
            <a:custGeom>
              <a:avLst/>
              <a:pathLst>
                <a:path w="17721" h="353450">
                  <a:moveTo>
                    <a:pt x="0" y="10762"/>
                  </a:moveTo>
                  <a:lnTo>
                    <a:pt x="17721" y="0"/>
                  </a:lnTo>
                  <a:lnTo>
                    <a:pt x="17721" y="353450"/>
                  </a:lnTo>
                  <a:lnTo>
                    <a:pt x="0" y="353450"/>
                  </a:lnTo>
                  <a:close/>
                </a:path>
              </a:pathLst>
            </a:custGeom>
            <a:solidFill>
              <a:srgbClr val="D5A895">
                <a:alpha val="100000"/>
              </a:srgbClr>
            </a:solidFill>
            <a:ln w="4762" cap="rnd">
              <a:solidFill>
                <a:srgbClr val="D5A8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g1234"/>
            <p:cNvSpPr/>
            <p:nvPr/>
          </p:nvSpPr>
          <p:spPr>
            <a:xfrm>
              <a:off x="5138746" y="3314984"/>
              <a:ext cx="35442" cy="375126"/>
            </a:xfrm>
            <a:custGeom>
              <a:avLst/>
              <a:pathLst>
                <a:path w="35442" h="375126">
                  <a:moveTo>
                    <a:pt x="0" y="21676"/>
                  </a:moveTo>
                  <a:lnTo>
                    <a:pt x="17721" y="10866"/>
                  </a:lnTo>
                  <a:lnTo>
                    <a:pt x="35442" y="0"/>
                  </a:lnTo>
                  <a:lnTo>
                    <a:pt x="35442" y="375126"/>
                  </a:lnTo>
                  <a:lnTo>
                    <a:pt x="17721" y="375126"/>
                  </a:lnTo>
                  <a:lnTo>
                    <a:pt x="0" y="375126"/>
                  </a:lnTo>
                  <a:close/>
                </a:path>
              </a:pathLst>
            </a:custGeom>
            <a:solidFill>
              <a:srgbClr val="D4A894">
                <a:alpha val="100000"/>
              </a:srgbClr>
            </a:solidFill>
            <a:ln w="4762" cap="rnd">
              <a:solidFill>
                <a:srgbClr val="D4A8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g1235"/>
            <p:cNvSpPr/>
            <p:nvPr/>
          </p:nvSpPr>
          <p:spPr>
            <a:xfrm>
              <a:off x="5174189" y="3293147"/>
              <a:ext cx="35442" cy="396963"/>
            </a:xfrm>
            <a:custGeom>
              <a:avLst/>
              <a:pathLst>
                <a:path w="35442" h="396963">
                  <a:moveTo>
                    <a:pt x="0" y="21836"/>
                  </a:moveTo>
                  <a:lnTo>
                    <a:pt x="17721" y="10926"/>
                  </a:lnTo>
                  <a:lnTo>
                    <a:pt x="35442" y="0"/>
                  </a:lnTo>
                  <a:lnTo>
                    <a:pt x="35442" y="396963"/>
                  </a:lnTo>
                  <a:lnTo>
                    <a:pt x="17721" y="396963"/>
                  </a:lnTo>
                  <a:lnTo>
                    <a:pt x="0" y="396963"/>
                  </a:lnTo>
                  <a:close/>
                </a:path>
              </a:pathLst>
            </a:custGeom>
            <a:solidFill>
              <a:srgbClr val="D4A793">
                <a:alpha val="100000"/>
              </a:srgbClr>
            </a:solidFill>
            <a:ln w="4762" cap="rnd">
              <a:solidFill>
                <a:srgbClr val="D4A7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g1236"/>
            <p:cNvSpPr/>
            <p:nvPr/>
          </p:nvSpPr>
          <p:spPr>
            <a:xfrm>
              <a:off x="5209632" y="3282208"/>
              <a:ext cx="17721" cy="407902"/>
            </a:xfrm>
            <a:custGeom>
              <a:avLst/>
              <a:pathLst>
                <a:path w="17721" h="407902">
                  <a:moveTo>
                    <a:pt x="0" y="10939"/>
                  </a:moveTo>
                  <a:lnTo>
                    <a:pt x="17721" y="0"/>
                  </a:lnTo>
                  <a:lnTo>
                    <a:pt x="17721" y="407902"/>
                  </a:lnTo>
                  <a:lnTo>
                    <a:pt x="0" y="407902"/>
                  </a:lnTo>
                  <a:close/>
                </a:path>
              </a:pathLst>
            </a:custGeom>
            <a:solidFill>
              <a:srgbClr val="D4A692">
                <a:alpha val="100000"/>
              </a:srgbClr>
            </a:solidFill>
            <a:ln w="4762" cap="rnd">
              <a:solidFill>
                <a:srgbClr val="D4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g1237"/>
            <p:cNvSpPr/>
            <p:nvPr/>
          </p:nvSpPr>
          <p:spPr>
            <a:xfrm>
              <a:off x="5227353" y="3260370"/>
              <a:ext cx="35442" cy="429740"/>
            </a:xfrm>
            <a:custGeom>
              <a:avLst/>
              <a:pathLst>
                <a:path w="35442" h="429740">
                  <a:moveTo>
                    <a:pt x="0" y="21837"/>
                  </a:moveTo>
                  <a:lnTo>
                    <a:pt x="17721" y="10909"/>
                  </a:lnTo>
                  <a:lnTo>
                    <a:pt x="35442" y="0"/>
                  </a:lnTo>
                  <a:lnTo>
                    <a:pt x="35442" y="429740"/>
                  </a:lnTo>
                  <a:lnTo>
                    <a:pt x="17721" y="429740"/>
                  </a:lnTo>
                  <a:lnTo>
                    <a:pt x="0" y="429740"/>
                  </a:lnTo>
                  <a:close/>
                </a:path>
              </a:pathLst>
            </a:custGeom>
            <a:solidFill>
              <a:srgbClr val="D3A692">
                <a:alpha val="100000"/>
              </a:srgbClr>
            </a:solidFill>
            <a:ln w="4762" cap="rnd">
              <a:solidFill>
                <a:srgbClr val="D3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g1238"/>
            <p:cNvSpPr/>
            <p:nvPr/>
          </p:nvSpPr>
          <p:spPr>
            <a:xfrm>
              <a:off x="5262796" y="3238684"/>
              <a:ext cx="35442" cy="451426"/>
            </a:xfrm>
            <a:custGeom>
              <a:avLst/>
              <a:pathLst>
                <a:path w="35442" h="451426">
                  <a:moveTo>
                    <a:pt x="0" y="21686"/>
                  </a:moveTo>
                  <a:lnTo>
                    <a:pt x="17721" y="10806"/>
                  </a:lnTo>
                  <a:lnTo>
                    <a:pt x="35442" y="0"/>
                  </a:lnTo>
                  <a:lnTo>
                    <a:pt x="35442" y="451426"/>
                  </a:lnTo>
                  <a:lnTo>
                    <a:pt x="17721" y="451426"/>
                  </a:lnTo>
                  <a:lnTo>
                    <a:pt x="0" y="451426"/>
                  </a:lnTo>
                  <a:close/>
                </a:path>
              </a:pathLst>
            </a:custGeom>
            <a:solidFill>
              <a:srgbClr val="D3A591">
                <a:alpha val="100000"/>
              </a:srgbClr>
            </a:solidFill>
            <a:ln w="4762" cap="rnd">
              <a:solidFill>
                <a:srgbClr val="D3A5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g1239"/>
            <p:cNvSpPr/>
            <p:nvPr/>
          </p:nvSpPr>
          <p:spPr>
            <a:xfrm>
              <a:off x="5298238" y="3227934"/>
              <a:ext cx="17721" cy="462176"/>
            </a:xfrm>
            <a:custGeom>
              <a:avLst/>
              <a:pathLst>
                <a:path w="17721" h="462176">
                  <a:moveTo>
                    <a:pt x="0" y="10749"/>
                  </a:moveTo>
                  <a:lnTo>
                    <a:pt x="17721" y="0"/>
                  </a:lnTo>
                  <a:lnTo>
                    <a:pt x="17721" y="462176"/>
                  </a:lnTo>
                  <a:lnTo>
                    <a:pt x="0" y="462176"/>
                  </a:lnTo>
                  <a:close/>
                </a:path>
              </a:pathLst>
            </a:custGeom>
            <a:solidFill>
              <a:srgbClr val="D3A490">
                <a:alpha val="100000"/>
              </a:srgbClr>
            </a:solidFill>
            <a:ln w="4762" cap="rnd">
              <a:solidFill>
                <a:srgbClr val="D3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g1240"/>
            <p:cNvSpPr/>
            <p:nvPr/>
          </p:nvSpPr>
          <p:spPr>
            <a:xfrm>
              <a:off x="5315960" y="3206720"/>
              <a:ext cx="35442" cy="483390"/>
            </a:xfrm>
            <a:custGeom>
              <a:avLst/>
              <a:pathLst>
                <a:path w="35442" h="483390">
                  <a:moveTo>
                    <a:pt x="0" y="21214"/>
                  </a:moveTo>
                  <a:lnTo>
                    <a:pt x="17721" y="10536"/>
                  </a:lnTo>
                  <a:lnTo>
                    <a:pt x="35442" y="0"/>
                  </a:lnTo>
                  <a:lnTo>
                    <a:pt x="35442" y="483390"/>
                  </a:lnTo>
                  <a:lnTo>
                    <a:pt x="17721" y="483390"/>
                  </a:lnTo>
                  <a:lnTo>
                    <a:pt x="0" y="483390"/>
                  </a:lnTo>
                  <a:close/>
                </a:path>
              </a:pathLst>
            </a:custGeom>
            <a:solidFill>
              <a:srgbClr val="D2A490">
                <a:alpha val="100000"/>
              </a:srgbClr>
            </a:solidFill>
            <a:ln w="4762" cap="rnd">
              <a:solidFill>
                <a:srgbClr val="D2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g1241"/>
            <p:cNvSpPr/>
            <p:nvPr/>
          </p:nvSpPr>
          <p:spPr>
            <a:xfrm>
              <a:off x="5351403" y="3185952"/>
              <a:ext cx="35442" cy="504159"/>
            </a:xfrm>
            <a:custGeom>
              <a:avLst/>
              <a:pathLst>
                <a:path w="35442" h="504159">
                  <a:moveTo>
                    <a:pt x="0" y="20768"/>
                  </a:moveTo>
                  <a:lnTo>
                    <a:pt x="17721" y="10328"/>
                  </a:lnTo>
                  <a:lnTo>
                    <a:pt x="35442" y="0"/>
                  </a:lnTo>
                  <a:lnTo>
                    <a:pt x="35442" y="504159"/>
                  </a:lnTo>
                  <a:lnTo>
                    <a:pt x="17721" y="504159"/>
                  </a:lnTo>
                  <a:lnTo>
                    <a:pt x="0" y="504159"/>
                  </a:lnTo>
                  <a:close/>
                </a:path>
              </a:pathLst>
            </a:custGeom>
            <a:solidFill>
              <a:srgbClr val="D2A38F">
                <a:alpha val="100000"/>
              </a:srgbClr>
            </a:solidFill>
            <a:ln w="4762" cap="rnd">
              <a:solidFill>
                <a:srgbClr val="D2A3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g1242"/>
            <p:cNvSpPr/>
            <p:nvPr/>
          </p:nvSpPr>
          <p:spPr>
            <a:xfrm>
              <a:off x="5386845" y="3175840"/>
              <a:ext cx="17721" cy="514270"/>
            </a:xfrm>
            <a:custGeom>
              <a:avLst/>
              <a:pathLst>
                <a:path w="17721" h="514270">
                  <a:moveTo>
                    <a:pt x="0" y="10111"/>
                  </a:moveTo>
                  <a:lnTo>
                    <a:pt x="17721" y="0"/>
                  </a:lnTo>
                  <a:lnTo>
                    <a:pt x="17721" y="514270"/>
                  </a:lnTo>
                  <a:lnTo>
                    <a:pt x="0" y="514270"/>
                  </a:lnTo>
                  <a:close/>
                </a:path>
              </a:pathLst>
            </a:custGeom>
            <a:solidFill>
              <a:srgbClr val="D2A28E">
                <a:alpha val="100000"/>
              </a:srgbClr>
            </a:solidFill>
            <a:ln w="4762" cap="rnd">
              <a:solidFill>
                <a:srgbClr val="D2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g1243"/>
            <p:cNvSpPr/>
            <p:nvPr/>
          </p:nvSpPr>
          <p:spPr>
            <a:xfrm>
              <a:off x="5404567" y="3156039"/>
              <a:ext cx="35442" cy="534072"/>
            </a:xfrm>
            <a:custGeom>
              <a:avLst/>
              <a:pathLst>
                <a:path w="35442" h="534072">
                  <a:moveTo>
                    <a:pt x="0" y="19801"/>
                  </a:moveTo>
                  <a:lnTo>
                    <a:pt x="17721" y="9825"/>
                  </a:lnTo>
                  <a:lnTo>
                    <a:pt x="35442" y="0"/>
                  </a:lnTo>
                  <a:lnTo>
                    <a:pt x="35442" y="534072"/>
                  </a:lnTo>
                  <a:lnTo>
                    <a:pt x="17721" y="534072"/>
                  </a:lnTo>
                  <a:lnTo>
                    <a:pt x="0" y="534072"/>
                  </a:lnTo>
                  <a:close/>
                </a:path>
              </a:pathLst>
            </a:custGeom>
            <a:solidFill>
              <a:srgbClr val="D1A28E">
                <a:alpha val="100000"/>
              </a:srgbClr>
            </a:solidFill>
            <a:ln w="4762" cap="rnd">
              <a:solidFill>
                <a:srgbClr val="D1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g1244"/>
            <p:cNvSpPr/>
            <p:nvPr/>
          </p:nvSpPr>
          <p:spPr>
            <a:xfrm>
              <a:off x="5440009" y="3137153"/>
              <a:ext cx="35442" cy="552957"/>
            </a:xfrm>
            <a:custGeom>
              <a:avLst/>
              <a:pathLst>
                <a:path w="35442" h="552957">
                  <a:moveTo>
                    <a:pt x="0" y="18885"/>
                  </a:moveTo>
                  <a:lnTo>
                    <a:pt x="17721" y="9354"/>
                  </a:lnTo>
                  <a:lnTo>
                    <a:pt x="35442" y="0"/>
                  </a:lnTo>
                  <a:lnTo>
                    <a:pt x="35442" y="552957"/>
                  </a:lnTo>
                  <a:lnTo>
                    <a:pt x="17721" y="552957"/>
                  </a:lnTo>
                  <a:lnTo>
                    <a:pt x="0" y="552957"/>
                  </a:lnTo>
                  <a:close/>
                </a:path>
              </a:pathLst>
            </a:custGeom>
            <a:solidFill>
              <a:srgbClr val="D1A18D">
                <a:alpha val="100000"/>
              </a:srgbClr>
            </a:solidFill>
            <a:ln w="4762" cap="rnd">
              <a:solidFill>
                <a:srgbClr val="D1A1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g1245"/>
            <p:cNvSpPr/>
            <p:nvPr/>
          </p:nvSpPr>
          <p:spPr>
            <a:xfrm>
              <a:off x="5475452" y="3127983"/>
              <a:ext cx="17721" cy="562127"/>
            </a:xfrm>
            <a:custGeom>
              <a:avLst/>
              <a:pathLst>
                <a:path w="17721" h="562127">
                  <a:moveTo>
                    <a:pt x="0" y="9169"/>
                  </a:moveTo>
                  <a:lnTo>
                    <a:pt x="17721" y="0"/>
                  </a:lnTo>
                  <a:lnTo>
                    <a:pt x="17721" y="562127"/>
                  </a:lnTo>
                  <a:lnTo>
                    <a:pt x="0" y="562127"/>
                  </a:lnTo>
                  <a:close/>
                </a:path>
              </a:pathLst>
            </a:custGeom>
            <a:solidFill>
              <a:srgbClr val="D1A08C">
                <a:alpha val="100000"/>
              </a:srgbClr>
            </a:solidFill>
            <a:ln w="4762" cap="rnd">
              <a:solidFill>
                <a:srgbClr val="D1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g1246"/>
            <p:cNvSpPr/>
            <p:nvPr/>
          </p:nvSpPr>
          <p:spPr>
            <a:xfrm>
              <a:off x="5493173" y="3110611"/>
              <a:ext cx="35442" cy="579500"/>
            </a:xfrm>
            <a:custGeom>
              <a:avLst/>
              <a:pathLst>
                <a:path w="35442" h="579500">
                  <a:moveTo>
                    <a:pt x="0" y="17372"/>
                  </a:moveTo>
                  <a:lnTo>
                    <a:pt x="17721" y="8578"/>
                  </a:lnTo>
                  <a:lnTo>
                    <a:pt x="35442" y="0"/>
                  </a:lnTo>
                  <a:lnTo>
                    <a:pt x="35442" y="579500"/>
                  </a:lnTo>
                  <a:lnTo>
                    <a:pt x="17721" y="579500"/>
                  </a:lnTo>
                  <a:lnTo>
                    <a:pt x="0" y="579500"/>
                  </a:lnTo>
                  <a:close/>
                </a:path>
              </a:pathLst>
            </a:custGeom>
            <a:solidFill>
              <a:srgbClr val="D0A08C">
                <a:alpha val="100000"/>
              </a:srgbClr>
            </a:solidFill>
            <a:ln w="4762" cap="rnd">
              <a:solidFill>
                <a:srgbClr val="D0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g1247"/>
            <p:cNvSpPr/>
            <p:nvPr/>
          </p:nvSpPr>
          <p:spPr>
            <a:xfrm>
              <a:off x="5528616" y="3094342"/>
              <a:ext cx="35442" cy="595768"/>
            </a:xfrm>
            <a:custGeom>
              <a:avLst/>
              <a:pathLst>
                <a:path w="35442" h="595768">
                  <a:moveTo>
                    <a:pt x="0" y="16268"/>
                  </a:moveTo>
                  <a:lnTo>
                    <a:pt x="17721" y="7905"/>
                  </a:lnTo>
                  <a:lnTo>
                    <a:pt x="35442" y="0"/>
                  </a:lnTo>
                  <a:lnTo>
                    <a:pt x="35442" y="595768"/>
                  </a:lnTo>
                  <a:lnTo>
                    <a:pt x="17721" y="595768"/>
                  </a:lnTo>
                  <a:lnTo>
                    <a:pt x="0" y="595768"/>
                  </a:lnTo>
                  <a:close/>
                </a:path>
              </a:pathLst>
            </a:custGeom>
            <a:solidFill>
              <a:srgbClr val="D09F8B">
                <a:alpha val="100000"/>
              </a:srgbClr>
            </a:solidFill>
            <a:ln w="4762" cap="rnd">
              <a:solidFill>
                <a:srgbClr val="D09F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g1248"/>
            <p:cNvSpPr/>
            <p:nvPr/>
          </p:nvSpPr>
          <p:spPr>
            <a:xfrm>
              <a:off x="5564059" y="3086689"/>
              <a:ext cx="17721" cy="603422"/>
            </a:xfrm>
            <a:custGeom>
              <a:avLst/>
              <a:pathLst>
                <a:path w="17721" h="603422">
                  <a:moveTo>
                    <a:pt x="0" y="7653"/>
                  </a:moveTo>
                  <a:lnTo>
                    <a:pt x="17721" y="0"/>
                  </a:lnTo>
                  <a:lnTo>
                    <a:pt x="17721" y="603422"/>
                  </a:lnTo>
                  <a:lnTo>
                    <a:pt x="0" y="603422"/>
                  </a:lnTo>
                  <a:close/>
                </a:path>
              </a:pathLst>
            </a:custGeom>
            <a:solidFill>
              <a:srgbClr val="D09F8A">
                <a:alpha val="100000"/>
              </a:srgbClr>
            </a:solidFill>
            <a:ln w="4762" cap="rnd">
              <a:solidFill>
                <a:srgbClr val="D09F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g1249"/>
            <p:cNvSpPr/>
            <p:nvPr/>
          </p:nvSpPr>
          <p:spPr>
            <a:xfrm>
              <a:off x="5581780" y="3079288"/>
              <a:ext cx="17721" cy="610822"/>
            </a:xfrm>
            <a:custGeom>
              <a:avLst/>
              <a:pathLst>
                <a:path w="17721" h="610822">
                  <a:moveTo>
                    <a:pt x="0" y="7400"/>
                  </a:moveTo>
                  <a:lnTo>
                    <a:pt x="17721" y="0"/>
                  </a:lnTo>
                  <a:lnTo>
                    <a:pt x="17721" y="610822"/>
                  </a:lnTo>
                  <a:lnTo>
                    <a:pt x="0" y="610822"/>
                  </a:lnTo>
                  <a:close/>
                </a:path>
              </a:pathLst>
            </a:custGeom>
            <a:solidFill>
              <a:srgbClr val="CF9E8A">
                <a:alpha val="100000"/>
              </a:srgbClr>
            </a:solidFill>
            <a:ln w="4762" cap="rnd">
              <a:solidFill>
                <a:srgbClr val="CF9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g1250"/>
            <p:cNvSpPr/>
            <p:nvPr/>
          </p:nvSpPr>
          <p:spPr>
            <a:xfrm>
              <a:off x="5599502" y="3072403"/>
              <a:ext cx="17721" cy="617707"/>
            </a:xfrm>
            <a:custGeom>
              <a:avLst/>
              <a:pathLst>
                <a:path w="17721" h="617707">
                  <a:moveTo>
                    <a:pt x="0" y="6885"/>
                  </a:moveTo>
                  <a:lnTo>
                    <a:pt x="17721" y="0"/>
                  </a:lnTo>
                  <a:lnTo>
                    <a:pt x="17721" y="617707"/>
                  </a:lnTo>
                  <a:lnTo>
                    <a:pt x="0" y="617707"/>
                  </a:lnTo>
                  <a:close/>
                </a:path>
              </a:pathLst>
            </a:custGeom>
            <a:solidFill>
              <a:srgbClr val="CF9E89">
                <a:alpha val="100000"/>
              </a:srgbClr>
            </a:solidFill>
            <a:ln w="4762" cap="rnd">
              <a:solidFill>
                <a:srgbClr val="CF9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g1251"/>
            <p:cNvSpPr/>
            <p:nvPr/>
          </p:nvSpPr>
          <p:spPr>
            <a:xfrm>
              <a:off x="5617223" y="3059517"/>
              <a:ext cx="35442" cy="630593"/>
            </a:xfrm>
            <a:custGeom>
              <a:avLst/>
              <a:pathLst>
                <a:path w="35442" h="630593">
                  <a:moveTo>
                    <a:pt x="0" y="12886"/>
                  </a:moveTo>
                  <a:lnTo>
                    <a:pt x="17721" y="6299"/>
                  </a:lnTo>
                  <a:lnTo>
                    <a:pt x="35442" y="0"/>
                  </a:lnTo>
                  <a:lnTo>
                    <a:pt x="35442" y="630593"/>
                  </a:lnTo>
                  <a:lnTo>
                    <a:pt x="17721" y="630593"/>
                  </a:lnTo>
                  <a:lnTo>
                    <a:pt x="0" y="630593"/>
                  </a:lnTo>
                  <a:close/>
                </a:path>
              </a:pathLst>
            </a:custGeom>
            <a:solidFill>
              <a:srgbClr val="CF9D89">
                <a:alpha val="100000"/>
              </a:srgbClr>
            </a:solidFill>
            <a:ln w="4762" cap="rnd">
              <a:solidFill>
                <a:srgbClr val="CF9D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g1252"/>
            <p:cNvSpPr/>
            <p:nvPr/>
          </p:nvSpPr>
          <p:spPr>
            <a:xfrm>
              <a:off x="5652666" y="3053781"/>
              <a:ext cx="17721" cy="636329"/>
            </a:xfrm>
            <a:custGeom>
              <a:avLst/>
              <a:pathLst>
                <a:path w="17721" h="636329">
                  <a:moveTo>
                    <a:pt x="0" y="5736"/>
                  </a:moveTo>
                  <a:lnTo>
                    <a:pt x="17721" y="0"/>
                  </a:lnTo>
                  <a:lnTo>
                    <a:pt x="17721" y="636329"/>
                  </a:lnTo>
                  <a:lnTo>
                    <a:pt x="0" y="636329"/>
                  </a:lnTo>
                  <a:close/>
                </a:path>
              </a:pathLst>
            </a:custGeom>
            <a:solidFill>
              <a:srgbClr val="CF9D88">
                <a:alpha val="100000"/>
              </a:srgbClr>
            </a:solidFill>
            <a:ln w="4762" cap="rnd">
              <a:solidFill>
                <a:srgbClr val="CF9D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g1253"/>
            <p:cNvSpPr/>
            <p:nvPr/>
          </p:nvSpPr>
          <p:spPr>
            <a:xfrm>
              <a:off x="5670387" y="3048388"/>
              <a:ext cx="17721" cy="641722"/>
            </a:xfrm>
            <a:custGeom>
              <a:avLst/>
              <a:pathLst>
                <a:path w="17721" h="641722">
                  <a:moveTo>
                    <a:pt x="0" y="5392"/>
                  </a:moveTo>
                  <a:lnTo>
                    <a:pt x="17721" y="0"/>
                  </a:lnTo>
                  <a:lnTo>
                    <a:pt x="17721" y="641722"/>
                  </a:lnTo>
                  <a:lnTo>
                    <a:pt x="0" y="641722"/>
                  </a:lnTo>
                  <a:close/>
                </a:path>
              </a:pathLst>
            </a:custGeom>
            <a:solidFill>
              <a:srgbClr val="CE9C88">
                <a:alpha val="100000"/>
              </a:srgbClr>
            </a:solidFill>
            <a:ln w="4762" cap="rnd">
              <a:solidFill>
                <a:srgbClr val="CE9C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g1254"/>
            <p:cNvSpPr/>
            <p:nvPr/>
          </p:nvSpPr>
          <p:spPr>
            <a:xfrm>
              <a:off x="5688109" y="3043313"/>
              <a:ext cx="17721" cy="646797"/>
            </a:xfrm>
            <a:custGeom>
              <a:avLst/>
              <a:pathLst>
                <a:path w="17721" h="646797">
                  <a:moveTo>
                    <a:pt x="0" y="5074"/>
                  </a:moveTo>
                  <a:lnTo>
                    <a:pt x="17721" y="0"/>
                  </a:lnTo>
                  <a:lnTo>
                    <a:pt x="17721" y="646797"/>
                  </a:lnTo>
                  <a:lnTo>
                    <a:pt x="0" y="646797"/>
                  </a:lnTo>
                  <a:close/>
                </a:path>
              </a:pathLst>
            </a:custGeom>
            <a:solidFill>
              <a:srgbClr val="CE9C87">
                <a:alpha val="100000"/>
              </a:srgbClr>
            </a:solidFill>
            <a:ln w="4762" cap="rnd">
              <a:solidFill>
                <a:srgbClr val="CE9C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g1255"/>
            <p:cNvSpPr/>
            <p:nvPr/>
          </p:nvSpPr>
          <p:spPr>
            <a:xfrm>
              <a:off x="5705830" y="3034752"/>
              <a:ext cx="35442" cy="655358"/>
            </a:xfrm>
            <a:custGeom>
              <a:avLst/>
              <a:pathLst>
                <a:path w="35442" h="655358">
                  <a:moveTo>
                    <a:pt x="0" y="8560"/>
                  </a:moveTo>
                  <a:lnTo>
                    <a:pt x="17721" y="4087"/>
                  </a:lnTo>
                  <a:lnTo>
                    <a:pt x="35442" y="0"/>
                  </a:lnTo>
                  <a:lnTo>
                    <a:pt x="35442" y="655358"/>
                  </a:lnTo>
                  <a:lnTo>
                    <a:pt x="17721" y="655358"/>
                  </a:lnTo>
                  <a:lnTo>
                    <a:pt x="0" y="655358"/>
                  </a:lnTo>
                  <a:close/>
                </a:path>
              </a:pathLst>
            </a:custGeom>
            <a:solidFill>
              <a:srgbClr val="CE9B87">
                <a:alpha val="100000"/>
              </a:srgbClr>
            </a:solidFill>
            <a:ln w="4762" cap="rnd">
              <a:solidFill>
                <a:srgbClr val="CE9B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g1256"/>
            <p:cNvSpPr/>
            <p:nvPr/>
          </p:nvSpPr>
          <p:spPr>
            <a:xfrm>
              <a:off x="5741273" y="3031008"/>
              <a:ext cx="17721" cy="659102"/>
            </a:xfrm>
            <a:custGeom>
              <a:avLst/>
              <a:pathLst>
                <a:path w="17721" h="659102">
                  <a:moveTo>
                    <a:pt x="0" y="3743"/>
                  </a:moveTo>
                  <a:lnTo>
                    <a:pt x="17721" y="0"/>
                  </a:lnTo>
                  <a:lnTo>
                    <a:pt x="17721" y="659102"/>
                  </a:lnTo>
                  <a:lnTo>
                    <a:pt x="0" y="659102"/>
                  </a:lnTo>
                  <a:close/>
                </a:path>
              </a:pathLst>
            </a:custGeom>
            <a:solidFill>
              <a:srgbClr val="CD9B86">
                <a:alpha val="100000"/>
              </a:srgbClr>
            </a:solidFill>
            <a:ln w="4762" cap="rnd">
              <a:solidFill>
                <a:srgbClr val="CD9B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g1257"/>
            <p:cNvSpPr/>
            <p:nvPr/>
          </p:nvSpPr>
          <p:spPr>
            <a:xfrm>
              <a:off x="5758994" y="3027893"/>
              <a:ext cx="17721" cy="662218"/>
            </a:xfrm>
            <a:custGeom>
              <a:avLst/>
              <a:pathLst>
                <a:path w="17721" h="662218">
                  <a:moveTo>
                    <a:pt x="0" y="3115"/>
                  </a:moveTo>
                  <a:lnTo>
                    <a:pt x="17721" y="0"/>
                  </a:lnTo>
                  <a:lnTo>
                    <a:pt x="17721" y="662218"/>
                  </a:lnTo>
                  <a:lnTo>
                    <a:pt x="0" y="662218"/>
                  </a:lnTo>
                  <a:close/>
                </a:path>
              </a:pathLst>
            </a:custGeom>
            <a:solidFill>
              <a:srgbClr val="CD9A86">
                <a:alpha val="100000"/>
              </a:srgbClr>
            </a:solidFill>
            <a:ln w="4762" cap="rnd">
              <a:solidFill>
                <a:srgbClr val="CD9A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g1258"/>
            <p:cNvSpPr/>
            <p:nvPr/>
          </p:nvSpPr>
          <p:spPr>
            <a:xfrm>
              <a:off x="5776715" y="3025201"/>
              <a:ext cx="17721" cy="664909"/>
            </a:xfrm>
            <a:custGeom>
              <a:avLst/>
              <a:pathLst>
                <a:path w="17721" h="664909">
                  <a:moveTo>
                    <a:pt x="0" y="2691"/>
                  </a:moveTo>
                  <a:lnTo>
                    <a:pt x="17721" y="0"/>
                  </a:lnTo>
                  <a:lnTo>
                    <a:pt x="17721" y="664909"/>
                  </a:lnTo>
                  <a:lnTo>
                    <a:pt x="0" y="664909"/>
                  </a:lnTo>
                  <a:close/>
                </a:path>
              </a:pathLst>
            </a:custGeom>
            <a:solidFill>
              <a:srgbClr val="CD9A85">
                <a:alpha val="100000"/>
              </a:srgbClr>
            </a:solidFill>
            <a:ln w="4762" cap="rnd">
              <a:solidFill>
                <a:srgbClr val="CD9A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g1259"/>
            <p:cNvSpPr/>
            <p:nvPr/>
          </p:nvSpPr>
          <p:spPr>
            <a:xfrm>
              <a:off x="5794437" y="3021187"/>
              <a:ext cx="35442" cy="668923"/>
            </a:xfrm>
            <a:custGeom>
              <a:avLst/>
              <a:pathLst>
                <a:path w="35442" h="668923">
                  <a:moveTo>
                    <a:pt x="0" y="4013"/>
                  </a:moveTo>
                  <a:lnTo>
                    <a:pt x="17721" y="1685"/>
                  </a:lnTo>
                  <a:lnTo>
                    <a:pt x="35442" y="0"/>
                  </a:lnTo>
                  <a:lnTo>
                    <a:pt x="35442" y="668923"/>
                  </a:lnTo>
                  <a:lnTo>
                    <a:pt x="17721" y="668923"/>
                  </a:lnTo>
                  <a:lnTo>
                    <a:pt x="0" y="668923"/>
                  </a:lnTo>
                  <a:close/>
                </a:path>
              </a:pathLst>
            </a:custGeom>
            <a:solidFill>
              <a:srgbClr val="CD9985">
                <a:alpha val="100000"/>
              </a:srgbClr>
            </a:solidFill>
            <a:ln w="4762" cap="rnd">
              <a:solidFill>
                <a:srgbClr val="CD99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g1260"/>
            <p:cNvSpPr/>
            <p:nvPr/>
          </p:nvSpPr>
          <p:spPr>
            <a:xfrm>
              <a:off x="5829879" y="3019959"/>
              <a:ext cx="17721" cy="670152"/>
            </a:xfrm>
            <a:custGeom>
              <a:avLst/>
              <a:pathLst>
                <a:path w="17721" h="670152">
                  <a:moveTo>
                    <a:pt x="0" y="1228"/>
                  </a:moveTo>
                  <a:lnTo>
                    <a:pt x="17721" y="0"/>
                  </a:lnTo>
                  <a:lnTo>
                    <a:pt x="17721" y="670152"/>
                  </a:lnTo>
                  <a:lnTo>
                    <a:pt x="0" y="670152"/>
                  </a:lnTo>
                  <a:close/>
                </a:path>
              </a:pathLst>
            </a:custGeom>
            <a:solidFill>
              <a:srgbClr val="CC9984">
                <a:alpha val="100000"/>
              </a:srgbClr>
            </a:solidFill>
            <a:ln w="4762" cap="rnd">
              <a:solidFill>
                <a:srgbClr val="CC99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g1261"/>
            <p:cNvSpPr/>
            <p:nvPr/>
          </p:nvSpPr>
          <p:spPr>
            <a:xfrm>
              <a:off x="5847601" y="3019107"/>
              <a:ext cx="17721" cy="671004"/>
            </a:xfrm>
            <a:custGeom>
              <a:avLst/>
              <a:pathLst>
                <a:path w="17721" h="671004">
                  <a:moveTo>
                    <a:pt x="0" y="851"/>
                  </a:moveTo>
                  <a:lnTo>
                    <a:pt x="17721" y="0"/>
                  </a:lnTo>
                  <a:lnTo>
                    <a:pt x="17721" y="671004"/>
                  </a:lnTo>
                  <a:lnTo>
                    <a:pt x="0" y="671004"/>
                  </a:lnTo>
                  <a:close/>
                </a:path>
              </a:pathLst>
            </a:custGeom>
            <a:solidFill>
              <a:srgbClr val="CC9884">
                <a:alpha val="100000"/>
              </a:srgbClr>
            </a:solidFill>
            <a:ln w="4762" cap="rnd">
              <a:solidFill>
                <a:srgbClr val="CC98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g1262"/>
            <p:cNvSpPr/>
            <p:nvPr/>
          </p:nvSpPr>
          <p:spPr>
            <a:xfrm>
              <a:off x="5865322" y="3018899"/>
              <a:ext cx="17721" cy="671211"/>
            </a:xfrm>
            <a:custGeom>
              <a:avLst/>
              <a:pathLst>
                <a:path w="17721" h="671211">
                  <a:moveTo>
                    <a:pt x="0" y="207"/>
                  </a:moveTo>
                  <a:lnTo>
                    <a:pt x="17721" y="0"/>
                  </a:lnTo>
                  <a:lnTo>
                    <a:pt x="17721" y="671211"/>
                  </a:lnTo>
                  <a:lnTo>
                    <a:pt x="0" y="671211"/>
                  </a:lnTo>
                  <a:close/>
                </a:path>
              </a:pathLst>
            </a:custGeom>
            <a:solidFill>
              <a:srgbClr val="CC9883">
                <a:alpha val="100000"/>
              </a:srgbClr>
            </a:solidFill>
            <a:ln w="4762" cap="rnd">
              <a:solidFill>
                <a:srgbClr val="CC98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g1263"/>
            <p:cNvSpPr/>
            <p:nvPr/>
          </p:nvSpPr>
          <p:spPr>
            <a:xfrm>
              <a:off x="5883044" y="3018899"/>
              <a:ext cx="35442" cy="671211"/>
            </a:xfrm>
            <a:custGeom>
              <a:avLst/>
              <a:pathLst>
                <a:path w="35442" h="671211">
                  <a:moveTo>
                    <a:pt x="0" y="0"/>
                  </a:moveTo>
                  <a:lnTo>
                    <a:pt x="17721" y="274"/>
                  </a:lnTo>
                  <a:lnTo>
                    <a:pt x="35442" y="931"/>
                  </a:lnTo>
                  <a:lnTo>
                    <a:pt x="35442" y="671211"/>
                  </a:lnTo>
                  <a:lnTo>
                    <a:pt x="17721" y="671211"/>
                  </a:lnTo>
                  <a:lnTo>
                    <a:pt x="0" y="671211"/>
                  </a:lnTo>
                  <a:close/>
                </a:path>
              </a:pathLst>
            </a:custGeom>
            <a:solidFill>
              <a:srgbClr val="CC9783">
                <a:alpha val="100000"/>
              </a:srgbClr>
            </a:solidFill>
            <a:ln w="4762" cap="rnd">
              <a:solidFill>
                <a:srgbClr val="CC97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g1264"/>
            <p:cNvSpPr/>
            <p:nvPr/>
          </p:nvSpPr>
          <p:spPr>
            <a:xfrm>
              <a:off x="5918486" y="3019831"/>
              <a:ext cx="17721" cy="670280"/>
            </a:xfrm>
            <a:custGeom>
              <a:avLst/>
              <a:pathLst>
                <a:path w="17721" h="670280">
                  <a:moveTo>
                    <a:pt x="0" y="0"/>
                  </a:moveTo>
                  <a:lnTo>
                    <a:pt x="17721" y="1290"/>
                  </a:lnTo>
                  <a:lnTo>
                    <a:pt x="17721" y="670280"/>
                  </a:lnTo>
                  <a:lnTo>
                    <a:pt x="0" y="670280"/>
                  </a:lnTo>
                  <a:close/>
                </a:path>
              </a:pathLst>
            </a:custGeom>
            <a:solidFill>
              <a:srgbClr val="CB9782">
                <a:alpha val="100000"/>
              </a:srgbClr>
            </a:solidFill>
            <a:ln w="4762" cap="rnd">
              <a:solidFill>
                <a:srgbClr val="CB97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g1265"/>
            <p:cNvSpPr/>
            <p:nvPr/>
          </p:nvSpPr>
          <p:spPr>
            <a:xfrm>
              <a:off x="5936208" y="3021121"/>
              <a:ext cx="17721" cy="668989"/>
            </a:xfrm>
            <a:custGeom>
              <a:avLst/>
              <a:pathLst>
                <a:path w="17721" h="668989">
                  <a:moveTo>
                    <a:pt x="0" y="0"/>
                  </a:moveTo>
                  <a:lnTo>
                    <a:pt x="17721" y="1788"/>
                  </a:lnTo>
                  <a:lnTo>
                    <a:pt x="17721" y="668989"/>
                  </a:lnTo>
                  <a:lnTo>
                    <a:pt x="0" y="668989"/>
                  </a:lnTo>
                  <a:close/>
                </a:path>
              </a:pathLst>
            </a:custGeom>
            <a:solidFill>
              <a:srgbClr val="CB9682">
                <a:alpha val="100000"/>
              </a:srgbClr>
            </a:solidFill>
            <a:ln w="4762" cap="rnd">
              <a:solidFill>
                <a:srgbClr val="CB96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g1266"/>
            <p:cNvSpPr/>
            <p:nvPr/>
          </p:nvSpPr>
          <p:spPr>
            <a:xfrm>
              <a:off x="5953929" y="3022910"/>
              <a:ext cx="17721" cy="667200"/>
            </a:xfrm>
            <a:custGeom>
              <a:avLst/>
              <a:pathLst>
                <a:path w="17721" h="667200">
                  <a:moveTo>
                    <a:pt x="0" y="0"/>
                  </a:moveTo>
                  <a:lnTo>
                    <a:pt x="17721" y="2170"/>
                  </a:lnTo>
                  <a:lnTo>
                    <a:pt x="17721" y="667200"/>
                  </a:lnTo>
                  <a:lnTo>
                    <a:pt x="0" y="667200"/>
                  </a:lnTo>
                  <a:close/>
                </a:path>
              </a:pathLst>
            </a:custGeom>
            <a:solidFill>
              <a:srgbClr val="CB9681">
                <a:alpha val="100000"/>
              </a:srgbClr>
            </a:solidFill>
            <a:ln w="4762" cap="rnd">
              <a:solidFill>
                <a:srgbClr val="CB9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g1267"/>
            <p:cNvSpPr/>
            <p:nvPr/>
          </p:nvSpPr>
          <p:spPr>
            <a:xfrm>
              <a:off x="5971650" y="3025080"/>
              <a:ext cx="35442" cy="665030"/>
            </a:xfrm>
            <a:custGeom>
              <a:avLst/>
              <a:pathLst>
                <a:path w="35442" h="665030">
                  <a:moveTo>
                    <a:pt x="0" y="0"/>
                  </a:moveTo>
                  <a:lnTo>
                    <a:pt x="17721" y="2780"/>
                  </a:lnTo>
                  <a:lnTo>
                    <a:pt x="35442" y="6064"/>
                  </a:lnTo>
                  <a:lnTo>
                    <a:pt x="35442" y="665030"/>
                  </a:lnTo>
                  <a:lnTo>
                    <a:pt x="17721" y="665030"/>
                  </a:lnTo>
                  <a:lnTo>
                    <a:pt x="0" y="665030"/>
                  </a:lnTo>
                  <a:close/>
                </a:path>
              </a:pathLst>
            </a:custGeom>
            <a:solidFill>
              <a:srgbClr val="CB9581">
                <a:alpha val="100000"/>
              </a:srgbClr>
            </a:solidFill>
            <a:ln w="4762" cap="rnd">
              <a:solidFill>
                <a:srgbClr val="CB95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g1268"/>
            <p:cNvSpPr/>
            <p:nvPr/>
          </p:nvSpPr>
          <p:spPr>
            <a:xfrm>
              <a:off x="6007093" y="3031145"/>
              <a:ext cx="17721" cy="658966"/>
            </a:xfrm>
            <a:custGeom>
              <a:avLst/>
              <a:pathLst>
                <a:path w="17721" h="658966">
                  <a:moveTo>
                    <a:pt x="0" y="0"/>
                  </a:moveTo>
                  <a:lnTo>
                    <a:pt x="17721" y="3656"/>
                  </a:lnTo>
                  <a:lnTo>
                    <a:pt x="17721" y="658966"/>
                  </a:lnTo>
                  <a:lnTo>
                    <a:pt x="0" y="658966"/>
                  </a:lnTo>
                  <a:close/>
                </a:path>
              </a:pathLst>
            </a:custGeom>
            <a:solidFill>
              <a:srgbClr val="CA9580">
                <a:alpha val="100000"/>
              </a:srgbClr>
            </a:solidFill>
            <a:ln w="4762" cap="rnd">
              <a:solidFill>
                <a:srgbClr val="CA95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g1269"/>
            <p:cNvSpPr/>
            <p:nvPr/>
          </p:nvSpPr>
          <p:spPr>
            <a:xfrm>
              <a:off x="6024815" y="3034801"/>
              <a:ext cx="17721" cy="655310"/>
            </a:xfrm>
            <a:custGeom>
              <a:avLst/>
              <a:pathLst>
                <a:path w="17721" h="655310">
                  <a:moveTo>
                    <a:pt x="0" y="0"/>
                  </a:moveTo>
                  <a:lnTo>
                    <a:pt x="17721" y="4231"/>
                  </a:lnTo>
                  <a:lnTo>
                    <a:pt x="17721" y="655310"/>
                  </a:lnTo>
                  <a:lnTo>
                    <a:pt x="0" y="655310"/>
                  </a:lnTo>
                  <a:close/>
                </a:path>
              </a:pathLst>
            </a:custGeom>
            <a:solidFill>
              <a:srgbClr val="CA9480">
                <a:alpha val="100000"/>
              </a:srgbClr>
            </a:solidFill>
            <a:ln w="4762" cap="rnd">
              <a:solidFill>
                <a:srgbClr val="CA94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g1270"/>
            <p:cNvSpPr/>
            <p:nvPr/>
          </p:nvSpPr>
          <p:spPr>
            <a:xfrm>
              <a:off x="6042536" y="3039032"/>
              <a:ext cx="35442" cy="651078"/>
            </a:xfrm>
            <a:custGeom>
              <a:avLst/>
              <a:pathLst>
                <a:path w="35442" h="651078">
                  <a:moveTo>
                    <a:pt x="0" y="0"/>
                  </a:moveTo>
                  <a:lnTo>
                    <a:pt x="17721" y="4730"/>
                  </a:lnTo>
                  <a:lnTo>
                    <a:pt x="35442" y="9814"/>
                  </a:lnTo>
                  <a:lnTo>
                    <a:pt x="35442" y="651078"/>
                  </a:lnTo>
                  <a:lnTo>
                    <a:pt x="17721" y="651078"/>
                  </a:lnTo>
                  <a:lnTo>
                    <a:pt x="0" y="651078"/>
                  </a:lnTo>
                  <a:close/>
                </a:path>
              </a:pathLst>
            </a:custGeom>
            <a:solidFill>
              <a:srgbClr val="CA947F">
                <a:alpha val="100000"/>
              </a:srgbClr>
            </a:solidFill>
            <a:ln w="4762" cap="rnd">
              <a:solidFill>
                <a:srgbClr val="CA94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g1271"/>
            <p:cNvSpPr/>
            <p:nvPr/>
          </p:nvSpPr>
          <p:spPr>
            <a:xfrm>
              <a:off x="6077979" y="3048846"/>
              <a:ext cx="17721" cy="641264"/>
            </a:xfrm>
            <a:custGeom>
              <a:avLst/>
              <a:pathLst>
                <a:path w="17721" h="641264">
                  <a:moveTo>
                    <a:pt x="0" y="0"/>
                  </a:moveTo>
                  <a:lnTo>
                    <a:pt x="17721" y="5613"/>
                  </a:lnTo>
                  <a:lnTo>
                    <a:pt x="17721" y="641264"/>
                  </a:lnTo>
                  <a:lnTo>
                    <a:pt x="0" y="641264"/>
                  </a:lnTo>
                  <a:close/>
                </a:path>
              </a:pathLst>
            </a:custGeom>
            <a:solidFill>
              <a:srgbClr val="C9937F">
                <a:alpha val="100000"/>
              </a:srgbClr>
            </a:solidFill>
            <a:ln w="4762" cap="rnd">
              <a:solidFill>
                <a:srgbClr val="C99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g1272"/>
            <p:cNvSpPr/>
            <p:nvPr/>
          </p:nvSpPr>
          <p:spPr>
            <a:xfrm>
              <a:off x="6095700" y="3054460"/>
              <a:ext cx="17721" cy="635650"/>
            </a:xfrm>
            <a:custGeom>
              <a:avLst/>
              <a:pathLst>
                <a:path w="17721" h="635650">
                  <a:moveTo>
                    <a:pt x="0" y="0"/>
                  </a:moveTo>
                  <a:lnTo>
                    <a:pt x="17721" y="6095"/>
                  </a:lnTo>
                  <a:lnTo>
                    <a:pt x="17721" y="635650"/>
                  </a:lnTo>
                  <a:lnTo>
                    <a:pt x="0" y="635650"/>
                  </a:lnTo>
                  <a:close/>
                </a:path>
              </a:pathLst>
            </a:custGeom>
            <a:solidFill>
              <a:srgbClr val="C9937E">
                <a:alpha val="100000"/>
              </a:srgbClr>
            </a:solidFill>
            <a:ln w="4762" cap="rnd">
              <a:solidFill>
                <a:srgbClr val="C99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g1273"/>
            <p:cNvSpPr/>
            <p:nvPr/>
          </p:nvSpPr>
          <p:spPr>
            <a:xfrm>
              <a:off x="6113421" y="3060556"/>
              <a:ext cx="17721" cy="629555"/>
            </a:xfrm>
            <a:custGeom>
              <a:avLst/>
              <a:pathLst>
                <a:path w="17721" h="629555">
                  <a:moveTo>
                    <a:pt x="0" y="0"/>
                  </a:moveTo>
                  <a:lnTo>
                    <a:pt x="17721" y="6424"/>
                  </a:lnTo>
                  <a:lnTo>
                    <a:pt x="17721" y="629555"/>
                  </a:lnTo>
                  <a:lnTo>
                    <a:pt x="0" y="629555"/>
                  </a:lnTo>
                  <a:close/>
                </a:path>
              </a:pathLst>
            </a:custGeom>
            <a:solidFill>
              <a:srgbClr val="C9927E">
                <a:alpha val="100000"/>
              </a:srgbClr>
            </a:solidFill>
            <a:ln w="4762" cap="rnd">
              <a:solidFill>
                <a:srgbClr val="C992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g1274"/>
            <p:cNvSpPr/>
            <p:nvPr/>
          </p:nvSpPr>
          <p:spPr>
            <a:xfrm>
              <a:off x="6131143" y="3066980"/>
              <a:ext cx="35442" cy="623130"/>
            </a:xfrm>
            <a:custGeom>
              <a:avLst/>
              <a:pathLst>
                <a:path w="35442" h="623130">
                  <a:moveTo>
                    <a:pt x="0" y="0"/>
                  </a:moveTo>
                  <a:lnTo>
                    <a:pt x="17721" y="6899"/>
                  </a:lnTo>
                  <a:lnTo>
                    <a:pt x="35442" y="14251"/>
                  </a:lnTo>
                  <a:lnTo>
                    <a:pt x="35442" y="623130"/>
                  </a:lnTo>
                  <a:lnTo>
                    <a:pt x="17721" y="623130"/>
                  </a:lnTo>
                  <a:lnTo>
                    <a:pt x="0" y="623130"/>
                  </a:lnTo>
                  <a:close/>
                </a:path>
              </a:pathLst>
            </a:custGeom>
            <a:solidFill>
              <a:srgbClr val="C9927D">
                <a:alpha val="100000"/>
              </a:srgbClr>
            </a:solidFill>
            <a:ln w="4762" cap="rnd">
              <a:solidFill>
                <a:srgbClr val="C992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g1275"/>
            <p:cNvSpPr/>
            <p:nvPr/>
          </p:nvSpPr>
          <p:spPr>
            <a:xfrm>
              <a:off x="6166585" y="3081231"/>
              <a:ext cx="17721" cy="608879"/>
            </a:xfrm>
            <a:custGeom>
              <a:avLst/>
              <a:pathLst>
                <a:path w="17721" h="608879">
                  <a:moveTo>
                    <a:pt x="0" y="0"/>
                  </a:moveTo>
                  <a:lnTo>
                    <a:pt x="17721" y="7648"/>
                  </a:lnTo>
                  <a:lnTo>
                    <a:pt x="17721" y="608879"/>
                  </a:lnTo>
                  <a:lnTo>
                    <a:pt x="0" y="608879"/>
                  </a:lnTo>
                  <a:close/>
                </a:path>
              </a:pathLst>
            </a:custGeom>
            <a:solidFill>
              <a:srgbClr val="C8917D">
                <a:alpha val="100000"/>
              </a:srgbClr>
            </a:solidFill>
            <a:ln w="4762" cap="rnd">
              <a:solidFill>
                <a:srgbClr val="C891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g1276"/>
            <p:cNvSpPr/>
            <p:nvPr/>
          </p:nvSpPr>
          <p:spPr>
            <a:xfrm>
              <a:off x="6184307" y="3088880"/>
              <a:ext cx="17721" cy="601230"/>
            </a:xfrm>
            <a:custGeom>
              <a:avLst/>
              <a:pathLst>
                <a:path w="17721" h="601230">
                  <a:moveTo>
                    <a:pt x="0" y="0"/>
                  </a:moveTo>
                  <a:lnTo>
                    <a:pt x="17721" y="8062"/>
                  </a:lnTo>
                  <a:lnTo>
                    <a:pt x="17721" y="601230"/>
                  </a:lnTo>
                  <a:lnTo>
                    <a:pt x="0" y="601230"/>
                  </a:lnTo>
                  <a:close/>
                </a:path>
              </a:pathLst>
            </a:custGeom>
            <a:solidFill>
              <a:srgbClr val="C8917C">
                <a:alpha val="100000"/>
              </a:srgbClr>
            </a:solidFill>
            <a:ln w="4762" cap="rnd">
              <a:solidFill>
                <a:srgbClr val="C891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g1277"/>
            <p:cNvSpPr/>
            <p:nvPr/>
          </p:nvSpPr>
          <p:spPr>
            <a:xfrm>
              <a:off x="6202028" y="3096942"/>
              <a:ext cx="17721" cy="593168"/>
            </a:xfrm>
            <a:custGeom>
              <a:avLst/>
              <a:pathLst>
                <a:path w="17721" h="593168">
                  <a:moveTo>
                    <a:pt x="0" y="0"/>
                  </a:moveTo>
                  <a:lnTo>
                    <a:pt x="17721" y="8472"/>
                  </a:lnTo>
                  <a:lnTo>
                    <a:pt x="17721" y="593168"/>
                  </a:lnTo>
                  <a:lnTo>
                    <a:pt x="0" y="593168"/>
                  </a:lnTo>
                  <a:close/>
                </a:path>
              </a:pathLst>
            </a:custGeom>
            <a:solidFill>
              <a:srgbClr val="C8907C">
                <a:alpha val="100000"/>
              </a:srgbClr>
            </a:solidFill>
            <a:ln w="4762" cap="rnd">
              <a:solidFill>
                <a:srgbClr val="C890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g1278"/>
            <p:cNvSpPr/>
            <p:nvPr/>
          </p:nvSpPr>
          <p:spPr>
            <a:xfrm>
              <a:off x="6219750" y="3105414"/>
              <a:ext cx="35442" cy="584696"/>
            </a:xfrm>
            <a:custGeom>
              <a:avLst/>
              <a:pathLst>
                <a:path w="35442" h="584696">
                  <a:moveTo>
                    <a:pt x="0" y="0"/>
                  </a:moveTo>
                  <a:lnTo>
                    <a:pt x="17721" y="8730"/>
                  </a:lnTo>
                  <a:lnTo>
                    <a:pt x="35442" y="17807"/>
                  </a:lnTo>
                  <a:lnTo>
                    <a:pt x="35442" y="584696"/>
                  </a:lnTo>
                  <a:lnTo>
                    <a:pt x="17721" y="584696"/>
                  </a:lnTo>
                  <a:lnTo>
                    <a:pt x="0" y="584696"/>
                  </a:lnTo>
                  <a:close/>
                </a:path>
              </a:pathLst>
            </a:custGeom>
            <a:solidFill>
              <a:srgbClr val="C8907B">
                <a:alpha val="100000"/>
              </a:srgbClr>
            </a:solidFill>
            <a:ln w="4762" cap="rnd">
              <a:solidFill>
                <a:srgbClr val="C890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g1279"/>
            <p:cNvSpPr/>
            <p:nvPr/>
          </p:nvSpPr>
          <p:spPr>
            <a:xfrm>
              <a:off x="6255192" y="3123222"/>
              <a:ext cx="17721" cy="566888"/>
            </a:xfrm>
            <a:custGeom>
              <a:avLst/>
              <a:pathLst>
                <a:path w="17721" h="566888">
                  <a:moveTo>
                    <a:pt x="0" y="0"/>
                  </a:moveTo>
                  <a:lnTo>
                    <a:pt x="17721" y="9434"/>
                  </a:lnTo>
                  <a:lnTo>
                    <a:pt x="17721" y="566888"/>
                  </a:lnTo>
                  <a:lnTo>
                    <a:pt x="0" y="566888"/>
                  </a:lnTo>
                  <a:close/>
                </a:path>
              </a:pathLst>
            </a:custGeom>
            <a:solidFill>
              <a:srgbClr val="C78F7B">
                <a:alpha val="100000"/>
              </a:srgbClr>
            </a:solidFill>
            <a:ln w="4762" cap="rnd">
              <a:solidFill>
                <a:srgbClr val="C78F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g1280"/>
            <p:cNvSpPr/>
            <p:nvPr/>
          </p:nvSpPr>
          <p:spPr>
            <a:xfrm>
              <a:off x="6272914" y="3132656"/>
              <a:ext cx="17721" cy="557454"/>
            </a:xfrm>
            <a:custGeom>
              <a:avLst/>
              <a:pathLst>
                <a:path w="17721" h="557454">
                  <a:moveTo>
                    <a:pt x="0" y="0"/>
                  </a:moveTo>
                  <a:lnTo>
                    <a:pt x="17721" y="9648"/>
                  </a:lnTo>
                  <a:lnTo>
                    <a:pt x="17721" y="557454"/>
                  </a:lnTo>
                  <a:lnTo>
                    <a:pt x="0" y="557454"/>
                  </a:lnTo>
                  <a:close/>
                </a:path>
              </a:pathLst>
            </a:custGeom>
            <a:solidFill>
              <a:srgbClr val="C78F7A">
                <a:alpha val="100000"/>
              </a:srgbClr>
            </a:solidFill>
            <a:ln w="4762" cap="rnd">
              <a:solidFill>
                <a:srgbClr val="C78F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g1281"/>
            <p:cNvSpPr/>
            <p:nvPr/>
          </p:nvSpPr>
          <p:spPr>
            <a:xfrm>
              <a:off x="6290635" y="3142305"/>
              <a:ext cx="17721" cy="547806"/>
            </a:xfrm>
            <a:custGeom>
              <a:avLst/>
              <a:pathLst>
                <a:path w="17721" h="547806">
                  <a:moveTo>
                    <a:pt x="0" y="0"/>
                  </a:moveTo>
                  <a:lnTo>
                    <a:pt x="17721" y="9925"/>
                  </a:lnTo>
                  <a:lnTo>
                    <a:pt x="17721" y="547806"/>
                  </a:lnTo>
                  <a:lnTo>
                    <a:pt x="0" y="547806"/>
                  </a:lnTo>
                  <a:close/>
                </a:path>
              </a:pathLst>
            </a:custGeom>
            <a:solidFill>
              <a:srgbClr val="C78E7A">
                <a:alpha val="100000"/>
              </a:srgbClr>
            </a:solidFill>
            <a:ln w="4762" cap="rnd">
              <a:solidFill>
                <a:srgbClr val="C78E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g1282"/>
            <p:cNvSpPr/>
            <p:nvPr/>
          </p:nvSpPr>
          <p:spPr>
            <a:xfrm>
              <a:off x="6308356" y="3152230"/>
              <a:ext cx="17721" cy="537880"/>
            </a:xfrm>
            <a:custGeom>
              <a:avLst/>
              <a:pathLst>
                <a:path w="17721" h="537880">
                  <a:moveTo>
                    <a:pt x="0" y="0"/>
                  </a:moveTo>
                  <a:lnTo>
                    <a:pt x="17721" y="10219"/>
                  </a:lnTo>
                  <a:lnTo>
                    <a:pt x="17721" y="537880"/>
                  </a:lnTo>
                  <a:lnTo>
                    <a:pt x="0" y="537880"/>
                  </a:lnTo>
                  <a:close/>
                </a:path>
              </a:pathLst>
            </a:custGeom>
            <a:solidFill>
              <a:srgbClr val="C78E79">
                <a:alpha val="100000"/>
              </a:srgbClr>
            </a:solidFill>
            <a:ln w="4762" cap="rnd">
              <a:solidFill>
                <a:srgbClr val="C7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g1283"/>
            <p:cNvSpPr/>
            <p:nvPr/>
          </p:nvSpPr>
          <p:spPr>
            <a:xfrm>
              <a:off x="6326078" y="3162449"/>
              <a:ext cx="17721" cy="527661"/>
            </a:xfrm>
            <a:custGeom>
              <a:avLst/>
              <a:pathLst>
                <a:path w="17721" h="527661">
                  <a:moveTo>
                    <a:pt x="0" y="0"/>
                  </a:moveTo>
                  <a:lnTo>
                    <a:pt x="17721" y="10385"/>
                  </a:lnTo>
                  <a:lnTo>
                    <a:pt x="17721" y="527661"/>
                  </a:lnTo>
                  <a:lnTo>
                    <a:pt x="0" y="527661"/>
                  </a:lnTo>
                  <a:close/>
                </a:path>
              </a:pathLst>
            </a:custGeom>
            <a:solidFill>
              <a:srgbClr val="C68E79">
                <a:alpha val="100000"/>
              </a:srgbClr>
            </a:solidFill>
            <a:ln w="4762" cap="rnd">
              <a:solidFill>
                <a:srgbClr val="C6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g1284"/>
            <p:cNvSpPr/>
            <p:nvPr/>
          </p:nvSpPr>
          <p:spPr>
            <a:xfrm>
              <a:off x="6343799" y="3172835"/>
              <a:ext cx="17721" cy="517275"/>
            </a:xfrm>
            <a:custGeom>
              <a:avLst/>
              <a:pathLst>
                <a:path w="17721" h="517275">
                  <a:moveTo>
                    <a:pt x="0" y="0"/>
                  </a:moveTo>
                  <a:lnTo>
                    <a:pt x="17721" y="10592"/>
                  </a:lnTo>
                  <a:lnTo>
                    <a:pt x="17721" y="517275"/>
                  </a:lnTo>
                  <a:lnTo>
                    <a:pt x="0" y="517275"/>
                  </a:lnTo>
                  <a:close/>
                </a:path>
              </a:pathLst>
            </a:custGeom>
            <a:solidFill>
              <a:srgbClr val="C68D79">
                <a:alpha val="100000"/>
              </a:srgbClr>
            </a:solidFill>
            <a:ln w="4762" cap="rnd">
              <a:solidFill>
                <a:srgbClr val="C68D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g1285"/>
            <p:cNvSpPr/>
            <p:nvPr/>
          </p:nvSpPr>
          <p:spPr>
            <a:xfrm>
              <a:off x="6361521" y="3183427"/>
              <a:ext cx="35442" cy="506683"/>
            </a:xfrm>
            <a:custGeom>
              <a:avLst/>
              <a:pathLst>
                <a:path w="35442" h="506683">
                  <a:moveTo>
                    <a:pt x="0" y="0"/>
                  </a:moveTo>
                  <a:lnTo>
                    <a:pt x="17721" y="10813"/>
                  </a:lnTo>
                  <a:lnTo>
                    <a:pt x="35442" y="21742"/>
                  </a:lnTo>
                  <a:lnTo>
                    <a:pt x="35442" y="506683"/>
                  </a:lnTo>
                  <a:lnTo>
                    <a:pt x="17721" y="506683"/>
                  </a:lnTo>
                  <a:lnTo>
                    <a:pt x="0" y="506683"/>
                  </a:lnTo>
                  <a:close/>
                </a:path>
              </a:pathLst>
            </a:custGeom>
            <a:solidFill>
              <a:srgbClr val="C68D78">
                <a:alpha val="100000"/>
              </a:srgbClr>
            </a:solidFill>
            <a:ln w="4762" cap="rnd">
              <a:solidFill>
                <a:srgbClr val="C68D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g1286"/>
            <p:cNvSpPr/>
            <p:nvPr/>
          </p:nvSpPr>
          <p:spPr>
            <a:xfrm>
              <a:off x="6396963" y="3205170"/>
              <a:ext cx="17721" cy="484941"/>
            </a:xfrm>
            <a:custGeom>
              <a:avLst/>
              <a:pathLst>
                <a:path w="17721" h="484941">
                  <a:moveTo>
                    <a:pt x="0" y="0"/>
                  </a:moveTo>
                  <a:lnTo>
                    <a:pt x="17721" y="11066"/>
                  </a:lnTo>
                  <a:lnTo>
                    <a:pt x="17721" y="484941"/>
                  </a:lnTo>
                  <a:lnTo>
                    <a:pt x="0" y="484941"/>
                  </a:lnTo>
                  <a:close/>
                </a:path>
              </a:pathLst>
            </a:custGeom>
            <a:solidFill>
              <a:srgbClr val="C68C77">
                <a:alpha val="100000"/>
              </a:srgbClr>
            </a:solidFill>
            <a:ln w="4762" cap="rnd">
              <a:solidFill>
                <a:srgbClr val="C6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g1287"/>
            <p:cNvSpPr/>
            <p:nvPr/>
          </p:nvSpPr>
          <p:spPr>
            <a:xfrm>
              <a:off x="6414685" y="3216236"/>
              <a:ext cx="17721" cy="473874"/>
            </a:xfrm>
            <a:custGeom>
              <a:avLst/>
              <a:pathLst>
                <a:path w="17721" h="473874">
                  <a:moveTo>
                    <a:pt x="0" y="0"/>
                  </a:moveTo>
                  <a:lnTo>
                    <a:pt x="17721" y="11207"/>
                  </a:lnTo>
                  <a:lnTo>
                    <a:pt x="17721" y="473874"/>
                  </a:lnTo>
                  <a:lnTo>
                    <a:pt x="0" y="473874"/>
                  </a:lnTo>
                  <a:close/>
                </a:path>
              </a:pathLst>
            </a:custGeom>
            <a:solidFill>
              <a:srgbClr val="C58C77">
                <a:alpha val="100000"/>
              </a:srgbClr>
            </a:solidFill>
            <a:ln w="4762" cap="rnd">
              <a:solidFill>
                <a:srgbClr val="C5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g1288"/>
            <p:cNvSpPr/>
            <p:nvPr/>
          </p:nvSpPr>
          <p:spPr>
            <a:xfrm>
              <a:off x="6432406" y="3227444"/>
              <a:ext cx="17721" cy="462667"/>
            </a:xfrm>
            <a:custGeom>
              <a:avLst/>
              <a:pathLst>
                <a:path w="17721" h="462667">
                  <a:moveTo>
                    <a:pt x="0" y="0"/>
                  </a:moveTo>
                  <a:lnTo>
                    <a:pt x="17721" y="11272"/>
                  </a:lnTo>
                  <a:lnTo>
                    <a:pt x="17721" y="462667"/>
                  </a:lnTo>
                  <a:lnTo>
                    <a:pt x="0" y="462667"/>
                  </a:lnTo>
                  <a:close/>
                </a:path>
              </a:pathLst>
            </a:custGeom>
            <a:solidFill>
              <a:srgbClr val="C58B77">
                <a:alpha val="100000"/>
              </a:srgbClr>
            </a:solidFill>
            <a:ln w="4762" cap="rnd">
              <a:solidFill>
                <a:srgbClr val="C58B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g1289"/>
            <p:cNvSpPr/>
            <p:nvPr/>
          </p:nvSpPr>
          <p:spPr>
            <a:xfrm>
              <a:off x="6450127" y="3238716"/>
              <a:ext cx="35442" cy="451394"/>
            </a:xfrm>
            <a:custGeom>
              <a:avLst/>
              <a:pathLst>
                <a:path w="35442" h="451394">
                  <a:moveTo>
                    <a:pt x="0" y="0"/>
                  </a:moveTo>
                  <a:lnTo>
                    <a:pt x="17721" y="11343"/>
                  </a:lnTo>
                  <a:lnTo>
                    <a:pt x="35442" y="22743"/>
                  </a:lnTo>
                  <a:lnTo>
                    <a:pt x="35442" y="451394"/>
                  </a:lnTo>
                  <a:lnTo>
                    <a:pt x="17721" y="451394"/>
                  </a:lnTo>
                  <a:lnTo>
                    <a:pt x="0" y="451394"/>
                  </a:lnTo>
                  <a:close/>
                </a:path>
              </a:pathLst>
            </a:custGeom>
            <a:solidFill>
              <a:srgbClr val="C58B76">
                <a:alpha val="100000"/>
              </a:srgbClr>
            </a:solidFill>
            <a:ln w="4762" cap="rnd">
              <a:solidFill>
                <a:srgbClr val="C58B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g1290"/>
            <p:cNvSpPr/>
            <p:nvPr/>
          </p:nvSpPr>
          <p:spPr>
            <a:xfrm>
              <a:off x="6485570" y="3261459"/>
              <a:ext cx="35442" cy="428651"/>
            </a:xfrm>
            <a:custGeom>
              <a:avLst/>
              <a:pathLst>
                <a:path w="35442" h="428651">
                  <a:moveTo>
                    <a:pt x="0" y="0"/>
                  </a:moveTo>
                  <a:lnTo>
                    <a:pt x="17721" y="11413"/>
                  </a:lnTo>
                  <a:lnTo>
                    <a:pt x="35442" y="22835"/>
                  </a:lnTo>
                  <a:lnTo>
                    <a:pt x="35442" y="428651"/>
                  </a:lnTo>
                  <a:lnTo>
                    <a:pt x="17721" y="428651"/>
                  </a:lnTo>
                  <a:lnTo>
                    <a:pt x="0" y="428651"/>
                  </a:lnTo>
                  <a:close/>
                </a:path>
              </a:pathLst>
            </a:custGeom>
            <a:solidFill>
              <a:srgbClr val="C48A75">
                <a:alpha val="100000"/>
              </a:srgbClr>
            </a:solidFill>
            <a:ln w="4762" cap="rnd">
              <a:solidFill>
                <a:srgbClr val="C48A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g1291"/>
            <p:cNvSpPr/>
            <p:nvPr/>
          </p:nvSpPr>
          <p:spPr>
            <a:xfrm>
              <a:off x="6521013" y="3284295"/>
              <a:ext cx="17721" cy="405815"/>
            </a:xfrm>
            <a:custGeom>
              <a:avLst/>
              <a:pathLst>
                <a:path w="17721" h="405815">
                  <a:moveTo>
                    <a:pt x="0" y="0"/>
                  </a:moveTo>
                  <a:lnTo>
                    <a:pt x="17721" y="11392"/>
                  </a:lnTo>
                  <a:lnTo>
                    <a:pt x="17721" y="405815"/>
                  </a:lnTo>
                  <a:lnTo>
                    <a:pt x="0" y="405815"/>
                  </a:lnTo>
                  <a:close/>
                </a:path>
              </a:pathLst>
            </a:custGeom>
            <a:solidFill>
              <a:srgbClr val="C48975">
                <a:alpha val="100000"/>
              </a:srgbClr>
            </a:solidFill>
            <a:ln w="4762" cap="rnd">
              <a:solidFill>
                <a:srgbClr val="C489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g1292"/>
            <p:cNvSpPr/>
            <p:nvPr/>
          </p:nvSpPr>
          <p:spPr>
            <a:xfrm>
              <a:off x="6538734" y="3295688"/>
              <a:ext cx="35442" cy="394422"/>
            </a:xfrm>
            <a:custGeom>
              <a:avLst/>
              <a:pathLst>
                <a:path w="35442" h="394422">
                  <a:moveTo>
                    <a:pt x="0" y="0"/>
                  </a:moveTo>
                  <a:lnTo>
                    <a:pt x="17721" y="11356"/>
                  </a:lnTo>
                  <a:lnTo>
                    <a:pt x="35442" y="22666"/>
                  </a:lnTo>
                  <a:lnTo>
                    <a:pt x="35442" y="394422"/>
                  </a:lnTo>
                  <a:lnTo>
                    <a:pt x="17721" y="394422"/>
                  </a:lnTo>
                  <a:lnTo>
                    <a:pt x="0" y="394422"/>
                  </a:lnTo>
                  <a:close/>
                </a:path>
              </a:pathLst>
            </a:custGeom>
            <a:solidFill>
              <a:srgbClr val="C48974">
                <a:alpha val="100000"/>
              </a:srgbClr>
            </a:solidFill>
            <a:ln w="4762" cap="rnd">
              <a:solidFill>
                <a:srgbClr val="C489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g1293"/>
            <p:cNvSpPr/>
            <p:nvPr/>
          </p:nvSpPr>
          <p:spPr>
            <a:xfrm>
              <a:off x="6574177" y="3318354"/>
              <a:ext cx="35442" cy="371756"/>
            </a:xfrm>
            <a:custGeom>
              <a:avLst/>
              <a:pathLst>
                <a:path w="35442" h="371756">
                  <a:moveTo>
                    <a:pt x="0" y="0"/>
                  </a:moveTo>
                  <a:lnTo>
                    <a:pt x="17721" y="11193"/>
                  </a:lnTo>
                  <a:lnTo>
                    <a:pt x="35442" y="22303"/>
                  </a:lnTo>
                  <a:lnTo>
                    <a:pt x="35442" y="371756"/>
                  </a:lnTo>
                  <a:lnTo>
                    <a:pt x="17721" y="371756"/>
                  </a:lnTo>
                  <a:lnTo>
                    <a:pt x="0" y="371756"/>
                  </a:lnTo>
                  <a:close/>
                </a:path>
              </a:pathLst>
            </a:custGeom>
            <a:solidFill>
              <a:srgbClr val="C38873">
                <a:alpha val="100000"/>
              </a:srgbClr>
            </a:solidFill>
            <a:ln w="4762" cap="rnd">
              <a:solidFill>
                <a:srgbClr val="C388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g1294"/>
            <p:cNvSpPr/>
            <p:nvPr/>
          </p:nvSpPr>
          <p:spPr>
            <a:xfrm>
              <a:off x="6609620" y="3340657"/>
              <a:ext cx="17721" cy="349453"/>
            </a:xfrm>
            <a:custGeom>
              <a:avLst/>
              <a:pathLst>
                <a:path w="17721" h="349453">
                  <a:moveTo>
                    <a:pt x="0" y="0"/>
                  </a:moveTo>
                  <a:lnTo>
                    <a:pt x="17721" y="11015"/>
                  </a:lnTo>
                  <a:lnTo>
                    <a:pt x="17721" y="349453"/>
                  </a:lnTo>
                  <a:lnTo>
                    <a:pt x="0" y="349453"/>
                  </a:lnTo>
                  <a:close/>
                </a:path>
              </a:pathLst>
            </a:custGeom>
            <a:solidFill>
              <a:srgbClr val="C38773">
                <a:alpha val="100000"/>
              </a:srgbClr>
            </a:solidFill>
            <a:ln w="4762" cap="rnd">
              <a:solidFill>
                <a:srgbClr val="C387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g1295"/>
            <p:cNvSpPr/>
            <p:nvPr/>
          </p:nvSpPr>
          <p:spPr>
            <a:xfrm>
              <a:off x="6627341" y="3351673"/>
              <a:ext cx="35442" cy="338437"/>
            </a:xfrm>
            <a:custGeom>
              <a:avLst/>
              <a:pathLst>
                <a:path w="35442" h="338437">
                  <a:moveTo>
                    <a:pt x="0" y="0"/>
                  </a:moveTo>
                  <a:lnTo>
                    <a:pt x="17721" y="10813"/>
                  </a:lnTo>
                  <a:lnTo>
                    <a:pt x="35442" y="21500"/>
                  </a:lnTo>
                  <a:lnTo>
                    <a:pt x="35442" y="338437"/>
                  </a:lnTo>
                  <a:lnTo>
                    <a:pt x="17721" y="338437"/>
                  </a:lnTo>
                  <a:lnTo>
                    <a:pt x="0" y="338437"/>
                  </a:lnTo>
                  <a:close/>
                </a:path>
              </a:pathLst>
            </a:custGeom>
            <a:solidFill>
              <a:srgbClr val="C38772">
                <a:alpha val="100000"/>
              </a:srgbClr>
            </a:solidFill>
            <a:ln w="4762" cap="rnd">
              <a:solidFill>
                <a:srgbClr val="C387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g1296"/>
            <p:cNvSpPr/>
            <p:nvPr/>
          </p:nvSpPr>
          <p:spPr>
            <a:xfrm>
              <a:off x="6662784" y="3373174"/>
              <a:ext cx="53164" cy="316937"/>
            </a:xfrm>
            <a:custGeom>
              <a:avLst/>
              <a:pathLst>
                <a:path w="53164" h="316937">
                  <a:moveTo>
                    <a:pt x="0" y="0"/>
                  </a:moveTo>
                  <a:lnTo>
                    <a:pt x="17721" y="10552"/>
                  </a:lnTo>
                  <a:lnTo>
                    <a:pt x="35442" y="20822"/>
                  </a:lnTo>
                  <a:lnTo>
                    <a:pt x="53164" y="30927"/>
                  </a:lnTo>
                  <a:lnTo>
                    <a:pt x="53164" y="316937"/>
                  </a:lnTo>
                  <a:lnTo>
                    <a:pt x="35442" y="316937"/>
                  </a:lnTo>
                  <a:lnTo>
                    <a:pt x="17721" y="316937"/>
                  </a:lnTo>
                  <a:lnTo>
                    <a:pt x="0" y="316937"/>
                  </a:lnTo>
                  <a:close/>
                </a:path>
              </a:pathLst>
            </a:custGeom>
            <a:solidFill>
              <a:srgbClr val="C28671">
                <a:alpha val="100000"/>
              </a:srgbClr>
            </a:solidFill>
            <a:ln w="4762" cap="rnd">
              <a:solidFill>
                <a:srgbClr val="C286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g1297"/>
            <p:cNvSpPr/>
            <p:nvPr/>
          </p:nvSpPr>
          <p:spPr>
            <a:xfrm>
              <a:off x="6715948" y="3404101"/>
              <a:ext cx="17721" cy="286010"/>
            </a:xfrm>
            <a:custGeom>
              <a:avLst/>
              <a:pathLst>
                <a:path w="17721" h="286010">
                  <a:moveTo>
                    <a:pt x="0" y="0"/>
                  </a:moveTo>
                  <a:lnTo>
                    <a:pt x="17721" y="9938"/>
                  </a:lnTo>
                  <a:lnTo>
                    <a:pt x="17721" y="286010"/>
                  </a:lnTo>
                  <a:lnTo>
                    <a:pt x="0" y="286010"/>
                  </a:lnTo>
                  <a:close/>
                </a:path>
              </a:pathLst>
            </a:custGeom>
            <a:solidFill>
              <a:srgbClr val="C28570">
                <a:alpha val="100000"/>
              </a:srgbClr>
            </a:solidFill>
            <a:ln w="4762" cap="rnd">
              <a:solidFill>
                <a:srgbClr val="C2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g1298"/>
            <p:cNvSpPr/>
            <p:nvPr/>
          </p:nvSpPr>
          <p:spPr>
            <a:xfrm>
              <a:off x="6733669" y="3414039"/>
              <a:ext cx="17721" cy="276071"/>
            </a:xfrm>
            <a:custGeom>
              <a:avLst/>
              <a:pathLst>
                <a:path w="17721" h="276071">
                  <a:moveTo>
                    <a:pt x="0" y="0"/>
                  </a:moveTo>
                  <a:lnTo>
                    <a:pt x="17721" y="9580"/>
                  </a:lnTo>
                  <a:lnTo>
                    <a:pt x="17721" y="276071"/>
                  </a:lnTo>
                  <a:lnTo>
                    <a:pt x="0" y="276071"/>
                  </a:lnTo>
                  <a:close/>
                </a:path>
              </a:pathLst>
            </a:custGeom>
            <a:solidFill>
              <a:srgbClr val="C18570">
                <a:alpha val="100000"/>
              </a:srgbClr>
            </a:solidFill>
            <a:ln w="4762" cap="rnd">
              <a:solidFill>
                <a:srgbClr val="C1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g1299"/>
            <p:cNvSpPr/>
            <p:nvPr/>
          </p:nvSpPr>
          <p:spPr>
            <a:xfrm>
              <a:off x="6751391" y="3423620"/>
              <a:ext cx="53164" cy="266491"/>
            </a:xfrm>
            <a:custGeom>
              <a:avLst/>
              <a:pathLst>
                <a:path w="53164" h="266491">
                  <a:moveTo>
                    <a:pt x="0" y="0"/>
                  </a:moveTo>
                  <a:lnTo>
                    <a:pt x="17721" y="9382"/>
                  </a:lnTo>
                  <a:lnTo>
                    <a:pt x="35442" y="18565"/>
                  </a:lnTo>
                  <a:lnTo>
                    <a:pt x="53164" y="27341"/>
                  </a:lnTo>
                  <a:lnTo>
                    <a:pt x="53164" y="266491"/>
                  </a:lnTo>
                  <a:lnTo>
                    <a:pt x="35442" y="266491"/>
                  </a:lnTo>
                  <a:lnTo>
                    <a:pt x="17721" y="266491"/>
                  </a:lnTo>
                  <a:lnTo>
                    <a:pt x="0" y="266491"/>
                  </a:lnTo>
                  <a:close/>
                </a:path>
              </a:pathLst>
            </a:custGeom>
            <a:solidFill>
              <a:srgbClr val="C1846F">
                <a:alpha val="100000"/>
              </a:srgbClr>
            </a:solidFill>
            <a:ln w="4762" cap="rnd">
              <a:solidFill>
                <a:srgbClr val="C184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g1300"/>
            <p:cNvSpPr/>
            <p:nvPr/>
          </p:nvSpPr>
          <p:spPr>
            <a:xfrm>
              <a:off x="6804555" y="3450961"/>
              <a:ext cx="17721" cy="239149"/>
            </a:xfrm>
            <a:custGeom>
              <a:avLst/>
              <a:pathLst>
                <a:path w="17721" h="239149">
                  <a:moveTo>
                    <a:pt x="0" y="0"/>
                  </a:moveTo>
                  <a:lnTo>
                    <a:pt x="17721" y="8541"/>
                  </a:lnTo>
                  <a:lnTo>
                    <a:pt x="17721" y="239149"/>
                  </a:lnTo>
                  <a:lnTo>
                    <a:pt x="0" y="239149"/>
                  </a:lnTo>
                  <a:close/>
                </a:path>
              </a:pathLst>
            </a:custGeom>
            <a:solidFill>
              <a:srgbClr val="C1836E">
                <a:alpha val="100000"/>
              </a:srgbClr>
            </a:solidFill>
            <a:ln w="4762" cap="rnd">
              <a:solidFill>
                <a:srgbClr val="C1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g1301"/>
            <p:cNvSpPr/>
            <p:nvPr/>
          </p:nvSpPr>
          <p:spPr>
            <a:xfrm>
              <a:off x="6822276" y="3459502"/>
              <a:ext cx="17721" cy="230608"/>
            </a:xfrm>
            <a:custGeom>
              <a:avLst/>
              <a:pathLst>
                <a:path w="17721" h="230608">
                  <a:moveTo>
                    <a:pt x="0" y="0"/>
                  </a:moveTo>
                  <a:lnTo>
                    <a:pt x="17721" y="8314"/>
                  </a:lnTo>
                  <a:lnTo>
                    <a:pt x="17721" y="230608"/>
                  </a:lnTo>
                  <a:lnTo>
                    <a:pt x="0" y="230608"/>
                  </a:lnTo>
                  <a:close/>
                </a:path>
              </a:pathLst>
            </a:custGeom>
            <a:solidFill>
              <a:srgbClr val="C0836E">
                <a:alpha val="100000"/>
              </a:srgbClr>
            </a:solidFill>
            <a:ln w="4762" cap="rnd">
              <a:solidFill>
                <a:srgbClr val="C0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g1302"/>
            <p:cNvSpPr/>
            <p:nvPr/>
          </p:nvSpPr>
          <p:spPr>
            <a:xfrm>
              <a:off x="6839997" y="3467817"/>
              <a:ext cx="53164" cy="222293"/>
            </a:xfrm>
            <a:custGeom>
              <a:avLst/>
              <a:pathLst>
                <a:path w="53164" h="222293">
                  <a:moveTo>
                    <a:pt x="0" y="0"/>
                  </a:moveTo>
                  <a:lnTo>
                    <a:pt x="17721" y="7872"/>
                  </a:lnTo>
                  <a:lnTo>
                    <a:pt x="35442" y="15477"/>
                  </a:lnTo>
                  <a:lnTo>
                    <a:pt x="53164" y="22834"/>
                  </a:lnTo>
                  <a:lnTo>
                    <a:pt x="53164" y="222293"/>
                  </a:lnTo>
                  <a:lnTo>
                    <a:pt x="35442" y="222293"/>
                  </a:lnTo>
                  <a:lnTo>
                    <a:pt x="17721" y="222293"/>
                  </a:lnTo>
                  <a:lnTo>
                    <a:pt x="0" y="222293"/>
                  </a:lnTo>
                  <a:close/>
                </a:path>
              </a:pathLst>
            </a:custGeom>
            <a:solidFill>
              <a:srgbClr val="C0826D">
                <a:alpha val="100000"/>
              </a:srgbClr>
            </a:solidFill>
            <a:ln w="4762" cap="rnd">
              <a:solidFill>
                <a:srgbClr val="C082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g1303"/>
            <p:cNvSpPr/>
            <p:nvPr/>
          </p:nvSpPr>
          <p:spPr>
            <a:xfrm>
              <a:off x="6893162" y="3490651"/>
              <a:ext cx="35442" cy="199459"/>
            </a:xfrm>
            <a:custGeom>
              <a:avLst/>
              <a:pathLst>
                <a:path w="35442" h="199459">
                  <a:moveTo>
                    <a:pt x="0" y="0"/>
                  </a:moveTo>
                  <a:lnTo>
                    <a:pt x="17721" y="6891"/>
                  </a:lnTo>
                  <a:lnTo>
                    <a:pt x="35442" y="13487"/>
                  </a:lnTo>
                  <a:lnTo>
                    <a:pt x="35442" y="199459"/>
                  </a:lnTo>
                  <a:lnTo>
                    <a:pt x="17721" y="199459"/>
                  </a:lnTo>
                  <a:lnTo>
                    <a:pt x="0" y="199459"/>
                  </a:lnTo>
                  <a:close/>
                </a:path>
              </a:pathLst>
            </a:custGeom>
            <a:solidFill>
              <a:srgbClr val="BF816C">
                <a:alpha val="100000"/>
              </a:srgbClr>
            </a:solidFill>
            <a:ln w="4762" cap="rnd">
              <a:solidFill>
                <a:srgbClr val="BF81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g1304"/>
            <p:cNvSpPr/>
            <p:nvPr/>
          </p:nvSpPr>
          <p:spPr>
            <a:xfrm>
              <a:off x="6928604" y="3504139"/>
              <a:ext cx="53164" cy="185971"/>
            </a:xfrm>
            <a:custGeom>
              <a:avLst/>
              <a:pathLst>
                <a:path w="53164" h="185971">
                  <a:moveTo>
                    <a:pt x="0" y="0"/>
                  </a:moveTo>
                  <a:lnTo>
                    <a:pt x="17721" y="6332"/>
                  </a:lnTo>
                  <a:lnTo>
                    <a:pt x="35442" y="12188"/>
                  </a:lnTo>
                  <a:lnTo>
                    <a:pt x="53164" y="17726"/>
                  </a:lnTo>
                  <a:lnTo>
                    <a:pt x="53164" y="185971"/>
                  </a:lnTo>
                  <a:lnTo>
                    <a:pt x="35442" y="185971"/>
                  </a:lnTo>
                  <a:lnTo>
                    <a:pt x="17721" y="185971"/>
                  </a:lnTo>
                  <a:lnTo>
                    <a:pt x="0" y="185971"/>
                  </a:lnTo>
                  <a:close/>
                </a:path>
              </a:pathLst>
            </a:custGeom>
            <a:solidFill>
              <a:srgbClr val="BF806B">
                <a:alpha val="100000"/>
              </a:srgbClr>
            </a:solidFill>
            <a:ln w="4762" cap="rnd">
              <a:solidFill>
                <a:srgbClr val="BF8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g1305"/>
            <p:cNvSpPr/>
            <p:nvPr/>
          </p:nvSpPr>
          <p:spPr>
            <a:xfrm>
              <a:off x="6981768" y="3521865"/>
              <a:ext cx="35442" cy="168245"/>
            </a:xfrm>
            <a:custGeom>
              <a:avLst/>
              <a:pathLst>
                <a:path w="35442" h="168245">
                  <a:moveTo>
                    <a:pt x="0" y="0"/>
                  </a:moveTo>
                  <a:lnTo>
                    <a:pt x="17721" y="5265"/>
                  </a:lnTo>
                  <a:lnTo>
                    <a:pt x="35442" y="10052"/>
                  </a:lnTo>
                  <a:lnTo>
                    <a:pt x="35442" y="168245"/>
                  </a:lnTo>
                  <a:lnTo>
                    <a:pt x="17721" y="168245"/>
                  </a:lnTo>
                  <a:lnTo>
                    <a:pt x="0" y="168245"/>
                  </a:lnTo>
                  <a:close/>
                </a:path>
              </a:pathLst>
            </a:custGeom>
            <a:solidFill>
              <a:srgbClr val="BE7F6A">
                <a:alpha val="100000"/>
              </a:srgbClr>
            </a:solidFill>
            <a:ln w="4762" cap="rnd">
              <a:solidFill>
                <a:srgbClr val="BE7F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g1306"/>
            <p:cNvSpPr/>
            <p:nvPr/>
          </p:nvSpPr>
          <p:spPr>
            <a:xfrm>
              <a:off x="7017211" y="3531918"/>
              <a:ext cx="17721" cy="158192"/>
            </a:xfrm>
            <a:custGeom>
              <a:avLst/>
              <a:pathLst>
                <a:path w="17721" h="158192">
                  <a:moveTo>
                    <a:pt x="0" y="0"/>
                  </a:moveTo>
                  <a:lnTo>
                    <a:pt x="17721" y="4451"/>
                  </a:lnTo>
                  <a:lnTo>
                    <a:pt x="17721" y="158192"/>
                  </a:lnTo>
                  <a:lnTo>
                    <a:pt x="0" y="158192"/>
                  </a:lnTo>
                  <a:close/>
                </a:path>
              </a:pathLst>
            </a:custGeom>
            <a:solidFill>
              <a:srgbClr val="BE7F69">
                <a:alpha val="100000"/>
              </a:srgbClr>
            </a:solidFill>
            <a:ln w="4762" cap="rnd">
              <a:solidFill>
                <a:srgbClr val="BE7F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g1307"/>
            <p:cNvSpPr/>
            <p:nvPr/>
          </p:nvSpPr>
          <p:spPr>
            <a:xfrm>
              <a:off x="7034932" y="3536370"/>
              <a:ext cx="17721" cy="153740"/>
            </a:xfrm>
            <a:custGeom>
              <a:avLst/>
              <a:pathLst>
                <a:path w="17721" h="153740">
                  <a:moveTo>
                    <a:pt x="0" y="0"/>
                  </a:moveTo>
                  <a:lnTo>
                    <a:pt x="17721" y="4176"/>
                  </a:lnTo>
                  <a:lnTo>
                    <a:pt x="17721" y="153740"/>
                  </a:lnTo>
                  <a:lnTo>
                    <a:pt x="0" y="153740"/>
                  </a:lnTo>
                  <a:close/>
                </a:path>
              </a:pathLst>
            </a:custGeom>
            <a:solidFill>
              <a:srgbClr val="BE7E69">
                <a:alpha val="100000"/>
              </a:srgbClr>
            </a:solidFill>
            <a:ln w="4762" cap="rnd">
              <a:solidFill>
                <a:srgbClr val="BE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g1308"/>
            <p:cNvSpPr/>
            <p:nvPr/>
          </p:nvSpPr>
          <p:spPr>
            <a:xfrm>
              <a:off x="7052654" y="3540546"/>
              <a:ext cx="17721" cy="149564"/>
            </a:xfrm>
            <a:custGeom>
              <a:avLst/>
              <a:pathLst>
                <a:path w="17721" h="149564">
                  <a:moveTo>
                    <a:pt x="0" y="0"/>
                  </a:moveTo>
                  <a:lnTo>
                    <a:pt x="17721" y="3708"/>
                  </a:lnTo>
                  <a:lnTo>
                    <a:pt x="17721" y="149564"/>
                  </a:lnTo>
                  <a:lnTo>
                    <a:pt x="0" y="149564"/>
                  </a:lnTo>
                  <a:close/>
                </a:path>
              </a:pathLst>
            </a:custGeom>
            <a:solidFill>
              <a:srgbClr val="BD7E69">
                <a:alpha val="100000"/>
              </a:srgbClr>
            </a:solidFill>
            <a:ln w="4762" cap="rnd">
              <a:solidFill>
                <a:srgbClr val="BD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g1309"/>
            <p:cNvSpPr/>
            <p:nvPr/>
          </p:nvSpPr>
          <p:spPr>
            <a:xfrm>
              <a:off x="7070375" y="3544254"/>
              <a:ext cx="53164" cy="145856"/>
            </a:xfrm>
            <a:custGeom>
              <a:avLst/>
              <a:pathLst>
                <a:path w="53164" h="145856">
                  <a:moveTo>
                    <a:pt x="0" y="0"/>
                  </a:moveTo>
                  <a:lnTo>
                    <a:pt x="17721" y="3361"/>
                  </a:lnTo>
                  <a:lnTo>
                    <a:pt x="35442" y="6448"/>
                  </a:lnTo>
                  <a:lnTo>
                    <a:pt x="53164" y="9085"/>
                  </a:lnTo>
                  <a:lnTo>
                    <a:pt x="53164" y="145856"/>
                  </a:lnTo>
                  <a:lnTo>
                    <a:pt x="35442" y="145856"/>
                  </a:lnTo>
                  <a:lnTo>
                    <a:pt x="17721" y="145856"/>
                  </a:lnTo>
                  <a:lnTo>
                    <a:pt x="0" y="145856"/>
                  </a:lnTo>
                  <a:close/>
                </a:path>
              </a:pathLst>
            </a:custGeom>
            <a:solidFill>
              <a:srgbClr val="BD7D68">
                <a:alpha val="100000"/>
              </a:srgbClr>
            </a:solidFill>
            <a:ln w="4762" cap="rnd">
              <a:solidFill>
                <a:srgbClr val="BD7D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g1310"/>
            <p:cNvSpPr/>
            <p:nvPr/>
          </p:nvSpPr>
          <p:spPr>
            <a:xfrm>
              <a:off x="7123539" y="3553340"/>
              <a:ext cx="35442" cy="136770"/>
            </a:xfrm>
            <a:custGeom>
              <a:avLst/>
              <a:pathLst>
                <a:path w="35442" h="136770">
                  <a:moveTo>
                    <a:pt x="0" y="0"/>
                  </a:moveTo>
                  <a:lnTo>
                    <a:pt x="17721" y="2285"/>
                  </a:lnTo>
                  <a:lnTo>
                    <a:pt x="35442" y="4304"/>
                  </a:lnTo>
                  <a:lnTo>
                    <a:pt x="35442" y="136770"/>
                  </a:lnTo>
                  <a:lnTo>
                    <a:pt x="17721" y="136770"/>
                  </a:lnTo>
                  <a:lnTo>
                    <a:pt x="0" y="136770"/>
                  </a:lnTo>
                  <a:close/>
                </a:path>
              </a:pathLst>
            </a:custGeom>
            <a:solidFill>
              <a:srgbClr val="BC7C67">
                <a:alpha val="100000"/>
              </a:srgbClr>
            </a:solidFill>
            <a:ln w="4762" cap="rnd">
              <a:solidFill>
                <a:srgbClr val="BC7C6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g1311"/>
            <p:cNvSpPr/>
            <p:nvPr/>
          </p:nvSpPr>
          <p:spPr>
            <a:xfrm>
              <a:off x="7158982" y="3557644"/>
              <a:ext cx="53164" cy="132466"/>
            </a:xfrm>
            <a:custGeom>
              <a:avLst/>
              <a:pathLst>
                <a:path w="53164" h="132466">
                  <a:moveTo>
                    <a:pt x="0" y="0"/>
                  </a:moveTo>
                  <a:lnTo>
                    <a:pt x="17721" y="1593"/>
                  </a:lnTo>
                  <a:lnTo>
                    <a:pt x="35442" y="2838"/>
                  </a:lnTo>
                  <a:lnTo>
                    <a:pt x="53164" y="3826"/>
                  </a:lnTo>
                  <a:lnTo>
                    <a:pt x="53164" y="132466"/>
                  </a:lnTo>
                  <a:lnTo>
                    <a:pt x="35442" y="132466"/>
                  </a:lnTo>
                  <a:lnTo>
                    <a:pt x="17721" y="132466"/>
                  </a:lnTo>
                  <a:lnTo>
                    <a:pt x="0" y="132466"/>
                  </a:lnTo>
                  <a:close/>
                </a:path>
              </a:pathLst>
            </a:custGeom>
            <a:solidFill>
              <a:srgbClr val="BC7B66">
                <a:alpha val="100000"/>
              </a:srgbClr>
            </a:solidFill>
            <a:ln w="4762" cap="rnd">
              <a:solidFill>
                <a:srgbClr val="BC7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g1312"/>
            <p:cNvSpPr/>
            <p:nvPr/>
          </p:nvSpPr>
          <p:spPr>
            <a:xfrm>
              <a:off x="7212146" y="3561471"/>
              <a:ext cx="35442" cy="128639"/>
            </a:xfrm>
            <a:custGeom>
              <a:avLst/>
              <a:pathLst>
                <a:path w="35442" h="128639">
                  <a:moveTo>
                    <a:pt x="0" y="0"/>
                  </a:moveTo>
                  <a:lnTo>
                    <a:pt x="17721" y="595"/>
                  </a:lnTo>
                  <a:lnTo>
                    <a:pt x="35442" y="850"/>
                  </a:lnTo>
                  <a:lnTo>
                    <a:pt x="35442" y="128639"/>
                  </a:lnTo>
                  <a:lnTo>
                    <a:pt x="17721" y="128639"/>
                  </a:lnTo>
                  <a:lnTo>
                    <a:pt x="0" y="128639"/>
                  </a:lnTo>
                  <a:close/>
                </a:path>
              </a:pathLst>
            </a:custGeom>
            <a:solidFill>
              <a:srgbClr val="BB7A65">
                <a:alpha val="100000"/>
              </a:srgbClr>
            </a:solidFill>
            <a:ln w="4762" cap="rnd">
              <a:solidFill>
                <a:srgbClr val="BB7A6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g1313"/>
            <p:cNvSpPr/>
            <p:nvPr/>
          </p:nvSpPr>
          <p:spPr>
            <a:xfrm>
              <a:off x="7247589" y="3562322"/>
              <a:ext cx="17721" cy="127788"/>
            </a:xfrm>
            <a:custGeom>
              <a:avLst/>
              <a:pathLst>
                <a:path w="17721" h="127788">
                  <a:moveTo>
                    <a:pt x="0" y="0"/>
                  </a:moveTo>
                  <a:lnTo>
                    <a:pt x="17721" y="15"/>
                  </a:lnTo>
                  <a:lnTo>
                    <a:pt x="17721" y="127788"/>
                  </a:lnTo>
                  <a:lnTo>
                    <a:pt x="0" y="127788"/>
                  </a:lnTo>
                  <a:close/>
                </a:path>
              </a:pathLst>
            </a:custGeom>
            <a:solidFill>
              <a:srgbClr val="BB7A64">
                <a:alpha val="100000"/>
              </a:srgbClr>
            </a:solidFill>
            <a:ln w="4762" cap="rnd">
              <a:solidFill>
                <a:srgbClr val="BB7A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g1314"/>
            <p:cNvSpPr/>
            <p:nvPr/>
          </p:nvSpPr>
          <p:spPr>
            <a:xfrm>
              <a:off x="7265310" y="3561996"/>
              <a:ext cx="17721" cy="128114"/>
            </a:xfrm>
            <a:custGeom>
              <a:avLst/>
              <a:pathLst>
                <a:path w="17721" h="128114">
                  <a:moveTo>
                    <a:pt x="0" y="341"/>
                  </a:moveTo>
                  <a:lnTo>
                    <a:pt x="17721" y="0"/>
                  </a:lnTo>
                  <a:lnTo>
                    <a:pt x="17721" y="128114"/>
                  </a:lnTo>
                  <a:lnTo>
                    <a:pt x="0" y="128114"/>
                  </a:lnTo>
                  <a:close/>
                </a:path>
              </a:pathLst>
            </a:custGeom>
            <a:solidFill>
              <a:srgbClr val="BB7964">
                <a:alpha val="100000"/>
              </a:srgbClr>
            </a:solidFill>
            <a:ln w="4762" cap="rnd">
              <a:solidFill>
                <a:srgbClr val="BB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g1315"/>
            <p:cNvSpPr/>
            <p:nvPr/>
          </p:nvSpPr>
          <p:spPr>
            <a:xfrm>
              <a:off x="7283032" y="3561331"/>
              <a:ext cx="17721" cy="128779"/>
            </a:xfrm>
            <a:custGeom>
              <a:avLst/>
              <a:pathLst>
                <a:path w="17721" h="128779">
                  <a:moveTo>
                    <a:pt x="0" y="664"/>
                  </a:moveTo>
                  <a:lnTo>
                    <a:pt x="17721" y="0"/>
                  </a:lnTo>
                  <a:lnTo>
                    <a:pt x="17721" y="128779"/>
                  </a:lnTo>
                  <a:lnTo>
                    <a:pt x="0" y="128779"/>
                  </a:lnTo>
                  <a:close/>
                </a:path>
              </a:pathLst>
            </a:custGeom>
            <a:solidFill>
              <a:srgbClr val="BA7964">
                <a:alpha val="100000"/>
              </a:srgbClr>
            </a:solidFill>
            <a:ln w="4762" cap="rnd">
              <a:solidFill>
                <a:srgbClr val="BA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g1316"/>
            <p:cNvSpPr/>
            <p:nvPr/>
          </p:nvSpPr>
          <p:spPr>
            <a:xfrm>
              <a:off x="7300753" y="3559246"/>
              <a:ext cx="35442" cy="130864"/>
            </a:xfrm>
            <a:custGeom>
              <a:avLst/>
              <a:pathLst>
                <a:path w="35442" h="130864">
                  <a:moveTo>
                    <a:pt x="0" y="2085"/>
                  </a:moveTo>
                  <a:lnTo>
                    <a:pt x="17721" y="1201"/>
                  </a:lnTo>
                  <a:lnTo>
                    <a:pt x="35442" y="0"/>
                  </a:lnTo>
                  <a:lnTo>
                    <a:pt x="35442" y="130864"/>
                  </a:lnTo>
                  <a:lnTo>
                    <a:pt x="17721" y="130864"/>
                  </a:lnTo>
                  <a:lnTo>
                    <a:pt x="0" y="130864"/>
                  </a:lnTo>
                  <a:close/>
                </a:path>
              </a:pathLst>
            </a:custGeom>
            <a:solidFill>
              <a:srgbClr val="BA7863">
                <a:alpha val="100000"/>
              </a:srgbClr>
            </a:solidFill>
            <a:ln w="4762" cap="rnd">
              <a:solidFill>
                <a:srgbClr val="BA78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g1317"/>
            <p:cNvSpPr/>
            <p:nvPr/>
          </p:nvSpPr>
          <p:spPr>
            <a:xfrm>
              <a:off x="7336196" y="3557745"/>
              <a:ext cx="17721" cy="132365"/>
            </a:xfrm>
            <a:custGeom>
              <a:avLst/>
              <a:pathLst>
                <a:path w="17721" h="132365">
                  <a:moveTo>
                    <a:pt x="0" y="1500"/>
                  </a:moveTo>
                  <a:lnTo>
                    <a:pt x="17721" y="0"/>
                  </a:lnTo>
                  <a:lnTo>
                    <a:pt x="17721" y="132365"/>
                  </a:lnTo>
                  <a:lnTo>
                    <a:pt x="0" y="132365"/>
                  </a:lnTo>
                  <a:close/>
                </a:path>
              </a:pathLst>
            </a:custGeom>
            <a:solidFill>
              <a:srgbClr val="BA7862">
                <a:alpha val="100000"/>
              </a:srgbClr>
            </a:solidFill>
            <a:ln w="4762" cap="rnd">
              <a:solidFill>
                <a:srgbClr val="BA78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g1318"/>
            <p:cNvSpPr/>
            <p:nvPr/>
          </p:nvSpPr>
          <p:spPr>
            <a:xfrm>
              <a:off x="7353917" y="3556049"/>
              <a:ext cx="17721" cy="134062"/>
            </a:xfrm>
            <a:custGeom>
              <a:avLst/>
              <a:pathLst>
                <a:path w="17721" h="134062">
                  <a:moveTo>
                    <a:pt x="0" y="1696"/>
                  </a:moveTo>
                  <a:lnTo>
                    <a:pt x="17721" y="0"/>
                  </a:lnTo>
                  <a:lnTo>
                    <a:pt x="17721" y="134062"/>
                  </a:lnTo>
                  <a:lnTo>
                    <a:pt x="0" y="134062"/>
                  </a:lnTo>
                  <a:close/>
                </a:path>
              </a:pathLst>
            </a:custGeom>
            <a:solidFill>
              <a:srgbClr val="BA7762">
                <a:alpha val="100000"/>
              </a:srgbClr>
            </a:solidFill>
            <a:ln w="4762" cap="rnd">
              <a:solidFill>
                <a:srgbClr val="BA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g1319"/>
            <p:cNvSpPr/>
            <p:nvPr/>
          </p:nvSpPr>
          <p:spPr>
            <a:xfrm>
              <a:off x="7371638" y="3554079"/>
              <a:ext cx="17721" cy="136031"/>
            </a:xfrm>
            <a:custGeom>
              <a:avLst/>
              <a:pathLst>
                <a:path w="17721" h="136031">
                  <a:moveTo>
                    <a:pt x="0" y="1969"/>
                  </a:moveTo>
                  <a:lnTo>
                    <a:pt x="17721" y="0"/>
                  </a:lnTo>
                  <a:lnTo>
                    <a:pt x="17721" y="136031"/>
                  </a:lnTo>
                  <a:lnTo>
                    <a:pt x="0" y="136031"/>
                  </a:lnTo>
                  <a:close/>
                </a:path>
              </a:pathLst>
            </a:custGeom>
            <a:solidFill>
              <a:srgbClr val="B97762">
                <a:alpha val="100000"/>
              </a:srgbClr>
            </a:solidFill>
            <a:ln w="4762" cap="rnd">
              <a:solidFill>
                <a:srgbClr val="B9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g1320"/>
            <p:cNvSpPr/>
            <p:nvPr/>
          </p:nvSpPr>
          <p:spPr>
            <a:xfrm>
              <a:off x="7389360" y="3546799"/>
              <a:ext cx="53164" cy="143312"/>
            </a:xfrm>
            <a:custGeom>
              <a:avLst/>
              <a:pathLst>
                <a:path w="53164" h="143312">
                  <a:moveTo>
                    <a:pt x="0" y="7280"/>
                  </a:moveTo>
                  <a:lnTo>
                    <a:pt x="17721" y="5041"/>
                  </a:lnTo>
                  <a:lnTo>
                    <a:pt x="35442" y="2634"/>
                  </a:lnTo>
                  <a:lnTo>
                    <a:pt x="53164" y="0"/>
                  </a:lnTo>
                  <a:lnTo>
                    <a:pt x="53164" y="143312"/>
                  </a:lnTo>
                  <a:lnTo>
                    <a:pt x="35442" y="143312"/>
                  </a:lnTo>
                  <a:lnTo>
                    <a:pt x="17721" y="143312"/>
                  </a:lnTo>
                  <a:lnTo>
                    <a:pt x="0" y="143312"/>
                  </a:lnTo>
                  <a:close/>
                </a:path>
              </a:pathLst>
            </a:custGeom>
            <a:solidFill>
              <a:srgbClr val="B97661">
                <a:alpha val="100000"/>
              </a:srgbClr>
            </a:solidFill>
            <a:ln w="4762" cap="rnd">
              <a:solidFill>
                <a:srgbClr val="B976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g1321"/>
            <p:cNvSpPr/>
            <p:nvPr/>
          </p:nvSpPr>
          <p:spPr>
            <a:xfrm>
              <a:off x="7442524" y="3540927"/>
              <a:ext cx="35442" cy="149183"/>
            </a:xfrm>
            <a:custGeom>
              <a:avLst/>
              <a:pathLst>
                <a:path w="35442" h="149183">
                  <a:moveTo>
                    <a:pt x="0" y="5871"/>
                  </a:moveTo>
                  <a:lnTo>
                    <a:pt x="17721" y="3005"/>
                  </a:lnTo>
                  <a:lnTo>
                    <a:pt x="35442" y="0"/>
                  </a:lnTo>
                  <a:lnTo>
                    <a:pt x="35442" y="149183"/>
                  </a:lnTo>
                  <a:lnTo>
                    <a:pt x="17721" y="149183"/>
                  </a:lnTo>
                  <a:lnTo>
                    <a:pt x="0" y="149183"/>
                  </a:lnTo>
                  <a:close/>
                </a:path>
              </a:pathLst>
            </a:custGeom>
            <a:solidFill>
              <a:srgbClr val="B87560">
                <a:alpha val="100000"/>
              </a:srgbClr>
            </a:solidFill>
            <a:ln w="4762" cap="rnd">
              <a:solidFill>
                <a:srgbClr val="B875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g1322"/>
            <p:cNvSpPr/>
            <p:nvPr/>
          </p:nvSpPr>
          <p:spPr>
            <a:xfrm>
              <a:off x="7477967" y="3537743"/>
              <a:ext cx="17721" cy="152367"/>
            </a:xfrm>
            <a:custGeom>
              <a:avLst/>
              <a:pathLst>
                <a:path w="17721" h="152367">
                  <a:moveTo>
                    <a:pt x="0" y="3184"/>
                  </a:moveTo>
                  <a:lnTo>
                    <a:pt x="17721" y="0"/>
                  </a:lnTo>
                  <a:lnTo>
                    <a:pt x="17721" y="152367"/>
                  </a:lnTo>
                  <a:lnTo>
                    <a:pt x="0" y="152367"/>
                  </a:lnTo>
                  <a:close/>
                </a:path>
              </a:pathLst>
            </a:custGeom>
            <a:solidFill>
              <a:srgbClr val="B8755F">
                <a:alpha val="100000"/>
              </a:srgbClr>
            </a:solidFill>
            <a:ln w="4762" cap="rnd">
              <a:solidFill>
                <a:srgbClr val="B875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g1323"/>
            <p:cNvSpPr/>
            <p:nvPr/>
          </p:nvSpPr>
          <p:spPr>
            <a:xfrm>
              <a:off x="7495688" y="3534371"/>
              <a:ext cx="17721" cy="155740"/>
            </a:xfrm>
            <a:custGeom>
              <a:avLst/>
              <a:pathLst>
                <a:path w="17721" h="155740">
                  <a:moveTo>
                    <a:pt x="0" y="3372"/>
                  </a:moveTo>
                  <a:lnTo>
                    <a:pt x="17721" y="0"/>
                  </a:lnTo>
                  <a:lnTo>
                    <a:pt x="17721" y="155740"/>
                  </a:lnTo>
                  <a:lnTo>
                    <a:pt x="0" y="155740"/>
                  </a:lnTo>
                  <a:close/>
                </a:path>
              </a:pathLst>
            </a:custGeom>
            <a:solidFill>
              <a:srgbClr val="B8745F">
                <a:alpha val="100000"/>
              </a:srgbClr>
            </a:solidFill>
            <a:ln w="4762" cap="rnd">
              <a:solidFill>
                <a:srgbClr val="B8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g1324"/>
            <p:cNvSpPr/>
            <p:nvPr/>
          </p:nvSpPr>
          <p:spPr>
            <a:xfrm>
              <a:off x="7513409" y="3530892"/>
              <a:ext cx="17721" cy="159218"/>
            </a:xfrm>
            <a:custGeom>
              <a:avLst/>
              <a:pathLst>
                <a:path w="17721" h="159218">
                  <a:moveTo>
                    <a:pt x="0" y="3478"/>
                  </a:moveTo>
                  <a:lnTo>
                    <a:pt x="17721" y="0"/>
                  </a:lnTo>
                  <a:lnTo>
                    <a:pt x="17721" y="159218"/>
                  </a:lnTo>
                  <a:lnTo>
                    <a:pt x="0" y="159218"/>
                  </a:lnTo>
                  <a:close/>
                </a:path>
              </a:pathLst>
            </a:custGeom>
            <a:solidFill>
              <a:srgbClr val="B7745F">
                <a:alpha val="100000"/>
              </a:srgbClr>
            </a:solidFill>
            <a:ln w="4762" cap="rnd">
              <a:solidFill>
                <a:srgbClr val="B7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g1325"/>
            <p:cNvSpPr/>
            <p:nvPr/>
          </p:nvSpPr>
          <p:spPr>
            <a:xfrm>
              <a:off x="7531131" y="3523533"/>
              <a:ext cx="35442" cy="166577"/>
            </a:xfrm>
            <a:custGeom>
              <a:avLst/>
              <a:pathLst>
                <a:path w="35442" h="166577">
                  <a:moveTo>
                    <a:pt x="0" y="7358"/>
                  </a:moveTo>
                  <a:lnTo>
                    <a:pt x="17721" y="3748"/>
                  </a:lnTo>
                  <a:lnTo>
                    <a:pt x="35442" y="0"/>
                  </a:lnTo>
                  <a:lnTo>
                    <a:pt x="35442" y="166577"/>
                  </a:lnTo>
                  <a:lnTo>
                    <a:pt x="17721" y="166577"/>
                  </a:lnTo>
                  <a:lnTo>
                    <a:pt x="0" y="166577"/>
                  </a:lnTo>
                  <a:close/>
                </a:path>
              </a:pathLst>
            </a:custGeom>
            <a:solidFill>
              <a:srgbClr val="B7735E">
                <a:alpha val="100000"/>
              </a:srgbClr>
            </a:solidFill>
            <a:ln w="4762" cap="rnd">
              <a:solidFill>
                <a:srgbClr val="B773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g1326"/>
            <p:cNvSpPr/>
            <p:nvPr/>
          </p:nvSpPr>
          <p:spPr>
            <a:xfrm>
              <a:off x="7566574" y="3519712"/>
              <a:ext cx="17721" cy="170398"/>
            </a:xfrm>
            <a:custGeom>
              <a:avLst/>
              <a:pathLst>
                <a:path w="17721" h="170398">
                  <a:moveTo>
                    <a:pt x="0" y="3820"/>
                  </a:moveTo>
                  <a:lnTo>
                    <a:pt x="17721" y="0"/>
                  </a:lnTo>
                  <a:lnTo>
                    <a:pt x="17721" y="170398"/>
                  </a:lnTo>
                  <a:lnTo>
                    <a:pt x="0" y="170398"/>
                  </a:lnTo>
                  <a:close/>
                </a:path>
              </a:pathLst>
            </a:custGeom>
            <a:solidFill>
              <a:srgbClr val="B7735D">
                <a:alpha val="100000"/>
              </a:srgbClr>
            </a:solidFill>
            <a:ln w="4762" cap="rnd">
              <a:solidFill>
                <a:srgbClr val="B773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g1327"/>
            <p:cNvSpPr/>
            <p:nvPr/>
          </p:nvSpPr>
          <p:spPr>
            <a:xfrm>
              <a:off x="7584295" y="3515807"/>
              <a:ext cx="17721" cy="174303"/>
            </a:xfrm>
            <a:custGeom>
              <a:avLst/>
              <a:pathLst>
                <a:path w="17721" h="174303">
                  <a:moveTo>
                    <a:pt x="0" y="3904"/>
                  </a:moveTo>
                  <a:lnTo>
                    <a:pt x="17721" y="0"/>
                  </a:lnTo>
                  <a:lnTo>
                    <a:pt x="17721" y="174303"/>
                  </a:lnTo>
                  <a:lnTo>
                    <a:pt x="0" y="174303"/>
                  </a:lnTo>
                  <a:close/>
                </a:path>
              </a:pathLst>
            </a:custGeom>
            <a:solidFill>
              <a:srgbClr val="B7725D">
                <a:alpha val="100000"/>
              </a:srgbClr>
            </a:solidFill>
            <a:ln w="4762" cap="rnd">
              <a:solidFill>
                <a:srgbClr val="B7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g1328"/>
            <p:cNvSpPr/>
            <p:nvPr/>
          </p:nvSpPr>
          <p:spPr>
            <a:xfrm>
              <a:off x="7602016" y="3511818"/>
              <a:ext cx="17721" cy="178292"/>
            </a:xfrm>
            <a:custGeom>
              <a:avLst/>
              <a:pathLst>
                <a:path w="17721" h="178292">
                  <a:moveTo>
                    <a:pt x="0" y="3988"/>
                  </a:moveTo>
                  <a:lnTo>
                    <a:pt x="17721" y="0"/>
                  </a:lnTo>
                  <a:lnTo>
                    <a:pt x="17721" y="178292"/>
                  </a:lnTo>
                  <a:lnTo>
                    <a:pt x="0" y="178292"/>
                  </a:lnTo>
                  <a:close/>
                </a:path>
              </a:pathLst>
            </a:custGeom>
            <a:solidFill>
              <a:srgbClr val="B6725D">
                <a:alpha val="100000"/>
              </a:srgbClr>
            </a:solidFill>
            <a:ln w="4762" cap="rnd">
              <a:solidFill>
                <a:srgbClr val="B6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g1329"/>
            <p:cNvSpPr/>
            <p:nvPr/>
          </p:nvSpPr>
          <p:spPr>
            <a:xfrm>
              <a:off x="7619738" y="3499641"/>
              <a:ext cx="53164" cy="190469"/>
            </a:xfrm>
            <a:custGeom>
              <a:avLst/>
              <a:pathLst>
                <a:path w="53164" h="190469">
                  <a:moveTo>
                    <a:pt x="0" y="12177"/>
                  </a:moveTo>
                  <a:lnTo>
                    <a:pt x="17721" y="8152"/>
                  </a:lnTo>
                  <a:lnTo>
                    <a:pt x="35442" y="4088"/>
                  </a:lnTo>
                  <a:lnTo>
                    <a:pt x="53164" y="0"/>
                  </a:lnTo>
                  <a:lnTo>
                    <a:pt x="53164" y="190469"/>
                  </a:lnTo>
                  <a:lnTo>
                    <a:pt x="35442" y="190469"/>
                  </a:lnTo>
                  <a:lnTo>
                    <a:pt x="17721" y="190469"/>
                  </a:lnTo>
                  <a:lnTo>
                    <a:pt x="0" y="190469"/>
                  </a:lnTo>
                  <a:close/>
                </a:path>
              </a:pathLst>
            </a:custGeom>
            <a:solidFill>
              <a:srgbClr val="B6715C">
                <a:alpha val="100000"/>
              </a:srgbClr>
            </a:solidFill>
            <a:ln w="4762" cap="rnd">
              <a:solidFill>
                <a:srgbClr val="B671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g1330"/>
            <p:cNvSpPr/>
            <p:nvPr/>
          </p:nvSpPr>
          <p:spPr>
            <a:xfrm>
              <a:off x="7672902" y="3491467"/>
              <a:ext cx="35442" cy="198643"/>
            </a:xfrm>
            <a:custGeom>
              <a:avLst/>
              <a:pathLst>
                <a:path w="35442" h="198643">
                  <a:moveTo>
                    <a:pt x="0" y="8174"/>
                  </a:moveTo>
                  <a:lnTo>
                    <a:pt x="17721" y="4085"/>
                  </a:lnTo>
                  <a:lnTo>
                    <a:pt x="35442" y="0"/>
                  </a:lnTo>
                  <a:lnTo>
                    <a:pt x="35442" y="198643"/>
                  </a:lnTo>
                  <a:lnTo>
                    <a:pt x="17721" y="198643"/>
                  </a:lnTo>
                  <a:lnTo>
                    <a:pt x="0" y="198643"/>
                  </a:lnTo>
                  <a:close/>
                </a:path>
              </a:pathLst>
            </a:custGeom>
            <a:solidFill>
              <a:srgbClr val="B5705B">
                <a:alpha val="100000"/>
              </a:srgbClr>
            </a:solidFill>
            <a:ln w="4762" cap="rnd">
              <a:solidFill>
                <a:srgbClr val="B5705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g1331"/>
            <p:cNvSpPr/>
            <p:nvPr/>
          </p:nvSpPr>
          <p:spPr>
            <a:xfrm>
              <a:off x="7708344" y="3487419"/>
              <a:ext cx="17721" cy="202691"/>
            </a:xfrm>
            <a:custGeom>
              <a:avLst/>
              <a:pathLst>
                <a:path w="17721" h="202691">
                  <a:moveTo>
                    <a:pt x="0" y="4047"/>
                  </a:moveTo>
                  <a:lnTo>
                    <a:pt x="17721" y="0"/>
                  </a:lnTo>
                  <a:lnTo>
                    <a:pt x="17721" y="202691"/>
                  </a:lnTo>
                  <a:lnTo>
                    <a:pt x="0" y="202691"/>
                  </a:lnTo>
                  <a:close/>
                </a:path>
              </a:pathLst>
            </a:custGeom>
            <a:solidFill>
              <a:srgbClr val="B5705A">
                <a:alpha val="100000"/>
              </a:srgbClr>
            </a:solidFill>
            <a:ln w="4762" cap="rnd">
              <a:solidFill>
                <a:srgbClr val="B570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g1332"/>
            <p:cNvSpPr/>
            <p:nvPr/>
          </p:nvSpPr>
          <p:spPr>
            <a:xfrm>
              <a:off x="7726066" y="3483406"/>
              <a:ext cx="17721" cy="206704"/>
            </a:xfrm>
            <a:custGeom>
              <a:avLst/>
              <a:pathLst>
                <a:path w="17721" h="206704">
                  <a:moveTo>
                    <a:pt x="0" y="4012"/>
                  </a:moveTo>
                  <a:lnTo>
                    <a:pt x="17721" y="0"/>
                  </a:lnTo>
                  <a:lnTo>
                    <a:pt x="17721" y="206704"/>
                  </a:lnTo>
                  <a:lnTo>
                    <a:pt x="0" y="206704"/>
                  </a:lnTo>
                  <a:close/>
                </a:path>
              </a:pathLst>
            </a:custGeom>
            <a:solidFill>
              <a:srgbClr val="B56F5A">
                <a:alpha val="100000"/>
              </a:srgbClr>
            </a:solidFill>
            <a:ln w="4762" cap="rnd">
              <a:solidFill>
                <a:srgbClr val="B5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g1333"/>
            <p:cNvSpPr/>
            <p:nvPr/>
          </p:nvSpPr>
          <p:spPr>
            <a:xfrm>
              <a:off x="7743787" y="3479436"/>
              <a:ext cx="17721" cy="210674"/>
            </a:xfrm>
            <a:custGeom>
              <a:avLst/>
              <a:pathLst>
                <a:path w="17721" h="210674">
                  <a:moveTo>
                    <a:pt x="0" y="3969"/>
                  </a:moveTo>
                  <a:lnTo>
                    <a:pt x="17721" y="0"/>
                  </a:lnTo>
                  <a:lnTo>
                    <a:pt x="17721" y="210674"/>
                  </a:lnTo>
                  <a:lnTo>
                    <a:pt x="0" y="210674"/>
                  </a:lnTo>
                  <a:close/>
                </a:path>
              </a:pathLst>
            </a:custGeom>
            <a:solidFill>
              <a:srgbClr val="B46F5A">
                <a:alpha val="100000"/>
              </a:srgbClr>
            </a:solidFill>
            <a:ln w="4762" cap="rnd">
              <a:solidFill>
                <a:srgbClr val="B4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g1334"/>
            <p:cNvSpPr/>
            <p:nvPr/>
          </p:nvSpPr>
          <p:spPr>
            <a:xfrm>
              <a:off x="7761509" y="3471766"/>
              <a:ext cx="35442" cy="218344"/>
            </a:xfrm>
            <a:custGeom>
              <a:avLst/>
              <a:pathLst>
                <a:path w="35442" h="218344">
                  <a:moveTo>
                    <a:pt x="0" y="7669"/>
                  </a:moveTo>
                  <a:lnTo>
                    <a:pt x="17721" y="3800"/>
                  </a:lnTo>
                  <a:lnTo>
                    <a:pt x="35442" y="0"/>
                  </a:lnTo>
                  <a:lnTo>
                    <a:pt x="35442" y="218344"/>
                  </a:lnTo>
                  <a:lnTo>
                    <a:pt x="17721" y="218344"/>
                  </a:lnTo>
                  <a:lnTo>
                    <a:pt x="0" y="218344"/>
                  </a:lnTo>
                  <a:close/>
                </a:path>
              </a:pathLst>
            </a:custGeom>
            <a:solidFill>
              <a:srgbClr val="B46E59">
                <a:alpha val="100000"/>
              </a:srgbClr>
            </a:solidFill>
            <a:ln w="4762" cap="rnd">
              <a:solidFill>
                <a:srgbClr val="B46E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g1335"/>
            <p:cNvSpPr/>
            <p:nvPr/>
          </p:nvSpPr>
          <p:spPr>
            <a:xfrm>
              <a:off x="7796951" y="3468043"/>
              <a:ext cx="17721" cy="222067"/>
            </a:xfrm>
            <a:custGeom>
              <a:avLst/>
              <a:pathLst>
                <a:path w="17721" h="222067">
                  <a:moveTo>
                    <a:pt x="0" y="3722"/>
                  </a:moveTo>
                  <a:lnTo>
                    <a:pt x="17721" y="0"/>
                  </a:lnTo>
                  <a:lnTo>
                    <a:pt x="17721" y="222067"/>
                  </a:lnTo>
                  <a:lnTo>
                    <a:pt x="0" y="222067"/>
                  </a:lnTo>
                  <a:close/>
                </a:path>
              </a:pathLst>
            </a:custGeom>
            <a:solidFill>
              <a:srgbClr val="B46E58">
                <a:alpha val="100000"/>
              </a:srgbClr>
            </a:solidFill>
            <a:ln w="4762" cap="rnd">
              <a:solidFill>
                <a:srgbClr val="B46E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g1336"/>
            <p:cNvSpPr/>
            <p:nvPr/>
          </p:nvSpPr>
          <p:spPr>
            <a:xfrm>
              <a:off x="7814673" y="3464483"/>
              <a:ext cx="17721" cy="225627"/>
            </a:xfrm>
            <a:custGeom>
              <a:avLst/>
              <a:pathLst>
                <a:path w="17721" h="225627">
                  <a:moveTo>
                    <a:pt x="0" y="3560"/>
                  </a:moveTo>
                  <a:lnTo>
                    <a:pt x="17721" y="0"/>
                  </a:lnTo>
                  <a:lnTo>
                    <a:pt x="17721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B46D58">
                <a:alpha val="100000"/>
              </a:srgbClr>
            </a:solidFill>
            <a:ln w="4762" cap="rnd">
              <a:solidFill>
                <a:srgbClr val="B4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g1337"/>
            <p:cNvSpPr/>
            <p:nvPr/>
          </p:nvSpPr>
          <p:spPr>
            <a:xfrm>
              <a:off x="7832394" y="3461024"/>
              <a:ext cx="17721" cy="229086"/>
            </a:xfrm>
            <a:custGeom>
              <a:avLst/>
              <a:pathLst>
                <a:path w="17721" h="229086">
                  <a:moveTo>
                    <a:pt x="0" y="3459"/>
                  </a:moveTo>
                  <a:lnTo>
                    <a:pt x="17721" y="0"/>
                  </a:lnTo>
                  <a:lnTo>
                    <a:pt x="17721" y="229086"/>
                  </a:lnTo>
                  <a:lnTo>
                    <a:pt x="0" y="229086"/>
                  </a:lnTo>
                  <a:close/>
                </a:path>
              </a:pathLst>
            </a:custGeom>
            <a:solidFill>
              <a:srgbClr val="B36D58">
                <a:alpha val="100000"/>
              </a:srgbClr>
            </a:solidFill>
            <a:ln w="4762" cap="rnd">
              <a:solidFill>
                <a:srgbClr val="B3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g1338"/>
            <p:cNvSpPr/>
            <p:nvPr/>
          </p:nvSpPr>
          <p:spPr>
            <a:xfrm>
              <a:off x="7850115" y="3451542"/>
              <a:ext cx="53164" cy="238569"/>
            </a:xfrm>
            <a:custGeom>
              <a:avLst/>
              <a:pathLst>
                <a:path w="53164" h="238569">
                  <a:moveTo>
                    <a:pt x="0" y="9482"/>
                  </a:moveTo>
                  <a:lnTo>
                    <a:pt x="17721" y="6129"/>
                  </a:lnTo>
                  <a:lnTo>
                    <a:pt x="35442" y="3000"/>
                  </a:lnTo>
                  <a:lnTo>
                    <a:pt x="53164" y="0"/>
                  </a:lnTo>
                  <a:lnTo>
                    <a:pt x="53164" y="238569"/>
                  </a:lnTo>
                  <a:lnTo>
                    <a:pt x="35442" y="238569"/>
                  </a:lnTo>
                  <a:lnTo>
                    <a:pt x="17721" y="238569"/>
                  </a:lnTo>
                  <a:lnTo>
                    <a:pt x="0" y="238569"/>
                  </a:lnTo>
                  <a:close/>
                </a:path>
              </a:pathLst>
            </a:custGeom>
            <a:solidFill>
              <a:srgbClr val="B36C57">
                <a:alpha val="100000"/>
              </a:srgbClr>
            </a:solidFill>
            <a:ln w="4762" cap="rnd">
              <a:solidFill>
                <a:srgbClr val="B36C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g1339"/>
            <p:cNvSpPr/>
            <p:nvPr/>
          </p:nvSpPr>
          <p:spPr>
            <a:xfrm>
              <a:off x="7903280" y="3446079"/>
              <a:ext cx="35442" cy="244031"/>
            </a:xfrm>
            <a:custGeom>
              <a:avLst/>
              <a:pathLst>
                <a:path w="35442" h="244031">
                  <a:moveTo>
                    <a:pt x="0" y="5462"/>
                  </a:moveTo>
                  <a:lnTo>
                    <a:pt x="17721" y="2591"/>
                  </a:lnTo>
                  <a:lnTo>
                    <a:pt x="35442" y="0"/>
                  </a:lnTo>
                  <a:lnTo>
                    <a:pt x="35442" y="244031"/>
                  </a:lnTo>
                  <a:lnTo>
                    <a:pt x="17721" y="244031"/>
                  </a:lnTo>
                  <a:lnTo>
                    <a:pt x="0" y="244031"/>
                  </a:lnTo>
                  <a:close/>
                </a:path>
              </a:pathLst>
            </a:custGeom>
            <a:solidFill>
              <a:srgbClr val="B26B56">
                <a:alpha val="100000"/>
              </a:srgbClr>
            </a:solidFill>
            <a:ln w="4762" cap="rnd">
              <a:solidFill>
                <a:srgbClr val="B26B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g1340"/>
            <p:cNvSpPr/>
            <p:nvPr/>
          </p:nvSpPr>
          <p:spPr>
            <a:xfrm>
              <a:off x="7938722" y="3443641"/>
              <a:ext cx="17721" cy="246469"/>
            </a:xfrm>
            <a:custGeom>
              <a:avLst/>
              <a:pathLst>
                <a:path w="17721" h="246469">
                  <a:moveTo>
                    <a:pt x="0" y="2438"/>
                  </a:moveTo>
                  <a:lnTo>
                    <a:pt x="17721" y="0"/>
                  </a:lnTo>
                  <a:lnTo>
                    <a:pt x="17721" y="246469"/>
                  </a:lnTo>
                  <a:lnTo>
                    <a:pt x="0" y="246469"/>
                  </a:lnTo>
                  <a:close/>
                </a:path>
              </a:pathLst>
            </a:custGeom>
            <a:solidFill>
              <a:srgbClr val="B26B55">
                <a:alpha val="100000"/>
              </a:srgbClr>
            </a:solidFill>
            <a:ln w="4762" cap="rnd">
              <a:solidFill>
                <a:srgbClr val="B26B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g1341"/>
            <p:cNvSpPr/>
            <p:nvPr/>
          </p:nvSpPr>
          <p:spPr>
            <a:xfrm>
              <a:off x="7956444" y="3441357"/>
              <a:ext cx="17721" cy="248753"/>
            </a:xfrm>
            <a:custGeom>
              <a:avLst/>
              <a:pathLst>
                <a:path w="17721" h="248753">
                  <a:moveTo>
                    <a:pt x="0" y="2284"/>
                  </a:moveTo>
                  <a:lnTo>
                    <a:pt x="17721" y="0"/>
                  </a:lnTo>
                  <a:lnTo>
                    <a:pt x="17721" y="248753"/>
                  </a:lnTo>
                  <a:lnTo>
                    <a:pt x="0" y="248753"/>
                  </a:lnTo>
                  <a:close/>
                </a:path>
              </a:pathLst>
            </a:custGeom>
            <a:solidFill>
              <a:srgbClr val="B26A55">
                <a:alpha val="100000"/>
              </a:srgbClr>
            </a:solidFill>
            <a:ln w="4762" cap="rnd">
              <a:solidFill>
                <a:srgbClr val="B2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g1342"/>
            <p:cNvSpPr/>
            <p:nvPr/>
          </p:nvSpPr>
          <p:spPr>
            <a:xfrm>
              <a:off x="7974165" y="3439386"/>
              <a:ext cx="17721" cy="250725"/>
            </a:xfrm>
            <a:custGeom>
              <a:avLst/>
              <a:pathLst>
                <a:path w="17721" h="250725">
                  <a:moveTo>
                    <a:pt x="0" y="1971"/>
                  </a:moveTo>
                  <a:lnTo>
                    <a:pt x="17721" y="0"/>
                  </a:lnTo>
                  <a:lnTo>
                    <a:pt x="17721" y="250725"/>
                  </a:lnTo>
                  <a:lnTo>
                    <a:pt x="0" y="250725"/>
                  </a:lnTo>
                  <a:close/>
                </a:path>
              </a:pathLst>
            </a:custGeom>
            <a:solidFill>
              <a:srgbClr val="B16A55">
                <a:alpha val="100000"/>
              </a:srgbClr>
            </a:solidFill>
            <a:ln w="4762" cap="rnd">
              <a:solidFill>
                <a:srgbClr val="B1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g1343"/>
            <p:cNvSpPr/>
            <p:nvPr/>
          </p:nvSpPr>
          <p:spPr>
            <a:xfrm>
              <a:off x="7991886" y="3434694"/>
              <a:ext cx="53164" cy="255416"/>
            </a:xfrm>
            <a:custGeom>
              <a:avLst/>
              <a:pathLst>
                <a:path w="53164" h="255416">
                  <a:moveTo>
                    <a:pt x="0" y="4691"/>
                  </a:moveTo>
                  <a:lnTo>
                    <a:pt x="17721" y="2900"/>
                  </a:lnTo>
                  <a:lnTo>
                    <a:pt x="35442" y="1282"/>
                  </a:lnTo>
                  <a:lnTo>
                    <a:pt x="53164" y="0"/>
                  </a:lnTo>
                  <a:lnTo>
                    <a:pt x="53164" y="255416"/>
                  </a:lnTo>
                  <a:lnTo>
                    <a:pt x="35442" y="255416"/>
                  </a:lnTo>
                  <a:lnTo>
                    <a:pt x="17721" y="255416"/>
                  </a:lnTo>
                  <a:lnTo>
                    <a:pt x="0" y="255416"/>
                  </a:lnTo>
                  <a:close/>
                </a:path>
              </a:pathLst>
            </a:custGeom>
            <a:solidFill>
              <a:srgbClr val="B16954">
                <a:alpha val="100000"/>
              </a:srgbClr>
            </a:solidFill>
            <a:ln w="4762" cap="rnd">
              <a:solidFill>
                <a:srgbClr val="B169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g1344"/>
            <p:cNvSpPr/>
            <p:nvPr/>
          </p:nvSpPr>
          <p:spPr>
            <a:xfrm>
              <a:off x="8045050" y="3432721"/>
              <a:ext cx="35442" cy="257389"/>
            </a:xfrm>
            <a:custGeom>
              <a:avLst/>
              <a:pathLst>
                <a:path w="35442" h="257389">
                  <a:moveTo>
                    <a:pt x="0" y="1972"/>
                  </a:moveTo>
                  <a:lnTo>
                    <a:pt x="17721" y="893"/>
                  </a:lnTo>
                  <a:lnTo>
                    <a:pt x="35442" y="0"/>
                  </a:lnTo>
                  <a:lnTo>
                    <a:pt x="35442" y="257389"/>
                  </a:lnTo>
                  <a:lnTo>
                    <a:pt x="17721" y="257389"/>
                  </a:lnTo>
                  <a:lnTo>
                    <a:pt x="0" y="257389"/>
                  </a:lnTo>
                  <a:close/>
                </a:path>
              </a:pathLst>
            </a:custGeom>
            <a:solidFill>
              <a:srgbClr val="B06853">
                <a:alpha val="100000"/>
              </a:srgbClr>
            </a:solidFill>
            <a:ln w="4762" cap="rnd">
              <a:solidFill>
                <a:srgbClr val="B0685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g1345"/>
            <p:cNvSpPr/>
            <p:nvPr/>
          </p:nvSpPr>
          <p:spPr>
            <a:xfrm>
              <a:off x="8080493" y="3431850"/>
              <a:ext cx="35442" cy="258261"/>
            </a:xfrm>
            <a:custGeom>
              <a:avLst/>
              <a:pathLst>
                <a:path w="35442" h="258261">
                  <a:moveTo>
                    <a:pt x="0" y="871"/>
                  </a:moveTo>
                  <a:lnTo>
                    <a:pt x="17721" y="326"/>
                  </a:lnTo>
                  <a:lnTo>
                    <a:pt x="35442" y="0"/>
                  </a:lnTo>
                  <a:lnTo>
                    <a:pt x="35442" y="258261"/>
                  </a:lnTo>
                  <a:lnTo>
                    <a:pt x="17721" y="258261"/>
                  </a:lnTo>
                  <a:lnTo>
                    <a:pt x="0" y="258261"/>
                  </a:lnTo>
                  <a:close/>
                </a:path>
              </a:pathLst>
            </a:custGeom>
            <a:solidFill>
              <a:srgbClr val="B06752">
                <a:alpha val="100000"/>
              </a:srgbClr>
            </a:solidFill>
            <a:ln w="4762" cap="rnd">
              <a:solidFill>
                <a:srgbClr val="B0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g1346"/>
            <p:cNvSpPr/>
            <p:nvPr/>
          </p:nvSpPr>
          <p:spPr>
            <a:xfrm>
              <a:off x="8115936" y="3431718"/>
              <a:ext cx="17721" cy="258393"/>
            </a:xfrm>
            <a:custGeom>
              <a:avLst/>
              <a:pathLst>
                <a:path w="17721" h="258393">
                  <a:moveTo>
                    <a:pt x="0" y="132"/>
                  </a:moveTo>
                  <a:lnTo>
                    <a:pt x="17721" y="0"/>
                  </a:lnTo>
                  <a:lnTo>
                    <a:pt x="17721" y="258393"/>
                  </a:lnTo>
                  <a:lnTo>
                    <a:pt x="0" y="258393"/>
                  </a:lnTo>
                  <a:close/>
                </a:path>
              </a:pathLst>
            </a:custGeom>
            <a:solidFill>
              <a:srgbClr val="AF6752">
                <a:alpha val="100000"/>
              </a:srgbClr>
            </a:solidFill>
            <a:ln w="4762" cap="rnd">
              <a:solidFill>
                <a:srgbClr val="AF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g1347"/>
            <p:cNvSpPr/>
            <p:nvPr/>
          </p:nvSpPr>
          <p:spPr>
            <a:xfrm>
              <a:off x="8133657" y="3431718"/>
              <a:ext cx="53164" cy="258393"/>
            </a:xfrm>
            <a:custGeom>
              <a:avLst/>
              <a:pathLst>
                <a:path w="53164" h="258393">
                  <a:moveTo>
                    <a:pt x="0" y="0"/>
                  </a:moveTo>
                  <a:lnTo>
                    <a:pt x="17721" y="216"/>
                  </a:lnTo>
                  <a:lnTo>
                    <a:pt x="35442" y="662"/>
                  </a:lnTo>
                  <a:lnTo>
                    <a:pt x="53164" y="1303"/>
                  </a:lnTo>
                  <a:lnTo>
                    <a:pt x="53164" y="258393"/>
                  </a:lnTo>
                  <a:lnTo>
                    <a:pt x="35442" y="258393"/>
                  </a:lnTo>
                  <a:lnTo>
                    <a:pt x="17721" y="258393"/>
                  </a:lnTo>
                  <a:lnTo>
                    <a:pt x="0" y="258393"/>
                  </a:lnTo>
                  <a:close/>
                </a:path>
              </a:pathLst>
            </a:custGeom>
            <a:solidFill>
              <a:srgbClr val="AF6651">
                <a:alpha val="100000"/>
              </a:srgbClr>
            </a:solidFill>
            <a:ln w="4762" cap="rnd">
              <a:solidFill>
                <a:srgbClr val="AF66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g1348"/>
            <p:cNvSpPr/>
            <p:nvPr/>
          </p:nvSpPr>
          <p:spPr>
            <a:xfrm>
              <a:off x="8186821" y="3433022"/>
              <a:ext cx="17721" cy="257089"/>
            </a:xfrm>
            <a:custGeom>
              <a:avLst/>
              <a:pathLst>
                <a:path w="17721" h="257089">
                  <a:moveTo>
                    <a:pt x="0" y="0"/>
                  </a:moveTo>
                  <a:lnTo>
                    <a:pt x="17721" y="979"/>
                  </a:lnTo>
                  <a:lnTo>
                    <a:pt x="17721" y="257089"/>
                  </a:lnTo>
                  <a:lnTo>
                    <a:pt x="0" y="257089"/>
                  </a:lnTo>
                  <a:close/>
                </a:path>
              </a:pathLst>
            </a:custGeom>
            <a:solidFill>
              <a:srgbClr val="AF6550">
                <a:alpha val="100000"/>
              </a:srgbClr>
            </a:solidFill>
            <a:ln w="4762" cap="rnd">
              <a:solidFill>
                <a:srgbClr val="AF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g1349"/>
            <p:cNvSpPr/>
            <p:nvPr/>
          </p:nvSpPr>
          <p:spPr>
            <a:xfrm>
              <a:off x="8204543" y="3434001"/>
              <a:ext cx="17721" cy="256109"/>
            </a:xfrm>
            <a:custGeom>
              <a:avLst/>
              <a:pathLst>
                <a:path w="17721" h="256109">
                  <a:moveTo>
                    <a:pt x="0" y="0"/>
                  </a:moveTo>
                  <a:lnTo>
                    <a:pt x="17721" y="1213"/>
                  </a:lnTo>
                  <a:lnTo>
                    <a:pt x="17721" y="256109"/>
                  </a:lnTo>
                  <a:lnTo>
                    <a:pt x="0" y="256109"/>
                  </a:lnTo>
                  <a:close/>
                </a:path>
              </a:pathLst>
            </a:custGeom>
            <a:solidFill>
              <a:srgbClr val="AE6550">
                <a:alpha val="100000"/>
              </a:srgbClr>
            </a:solidFill>
            <a:ln w="4762" cap="rnd">
              <a:solidFill>
                <a:srgbClr val="AE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g1350"/>
            <p:cNvSpPr/>
            <p:nvPr/>
          </p:nvSpPr>
          <p:spPr>
            <a:xfrm>
              <a:off x="8222264" y="3435215"/>
              <a:ext cx="53164" cy="254896"/>
            </a:xfrm>
            <a:custGeom>
              <a:avLst/>
              <a:pathLst>
                <a:path w="53164" h="254896">
                  <a:moveTo>
                    <a:pt x="0" y="0"/>
                  </a:moveTo>
                  <a:lnTo>
                    <a:pt x="17721" y="1404"/>
                  </a:lnTo>
                  <a:lnTo>
                    <a:pt x="35442" y="3126"/>
                  </a:lnTo>
                  <a:lnTo>
                    <a:pt x="53164" y="5078"/>
                  </a:lnTo>
                  <a:lnTo>
                    <a:pt x="53164" y="254896"/>
                  </a:lnTo>
                  <a:lnTo>
                    <a:pt x="35442" y="254896"/>
                  </a:lnTo>
                  <a:lnTo>
                    <a:pt x="17721" y="254896"/>
                  </a:lnTo>
                  <a:lnTo>
                    <a:pt x="0" y="254896"/>
                  </a:lnTo>
                  <a:close/>
                </a:path>
              </a:pathLst>
            </a:custGeom>
            <a:solidFill>
              <a:srgbClr val="AE644F">
                <a:alpha val="100000"/>
              </a:srgbClr>
            </a:solidFill>
            <a:ln w="4762" cap="rnd">
              <a:solidFill>
                <a:srgbClr val="AE64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g1351"/>
            <p:cNvSpPr/>
            <p:nvPr/>
          </p:nvSpPr>
          <p:spPr>
            <a:xfrm>
              <a:off x="8275428" y="3440293"/>
              <a:ext cx="35442" cy="249817"/>
            </a:xfrm>
            <a:custGeom>
              <a:avLst/>
              <a:pathLst>
                <a:path w="35442" h="249817">
                  <a:moveTo>
                    <a:pt x="0" y="0"/>
                  </a:moveTo>
                  <a:lnTo>
                    <a:pt x="17721" y="2132"/>
                  </a:lnTo>
                  <a:lnTo>
                    <a:pt x="35442" y="4555"/>
                  </a:lnTo>
                  <a:lnTo>
                    <a:pt x="35442" y="249817"/>
                  </a:lnTo>
                  <a:lnTo>
                    <a:pt x="17721" y="249817"/>
                  </a:lnTo>
                  <a:lnTo>
                    <a:pt x="0" y="249817"/>
                  </a:lnTo>
                  <a:close/>
                </a:path>
              </a:pathLst>
            </a:custGeom>
            <a:solidFill>
              <a:srgbClr val="AD634E">
                <a:alpha val="100000"/>
              </a:srgbClr>
            </a:solidFill>
            <a:ln w="4762" cap="rnd">
              <a:solidFill>
                <a:srgbClr val="AD63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g1352"/>
            <p:cNvSpPr/>
            <p:nvPr/>
          </p:nvSpPr>
          <p:spPr>
            <a:xfrm>
              <a:off x="8310871" y="3444849"/>
              <a:ext cx="17721" cy="245261"/>
            </a:xfrm>
            <a:custGeom>
              <a:avLst/>
              <a:pathLst>
                <a:path w="17721" h="245261">
                  <a:moveTo>
                    <a:pt x="0" y="0"/>
                  </a:moveTo>
                  <a:lnTo>
                    <a:pt x="17721" y="2642"/>
                  </a:lnTo>
                  <a:lnTo>
                    <a:pt x="17721" y="245261"/>
                  </a:lnTo>
                  <a:lnTo>
                    <a:pt x="0" y="245261"/>
                  </a:lnTo>
                  <a:close/>
                </a:path>
              </a:pathLst>
            </a:custGeom>
            <a:solidFill>
              <a:srgbClr val="AD624E">
                <a:alpha val="100000"/>
              </a:srgbClr>
            </a:solidFill>
            <a:ln w="4762" cap="rnd">
              <a:solidFill>
                <a:srgbClr val="AD62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g1353"/>
            <p:cNvSpPr/>
            <p:nvPr/>
          </p:nvSpPr>
          <p:spPr>
            <a:xfrm>
              <a:off x="8328592" y="3447492"/>
              <a:ext cx="17721" cy="242618"/>
            </a:xfrm>
            <a:custGeom>
              <a:avLst/>
              <a:pathLst>
                <a:path w="17721" h="242618">
                  <a:moveTo>
                    <a:pt x="0" y="0"/>
                  </a:moveTo>
                  <a:lnTo>
                    <a:pt x="17721" y="2807"/>
                  </a:lnTo>
                  <a:lnTo>
                    <a:pt x="17721" y="242618"/>
                  </a:lnTo>
                  <a:lnTo>
                    <a:pt x="0" y="242618"/>
                  </a:lnTo>
                  <a:close/>
                </a:path>
              </a:pathLst>
            </a:custGeom>
            <a:solidFill>
              <a:srgbClr val="AD624D">
                <a:alpha val="100000"/>
              </a:srgbClr>
            </a:solidFill>
            <a:ln w="4762" cap="rnd">
              <a:solidFill>
                <a:srgbClr val="AD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g1354"/>
            <p:cNvSpPr/>
            <p:nvPr/>
          </p:nvSpPr>
          <p:spPr>
            <a:xfrm>
              <a:off x="8346314" y="3450299"/>
              <a:ext cx="17721" cy="239811"/>
            </a:xfrm>
            <a:custGeom>
              <a:avLst/>
              <a:pathLst>
                <a:path w="17721" h="239811">
                  <a:moveTo>
                    <a:pt x="0" y="0"/>
                  </a:moveTo>
                  <a:lnTo>
                    <a:pt x="17721" y="3063"/>
                  </a:lnTo>
                  <a:lnTo>
                    <a:pt x="17721" y="239811"/>
                  </a:lnTo>
                  <a:lnTo>
                    <a:pt x="0" y="239811"/>
                  </a:lnTo>
                  <a:close/>
                </a:path>
              </a:pathLst>
            </a:custGeom>
            <a:solidFill>
              <a:srgbClr val="AC624D">
                <a:alpha val="100000"/>
              </a:srgbClr>
            </a:solidFill>
            <a:ln w="4762" cap="rnd">
              <a:solidFill>
                <a:srgbClr val="AC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g1355"/>
            <p:cNvSpPr/>
            <p:nvPr/>
          </p:nvSpPr>
          <p:spPr>
            <a:xfrm>
              <a:off x="8364035" y="3453363"/>
              <a:ext cx="53164" cy="236747"/>
            </a:xfrm>
            <a:custGeom>
              <a:avLst/>
              <a:pathLst>
                <a:path w="53164" h="236747">
                  <a:moveTo>
                    <a:pt x="0" y="0"/>
                  </a:moveTo>
                  <a:lnTo>
                    <a:pt x="17721" y="3265"/>
                  </a:lnTo>
                  <a:lnTo>
                    <a:pt x="35442" y="6675"/>
                  </a:lnTo>
                  <a:lnTo>
                    <a:pt x="53164" y="10302"/>
                  </a:lnTo>
                  <a:lnTo>
                    <a:pt x="53164" y="236747"/>
                  </a:lnTo>
                  <a:lnTo>
                    <a:pt x="35442" y="236747"/>
                  </a:lnTo>
                  <a:lnTo>
                    <a:pt x="17721" y="236747"/>
                  </a:lnTo>
                  <a:lnTo>
                    <a:pt x="0" y="236747"/>
                  </a:lnTo>
                  <a:close/>
                </a:path>
              </a:pathLst>
            </a:custGeom>
            <a:solidFill>
              <a:srgbClr val="AC614C">
                <a:alpha val="100000"/>
              </a:srgbClr>
            </a:solidFill>
            <a:ln w="4762" cap="rnd">
              <a:solidFill>
                <a:srgbClr val="AC614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g1356"/>
            <p:cNvSpPr/>
            <p:nvPr/>
          </p:nvSpPr>
          <p:spPr>
            <a:xfrm>
              <a:off x="8417199" y="3463665"/>
              <a:ext cx="35442" cy="226445"/>
            </a:xfrm>
            <a:custGeom>
              <a:avLst/>
              <a:pathLst>
                <a:path w="35442" h="226445">
                  <a:moveTo>
                    <a:pt x="0" y="0"/>
                  </a:moveTo>
                  <a:lnTo>
                    <a:pt x="17721" y="3804"/>
                  </a:lnTo>
                  <a:lnTo>
                    <a:pt x="35442" y="7731"/>
                  </a:lnTo>
                  <a:lnTo>
                    <a:pt x="35442" y="226445"/>
                  </a:lnTo>
                  <a:lnTo>
                    <a:pt x="17721" y="226445"/>
                  </a:lnTo>
                  <a:lnTo>
                    <a:pt x="0" y="226445"/>
                  </a:lnTo>
                  <a:close/>
                </a:path>
              </a:pathLst>
            </a:custGeom>
            <a:solidFill>
              <a:srgbClr val="AB604B">
                <a:alpha val="100000"/>
              </a:srgbClr>
            </a:solidFill>
            <a:ln w="4762" cap="rnd">
              <a:solidFill>
                <a:srgbClr val="AB60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g1357"/>
            <p:cNvSpPr/>
            <p:nvPr/>
          </p:nvSpPr>
          <p:spPr>
            <a:xfrm>
              <a:off x="8452642" y="3471397"/>
              <a:ext cx="17721" cy="218713"/>
            </a:xfrm>
            <a:custGeom>
              <a:avLst/>
              <a:pathLst>
                <a:path w="17721" h="218713">
                  <a:moveTo>
                    <a:pt x="0" y="0"/>
                  </a:moveTo>
                  <a:lnTo>
                    <a:pt x="17721" y="4102"/>
                  </a:lnTo>
                  <a:lnTo>
                    <a:pt x="17721" y="218713"/>
                  </a:lnTo>
                  <a:lnTo>
                    <a:pt x="0" y="218713"/>
                  </a:lnTo>
                  <a:close/>
                </a:path>
              </a:pathLst>
            </a:custGeom>
            <a:solidFill>
              <a:srgbClr val="AB5F4B">
                <a:alpha val="100000"/>
              </a:srgbClr>
            </a:solidFill>
            <a:ln w="4762" cap="rnd">
              <a:solidFill>
                <a:srgbClr val="AB5F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g1358"/>
            <p:cNvSpPr/>
            <p:nvPr/>
          </p:nvSpPr>
          <p:spPr>
            <a:xfrm>
              <a:off x="8470363" y="3475500"/>
              <a:ext cx="17721" cy="214611"/>
            </a:xfrm>
            <a:custGeom>
              <a:avLst/>
              <a:pathLst>
                <a:path w="17721" h="214611">
                  <a:moveTo>
                    <a:pt x="0" y="0"/>
                  </a:moveTo>
                  <a:lnTo>
                    <a:pt x="17721" y="4250"/>
                  </a:lnTo>
                  <a:lnTo>
                    <a:pt x="17721" y="214611"/>
                  </a:lnTo>
                  <a:lnTo>
                    <a:pt x="0" y="214611"/>
                  </a:lnTo>
                  <a:close/>
                </a:path>
              </a:pathLst>
            </a:custGeom>
            <a:solidFill>
              <a:srgbClr val="AB5F4A">
                <a:alpha val="100000"/>
              </a:srgbClr>
            </a:solidFill>
            <a:ln w="4762" cap="rnd">
              <a:solidFill>
                <a:srgbClr val="AB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g1359"/>
            <p:cNvSpPr/>
            <p:nvPr/>
          </p:nvSpPr>
          <p:spPr>
            <a:xfrm>
              <a:off x="8488085" y="3479750"/>
              <a:ext cx="17721" cy="210360"/>
            </a:xfrm>
            <a:custGeom>
              <a:avLst/>
              <a:pathLst>
                <a:path w="17721" h="210360">
                  <a:moveTo>
                    <a:pt x="0" y="0"/>
                  </a:moveTo>
                  <a:lnTo>
                    <a:pt x="17721" y="4347"/>
                  </a:lnTo>
                  <a:lnTo>
                    <a:pt x="17721" y="210360"/>
                  </a:lnTo>
                  <a:lnTo>
                    <a:pt x="0" y="210360"/>
                  </a:lnTo>
                  <a:close/>
                </a:path>
              </a:pathLst>
            </a:custGeom>
            <a:solidFill>
              <a:srgbClr val="AA5F4A">
                <a:alpha val="100000"/>
              </a:srgbClr>
            </a:solidFill>
            <a:ln w="4762" cap="rnd">
              <a:solidFill>
                <a:srgbClr val="AA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g1360"/>
            <p:cNvSpPr/>
            <p:nvPr/>
          </p:nvSpPr>
          <p:spPr>
            <a:xfrm>
              <a:off x="8505806" y="3484097"/>
              <a:ext cx="35442" cy="206013"/>
            </a:xfrm>
            <a:custGeom>
              <a:avLst/>
              <a:pathLst>
                <a:path w="35442" h="206013">
                  <a:moveTo>
                    <a:pt x="0" y="0"/>
                  </a:moveTo>
                  <a:lnTo>
                    <a:pt x="17721" y="4480"/>
                  </a:lnTo>
                  <a:lnTo>
                    <a:pt x="35442" y="9074"/>
                  </a:lnTo>
                  <a:lnTo>
                    <a:pt x="35442" y="206013"/>
                  </a:lnTo>
                  <a:lnTo>
                    <a:pt x="17721" y="206013"/>
                  </a:lnTo>
                  <a:lnTo>
                    <a:pt x="0" y="206013"/>
                  </a:lnTo>
                  <a:close/>
                </a:path>
              </a:pathLst>
            </a:custGeom>
            <a:solidFill>
              <a:srgbClr val="AA5E49">
                <a:alpha val="100000"/>
              </a:srgbClr>
            </a:solidFill>
            <a:ln w="4762" cap="rnd">
              <a:solidFill>
                <a:srgbClr val="AA5E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g1361"/>
            <p:cNvSpPr/>
            <p:nvPr/>
          </p:nvSpPr>
          <p:spPr>
            <a:xfrm>
              <a:off x="8541249" y="3493171"/>
              <a:ext cx="17721" cy="196939"/>
            </a:xfrm>
            <a:custGeom>
              <a:avLst/>
              <a:pathLst>
                <a:path w="17721" h="196939">
                  <a:moveTo>
                    <a:pt x="0" y="0"/>
                  </a:moveTo>
                  <a:lnTo>
                    <a:pt x="17721" y="4664"/>
                  </a:lnTo>
                  <a:lnTo>
                    <a:pt x="17721" y="196939"/>
                  </a:lnTo>
                  <a:lnTo>
                    <a:pt x="0" y="196939"/>
                  </a:lnTo>
                  <a:close/>
                </a:path>
              </a:pathLst>
            </a:custGeom>
            <a:solidFill>
              <a:srgbClr val="AA5D49">
                <a:alpha val="100000"/>
              </a:srgbClr>
            </a:solidFill>
            <a:ln w="4762" cap="rnd">
              <a:solidFill>
                <a:srgbClr val="AA5D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g1362"/>
            <p:cNvSpPr/>
            <p:nvPr/>
          </p:nvSpPr>
          <p:spPr>
            <a:xfrm>
              <a:off x="8558970" y="3497836"/>
              <a:ext cx="35442" cy="192274"/>
            </a:xfrm>
            <a:custGeom>
              <a:avLst/>
              <a:pathLst>
                <a:path w="35442" h="192274">
                  <a:moveTo>
                    <a:pt x="0" y="0"/>
                  </a:moveTo>
                  <a:lnTo>
                    <a:pt x="17721" y="4756"/>
                  </a:lnTo>
                  <a:lnTo>
                    <a:pt x="35442" y="9589"/>
                  </a:lnTo>
                  <a:lnTo>
                    <a:pt x="35442" y="192274"/>
                  </a:lnTo>
                  <a:lnTo>
                    <a:pt x="17721" y="192274"/>
                  </a:lnTo>
                  <a:lnTo>
                    <a:pt x="0" y="192274"/>
                  </a:lnTo>
                  <a:close/>
                </a:path>
              </a:pathLst>
            </a:custGeom>
            <a:solidFill>
              <a:srgbClr val="A95D48">
                <a:alpha val="100000"/>
              </a:srgbClr>
            </a:solidFill>
            <a:ln w="4762" cap="rnd">
              <a:solidFill>
                <a:srgbClr val="A95D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g1363"/>
            <p:cNvSpPr/>
            <p:nvPr/>
          </p:nvSpPr>
          <p:spPr>
            <a:xfrm>
              <a:off x="8594413" y="3507426"/>
              <a:ext cx="17721" cy="182685"/>
            </a:xfrm>
            <a:custGeom>
              <a:avLst/>
              <a:pathLst>
                <a:path w="17721" h="182685">
                  <a:moveTo>
                    <a:pt x="0" y="0"/>
                  </a:moveTo>
                  <a:lnTo>
                    <a:pt x="17721" y="4877"/>
                  </a:lnTo>
                  <a:lnTo>
                    <a:pt x="17721" y="182685"/>
                  </a:lnTo>
                  <a:lnTo>
                    <a:pt x="0" y="182685"/>
                  </a:lnTo>
                  <a:close/>
                </a:path>
              </a:pathLst>
            </a:custGeom>
            <a:solidFill>
              <a:srgbClr val="A95C48">
                <a:alpha val="100000"/>
              </a:srgbClr>
            </a:solidFill>
            <a:ln w="4762" cap="rnd">
              <a:solidFill>
                <a:srgbClr val="A95C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g1364"/>
            <p:cNvSpPr/>
            <p:nvPr/>
          </p:nvSpPr>
          <p:spPr>
            <a:xfrm>
              <a:off x="8612134" y="3512303"/>
              <a:ext cx="35442" cy="177808"/>
            </a:xfrm>
            <a:custGeom>
              <a:avLst/>
              <a:pathLst>
                <a:path w="35442" h="177808">
                  <a:moveTo>
                    <a:pt x="0" y="0"/>
                  </a:moveTo>
                  <a:lnTo>
                    <a:pt x="17721" y="4929"/>
                  </a:lnTo>
                  <a:lnTo>
                    <a:pt x="35442" y="9898"/>
                  </a:lnTo>
                  <a:lnTo>
                    <a:pt x="35442" y="177808"/>
                  </a:lnTo>
                  <a:lnTo>
                    <a:pt x="17721" y="177808"/>
                  </a:lnTo>
                  <a:lnTo>
                    <a:pt x="0" y="177808"/>
                  </a:lnTo>
                  <a:close/>
                </a:path>
              </a:pathLst>
            </a:custGeom>
            <a:solidFill>
              <a:srgbClr val="A95C47">
                <a:alpha val="100000"/>
              </a:srgbClr>
            </a:solidFill>
            <a:ln w="4762" cap="rnd">
              <a:solidFill>
                <a:srgbClr val="A95C4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g1365"/>
            <p:cNvSpPr/>
            <p:nvPr/>
          </p:nvSpPr>
          <p:spPr>
            <a:xfrm>
              <a:off x="8647577" y="3522201"/>
              <a:ext cx="35442" cy="167909"/>
            </a:xfrm>
            <a:custGeom>
              <a:avLst/>
              <a:pathLst>
                <a:path w="35442" h="167909">
                  <a:moveTo>
                    <a:pt x="0" y="0"/>
                  </a:moveTo>
                  <a:lnTo>
                    <a:pt x="17721" y="4986"/>
                  </a:lnTo>
                  <a:lnTo>
                    <a:pt x="35442" y="9990"/>
                  </a:lnTo>
                  <a:lnTo>
                    <a:pt x="35442" y="167909"/>
                  </a:lnTo>
                  <a:lnTo>
                    <a:pt x="17721" y="167909"/>
                  </a:lnTo>
                  <a:lnTo>
                    <a:pt x="0" y="167909"/>
                  </a:lnTo>
                  <a:close/>
                </a:path>
              </a:pathLst>
            </a:custGeom>
            <a:solidFill>
              <a:srgbClr val="A85B46">
                <a:alpha val="100000"/>
              </a:srgbClr>
            </a:solidFill>
            <a:ln w="4762" cap="rnd">
              <a:solidFill>
                <a:srgbClr val="A85B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g1366"/>
            <p:cNvSpPr/>
            <p:nvPr/>
          </p:nvSpPr>
          <p:spPr>
            <a:xfrm>
              <a:off x="8683020" y="3532192"/>
              <a:ext cx="17721" cy="157918"/>
            </a:xfrm>
            <a:custGeom>
              <a:avLst/>
              <a:pathLst>
                <a:path w="17721" h="157918">
                  <a:moveTo>
                    <a:pt x="0" y="0"/>
                  </a:moveTo>
                  <a:lnTo>
                    <a:pt x="17721" y="5005"/>
                  </a:lnTo>
                  <a:lnTo>
                    <a:pt x="17721" y="157918"/>
                  </a:lnTo>
                  <a:lnTo>
                    <a:pt x="0" y="157918"/>
                  </a:lnTo>
                  <a:close/>
                </a:path>
              </a:pathLst>
            </a:custGeom>
            <a:solidFill>
              <a:srgbClr val="A85A46">
                <a:alpha val="100000"/>
              </a:srgbClr>
            </a:solidFill>
            <a:ln w="4762" cap="rnd">
              <a:solidFill>
                <a:srgbClr val="A85A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g1367"/>
            <p:cNvSpPr/>
            <p:nvPr/>
          </p:nvSpPr>
          <p:spPr>
            <a:xfrm>
              <a:off x="8700741" y="3537197"/>
              <a:ext cx="17721" cy="152913"/>
            </a:xfrm>
            <a:custGeom>
              <a:avLst/>
              <a:pathLst>
                <a:path w="17721" h="152913">
                  <a:moveTo>
                    <a:pt x="0" y="0"/>
                  </a:moveTo>
                  <a:lnTo>
                    <a:pt x="17721" y="4998"/>
                  </a:lnTo>
                  <a:lnTo>
                    <a:pt x="17721" y="152913"/>
                  </a:lnTo>
                  <a:lnTo>
                    <a:pt x="0" y="152913"/>
                  </a:lnTo>
                  <a:close/>
                </a:path>
              </a:pathLst>
            </a:custGeom>
            <a:solidFill>
              <a:srgbClr val="A85A45">
                <a:alpha val="100000"/>
              </a:srgbClr>
            </a:solidFill>
            <a:ln w="4762" cap="rnd">
              <a:solidFill>
                <a:srgbClr val="A85A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g1368"/>
            <p:cNvSpPr/>
            <p:nvPr/>
          </p:nvSpPr>
          <p:spPr>
            <a:xfrm>
              <a:off x="8718462" y="3542196"/>
              <a:ext cx="17721" cy="147914"/>
            </a:xfrm>
            <a:custGeom>
              <a:avLst/>
              <a:pathLst>
                <a:path w="17721" h="147914">
                  <a:moveTo>
                    <a:pt x="0" y="0"/>
                  </a:moveTo>
                  <a:lnTo>
                    <a:pt x="17721" y="4985"/>
                  </a:lnTo>
                  <a:lnTo>
                    <a:pt x="17721" y="147914"/>
                  </a:lnTo>
                  <a:lnTo>
                    <a:pt x="0" y="147914"/>
                  </a:lnTo>
                  <a:close/>
                </a:path>
              </a:pathLst>
            </a:custGeom>
            <a:solidFill>
              <a:srgbClr val="A75A45">
                <a:alpha val="100000"/>
              </a:srgbClr>
            </a:solidFill>
            <a:ln w="4762" cap="rnd">
              <a:solidFill>
                <a:srgbClr val="A75A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g1369"/>
            <p:cNvSpPr/>
            <p:nvPr/>
          </p:nvSpPr>
          <p:spPr>
            <a:xfrm>
              <a:off x="8736184" y="3547182"/>
              <a:ext cx="17721" cy="142929"/>
            </a:xfrm>
            <a:custGeom>
              <a:avLst/>
              <a:pathLst>
                <a:path w="17721" h="142929">
                  <a:moveTo>
                    <a:pt x="0" y="0"/>
                  </a:moveTo>
                  <a:lnTo>
                    <a:pt x="17721" y="4950"/>
                  </a:lnTo>
                  <a:lnTo>
                    <a:pt x="17721" y="142929"/>
                  </a:lnTo>
                  <a:lnTo>
                    <a:pt x="0" y="142929"/>
                  </a:lnTo>
                  <a:close/>
                </a:path>
              </a:pathLst>
            </a:custGeom>
            <a:solidFill>
              <a:srgbClr val="A75945">
                <a:alpha val="100000"/>
              </a:srgbClr>
            </a:solidFill>
            <a:ln w="4762" cap="rnd">
              <a:solidFill>
                <a:srgbClr val="A759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g1370"/>
            <p:cNvSpPr/>
            <p:nvPr/>
          </p:nvSpPr>
          <p:spPr>
            <a:xfrm>
              <a:off x="8753905" y="3552132"/>
              <a:ext cx="17721" cy="137978"/>
            </a:xfrm>
            <a:custGeom>
              <a:avLst/>
              <a:pathLst>
                <a:path w="17721" h="137978">
                  <a:moveTo>
                    <a:pt x="0" y="0"/>
                  </a:moveTo>
                  <a:lnTo>
                    <a:pt x="17721" y="4921"/>
                  </a:lnTo>
                  <a:lnTo>
                    <a:pt x="17721" y="137978"/>
                  </a:lnTo>
                  <a:lnTo>
                    <a:pt x="0" y="137978"/>
                  </a:lnTo>
                  <a:close/>
                </a:path>
              </a:pathLst>
            </a:custGeom>
            <a:solidFill>
              <a:srgbClr val="A75944">
                <a:alpha val="100000"/>
              </a:srgbClr>
            </a:solidFill>
            <a:ln w="4762" cap="rnd">
              <a:solidFill>
                <a:srgbClr val="A759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g1371"/>
            <p:cNvSpPr/>
            <p:nvPr/>
          </p:nvSpPr>
          <p:spPr>
            <a:xfrm>
              <a:off x="8771627" y="3557054"/>
              <a:ext cx="17721" cy="133057"/>
            </a:xfrm>
            <a:custGeom>
              <a:avLst/>
              <a:pathLst>
                <a:path w="17721" h="133057">
                  <a:moveTo>
                    <a:pt x="0" y="0"/>
                  </a:moveTo>
                  <a:lnTo>
                    <a:pt x="17721" y="4882"/>
                  </a:lnTo>
                  <a:lnTo>
                    <a:pt x="17721" y="133057"/>
                  </a:lnTo>
                  <a:lnTo>
                    <a:pt x="0" y="133057"/>
                  </a:lnTo>
                  <a:close/>
                </a:path>
              </a:pathLst>
            </a:custGeom>
            <a:solidFill>
              <a:srgbClr val="A75844">
                <a:alpha val="100000"/>
              </a:srgbClr>
            </a:solidFill>
            <a:ln w="4762" cap="rnd">
              <a:solidFill>
                <a:srgbClr val="A758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g1372"/>
            <p:cNvSpPr/>
            <p:nvPr/>
          </p:nvSpPr>
          <p:spPr>
            <a:xfrm>
              <a:off x="8789348" y="3561936"/>
              <a:ext cx="17721" cy="128174"/>
            </a:xfrm>
            <a:custGeom>
              <a:avLst/>
              <a:pathLst>
                <a:path w="17721" h="128174">
                  <a:moveTo>
                    <a:pt x="0" y="0"/>
                  </a:moveTo>
                  <a:lnTo>
                    <a:pt x="17721" y="4813"/>
                  </a:lnTo>
                  <a:lnTo>
                    <a:pt x="17721" y="128174"/>
                  </a:lnTo>
                  <a:lnTo>
                    <a:pt x="0" y="128174"/>
                  </a:lnTo>
                  <a:close/>
                </a:path>
              </a:pathLst>
            </a:custGeom>
            <a:solidFill>
              <a:srgbClr val="A65844">
                <a:alpha val="100000"/>
              </a:srgbClr>
            </a:solidFill>
            <a:ln w="4762" cap="rnd">
              <a:solidFill>
                <a:srgbClr val="A658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g1373"/>
            <p:cNvSpPr/>
            <p:nvPr/>
          </p:nvSpPr>
          <p:spPr>
            <a:xfrm>
              <a:off x="8807069" y="3566750"/>
              <a:ext cx="17721" cy="123360"/>
            </a:xfrm>
            <a:custGeom>
              <a:avLst/>
              <a:pathLst>
                <a:path w="17721" h="123360">
                  <a:moveTo>
                    <a:pt x="0" y="0"/>
                  </a:moveTo>
                  <a:lnTo>
                    <a:pt x="17721" y="4766"/>
                  </a:lnTo>
                  <a:lnTo>
                    <a:pt x="17721" y="123360"/>
                  </a:lnTo>
                  <a:lnTo>
                    <a:pt x="0" y="123360"/>
                  </a:lnTo>
                  <a:close/>
                </a:path>
              </a:pathLst>
            </a:custGeom>
            <a:solidFill>
              <a:srgbClr val="A65843">
                <a:alpha val="100000"/>
              </a:srgbClr>
            </a:solidFill>
            <a:ln w="4762" cap="rnd">
              <a:solidFill>
                <a:srgbClr val="A658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g1374"/>
            <p:cNvSpPr/>
            <p:nvPr/>
          </p:nvSpPr>
          <p:spPr>
            <a:xfrm>
              <a:off x="8824791" y="3571517"/>
              <a:ext cx="17721" cy="118594"/>
            </a:xfrm>
            <a:custGeom>
              <a:avLst/>
              <a:pathLst>
                <a:path w="17721" h="118594">
                  <a:moveTo>
                    <a:pt x="0" y="0"/>
                  </a:moveTo>
                  <a:lnTo>
                    <a:pt x="17721" y="4706"/>
                  </a:lnTo>
                  <a:lnTo>
                    <a:pt x="17721" y="118594"/>
                  </a:lnTo>
                  <a:lnTo>
                    <a:pt x="0" y="118594"/>
                  </a:lnTo>
                  <a:close/>
                </a:path>
              </a:pathLst>
            </a:custGeom>
            <a:solidFill>
              <a:srgbClr val="A65743">
                <a:alpha val="100000"/>
              </a:srgbClr>
            </a:solidFill>
            <a:ln w="4762" cap="rnd">
              <a:solidFill>
                <a:srgbClr val="A657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g1375"/>
            <p:cNvSpPr/>
            <p:nvPr/>
          </p:nvSpPr>
          <p:spPr>
            <a:xfrm>
              <a:off x="8842512" y="3576224"/>
              <a:ext cx="17721" cy="113887"/>
            </a:xfrm>
            <a:custGeom>
              <a:avLst/>
              <a:pathLst>
                <a:path w="17721" h="113887">
                  <a:moveTo>
                    <a:pt x="0" y="0"/>
                  </a:moveTo>
                  <a:lnTo>
                    <a:pt x="17721" y="4607"/>
                  </a:lnTo>
                  <a:lnTo>
                    <a:pt x="17721" y="113887"/>
                  </a:lnTo>
                  <a:lnTo>
                    <a:pt x="0" y="113887"/>
                  </a:lnTo>
                  <a:close/>
                </a:path>
              </a:pathLst>
            </a:custGeom>
            <a:solidFill>
              <a:srgbClr val="A65742">
                <a:alpha val="100000"/>
              </a:srgbClr>
            </a:solidFill>
            <a:ln w="4762" cap="rnd">
              <a:solidFill>
                <a:srgbClr val="A657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g1376"/>
            <p:cNvSpPr/>
            <p:nvPr/>
          </p:nvSpPr>
          <p:spPr>
            <a:xfrm>
              <a:off x="8860233" y="3580832"/>
              <a:ext cx="17721" cy="109279"/>
            </a:xfrm>
            <a:custGeom>
              <a:avLst/>
              <a:pathLst>
                <a:path w="17721" h="109279">
                  <a:moveTo>
                    <a:pt x="0" y="0"/>
                  </a:moveTo>
                  <a:lnTo>
                    <a:pt x="17721" y="4545"/>
                  </a:lnTo>
                  <a:lnTo>
                    <a:pt x="17721" y="109279"/>
                  </a:lnTo>
                  <a:lnTo>
                    <a:pt x="0" y="109279"/>
                  </a:lnTo>
                  <a:close/>
                </a:path>
              </a:pathLst>
            </a:custGeom>
            <a:solidFill>
              <a:srgbClr val="A55742">
                <a:alpha val="100000"/>
              </a:srgbClr>
            </a:solidFill>
            <a:ln w="4762" cap="rnd">
              <a:solidFill>
                <a:srgbClr val="A557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g1377"/>
            <p:cNvSpPr/>
            <p:nvPr/>
          </p:nvSpPr>
          <p:spPr>
            <a:xfrm>
              <a:off x="8877955" y="3585377"/>
              <a:ext cx="17721" cy="104733"/>
            </a:xfrm>
            <a:custGeom>
              <a:avLst/>
              <a:pathLst>
                <a:path w="17721" h="104733">
                  <a:moveTo>
                    <a:pt x="0" y="0"/>
                  </a:moveTo>
                  <a:lnTo>
                    <a:pt x="17721" y="4470"/>
                  </a:lnTo>
                  <a:lnTo>
                    <a:pt x="17721" y="104733"/>
                  </a:lnTo>
                  <a:lnTo>
                    <a:pt x="0" y="104733"/>
                  </a:lnTo>
                  <a:close/>
                </a:path>
              </a:pathLst>
            </a:custGeom>
            <a:solidFill>
              <a:srgbClr val="A55642">
                <a:alpha val="100000"/>
              </a:srgbClr>
            </a:solidFill>
            <a:ln w="4762" cap="rnd">
              <a:solidFill>
                <a:srgbClr val="A556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g1378"/>
            <p:cNvSpPr/>
            <p:nvPr/>
          </p:nvSpPr>
          <p:spPr>
            <a:xfrm>
              <a:off x="8895676" y="3589848"/>
              <a:ext cx="17721" cy="100262"/>
            </a:xfrm>
            <a:custGeom>
              <a:avLst/>
              <a:pathLst>
                <a:path w="17721" h="100262">
                  <a:moveTo>
                    <a:pt x="0" y="0"/>
                  </a:moveTo>
                  <a:lnTo>
                    <a:pt x="17721" y="4346"/>
                  </a:lnTo>
                  <a:lnTo>
                    <a:pt x="17721" y="100262"/>
                  </a:lnTo>
                  <a:lnTo>
                    <a:pt x="0" y="100262"/>
                  </a:lnTo>
                  <a:close/>
                </a:path>
              </a:pathLst>
            </a:custGeom>
            <a:solidFill>
              <a:srgbClr val="A55641">
                <a:alpha val="100000"/>
              </a:srgbClr>
            </a:solidFill>
            <a:ln w="4762" cap="rnd">
              <a:solidFill>
                <a:srgbClr val="A556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g1379"/>
            <p:cNvSpPr/>
            <p:nvPr/>
          </p:nvSpPr>
          <p:spPr>
            <a:xfrm>
              <a:off x="8913398" y="3594194"/>
              <a:ext cx="17721" cy="95916"/>
            </a:xfrm>
            <a:custGeom>
              <a:avLst/>
              <a:pathLst>
                <a:path w="17721" h="95916">
                  <a:moveTo>
                    <a:pt x="0" y="0"/>
                  </a:moveTo>
                  <a:lnTo>
                    <a:pt x="17721" y="4272"/>
                  </a:lnTo>
                  <a:lnTo>
                    <a:pt x="17721" y="95916"/>
                  </a:lnTo>
                  <a:lnTo>
                    <a:pt x="0" y="95916"/>
                  </a:lnTo>
                  <a:close/>
                </a:path>
              </a:pathLst>
            </a:custGeom>
            <a:solidFill>
              <a:srgbClr val="A55541">
                <a:alpha val="100000"/>
              </a:srgbClr>
            </a:solidFill>
            <a:ln w="4762" cap="rnd">
              <a:solidFill>
                <a:srgbClr val="A555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g1380"/>
            <p:cNvSpPr/>
            <p:nvPr/>
          </p:nvSpPr>
          <p:spPr>
            <a:xfrm>
              <a:off x="8931119" y="3598467"/>
              <a:ext cx="17721" cy="91644"/>
            </a:xfrm>
            <a:custGeom>
              <a:avLst/>
              <a:pathLst>
                <a:path w="17721" h="91644">
                  <a:moveTo>
                    <a:pt x="0" y="0"/>
                  </a:moveTo>
                  <a:lnTo>
                    <a:pt x="17721" y="4187"/>
                  </a:lnTo>
                  <a:lnTo>
                    <a:pt x="17721" y="91644"/>
                  </a:lnTo>
                  <a:lnTo>
                    <a:pt x="0" y="91644"/>
                  </a:lnTo>
                  <a:close/>
                </a:path>
              </a:pathLst>
            </a:custGeom>
            <a:solidFill>
              <a:srgbClr val="A45541">
                <a:alpha val="100000"/>
              </a:srgbClr>
            </a:solidFill>
            <a:ln w="4762" cap="rnd">
              <a:solidFill>
                <a:srgbClr val="A455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g1381"/>
            <p:cNvSpPr/>
            <p:nvPr/>
          </p:nvSpPr>
          <p:spPr>
            <a:xfrm>
              <a:off x="8948840" y="3602654"/>
              <a:ext cx="17721" cy="87456"/>
            </a:xfrm>
            <a:custGeom>
              <a:avLst/>
              <a:pathLst>
                <a:path w="17721" h="87456">
                  <a:moveTo>
                    <a:pt x="0" y="0"/>
                  </a:moveTo>
                  <a:lnTo>
                    <a:pt x="17721" y="4042"/>
                  </a:lnTo>
                  <a:lnTo>
                    <a:pt x="17721" y="87456"/>
                  </a:lnTo>
                  <a:lnTo>
                    <a:pt x="0" y="87456"/>
                  </a:lnTo>
                  <a:close/>
                </a:path>
              </a:pathLst>
            </a:custGeom>
            <a:solidFill>
              <a:srgbClr val="A45540">
                <a:alpha val="100000"/>
              </a:srgbClr>
            </a:solidFill>
            <a:ln w="4762" cap="rnd">
              <a:solidFill>
                <a:srgbClr val="A455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g1382"/>
            <p:cNvSpPr/>
            <p:nvPr/>
          </p:nvSpPr>
          <p:spPr>
            <a:xfrm>
              <a:off x="8966562" y="3606696"/>
              <a:ext cx="35442" cy="83414"/>
            </a:xfrm>
            <a:custGeom>
              <a:avLst/>
              <a:pathLst>
                <a:path w="35442" h="83414">
                  <a:moveTo>
                    <a:pt x="0" y="0"/>
                  </a:moveTo>
                  <a:lnTo>
                    <a:pt x="17721" y="3959"/>
                  </a:lnTo>
                  <a:lnTo>
                    <a:pt x="35442" y="7829"/>
                  </a:lnTo>
                  <a:lnTo>
                    <a:pt x="35442" y="83414"/>
                  </a:lnTo>
                  <a:lnTo>
                    <a:pt x="17721" y="83414"/>
                  </a:lnTo>
                  <a:lnTo>
                    <a:pt x="0" y="83414"/>
                  </a:lnTo>
                  <a:close/>
                </a:path>
              </a:pathLst>
            </a:custGeom>
            <a:solidFill>
              <a:srgbClr val="A45440">
                <a:alpha val="100000"/>
              </a:srgbClr>
            </a:solidFill>
            <a:ln w="4762" cap="rnd">
              <a:solidFill>
                <a:srgbClr val="A454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g1383"/>
            <p:cNvSpPr/>
            <p:nvPr/>
          </p:nvSpPr>
          <p:spPr>
            <a:xfrm>
              <a:off x="9002004" y="3614525"/>
              <a:ext cx="35442" cy="75585"/>
            </a:xfrm>
            <a:custGeom>
              <a:avLst/>
              <a:pathLst>
                <a:path w="35442" h="75585">
                  <a:moveTo>
                    <a:pt x="0" y="0"/>
                  </a:moveTo>
                  <a:lnTo>
                    <a:pt x="17721" y="3709"/>
                  </a:lnTo>
                  <a:lnTo>
                    <a:pt x="35442" y="7330"/>
                  </a:lnTo>
                  <a:lnTo>
                    <a:pt x="35442" y="75585"/>
                  </a:lnTo>
                  <a:lnTo>
                    <a:pt x="17721" y="75585"/>
                  </a:lnTo>
                  <a:lnTo>
                    <a:pt x="0" y="75585"/>
                  </a:lnTo>
                  <a:close/>
                </a:path>
              </a:pathLst>
            </a:custGeom>
            <a:solidFill>
              <a:srgbClr val="A3533F">
                <a:alpha val="100000"/>
              </a:srgbClr>
            </a:solidFill>
            <a:ln w="4762" cap="rnd">
              <a:solidFill>
                <a:srgbClr val="A3533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g1384"/>
            <p:cNvSpPr/>
            <p:nvPr/>
          </p:nvSpPr>
          <p:spPr>
            <a:xfrm>
              <a:off x="9037447" y="3621856"/>
              <a:ext cx="17721" cy="68254"/>
            </a:xfrm>
            <a:custGeom>
              <a:avLst/>
              <a:pathLst>
                <a:path w="17721" h="68254">
                  <a:moveTo>
                    <a:pt x="0" y="0"/>
                  </a:moveTo>
                  <a:lnTo>
                    <a:pt x="17721" y="3530"/>
                  </a:lnTo>
                  <a:lnTo>
                    <a:pt x="17721" y="68254"/>
                  </a:lnTo>
                  <a:lnTo>
                    <a:pt x="0" y="68254"/>
                  </a:lnTo>
                  <a:close/>
                </a:path>
              </a:pathLst>
            </a:custGeom>
            <a:solidFill>
              <a:srgbClr val="A3533E">
                <a:alpha val="100000"/>
              </a:srgbClr>
            </a:solidFill>
            <a:ln w="4762" cap="rnd">
              <a:solidFill>
                <a:srgbClr val="A353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g1385"/>
            <p:cNvSpPr/>
            <p:nvPr/>
          </p:nvSpPr>
          <p:spPr>
            <a:xfrm>
              <a:off x="9055168" y="3625386"/>
              <a:ext cx="17721" cy="64724"/>
            </a:xfrm>
            <a:custGeom>
              <a:avLst/>
              <a:pathLst>
                <a:path w="17721" h="64724">
                  <a:moveTo>
                    <a:pt x="0" y="0"/>
                  </a:moveTo>
                  <a:lnTo>
                    <a:pt x="17721" y="3359"/>
                  </a:lnTo>
                  <a:lnTo>
                    <a:pt x="17721" y="64724"/>
                  </a:lnTo>
                  <a:lnTo>
                    <a:pt x="0" y="64724"/>
                  </a:lnTo>
                  <a:close/>
                </a:path>
              </a:pathLst>
            </a:custGeom>
            <a:solidFill>
              <a:srgbClr val="A3523E">
                <a:alpha val="100000"/>
              </a:srgbClr>
            </a:solidFill>
            <a:ln w="4762" cap="rnd">
              <a:solidFill>
                <a:srgbClr val="A352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g1386"/>
            <p:cNvSpPr/>
            <p:nvPr/>
          </p:nvSpPr>
          <p:spPr>
            <a:xfrm>
              <a:off x="9072890" y="3628745"/>
              <a:ext cx="17721" cy="61365"/>
            </a:xfrm>
            <a:custGeom>
              <a:avLst/>
              <a:pathLst>
                <a:path w="17721" h="61365">
                  <a:moveTo>
                    <a:pt x="0" y="0"/>
                  </a:moveTo>
                  <a:lnTo>
                    <a:pt x="17721" y="3269"/>
                  </a:lnTo>
                  <a:lnTo>
                    <a:pt x="17721" y="61365"/>
                  </a:lnTo>
                  <a:lnTo>
                    <a:pt x="0" y="61365"/>
                  </a:lnTo>
                  <a:close/>
                </a:path>
              </a:pathLst>
            </a:custGeom>
            <a:solidFill>
              <a:srgbClr val="A2523E">
                <a:alpha val="100000"/>
              </a:srgbClr>
            </a:solidFill>
            <a:ln w="4762" cap="rnd">
              <a:solidFill>
                <a:srgbClr val="A252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g1387"/>
            <p:cNvSpPr/>
            <p:nvPr/>
          </p:nvSpPr>
          <p:spPr>
            <a:xfrm>
              <a:off x="9090611" y="3632015"/>
              <a:ext cx="17721" cy="58095"/>
            </a:xfrm>
            <a:custGeom>
              <a:avLst/>
              <a:pathLst>
                <a:path w="17721" h="58095">
                  <a:moveTo>
                    <a:pt x="0" y="0"/>
                  </a:moveTo>
                  <a:lnTo>
                    <a:pt x="17721" y="3180"/>
                  </a:lnTo>
                  <a:lnTo>
                    <a:pt x="17721" y="58095"/>
                  </a:lnTo>
                  <a:lnTo>
                    <a:pt x="0" y="58095"/>
                  </a:lnTo>
                  <a:close/>
                </a:path>
              </a:pathLst>
            </a:custGeom>
            <a:solidFill>
              <a:srgbClr val="A2523D">
                <a:alpha val="100000"/>
              </a:srgbClr>
            </a:solidFill>
            <a:ln w="4762" cap="rnd">
              <a:solidFill>
                <a:srgbClr val="A252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g1388"/>
            <p:cNvSpPr/>
            <p:nvPr/>
          </p:nvSpPr>
          <p:spPr>
            <a:xfrm>
              <a:off x="9108333" y="3635196"/>
              <a:ext cx="35442" cy="54915"/>
            </a:xfrm>
            <a:custGeom>
              <a:avLst/>
              <a:pathLst>
                <a:path w="35442" h="54915">
                  <a:moveTo>
                    <a:pt x="0" y="0"/>
                  </a:moveTo>
                  <a:lnTo>
                    <a:pt x="17721" y="3004"/>
                  </a:lnTo>
                  <a:lnTo>
                    <a:pt x="35442" y="5920"/>
                  </a:lnTo>
                  <a:lnTo>
                    <a:pt x="35442" y="54915"/>
                  </a:lnTo>
                  <a:lnTo>
                    <a:pt x="17721" y="54915"/>
                  </a:lnTo>
                  <a:lnTo>
                    <a:pt x="0" y="54915"/>
                  </a:lnTo>
                  <a:close/>
                </a:path>
              </a:pathLst>
            </a:custGeom>
            <a:solidFill>
              <a:srgbClr val="A2513D">
                <a:alpha val="100000"/>
              </a:srgbClr>
            </a:solidFill>
            <a:ln w="4762" cap="rnd">
              <a:solidFill>
                <a:srgbClr val="A251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g1389"/>
            <p:cNvSpPr/>
            <p:nvPr/>
          </p:nvSpPr>
          <p:spPr>
            <a:xfrm>
              <a:off x="9143775" y="3641116"/>
              <a:ext cx="53164" cy="48994"/>
            </a:xfrm>
            <a:custGeom>
              <a:avLst/>
              <a:pathLst>
                <a:path w="53164" h="48994">
                  <a:moveTo>
                    <a:pt x="0" y="0"/>
                  </a:moveTo>
                  <a:lnTo>
                    <a:pt x="17721" y="2826"/>
                  </a:lnTo>
                  <a:lnTo>
                    <a:pt x="35442" y="5485"/>
                  </a:lnTo>
                  <a:lnTo>
                    <a:pt x="53164" y="8054"/>
                  </a:lnTo>
                  <a:lnTo>
                    <a:pt x="53164" y="48994"/>
                  </a:lnTo>
                  <a:lnTo>
                    <a:pt x="35442" y="48994"/>
                  </a:lnTo>
                  <a:lnTo>
                    <a:pt x="17721" y="48994"/>
                  </a:lnTo>
                  <a:lnTo>
                    <a:pt x="0" y="48994"/>
                  </a:lnTo>
                  <a:close/>
                </a:path>
              </a:pathLst>
            </a:custGeom>
            <a:solidFill>
              <a:srgbClr val="A1503C">
                <a:alpha val="100000"/>
              </a:srgbClr>
            </a:solidFill>
            <a:ln w="4762" cap="rnd">
              <a:solidFill>
                <a:srgbClr val="A1503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g1390"/>
            <p:cNvSpPr/>
            <p:nvPr/>
          </p:nvSpPr>
          <p:spPr>
            <a:xfrm>
              <a:off x="9196939" y="3649171"/>
              <a:ext cx="17721" cy="40939"/>
            </a:xfrm>
            <a:custGeom>
              <a:avLst/>
              <a:pathLst>
                <a:path w="17721" h="40939">
                  <a:moveTo>
                    <a:pt x="0" y="0"/>
                  </a:moveTo>
                  <a:lnTo>
                    <a:pt x="17721" y="2482"/>
                  </a:lnTo>
                  <a:lnTo>
                    <a:pt x="17721" y="40939"/>
                  </a:lnTo>
                  <a:lnTo>
                    <a:pt x="0" y="40939"/>
                  </a:lnTo>
                  <a:close/>
                </a:path>
              </a:pathLst>
            </a:custGeom>
            <a:solidFill>
              <a:srgbClr val="A14F3B">
                <a:alpha val="100000"/>
              </a:srgbClr>
            </a:solidFill>
            <a:ln w="4762" cap="rnd">
              <a:solidFill>
                <a:srgbClr val="A14F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g1391"/>
            <p:cNvSpPr/>
            <p:nvPr/>
          </p:nvSpPr>
          <p:spPr>
            <a:xfrm>
              <a:off x="9214661" y="3651653"/>
              <a:ext cx="17721" cy="38457"/>
            </a:xfrm>
            <a:custGeom>
              <a:avLst/>
              <a:pathLst>
                <a:path w="17721" h="38457">
                  <a:moveTo>
                    <a:pt x="0" y="0"/>
                  </a:moveTo>
                  <a:lnTo>
                    <a:pt x="17721" y="2325"/>
                  </a:lnTo>
                  <a:lnTo>
                    <a:pt x="17721" y="38457"/>
                  </a:lnTo>
                  <a:lnTo>
                    <a:pt x="0" y="38457"/>
                  </a:lnTo>
                  <a:close/>
                </a:path>
              </a:pathLst>
            </a:custGeom>
            <a:solidFill>
              <a:srgbClr val="A04F3B">
                <a:alpha val="100000"/>
              </a:srgbClr>
            </a:solidFill>
            <a:ln w="4762" cap="rnd">
              <a:solidFill>
                <a:srgbClr val="A04F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g1392"/>
            <p:cNvSpPr/>
            <p:nvPr/>
          </p:nvSpPr>
          <p:spPr>
            <a:xfrm>
              <a:off x="9232382" y="3653979"/>
              <a:ext cx="53164" cy="36131"/>
            </a:xfrm>
            <a:custGeom>
              <a:avLst/>
              <a:pathLst>
                <a:path w="53164" h="36131">
                  <a:moveTo>
                    <a:pt x="0" y="0"/>
                  </a:moveTo>
                  <a:lnTo>
                    <a:pt x="17721" y="2236"/>
                  </a:lnTo>
                  <a:lnTo>
                    <a:pt x="35442" y="4391"/>
                  </a:lnTo>
                  <a:lnTo>
                    <a:pt x="53164" y="6401"/>
                  </a:lnTo>
                  <a:lnTo>
                    <a:pt x="53164" y="36131"/>
                  </a:lnTo>
                  <a:lnTo>
                    <a:pt x="35442" y="36131"/>
                  </a:lnTo>
                  <a:lnTo>
                    <a:pt x="17721" y="36131"/>
                  </a:lnTo>
                  <a:lnTo>
                    <a:pt x="0" y="36131"/>
                  </a:lnTo>
                  <a:close/>
                </a:path>
              </a:pathLst>
            </a:custGeom>
            <a:solidFill>
              <a:srgbClr val="A04E3A">
                <a:alpha val="100000"/>
              </a:srgbClr>
            </a:solidFill>
            <a:ln w="4762" cap="rnd">
              <a:solidFill>
                <a:srgbClr val="A04E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g1393"/>
            <p:cNvSpPr/>
            <p:nvPr/>
          </p:nvSpPr>
          <p:spPr>
            <a:xfrm>
              <a:off x="9285546" y="3660381"/>
              <a:ext cx="53164" cy="29730"/>
            </a:xfrm>
            <a:custGeom>
              <a:avLst/>
              <a:pathLst>
                <a:path w="53164" h="29730">
                  <a:moveTo>
                    <a:pt x="0" y="0"/>
                  </a:moveTo>
                  <a:lnTo>
                    <a:pt x="17721" y="1924"/>
                  </a:lnTo>
                  <a:lnTo>
                    <a:pt x="35442" y="3773"/>
                  </a:lnTo>
                  <a:lnTo>
                    <a:pt x="53164" y="5492"/>
                  </a:lnTo>
                  <a:lnTo>
                    <a:pt x="53164" y="29730"/>
                  </a:lnTo>
                  <a:lnTo>
                    <a:pt x="35442" y="29730"/>
                  </a:lnTo>
                  <a:lnTo>
                    <a:pt x="17721" y="29730"/>
                  </a:lnTo>
                  <a:lnTo>
                    <a:pt x="0" y="29730"/>
                  </a:lnTo>
                  <a:close/>
                </a:path>
              </a:pathLst>
            </a:custGeom>
            <a:solidFill>
              <a:srgbClr val="9F4D39">
                <a:alpha val="100000"/>
              </a:srgbClr>
            </a:solidFill>
            <a:ln w="4762" cap="rnd">
              <a:solidFill>
                <a:srgbClr val="9F4D3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g1394"/>
            <p:cNvSpPr/>
            <p:nvPr/>
          </p:nvSpPr>
          <p:spPr>
            <a:xfrm>
              <a:off x="9338710" y="3665873"/>
              <a:ext cx="17721" cy="24238"/>
            </a:xfrm>
            <a:custGeom>
              <a:avLst/>
              <a:pathLst>
                <a:path w="17721" h="24238">
                  <a:moveTo>
                    <a:pt x="0" y="0"/>
                  </a:moveTo>
                  <a:lnTo>
                    <a:pt x="17721" y="1637"/>
                  </a:lnTo>
                  <a:lnTo>
                    <a:pt x="17721" y="24238"/>
                  </a:lnTo>
                  <a:lnTo>
                    <a:pt x="0" y="24238"/>
                  </a:lnTo>
                  <a:close/>
                </a:path>
              </a:pathLst>
            </a:custGeom>
            <a:solidFill>
              <a:srgbClr val="9F4C38">
                <a:alpha val="100000"/>
              </a:srgbClr>
            </a:solidFill>
            <a:ln w="4762" cap="rnd">
              <a:solidFill>
                <a:srgbClr val="9F4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g1395"/>
            <p:cNvSpPr/>
            <p:nvPr/>
          </p:nvSpPr>
          <p:spPr>
            <a:xfrm>
              <a:off x="9356432" y="3667510"/>
              <a:ext cx="17721" cy="22600"/>
            </a:xfrm>
            <a:custGeom>
              <a:avLst/>
              <a:pathLst>
                <a:path w="17721" h="22600">
                  <a:moveTo>
                    <a:pt x="0" y="0"/>
                  </a:moveTo>
                  <a:lnTo>
                    <a:pt x="17721" y="1568"/>
                  </a:lnTo>
                  <a:lnTo>
                    <a:pt x="17721" y="22600"/>
                  </a:lnTo>
                  <a:lnTo>
                    <a:pt x="0" y="22600"/>
                  </a:lnTo>
                  <a:close/>
                </a:path>
              </a:pathLst>
            </a:custGeom>
            <a:solidFill>
              <a:srgbClr val="9E4C38">
                <a:alpha val="100000"/>
              </a:srgbClr>
            </a:solidFill>
            <a:ln w="4762" cap="rnd">
              <a:solidFill>
                <a:srgbClr val="9E4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g1396"/>
            <p:cNvSpPr/>
            <p:nvPr/>
          </p:nvSpPr>
          <p:spPr>
            <a:xfrm>
              <a:off x="9374153" y="3669078"/>
              <a:ext cx="17721" cy="21032"/>
            </a:xfrm>
            <a:custGeom>
              <a:avLst/>
              <a:pathLst>
                <a:path w="17721" h="21032">
                  <a:moveTo>
                    <a:pt x="0" y="0"/>
                  </a:moveTo>
                  <a:lnTo>
                    <a:pt x="17721" y="1453"/>
                  </a:lnTo>
                  <a:lnTo>
                    <a:pt x="17721" y="21032"/>
                  </a:lnTo>
                  <a:lnTo>
                    <a:pt x="0" y="21032"/>
                  </a:lnTo>
                  <a:close/>
                </a:path>
              </a:pathLst>
            </a:custGeom>
            <a:solidFill>
              <a:srgbClr val="9E4B38">
                <a:alpha val="100000"/>
              </a:srgbClr>
            </a:solidFill>
            <a:ln w="4762" cap="rnd">
              <a:solidFill>
                <a:srgbClr val="9E4B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g1397"/>
            <p:cNvSpPr/>
            <p:nvPr/>
          </p:nvSpPr>
          <p:spPr>
            <a:xfrm>
              <a:off x="9391874" y="3670532"/>
              <a:ext cx="35442" cy="19578"/>
            </a:xfrm>
            <a:custGeom>
              <a:avLst/>
              <a:pathLst>
                <a:path w="35442" h="19578">
                  <a:moveTo>
                    <a:pt x="0" y="0"/>
                  </a:moveTo>
                  <a:lnTo>
                    <a:pt x="17721" y="1377"/>
                  </a:lnTo>
                  <a:lnTo>
                    <a:pt x="35442" y="2693"/>
                  </a:lnTo>
                  <a:lnTo>
                    <a:pt x="35442" y="19578"/>
                  </a:lnTo>
                  <a:lnTo>
                    <a:pt x="17721" y="19578"/>
                  </a:lnTo>
                  <a:lnTo>
                    <a:pt x="0" y="19578"/>
                  </a:lnTo>
                  <a:close/>
                </a:path>
              </a:pathLst>
            </a:custGeom>
            <a:solidFill>
              <a:srgbClr val="9E4B37">
                <a:alpha val="100000"/>
              </a:srgbClr>
            </a:solidFill>
            <a:ln w="4762" cap="rnd">
              <a:solidFill>
                <a:srgbClr val="9E4B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g1398"/>
            <p:cNvSpPr/>
            <p:nvPr/>
          </p:nvSpPr>
          <p:spPr>
            <a:xfrm>
              <a:off x="9427317" y="3673225"/>
              <a:ext cx="35442" cy="16885"/>
            </a:xfrm>
            <a:custGeom>
              <a:avLst/>
              <a:pathLst>
                <a:path w="35442" h="16885">
                  <a:moveTo>
                    <a:pt x="0" y="0"/>
                  </a:moveTo>
                  <a:lnTo>
                    <a:pt x="17721" y="1215"/>
                  </a:lnTo>
                  <a:lnTo>
                    <a:pt x="35442" y="2361"/>
                  </a:lnTo>
                  <a:lnTo>
                    <a:pt x="35442" y="16885"/>
                  </a:lnTo>
                  <a:lnTo>
                    <a:pt x="17721" y="16885"/>
                  </a:lnTo>
                  <a:lnTo>
                    <a:pt x="0" y="16885"/>
                  </a:lnTo>
                  <a:close/>
                </a:path>
              </a:pathLst>
            </a:custGeom>
            <a:solidFill>
              <a:srgbClr val="9D4A36">
                <a:alpha val="100000"/>
              </a:srgbClr>
            </a:solidFill>
            <a:ln w="4762" cap="rnd">
              <a:solidFill>
                <a:srgbClr val="9D4A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g1399"/>
            <p:cNvSpPr/>
            <p:nvPr/>
          </p:nvSpPr>
          <p:spPr>
            <a:xfrm>
              <a:off x="9462760" y="3675587"/>
              <a:ext cx="17721" cy="14523"/>
            </a:xfrm>
            <a:custGeom>
              <a:avLst/>
              <a:pathLst>
                <a:path w="17721" h="14523">
                  <a:moveTo>
                    <a:pt x="0" y="0"/>
                  </a:moveTo>
                  <a:lnTo>
                    <a:pt x="17721" y="1091"/>
                  </a:lnTo>
                  <a:lnTo>
                    <a:pt x="17721" y="14523"/>
                  </a:lnTo>
                  <a:lnTo>
                    <a:pt x="0" y="14523"/>
                  </a:lnTo>
                  <a:close/>
                </a:path>
              </a:pathLst>
            </a:custGeom>
            <a:solidFill>
              <a:srgbClr val="9D4936">
                <a:alpha val="100000"/>
              </a:srgbClr>
            </a:solidFill>
            <a:ln w="4762" cap="rnd">
              <a:solidFill>
                <a:srgbClr val="9D49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g1400"/>
            <p:cNvSpPr/>
            <p:nvPr/>
          </p:nvSpPr>
          <p:spPr>
            <a:xfrm>
              <a:off x="9480481" y="3676678"/>
              <a:ext cx="17721" cy="13432"/>
            </a:xfrm>
            <a:custGeom>
              <a:avLst/>
              <a:pathLst>
                <a:path w="17721" h="13432">
                  <a:moveTo>
                    <a:pt x="0" y="0"/>
                  </a:moveTo>
                  <a:lnTo>
                    <a:pt x="17721" y="1006"/>
                  </a:lnTo>
                  <a:lnTo>
                    <a:pt x="17721" y="13432"/>
                  </a:lnTo>
                  <a:lnTo>
                    <a:pt x="0" y="13432"/>
                  </a:lnTo>
                  <a:close/>
                </a:path>
              </a:pathLst>
            </a:custGeom>
            <a:solidFill>
              <a:srgbClr val="9D4935">
                <a:alpha val="100000"/>
              </a:srgbClr>
            </a:solidFill>
            <a:ln w="4762" cap="rnd">
              <a:solidFill>
                <a:srgbClr val="9D49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g1401"/>
            <p:cNvSpPr/>
            <p:nvPr/>
          </p:nvSpPr>
          <p:spPr>
            <a:xfrm>
              <a:off x="9498203" y="3677685"/>
              <a:ext cx="17721" cy="12426"/>
            </a:xfrm>
            <a:custGeom>
              <a:avLst/>
              <a:pathLst>
                <a:path w="17721" h="12426">
                  <a:moveTo>
                    <a:pt x="0" y="0"/>
                  </a:moveTo>
                  <a:lnTo>
                    <a:pt x="17721" y="943"/>
                  </a:lnTo>
                  <a:lnTo>
                    <a:pt x="17721" y="12426"/>
                  </a:lnTo>
                  <a:lnTo>
                    <a:pt x="0" y="12426"/>
                  </a:lnTo>
                  <a:close/>
                </a:path>
              </a:pathLst>
            </a:custGeom>
            <a:solidFill>
              <a:srgbClr val="9C4935">
                <a:alpha val="100000"/>
              </a:srgbClr>
            </a:solidFill>
            <a:ln w="4762" cap="rnd">
              <a:solidFill>
                <a:srgbClr val="9C49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g1402"/>
            <p:cNvSpPr/>
            <p:nvPr/>
          </p:nvSpPr>
          <p:spPr>
            <a:xfrm>
              <a:off x="9515924" y="3678628"/>
              <a:ext cx="17721" cy="11483"/>
            </a:xfrm>
            <a:custGeom>
              <a:avLst/>
              <a:pathLst>
                <a:path w="17721" h="11483">
                  <a:moveTo>
                    <a:pt x="0" y="0"/>
                  </a:moveTo>
                  <a:lnTo>
                    <a:pt x="17721" y="895"/>
                  </a:lnTo>
                  <a:lnTo>
                    <a:pt x="17721" y="11483"/>
                  </a:lnTo>
                  <a:lnTo>
                    <a:pt x="0" y="11483"/>
                  </a:lnTo>
                  <a:close/>
                </a:path>
              </a:pathLst>
            </a:custGeom>
            <a:solidFill>
              <a:srgbClr val="9C4835">
                <a:alpha val="100000"/>
              </a:srgbClr>
            </a:solidFill>
            <a:ln w="4762" cap="rnd">
              <a:solidFill>
                <a:srgbClr val="9C48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g1403"/>
            <p:cNvSpPr/>
            <p:nvPr/>
          </p:nvSpPr>
          <p:spPr>
            <a:xfrm>
              <a:off x="9533645" y="3679524"/>
              <a:ext cx="17721" cy="10587"/>
            </a:xfrm>
            <a:custGeom>
              <a:avLst/>
              <a:pathLst>
                <a:path w="17721" h="10587">
                  <a:moveTo>
                    <a:pt x="0" y="0"/>
                  </a:moveTo>
                  <a:lnTo>
                    <a:pt x="17721" y="823"/>
                  </a:lnTo>
                  <a:lnTo>
                    <a:pt x="17721" y="10587"/>
                  </a:lnTo>
                  <a:lnTo>
                    <a:pt x="0" y="10587"/>
                  </a:lnTo>
                  <a:close/>
                </a:path>
              </a:pathLst>
            </a:custGeom>
            <a:solidFill>
              <a:srgbClr val="9C4834">
                <a:alpha val="100000"/>
              </a:srgbClr>
            </a:solidFill>
            <a:ln w="4762" cap="rnd">
              <a:solidFill>
                <a:srgbClr val="9C48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g1404"/>
            <p:cNvSpPr/>
            <p:nvPr/>
          </p:nvSpPr>
          <p:spPr>
            <a:xfrm>
              <a:off x="9551367" y="3680347"/>
              <a:ext cx="17721" cy="9763"/>
            </a:xfrm>
            <a:custGeom>
              <a:avLst/>
              <a:pathLst>
                <a:path w="17721" h="9763">
                  <a:moveTo>
                    <a:pt x="0" y="0"/>
                  </a:moveTo>
                  <a:lnTo>
                    <a:pt x="17721" y="767"/>
                  </a:lnTo>
                  <a:lnTo>
                    <a:pt x="17721" y="9763"/>
                  </a:lnTo>
                  <a:lnTo>
                    <a:pt x="0" y="9763"/>
                  </a:lnTo>
                  <a:close/>
                </a:path>
              </a:pathLst>
            </a:custGeom>
            <a:solidFill>
              <a:srgbClr val="9C4734">
                <a:alpha val="100000"/>
              </a:srgbClr>
            </a:solidFill>
            <a:ln w="4762" cap="rnd">
              <a:solidFill>
                <a:srgbClr val="9C47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g1405"/>
            <p:cNvSpPr/>
            <p:nvPr/>
          </p:nvSpPr>
          <p:spPr>
            <a:xfrm>
              <a:off x="9569088" y="3681115"/>
              <a:ext cx="17721" cy="8995"/>
            </a:xfrm>
            <a:custGeom>
              <a:avLst/>
              <a:pathLst>
                <a:path w="17721" h="8995">
                  <a:moveTo>
                    <a:pt x="0" y="0"/>
                  </a:moveTo>
                  <a:lnTo>
                    <a:pt x="17721" y="727"/>
                  </a:lnTo>
                  <a:lnTo>
                    <a:pt x="17721" y="8995"/>
                  </a:lnTo>
                  <a:lnTo>
                    <a:pt x="0" y="8995"/>
                  </a:lnTo>
                  <a:close/>
                </a:path>
              </a:pathLst>
            </a:custGeom>
            <a:solidFill>
              <a:srgbClr val="9B4734">
                <a:alpha val="100000"/>
              </a:srgbClr>
            </a:solidFill>
            <a:ln w="4762" cap="rnd">
              <a:solidFill>
                <a:srgbClr val="9B47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g1406"/>
            <p:cNvSpPr/>
            <p:nvPr/>
          </p:nvSpPr>
          <p:spPr>
            <a:xfrm>
              <a:off x="9586810" y="3681843"/>
              <a:ext cx="17721" cy="8268"/>
            </a:xfrm>
            <a:custGeom>
              <a:avLst/>
              <a:pathLst>
                <a:path w="17721" h="8268">
                  <a:moveTo>
                    <a:pt x="0" y="0"/>
                  </a:moveTo>
                  <a:lnTo>
                    <a:pt x="17721" y="667"/>
                  </a:lnTo>
                  <a:lnTo>
                    <a:pt x="17721" y="8268"/>
                  </a:lnTo>
                  <a:lnTo>
                    <a:pt x="0" y="8268"/>
                  </a:lnTo>
                  <a:close/>
                </a:path>
              </a:pathLst>
            </a:custGeom>
            <a:solidFill>
              <a:srgbClr val="9B4733">
                <a:alpha val="100000"/>
              </a:srgbClr>
            </a:solidFill>
            <a:ln w="4762" cap="rnd">
              <a:solidFill>
                <a:srgbClr val="9B47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g1407"/>
            <p:cNvSpPr/>
            <p:nvPr/>
          </p:nvSpPr>
          <p:spPr>
            <a:xfrm>
              <a:off x="9604531" y="3682510"/>
              <a:ext cx="17721" cy="7600"/>
            </a:xfrm>
            <a:custGeom>
              <a:avLst/>
              <a:pathLst>
                <a:path w="17721" h="7600">
                  <a:moveTo>
                    <a:pt x="0" y="0"/>
                  </a:moveTo>
                  <a:lnTo>
                    <a:pt x="17721" y="618"/>
                  </a:lnTo>
                  <a:lnTo>
                    <a:pt x="17721" y="7600"/>
                  </a:lnTo>
                  <a:lnTo>
                    <a:pt x="0" y="7600"/>
                  </a:lnTo>
                  <a:close/>
                </a:path>
              </a:pathLst>
            </a:custGeom>
            <a:solidFill>
              <a:srgbClr val="9B4633">
                <a:alpha val="100000"/>
              </a:srgbClr>
            </a:solidFill>
            <a:ln w="4762" cap="rnd">
              <a:solidFill>
                <a:srgbClr val="9B46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g1408"/>
            <p:cNvSpPr/>
            <p:nvPr/>
          </p:nvSpPr>
          <p:spPr>
            <a:xfrm>
              <a:off x="9622252" y="3683129"/>
              <a:ext cx="17721" cy="6982"/>
            </a:xfrm>
            <a:custGeom>
              <a:avLst/>
              <a:pathLst>
                <a:path w="17721" h="6982">
                  <a:moveTo>
                    <a:pt x="0" y="0"/>
                  </a:moveTo>
                  <a:lnTo>
                    <a:pt x="17721" y="584"/>
                  </a:lnTo>
                  <a:lnTo>
                    <a:pt x="17721" y="6982"/>
                  </a:lnTo>
                  <a:lnTo>
                    <a:pt x="0" y="6982"/>
                  </a:lnTo>
                  <a:close/>
                </a:path>
              </a:pathLst>
            </a:custGeom>
            <a:solidFill>
              <a:srgbClr val="9A4633">
                <a:alpha val="100000"/>
              </a:srgbClr>
            </a:solidFill>
            <a:ln w="4762" cap="rnd">
              <a:solidFill>
                <a:srgbClr val="9A46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g1409"/>
            <p:cNvSpPr/>
            <p:nvPr/>
          </p:nvSpPr>
          <p:spPr>
            <a:xfrm>
              <a:off x="9639974" y="3683713"/>
              <a:ext cx="0" cy="6397"/>
            </a:xfrm>
            <a:custGeom>
              <a:avLst/>
              <a:pathLst>
                <a:path w="0" h="6397">
                  <a:moveTo>
                    <a:pt x="0" y="0"/>
                  </a:moveTo>
                  <a:lnTo>
                    <a:pt x="0" y="6397"/>
                  </a:lnTo>
                  <a:close/>
                </a:path>
              </a:pathLst>
            </a:custGeom>
            <a:solidFill>
              <a:srgbClr val="9A4532">
                <a:alpha val="100000"/>
              </a:srgbClr>
            </a:solidFill>
            <a:ln w="4762" cap="rnd">
              <a:solidFill>
                <a:srgbClr val="9A453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l1410"/>
            <p:cNvSpPr/>
            <p:nvPr/>
          </p:nvSpPr>
          <p:spPr>
            <a:xfrm>
              <a:off x="3933693" y="3018899"/>
              <a:ext cx="5706280" cy="664814"/>
            </a:xfrm>
            <a:custGeom>
              <a:avLst/>
              <a:pathLst>
                <a:path w="5706280" h="664814">
                  <a:moveTo>
                    <a:pt x="0" y="664706"/>
                  </a:moveTo>
                  <a:lnTo>
                    <a:pt x="17721" y="664092"/>
                  </a:lnTo>
                  <a:lnTo>
                    <a:pt x="35442" y="663441"/>
                  </a:lnTo>
                  <a:lnTo>
                    <a:pt x="53164" y="662738"/>
                  </a:lnTo>
                  <a:lnTo>
                    <a:pt x="70885" y="661966"/>
                  </a:lnTo>
                  <a:lnTo>
                    <a:pt x="88606" y="661148"/>
                  </a:lnTo>
                  <a:lnTo>
                    <a:pt x="106328" y="660270"/>
                  </a:lnTo>
                  <a:lnTo>
                    <a:pt x="124049" y="659307"/>
                  </a:lnTo>
                  <a:lnTo>
                    <a:pt x="141770" y="658289"/>
                  </a:lnTo>
                  <a:lnTo>
                    <a:pt x="159492" y="657204"/>
                  </a:lnTo>
                  <a:lnTo>
                    <a:pt x="177213" y="656015"/>
                  </a:lnTo>
                  <a:lnTo>
                    <a:pt x="194935" y="654761"/>
                  </a:lnTo>
                  <a:lnTo>
                    <a:pt x="212656" y="653431"/>
                  </a:lnTo>
                  <a:lnTo>
                    <a:pt x="230377" y="651976"/>
                  </a:lnTo>
                  <a:lnTo>
                    <a:pt x="248099" y="650446"/>
                  </a:lnTo>
                  <a:lnTo>
                    <a:pt x="265820" y="648831"/>
                  </a:lnTo>
                  <a:lnTo>
                    <a:pt x="283541" y="647069"/>
                  </a:lnTo>
                  <a:lnTo>
                    <a:pt x="301263" y="645220"/>
                  </a:lnTo>
                  <a:lnTo>
                    <a:pt x="318984" y="643277"/>
                  </a:lnTo>
                  <a:lnTo>
                    <a:pt x="336705" y="641162"/>
                  </a:lnTo>
                  <a:lnTo>
                    <a:pt x="354427" y="638949"/>
                  </a:lnTo>
                  <a:lnTo>
                    <a:pt x="372148" y="636634"/>
                  </a:lnTo>
                  <a:lnTo>
                    <a:pt x="389870" y="634120"/>
                  </a:lnTo>
                  <a:lnTo>
                    <a:pt x="407591" y="631496"/>
                  </a:lnTo>
                  <a:lnTo>
                    <a:pt x="425312" y="628762"/>
                  </a:lnTo>
                  <a:lnTo>
                    <a:pt x="443034" y="625802"/>
                  </a:lnTo>
                  <a:lnTo>
                    <a:pt x="460755" y="622720"/>
                  </a:lnTo>
                  <a:lnTo>
                    <a:pt x="478476" y="619517"/>
                  </a:lnTo>
                  <a:lnTo>
                    <a:pt x="496198" y="616070"/>
                  </a:lnTo>
                  <a:lnTo>
                    <a:pt x="513919" y="612484"/>
                  </a:lnTo>
                  <a:lnTo>
                    <a:pt x="531641" y="608766"/>
                  </a:lnTo>
                  <a:lnTo>
                    <a:pt x="549362" y="604789"/>
                  </a:lnTo>
                  <a:lnTo>
                    <a:pt x="567083" y="600657"/>
                  </a:lnTo>
                  <a:lnTo>
                    <a:pt x="584805" y="596381"/>
                  </a:lnTo>
                  <a:lnTo>
                    <a:pt x="602526" y="591836"/>
                  </a:lnTo>
                  <a:lnTo>
                    <a:pt x="620247" y="587118"/>
                  </a:lnTo>
                  <a:lnTo>
                    <a:pt x="637969" y="582248"/>
                  </a:lnTo>
                  <a:lnTo>
                    <a:pt x="655690" y="577100"/>
                  </a:lnTo>
                  <a:lnTo>
                    <a:pt x="673411" y="571765"/>
                  </a:lnTo>
                  <a:lnTo>
                    <a:pt x="691133" y="566270"/>
                  </a:lnTo>
                  <a:lnTo>
                    <a:pt x="708854" y="560493"/>
                  </a:lnTo>
                  <a:lnTo>
                    <a:pt x="726576" y="554516"/>
                  </a:lnTo>
                  <a:lnTo>
                    <a:pt x="744297" y="548375"/>
                  </a:lnTo>
                  <a:lnTo>
                    <a:pt x="762018" y="541952"/>
                  </a:lnTo>
                  <a:lnTo>
                    <a:pt x="779740" y="535319"/>
                  </a:lnTo>
                  <a:lnTo>
                    <a:pt x="797461" y="528519"/>
                  </a:lnTo>
                  <a:lnTo>
                    <a:pt x="815182" y="521443"/>
                  </a:lnTo>
                  <a:lnTo>
                    <a:pt x="832904" y="514151"/>
                  </a:lnTo>
                  <a:lnTo>
                    <a:pt x="850625" y="506694"/>
                  </a:lnTo>
                  <a:lnTo>
                    <a:pt x="868347" y="498972"/>
                  </a:lnTo>
                  <a:lnTo>
                    <a:pt x="886068" y="491031"/>
                  </a:lnTo>
                  <a:lnTo>
                    <a:pt x="903789" y="482930"/>
                  </a:lnTo>
                  <a:lnTo>
                    <a:pt x="921511" y="474581"/>
                  </a:lnTo>
                  <a:lnTo>
                    <a:pt x="939232" y="466017"/>
                  </a:lnTo>
                  <a:lnTo>
                    <a:pt x="956953" y="457301"/>
                  </a:lnTo>
                  <a:lnTo>
                    <a:pt x="974675" y="448358"/>
                  </a:lnTo>
                  <a:lnTo>
                    <a:pt x="992396" y="439210"/>
                  </a:lnTo>
                  <a:lnTo>
                    <a:pt x="1010117" y="429923"/>
                  </a:lnTo>
                  <a:lnTo>
                    <a:pt x="1027839" y="420436"/>
                  </a:lnTo>
                  <a:lnTo>
                    <a:pt x="1045560" y="410761"/>
                  </a:lnTo>
                  <a:lnTo>
                    <a:pt x="1063282" y="400963"/>
                  </a:lnTo>
                  <a:lnTo>
                    <a:pt x="1081003" y="390997"/>
                  </a:lnTo>
                  <a:lnTo>
                    <a:pt x="1098724" y="380866"/>
                  </a:lnTo>
                  <a:lnTo>
                    <a:pt x="1116446" y="370634"/>
                  </a:lnTo>
                  <a:lnTo>
                    <a:pt x="1134167" y="360268"/>
                  </a:lnTo>
                  <a:lnTo>
                    <a:pt x="1151888" y="349769"/>
                  </a:lnTo>
                  <a:lnTo>
                    <a:pt x="1169610" y="339195"/>
                  </a:lnTo>
                  <a:lnTo>
                    <a:pt x="1187331" y="328524"/>
                  </a:lnTo>
                  <a:lnTo>
                    <a:pt x="1205053" y="317761"/>
                  </a:lnTo>
                  <a:lnTo>
                    <a:pt x="1222774" y="306951"/>
                  </a:lnTo>
                  <a:lnTo>
                    <a:pt x="1240495" y="296085"/>
                  </a:lnTo>
                  <a:lnTo>
                    <a:pt x="1258217" y="285174"/>
                  </a:lnTo>
                  <a:lnTo>
                    <a:pt x="1275938" y="274248"/>
                  </a:lnTo>
                  <a:lnTo>
                    <a:pt x="1293659" y="263309"/>
                  </a:lnTo>
                  <a:lnTo>
                    <a:pt x="1311381" y="252380"/>
                  </a:lnTo>
                  <a:lnTo>
                    <a:pt x="1329102" y="241471"/>
                  </a:lnTo>
                  <a:lnTo>
                    <a:pt x="1346823" y="230591"/>
                  </a:lnTo>
                  <a:lnTo>
                    <a:pt x="1364545" y="219785"/>
                  </a:lnTo>
                  <a:lnTo>
                    <a:pt x="1382266" y="209035"/>
                  </a:lnTo>
                  <a:lnTo>
                    <a:pt x="1399988" y="198357"/>
                  </a:lnTo>
                  <a:lnTo>
                    <a:pt x="1417709" y="187821"/>
                  </a:lnTo>
                  <a:lnTo>
                    <a:pt x="1435430" y="177380"/>
                  </a:lnTo>
                  <a:lnTo>
                    <a:pt x="1453152" y="167052"/>
                  </a:lnTo>
                  <a:lnTo>
                    <a:pt x="1470873" y="156941"/>
                  </a:lnTo>
                  <a:lnTo>
                    <a:pt x="1488594" y="146965"/>
                  </a:lnTo>
                  <a:lnTo>
                    <a:pt x="1506316" y="137139"/>
                  </a:lnTo>
                  <a:lnTo>
                    <a:pt x="1524037" y="127609"/>
                  </a:lnTo>
                  <a:lnTo>
                    <a:pt x="1541759" y="118254"/>
                  </a:lnTo>
                  <a:lnTo>
                    <a:pt x="1559480" y="109084"/>
                  </a:lnTo>
                  <a:lnTo>
                    <a:pt x="1577201" y="100290"/>
                  </a:lnTo>
                  <a:lnTo>
                    <a:pt x="1594923" y="91711"/>
                  </a:lnTo>
                  <a:lnTo>
                    <a:pt x="1612644" y="83348"/>
                  </a:lnTo>
                  <a:lnTo>
                    <a:pt x="1630365" y="75443"/>
                  </a:lnTo>
                  <a:lnTo>
                    <a:pt x="1648087" y="67789"/>
                  </a:lnTo>
                  <a:lnTo>
                    <a:pt x="1665808" y="60389"/>
                  </a:lnTo>
                  <a:lnTo>
                    <a:pt x="1683529" y="53504"/>
                  </a:lnTo>
                  <a:lnTo>
                    <a:pt x="1701251" y="46917"/>
                  </a:lnTo>
                  <a:lnTo>
                    <a:pt x="1718972" y="40617"/>
                  </a:lnTo>
                  <a:lnTo>
                    <a:pt x="1736694" y="34881"/>
                  </a:lnTo>
                  <a:lnTo>
                    <a:pt x="1754415" y="29489"/>
                  </a:lnTo>
                  <a:lnTo>
                    <a:pt x="1772136" y="24414"/>
                  </a:lnTo>
                  <a:lnTo>
                    <a:pt x="1789858" y="19940"/>
                  </a:lnTo>
                  <a:lnTo>
                    <a:pt x="1807579" y="15853"/>
                  </a:lnTo>
                  <a:lnTo>
                    <a:pt x="1825300" y="12109"/>
                  </a:lnTo>
                  <a:lnTo>
                    <a:pt x="1843022" y="8993"/>
                  </a:lnTo>
                  <a:lnTo>
                    <a:pt x="1860743" y="6302"/>
                  </a:lnTo>
                  <a:lnTo>
                    <a:pt x="1878465" y="3974"/>
                  </a:lnTo>
                  <a:lnTo>
                    <a:pt x="1896186" y="2288"/>
                  </a:lnTo>
                  <a:lnTo>
                    <a:pt x="1913907" y="1059"/>
                  </a:lnTo>
                  <a:lnTo>
                    <a:pt x="1931629" y="207"/>
                  </a:lnTo>
                  <a:lnTo>
                    <a:pt x="1949350" y="0"/>
                  </a:lnTo>
                  <a:lnTo>
                    <a:pt x="1967071" y="274"/>
                  </a:lnTo>
                  <a:lnTo>
                    <a:pt x="1984793" y="931"/>
                  </a:lnTo>
                  <a:lnTo>
                    <a:pt x="2002514" y="2222"/>
                  </a:lnTo>
                  <a:lnTo>
                    <a:pt x="2020235" y="4011"/>
                  </a:lnTo>
                  <a:lnTo>
                    <a:pt x="2037957" y="6181"/>
                  </a:lnTo>
                  <a:lnTo>
                    <a:pt x="2055678" y="8961"/>
                  </a:lnTo>
                  <a:lnTo>
                    <a:pt x="2073400" y="12245"/>
                  </a:lnTo>
                  <a:lnTo>
                    <a:pt x="2091121" y="15901"/>
                  </a:lnTo>
                  <a:lnTo>
                    <a:pt x="2108842" y="20132"/>
                  </a:lnTo>
                  <a:lnTo>
                    <a:pt x="2126564" y="24863"/>
                  </a:lnTo>
                  <a:lnTo>
                    <a:pt x="2144285" y="29947"/>
                  </a:lnTo>
                  <a:lnTo>
                    <a:pt x="2162006" y="35561"/>
                  </a:lnTo>
                  <a:lnTo>
                    <a:pt x="2179728" y="41656"/>
                  </a:lnTo>
                  <a:lnTo>
                    <a:pt x="2197449" y="48081"/>
                  </a:lnTo>
                  <a:lnTo>
                    <a:pt x="2215171" y="54980"/>
                  </a:lnTo>
                  <a:lnTo>
                    <a:pt x="2232892" y="62332"/>
                  </a:lnTo>
                  <a:lnTo>
                    <a:pt x="2250613" y="69980"/>
                  </a:lnTo>
                  <a:lnTo>
                    <a:pt x="2268335" y="78042"/>
                  </a:lnTo>
                  <a:lnTo>
                    <a:pt x="2286056" y="86515"/>
                  </a:lnTo>
                  <a:lnTo>
                    <a:pt x="2303777" y="95245"/>
                  </a:lnTo>
                  <a:lnTo>
                    <a:pt x="2321499" y="104322"/>
                  </a:lnTo>
                  <a:lnTo>
                    <a:pt x="2339220" y="113757"/>
                  </a:lnTo>
                  <a:lnTo>
                    <a:pt x="2356941" y="123405"/>
                  </a:lnTo>
                  <a:lnTo>
                    <a:pt x="2374663" y="133331"/>
                  </a:lnTo>
                  <a:lnTo>
                    <a:pt x="2392384" y="143550"/>
                  </a:lnTo>
                  <a:lnTo>
                    <a:pt x="2410106" y="153936"/>
                  </a:lnTo>
                  <a:lnTo>
                    <a:pt x="2427827" y="164528"/>
                  </a:lnTo>
                  <a:lnTo>
                    <a:pt x="2445548" y="175341"/>
                  </a:lnTo>
                  <a:lnTo>
                    <a:pt x="2463270" y="186270"/>
                  </a:lnTo>
                  <a:lnTo>
                    <a:pt x="2480991" y="197337"/>
                  </a:lnTo>
                  <a:lnTo>
                    <a:pt x="2498712" y="208544"/>
                  </a:lnTo>
                  <a:lnTo>
                    <a:pt x="2516434" y="219816"/>
                  </a:lnTo>
                  <a:lnTo>
                    <a:pt x="2534155" y="231159"/>
                  </a:lnTo>
                  <a:lnTo>
                    <a:pt x="2551877" y="242560"/>
                  </a:lnTo>
                  <a:lnTo>
                    <a:pt x="2569598" y="253973"/>
                  </a:lnTo>
                  <a:lnTo>
                    <a:pt x="2587319" y="265396"/>
                  </a:lnTo>
                  <a:lnTo>
                    <a:pt x="2605041" y="276788"/>
                  </a:lnTo>
                  <a:lnTo>
                    <a:pt x="2622762" y="288145"/>
                  </a:lnTo>
                  <a:lnTo>
                    <a:pt x="2640483" y="299455"/>
                  </a:lnTo>
                  <a:lnTo>
                    <a:pt x="2658205" y="310648"/>
                  </a:lnTo>
                  <a:lnTo>
                    <a:pt x="2675926" y="321758"/>
                  </a:lnTo>
                  <a:lnTo>
                    <a:pt x="2693647" y="332774"/>
                  </a:lnTo>
                  <a:lnTo>
                    <a:pt x="2711369" y="343587"/>
                  </a:lnTo>
                  <a:lnTo>
                    <a:pt x="2729090" y="354274"/>
                  </a:lnTo>
                  <a:lnTo>
                    <a:pt x="2746812" y="364827"/>
                  </a:lnTo>
                  <a:lnTo>
                    <a:pt x="2764533" y="375097"/>
                  </a:lnTo>
                  <a:lnTo>
                    <a:pt x="2782254" y="385201"/>
                  </a:lnTo>
                  <a:lnTo>
                    <a:pt x="2799976" y="395140"/>
                  </a:lnTo>
                  <a:lnTo>
                    <a:pt x="2817697" y="404720"/>
                  </a:lnTo>
                  <a:lnTo>
                    <a:pt x="2835418" y="414102"/>
                  </a:lnTo>
                  <a:lnTo>
                    <a:pt x="2853140" y="423285"/>
                  </a:lnTo>
                  <a:lnTo>
                    <a:pt x="2870861" y="432062"/>
                  </a:lnTo>
                  <a:lnTo>
                    <a:pt x="2888583" y="440603"/>
                  </a:lnTo>
                  <a:lnTo>
                    <a:pt x="2906304" y="448918"/>
                  </a:lnTo>
                  <a:lnTo>
                    <a:pt x="2924025" y="456790"/>
                  </a:lnTo>
                  <a:lnTo>
                    <a:pt x="2941747" y="464395"/>
                  </a:lnTo>
                  <a:lnTo>
                    <a:pt x="2959468" y="471752"/>
                  </a:lnTo>
                  <a:lnTo>
                    <a:pt x="2977189" y="478644"/>
                  </a:lnTo>
                  <a:lnTo>
                    <a:pt x="2994911" y="485239"/>
                  </a:lnTo>
                  <a:lnTo>
                    <a:pt x="3012632" y="491572"/>
                  </a:lnTo>
                  <a:lnTo>
                    <a:pt x="3030353" y="497428"/>
                  </a:lnTo>
                  <a:lnTo>
                    <a:pt x="3048075" y="502966"/>
                  </a:lnTo>
                  <a:lnTo>
                    <a:pt x="3065796" y="508231"/>
                  </a:lnTo>
                  <a:lnTo>
                    <a:pt x="3083518" y="513019"/>
                  </a:lnTo>
                  <a:lnTo>
                    <a:pt x="3101239" y="517471"/>
                  </a:lnTo>
                  <a:lnTo>
                    <a:pt x="3118960" y="521647"/>
                  </a:lnTo>
                  <a:lnTo>
                    <a:pt x="3136682" y="525355"/>
                  </a:lnTo>
                  <a:lnTo>
                    <a:pt x="3154403" y="528716"/>
                  </a:lnTo>
                  <a:lnTo>
                    <a:pt x="3172124" y="531803"/>
                  </a:lnTo>
                  <a:lnTo>
                    <a:pt x="3189846" y="534440"/>
                  </a:lnTo>
                  <a:lnTo>
                    <a:pt x="3207567" y="536726"/>
                  </a:lnTo>
                  <a:lnTo>
                    <a:pt x="3225289" y="538745"/>
                  </a:lnTo>
                  <a:lnTo>
                    <a:pt x="3243010" y="540338"/>
                  </a:lnTo>
                  <a:lnTo>
                    <a:pt x="3260731" y="541583"/>
                  </a:lnTo>
                  <a:lnTo>
                    <a:pt x="3278453" y="542572"/>
                  </a:lnTo>
                  <a:lnTo>
                    <a:pt x="3296174" y="543167"/>
                  </a:lnTo>
                  <a:lnTo>
                    <a:pt x="3313895" y="543422"/>
                  </a:lnTo>
                  <a:lnTo>
                    <a:pt x="3331617" y="543438"/>
                  </a:lnTo>
                  <a:lnTo>
                    <a:pt x="3349338" y="543097"/>
                  </a:lnTo>
                  <a:lnTo>
                    <a:pt x="3367059" y="542432"/>
                  </a:lnTo>
                  <a:lnTo>
                    <a:pt x="3384781" y="541548"/>
                  </a:lnTo>
                  <a:lnTo>
                    <a:pt x="3402502" y="540347"/>
                  </a:lnTo>
                  <a:lnTo>
                    <a:pt x="3420224" y="538846"/>
                  </a:lnTo>
                  <a:lnTo>
                    <a:pt x="3437945" y="537149"/>
                  </a:lnTo>
                  <a:lnTo>
                    <a:pt x="3455666" y="535180"/>
                  </a:lnTo>
                  <a:lnTo>
                    <a:pt x="3473388" y="532941"/>
                  </a:lnTo>
                  <a:lnTo>
                    <a:pt x="3491109" y="530533"/>
                  </a:lnTo>
                  <a:lnTo>
                    <a:pt x="3508830" y="527899"/>
                  </a:lnTo>
                  <a:lnTo>
                    <a:pt x="3526552" y="525033"/>
                  </a:lnTo>
                  <a:lnTo>
                    <a:pt x="3544273" y="522028"/>
                  </a:lnTo>
                  <a:lnTo>
                    <a:pt x="3561995" y="518844"/>
                  </a:lnTo>
                  <a:lnTo>
                    <a:pt x="3579716" y="515471"/>
                  </a:lnTo>
                  <a:lnTo>
                    <a:pt x="3597437" y="511992"/>
                  </a:lnTo>
                  <a:lnTo>
                    <a:pt x="3615159" y="508382"/>
                  </a:lnTo>
                  <a:lnTo>
                    <a:pt x="3632880" y="504633"/>
                  </a:lnTo>
                  <a:lnTo>
                    <a:pt x="3650601" y="500813"/>
                  </a:lnTo>
                  <a:lnTo>
                    <a:pt x="3668323" y="496908"/>
                  </a:lnTo>
                  <a:lnTo>
                    <a:pt x="3686044" y="492919"/>
                  </a:lnTo>
                  <a:lnTo>
                    <a:pt x="3703765" y="488894"/>
                  </a:lnTo>
                  <a:lnTo>
                    <a:pt x="3721487" y="484830"/>
                  </a:lnTo>
                  <a:lnTo>
                    <a:pt x="3739208" y="480741"/>
                  </a:lnTo>
                  <a:lnTo>
                    <a:pt x="3756930" y="476652"/>
                  </a:lnTo>
                  <a:lnTo>
                    <a:pt x="3774651" y="472567"/>
                  </a:lnTo>
                  <a:lnTo>
                    <a:pt x="3792372" y="468519"/>
                  </a:lnTo>
                  <a:lnTo>
                    <a:pt x="3810094" y="464507"/>
                  </a:lnTo>
                  <a:lnTo>
                    <a:pt x="3827815" y="460537"/>
                  </a:lnTo>
                  <a:lnTo>
                    <a:pt x="3845536" y="456667"/>
                  </a:lnTo>
                  <a:lnTo>
                    <a:pt x="3863258" y="452867"/>
                  </a:lnTo>
                  <a:lnTo>
                    <a:pt x="3880979" y="449144"/>
                  </a:lnTo>
                  <a:lnTo>
                    <a:pt x="3898701" y="445584"/>
                  </a:lnTo>
                  <a:lnTo>
                    <a:pt x="3916422" y="442125"/>
                  </a:lnTo>
                  <a:lnTo>
                    <a:pt x="3934143" y="438772"/>
                  </a:lnTo>
                  <a:lnTo>
                    <a:pt x="3951865" y="435643"/>
                  </a:lnTo>
                  <a:lnTo>
                    <a:pt x="3969586" y="432642"/>
                  </a:lnTo>
                  <a:lnTo>
                    <a:pt x="3987307" y="429772"/>
                  </a:lnTo>
                  <a:lnTo>
                    <a:pt x="4005029" y="427180"/>
                  </a:lnTo>
                  <a:lnTo>
                    <a:pt x="4022750" y="424742"/>
                  </a:lnTo>
                  <a:lnTo>
                    <a:pt x="4040471" y="422458"/>
                  </a:lnTo>
                  <a:lnTo>
                    <a:pt x="4058193" y="420486"/>
                  </a:lnTo>
                  <a:lnTo>
                    <a:pt x="4075914" y="418695"/>
                  </a:lnTo>
                  <a:lnTo>
                    <a:pt x="4093636" y="417077"/>
                  </a:lnTo>
                  <a:lnTo>
                    <a:pt x="4111357" y="415795"/>
                  </a:lnTo>
                  <a:lnTo>
                    <a:pt x="4129078" y="414715"/>
                  </a:lnTo>
                  <a:lnTo>
                    <a:pt x="4146800" y="413822"/>
                  </a:lnTo>
                  <a:lnTo>
                    <a:pt x="4164521" y="413276"/>
                  </a:lnTo>
                  <a:lnTo>
                    <a:pt x="4182242" y="412950"/>
                  </a:lnTo>
                  <a:lnTo>
                    <a:pt x="4199964" y="412818"/>
                  </a:lnTo>
                  <a:lnTo>
                    <a:pt x="4217685" y="413035"/>
                  </a:lnTo>
                  <a:lnTo>
                    <a:pt x="4235407" y="413481"/>
                  </a:lnTo>
                  <a:lnTo>
                    <a:pt x="4253128" y="414122"/>
                  </a:lnTo>
                  <a:lnTo>
                    <a:pt x="4270849" y="415102"/>
                  </a:lnTo>
                  <a:lnTo>
                    <a:pt x="4288571" y="416315"/>
                  </a:lnTo>
                  <a:lnTo>
                    <a:pt x="4306292" y="417719"/>
                  </a:lnTo>
                  <a:lnTo>
                    <a:pt x="4324013" y="419441"/>
                  </a:lnTo>
                  <a:lnTo>
                    <a:pt x="4341735" y="421394"/>
                  </a:lnTo>
                  <a:lnTo>
                    <a:pt x="4359456" y="423527"/>
                  </a:lnTo>
                  <a:lnTo>
                    <a:pt x="4377177" y="425950"/>
                  </a:lnTo>
                  <a:lnTo>
                    <a:pt x="4394899" y="428592"/>
                  </a:lnTo>
                  <a:lnTo>
                    <a:pt x="4412620" y="431400"/>
                  </a:lnTo>
                  <a:lnTo>
                    <a:pt x="4430342" y="434463"/>
                  </a:lnTo>
                  <a:lnTo>
                    <a:pt x="4448063" y="437728"/>
                  </a:lnTo>
                  <a:lnTo>
                    <a:pt x="4465784" y="441139"/>
                  </a:lnTo>
                  <a:lnTo>
                    <a:pt x="4483506" y="444766"/>
                  </a:lnTo>
                  <a:lnTo>
                    <a:pt x="4501227" y="448571"/>
                  </a:lnTo>
                  <a:lnTo>
                    <a:pt x="4518948" y="452498"/>
                  </a:lnTo>
                  <a:lnTo>
                    <a:pt x="4536670" y="456600"/>
                  </a:lnTo>
                  <a:lnTo>
                    <a:pt x="4554391" y="460850"/>
                  </a:lnTo>
                  <a:lnTo>
                    <a:pt x="4572113" y="465198"/>
                  </a:lnTo>
                  <a:lnTo>
                    <a:pt x="4589834" y="469678"/>
                  </a:lnTo>
                  <a:lnTo>
                    <a:pt x="4607555" y="474272"/>
                  </a:lnTo>
                  <a:lnTo>
                    <a:pt x="4625277" y="478936"/>
                  </a:lnTo>
                  <a:lnTo>
                    <a:pt x="4642998" y="483693"/>
                  </a:lnTo>
                  <a:lnTo>
                    <a:pt x="4660719" y="488526"/>
                  </a:lnTo>
                  <a:lnTo>
                    <a:pt x="4678441" y="493403"/>
                  </a:lnTo>
                  <a:lnTo>
                    <a:pt x="4696162" y="498333"/>
                  </a:lnTo>
                  <a:lnTo>
                    <a:pt x="4713883" y="503302"/>
                  </a:lnTo>
                  <a:lnTo>
                    <a:pt x="4731605" y="508289"/>
                  </a:lnTo>
                  <a:lnTo>
                    <a:pt x="4749326" y="513293"/>
                  </a:lnTo>
                  <a:lnTo>
                    <a:pt x="4767048" y="518298"/>
                  </a:lnTo>
                  <a:lnTo>
                    <a:pt x="4784769" y="523297"/>
                  </a:lnTo>
                  <a:lnTo>
                    <a:pt x="4802490" y="528282"/>
                  </a:lnTo>
                  <a:lnTo>
                    <a:pt x="4820212" y="533232"/>
                  </a:lnTo>
                  <a:lnTo>
                    <a:pt x="4837933" y="538154"/>
                  </a:lnTo>
                  <a:lnTo>
                    <a:pt x="4855654" y="543037"/>
                  </a:lnTo>
                  <a:lnTo>
                    <a:pt x="4873376" y="547851"/>
                  </a:lnTo>
                  <a:lnTo>
                    <a:pt x="4891097" y="552617"/>
                  </a:lnTo>
                  <a:lnTo>
                    <a:pt x="4908819" y="557324"/>
                  </a:lnTo>
                  <a:lnTo>
                    <a:pt x="4926540" y="561932"/>
                  </a:lnTo>
                  <a:lnTo>
                    <a:pt x="4944261" y="566478"/>
                  </a:lnTo>
                  <a:lnTo>
                    <a:pt x="4961983" y="570949"/>
                  </a:lnTo>
                  <a:lnTo>
                    <a:pt x="4979704" y="575295"/>
                  </a:lnTo>
                  <a:lnTo>
                    <a:pt x="4997425" y="579567"/>
                  </a:lnTo>
                  <a:lnTo>
                    <a:pt x="5015147" y="583755"/>
                  </a:lnTo>
                  <a:lnTo>
                    <a:pt x="5032868" y="587797"/>
                  </a:lnTo>
                  <a:lnTo>
                    <a:pt x="5050589" y="591756"/>
                  </a:lnTo>
                  <a:lnTo>
                    <a:pt x="5068311" y="595626"/>
                  </a:lnTo>
                  <a:lnTo>
                    <a:pt x="5086032" y="599335"/>
                  </a:lnTo>
                  <a:lnTo>
                    <a:pt x="5103754" y="602957"/>
                  </a:lnTo>
                  <a:lnTo>
                    <a:pt x="5121475" y="606487"/>
                  </a:lnTo>
                  <a:lnTo>
                    <a:pt x="5139196" y="609846"/>
                  </a:lnTo>
                  <a:lnTo>
                    <a:pt x="5156918" y="613116"/>
                  </a:lnTo>
                  <a:lnTo>
                    <a:pt x="5174639" y="616296"/>
                  </a:lnTo>
                  <a:lnTo>
                    <a:pt x="5192360" y="619301"/>
                  </a:lnTo>
                  <a:lnTo>
                    <a:pt x="5210082" y="622217"/>
                  </a:lnTo>
                  <a:lnTo>
                    <a:pt x="5227803" y="625044"/>
                  </a:lnTo>
                  <a:lnTo>
                    <a:pt x="5245525" y="627703"/>
                  </a:lnTo>
                  <a:lnTo>
                    <a:pt x="5263246" y="630271"/>
                  </a:lnTo>
                  <a:lnTo>
                    <a:pt x="5280967" y="632754"/>
                  </a:lnTo>
                  <a:lnTo>
                    <a:pt x="5298689" y="635079"/>
                  </a:lnTo>
                  <a:lnTo>
                    <a:pt x="5316410" y="637316"/>
                  </a:lnTo>
                  <a:lnTo>
                    <a:pt x="5334131" y="639471"/>
                  </a:lnTo>
                  <a:lnTo>
                    <a:pt x="5351853" y="641481"/>
                  </a:lnTo>
                  <a:lnTo>
                    <a:pt x="5369574" y="643406"/>
                  </a:lnTo>
                  <a:lnTo>
                    <a:pt x="5387295" y="645254"/>
                  </a:lnTo>
                  <a:lnTo>
                    <a:pt x="5405017" y="646973"/>
                  </a:lnTo>
                  <a:lnTo>
                    <a:pt x="5422738" y="648611"/>
                  </a:lnTo>
                  <a:lnTo>
                    <a:pt x="5440460" y="650179"/>
                  </a:lnTo>
                  <a:lnTo>
                    <a:pt x="5458181" y="651633"/>
                  </a:lnTo>
                  <a:lnTo>
                    <a:pt x="5475902" y="653010"/>
                  </a:lnTo>
                  <a:lnTo>
                    <a:pt x="5493624" y="654326"/>
                  </a:lnTo>
                  <a:lnTo>
                    <a:pt x="5511345" y="655541"/>
                  </a:lnTo>
                  <a:lnTo>
                    <a:pt x="5529066" y="656687"/>
                  </a:lnTo>
                  <a:lnTo>
                    <a:pt x="5546788" y="657779"/>
                  </a:lnTo>
                  <a:lnTo>
                    <a:pt x="5564509" y="658785"/>
                  </a:lnTo>
                  <a:lnTo>
                    <a:pt x="5582231" y="659728"/>
                  </a:lnTo>
                  <a:lnTo>
                    <a:pt x="5599952" y="660624"/>
                  </a:lnTo>
                  <a:lnTo>
                    <a:pt x="5617673" y="661448"/>
                  </a:lnTo>
                  <a:lnTo>
                    <a:pt x="5635395" y="662216"/>
                  </a:lnTo>
                  <a:lnTo>
                    <a:pt x="5653116" y="662943"/>
                  </a:lnTo>
                  <a:lnTo>
                    <a:pt x="5670837" y="663611"/>
                  </a:lnTo>
                  <a:lnTo>
                    <a:pt x="5688559" y="664229"/>
                  </a:lnTo>
                  <a:lnTo>
                    <a:pt x="5706280" y="664814"/>
                  </a:lnTo>
                </a:path>
              </a:pathLst>
            </a:custGeom>
            <a:ln w="542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g1411"/>
            <p:cNvSpPr/>
            <p:nvPr/>
          </p:nvSpPr>
          <p:spPr>
            <a:xfrm>
              <a:off x="2941296" y="4026352"/>
              <a:ext cx="17721" cy="7053"/>
            </a:xfrm>
            <a:custGeom>
              <a:avLst/>
              <a:pathLst>
                <a:path w="17721" h="7053">
                  <a:moveTo>
                    <a:pt x="0" y="549"/>
                  </a:moveTo>
                  <a:lnTo>
                    <a:pt x="17721" y="0"/>
                  </a:lnTo>
                  <a:lnTo>
                    <a:pt x="17721" y="7053"/>
                  </a:lnTo>
                  <a:lnTo>
                    <a:pt x="0" y="7053"/>
                  </a:lnTo>
                  <a:close/>
                </a:path>
              </a:pathLst>
            </a:custGeom>
            <a:solidFill>
              <a:srgbClr val="ECDAC9">
                <a:alpha val="100000"/>
              </a:srgbClr>
            </a:solidFill>
            <a:ln w="4762" cap="rnd">
              <a:solidFill>
                <a:srgbClr val="ECDAC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g1412"/>
            <p:cNvSpPr/>
            <p:nvPr/>
          </p:nvSpPr>
          <p:spPr>
            <a:xfrm>
              <a:off x="2959018" y="4025112"/>
              <a:ext cx="35442" cy="8293"/>
            </a:xfrm>
            <a:custGeom>
              <a:avLst/>
              <a:pathLst>
                <a:path w="35442" h="8293">
                  <a:moveTo>
                    <a:pt x="0" y="1240"/>
                  </a:moveTo>
                  <a:lnTo>
                    <a:pt x="17721" y="636"/>
                  </a:lnTo>
                  <a:lnTo>
                    <a:pt x="35442" y="0"/>
                  </a:lnTo>
                  <a:lnTo>
                    <a:pt x="35442" y="8293"/>
                  </a:lnTo>
                  <a:lnTo>
                    <a:pt x="17721" y="8293"/>
                  </a:lnTo>
                  <a:lnTo>
                    <a:pt x="0" y="8293"/>
                  </a:lnTo>
                  <a:close/>
                </a:path>
              </a:pathLst>
            </a:custGeom>
            <a:solidFill>
              <a:srgbClr val="ECD9C8">
                <a:alpha val="100000"/>
              </a:srgbClr>
            </a:solidFill>
            <a:ln w="4762" cap="rnd">
              <a:solidFill>
                <a:srgbClr val="ECD9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g1413"/>
            <p:cNvSpPr/>
            <p:nvPr/>
          </p:nvSpPr>
          <p:spPr>
            <a:xfrm>
              <a:off x="2994461" y="4024438"/>
              <a:ext cx="17721" cy="8967"/>
            </a:xfrm>
            <a:custGeom>
              <a:avLst/>
              <a:pathLst>
                <a:path w="17721" h="8967">
                  <a:moveTo>
                    <a:pt x="0" y="673"/>
                  </a:moveTo>
                  <a:lnTo>
                    <a:pt x="17721" y="0"/>
                  </a:lnTo>
                  <a:lnTo>
                    <a:pt x="17721" y="8967"/>
                  </a:lnTo>
                  <a:lnTo>
                    <a:pt x="0" y="8967"/>
                  </a:lnTo>
                  <a:close/>
                </a:path>
              </a:pathLst>
            </a:custGeom>
            <a:solidFill>
              <a:srgbClr val="EBD9C8">
                <a:alpha val="100000"/>
              </a:srgbClr>
            </a:solidFill>
            <a:ln w="4762" cap="rnd">
              <a:solidFill>
                <a:srgbClr val="EBD9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g1414"/>
            <p:cNvSpPr/>
            <p:nvPr/>
          </p:nvSpPr>
          <p:spPr>
            <a:xfrm>
              <a:off x="3012182" y="4022922"/>
              <a:ext cx="35442" cy="10483"/>
            </a:xfrm>
            <a:custGeom>
              <a:avLst/>
              <a:pathLst>
                <a:path w="35442" h="10483">
                  <a:moveTo>
                    <a:pt x="0" y="1516"/>
                  </a:moveTo>
                  <a:lnTo>
                    <a:pt x="17721" y="777"/>
                  </a:lnTo>
                  <a:lnTo>
                    <a:pt x="35442" y="0"/>
                  </a:lnTo>
                  <a:lnTo>
                    <a:pt x="35442" y="10483"/>
                  </a:lnTo>
                  <a:lnTo>
                    <a:pt x="17721" y="10483"/>
                  </a:lnTo>
                  <a:lnTo>
                    <a:pt x="0" y="10483"/>
                  </a:lnTo>
                  <a:close/>
                </a:path>
              </a:pathLst>
            </a:custGeom>
            <a:solidFill>
              <a:srgbClr val="EBD8C7">
                <a:alpha val="100000"/>
              </a:srgbClr>
            </a:solidFill>
            <a:ln w="4762" cap="rnd">
              <a:solidFill>
                <a:srgbClr val="EBD8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g1415"/>
            <p:cNvSpPr/>
            <p:nvPr/>
          </p:nvSpPr>
          <p:spPr>
            <a:xfrm>
              <a:off x="3047625" y="4021207"/>
              <a:ext cx="35442" cy="12198"/>
            </a:xfrm>
            <a:custGeom>
              <a:avLst/>
              <a:pathLst>
                <a:path w="35442" h="12198">
                  <a:moveTo>
                    <a:pt x="0" y="1714"/>
                  </a:moveTo>
                  <a:lnTo>
                    <a:pt x="17721" y="895"/>
                  </a:lnTo>
                  <a:lnTo>
                    <a:pt x="35442" y="0"/>
                  </a:lnTo>
                  <a:lnTo>
                    <a:pt x="35442" y="12198"/>
                  </a:lnTo>
                  <a:lnTo>
                    <a:pt x="17721" y="12198"/>
                  </a:lnTo>
                  <a:lnTo>
                    <a:pt x="0" y="12198"/>
                  </a:lnTo>
                  <a:close/>
                </a:path>
              </a:pathLst>
            </a:custGeom>
            <a:solidFill>
              <a:srgbClr val="EBD7C6">
                <a:alpha val="100000"/>
              </a:srgbClr>
            </a:solidFill>
            <a:ln w="4762" cap="rnd">
              <a:solidFill>
                <a:srgbClr val="EBD7C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g1416"/>
            <p:cNvSpPr/>
            <p:nvPr/>
          </p:nvSpPr>
          <p:spPr>
            <a:xfrm>
              <a:off x="3083067" y="4020267"/>
              <a:ext cx="17721" cy="13138"/>
            </a:xfrm>
            <a:custGeom>
              <a:avLst/>
              <a:pathLst>
                <a:path w="17721" h="13138">
                  <a:moveTo>
                    <a:pt x="0" y="939"/>
                  </a:moveTo>
                  <a:lnTo>
                    <a:pt x="17721" y="0"/>
                  </a:lnTo>
                  <a:lnTo>
                    <a:pt x="17721" y="13138"/>
                  </a:lnTo>
                  <a:lnTo>
                    <a:pt x="0" y="13138"/>
                  </a:lnTo>
                  <a:close/>
                </a:path>
              </a:pathLst>
            </a:custGeom>
            <a:solidFill>
              <a:srgbClr val="EBD7C5">
                <a:alpha val="100000"/>
              </a:srgbClr>
            </a:solidFill>
            <a:ln w="4762" cap="rnd">
              <a:solidFill>
                <a:srgbClr val="EBD7C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g1417"/>
            <p:cNvSpPr/>
            <p:nvPr/>
          </p:nvSpPr>
          <p:spPr>
            <a:xfrm>
              <a:off x="3100789" y="4019282"/>
              <a:ext cx="17721" cy="14123"/>
            </a:xfrm>
            <a:custGeom>
              <a:avLst/>
              <a:pathLst>
                <a:path w="17721" h="14123">
                  <a:moveTo>
                    <a:pt x="0" y="985"/>
                  </a:moveTo>
                  <a:lnTo>
                    <a:pt x="17721" y="0"/>
                  </a:lnTo>
                  <a:lnTo>
                    <a:pt x="17721" y="14123"/>
                  </a:lnTo>
                  <a:lnTo>
                    <a:pt x="0" y="14123"/>
                  </a:lnTo>
                  <a:close/>
                </a:path>
              </a:pathLst>
            </a:custGeom>
            <a:solidFill>
              <a:srgbClr val="EAD6C5">
                <a:alpha val="100000"/>
              </a:srgbClr>
            </a:solidFill>
            <a:ln w="4762" cap="rnd">
              <a:solidFill>
                <a:srgbClr val="EAD6C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g1418"/>
            <p:cNvSpPr/>
            <p:nvPr/>
          </p:nvSpPr>
          <p:spPr>
            <a:xfrm>
              <a:off x="3118510" y="4018207"/>
              <a:ext cx="17721" cy="15198"/>
            </a:xfrm>
            <a:custGeom>
              <a:avLst/>
              <a:pathLst>
                <a:path w="17721" h="15198">
                  <a:moveTo>
                    <a:pt x="0" y="1074"/>
                  </a:moveTo>
                  <a:lnTo>
                    <a:pt x="17721" y="0"/>
                  </a:lnTo>
                  <a:lnTo>
                    <a:pt x="17721" y="15198"/>
                  </a:lnTo>
                  <a:lnTo>
                    <a:pt x="0" y="15198"/>
                  </a:lnTo>
                  <a:close/>
                </a:path>
              </a:pathLst>
            </a:custGeom>
            <a:solidFill>
              <a:srgbClr val="EAD6C4">
                <a:alpha val="100000"/>
              </a:srgbClr>
            </a:solidFill>
            <a:ln w="4762" cap="rnd">
              <a:solidFill>
                <a:srgbClr val="EAD6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g1419"/>
            <p:cNvSpPr/>
            <p:nvPr/>
          </p:nvSpPr>
          <p:spPr>
            <a:xfrm>
              <a:off x="3136231" y="4015908"/>
              <a:ext cx="35442" cy="17497"/>
            </a:xfrm>
            <a:custGeom>
              <a:avLst/>
              <a:pathLst>
                <a:path w="35442" h="17497">
                  <a:moveTo>
                    <a:pt x="0" y="2298"/>
                  </a:moveTo>
                  <a:lnTo>
                    <a:pt x="17721" y="1174"/>
                  </a:lnTo>
                  <a:lnTo>
                    <a:pt x="35442" y="0"/>
                  </a:lnTo>
                  <a:lnTo>
                    <a:pt x="35442" y="17497"/>
                  </a:lnTo>
                  <a:lnTo>
                    <a:pt x="17721" y="17497"/>
                  </a:lnTo>
                  <a:lnTo>
                    <a:pt x="0" y="17497"/>
                  </a:lnTo>
                  <a:close/>
                </a:path>
              </a:pathLst>
            </a:custGeom>
            <a:solidFill>
              <a:srgbClr val="EAD5C4">
                <a:alpha val="100000"/>
              </a:srgbClr>
            </a:solidFill>
            <a:ln w="4762" cap="rnd">
              <a:solidFill>
                <a:srgbClr val="EAD5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g1420"/>
            <p:cNvSpPr/>
            <p:nvPr/>
          </p:nvSpPr>
          <p:spPr>
            <a:xfrm>
              <a:off x="3171674" y="4014631"/>
              <a:ext cx="17721" cy="18774"/>
            </a:xfrm>
            <a:custGeom>
              <a:avLst/>
              <a:pathLst>
                <a:path w="17721" h="18774">
                  <a:moveTo>
                    <a:pt x="0" y="1276"/>
                  </a:moveTo>
                  <a:lnTo>
                    <a:pt x="17721" y="0"/>
                  </a:lnTo>
                  <a:lnTo>
                    <a:pt x="17721" y="18774"/>
                  </a:lnTo>
                  <a:lnTo>
                    <a:pt x="0" y="18774"/>
                  </a:lnTo>
                  <a:close/>
                </a:path>
              </a:pathLst>
            </a:custGeom>
            <a:solidFill>
              <a:srgbClr val="EAD5C3">
                <a:alpha val="100000"/>
              </a:srgbClr>
            </a:solidFill>
            <a:ln w="4762" cap="rnd">
              <a:solidFill>
                <a:srgbClr val="EAD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g1421"/>
            <p:cNvSpPr/>
            <p:nvPr/>
          </p:nvSpPr>
          <p:spPr>
            <a:xfrm>
              <a:off x="3189396" y="4013299"/>
              <a:ext cx="17721" cy="20107"/>
            </a:xfrm>
            <a:custGeom>
              <a:avLst/>
              <a:pathLst>
                <a:path w="17721" h="20107">
                  <a:moveTo>
                    <a:pt x="0" y="1332"/>
                  </a:moveTo>
                  <a:lnTo>
                    <a:pt x="17721" y="0"/>
                  </a:lnTo>
                  <a:lnTo>
                    <a:pt x="17721" y="20107"/>
                  </a:lnTo>
                  <a:lnTo>
                    <a:pt x="0" y="20107"/>
                  </a:lnTo>
                  <a:close/>
                </a:path>
              </a:pathLst>
            </a:custGeom>
            <a:solidFill>
              <a:srgbClr val="EAD4C3">
                <a:alpha val="100000"/>
              </a:srgbClr>
            </a:solidFill>
            <a:ln w="4762" cap="rnd">
              <a:solidFill>
                <a:srgbClr val="EAD4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g1422"/>
            <p:cNvSpPr/>
            <p:nvPr/>
          </p:nvSpPr>
          <p:spPr>
            <a:xfrm>
              <a:off x="3207117" y="4011911"/>
              <a:ext cx="17721" cy="21495"/>
            </a:xfrm>
            <a:custGeom>
              <a:avLst/>
              <a:pathLst>
                <a:path w="17721" h="21495">
                  <a:moveTo>
                    <a:pt x="0" y="1387"/>
                  </a:moveTo>
                  <a:lnTo>
                    <a:pt x="17721" y="0"/>
                  </a:lnTo>
                  <a:lnTo>
                    <a:pt x="17721" y="21495"/>
                  </a:lnTo>
                  <a:lnTo>
                    <a:pt x="0" y="21495"/>
                  </a:lnTo>
                  <a:close/>
                </a:path>
              </a:pathLst>
            </a:custGeom>
            <a:solidFill>
              <a:srgbClr val="E9D4C2">
                <a:alpha val="100000"/>
              </a:srgbClr>
            </a:solidFill>
            <a:ln w="4762" cap="rnd">
              <a:solidFill>
                <a:srgbClr val="E9D4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g1423"/>
            <p:cNvSpPr/>
            <p:nvPr/>
          </p:nvSpPr>
          <p:spPr>
            <a:xfrm>
              <a:off x="3224838" y="4010412"/>
              <a:ext cx="17721" cy="22994"/>
            </a:xfrm>
            <a:custGeom>
              <a:avLst/>
              <a:pathLst>
                <a:path w="17721" h="22994">
                  <a:moveTo>
                    <a:pt x="0" y="1499"/>
                  </a:moveTo>
                  <a:lnTo>
                    <a:pt x="17721" y="0"/>
                  </a:lnTo>
                  <a:lnTo>
                    <a:pt x="17721" y="22994"/>
                  </a:lnTo>
                  <a:lnTo>
                    <a:pt x="0" y="22994"/>
                  </a:lnTo>
                  <a:close/>
                </a:path>
              </a:pathLst>
            </a:custGeom>
            <a:solidFill>
              <a:srgbClr val="E9D3C2">
                <a:alpha val="100000"/>
              </a:srgbClr>
            </a:solidFill>
            <a:ln w="4762" cap="rnd">
              <a:solidFill>
                <a:srgbClr val="E9D3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g1424"/>
            <p:cNvSpPr/>
            <p:nvPr/>
          </p:nvSpPr>
          <p:spPr>
            <a:xfrm>
              <a:off x="3242560" y="4008849"/>
              <a:ext cx="17721" cy="24556"/>
            </a:xfrm>
            <a:custGeom>
              <a:avLst/>
              <a:pathLst>
                <a:path w="17721" h="24556">
                  <a:moveTo>
                    <a:pt x="0" y="1562"/>
                  </a:moveTo>
                  <a:lnTo>
                    <a:pt x="17721" y="0"/>
                  </a:lnTo>
                  <a:lnTo>
                    <a:pt x="17721" y="24556"/>
                  </a:lnTo>
                  <a:lnTo>
                    <a:pt x="0" y="24556"/>
                  </a:lnTo>
                  <a:close/>
                </a:path>
              </a:pathLst>
            </a:custGeom>
            <a:solidFill>
              <a:srgbClr val="E9D3C1">
                <a:alpha val="100000"/>
              </a:srgbClr>
            </a:solidFill>
            <a:ln w="4762" cap="rnd">
              <a:solidFill>
                <a:srgbClr val="E9D3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g1425"/>
            <p:cNvSpPr/>
            <p:nvPr/>
          </p:nvSpPr>
          <p:spPr>
            <a:xfrm>
              <a:off x="3260281" y="4005483"/>
              <a:ext cx="35442" cy="27922"/>
            </a:xfrm>
            <a:custGeom>
              <a:avLst/>
              <a:pathLst>
                <a:path w="35442" h="27922">
                  <a:moveTo>
                    <a:pt x="0" y="3366"/>
                  </a:moveTo>
                  <a:lnTo>
                    <a:pt x="17721" y="1742"/>
                  </a:lnTo>
                  <a:lnTo>
                    <a:pt x="35442" y="0"/>
                  </a:lnTo>
                  <a:lnTo>
                    <a:pt x="35442" y="27922"/>
                  </a:lnTo>
                  <a:lnTo>
                    <a:pt x="17721" y="27922"/>
                  </a:lnTo>
                  <a:lnTo>
                    <a:pt x="0" y="27922"/>
                  </a:lnTo>
                  <a:close/>
                </a:path>
              </a:pathLst>
            </a:custGeom>
            <a:solidFill>
              <a:srgbClr val="E9D2C1">
                <a:alpha val="100000"/>
              </a:srgbClr>
            </a:solidFill>
            <a:ln w="4762" cap="rnd">
              <a:solidFill>
                <a:srgbClr val="E9D2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g1426"/>
            <p:cNvSpPr/>
            <p:nvPr/>
          </p:nvSpPr>
          <p:spPr>
            <a:xfrm>
              <a:off x="3295724" y="4003669"/>
              <a:ext cx="17721" cy="29736"/>
            </a:xfrm>
            <a:custGeom>
              <a:avLst/>
              <a:pathLst>
                <a:path w="17721" h="29736">
                  <a:moveTo>
                    <a:pt x="0" y="1813"/>
                  </a:moveTo>
                  <a:lnTo>
                    <a:pt x="17721" y="0"/>
                  </a:lnTo>
                  <a:lnTo>
                    <a:pt x="17721" y="29736"/>
                  </a:lnTo>
                  <a:lnTo>
                    <a:pt x="0" y="29736"/>
                  </a:lnTo>
                  <a:close/>
                </a:path>
              </a:pathLst>
            </a:custGeom>
            <a:solidFill>
              <a:srgbClr val="E8D2C0">
                <a:alpha val="100000"/>
              </a:srgbClr>
            </a:solidFill>
            <a:ln w="4762" cap="rnd">
              <a:solidFill>
                <a:srgbClr val="E8D2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g1427"/>
            <p:cNvSpPr/>
            <p:nvPr/>
          </p:nvSpPr>
          <p:spPr>
            <a:xfrm>
              <a:off x="3313445" y="4001789"/>
              <a:ext cx="17721" cy="31616"/>
            </a:xfrm>
            <a:custGeom>
              <a:avLst/>
              <a:pathLst>
                <a:path w="17721" h="31616">
                  <a:moveTo>
                    <a:pt x="0" y="1880"/>
                  </a:moveTo>
                  <a:lnTo>
                    <a:pt x="17721" y="0"/>
                  </a:lnTo>
                  <a:lnTo>
                    <a:pt x="17721" y="31616"/>
                  </a:lnTo>
                  <a:lnTo>
                    <a:pt x="0" y="31616"/>
                  </a:lnTo>
                  <a:close/>
                </a:path>
              </a:pathLst>
            </a:custGeom>
            <a:solidFill>
              <a:srgbClr val="E8D1C0">
                <a:alpha val="100000"/>
              </a:srgbClr>
            </a:solidFill>
            <a:ln w="4762" cap="rnd">
              <a:solidFill>
                <a:srgbClr val="E8D1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g1428"/>
            <p:cNvSpPr/>
            <p:nvPr/>
          </p:nvSpPr>
          <p:spPr>
            <a:xfrm>
              <a:off x="3331167" y="3999784"/>
              <a:ext cx="17721" cy="33621"/>
            </a:xfrm>
            <a:custGeom>
              <a:avLst/>
              <a:pathLst>
                <a:path w="17721" h="33621">
                  <a:moveTo>
                    <a:pt x="0" y="2004"/>
                  </a:moveTo>
                  <a:lnTo>
                    <a:pt x="17721" y="0"/>
                  </a:lnTo>
                  <a:lnTo>
                    <a:pt x="17721" y="33621"/>
                  </a:lnTo>
                  <a:lnTo>
                    <a:pt x="0" y="33621"/>
                  </a:lnTo>
                  <a:close/>
                </a:path>
              </a:pathLst>
            </a:custGeom>
            <a:solidFill>
              <a:srgbClr val="E8D1BF">
                <a:alpha val="100000"/>
              </a:srgbClr>
            </a:solidFill>
            <a:ln w="4762" cap="rnd">
              <a:solidFill>
                <a:srgbClr val="E8D1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g1429"/>
            <p:cNvSpPr/>
            <p:nvPr/>
          </p:nvSpPr>
          <p:spPr>
            <a:xfrm>
              <a:off x="3348888" y="3997700"/>
              <a:ext cx="17721" cy="35705"/>
            </a:xfrm>
            <a:custGeom>
              <a:avLst/>
              <a:pathLst>
                <a:path w="17721" h="35705">
                  <a:moveTo>
                    <a:pt x="0" y="2084"/>
                  </a:moveTo>
                  <a:lnTo>
                    <a:pt x="17721" y="0"/>
                  </a:lnTo>
                  <a:lnTo>
                    <a:pt x="17721" y="35705"/>
                  </a:lnTo>
                  <a:lnTo>
                    <a:pt x="0" y="35705"/>
                  </a:lnTo>
                  <a:close/>
                </a:path>
              </a:pathLst>
            </a:custGeom>
            <a:solidFill>
              <a:srgbClr val="E8D0BF">
                <a:alpha val="100000"/>
              </a:srgbClr>
            </a:solidFill>
            <a:ln w="4762" cap="rnd">
              <a:solidFill>
                <a:srgbClr val="E8D0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g1430"/>
            <p:cNvSpPr/>
            <p:nvPr/>
          </p:nvSpPr>
          <p:spPr>
            <a:xfrm>
              <a:off x="3366609" y="3993262"/>
              <a:ext cx="35442" cy="40143"/>
            </a:xfrm>
            <a:custGeom>
              <a:avLst/>
              <a:pathLst>
                <a:path w="35442" h="40143">
                  <a:moveTo>
                    <a:pt x="0" y="4437"/>
                  </a:moveTo>
                  <a:lnTo>
                    <a:pt x="17721" y="2283"/>
                  </a:lnTo>
                  <a:lnTo>
                    <a:pt x="35442" y="0"/>
                  </a:lnTo>
                  <a:lnTo>
                    <a:pt x="35442" y="40143"/>
                  </a:lnTo>
                  <a:lnTo>
                    <a:pt x="17721" y="40143"/>
                  </a:lnTo>
                  <a:lnTo>
                    <a:pt x="0" y="40143"/>
                  </a:lnTo>
                  <a:close/>
                </a:path>
              </a:pathLst>
            </a:custGeom>
            <a:solidFill>
              <a:srgbClr val="E8D0BE">
                <a:alpha val="100000"/>
              </a:srgbClr>
            </a:solidFill>
            <a:ln w="4762" cap="rnd">
              <a:solidFill>
                <a:srgbClr val="E8D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g1431"/>
            <p:cNvSpPr/>
            <p:nvPr/>
          </p:nvSpPr>
          <p:spPr>
            <a:xfrm>
              <a:off x="3402052" y="3990893"/>
              <a:ext cx="17721" cy="42513"/>
            </a:xfrm>
            <a:custGeom>
              <a:avLst/>
              <a:pathLst>
                <a:path w="17721" h="42513">
                  <a:moveTo>
                    <a:pt x="0" y="2369"/>
                  </a:moveTo>
                  <a:lnTo>
                    <a:pt x="17721" y="0"/>
                  </a:lnTo>
                  <a:lnTo>
                    <a:pt x="17721" y="42513"/>
                  </a:lnTo>
                  <a:lnTo>
                    <a:pt x="0" y="42513"/>
                  </a:lnTo>
                  <a:close/>
                </a:path>
              </a:pathLst>
            </a:custGeom>
            <a:solidFill>
              <a:srgbClr val="E7CFBE">
                <a:alpha val="100000"/>
              </a:srgbClr>
            </a:solidFill>
            <a:ln w="4762" cap="rnd">
              <a:solidFill>
                <a:srgbClr val="E7CF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g1432"/>
            <p:cNvSpPr/>
            <p:nvPr/>
          </p:nvSpPr>
          <p:spPr>
            <a:xfrm>
              <a:off x="3419773" y="3988449"/>
              <a:ext cx="17721" cy="44956"/>
            </a:xfrm>
            <a:custGeom>
              <a:avLst/>
              <a:pathLst>
                <a:path w="17721" h="44956">
                  <a:moveTo>
                    <a:pt x="0" y="2443"/>
                  </a:moveTo>
                  <a:lnTo>
                    <a:pt x="17721" y="0"/>
                  </a:lnTo>
                  <a:lnTo>
                    <a:pt x="17721" y="44956"/>
                  </a:lnTo>
                  <a:lnTo>
                    <a:pt x="0" y="44956"/>
                  </a:lnTo>
                  <a:close/>
                </a:path>
              </a:pathLst>
            </a:custGeom>
            <a:solidFill>
              <a:srgbClr val="E7CFBD">
                <a:alpha val="100000"/>
              </a:srgbClr>
            </a:solidFill>
            <a:ln w="4762" cap="rnd">
              <a:solidFill>
                <a:srgbClr val="E7CF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g1433"/>
            <p:cNvSpPr/>
            <p:nvPr/>
          </p:nvSpPr>
          <p:spPr>
            <a:xfrm>
              <a:off x="3437495" y="3985875"/>
              <a:ext cx="17721" cy="47530"/>
            </a:xfrm>
            <a:custGeom>
              <a:avLst/>
              <a:pathLst>
                <a:path w="17721" h="47530">
                  <a:moveTo>
                    <a:pt x="0" y="2573"/>
                  </a:moveTo>
                  <a:lnTo>
                    <a:pt x="17721" y="0"/>
                  </a:lnTo>
                  <a:lnTo>
                    <a:pt x="17721" y="47530"/>
                  </a:lnTo>
                  <a:lnTo>
                    <a:pt x="0" y="47530"/>
                  </a:lnTo>
                  <a:close/>
                </a:path>
              </a:pathLst>
            </a:custGeom>
            <a:solidFill>
              <a:srgbClr val="E7CEBD">
                <a:alpha val="100000"/>
              </a:srgbClr>
            </a:solidFill>
            <a:ln w="4762" cap="rnd">
              <a:solidFill>
                <a:srgbClr val="E7CE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g1434"/>
            <p:cNvSpPr/>
            <p:nvPr/>
          </p:nvSpPr>
          <p:spPr>
            <a:xfrm>
              <a:off x="3455216" y="3980468"/>
              <a:ext cx="35442" cy="52938"/>
            </a:xfrm>
            <a:custGeom>
              <a:avLst/>
              <a:pathLst>
                <a:path w="35442" h="52938">
                  <a:moveTo>
                    <a:pt x="0" y="5407"/>
                  </a:moveTo>
                  <a:lnTo>
                    <a:pt x="17721" y="2741"/>
                  </a:lnTo>
                  <a:lnTo>
                    <a:pt x="35442" y="0"/>
                  </a:lnTo>
                  <a:lnTo>
                    <a:pt x="35442" y="52938"/>
                  </a:lnTo>
                  <a:lnTo>
                    <a:pt x="17721" y="52938"/>
                  </a:lnTo>
                  <a:lnTo>
                    <a:pt x="0" y="52938"/>
                  </a:lnTo>
                  <a:close/>
                </a:path>
              </a:pathLst>
            </a:custGeom>
            <a:solidFill>
              <a:srgbClr val="E7CEBC">
                <a:alpha val="100000"/>
              </a:srgbClr>
            </a:solidFill>
            <a:ln w="4762" cap="rnd">
              <a:solidFill>
                <a:srgbClr val="E7CEB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g1435"/>
            <p:cNvSpPr/>
            <p:nvPr/>
          </p:nvSpPr>
          <p:spPr>
            <a:xfrm>
              <a:off x="3490659" y="3974629"/>
              <a:ext cx="35442" cy="58776"/>
            </a:xfrm>
            <a:custGeom>
              <a:avLst/>
              <a:pathLst>
                <a:path w="35442" h="58776">
                  <a:moveTo>
                    <a:pt x="0" y="5838"/>
                  </a:moveTo>
                  <a:lnTo>
                    <a:pt x="17721" y="2967"/>
                  </a:lnTo>
                  <a:lnTo>
                    <a:pt x="35442" y="0"/>
                  </a:lnTo>
                  <a:lnTo>
                    <a:pt x="35442" y="58776"/>
                  </a:lnTo>
                  <a:lnTo>
                    <a:pt x="17721" y="58776"/>
                  </a:lnTo>
                  <a:lnTo>
                    <a:pt x="0" y="58776"/>
                  </a:lnTo>
                  <a:close/>
                </a:path>
              </a:pathLst>
            </a:custGeom>
            <a:solidFill>
              <a:srgbClr val="E6CDBB">
                <a:alpha val="100000"/>
              </a:srgbClr>
            </a:solidFill>
            <a:ln w="4762" cap="rnd">
              <a:solidFill>
                <a:srgbClr val="E6CD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g1436"/>
            <p:cNvSpPr/>
            <p:nvPr/>
          </p:nvSpPr>
          <p:spPr>
            <a:xfrm>
              <a:off x="3526102" y="3971585"/>
              <a:ext cx="17721" cy="61820"/>
            </a:xfrm>
            <a:custGeom>
              <a:avLst/>
              <a:pathLst>
                <a:path w="17721" h="61820">
                  <a:moveTo>
                    <a:pt x="0" y="3043"/>
                  </a:moveTo>
                  <a:lnTo>
                    <a:pt x="17721" y="0"/>
                  </a:lnTo>
                  <a:lnTo>
                    <a:pt x="17721" y="61820"/>
                  </a:lnTo>
                  <a:lnTo>
                    <a:pt x="0" y="61820"/>
                  </a:lnTo>
                  <a:close/>
                </a:path>
              </a:pathLst>
            </a:custGeom>
            <a:solidFill>
              <a:srgbClr val="E6CCBB">
                <a:alpha val="100000"/>
              </a:srgbClr>
            </a:solidFill>
            <a:ln w="4762" cap="rnd">
              <a:solidFill>
                <a:srgbClr val="E6CC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g1437"/>
            <p:cNvSpPr/>
            <p:nvPr/>
          </p:nvSpPr>
          <p:spPr>
            <a:xfrm>
              <a:off x="3543823" y="3965148"/>
              <a:ext cx="35442" cy="68257"/>
            </a:xfrm>
            <a:custGeom>
              <a:avLst/>
              <a:pathLst>
                <a:path w="35442" h="68257">
                  <a:moveTo>
                    <a:pt x="0" y="6437"/>
                  </a:moveTo>
                  <a:lnTo>
                    <a:pt x="17721" y="3267"/>
                  </a:lnTo>
                  <a:lnTo>
                    <a:pt x="35442" y="0"/>
                  </a:lnTo>
                  <a:lnTo>
                    <a:pt x="35442" y="68257"/>
                  </a:lnTo>
                  <a:lnTo>
                    <a:pt x="17721" y="68257"/>
                  </a:lnTo>
                  <a:lnTo>
                    <a:pt x="0" y="68257"/>
                  </a:lnTo>
                  <a:close/>
                </a:path>
              </a:pathLst>
            </a:custGeom>
            <a:solidFill>
              <a:srgbClr val="E6CCBA">
                <a:alpha val="100000"/>
              </a:srgbClr>
            </a:solidFill>
            <a:ln w="4762" cap="rnd">
              <a:solidFill>
                <a:srgbClr val="E6CCB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g1438"/>
            <p:cNvSpPr/>
            <p:nvPr/>
          </p:nvSpPr>
          <p:spPr>
            <a:xfrm>
              <a:off x="3579266" y="3961806"/>
              <a:ext cx="17721" cy="71599"/>
            </a:xfrm>
            <a:custGeom>
              <a:avLst/>
              <a:pathLst>
                <a:path w="17721" h="71599">
                  <a:moveTo>
                    <a:pt x="0" y="3342"/>
                  </a:moveTo>
                  <a:lnTo>
                    <a:pt x="17721" y="0"/>
                  </a:lnTo>
                  <a:lnTo>
                    <a:pt x="17721" y="71599"/>
                  </a:lnTo>
                  <a:lnTo>
                    <a:pt x="0" y="71599"/>
                  </a:lnTo>
                  <a:close/>
                </a:path>
              </a:pathLst>
            </a:custGeom>
            <a:solidFill>
              <a:srgbClr val="E6CBB9">
                <a:alpha val="100000"/>
              </a:srgbClr>
            </a:solidFill>
            <a:ln w="4762" cap="rnd">
              <a:solidFill>
                <a:srgbClr val="E6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g1439"/>
            <p:cNvSpPr/>
            <p:nvPr/>
          </p:nvSpPr>
          <p:spPr>
            <a:xfrm>
              <a:off x="3596987" y="3958344"/>
              <a:ext cx="17721" cy="75061"/>
            </a:xfrm>
            <a:custGeom>
              <a:avLst/>
              <a:pathLst>
                <a:path w="17721" h="75061">
                  <a:moveTo>
                    <a:pt x="0" y="3461"/>
                  </a:moveTo>
                  <a:lnTo>
                    <a:pt x="17721" y="0"/>
                  </a:lnTo>
                  <a:lnTo>
                    <a:pt x="17721" y="75061"/>
                  </a:lnTo>
                  <a:lnTo>
                    <a:pt x="0" y="75061"/>
                  </a:lnTo>
                  <a:close/>
                </a:path>
              </a:pathLst>
            </a:custGeom>
            <a:solidFill>
              <a:srgbClr val="E5CBB9">
                <a:alpha val="100000"/>
              </a:srgbClr>
            </a:solidFill>
            <a:ln w="4762" cap="rnd">
              <a:solidFill>
                <a:srgbClr val="E5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g1440"/>
            <p:cNvSpPr/>
            <p:nvPr/>
          </p:nvSpPr>
          <p:spPr>
            <a:xfrm>
              <a:off x="3614708" y="3947416"/>
              <a:ext cx="53164" cy="85989"/>
            </a:xfrm>
            <a:custGeom>
              <a:avLst/>
              <a:pathLst>
                <a:path w="53164" h="85989">
                  <a:moveTo>
                    <a:pt x="0" y="10928"/>
                  </a:moveTo>
                  <a:lnTo>
                    <a:pt x="17721" y="7369"/>
                  </a:lnTo>
                  <a:lnTo>
                    <a:pt x="35442" y="3739"/>
                  </a:lnTo>
                  <a:lnTo>
                    <a:pt x="53164" y="0"/>
                  </a:lnTo>
                  <a:lnTo>
                    <a:pt x="53164" y="85989"/>
                  </a:lnTo>
                  <a:lnTo>
                    <a:pt x="35442" y="85989"/>
                  </a:lnTo>
                  <a:lnTo>
                    <a:pt x="17721" y="85989"/>
                  </a:lnTo>
                  <a:lnTo>
                    <a:pt x="0" y="85989"/>
                  </a:lnTo>
                  <a:close/>
                </a:path>
              </a:pathLst>
            </a:custGeom>
            <a:solidFill>
              <a:srgbClr val="E5CAB8">
                <a:alpha val="100000"/>
              </a:srgbClr>
            </a:solidFill>
            <a:ln w="4762" cap="rnd">
              <a:solidFill>
                <a:srgbClr val="E5CA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g1441"/>
            <p:cNvSpPr/>
            <p:nvPr/>
          </p:nvSpPr>
          <p:spPr>
            <a:xfrm>
              <a:off x="3667873" y="3943583"/>
              <a:ext cx="17721" cy="89822"/>
            </a:xfrm>
            <a:custGeom>
              <a:avLst/>
              <a:pathLst>
                <a:path w="17721" h="89822">
                  <a:moveTo>
                    <a:pt x="0" y="3832"/>
                  </a:moveTo>
                  <a:lnTo>
                    <a:pt x="17721" y="0"/>
                  </a:lnTo>
                  <a:lnTo>
                    <a:pt x="17721" y="89822"/>
                  </a:lnTo>
                  <a:lnTo>
                    <a:pt x="0" y="89822"/>
                  </a:lnTo>
                  <a:close/>
                </a:path>
              </a:pathLst>
            </a:custGeom>
            <a:solidFill>
              <a:srgbClr val="E5C9B7">
                <a:alpha val="100000"/>
              </a:srgbClr>
            </a:solidFill>
            <a:ln w="4762" cap="rnd">
              <a:solidFill>
                <a:srgbClr val="E5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g1442"/>
            <p:cNvSpPr/>
            <p:nvPr/>
          </p:nvSpPr>
          <p:spPr>
            <a:xfrm>
              <a:off x="3685594" y="3939685"/>
              <a:ext cx="17721" cy="93720"/>
            </a:xfrm>
            <a:custGeom>
              <a:avLst/>
              <a:pathLst>
                <a:path w="17721" h="93720">
                  <a:moveTo>
                    <a:pt x="0" y="3898"/>
                  </a:moveTo>
                  <a:lnTo>
                    <a:pt x="17721" y="0"/>
                  </a:lnTo>
                  <a:lnTo>
                    <a:pt x="17721" y="93720"/>
                  </a:lnTo>
                  <a:lnTo>
                    <a:pt x="0" y="93720"/>
                  </a:lnTo>
                  <a:close/>
                </a:path>
              </a:pathLst>
            </a:custGeom>
            <a:solidFill>
              <a:srgbClr val="E4C9B7">
                <a:alpha val="100000"/>
              </a:srgbClr>
            </a:solidFill>
            <a:ln w="4762" cap="rnd">
              <a:solidFill>
                <a:srgbClr val="E4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g1443"/>
            <p:cNvSpPr/>
            <p:nvPr/>
          </p:nvSpPr>
          <p:spPr>
            <a:xfrm>
              <a:off x="3703315" y="3931608"/>
              <a:ext cx="35442" cy="101797"/>
            </a:xfrm>
            <a:custGeom>
              <a:avLst/>
              <a:pathLst>
                <a:path w="35442" h="101797">
                  <a:moveTo>
                    <a:pt x="0" y="8076"/>
                  </a:moveTo>
                  <a:lnTo>
                    <a:pt x="17721" y="4081"/>
                  </a:lnTo>
                  <a:lnTo>
                    <a:pt x="35442" y="0"/>
                  </a:lnTo>
                  <a:lnTo>
                    <a:pt x="35442" y="101797"/>
                  </a:lnTo>
                  <a:lnTo>
                    <a:pt x="17721" y="101797"/>
                  </a:lnTo>
                  <a:lnTo>
                    <a:pt x="0" y="101797"/>
                  </a:lnTo>
                  <a:close/>
                </a:path>
              </a:pathLst>
            </a:custGeom>
            <a:solidFill>
              <a:srgbClr val="E4C8B6">
                <a:alpha val="100000"/>
              </a:srgbClr>
            </a:solidFill>
            <a:ln w="4762" cap="rnd">
              <a:solidFill>
                <a:srgbClr val="E4C8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g1444"/>
            <p:cNvSpPr/>
            <p:nvPr/>
          </p:nvSpPr>
          <p:spPr>
            <a:xfrm>
              <a:off x="3738758" y="3927469"/>
              <a:ext cx="17721" cy="105936"/>
            </a:xfrm>
            <a:custGeom>
              <a:avLst/>
              <a:pathLst>
                <a:path w="17721" h="105936">
                  <a:moveTo>
                    <a:pt x="0" y="4139"/>
                  </a:moveTo>
                  <a:lnTo>
                    <a:pt x="17721" y="0"/>
                  </a:lnTo>
                  <a:lnTo>
                    <a:pt x="17721" y="105936"/>
                  </a:lnTo>
                  <a:lnTo>
                    <a:pt x="0" y="105936"/>
                  </a:lnTo>
                  <a:close/>
                </a:path>
              </a:pathLst>
            </a:custGeom>
            <a:solidFill>
              <a:srgbClr val="E4C8B5">
                <a:alpha val="100000"/>
              </a:srgbClr>
            </a:solidFill>
            <a:ln w="4762" cap="rnd">
              <a:solidFill>
                <a:srgbClr val="E4C8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g1445"/>
            <p:cNvSpPr/>
            <p:nvPr/>
          </p:nvSpPr>
          <p:spPr>
            <a:xfrm>
              <a:off x="3756479" y="3923248"/>
              <a:ext cx="17721" cy="110157"/>
            </a:xfrm>
            <a:custGeom>
              <a:avLst/>
              <a:pathLst>
                <a:path w="17721" h="110157">
                  <a:moveTo>
                    <a:pt x="0" y="4221"/>
                  </a:moveTo>
                  <a:lnTo>
                    <a:pt x="17721" y="0"/>
                  </a:lnTo>
                  <a:lnTo>
                    <a:pt x="17721" y="110157"/>
                  </a:lnTo>
                  <a:lnTo>
                    <a:pt x="0" y="110157"/>
                  </a:lnTo>
                  <a:close/>
                </a:path>
              </a:pathLst>
            </a:custGeom>
            <a:solidFill>
              <a:srgbClr val="E4C7B5">
                <a:alpha val="100000"/>
              </a:srgbClr>
            </a:solidFill>
            <a:ln w="4762" cap="rnd">
              <a:solidFill>
                <a:srgbClr val="E4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g1446"/>
            <p:cNvSpPr/>
            <p:nvPr/>
          </p:nvSpPr>
          <p:spPr>
            <a:xfrm>
              <a:off x="3774201" y="3918952"/>
              <a:ext cx="17721" cy="114453"/>
            </a:xfrm>
            <a:custGeom>
              <a:avLst/>
              <a:pathLst>
                <a:path w="17721" h="114453">
                  <a:moveTo>
                    <a:pt x="0" y="4295"/>
                  </a:moveTo>
                  <a:lnTo>
                    <a:pt x="17721" y="0"/>
                  </a:lnTo>
                  <a:lnTo>
                    <a:pt x="17721" y="114453"/>
                  </a:lnTo>
                  <a:lnTo>
                    <a:pt x="0" y="114453"/>
                  </a:lnTo>
                  <a:close/>
                </a:path>
              </a:pathLst>
            </a:custGeom>
            <a:solidFill>
              <a:srgbClr val="E3C7B5">
                <a:alpha val="100000"/>
              </a:srgbClr>
            </a:solidFill>
            <a:ln w="4762" cap="rnd">
              <a:solidFill>
                <a:srgbClr val="E3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g1447"/>
            <p:cNvSpPr/>
            <p:nvPr/>
          </p:nvSpPr>
          <p:spPr>
            <a:xfrm>
              <a:off x="3791922" y="3910201"/>
              <a:ext cx="35442" cy="123205"/>
            </a:xfrm>
            <a:custGeom>
              <a:avLst/>
              <a:pathLst>
                <a:path w="35442" h="123205">
                  <a:moveTo>
                    <a:pt x="0" y="8751"/>
                  </a:moveTo>
                  <a:lnTo>
                    <a:pt x="17721" y="4408"/>
                  </a:lnTo>
                  <a:lnTo>
                    <a:pt x="35442" y="0"/>
                  </a:lnTo>
                  <a:lnTo>
                    <a:pt x="35442" y="123205"/>
                  </a:lnTo>
                  <a:lnTo>
                    <a:pt x="17721" y="123205"/>
                  </a:lnTo>
                  <a:lnTo>
                    <a:pt x="0" y="123205"/>
                  </a:lnTo>
                  <a:close/>
                </a:path>
              </a:pathLst>
            </a:custGeom>
            <a:solidFill>
              <a:srgbClr val="E3C6B4">
                <a:alpha val="100000"/>
              </a:srgbClr>
            </a:solidFill>
            <a:ln w="4762" cap="rnd">
              <a:solidFill>
                <a:srgbClr val="E3C6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g1448"/>
            <p:cNvSpPr/>
            <p:nvPr/>
          </p:nvSpPr>
          <p:spPr>
            <a:xfrm>
              <a:off x="3827365" y="3905733"/>
              <a:ext cx="17721" cy="127673"/>
            </a:xfrm>
            <a:custGeom>
              <a:avLst/>
              <a:pathLst>
                <a:path w="17721" h="127673">
                  <a:moveTo>
                    <a:pt x="0" y="4467"/>
                  </a:moveTo>
                  <a:lnTo>
                    <a:pt x="17721" y="0"/>
                  </a:lnTo>
                  <a:lnTo>
                    <a:pt x="17721" y="127673"/>
                  </a:lnTo>
                  <a:lnTo>
                    <a:pt x="0" y="127673"/>
                  </a:lnTo>
                  <a:close/>
                </a:path>
              </a:pathLst>
            </a:custGeom>
            <a:solidFill>
              <a:srgbClr val="E3C6B3">
                <a:alpha val="100000"/>
              </a:srgbClr>
            </a:solidFill>
            <a:ln w="4762" cap="rnd">
              <a:solidFill>
                <a:srgbClr val="E3C6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g1449"/>
            <p:cNvSpPr/>
            <p:nvPr/>
          </p:nvSpPr>
          <p:spPr>
            <a:xfrm>
              <a:off x="3845086" y="3901229"/>
              <a:ext cx="17721" cy="132176"/>
            </a:xfrm>
            <a:custGeom>
              <a:avLst/>
              <a:pathLst>
                <a:path w="17721" h="132176">
                  <a:moveTo>
                    <a:pt x="0" y="4503"/>
                  </a:moveTo>
                  <a:lnTo>
                    <a:pt x="17721" y="0"/>
                  </a:lnTo>
                  <a:lnTo>
                    <a:pt x="17721" y="132176"/>
                  </a:lnTo>
                  <a:lnTo>
                    <a:pt x="0" y="132176"/>
                  </a:lnTo>
                  <a:close/>
                </a:path>
              </a:pathLst>
            </a:custGeom>
            <a:solidFill>
              <a:srgbClr val="E3C5B3">
                <a:alpha val="100000"/>
              </a:srgbClr>
            </a:solidFill>
            <a:ln w="4762" cap="rnd">
              <a:solidFill>
                <a:srgbClr val="E3C5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g1450"/>
            <p:cNvSpPr/>
            <p:nvPr/>
          </p:nvSpPr>
          <p:spPr>
            <a:xfrm>
              <a:off x="3862808" y="3896680"/>
              <a:ext cx="17721" cy="136725"/>
            </a:xfrm>
            <a:custGeom>
              <a:avLst/>
              <a:pathLst>
                <a:path w="17721" h="136725">
                  <a:moveTo>
                    <a:pt x="0" y="4549"/>
                  </a:moveTo>
                  <a:lnTo>
                    <a:pt x="17721" y="0"/>
                  </a:lnTo>
                  <a:lnTo>
                    <a:pt x="17721" y="136725"/>
                  </a:lnTo>
                  <a:lnTo>
                    <a:pt x="0" y="136725"/>
                  </a:lnTo>
                  <a:close/>
                </a:path>
              </a:pathLst>
            </a:custGeom>
            <a:solidFill>
              <a:srgbClr val="E3C5B2">
                <a:alpha val="100000"/>
              </a:srgbClr>
            </a:solidFill>
            <a:ln w="4762" cap="rnd">
              <a:solidFill>
                <a:srgbClr val="E3C5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g1451"/>
            <p:cNvSpPr/>
            <p:nvPr/>
          </p:nvSpPr>
          <p:spPr>
            <a:xfrm>
              <a:off x="3880529" y="3887477"/>
              <a:ext cx="35442" cy="145928"/>
            </a:xfrm>
            <a:custGeom>
              <a:avLst/>
              <a:pathLst>
                <a:path w="35442" h="145928">
                  <a:moveTo>
                    <a:pt x="0" y="9202"/>
                  </a:moveTo>
                  <a:lnTo>
                    <a:pt x="17721" y="4612"/>
                  </a:lnTo>
                  <a:lnTo>
                    <a:pt x="35442" y="0"/>
                  </a:lnTo>
                  <a:lnTo>
                    <a:pt x="35442" y="145928"/>
                  </a:lnTo>
                  <a:lnTo>
                    <a:pt x="17721" y="145928"/>
                  </a:lnTo>
                  <a:lnTo>
                    <a:pt x="0" y="145928"/>
                  </a:lnTo>
                  <a:close/>
                </a:path>
              </a:pathLst>
            </a:custGeom>
            <a:solidFill>
              <a:srgbClr val="E2C4B2">
                <a:alpha val="100000"/>
              </a:srgbClr>
            </a:solidFill>
            <a:ln w="4762" cap="rnd">
              <a:solidFill>
                <a:srgbClr val="E2C4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g1452"/>
            <p:cNvSpPr/>
            <p:nvPr/>
          </p:nvSpPr>
          <p:spPr>
            <a:xfrm>
              <a:off x="3915972" y="3882839"/>
              <a:ext cx="17721" cy="150567"/>
            </a:xfrm>
            <a:custGeom>
              <a:avLst/>
              <a:pathLst>
                <a:path w="17721" h="150567">
                  <a:moveTo>
                    <a:pt x="0" y="4638"/>
                  </a:moveTo>
                  <a:lnTo>
                    <a:pt x="17721" y="0"/>
                  </a:lnTo>
                  <a:lnTo>
                    <a:pt x="17721" y="150567"/>
                  </a:lnTo>
                  <a:lnTo>
                    <a:pt x="0" y="150567"/>
                  </a:lnTo>
                  <a:close/>
                </a:path>
              </a:pathLst>
            </a:custGeom>
            <a:solidFill>
              <a:srgbClr val="E2C4B1">
                <a:alpha val="100000"/>
              </a:srgbClr>
            </a:solidFill>
            <a:ln w="4762" cap="rnd">
              <a:solidFill>
                <a:srgbClr val="E2C4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g1453"/>
            <p:cNvSpPr/>
            <p:nvPr/>
          </p:nvSpPr>
          <p:spPr>
            <a:xfrm>
              <a:off x="3933693" y="3878181"/>
              <a:ext cx="17721" cy="155224"/>
            </a:xfrm>
            <a:custGeom>
              <a:avLst/>
              <a:pathLst>
                <a:path w="17721" h="155224">
                  <a:moveTo>
                    <a:pt x="0" y="4657"/>
                  </a:moveTo>
                  <a:lnTo>
                    <a:pt x="17721" y="0"/>
                  </a:lnTo>
                  <a:lnTo>
                    <a:pt x="17721" y="155224"/>
                  </a:lnTo>
                  <a:lnTo>
                    <a:pt x="0" y="155224"/>
                  </a:lnTo>
                  <a:close/>
                </a:path>
              </a:pathLst>
            </a:custGeom>
            <a:solidFill>
              <a:srgbClr val="E2C3B1">
                <a:alpha val="100000"/>
              </a:srgbClr>
            </a:solidFill>
            <a:ln w="4762" cap="rnd">
              <a:solidFill>
                <a:srgbClr val="E2C3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g1454"/>
            <p:cNvSpPr/>
            <p:nvPr/>
          </p:nvSpPr>
          <p:spPr>
            <a:xfrm>
              <a:off x="3951414" y="3873517"/>
              <a:ext cx="17721" cy="159889"/>
            </a:xfrm>
            <a:custGeom>
              <a:avLst/>
              <a:pathLst>
                <a:path w="17721" h="159889">
                  <a:moveTo>
                    <a:pt x="0" y="4664"/>
                  </a:moveTo>
                  <a:lnTo>
                    <a:pt x="17721" y="0"/>
                  </a:lnTo>
                  <a:lnTo>
                    <a:pt x="17721" y="159889"/>
                  </a:lnTo>
                  <a:lnTo>
                    <a:pt x="0" y="159889"/>
                  </a:lnTo>
                  <a:close/>
                </a:path>
              </a:pathLst>
            </a:custGeom>
            <a:solidFill>
              <a:srgbClr val="E2C3B0">
                <a:alpha val="100000"/>
              </a:srgbClr>
            </a:solidFill>
            <a:ln w="4762" cap="rnd">
              <a:solidFill>
                <a:srgbClr val="E2C3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g1455"/>
            <p:cNvSpPr/>
            <p:nvPr/>
          </p:nvSpPr>
          <p:spPr>
            <a:xfrm>
              <a:off x="3969136" y="3868846"/>
              <a:ext cx="17721" cy="164559"/>
            </a:xfrm>
            <a:custGeom>
              <a:avLst/>
              <a:pathLst>
                <a:path w="17721" h="164559">
                  <a:moveTo>
                    <a:pt x="0" y="4670"/>
                  </a:moveTo>
                  <a:lnTo>
                    <a:pt x="17721" y="0"/>
                  </a:lnTo>
                  <a:lnTo>
                    <a:pt x="17721" y="164559"/>
                  </a:lnTo>
                  <a:lnTo>
                    <a:pt x="0" y="164559"/>
                  </a:lnTo>
                  <a:close/>
                </a:path>
              </a:pathLst>
            </a:custGeom>
            <a:solidFill>
              <a:srgbClr val="E1C2B0">
                <a:alpha val="100000"/>
              </a:srgbClr>
            </a:solidFill>
            <a:ln w="4762" cap="rnd">
              <a:solidFill>
                <a:srgbClr val="E1C2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g1456"/>
            <p:cNvSpPr/>
            <p:nvPr/>
          </p:nvSpPr>
          <p:spPr>
            <a:xfrm>
              <a:off x="3986857" y="3864182"/>
              <a:ext cx="17721" cy="169224"/>
            </a:xfrm>
            <a:custGeom>
              <a:avLst/>
              <a:pathLst>
                <a:path w="17721" h="169224">
                  <a:moveTo>
                    <a:pt x="0" y="4664"/>
                  </a:moveTo>
                  <a:lnTo>
                    <a:pt x="17721" y="0"/>
                  </a:lnTo>
                  <a:lnTo>
                    <a:pt x="17721" y="169224"/>
                  </a:lnTo>
                  <a:lnTo>
                    <a:pt x="0" y="169224"/>
                  </a:lnTo>
                  <a:close/>
                </a:path>
              </a:pathLst>
            </a:custGeom>
            <a:solidFill>
              <a:srgbClr val="E1C2AF">
                <a:alpha val="100000"/>
              </a:srgbClr>
            </a:solidFill>
            <a:ln w="4762" cap="rnd">
              <a:solidFill>
                <a:srgbClr val="E1C2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g1457"/>
            <p:cNvSpPr/>
            <p:nvPr/>
          </p:nvSpPr>
          <p:spPr>
            <a:xfrm>
              <a:off x="4004579" y="3854884"/>
              <a:ext cx="35442" cy="178521"/>
            </a:xfrm>
            <a:custGeom>
              <a:avLst/>
              <a:pathLst>
                <a:path w="35442" h="178521">
                  <a:moveTo>
                    <a:pt x="0" y="9297"/>
                  </a:moveTo>
                  <a:lnTo>
                    <a:pt x="17721" y="4641"/>
                  </a:lnTo>
                  <a:lnTo>
                    <a:pt x="35442" y="0"/>
                  </a:lnTo>
                  <a:lnTo>
                    <a:pt x="35442" y="178521"/>
                  </a:lnTo>
                  <a:lnTo>
                    <a:pt x="17721" y="178521"/>
                  </a:lnTo>
                  <a:lnTo>
                    <a:pt x="0" y="178521"/>
                  </a:lnTo>
                  <a:close/>
                </a:path>
              </a:pathLst>
            </a:custGeom>
            <a:solidFill>
              <a:srgbClr val="E1C1AF">
                <a:alpha val="100000"/>
              </a:srgbClr>
            </a:solidFill>
            <a:ln w="4762" cap="rnd">
              <a:solidFill>
                <a:srgbClr val="E1C1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g1458"/>
            <p:cNvSpPr/>
            <p:nvPr/>
          </p:nvSpPr>
          <p:spPr>
            <a:xfrm>
              <a:off x="4040021" y="3850275"/>
              <a:ext cx="17721" cy="183130"/>
            </a:xfrm>
            <a:custGeom>
              <a:avLst/>
              <a:pathLst>
                <a:path w="17721" h="183130">
                  <a:moveTo>
                    <a:pt x="0" y="4609"/>
                  </a:moveTo>
                  <a:lnTo>
                    <a:pt x="17721" y="0"/>
                  </a:lnTo>
                  <a:lnTo>
                    <a:pt x="17721" y="183130"/>
                  </a:lnTo>
                  <a:lnTo>
                    <a:pt x="0" y="183130"/>
                  </a:lnTo>
                  <a:close/>
                </a:path>
              </a:pathLst>
            </a:custGeom>
            <a:solidFill>
              <a:srgbClr val="E1C1AE">
                <a:alpha val="100000"/>
              </a:srgbClr>
            </a:solidFill>
            <a:ln w="4762" cap="rnd">
              <a:solidFill>
                <a:srgbClr val="E1C1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g1459"/>
            <p:cNvSpPr/>
            <p:nvPr/>
          </p:nvSpPr>
          <p:spPr>
            <a:xfrm>
              <a:off x="4057743" y="3845690"/>
              <a:ext cx="17721" cy="187715"/>
            </a:xfrm>
            <a:custGeom>
              <a:avLst/>
              <a:pathLst>
                <a:path w="17721" h="187715">
                  <a:moveTo>
                    <a:pt x="0" y="4584"/>
                  </a:moveTo>
                  <a:lnTo>
                    <a:pt x="17721" y="0"/>
                  </a:lnTo>
                  <a:lnTo>
                    <a:pt x="17721" y="187715"/>
                  </a:lnTo>
                  <a:lnTo>
                    <a:pt x="0" y="187715"/>
                  </a:lnTo>
                  <a:close/>
                </a:path>
              </a:pathLst>
            </a:custGeom>
            <a:solidFill>
              <a:srgbClr val="E0C0AE">
                <a:alpha val="100000"/>
              </a:srgbClr>
            </a:solidFill>
            <a:ln w="4762" cap="rnd">
              <a:solidFill>
                <a:srgbClr val="E0C0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g1460"/>
            <p:cNvSpPr/>
            <p:nvPr/>
          </p:nvSpPr>
          <p:spPr>
            <a:xfrm>
              <a:off x="4075464" y="3841139"/>
              <a:ext cx="17721" cy="192267"/>
            </a:xfrm>
            <a:custGeom>
              <a:avLst/>
              <a:pathLst>
                <a:path w="17721" h="192267">
                  <a:moveTo>
                    <a:pt x="0" y="4551"/>
                  </a:moveTo>
                  <a:lnTo>
                    <a:pt x="17721" y="0"/>
                  </a:lnTo>
                  <a:lnTo>
                    <a:pt x="17721" y="192267"/>
                  </a:lnTo>
                  <a:lnTo>
                    <a:pt x="0" y="192267"/>
                  </a:lnTo>
                  <a:close/>
                </a:path>
              </a:pathLst>
            </a:custGeom>
            <a:solidFill>
              <a:srgbClr val="E0C0AD">
                <a:alpha val="100000"/>
              </a:srgbClr>
            </a:solidFill>
            <a:ln w="4762" cap="rnd">
              <a:solidFill>
                <a:srgbClr val="E0C0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g1461"/>
            <p:cNvSpPr/>
            <p:nvPr/>
          </p:nvSpPr>
          <p:spPr>
            <a:xfrm>
              <a:off x="4093185" y="3836647"/>
              <a:ext cx="17721" cy="196758"/>
            </a:xfrm>
            <a:custGeom>
              <a:avLst/>
              <a:pathLst>
                <a:path w="17721" h="196758">
                  <a:moveTo>
                    <a:pt x="0" y="4491"/>
                  </a:moveTo>
                  <a:lnTo>
                    <a:pt x="17721" y="0"/>
                  </a:lnTo>
                  <a:lnTo>
                    <a:pt x="17721" y="196758"/>
                  </a:lnTo>
                  <a:lnTo>
                    <a:pt x="0" y="196758"/>
                  </a:lnTo>
                  <a:close/>
                </a:path>
              </a:pathLst>
            </a:custGeom>
            <a:solidFill>
              <a:srgbClr val="E0BFAD">
                <a:alpha val="100000"/>
              </a:srgbClr>
            </a:solidFill>
            <a:ln w="4762" cap="rnd">
              <a:solidFill>
                <a:srgbClr val="E0BF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g1462"/>
            <p:cNvSpPr/>
            <p:nvPr/>
          </p:nvSpPr>
          <p:spPr>
            <a:xfrm>
              <a:off x="4110907" y="3827794"/>
              <a:ext cx="35442" cy="205611"/>
            </a:xfrm>
            <a:custGeom>
              <a:avLst/>
              <a:pathLst>
                <a:path w="35442" h="205611">
                  <a:moveTo>
                    <a:pt x="0" y="8852"/>
                  </a:moveTo>
                  <a:lnTo>
                    <a:pt x="17721" y="4401"/>
                  </a:lnTo>
                  <a:lnTo>
                    <a:pt x="35442" y="0"/>
                  </a:lnTo>
                  <a:lnTo>
                    <a:pt x="35442" y="205611"/>
                  </a:lnTo>
                  <a:lnTo>
                    <a:pt x="17721" y="205611"/>
                  </a:lnTo>
                  <a:lnTo>
                    <a:pt x="0" y="205611"/>
                  </a:lnTo>
                  <a:close/>
                </a:path>
              </a:pathLst>
            </a:custGeom>
            <a:solidFill>
              <a:srgbClr val="E0BFAC">
                <a:alpha val="100000"/>
              </a:srgbClr>
            </a:solidFill>
            <a:ln w="4762" cap="rnd">
              <a:solidFill>
                <a:srgbClr val="E0BF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g1463"/>
            <p:cNvSpPr/>
            <p:nvPr/>
          </p:nvSpPr>
          <p:spPr>
            <a:xfrm>
              <a:off x="4146349" y="3823480"/>
              <a:ext cx="17721" cy="209925"/>
            </a:xfrm>
            <a:custGeom>
              <a:avLst/>
              <a:pathLst>
                <a:path w="17721" h="209925">
                  <a:moveTo>
                    <a:pt x="0" y="4313"/>
                  </a:moveTo>
                  <a:lnTo>
                    <a:pt x="17721" y="0"/>
                  </a:lnTo>
                  <a:lnTo>
                    <a:pt x="17721" y="209925"/>
                  </a:lnTo>
                  <a:lnTo>
                    <a:pt x="0" y="209925"/>
                  </a:lnTo>
                  <a:close/>
                </a:path>
              </a:pathLst>
            </a:custGeom>
            <a:solidFill>
              <a:srgbClr val="DFBEAC">
                <a:alpha val="100000"/>
              </a:srgbClr>
            </a:solidFill>
            <a:ln w="4762" cap="rnd">
              <a:solidFill>
                <a:srgbClr val="DFBE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g1464"/>
            <p:cNvSpPr/>
            <p:nvPr/>
          </p:nvSpPr>
          <p:spPr>
            <a:xfrm>
              <a:off x="4164071" y="3819221"/>
              <a:ext cx="17721" cy="214184"/>
            </a:xfrm>
            <a:custGeom>
              <a:avLst/>
              <a:pathLst>
                <a:path w="17721" h="214184">
                  <a:moveTo>
                    <a:pt x="0" y="4258"/>
                  </a:moveTo>
                  <a:lnTo>
                    <a:pt x="17721" y="0"/>
                  </a:lnTo>
                  <a:lnTo>
                    <a:pt x="17721" y="214184"/>
                  </a:lnTo>
                  <a:lnTo>
                    <a:pt x="0" y="214184"/>
                  </a:lnTo>
                  <a:close/>
                </a:path>
              </a:pathLst>
            </a:custGeom>
            <a:solidFill>
              <a:srgbClr val="DFBEAB">
                <a:alpha val="100000"/>
              </a:srgbClr>
            </a:solidFill>
            <a:ln w="4762" cap="rnd">
              <a:solidFill>
                <a:srgbClr val="DFBE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g1465"/>
            <p:cNvSpPr/>
            <p:nvPr/>
          </p:nvSpPr>
          <p:spPr>
            <a:xfrm>
              <a:off x="4181792" y="3815026"/>
              <a:ext cx="17721" cy="218379"/>
            </a:xfrm>
            <a:custGeom>
              <a:avLst/>
              <a:pathLst>
                <a:path w="17721" h="218379">
                  <a:moveTo>
                    <a:pt x="0" y="4195"/>
                  </a:moveTo>
                  <a:lnTo>
                    <a:pt x="17721" y="0"/>
                  </a:lnTo>
                  <a:lnTo>
                    <a:pt x="17721" y="218379"/>
                  </a:lnTo>
                  <a:lnTo>
                    <a:pt x="0" y="218379"/>
                  </a:lnTo>
                  <a:close/>
                </a:path>
              </a:pathLst>
            </a:custGeom>
            <a:solidFill>
              <a:srgbClr val="DFBDAB">
                <a:alpha val="100000"/>
              </a:srgbClr>
            </a:solidFill>
            <a:ln w="4762" cap="rnd">
              <a:solidFill>
                <a:srgbClr val="DFBD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g1466"/>
            <p:cNvSpPr/>
            <p:nvPr/>
          </p:nvSpPr>
          <p:spPr>
            <a:xfrm>
              <a:off x="4199514" y="3806932"/>
              <a:ext cx="35442" cy="226473"/>
            </a:xfrm>
            <a:custGeom>
              <a:avLst/>
              <a:pathLst>
                <a:path w="35442" h="226473">
                  <a:moveTo>
                    <a:pt x="0" y="8093"/>
                  </a:moveTo>
                  <a:lnTo>
                    <a:pt x="17721" y="4013"/>
                  </a:lnTo>
                  <a:lnTo>
                    <a:pt x="35442" y="0"/>
                  </a:lnTo>
                  <a:lnTo>
                    <a:pt x="35442" y="226473"/>
                  </a:lnTo>
                  <a:lnTo>
                    <a:pt x="17721" y="226473"/>
                  </a:lnTo>
                  <a:lnTo>
                    <a:pt x="0" y="226473"/>
                  </a:lnTo>
                  <a:close/>
                </a:path>
              </a:pathLst>
            </a:custGeom>
            <a:solidFill>
              <a:srgbClr val="DFBDAA">
                <a:alpha val="100000"/>
              </a:srgbClr>
            </a:solidFill>
            <a:ln w="4762" cap="rnd">
              <a:solidFill>
                <a:srgbClr val="DFBD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g1467"/>
            <p:cNvSpPr/>
            <p:nvPr/>
          </p:nvSpPr>
          <p:spPr>
            <a:xfrm>
              <a:off x="4234956" y="3802994"/>
              <a:ext cx="17721" cy="230412"/>
            </a:xfrm>
            <a:custGeom>
              <a:avLst/>
              <a:pathLst>
                <a:path w="17721" h="230412">
                  <a:moveTo>
                    <a:pt x="0" y="3938"/>
                  </a:moveTo>
                  <a:lnTo>
                    <a:pt x="17721" y="0"/>
                  </a:lnTo>
                  <a:lnTo>
                    <a:pt x="17721" y="230412"/>
                  </a:lnTo>
                  <a:lnTo>
                    <a:pt x="0" y="230412"/>
                  </a:lnTo>
                  <a:close/>
                </a:path>
              </a:pathLst>
            </a:custGeom>
            <a:solidFill>
              <a:srgbClr val="DFBCA9">
                <a:alpha val="100000"/>
              </a:srgbClr>
            </a:solidFill>
            <a:ln w="4762" cap="rnd">
              <a:solidFill>
                <a:srgbClr val="DF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g1468"/>
            <p:cNvSpPr/>
            <p:nvPr/>
          </p:nvSpPr>
          <p:spPr>
            <a:xfrm>
              <a:off x="4252678" y="3799194"/>
              <a:ext cx="17721" cy="234212"/>
            </a:xfrm>
            <a:custGeom>
              <a:avLst/>
              <a:pathLst>
                <a:path w="17721" h="234212">
                  <a:moveTo>
                    <a:pt x="0" y="3800"/>
                  </a:moveTo>
                  <a:lnTo>
                    <a:pt x="17721" y="0"/>
                  </a:lnTo>
                  <a:lnTo>
                    <a:pt x="17721" y="234212"/>
                  </a:lnTo>
                  <a:lnTo>
                    <a:pt x="0" y="234212"/>
                  </a:lnTo>
                  <a:close/>
                </a:path>
              </a:pathLst>
            </a:custGeom>
            <a:solidFill>
              <a:srgbClr val="DEBCA9">
                <a:alpha val="100000"/>
              </a:srgbClr>
            </a:solidFill>
            <a:ln w="4762" cap="rnd">
              <a:solidFill>
                <a:srgbClr val="DE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g1469"/>
            <p:cNvSpPr/>
            <p:nvPr/>
          </p:nvSpPr>
          <p:spPr>
            <a:xfrm>
              <a:off x="4270399" y="3795472"/>
              <a:ext cx="17721" cy="237933"/>
            </a:xfrm>
            <a:custGeom>
              <a:avLst/>
              <a:pathLst>
                <a:path w="17721" h="237933">
                  <a:moveTo>
                    <a:pt x="0" y="3721"/>
                  </a:moveTo>
                  <a:lnTo>
                    <a:pt x="17721" y="0"/>
                  </a:lnTo>
                  <a:lnTo>
                    <a:pt x="17721" y="237933"/>
                  </a:lnTo>
                  <a:lnTo>
                    <a:pt x="0" y="237933"/>
                  </a:lnTo>
                  <a:close/>
                </a:path>
              </a:pathLst>
            </a:custGeom>
            <a:solidFill>
              <a:srgbClr val="DEBBA9">
                <a:alpha val="100000"/>
              </a:srgbClr>
            </a:solidFill>
            <a:ln w="4762" cap="rnd">
              <a:solidFill>
                <a:srgbClr val="DEBB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g1470"/>
            <p:cNvSpPr/>
            <p:nvPr/>
          </p:nvSpPr>
          <p:spPr>
            <a:xfrm>
              <a:off x="4288120" y="3788352"/>
              <a:ext cx="35442" cy="245053"/>
            </a:xfrm>
            <a:custGeom>
              <a:avLst/>
              <a:pathLst>
                <a:path w="35442" h="245053">
                  <a:moveTo>
                    <a:pt x="0" y="7120"/>
                  </a:moveTo>
                  <a:lnTo>
                    <a:pt x="17721" y="3480"/>
                  </a:lnTo>
                  <a:lnTo>
                    <a:pt x="35442" y="0"/>
                  </a:lnTo>
                  <a:lnTo>
                    <a:pt x="35442" y="245053"/>
                  </a:lnTo>
                  <a:lnTo>
                    <a:pt x="17721" y="245053"/>
                  </a:lnTo>
                  <a:lnTo>
                    <a:pt x="0" y="245053"/>
                  </a:lnTo>
                  <a:close/>
                </a:path>
              </a:pathLst>
            </a:custGeom>
            <a:solidFill>
              <a:srgbClr val="DEBBA8">
                <a:alpha val="100000"/>
              </a:srgbClr>
            </a:solidFill>
            <a:ln w="4762" cap="rnd">
              <a:solidFill>
                <a:srgbClr val="DEBBA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g1471"/>
            <p:cNvSpPr/>
            <p:nvPr/>
          </p:nvSpPr>
          <p:spPr>
            <a:xfrm>
              <a:off x="4323563" y="3784957"/>
              <a:ext cx="17721" cy="248448"/>
            </a:xfrm>
            <a:custGeom>
              <a:avLst/>
              <a:pathLst>
                <a:path w="17721" h="248448">
                  <a:moveTo>
                    <a:pt x="0" y="3394"/>
                  </a:moveTo>
                  <a:lnTo>
                    <a:pt x="17721" y="0"/>
                  </a:lnTo>
                  <a:lnTo>
                    <a:pt x="17721" y="248448"/>
                  </a:lnTo>
                  <a:lnTo>
                    <a:pt x="0" y="248448"/>
                  </a:lnTo>
                  <a:close/>
                </a:path>
              </a:pathLst>
            </a:custGeom>
            <a:solidFill>
              <a:srgbClr val="DEBAA7">
                <a:alpha val="100000"/>
              </a:srgbClr>
            </a:solidFill>
            <a:ln w="4762" cap="rnd">
              <a:solidFill>
                <a:srgbClr val="DE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g1472"/>
            <p:cNvSpPr/>
            <p:nvPr/>
          </p:nvSpPr>
          <p:spPr>
            <a:xfrm>
              <a:off x="4341285" y="3781649"/>
              <a:ext cx="17721" cy="251757"/>
            </a:xfrm>
            <a:custGeom>
              <a:avLst/>
              <a:pathLst>
                <a:path w="17721" h="251757">
                  <a:moveTo>
                    <a:pt x="0" y="3308"/>
                  </a:moveTo>
                  <a:lnTo>
                    <a:pt x="17721" y="0"/>
                  </a:lnTo>
                  <a:lnTo>
                    <a:pt x="17721" y="251757"/>
                  </a:lnTo>
                  <a:lnTo>
                    <a:pt x="0" y="251757"/>
                  </a:lnTo>
                  <a:close/>
                </a:path>
              </a:pathLst>
            </a:custGeom>
            <a:solidFill>
              <a:srgbClr val="DDBAA7">
                <a:alpha val="100000"/>
              </a:srgbClr>
            </a:solidFill>
            <a:ln w="4762" cap="rnd">
              <a:solidFill>
                <a:srgbClr val="DD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g1473"/>
            <p:cNvSpPr/>
            <p:nvPr/>
          </p:nvSpPr>
          <p:spPr>
            <a:xfrm>
              <a:off x="4359006" y="3778514"/>
              <a:ext cx="17721" cy="254891"/>
            </a:xfrm>
            <a:custGeom>
              <a:avLst/>
              <a:pathLst>
                <a:path w="17721" h="254891">
                  <a:moveTo>
                    <a:pt x="0" y="3134"/>
                  </a:moveTo>
                  <a:lnTo>
                    <a:pt x="17721" y="0"/>
                  </a:lnTo>
                  <a:lnTo>
                    <a:pt x="17721" y="254891"/>
                  </a:lnTo>
                  <a:lnTo>
                    <a:pt x="0" y="254891"/>
                  </a:lnTo>
                  <a:close/>
                </a:path>
              </a:pathLst>
            </a:custGeom>
            <a:solidFill>
              <a:srgbClr val="DDB9A7">
                <a:alpha val="100000"/>
              </a:srgbClr>
            </a:solidFill>
            <a:ln w="4762" cap="rnd">
              <a:solidFill>
                <a:srgbClr val="DDB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g1474"/>
            <p:cNvSpPr/>
            <p:nvPr/>
          </p:nvSpPr>
          <p:spPr>
            <a:xfrm>
              <a:off x="4376727" y="3772516"/>
              <a:ext cx="35442" cy="260889"/>
            </a:xfrm>
            <a:custGeom>
              <a:avLst/>
              <a:pathLst>
                <a:path w="35442" h="260889">
                  <a:moveTo>
                    <a:pt x="0" y="5997"/>
                  </a:moveTo>
                  <a:lnTo>
                    <a:pt x="17721" y="2953"/>
                  </a:lnTo>
                  <a:lnTo>
                    <a:pt x="35442" y="0"/>
                  </a:lnTo>
                  <a:lnTo>
                    <a:pt x="35442" y="260889"/>
                  </a:lnTo>
                  <a:lnTo>
                    <a:pt x="17721" y="260889"/>
                  </a:lnTo>
                  <a:lnTo>
                    <a:pt x="0" y="260889"/>
                  </a:lnTo>
                  <a:close/>
                </a:path>
              </a:pathLst>
            </a:custGeom>
            <a:solidFill>
              <a:srgbClr val="DDB9A6">
                <a:alpha val="100000"/>
              </a:srgbClr>
            </a:solidFill>
            <a:ln w="4762" cap="rnd">
              <a:solidFill>
                <a:srgbClr val="DDB9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g1475"/>
            <p:cNvSpPr/>
            <p:nvPr/>
          </p:nvSpPr>
          <p:spPr>
            <a:xfrm>
              <a:off x="4412170" y="3769738"/>
              <a:ext cx="17721" cy="263667"/>
            </a:xfrm>
            <a:custGeom>
              <a:avLst/>
              <a:pathLst>
                <a:path w="17721" h="263667">
                  <a:moveTo>
                    <a:pt x="0" y="2778"/>
                  </a:moveTo>
                  <a:lnTo>
                    <a:pt x="17721" y="0"/>
                  </a:lnTo>
                  <a:lnTo>
                    <a:pt x="17721" y="263667"/>
                  </a:lnTo>
                  <a:lnTo>
                    <a:pt x="0" y="263667"/>
                  </a:lnTo>
                  <a:close/>
                </a:path>
              </a:pathLst>
            </a:custGeom>
            <a:solidFill>
              <a:srgbClr val="DDB8A5">
                <a:alpha val="100000"/>
              </a:srgbClr>
            </a:solidFill>
            <a:ln w="4762" cap="rnd">
              <a:solidFill>
                <a:srgbClr val="DD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g1476"/>
            <p:cNvSpPr/>
            <p:nvPr/>
          </p:nvSpPr>
          <p:spPr>
            <a:xfrm>
              <a:off x="4429891" y="3767055"/>
              <a:ext cx="17721" cy="266350"/>
            </a:xfrm>
            <a:custGeom>
              <a:avLst/>
              <a:pathLst>
                <a:path w="17721" h="266350">
                  <a:moveTo>
                    <a:pt x="0" y="2682"/>
                  </a:moveTo>
                  <a:lnTo>
                    <a:pt x="17721" y="0"/>
                  </a:lnTo>
                  <a:lnTo>
                    <a:pt x="17721" y="266350"/>
                  </a:lnTo>
                  <a:lnTo>
                    <a:pt x="0" y="266350"/>
                  </a:lnTo>
                  <a:close/>
                </a:path>
              </a:pathLst>
            </a:custGeom>
            <a:solidFill>
              <a:srgbClr val="DCB8A5">
                <a:alpha val="100000"/>
              </a:srgbClr>
            </a:solidFill>
            <a:ln w="4762" cap="rnd">
              <a:solidFill>
                <a:srgbClr val="DC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g1477"/>
            <p:cNvSpPr/>
            <p:nvPr/>
          </p:nvSpPr>
          <p:spPr>
            <a:xfrm>
              <a:off x="4447613" y="3759717"/>
              <a:ext cx="53164" cy="273688"/>
            </a:xfrm>
            <a:custGeom>
              <a:avLst/>
              <a:pathLst>
                <a:path w="53164" h="273688">
                  <a:moveTo>
                    <a:pt x="0" y="7338"/>
                  </a:moveTo>
                  <a:lnTo>
                    <a:pt x="17721" y="4746"/>
                  </a:lnTo>
                  <a:lnTo>
                    <a:pt x="35442" y="2324"/>
                  </a:lnTo>
                  <a:lnTo>
                    <a:pt x="53164" y="0"/>
                  </a:lnTo>
                  <a:lnTo>
                    <a:pt x="53164" y="273688"/>
                  </a:lnTo>
                  <a:lnTo>
                    <a:pt x="35442" y="273688"/>
                  </a:lnTo>
                  <a:lnTo>
                    <a:pt x="17721" y="273688"/>
                  </a:lnTo>
                  <a:lnTo>
                    <a:pt x="0" y="273688"/>
                  </a:lnTo>
                  <a:close/>
                </a:path>
              </a:pathLst>
            </a:custGeom>
            <a:solidFill>
              <a:srgbClr val="DCB7A4">
                <a:alpha val="100000"/>
              </a:srgbClr>
            </a:solidFill>
            <a:ln w="4762" cap="rnd">
              <a:solidFill>
                <a:srgbClr val="DCB7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g1478"/>
            <p:cNvSpPr/>
            <p:nvPr/>
          </p:nvSpPr>
          <p:spPr>
            <a:xfrm>
              <a:off x="4500777" y="3757481"/>
              <a:ext cx="17721" cy="275924"/>
            </a:xfrm>
            <a:custGeom>
              <a:avLst/>
              <a:pathLst>
                <a:path w="17721" h="275924">
                  <a:moveTo>
                    <a:pt x="0" y="2236"/>
                  </a:moveTo>
                  <a:lnTo>
                    <a:pt x="17721" y="0"/>
                  </a:lnTo>
                  <a:lnTo>
                    <a:pt x="17721" y="275924"/>
                  </a:lnTo>
                  <a:lnTo>
                    <a:pt x="0" y="275924"/>
                  </a:lnTo>
                  <a:close/>
                </a:path>
              </a:pathLst>
            </a:custGeom>
            <a:solidFill>
              <a:srgbClr val="DCB6A3">
                <a:alpha val="100000"/>
              </a:srgbClr>
            </a:solidFill>
            <a:ln w="4762" cap="rnd">
              <a:solidFill>
                <a:srgbClr val="DC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g1479"/>
            <p:cNvSpPr/>
            <p:nvPr/>
          </p:nvSpPr>
          <p:spPr>
            <a:xfrm>
              <a:off x="4518498" y="3755403"/>
              <a:ext cx="17721" cy="278002"/>
            </a:xfrm>
            <a:custGeom>
              <a:avLst/>
              <a:pathLst>
                <a:path w="17721" h="278002">
                  <a:moveTo>
                    <a:pt x="0" y="2077"/>
                  </a:moveTo>
                  <a:lnTo>
                    <a:pt x="17721" y="0"/>
                  </a:lnTo>
                  <a:lnTo>
                    <a:pt x="17721" y="278002"/>
                  </a:lnTo>
                  <a:lnTo>
                    <a:pt x="0" y="278002"/>
                  </a:lnTo>
                  <a:close/>
                </a:path>
              </a:pathLst>
            </a:custGeom>
            <a:solidFill>
              <a:srgbClr val="DBB6A3">
                <a:alpha val="100000"/>
              </a:srgbClr>
            </a:solidFill>
            <a:ln w="4762" cap="rnd">
              <a:solidFill>
                <a:srgbClr val="DB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g1480"/>
            <p:cNvSpPr/>
            <p:nvPr/>
          </p:nvSpPr>
          <p:spPr>
            <a:xfrm>
              <a:off x="4536220" y="3751518"/>
              <a:ext cx="35442" cy="281888"/>
            </a:xfrm>
            <a:custGeom>
              <a:avLst/>
              <a:pathLst>
                <a:path w="35442" h="281888">
                  <a:moveTo>
                    <a:pt x="0" y="3885"/>
                  </a:moveTo>
                  <a:lnTo>
                    <a:pt x="17721" y="1901"/>
                  </a:lnTo>
                  <a:lnTo>
                    <a:pt x="35442" y="0"/>
                  </a:lnTo>
                  <a:lnTo>
                    <a:pt x="35442" y="281888"/>
                  </a:lnTo>
                  <a:lnTo>
                    <a:pt x="17721" y="281888"/>
                  </a:lnTo>
                  <a:lnTo>
                    <a:pt x="0" y="281888"/>
                  </a:lnTo>
                  <a:close/>
                </a:path>
              </a:pathLst>
            </a:custGeom>
            <a:solidFill>
              <a:srgbClr val="DBB5A2">
                <a:alpha val="100000"/>
              </a:srgbClr>
            </a:solidFill>
            <a:ln w="4762" cap="rnd">
              <a:solidFill>
                <a:srgbClr val="DBB5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g1481"/>
            <p:cNvSpPr/>
            <p:nvPr/>
          </p:nvSpPr>
          <p:spPr>
            <a:xfrm>
              <a:off x="4571662" y="3749757"/>
              <a:ext cx="17721" cy="283648"/>
            </a:xfrm>
            <a:custGeom>
              <a:avLst/>
              <a:pathLst>
                <a:path w="17721" h="283648">
                  <a:moveTo>
                    <a:pt x="0" y="1760"/>
                  </a:moveTo>
                  <a:lnTo>
                    <a:pt x="17721" y="0"/>
                  </a:lnTo>
                  <a:lnTo>
                    <a:pt x="17721" y="283648"/>
                  </a:lnTo>
                  <a:lnTo>
                    <a:pt x="0" y="283648"/>
                  </a:lnTo>
                  <a:close/>
                </a:path>
              </a:pathLst>
            </a:custGeom>
            <a:solidFill>
              <a:srgbClr val="DBB5A1">
                <a:alpha val="100000"/>
              </a:srgbClr>
            </a:solidFill>
            <a:ln w="4762" cap="rnd">
              <a:solidFill>
                <a:srgbClr val="DBB5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g1482"/>
            <p:cNvSpPr/>
            <p:nvPr/>
          </p:nvSpPr>
          <p:spPr>
            <a:xfrm>
              <a:off x="4589384" y="3748084"/>
              <a:ext cx="17721" cy="285321"/>
            </a:xfrm>
            <a:custGeom>
              <a:avLst/>
              <a:pathLst>
                <a:path w="17721" h="285321">
                  <a:moveTo>
                    <a:pt x="0" y="1673"/>
                  </a:moveTo>
                  <a:lnTo>
                    <a:pt x="17721" y="0"/>
                  </a:lnTo>
                  <a:lnTo>
                    <a:pt x="17721" y="285321"/>
                  </a:lnTo>
                  <a:lnTo>
                    <a:pt x="0" y="285321"/>
                  </a:lnTo>
                  <a:close/>
                </a:path>
              </a:pathLst>
            </a:custGeom>
            <a:solidFill>
              <a:srgbClr val="DBB4A1">
                <a:alpha val="100000"/>
              </a:srgbClr>
            </a:solidFill>
            <a:ln w="4762" cap="rnd">
              <a:solidFill>
                <a:srgbClr val="DB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g1483"/>
            <p:cNvSpPr/>
            <p:nvPr/>
          </p:nvSpPr>
          <p:spPr>
            <a:xfrm>
              <a:off x="4607105" y="3746484"/>
              <a:ext cx="17721" cy="286921"/>
            </a:xfrm>
            <a:custGeom>
              <a:avLst/>
              <a:pathLst>
                <a:path w="17721" h="286921">
                  <a:moveTo>
                    <a:pt x="0" y="1600"/>
                  </a:moveTo>
                  <a:lnTo>
                    <a:pt x="17721" y="0"/>
                  </a:lnTo>
                  <a:lnTo>
                    <a:pt x="17721" y="286921"/>
                  </a:lnTo>
                  <a:lnTo>
                    <a:pt x="0" y="286921"/>
                  </a:lnTo>
                  <a:close/>
                </a:path>
              </a:pathLst>
            </a:custGeom>
            <a:solidFill>
              <a:srgbClr val="DAB4A1">
                <a:alpha val="100000"/>
              </a:srgbClr>
            </a:solidFill>
            <a:ln w="4762" cap="rnd">
              <a:solidFill>
                <a:srgbClr val="DA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g1484"/>
            <p:cNvSpPr/>
            <p:nvPr/>
          </p:nvSpPr>
          <p:spPr>
            <a:xfrm>
              <a:off x="4624826" y="3743599"/>
              <a:ext cx="35442" cy="289806"/>
            </a:xfrm>
            <a:custGeom>
              <a:avLst/>
              <a:pathLst>
                <a:path w="35442" h="289806">
                  <a:moveTo>
                    <a:pt x="0" y="2884"/>
                  </a:moveTo>
                  <a:lnTo>
                    <a:pt x="17721" y="1404"/>
                  </a:lnTo>
                  <a:lnTo>
                    <a:pt x="35442" y="0"/>
                  </a:lnTo>
                  <a:lnTo>
                    <a:pt x="35442" y="289806"/>
                  </a:lnTo>
                  <a:lnTo>
                    <a:pt x="17721" y="289806"/>
                  </a:lnTo>
                  <a:lnTo>
                    <a:pt x="0" y="289806"/>
                  </a:lnTo>
                  <a:close/>
                </a:path>
              </a:pathLst>
            </a:custGeom>
            <a:solidFill>
              <a:srgbClr val="DAB3A0">
                <a:alpha val="100000"/>
              </a:srgbClr>
            </a:solidFill>
            <a:ln w="4762" cap="rnd">
              <a:solidFill>
                <a:srgbClr val="DAB3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g1485"/>
            <p:cNvSpPr/>
            <p:nvPr/>
          </p:nvSpPr>
          <p:spPr>
            <a:xfrm>
              <a:off x="4660269" y="3742256"/>
              <a:ext cx="17721" cy="291149"/>
            </a:xfrm>
            <a:custGeom>
              <a:avLst/>
              <a:pathLst>
                <a:path w="17721" h="291149">
                  <a:moveTo>
                    <a:pt x="0" y="1343"/>
                  </a:moveTo>
                  <a:lnTo>
                    <a:pt x="17721" y="0"/>
                  </a:lnTo>
                  <a:lnTo>
                    <a:pt x="17721" y="291149"/>
                  </a:lnTo>
                  <a:lnTo>
                    <a:pt x="0" y="291149"/>
                  </a:lnTo>
                  <a:close/>
                </a:path>
              </a:pathLst>
            </a:custGeom>
            <a:solidFill>
              <a:srgbClr val="DAB39F">
                <a:alpha val="100000"/>
              </a:srgbClr>
            </a:solidFill>
            <a:ln w="4762" cap="rnd">
              <a:solidFill>
                <a:srgbClr val="DAB3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g1486"/>
            <p:cNvSpPr/>
            <p:nvPr/>
          </p:nvSpPr>
          <p:spPr>
            <a:xfrm>
              <a:off x="4677991" y="3741007"/>
              <a:ext cx="17721" cy="292398"/>
            </a:xfrm>
            <a:custGeom>
              <a:avLst/>
              <a:pathLst>
                <a:path w="17721" h="292398">
                  <a:moveTo>
                    <a:pt x="0" y="1248"/>
                  </a:moveTo>
                  <a:lnTo>
                    <a:pt x="17721" y="0"/>
                  </a:lnTo>
                  <a:lnTo>
                    <a:pt x="17721" y="292398"/>
                  </a:lnTo>
                  <a:lnTo>
                    <a:pt x="0" y="292398"/>
                  </a:lnTo>
                  <a:close/>
                </a:path>
              </a:pathLst>
            </a:custGeom>
            <a:solidFill>
              <a:srgbClr val="DAB29F">
                <a:alpha val="100000"/>
              </a:srgbClr>
            </a:solidFill>
            <a:ln w="4762" cap="rnd">
              <a:solidFill>
                <a:srgbClr val="DA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g1487"/>
            <p:cNvSpPr/>
            <p:nvPr/>
          </p:nvSpPr>
          <p:spPr>
            <a:xfrm>
              <a:off x="4695712" y="3739819"/>
              <a:ext cx="17721" cy="293586"/>
            </a:xfrm>
            <a:custGeom>
              <a:avLst/>
              <a:pathLst>
                <a:path w="17721" h="293586">
                  <a:moveTo>
                    <a:pt x="0" y="1187"/>
                  </a:moveTo>
                  <a:lnTo>
                    <a:pt x="17721" y="0"/>
                  </a:lnTo>
                  <a:lnTo>
                    <a:pt x="17721" y="293586"/>
                  </a:lnTo>
                  <a:lnTo>
                    <a:pt x="0" y="293586"/>
                  </a:lnTo>
                  <a:close/>
                </a:path>
              </a:pathLst>
            </a:custGeom>
            <a:solidFill>
              <a:srgbClr val="D9B29F">
                <a:alpha val="100000"/>
              </a:srgbClr>
            </a:solidFill>
            <a:ln w="4762" cap="rnd">
              <a:solidFill>
                <a:srgbClr val="D9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g1488"/>
            <p:cNvSpPr/>
            <p:nvPr/>
          </p:nvSpPr>
          <p:spPr>
            <a:xfrm>
              <a:off x="4713433" y="3737604"/>
              <a:ext cx="35442" cy="295801"/>
            </a:xfrm>
            <a:custGeom>
              <a:avLst/>
              <a:pathLst>
                <a:path w="35442" h="295801">
                  <a:moveTo>
                    <a:pt x="0" y="2215"/>
                  </a:moveTo>
                  <a:lnTo>
                    <a:pt x="17721" y="1073"/>
                  </a:lnTo>
                  <a:lnTo>
                    <a:pt x="35442" y="0"/>
                  </a:lnTo>
                  <a:lnTo>
                    <a:pt x="35442" y="295801"/>
                  </a:lnTo>
                  <a:lnTo>
                    <a:pt x="17721" y="295801"/>
                  </a:lnTo>
                  <a:lnTo>
                    <a:pt x="0" y="295801"/>
                  </a:lnTo>
                  <a:close/>
                </a:path>
              </a:pathLst>
            </a:custGeom>
            <a:solidFill>
              <a:srgbClr val="D9B19E">
                <a:alpha val="100000"/>
              </a:srgbClr>
            </a:solidFill>
            <a:ln w="4762" cap="rnd">
              <a:solidFill>
                <a:srgbClr val="D9B1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g1489"/>
            <p:cNvSpPr/>
            <p:nvPr/>
          </p:nvSpPr>
          <p:spPr>
            <a:xfrm>
              <a:off x="4748876" y="3736573"/>
              <a:ext cx="17721" cy="296832"/>
            </a:xfrm>
            <a:custGeom>
              <a:avLst/>
              <a:pathLst>
                <a:path w="17721" h="296832">
                  <a:moveTo>
                    <a:pt x="0" y="1030"/>
                  </a:moveTo>
                  <a:lnTo>
                    <a:pt x="17721" y="0"/>
                  </a:lnTo>
                  <a:lnTo>
                    <a:pt x="17721" y="296832"/>
                  </a:lnTo>
                  <a:lnTo>
                    <a:pt x="0" y="296832"/>
                  </a:lnTo>
                  <a:close/>
                </a:path>
              </a:pathLst>
            </a:custGeom>
            <a:solidFill>
              <a:srgbClr val="D9B19D">
                <a:alpha val="100000"/>
              </a:srgbClr>
            </a:solidFill>
            <a:ln w="4762" cap="rnd">
              <a:solidFill>
                <a:srgbClr val="D9B1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g1490"/>
            <p:cNvSpPr/>
            <p:nvPr/>
          </p:nvSpPr>
          <p:spPr>
            <a:xfrm>
              <a:off x="4766597" y="3735573"/>
              <a:ext cx="17721" cy="297832"/>
            </a:xfrm>
            <a:custGeom>
              <a:avLst/>
              <a:pathLst>
                <a:path w="17721" h="297832">
                  <a:moveTo>
                    <a:pt x="0" y="1000"/>
                  </a:moveTo>
                  <a:lnTo>
                    <a:pt x="17721" y="0"/>
                  </a:lnTo>
                  <a:lnTo>
                    <a:pt x="17721" y="297832"/>
                  </a:lnTo>
                  <a:lnTo>
                    <a:pt x="0" y="297832"/>
                  </a:lnTo>
                  <a:close/>
                </a:path>
              </a:pathLst>
            </a:custGeom>
            <a:solidFill>
              <a:srgbClr val="D9B09D">
                <a:alpha val="100000"/>
              </a:srgbClr>
            </a:solidFill>
            <a:ln w="4762" cap="rnd">
              <a:solidFill>
                <a:srgbClr val="D9B0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g1491"/>
            <p:cNvSpPr/>
            <p:nvPr/>
          </p:nvSpPr>
          <p:spPr>
            <a:xfrm>
              <a:off x="4784319" y="3733674"/>
              <a:ext cx="35442" cy="299731"/>
            </a:xfrm>
            <a:custGeom>
              <a:avLst/>
              <a:pathLst>
                <a:path w="35442" h="299731">
                  <a:moveTo>
                    <a:pt x="0" y="1898"/>
                  </a:moveTo>
                  <a:lnTo>
                    <a:pt x="17721" y="938"/>
                  </a:lnTo>
                  <a:lnTo>
                    <a:pt x="35442" y="0"/>
                  </a:lnTo>
                  <a:lnTo>
                    <a:pt x="35442" y="299731"/>
                  </a:lnTo>
                  <a:lnTo>
                    <a:pt x="17721" y="299731"/>
                  </a:lnTo>
                  <a:lnTo>
                    <a:pt x="0" y="299731"/>
                  </a:lnTo>
                  <a:close/>
                </a:path>
              </a:pathLst>
            </a:custGeom>
            <a:solidFill>
              <a:srgbClr val="D8B09C">
                <a:alpha val="100000"/>
              </a:srgbClr>
            </a:solidFill>
            <a:ln w="4762" cap="rnd">
              <a:solidFill>
                <a:srgbClr val="D8B0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g1492"/>
            <p:cNvSpPr/>
            <p:nvPr/>
          </p:nvSpPr>
          <p:spPr>
            <a:xfrm>
              <a:off x="4819761" y="3732749"/>
              <a:ext cx="17721" cy="300656"/>
            </a:xfrm>
            <a:custGeom>
              <a:avLst/>
              <a:pathLst>
                <a:path w="17721" h="300656">
                  <a:moveTo>
                    <a:pt x="0" y="925"/>
                  </a:moveTo>
                  <a:lnTo>
                    <a:pt x="17721" y="0"/>
                  </a:lnTo>
                  <a:lnTo>
                    <a:pt x="17721" y="300656"/>
                  </a:lnTo>
                  <a:lnTo>
                    <a:pt x="0" y="300656"/>
                  </a:lnTo>
                  <a:close/>
                </a:path>
              </a:pathLst>
            </a:custGeom>
            <a:solidFill>
              <a:srgbClr val="D8AF9C">
                <a:alpha val="100000"/>
              </a:srgbClr>
            </a:solidFill>
            <a:ln w="4762" cap="rnd">
              <a:solidFill>
                <a:srgbClr val="D8AF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g1493"/>
            <p:cNvSpPr/>
            <p:nvPr/>
          </p:nvSpPr>
          <p:spPr>
            <a:xfrm>
              <a:off x="4837483" y="3731837"/>
              <a:ext cx="17721" cy="301569"/>
            </a:xfrm>
            <a:custGeom>
              <a:avLst/>
              <a:pathLst>
                <a:path w="17721" h="301569">
                  <a:moveTo>
                    <a:pt x="0" y="912"/>
                  </a:moveTo>
                  <a:lnTo>
                    <a:pt x="17721" y="0"/>
                  </a:lnTo>
                  <a:lnTo>
                    <a:pt x="17721" y="301569"/>
                  </a:lnTo>
                  <a:lnTo>
                    <a:pt x="0" y="301569"/>
                  </a:lnTo>
                  <a:close/>
                </a:path>
              </a:pathLst>
            </a:custGeom>
            <a:solidFill>
              <a:srgbClr val="D8AF9B">
                <a:alpha val="100000"/>
              </a:srgbClr>
            </a:solidFill>
            <a:ln w="4762" cap="rnd">
              <a:solidFill>
                <a:srgbClr val="D8AF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g1494"/>
            <p:cNvSpPr/>
            <p:nvPr/>
          </p:nvSpPr>
          <p:spPr>
            <a:xfrm>
              <a:off x="4855204" y="3730924"/>
              <a:ext cx="17721" cy="302481"/>
            </a:xfrm>
            <a:custGeom>
              <a:avLst/>
              <a:pathLst>
                <a:path w="17721" h="302481">
                  <a:moveTo>
                    <a:pt x="0" y="912"/>
                  </a:moveTo>
                  <a:lnTo>
                    <a:pt x="17721" y="0"/>
                  </a:lnTo>
                  <a:lnTo>
                    <a:pt x="17721" y="302481"/>
                  </a:lnTo>
                  <a:lnTo>
                    <a:pt x="0" y="302481"/>
                  </a:lnTo>
                  <a:close/>
                </a:path>
              </a:pathLst>
            </a:custGeom>
            <a:solidFill>
              <a:srgbClr val="D8AE9B">
                <a:alpha val="100000"/>
              </a:srgbClr>
            </a:solidFill>
            <a:ln w="4762" cap="rnd">
              <a:solidFill>
                <a:srgbClr val="D8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g1495"/>
            <p:cNvSpPr/>
            <p:nvPr/>
          </p:nvSpPr>
          <p:spPr>
            <a:xfrm>
              <a:off x="4872926" y="3729079"/>
              <a:ext cx="35442" cy="304326"/>
            </a:xfrm>
            <a:custGeom>
              <a:avLst/>
              <a:pathLst>
                <a:path w="35442" h="304326">
                  <a:moveTo>
                    <a:pt x="0" y="1845"/>
                  </a:moveTo>
                  <a:lnTo>
                    <a:pt x="17721" y="928"/>
                  </a:lnTo>
                  <a:lnTo>
                    <a:pt x="35442" y="0"/>
                  </a:lnTo>
                  <a:lnTo>
                    <a:pt x="35442" y="304326"/>
                  </a:lnTo>
                  <a:lnTo>
                    <a:pt x="17721" y="304326"/>
                  </a:lnTo>
                  <a:lnTo>
                    <a:pt x="0" y="304326"/>
                  </a:lnTo>
                  <a:close/>
                </a:path>
              </a:pathLst>
            </a:custGeom>
            <a:solidFill>
              <a:srgbClr val="D7AE9A">
                <a:alpha val="100000"/>
              </a:srgbClr>
            </a:solidFill>
            <a:ln w="4762" cap="rnd">
              <a:solidFill>
                <a:srgbClr val="D7AE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g1496"/>
            <p:cNvSpPr/>
            <p:nvPr/>
          </p:nvSpPr>
          <p:spPr>
            <a:xfrm>
              <a:off x="4908368" y="3728127"/>
              <a:ext cx="17721" cy="305279"/>
            </a:xfrm>
            <a:custGeom>
              <a:avLst/>
              <a:pathLst>
                <a:path w="17721" h="305279">
                  <a:moveTo>
                    <a:pt x="0" y="952"/>
                  </a:moveTo>
                  <a:lnTo>
                    <a:pt x="17721" y="0"/>
                  </a:lnTo>
                  <a:lnTo>
                    <a:pt x="17721" y="305279"/>
                  </a:lnTo>
                  <a:lnTo>
                    <a:pt x="0" y="305279"/>
                  </a:lnTo>
                  <a:close/>
                </a:path>
              </a:pathLst>
            </a:custGeom>
            <a:solidFill>
              <a:srgbClr val="D7AD9A">
                <a:alpha val="100000"/>
              </a:srgbClr>
            </a:solidFill>
            <a:ln w="4762" cap="rnd">
              <a:solidFill>
                <a:srgbClr val="D7A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g1497"/>
            <p:cNvSpPr/>
            <p:nvPr/>
          </p:nvSpPr>
          <p:spPr>
            <a:xfrm>
              <a:off x="4926090" y="3727155"/>
              <a:ext cx="17721" cy="306251"/>
            </a:xfrm>
            <a:custGeom>
              <a:avLst/>
              <a:pathLst>
                <a:path w="17721" h="306251">
                  <a:moveTo>
                    <a:pt x="0" y="972"/>
                  </a:moveTo>
                  <a:lnTo>
                    <a:pt x="17721" y="0"/>
                  </a:lnTo>
                  <a:lnTo>
                    <a:pt x="17721" y="306251"/>
                  </a:lnTo>
                  <a:lnTo>
                    <a:pt x="0" y="306251"/>
                  </a:lnTo>
                  <a:close/>
                </a:path>
              </a:pathLst>
            </a:custGeom>
            <a:solidFill>
              <a:srgbClr val="D7AD99">
                <a:alpha val="100000"/>
              </a:srgbClr>
            </a:solidFill>
            <a:ln w="4762" cap="rnd">
              <a:solidFill>
                <a:srgbClr val="D7AD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g1498"/>
            <p:cNvSpPr/>
            <p:nvPr/>
          </p:nvSpPr>
          <p:spPr>
            <a:xfrm>
              <a:off x="4943811" y="3726147"/>
              <a:ext cx="17721" cy="307258"/>
            </a:xfrm>
            <a:custGeom>
              <a:avLst/>
              <a:pathLst>
                <a:path w="17721" h="307258">
                  <a:moveTo>
                    <a:pt x="0" y="1007"/>
                  </a:moveTo>
                  <a:lnTo>
                    <a:pt x="17721" y="0"/>
                  </a:lnTo>
                  <a:lnTo>
                    <a:pt x="17721" y="307258"/>
                  </a:lnTo>
                  <a:lnTo>
                    <a:pt x="0" y="307258"/>
                  </a:lnTo>
                  <a:close/>
                </a:path>
              </a:pathLst>
            </a:custGeom>
            <a:solidFill>
              <a:srgbClr val="D7AC99">
                <a:alpha val="100000"/>
              </a:srgbClr>
            </a:solidFill>
            <a:ln w="4762" cap="rnd">
              <a:solidFill>
                <a:srgbClr val="D7AC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g1499"/>
            <p:cNvSpPr/>
            <p:nvPr/>
          </p:nvSpPr>
          <p:spPr>
            <a:xfrm>
              <a:off x="4961532" y="3724006"/>
              <a:ext cx="35442" cy="309399"/>
            </a:xfrm>
            <a:custGeom>
              <a:avLst/>
              <a:pathLst>
                <a:path w="35442" h="309399">
                  <a:moveTo>
                    <a:pt x="0" y="2141"/>
                  </a:moveTo>
                  <a:lnTo>
                    <a:pt x="17721" y="1087"/>
                  </a:lnTo>
                  <a:lnTo>
                    <a:pt x="35442" y="0"/>
                  </a:lnTo>
                  <a:lnTo>
                    <a:pt x="35442" y="309399"/>
                  </a:lnTo>
                  <a:lnTo>
                    <a:pt x="17721" y="309399"/>
                  </a:lnTo>
                  <a:lnTo>
                    <a:pt x="0" y="309399"/>
                  </a:lnTo>
                  <a:close/>
                </a:path>
              </a:pathLst>
            </a:custGeom>
            <a:solidFill>
              <a:srgbClr val="D6AC98">
                <a:alpha val="100000"/>
              </a:srgbClr>
            </a:solidFill>
            <a:ln w="4762" cap="rnd">
              <a:solidFill>
                <a:srgbClr val="D6AC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g1500"/>
            <p:cNvSpPr/>
            <p:nvPr/>
          </p:nvSpPr>
          <p:spPr>
            <a:xfrm>
              <a:off x="4996975" y="3721655"/>
              <a:ext cx="35442" cy="311751"/>
            </a:xfrm>
            <a:custGeom>
              <a:avLst/>
              <a:pathLst>
                <a:path w="35442" h="311751">
                  <a:moveTo>
                    <a:pt x="0" y="2351"/>
                  </a:moveTo>
                  <a:lnTo>
                    <a:pt x="17721" y="1209"/>
                  </a:lnTo>
                  <a:lnTo>
                    <a:pt x="35442" y="0"/>
                  </a:lnTo>
                  <a:lnTo>
                    <a:pt x="35442" y="311751"/>
                  </a:lnTo>
                  <a:lnTo>
                    <a:pt x="17721" y="311751"/>
                  </a:lnTo>
                  <a:lnTo>
                    <a:pt x="0" y="311751"/>
                  </a:lnTo>
                  <a:close/>
                </a:path>
              </a:pathLst>
            </a:custGeom>
            <a:solidFill>
              <a:srgbClr val="D6AB97">
                <a:alpha val="100000"/>
              </a:srgbClr>
            </a:solidFill>
            <a:ln w="4762" cap="rnd">
              <a:solidFill>
                <a:srgbClr val="D6AB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g1501"/>
            <p:cNvSpPr/>
            <p:nvPr/>
          </p:nvSpPr>
          <p:spPr>
            <a:xfrm>
              <a:off x="5032418" y="3720398"/>
              <a:ext cx="17721" cy="313007"/>
            </a:xfrm>
            <a:custGeom>
              <a:avLst/>
              <a:pathLst>
                <a:path w="17721" h="313007">
                  <a:moveTo>
                    <a:pt x="0" y="1256"/>
                  </a:moveTo>
                  <a:lnTo>
                    <a:pt x="17721" y="0"/>
                  </a:lnTo>
                  <a:lnTo>
                    <a:pt x="17721" y="313007"/>
                  </a:lnTo>
                  <a:lnTo>
                    <a:pt x="0" y="313007"/>
                  </a:lnTo>
                  <a:close/>
                </a:path>
              </a:pathLst>
            </a:custGeom>
            <a:solidFill>
              <a:srgbClr val="D6AA97">
                <a:alpha val="100000"/>
              </a:srgbClr>
            </a:solidFill>
            <a:ln w="4762" cap="rnd">
              <a:solidFill>
                <a:srgbClr val="D6AA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g1502"/>
            <p:cNvSpPr/>
            <p:nvPr/>
          </p:nvSpPr>
          <p:spPr>
            <a:xfrm>
              <a:off x="5050139" y="3717662"/>
              <a:ext cx="35442" cy="315743"/>
            </a:xfrm>
            <a:custGeom>
              <a:avLst/>
              <a:pathLst>
                <a:path w="35442" h="315743">
                  <a:moveTo>
                    <a:pt x="0" y="2736"/>
                  </a:moveTo>
                  <a:lnTo>
                    <a:pt x="17721" y="1410"/>
                  </a:lnTo>
                  <a:lnTo>
                    <a:pt x="35442" y="0"/>
                  </a:lnTo>
                  <a:lnTo>
                    <a:pt x="35442" y="315743"/>
                  </a:lnTo>
                  <a:lnTo>
                    <a:pt x="17721" y="315743"/>
                  </a:lnTo>
                  <a:lnTo>
                    <a:pt x="0" y="315743"/>
                  </a:lnTo>
                  <a:close/>
                </a:path>
              </a:pathLst>
            </a:custGeom>
            <a:solidFill>
              <a:srgbClr val="D5AA96">
                <a:alpha val="100000"/>
              </a:srgbClr>
            </a:solidFill>
            <a:ln w="4762" cap="rnd">
              <a:solidFill>
                <a:srgbClr val="D5AA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g1503"/>
            <p:cNvSpPr/>
            <p:nvPr/>
          </p:nvSpPr>
          <p:spPr>
            <a:xfrm>
              <a:off x="5085582" y="3714646"/>
              <a:ext cx="35442" cy="318759"/>
            </a:xfrm>
            <a:custGeom>
              <a:avLst/>
              <a:pathLst>
                <a:path w="35442" h="318759">
                  <a:moveTo>
                    <a:pt x="0" y="3015"/>
                  </a:moveTo>
                  <a:lnTo>
                    <a:pt x="17721" y="1547"/>
                  </a:lnTo>
                  <a:lnTo>
                    <a:pt x="35442" y="0"/>
                  </a:lnTo>
                  <a:lnTo>
                    <a:pt x="35442" y="318759"/>
                  </a:lnTo>
                  <a:lnTo>
                    <a:pt x="17721" y="318759"/>
                  </a:lnTo>
                  <a:lnTo>
                    <a:pt x="0" y="318759"/>
                  </a:lnTo>
                  <a:close/>
                </a:path>
              </a:pathLst>
            </a:custGeom>
            <a:solidFill>
              <a:srgbClr val="D5A995">
                <a:alpha val="100000"/>
              </a:srgbClr>
            </a:solidFill>
            <a:ln w="4762" cap="rnd">
              <a:solidFill>
                <a:srgbClr val="D5A9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g1504"/>
            <p:cNvSpPr/>
            <p:nvPr/>
          </p:nvSpPr>
          <p:spPr>
            <a:xfrm>
              <a:off x="5121025" y="3712998"/>
              <a:ext cx="17721" cy="320407"/>
            </a:xfrm>
            <a:custGeom>
              <a:avLst/>
              <a:pathLst>
                <a:path w="17721" h="320407">
                  <a:moveTo>
                    <a:pt x="0" y="1647"/>
                  </a:moveTo>
                  <a:lnTo>
                    <a:pt x="17721" y="0"/>
                  </a:lnTo>
                  <a:lnTo>
                    <a:pt x="17721" y="320407"/>
                  </a:lnTo>
                  <a:lnTo>
                    <a:pt x="0" y="320407"/>
                  </a:lnTo>
                  <a:close/>
                </a:path>
              </a:pathLst>
            </a:custGeom>
            <a:solidFill>
              <a:srgbClr val="D5A895">
                <a:alpha val="100000"/>
              </a:srgbClr>
            </a:solidFill>
            <a:ln w="4762" cap="rnd">
              <a:solidFill>
                <a:srgbClr val="D5A8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g1505"/>
            <p:cNvSpPr/>
            <p:nvPr/>
          </p:nvSpPr>
          <p:spPr>
            <a:xfrm>
              <a:off x="5138746" y="3709489"/>
              <a:ext cx="35442" cy="323917"/>
            </a:xfrm>
            <a:custGeom>
              <a:avLst/>
              <a:pathLst>
                <a:path w="35442" h="323917">
                  <a:moveTo>
                    <a:pt x="0" y="3509"/>
                  </a:moveTo>
                  <a:lnTo>
                    <a:pt x="17721" y="1797"/>
                  </a:lnTo>
                  <a:lnTo>
                    <a:pt x="35442" y="0"/>
                  </a:lnTo>
                  <a:lnTo>
                    <a:pt x="35442" y="323917"/>
                  </a:lnTo>
                  <a:lnTo>
                    <a:pt x="17721" y="323917"/>
                  </a:lnTo>
                  <a:lnTo>
                    <a:pt x="0" y="323917"/>
                  </a:lnTo>
                  <a:close/>
                </a:path>
              </a:pathLst>
            </a:custGeom>
            <a:solidFill>
              <a:srgbClr val="D4A894">
                <a:alpha val="100000"/>
              </a:srgbClr>
            </a:solidFill>
            <a:ln w="4762" cap="rnd">
              <a:solidFill>
                <a:srgbClr val="D4A8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g1506"/>
            <p:cNvSpPr/>
            <p:nvPr/>
          </p:nvSpPr>
          <p:spPr>
            <a:xfrm>
              <a:off x="5174189" y="3705603"/>
              <a:ext cx="35442" cy="327802"/>
            </a:xfrm>
            <a:custGeom>
              <a:avLst/>
              <a:pathLst>
                <a:path w="35442" h="327802">
                  <a:moveTo>
                    <a:pt x="0" y="3885"/>
                  </a:moveTo>
                  <a:lnTo>
                    <a:pt x="17721" y="1976"/>
                  </a:lnTo>
                  <a:lnTo>
                    <a:pt x="35442" y="0"/>
                  </a:lnTo>
                  <a:lnTo>
                    <a:pt x="35442" y="327802"/>
                  </a:lnTo>
                  <a:lnTo>
                    <a:pt x="17721" y="327802"/>
                  </a:lnTo>
                  <a:lnTo>
                    <a:pt x="0" y="327802"/>
                  </a:lnTo>
                  <a:close/>
                </a:path>
              </a:pathLst>
            </a:custGeom>
            <a:solidFill>
              <a:srgbClr val="D4A793">
                <a:alpha val="100000"/>
              </a:srgbClr>
            </a:solidFill>
            <a:ln w="4762" cap="rnd">
              <a:solidFill>
                <a:srgbClr val="D4A7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g1507"/>
            <p:cNvSpPr/>
            <p:nvPr/>
          </p:nvSpPr>
          <p:spPr>
            <a:xfrm>
              <a:off x="5209632" y="3703540"/>
              <a:ext cx="17721" cy="329865"/>
            </a:xfrm>
            <a:custGeom>
              <a:avLst/>
              <a:pathLst>
                <a:path w="17721" h="329865">
                  <a:moveTo>
                    <a:pt x="0" y="2063"/>
                  </a:moveTo>
                  <a:lnTo>
                    <a:pt x="17721" y="0"/>
                  </a:lnTo>
                  <a:lnTo>
                    <a:pt x="17721" y="329865"/>
                  </a:lnTo>
                  <a:lnTo>
                    <a:pt x="0" y="329865"/>
                  </a:lnTo>
                  <a:close/>
                </a:path>
              </a:pathLst>
            </a:custGeom>
            <a:solidFill>
              <a:srgbClr val="D4A692">
                <a:alpha val="100000"/>
              </a:srgbClr>
            </a:solidFill>
            <a:ln w="4762" cap="rnd">
              <a:solidFill>
                <a:srgbClr val="D4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g1508"/>
            <p:cNvSpPr/>
            <p:nvPr/>
          </p:nvSpPr>
          <p:spPr>
            <a:xfrm>
              <a:off x="5227353" y="3699110"/>
              <a:ext cx="35442" cy="334295"/>
            </a:xfrm>
            <a:custGeom>
              <a:avLst/>
              <a:pathLst>
                <a:path w="35442" h="334295">
                  <a:moveTo>
                    <a:pt x="0" y="4429"/>
                  </a:moveTo>
                  <a:lnTo>
                    <a:pt x="17721" y="2249"/>
                  </a:lnTo>
                  <a:lnTo>
                    <a:pt x="35442" y="0"/>
                  </a:lnTo>
                  <a:lnTo>
                    <a:pt x="35442" y="334295"/>
                  </a:lnTo>
                  <a:lnTo>
                    <a:pt x="17721" y="334295"/>
                  </a:lnTo>
                  <a:lnTo>
                    <a:pt x="0" y="334295"/>
                  </a:lnTo>
                  <a:close/>
                </a:path>
              </a:pathLst>
            </a:custGeom>
            <a:solidFill>
              <a:srgbClr val="D3A692">
                <a:alpha val="100000"/>
              </a:srgbClr>
            </a:solidFill>
            <a:ln w="4762" cap="rnd">
              <a:solidFill>
                <a:srgbClr val="D3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g1509"/>
            <p:cNvSpPr/>
            <p:nvPr/>
          </p:nvSpPr>
          <p:spPr>
            <a:xfrm>
              <a:off x="5262796" y="3694326"/>
              <a:ext cx="35442" cy="339080"/>
            </a:xfrm>
            <a:custGeom>
              <a:avLst/>
              <a:pathLst>
                <a:path w="35442" h="339080">
                  <a:moveTo>
                    <a:pt x="0" y="4784"/>
                  </a:moveTo>
                  <a:lnTo>
                    <a:pt x="17721" y="2451"/>
                  </a:lnTo>
                  <a:lnTo>
                    <a:pt x="35442" y="0"/>
                  </a:lnTo>
                  <a:lnTo>
                    <a:pt x="35442" y="339080"/>
                  </a:lnTo>
                  <a:lnTo>
                    <a:pt x="17721" y="339080"/>
                  </a:lnTo>
                  <a:lnTo>
                    <a:pt x="0" y="339080"/>
                  </a:lnTo>
                  <a:close/>
                </a:path>
              </a:pathLst>
            </a:custGeom>
            <a:solidFill>
              <a:srgbClr val="D3A591">
                <a:alpha val="100000"/>
              </a:srgbClr>
            </a:solidFill>
            <a:ln w="4762" cap="rnd">
              <a:solidFill>
                <a:srgbClr val="D3A5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g1510"/>
            <p:cNvSpPr/>
            <p:nvPr/>
          </p:nvSpPr>
          <p:spPr>
            <a:xfrm>
              <a:off x="5298238" y="3691808"/>
              <a:ext cx="17721" cy="341598"/>
            </a:xfrm>
            <a:custGeom>
              <a:avLst/>
              <a:pathLst>
                <a:path w="17721" h="341598">
                  <a:moveTo>
                    <a:pt x="0" y="2518"/>
                  </a:moveTo>
                  <a:lnTo>
                    <a:pt x="17721" y="0"/>
                  </a:lnTo>
                  <a:lnTo>
                    <a:pt x="17721" y="341598"/>
                  </a:lnTo>
                  <a:lnTo>
                    <a:pt x="0" y="341598"/>
                  </a:lnTo>
                  <a:close/>
                </a:path>
              </a:pathLst>
            </a:custGeom>
            <a:solidFill>
              <a:srgbClr val="D3A490">
                <a:alpha val="100000"/>
              </a:srgbClr>
            </a:solidFill>
            <a:ln w="4762" cap="rnd">
              <a:solidFill>
                <a:srgbClr val="D3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g1511"/>
            <p:cNvSpPr/>
            <p:nvPr/>
          </p:nvSpPr>
          <p:spPr>
            <a:xfrm>
              <a:off x="5315960" y="3686501"/>
              <a:ext cx="35442" cy="346904"/>
            </a:xfrm>
            <a:custGeom>
              <a:avLst/>
              <a:pathLst>
                <a:path w="35442" h="346904">
                  <a:moveTo>
                    <a:pt x="0" y="5306"/>
                  </a:moveTo>
                  <a:lnTo>
                    <a:pt x="17721" y="2710"/>
                  </a:lnTo>
                  <a:lnTo>
                    <a:pt x="35442" y="0"/>
                  </a:lnTo>
                  <a:lnTo>
                    <a:pt x="35442" y="346904"/>
                  </a:lnTo>
                  <a:lnTo>
                    <a:pt x="17721" y="346904"/>
                  </a:lnTo>
                  <a:lnTo>
                    <a:pt x="0" y="346904"/>
                  </a:lnTo>
                  <a:close/>
                </a:path>
              </a:pathLst>
            </a:custGeom>
            <a:solidFill>
              <a:srgbClr val="D2A490">
                <a:alpha val="100000"/>
              </a:srgbClr>
            </a:solidFill>
            <a:ln w="4762" cap="rnd">
              <a:solidFill>
                <a:srgbClr val="D2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g1512"/>
            <p:cNvSpPr/>
            <p:nvPr/>
          </p:nvSpPr>
          <p:spPr>
            <a:xfrm>
              <a:off x="5351403" y="3680887"/>
              <a:ext cx="35442" cy="352518"/>
            </a:xfrm>
            <a:custGeom>
              <a:avLst/>
              <a:pathLst>
                <a:path w="35442" h="352518">
                  <a:moveTo>
                    <a:pt x="0" y="5613"/>
                  </a:moveTo>
                  <a:lnTo>
                    <a:pt x="17721" y="2841"/>
                  </a:lnTo>
                  <a:lnTo>
                    <a:pt x="35442" y="0"/>
                  </a:lnTo>
                  <a:lnTo>
                    <a:pt x="35442" y="352518"/>
                  </a:lnTo>
                  <a:lnTo>
                    <a:pt x="17721" y="352518"/>
                  </a:lnTo>
                  <a:lnTo>
                    <a:pt x="0" y="352518"/>
                  </a:lnTo>
                  <a:close/>
                </a:path>
              </a:pathLst>
            </a:custGeom>
            <a:solidFill>
              <a:srgbClr val="D2A38F">
                <a:alpha val="100000"/>
              </a:srgbClr>
            </a:solidFill>
            <a:ln w="4762" cap="rnd">
              <a:solidFill>
                <a:srgbClr val="D2A3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g1513"/>
            <p:cNvSpPr/>
            <p:nvPr/>
          </p:nvSpPr>
          <p:spPr>
            <a:xfrm>
              <a:off x="5386845" y="3677940"/>
              <a:ext cx="17721" cy="355465"/>
            </a:xfrm>
            <a:custGeom>
              <a:avLst/>
              <a:pathLst>
                <a:path w="17721" h="355465">
                  <a:moveTo>
                    <a:pt x="0" y="2947"/>
                  </a:moveTo>
                  <a:lnTo>
                    <a:pt x="17721" y="0"/>
                  </a:lnTo>
                  <a:lnTo>
                    <a:pt x="17721" y="355465"/>
                  </a:lnTo>
                  <a:lnTo>
                    <a:pt x="0" y="355465"/>
                  </a:lnTo>
                  <a:close/>
                </a:path>
              </a:pathLst>
            </a:custGeom>
            <a:solidFill>
              <a:srgbClr val="D2A28E">
                <a:alpha val="100000"/>
              </a:srgbClr>
            </a:solidFill>
            <a:ln w="4762" cap="rnd">
              <a:solidFill>
                <a:srgbClr val="D2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g1514"/>
            <p:cNvSpPr/>
            <p:nvPr/>
          </p:nvSpPr>
          <p:spPr>
            <a:xfrm>
              <a:off x="5404567" y="3671878"/>
              <a:ext cx="35442" cy="361527"/>
            </a:xfrm>
            <a:custGeom>
              <a:avLst/>
              <a:pathLst>
                <a:path w="35442" h="361527">
                  <a:moveTo>
                    <a:pt x="0" y="6062"/>
                  </a:moveTo>
                  <a:lnTo>
                    <a:pt x="17721" y="3060"/>
                  </a:lnTo>
                  <a:lnTo>
                    <a:pt x="35442" y="0"/>
                  </a:lnTo>
                  <a:lnTo>
                    <a:pt x="35442" y="361527"/>
                  </a:lnTo>
                  <a:lnTo>
                    <a:pt x="17721" y="361527"/>
                  </a:lnTo>
                  <a:lnTo>
                    <a:pt x="0" y="361527"/>
                  </a:lnTo>
                  <a:close/>
                </a:path>
              </a:pathLst>
            </a:custGeom>
            <a:solidFill>
              <a:srgbClr val="D1A28E">
                <a:alpha val="100000"/>
              </a:srgbClr>
            </a:solidFill>
            <a:ln w="4762" cap="rnd">
              <a:solidFill>
                <a:srgbClr val="D1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g1515"/>
            <p:cNvSpPr/>
            <p:nvPr/>
          </p:nvSpPr>
          <p:spPr>
            <a:xfrm>
              <a:off x="5440009" y="3665526"/>
              <a:ext cx="35442" cy="367879"/>
            </a:xfrm>
            <a:custGeom>
              <a:avLst/>
              <a:pathLst>
                <a:path w="35442" h="367879">
                  <a:moveTo>
                    <a:pt x="0" y="6351"/>
                  </a:moveTo>
                  <a:lnTo>
                    <a:pt x="17721" y="3198"/>
                  </a:lnTo>
                  <a:lnTo>
                    <a:pt x="35442" y="0"/>
                  </a:lnTo>
                  <a:lnTo>
                    <a:pt x="35442" y="367879"/>
                  </a:lnTo>
                  <a:lnTo>
                    <a:pt x="17721" y="367879"/>
                  </a:lnTo>
                  <a:lnTo>
                    <a:pt x="0" y="367879"/>
                  </a:lnTo>
                  <a:close/>
                </a:path>
              </a:pathLst>
            </a:custGeom>
            <a:solidFill>
              <a:srgbClr val="D1A18D">
                <a:alpha val="100000"/>
              </a:srgbClr>
            </a:solidFill>
            <a:ln w="4762" cap="rnd">
              <a:solidFill>
                <a:srgbClr val="D1A1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g1516"/>
            <p:cNvSpPr/>
            <p:nvPr/>
          </p:nvSpPr>
          <p:spPr>
            <a:xfrm>
              <a:off x="5475452" y="3662281"/>
              <a:ext cx="17721" cy="371125"/>
            </a:xfrm>
            <a:custGeom>
              <a:avLst/>
              <a:pathLst>
                <a:path w="17721" h="371125">
                  <a:moveTo>
                    <a:pt x="0" y="3245"/>
                  </a:moveTo>
                  <a:lnTo>
                    <a:pt x="17721" y="0"/>
                  </a:lnTo>
                  <a:lnTo>
                    <a:pt x="17721" y="371125"/>
                  </a:lnTo>
                  <a:lnTo>
                    <a:pt x="0" y="371125"/>
                  </a:lnTo>
                  <a:close/>
                </a:path>
              </a:pathLst>
            </a:custGeom>
            <a:solidFill>
              <a:srgbClr val="D1A08C">
                <a:alpha val="100000"/>
              </a:srgbClr>
            </a:solidFill>
            <a:ln w="4762" cap="rnd">
              <a:solidFill>
                <a:srgbClr val="D1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g1517"/>
            <p:cNvSpPr/>
            <p:nvPr/>
          </p:nvSpPr>
          <p:spPr>
            <a:xfrm>
              <a:off x="5493173" y="3655601"/>
              <a:ext cx="35442" cy="377804"/>
            </a:xfrm>
            <a:custGeom>
              <a:avLst/>
              <a:pathLst>
                <a:path w="35442" h="377804">
                  <a:moveTo>
                    <a:pt x="0" y="6679"/>
                  </a:moveTo>
                  <a:lnTo>
                    <a:pt x="17721" y="3357"/>
                  </a:lnTo>
                  <a:lnTo>
                    <a:pt x="35442" y="0"/>
                  </a:lnTo>
                  <a:lnTo>
                    <a:pt x="35442" y="377804"/>
                  </a:lnTo>
                  <a:lnTo>
                    <a:pt x="17721" y="377804"/>
                  </a:lnTo>
                  <a:lnTo>
                    <a:pt x="0" y="377804"/>
                  </a:lnTo>
                  <a:close/>
                </a:path>
              </a:pathLst>
            </a:custGeom>
            <a:solidFill>
              <a:srgbClr val="D0A08C">
                <a:alpha val="100000"/>
              </a:srgbClr>
            </a:solidFill>
            <a:ln w="4762" cap="rnd">
              <a:solidFill>
                <a:srgbClr val="D0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g1518"/>
            <p:cNvSpPr/>
            <p:nvPr/>
          </p:nvSpPr>
          <p:spPr>
            <a:xfrm>
              <a:off x="5528616" y="3648760"/>
              <a:ext cx="35442" cy="384645"/>
            </a:xfrm>
            <a:custGeom>
              <a:avLst/>
              <a:pathLst>
                <a:path w="35442" h="384645">
                  <a:moveTo>
                    <a:pt x="0" y="6841"/>
                  </a:moveTo>
                  <a:lnTo>
                    <a:pt x="17721" y="3449"/>
                  </a:lnTo>
                  <a:lnTo>
                    <a:pt x="35442" y="0"/>
                  </a:lnTo>
                  <a:lnTo>
                    <a:pt x="35442" y="384645"/>
                  </a:lnTo>
                  <a:lnTo>
                    <a:pt x="17721" y="384645"/>
                  </a:lnTo>
                  <a:lnTo>
                    <a:pt x="0" y="384645"/>
                  </a:lnTo>
                  <a:close/>
                </a:path>
              </a:pathLst>
            </a:custGeom>
            <a:solidFill>
              <a:srgbClr val="D09F8B">
                <a:alpha val="100000"/>
              </a:srgbClr>
            </a:solidFill>
            <a:ln w="4762" cap="rnd">
              <a:solidFill>
                <a:srgbClr val="D09F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g1519"/>
            <p:cNvSpPr/>
            <p:nvPr/>
          </p:nvSpPr>
          <p:spPr>
            <a:xfrm>
              <a:off x="5564059" y="3645287"/>
              <a:ext cx="17721" cy="388119"/>
            </a:xfrm>
            <a:custGeom>
              <a:avLst/>
              <a:pathLst>
                <a:path w="17721" h="388119">
                  <a:moveTo>
                    <a:pt x="0" y="3473"/>
                  </a:moveTo>
                  <a:lnTo>
                    <a:pt x="17721" y="0"/>
                  </a:lnTo>
                  <a:lnTo>
                    <a:pt x="17721" y="388119"/>
                  </a:lnTo>
                  <a:lnTo>
                    <a:pt x="0" y="388119"/>
                  </a:lnTo>
                  <a:close/>
                </a:path>
              </a:pathLst>
            </a:custGeom>
            <a:solidFill>
              <a:srgbClr val="D09F8A">
                <a:alpha val="100000"/>
              </a:srgbClr>
            </a:solidFill>
            <a:ln w="4762" cap="rnd">
              <a:solidFill>
                <a:srgbClr val="D09F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g1520"/>
            <p:cNvSpPr/>
            <p:nvPr/>
          </p:nvSpPr>
          <p:spPr>
            <a:xfrm>
              <a:off x="5581780" y="3641790"/>
              <a:ext cx="17721" cy="391616"/>
            </a:xfrm>
            <a:custGeom>
              <a:avLst/>
              <a:pathLst>
                <a:path w="17721" h="391616">
                  <a:moveTo>
                    <a:pt x="0" y="3496"/>
                  </a:moveTo>
                  <a:lnTo>
                    <a:pt x="17721" y="0"/>
                  </a:lnTo>
                  <a:lnTo>
                    <a:pt x="17721" y="391616"/>
                  </a:lnTo>
                  <a:lnTo>
                    <a:pt x="0" y="391616"/>
                  </a:lnTo>
                  <a:close/>
                </a:path>
              </a:pathLst>
            </a:custGeom>
            <a:solidFill>
              <a:srgbClr val="CF9E8A">
                <a:alpha val="100000"/>
              </a:srgbClr>
            </a:solidFill>
            <a:ln w="4762" cap="rnd">
              <a:solidFill>
                <a:srgbClr val="CF9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g1521"/>
            <p:cNvSpPr/>
            <p:nvPr/>
          </p:nvSpPr>
          <p:spPr>
            <a:xfrm>
              <a:off x="5599502" y="3638258"/>
              <a:ext cx="17721" cy="395147"/>
            </a:xfrm>
            <a:custGeom>
              <a:avLst/>
              <a:pathLst>
                <a:path w="17721" h="395147">
                  <a:moveTo>
                    <a:pt x="0" y="3531"/>
                  </a:moveTo>
                  <a:lnTo>
                    <a:pt x="17721" y="0"/>
                  </a:lnTo>
                  <a:lnTo>
                    <a:pt x="17721" y="395147"/>
                  </a:lnTo>
                  <a:lnTo>
                    <a:pt x="0" y="395147"/>
                  </a:lnTo>
                  <a:close/>
                </a:path>
              </a:pathLst>
            </a:custGeom>
            <a:solidFill>
              <a:srgbClr val="CF9E89">
                <a:alpha val="100000"/>
              </a:srgbClr>
            </a:solidFill>
            <a:ln w="4762" cap="rnd">
              <a:solidFill>
                <a:srgbClr val="CF9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g1522"/>
            <p:cNvSpPr/>
            <p:nvPr/>
          </p:nvSpPr>
          <p:spPr>
            <a:xfrm>
              <a:off x="5617223" y="3631156"/>
              <a:ext cx="35442" cy="402249"/>
            </a:xfrm>
            <a:custGeom>
              <a:avLst/>
              <a:pathLst>
                <a:path w="35442" h="402249">
                  <a:moveTo>
                    <a:pt x="0" y="7101"/>
                  </a:moveTo>
                  <a:lnTo>
                    <a:pt x="17721" y="3557"/>
                  </a:lnTo>
                  <a:lnTo>
                    <a:pt x="35442" y="0"/>
                  </a:lnTo>
                  <a:lnTo>
                    <a:pt x="35442" y="402249"/>
                  </a:lnTo>
                  <a:lnTo>
                    <a:pt x="17721" y="402249"/>
                  </a:lnTo>
                  <a:lnTo>
                    <a:pt x="0" y="402249"/>
                  </a:lnTo>
                  <a:close/>
                </a:path>
              </a:pathLst>
            </a:custGeom>
            <a:solidFill>
              <a:srgbClr val="CF9D89">
                <a:alpha val="100000"/>
              </a:srgbClr>
            </a:solidFill>
            <a:ln w="4762" cap="rnd">
              <a:solidFill>
                <a:srgbClr val="CF9D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g1523"/>
            <p:cNvSpPr/>
            <p:nvPr/>
          </p:nvSpPr>
          <p:spPr>
            <a:xfrm>
              <a:off x="5652666" y="3627586"/>
              <a:ext cx="17721" cy="405820"/>
            </a:xfrm>
            <a:custGeom>
              <a:avLst/>
              <a:pathLst>
                <a:path w="17721" h="405820">
                  <a:moveTo>
                    <a:pt x="0" y="3570"/>
                  </a:moveTo>
                  <a:lnTo>
                    <a:pt x="17721" y="0"/>
                  </a:lnTo>
                  <a:lnTo>
                    <a:pt x="17721" y="405820"/>
                  </a:lnTo>
                  <a:lnTo>
                    <a:pt x="0" y="405820"/>
                  </a:lnTo>
                  <a:close/>
                </a:path>
              </a:pathLst>
            </a:custGeom>
            <a:solidFill>
              <a:srgbClr val="CF9D88">
                <a:alpha val="100000"/>
              </a:srgbClr>
            </a:solidFill>
            <a:ln w="4762" cap="rnd">
              <a:solidFill>
                <a:srgbClr val="CF9D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g1524"/>
            <p:cNvSpPr/>
            <p:nvPr/>
          </p:nvSpPr>
          <p:spPr>
            <a:xfrm>
              <a:off x="5670387" y="3624014"/>
              <a:ext cx="17721" cy="409392"/>
            </a:xfrm>
            <a:custGeom>
              <a:avLst/>
              <a:pathLst>
                <a:path w="17721" h="409392">
                  <a:moveTo>
                    <a:pt x="0" y="3572"/>
                  </a:moveTo>
                  <a:lnTo>
                    <a:pt x="17721" y="0"/>
                  </a:lnTo>
                  <a:lnTo>
                    <a:pt x="17721" y="409392"/>
                  </a:lnTo>
                  <a:lnTo>
                    <a:pt x="0" y="409392"/>
                  </a:lnTo>
                  <a:close/>
                </a:path>
              </a:pathLst>
            </a:custGeom>
            <a:solidFill>
              <a:srgbClr val="CE9C88">
                <a:alpha val="100000"/>
              </a:srgbClr>
            </a:solidFill>
            <a:ln w="4762" cap="rnd">
              <a:solidFill>
                <a:srgbClr val="CE9C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g1525"/>
            <p:cNvSpPr/>
            <p:nvPr/>
          </p:nvSpPr>
          <p:spPr>
            <a:xfrm>
              <a:off x="5688109" y="3620441"/>
              <a:ext cx="17721" cy="412964"/>
            </a:xfrm>
            <a:custGeom>
              <a:avLst/>
              <a:pathLst>
                <a:path w="17721" h="412964">
                  <a:moveTo>
                    <a:pt x="0" y="3572"/>
                  </a:moveTo>
                  <a:lnTo>
                    <a:pt x="17721" y="0"/>
                  </a:lnTo>
                  <a:lnTo>
                    <a:pt x="17721" y="412964"/>
                  </a:lnTo>
                  <a:lnTo>
                    <a:pt x="0" y="412964"/>
                  </a:lnTo>
                  <a:close/>
                </a:path>
              </a:pathLst>
            </a:custGeom>
            <a:solidFill>
              <a:srgbClr val="CE9C87">
                <a:alpha val="100000"/>
              </a:srgbClr>
            </a:solidFill>
            <a:ln w="4762" cap="rnd">
              <a:solidFill>
                <a:srgbClr val="CE9C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g1526"/>
            <p:cNvSpPr/>
            <p:nvPr/>
          </p:nvSpPr>
          <p:spPr>
            <a:xfrm>
              <a:off x="5705830" y="3613319"/>
              <a:ext cx="35442" cy="420086"/>
            </a:xfrm>
            <a:custGeom>
              <a:avLst/>
              <a:pathLst>
                <a:path w="35442" h="420086">
                  <a:moveTo>
                    <a:pt x="0" y="7121"/>
                  </a:moveTo>
                  <a:lnTo>
                    <a:pt x="17721" y="3555"/>
                  </a:lnTo>
                  <a:lnTo>
                    <a:pt x="35442" y="0"/>
                  </a:lnTo>
                  <a:lnTo>
                    <a:pt x="35442" y="420086"/>
                  </a:lnTo>
                  <a:lnTo>
                    <a:pt x="17721" y="420086"/>
                  </a:lnTo>
                  <a:lnTo>
                    <a:pt x="0" y="420086"/>
                  </a:lnTo>
                  <a:close/>
                </a:path>
              </a:pathLst>
            </a:custGeom>
            <a:solidFill>
              <a:srgbClr val="CE9B87">
                <a:alpha val="100000"/>
              </a:srgbClr>
            </a:solidFill>
            <a:ln w="4762" cap="rnd">
              <a:solidFill>
                <a:srgbClr val="CE9B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g1527"/>
            <p:cNvSpPr/>
            <p:nvPr/>
          </p:nvSpPr>
          <p:spPr>
            <a:xfrm>
              <a:off x="5741273" y="3609773"/>
              <a:ext cx="17721" cy="423632"/>
            </a:xfrm>
            <a:custGeom>
              <a:avLst/>
              <a:pathLst>
                <a:path w="17721" h="423632">
                  <a:moveTo>
                    <a:pt x="0" y="3545"/>
                  </a:moveTo>
                  <a:lnTo>
                    <a:pt x="17721" y="0"/>
                  </a:lnTo>
                  <a:lnTo>
                    <a:pt x="17721" y="423632"/>
                  </a:lnTo>
                  <a:lnTo>
                    <a:pt x="0" y="423632"/>
                  </a:lnTo>
                  <a:close/>
                </a:path>
              </a:pathLst>
            </a:custGeom>
            <a:solidFill>
              <a:srgbClr val="CD9B86">
                <a:alpha val="100000"/>
              </a:srgbClr>
            </a:solidFill>
            <a:ln w="4762" cap="rnd">
              <a:solidFill>
                <a:srgbClr val="CD9B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g1528"/>
            <p:cNvSpPr/>
            <p:nvPr/>
          </p:nvSpPr>
          <p:spPr>
            <a:xfrm>
              <a:off x="5758994" y="3606252"/>
              <a:ext cx="17721" cy="427153"/>
            </a:xfrm>
            <a:custGeom>
              <a:avLst/>
              <a:pathLst>
                <a:path w="17721" h="427153">
                  <a:moveTo>
                    <a:pt x="0" y="3520"/>
                  </a:moveTo>
                  <a:lnTo>
                    <a:pt x="17721" y="0"/>
                  </a:lnTo>
                  <a:lnTo>
                    <a:pt x="17721" y="427153"/>
                  </a:lnTo>
                  <a:lnTo>
                    <a:pt x="0" y="427153"/>
                  </a:lnTo>
                  <a:close/>
                </a:path>
              </a:pathLst>
            </a:custGeom>
            <a:solidFill>
              <a:srgbClr val="CD9A86">
                <a:alpha val="100000"/>
              </a:srgbClr>
            </a:solidFill>
            <a:ln w="4762" cap="rnd">
              <a:solidFill>
                <a:srgbClr val="CD9A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g1529"/>
            <p:cNvSpPr/>
            <p:nvPr/>
          </p:nvSpPr>
          <p:spPr>
            <a:xfrm>
              <a:off x="5776715" y="3602753"/>
              <a:ext cx="17721" cy="430652"/>
            </a:xfrm>
            <a:custGeom>
              <a:avLst/>
              <a:pathLst>
                <a:path w="17721" h="430652">
                  <a:moveTo>
                    <a:pt x="0" y="3498"/>
                  </a:moveTo>
                  <a:lnTo>
                    <a:pt x="17721" y="0"/>
                  </a:lnTo>
                  <a:lnTo>
                    <a:pt x="17721" y="430652"/>
                  </a:lnTo>
                  <a:lnTo>
                    <a:pt x="0" y="430652"/>
                  </a:lnTo>
                  <a:close/>
                </a:path>
              </a:pathLst>
            </a:custGeom>
            <a:solidFill>
              <a:srgbClr val="CD9A85">
                <a:alpha val="100000"/>
              </a:srgbClr>
            </a:solidFill>
            <a:ln w="4762" cap="rnd">
              <a:solidFill>
                <a:srgbClr val="CD9A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g1530"/>
            <p:cNvSpPr/>
            <p:nvPr/>
          </p:nvSpPr>
          <p:spPr>
            <a:xfrm>
              <a:off x="5794437" y="3595836"/>
              <a:ext cx="35442" cy="437569"/>
            </a:xfrm>
            <a:custGeom>
              <a:avLst/>
              <a:pathLst>
                <a:path w="35442" h="437569">
                  <a:moveTo>
                    <a:pt x="0" y="6916"/>
                  </a:moveTo>
                  <a:lnTo>
                    <a:pt x="17721" y="3438"/>
                  </a:lnTo>
                  <a:lnTo>
                    <a:pt x="35442" y="0"/>
                  </a:lnTo>
                  <a:lnTo>
                    <a:pt x="35442" y="437569"/>
                  </a:lnTo>
                  <a:lnTo>
                    <a:pt x="17721" y="437569"/>
                  </a:lnTo>
                  <a:lnTo>
                    <a:pt x="0" y="437569"/>
                  </a:lnTo>
                  <a:close/>
                </a:path>
              </a:pathLst>
            </a:custGeom>
            <a:solidFill>
              <a:srgbClr val="CD9985">
                <a:alpha val="100000"/>
              </a:srgbClr>
            </a:solidFill>
            <a:ln w="4762" cap="rnd">
              <a:solidFill>
                <a:srgbClr val="CD99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g1531"/>
            <p:cNvSpPr/>
            <p:nvPr/>
          </p:nvSpPr>
          <p:spPr>
            <a:xfrm>
              <a:off x="5829879" y="3592432"/>
              <a:ext cx="17721" cy="440973"/>
            </a:xfrm>
            <a:custGeom>
              <a:avLst/>
              <a:pathLst>
                <a:path w="17721" h="440973">
                  <a:moveTo>
                    <a:pt x="0" y="3404"/>
                  </a:moveTo>
                  <a:lnTo>
                    <a:pt x="17721" y="0"/>
                  </a:lnTo>
                  <a:lnTo>
                    <a:pt x="17721" y="440973"/>
                  </a:lnTo>
                  <a:lnTo>
                    <a:pt x="0" y="440973"/>
                  </a:lnTo>
                  <a:close/>
                </a:path>
              </a:pathLst>
            </a:custGeom>
            <a:solidFill>
              <a:srgbClr val="CC9984">
                <a:alpha val="100000"/>
              </a:srgbClr>
            </a:solidFill>
            <a:ln w="4762" cap="rnd">
              <a:solidFill>
                <a:srgbClr val="CC99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g1532"/>
            <p:cNvSpPr/>
            <p:nvPr/>
          </p:nvSpPr>
          <p:spPr>
            <a:xfrm>
              <a:off x="5847601" y="3589057"/>
              <a:ext cx="17721" cy="444348"/>
            </a:xfrm>
            <a:custGeom>
              <a:avLst/>
              <a:pathLst>
                <a:path w="17721" h="444348">
                  <a:moveTo>
                    <a:pt x="0" y="3374"/>
                  </a:moveTo>
                  <a:lnTo>
                    <a:pt x="17721" y="0"/>
                  </a:lnTo>
                  <a:lnTo>
                    <a:pt x="17721" y="444348"/>
                  </a:lnTo>
                  <a:lnTo>
                    <a:pt x="0" y="444348"/>
                  </a:lnTo>
                  <a:close/>
                </a:path>
              </a:pathLst>
            </a:custGeom>
            <a:solidFill>
              <a:srgbClr val="CC9884">
                <a:alpha val="100000"/>
              </a:srgbClr>
            </a:solidFill>
            <a:ln w="4762" cap="rnd">
              <a:solidFill>
                <a:srgbClr val="CC98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g1533"/>
            <p:cNvSpPr/>
            <p:nvPr/>
          </p:nvSpPr>
          <p:spPr>
            <a:xfrm>
              <a:off x="5865322" y="3585737"/>
              <a:ext cx="17721" cy="447668"/>
            </a:xfrm>
            <a:custGeom>
              <a:avLst/>
              <a:pathLst>
                <a:path w="17721" h="447668">
                  <a:moveTo>
                    <a:pt x="0" y="3320"/>
                  </a:moveTo>
                  <a:lnTo>
                    <a:pt x="17721" y="0"/>
                  </a:lnTo>
                  <a:lnTo>
                    <a:pt x="17721" y="447668"/>
                  </a:lnTo>
                  <a:lnTo>
                    <a:pt x="0" y="447668"/>
                  </a:lnTo>
                  <a:close/>
                </a:path>
              </a:pathLst>
            </a:custGeom>
            <a:solidFill>
              <a:srgbClr val="CC9883">
                <a:alpha val="100000"/>
              </a:srgbClr>
            </a:solidFill>
            <a:ln w="4762" cap="rnd">
              <a:solidFill>
                <a:srgbClr val="CC98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g1534"/>
            <p:cNvSpPr/>
            <p:nvPr/>
          </p:nvSpPr>
          <p:spPr>
            <a:xfrm>
              <a:off x="5883044" y="3579225"/>
              <a:ext cx="35442" cy="454180"/>
            </a:xfrm>
            <a:custGeom>
              <a:avLst/>
              <a:pathLst>
                <a:path w="35442" h="454180">
                  <a:moveTo>
                    <a:pt x="0" y="6512"/>
                  </a:moveTo>
                  <a:lnTo>
                    <a:pt x="17721" y="3237"/>
                  </a:lnTo>
                  <a:lnTo>
                    <a:pt x="35442" y="0"/>
                  </a:lnTo>
                  <a:lnTo>
                    <a:pt x="35442" y="454180"/>
                  </a:lnTo>
                  <a:lnTo>
                    <a:pt x="17721" y="454180"/>
                  </a:lnTo>
                  <a:lnTo>
                    <a:pt x="0" y="454180"/>
                  </a:lnTo>
                  <a:close/>
                </a:path>
              </a:pathLst>
            </a:custGeom>
            <a:solidFill>
              <a:srgbClr val="CC9783">
                <a:alpha val="100000"/>
              </a:srgbClr>
            </a:solidFill>
            <a:ln w="4762" cap="rnd">
              <a:solidFill>
                <a:srgbClr val="CC97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g1535"/>
            <p:cNvSpPr/>
            <p:nvPr/>
          </p:nvSpPr>
          <p:spPr>
            <a:xfrm>
              <a:off x="5918486" y="3576054"/>
              <a:ext cx="17721" cy="457351"/>
            </a:xfrm>
            <a:custGeom>
              <a:avLst/>
              <a:pathLst>
                <a:path w="17721" h="457351">
                  <a:moveTo>
                    <a:pt x="0" y="3171"/>
                  </a:moveTo>
                  <a:lnTo>
                    <a:pt x="17721" y="0"/>
                  </a:lnTo>
                  <a:lnTo>
                    <a:pt x="17721" y="457351"/>
                  </a:lnTo>
                  <a:lnTo>
                    <a:pt x="0" y="457351"/>
                  </a:lnTo>
                  <a:close/>
                </a:path>
              </a:pathLst>
            </a:custGeom>
            <a:solidFill>
              <a:srgbClr val="CB9782">
                <a:alpha val="100000"/>
              </a:srgbClr>
            </a:solidFill>
            <a:ln w="4762" cap="rnd">
              <a:solidFill>
                <a:srgbClr val="CB97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g1536"/>
            <p:cNvSpPr/>
            <p:nvPr/>
          </p:nvSpPr>
          <p:spPr>
            <a:xfrm>
              <a:off x="5936208" y="3572940"/>
              <a:ext cx="17721" cy="460465"/>
            </a:xfrm>
            <a:custGeom>
              <a:avLst/>
              <a:pathLst>
                <a:path w="17721" h="460465">
                  <a:moveTo>
                    <a:pt x="0" y="3113"/>
                  </a:moveTo>
                  <a:lnTo>
                    <a:pt x="17721" y="0"/>
                  </a:lnTo>
                  <a:lnTo>
                    <a:pt x="17721" y="460465"/>
                  </a:lnTo>
                  <a:lnTo>
                    <a:pt x="0" y="460465"/>
                  </a:lnTo>
                  <a:close/>
                </a:path>
              </a:pathLst>
            </a:custGeom>
            <a:solidFill>
              <a:srgbClr val="CB9682">
                <a:alpha val="100000"/>
              </a:srgbClr>
            </a:solidFill>
            <a:ln w="4762" cap="rnd">
              <a:solidFill>
                <a:srgbClr val="CB96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g1537"/>
            <p:cNvSpPr/>
            <p:nvPr/>
          </p:nvSpPr>
          <p:spPr>
            <a:xfrm>
              <a:off x="5953929" y="3569871"/>
              <a:ext cx="17721" cy="463534"/>
            </a:xfrm>
            <a:custGeom>
              <a:avLst/>
              <a:pathLst>
                <a:path w="17721" h="463534">
                  <a:moveTo>
                    <a:pt x="0" y="3068"/>
                  </a:moveTo>
                  <a:lnTo>
                    <a:pt x="17721" y="0"/>
                  </a:lnTo>
                  <a:lnTo>
                    <a:pt x="17721" y="463534"/>
                  </a:lnTo>
                  <a:lnTo>
                    <a:pt x="0" y="463534"/>
                  </a:lnTo>
                  <a:close/>
                </a:path>
              </a:pathLst>
            </a:custGeom>
            <a:solidFill>
              <a:srgbClr val="CB9681">
                <a:alpha val="100000"/>
              </a:srgbClr>
            </a:solidFill>
            <a:ln w="4762" cap="rnd">
              <a:solidFill>
                <a:srgbClr val="CB9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g1538"/>
            <p:cNvSpPr/>
            <p:nvPr/>
          </p:nvSpPr>
          <p:spPr>
            <a:xfrm>
              <a:off x="5971650" y="3563954"/>
              <a:ext cx="35442" cy="469451"/>
            </a:xfrm>
            <a:custGeom>
              <a:avLst/>
              <a:pathLst>
                <a:path w="35442" h="469451">
                  <a:moveTo>
                    <a:pt x="0" y="5916"/>
                  </a:moveTo>
                  <a:lnTo>
                    <a:pt x="17721" y="2924"/>
                  </a:lnTo>
                  <a:lnTo>
                    <a:pt x="35442" y="0"/>
                  </a:lnTo>
                  <a:lnTo>
                    <a:pt x="35442" y="469451"/>
                  </a:lnTo>
                  <a:lnTo>
                    <a:pt x="17721" y="469451"/>
                  </a:lnTo>
                  <a:lnTo>
                    <a:pt x="0" y="469451"/>
                  </a:lnTo>
                  <a:close/>
                </a:path>
              </a:pathLst>
            </a:custGeom>
            <a:solidFill>
              <a:srgbClr val="CB9581">
                <a:alpha val="100000"/>
              </a:srgbClr>
            </a:solidFill>
            <a:ln w="4762" cap="rnd">
              <a:solidFill>
                <a:srgbClr val="CB95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g1539"/>
            <p:cNvSpPr/>
            <p:nvPr/>
          </p:nvSpPr>
          <p:spPr>
            <a:xfrm>
              <a:off x="6007093" y="3561082"/>
              <a:ext cx="17721" cy="472323"/>
            </a:xfrm>
            <a:custGeom>
              <a:avLst/>
              <a:pathLst>
                <a:path w="17721" h="472323">
                  <a:moveTo>
                    <a:pt x="0" y="2871"/>
                  </a:moveTo>
                  <a:lnTo>
                    <a:pt x="17721" y="0"/>
                  </a:lnTo>
                  <a:lnTo>
                    <a:pt x="17721" y="472323"/>
                  </a:lnTo>
                  <a:lnTo>
                    <a:pt x="0" y="472323"/>
                  </a:lnTo>
                  <a:close/>
                </a:path>
              </a:pathLst>
            </a:custGeom>
            <a:solidFill>
              <a:srgbClr val="CA9580">
                <a:alpha val="100000"/>
              </a:srgbClr>
            </a:solidFill>
            <a:ln w="4762" cap="rnd">
              <a:solidFill>
                <a:srgbClr val="CA95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g1540"/>
            <p:cNvSpPr/>
            <p:nvPr/>
          </p:nvSpPr>
          <p:spPr>
            <a:xfrm>
              <a:off x="6024815" y="3558295"/>
              <a:ext cx="17721" cy="475110"/>
            </a:xfrm>
            <a:custGeom>
              <a:avLst/>
              <a:pathLst>
                <a:path w="17721" h="475110">
                  <a:moveTo>
                    <a:pt x="0" y="2786"/>
                  </a:moveTo>
                  <a:lnTo>
                    <a:pt x="17721" y="0"/>
                  </a:lnTo>
                  <a:lnTo>
                    <a:pt x="17721" y="475110"/>
                  </a:lnTo>
                  <a:lnTo>
                    <a:pt x="0" y="475110"/>
                  </a:lnTo>
                  <a:close/>
                </a:path>
              </a:pathLst>
            </a:custGeom>
            <a:solidFill>
              <a:srgbClr val="CA9480">
                <a:alpha val="100000"/>
              </a:srgbClr>
            </a:solidFill>
            <a:ln w="4762" cap="rnd">
              <a:solidFill>
                <a:srgbClr val="CA94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g1541"/>
            <p:cNvSpPr/>
            <p:nvPr/>
          </p:nvSpPr>
          <p:spPr>
            <a:xfrm>
              <a:off x="6042536" y="3552941"/>
              <a:ext cx="35442" cy="480464"/>
            </a:xfrm>
            <a:custGeom>
              <a:avLst/>
              <a:pathLst>
                <a:path w="35442" h="480464">
                  <a:moveTo>
                    <a:pt x="0" y="5354"/>
                  </a:moveTo>
                  <a:lnTo>
                    <a:pt x="17721" y="2647"/>
                  </a:lnTo>
                  <a:lnTo>
                    <a:pt x="35442" y="0"/>
                  </a:lnTo>
                  <a:lnTo>
                    <a:pt x="35442" y="480464"/>
                  </a:lnTo>
                  <a:lnTo>
                    <a:pt x="17721" y="480464"/>
                  </a:lnTo>
                  <a:lnTo>
                    <a:pt x="0" y="480464"/>
                  </a:lnTo>
                  <a:close/>
                </a:path>
              </a:pathLst>
            </a:custGeom>
            <a:solidFill>
              <a:srgbClr val="CA947F">
                <a:alpha val="100000"/>
              </a:srgbClr>
            </a:solidFill>
            <a:ln w="4762" cap="rnd">
              <a:solidFill>
                <a:srgbClr val="CA94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g1542"/>
            <p:cNvSpPr/>
            <p:nvPr/>
          </p:nvSpPr>
          <p:spPr>
            <a:xfrm>
              <a:off x="6077979" y="3550386"/>
              <a:ext cx="17721" cy="483019"/>
            </a:xfrm>
            <a:custGeom>
              <a:avLst/>
              <a:pathLst>
                <a:path w="17721" h="483019">
                  <a:moveTo>
                    <a:pt x="0" y="2554"/>
                  </a:moveTo>
                  <a:lnTo>
                    <a:pt x="17721" y="0"/>
                  </a:lnTo>
                  <a:lnTo>
                    <a:pt x="17721" y="483019"/>
                  </a:lnTo>
                  <a:lnTo>
                    <a:pt x="0" y="483019"/>
                  </a:lnTo>
                  <a:close/>
                </a:path>
              </a:pathLst>
            </a:custGeom>
            <a:solidFill>
              <a:srgbClr val="C9937F">
                <a:alpha val="100000"/>
              </a:srgbClr>
            </a:solidFill>
            <a:ln w="4762" cap="rnd">
              <a:solidFill>
                <a:srgbClr val="C99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g1543"/>
            <p:cNvSpPr/>
            <p:nvPr/>
          </p:nvSpPr>
          <p:spPr>
            <a:xfrm>
              <a:off x="6095700" y="3547924"/>
              <a:ext cx="17721" cy="485481"/>
            </a:xfrm>
            <a:custGeom>
              <a:avLst/>
              <a:pathLst>
                <a:path w="17721" h="485481">
                  <a:moveTo>
                    <a:pt x="0" y="2462"/>
                  </a:moveTo>
                  <a:lnTo>
                    <a:pt x="17721" y="0"/>
                  </a:lnTo>
                  <a:lnTo>
                    <a:pt x="17721" y="485481"/>
                  </a:lnTo>
                  <a:lnTo>
                    <a:pt x="0" y="485481"/>
                  </a:lnTo>
                  <a:close/>
                </a:path>
              </a:pathLst>
            </a:custGeom>
            <a:solidFill>
              <a:srgbClr val="C9937E">
                <a:alpha val="100000"/>
              </a:srgbClr>
            </a:solidFill>
            <a:ln w="4762" cap="rnd">
              <a:solidFill>
                <a:srgbClr val="C99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g1544"/>
            <p:cNvSpPr/>
            <p:nvPr/>
          </p:nvSpPr>
          <p:spPr>
            <a:xfrm>
              <a:off x="6113421" y="3545528"/>
              <a:ext cx="17721" cy="487878"/>
            </a:xfrm>
            <a:custGeom>
              <a:avLst/>
              <a:pathLst>
                <a:path w="17721" h="487878">
                  <a:moveTo>
                    <a:pt x="0" y="2396"/>
                  </a:moveTo>
                  <a:lnTo>
                    <a:pt x="17721" y="0"/>
                  </a:lnTo>
                  <a:lnTo>
                    <a:pt x="17721" y="487878"/>
                  </a:lnTo>
                  <a:lnTo>
                    <a:pt x="0" y="487878"/>
                  </a:lnTo>
                  <a:close/>
                </a:path>
              </a:pathLst>
            </a:custGeom>
            <a:solidFill>
              <a:srgbClr val="C9927E">
                <a:alpha val="100000"/>
              </a:srgbClr>
            </a:solidFill>
            <a:ln w="4762" cap="rnd">
              <a:solidFill>
                <a:srgbClr val="C992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g1545"/>
            <p:cNvSpPr/>
            <p:nvPr/>
          </p:nvSpPr>
          <p:spPr>
            <a:xfrm>
              <a:off x="6131143" y="3541042"/>
              <a:ext cx="35442" cy="492364"/>
            </a:xfrm>
            <a:custGeom>
              <a:avLst/>
              <a:pathLst>
                <a:path w="35442" h="492364">
                  <a:moveTo>
                    <a:pt x="0" y="4486"/>
                  </a:moveTo>
                  <a:lnTo>
                    <a:pt x="17721" y="2190"/>
                  </a:lnTo>
                  <a:lnTo>
                    <a:pt x="35442" y="0"/>
                  </a:lnTo>
                  <a:lnTo>
                    <a:pt x="35442" y="492364"/>
                  </a:lnTo>
                  <a:lnTo>
                    <a:pt x="17721" y="492364"/>
                  </a:lnTo>
                  <a:lnTo>
                    <a:pt x="0" y="492364"/>
                  </a:lnTo>
                  <a:close/>
                </a:path>
              </a:pathLst>
            </a:custGeom>
            <a:solidFill>
              <a:srgbClr val="C9927D">
                <a:alpha val="100000"/>
              </a:srgbClr>
            </a:solidFill>
            <a:ln w="4762" cap="rnd">
              <a:solidFill>
                <a:srgbClr val="C992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g1546"/>
            <p:cNvSpPr/>
            <p:nvPr/>
          </p:nvSpPr>
          <p:spPr>
            <a:xfrm>
              <a:off x="6166585" y="3538925"/>
              <a:ext cx="17721" cy="494480"/>
            </a:xfrm>
            <a:custGeom>
              <a:avLst/>
              <a:pathLst>
                <a:path w="17721" h="494480">
                  <a:moveTo>
                    <a:pt x="0" y="2116"/>
                  </a:moveTo>
                  <a:lnTo>
                    <a:pt x="17721" y="0"/>
                  </a:lnTo>
                  <a:lnTo>
                    <a:pt x="17721" y="494480"/>
                  </a:lnTo>
                  <a:lnTo>
                    <a:pt x="0" y="494480"/>
                  </a:lnTo>
                  <a:close/>
                </a:path>
              </a:pathLst>
            </a:custGeom>
            <a:solidFill>
              <a:srgbClr val="C8917D">
                <a:alpha val="100000"/>
              </a:srgbClr>
            </a:solidFill>
            <a:ln w="4762" cap="rnd">
              <a:solidFill>
                <a:srgbClr val="C891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g1547"/>
            <p:cNvSpPr/>
            <p:nvPr/>
          </p:nvSpPr>
          <p:spPr>
            <a:xfrm>
              <a:off x="6184307" y="3536916"/>
              <a:ext cx="17721" cy="496489"/>
            </a:xfrm>
            <a:custGeom>
              <a:avLst/>
              <a:pathLst>
                <a:path w="17721" h="496489">
                  <a:moveTo>
                    <a:pt x="0" y="2008"/>
                  </a:moveTo>
                  <a:lnTo>
                    <a:pt x="17721" y="0"/>
                  </a:lnTo>
                  <a:lnTo>
                    <a:pt x="17721" y="496489"/>
                  </a:lnTo>
                  <a:lnTo>
                    <a:pt x="0" y="496489"/>
                  </a:lnTo>
                  <a:close/>
                </a:path>
              </a:pathLst>
            </a:custGeom>
            <a:solidFill>
              <a:srgbClr val="C8917C">
                <a:alpha val="100000"/>
              </a:srgbClr>
            </a:solidFill>
            <a:ln w="4762" cap="rnd">
              <a:solidFill>
                <a:srgbClr val="C891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g1548"/>
            <p:cNvSpPr/>
            <p:nvPr/>
          </p:nvSpPr>
          <p:spPr>
            <a:xfrm>
              <a:off x="6202028" y="3535027"/>
              <a:ext cx="17721" cy="498378"/>
            </a:xfrm>
            <a:custGeom>
              <a:avLst/>
              <a:pathLst>
                <a:path w="17721" h="498378">
                  <a:moveTo>
                    <a:pt x="0" y="1888"/>
                  </a:moveTo>
                  <a:lnTo>
                    <a:pt x="17721" y="0"/>
                  </a:lnTo>
                  <a:lnTo>
                    <a:pt x="17721" y="498378"/>
                  </a:lnTo>
                  <a:lnTo>
                    <a:pt x="0" y="498378"/>
                  </a:lnTo>
                  <a:close/>
                </a:path>
              </a:pathLst>
            </a:custGeom>
            <a:solidFill>
              <a:srgbClr val="C8907C">
                <a:alpha val="100000"/>
              </a:srgbClr>
            </a:solidFill>
            <a:ln w="4762" cap="rnd">
              <a:solidFill>
                <a:srgbClr val="C890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g1549"/>
            <p:cNvSpPr/>
            <p:nvPr/>
          </p:nvSpPr>
          <p:spPr>
            <a:xfrm>
              <a:off x="6219750" y="3531528"/>
              <a:ext cx="35442" cy="501877"/>
            </a:xfrm>
            <a:custGeom>
              <a:avLst/>
              <a:pathLst>
                <a:path w="35442" h="501877">
                  <a:moveTo>
                    <a:pt x="0" y="3499"/>
                  </a:moveTo>
                  <a:lnTo>
                    <a:pt x="17721" y="1691"/>
                  </a:lnTo>
                  <a:lnTo>
                    <a:pt x="35442" y="0"/>
                  </a:lnTo>
                  <a:lnTo>
                    <a:pt x="35442" y="501877"/>
                  </a:lnTo>
                  <a:lnTo>
                    <a:pt x="17721" y="501877"/>
                  </a:lnTo>
                  <a:lnTo>
                    <a:pt x="0" y="501877"/>
                  </a:lnTo>
                  <a:close/>
                </a:path>
              </a:pathLst>
            </a:custGeom>
            <a:solidFill>
              <a:srgbClr val="C8907B">
                <a:alpha val="100000"/>
              </a:srgbClr>
            </a:solidFill>
            <a:ln w="4762" cap="rnd">
              <a:solidFill>
                <a:srgbClr val="C890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g1550"/>
            <p:cNvSpPr/>
            <p:nvPr/>
          </p:nvSpPr>
          <p:spPr>
            <a:xfrm>
              <a:off x="6255192" y="3529973"/>
              <a:ext cx="17721" cy="503432"/>
            </a:xfrm>
            <a:custGeom>
              <a:avLst/>
              <a:pathLst>
                <a:path w="17721" h="503432">
                  <a:moveTo>
                    <a:pt x="0" y="1555"/>
                  </a:moveTo>
                  <a:lnTo>
                    <a:pt x="17721" y="0"/>
                  </a:lnTo>
                  <a:lnTo>
                    <a:pt x="17721" y="503432"/>
                  </a:lnTo>
                  <a:lnTo>
                    <a:pt x="0" y="503432"/>
                  </a:lnTo>
                  <a:close/>
                </a:path>
              </a:pathLst>
            </a:custGeom>
            <a:solidFill>
              <a:srgbClr val="C78F7B">
                <a:alpha val="100000"/>
              </a:srgbClr>
            </a:solidFill>
            <a:ln w="4762" cap="rnd">
              <a:solidFill>
                <a:srgbClr val="C78F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g1551"/>
            <p:cNvSpPr/>
            <p:nvPr/>
          </p:nvSpPr>
          <p:spPr>
            <a:xfrm>
              <a:off x="6272914" y="3528508"/>
              <a:ext cx="17721" cy="504898"/>
            </a:xfrm>
            <a:custGeom>
              <a:avLst/>
              <a:pathLst>
                <a:path w="17721" h="504898">
                  <a:moveTo>
                    <a:pt x="0" y="1465"/>
                  </a:moveTo>
                  <a:lnTo>
                    <a:pt x="17721" y="0"/>
                  </a:lnTo>
                  <a:lnTo>
                    <a:pt x="17721" y="504898"/>
                  </a:lnTo>
                  <a:lnTo>
                    <a:pt x="0" y="504898"/>
                  </a:lnTo>
                  <a:close/>
                </a:path>
              </a:pathLst>
            </a:custGeom>
            <a:solidFill>
              <a:srgbClr val="C78F7A">
                <a:alpha val="100000"/>
              </a:srgbClr>
            </a:solidFill>
            <a:ln w="4762" cap="rnd">
              <a:solidFill>
                <a:srgbClr val="C78F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g1552"/>
            <p:cNvSpPr/>
            <p:nvPr/>
          </p:nvSpPr>
          <p:spPr>
            <a:xfrm>
              <a:off x="6290635" y="3527166"/>
              <a:ext cx="17721" cy="506239"/>
            </a:xfrm>
            <a:custGeom>
              <a:avLst/>
              <a:pathLst>
                <a:path w="17721" h="506239">
                  <a:moveTo>
                    <a:pt x="0" y="1341"/>
                  </a:moveTo>
                  <a:lnTo>
                    <a:pt x="17721" y="0"/>
                  </a:lnTo>
                  <a:lnTo>
                    <a:pt x="17721" y="506239"/>
                  </a:lnTo>
                  <a:lnTo>
                    <a:pt x="0" y="506239"/>
                  </a:lnTo>
                  <a:close/>
                </a:path>
              </a:pathLst>
            </a:custGeom>
            <a:solidFill>
              <a:srgbClr val="C78E7A">
                <a:alpha val="100000"/>
              </a:srgbClr>
            </a:solidFill>
            <a:ln w="4762" cap="rnd">
              <a:solidFill>
                <a:srgbClr val="C78E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g1553"/>
            <p:cNvSpPr/>
            <p:nvPr/>
          </p:nvSpPr>
          <p:spPr>
            <a:xfrm>
              <a:off x="6308356" y="3525979"/>
              <a:ext cx="17721" cy="507426"/>
            </a:xfrm>
            <a:custGeom>
              <a:avLst/>
              <a:pathLst>
                <a:path w="17721" h="507426">
                  <a:moveTo>
                    <a:pt x="0" y="1187"/>
                  </a:moveTo>
                  <a:lnTo>
                    <a:pt x="17721" y="0"/>
                  </a:lnTo>
                  <a:lnTo>
                    <a:pt x="17721" y="507426"/>
                  </a:lnTo>
                  <a:lnTo>
                    <a:pt x="0" y="507426"/>
                  </a:lnTo>
                  <a:close/>
                </a:path>
              </a:pathLst>
            </a:custGeom>
            <a:solidFill>
              <a:srgbClr val="C78E79">
                <a:alpha val="100000"/>
              </a:srgbClr>
            </a:solidFill>
            <a:ln w="4762" cap="rnd">
              <a:solidFill>
                <a:srgbClr val="C7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g1554"/>
            <p:cNvSpPr/>
            <p:nvPr/>
          </p:nvSpPr>
          <p:spPr>
            <a:xfrm>
              <a:off x="6326078" y="3524891"/>
              <a:ext cx="17721" cy="508514"/>
            </a:xfrm>
            <a:custGeom>
              <a:avLst/>
              <a:pathLst>
                <a:path w="17721" h="508514">
                  <a:moveTo>
                    <a:pt x="0" y="1087"/>
                  </a:moveTo>
                  <a:lnTo>
                    <a:pt x="17721" y="0"/>
                  </a:lnTo>
                  <a:lnTo>
                    <a:pt x="17721" y="508514"/>
                  </a:lnTo>
                  <a:lnTo>
                    <a:pt x="0" y="508514"/>
                  </a:lnTo>
                  <a:close/>
                </a:path>
              </a:pathLst>
            </a:custGeom>
            <a:solidFill>
              <a:srgbClr val="C68E79">
                <a:alpha val="100000"/>
              </a:srgbClr>
            </a:solidFill>
            <a:ln w="4762" cap="rnd">
              <a:solidFill>
                <a:srgbClr val="C6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g1555"/>
            <p:cNvSpPr/>
            <p:nvPr/>
          </p:nvSpPr>
          <p:spPr>
            <a:xfrm>
              <a:off x="6343799" y="3523935"/>
              <a:ext cx="17721" cy="509471"/>
            </a:xfrm>
            <a:custGeom>
              <a:avLst/>
              <a:pathLst>
                <a:path w="17721" h="509471">
                  <a:moveTo>
                    <a:pt x="0" y="956"/>
                  </a:moveTo>
                  <a:lnTo>
                    <a:pt x="17721" y="0"/>
                  </a:lnTo>
                  <a:lnTo>
                    <a:pt x="17721" y="509471"/>
                  </a:lnTo>
                  <a:lnTo>
                    <a:pt x="0" y="509471"/>
                  </a:lnTo>
                  <a:close/>
                </a:path>
              </a:pathLst>
            </a:custGeom>
            <a:solidFill>
              <a:srgbClr val="C68D79">
                <a:alpha val="100000"/>
              </a:srgbClr>
            </a:solidFill>
            <a:ln w="4762" cap="rnd">
              <a:solidFill>
                <a:srgbClr val="C68D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g1556"/>
            <p:cNvSpPr/>
            <p:nvPr/>
          </p:nvSpPr>
          <p:spPr>
            <a:xfrm>
              <a:off x="6361521" y="3522481"/>
              <a:ext cx="35442" cy="510924"/>
            </a:xfrm>
            <a:custGeom>
              <a:avLst/>
              <a:pathLst>
                <a:path w="35442" h="510924">
                  <a:moveTo>
                    <a:pt x="0" y="1453"/>
                  </a:moveTo>
                  <a:lnTo>
                    <a:pt x="17721" y="672"/>
                  </a:lnTo>
                  <a:lnTo>
                    <a:pt x="35442" y="0"/>
                  </a:lnTo>
                  <a:lnTo>
                    <a:pt x="35442" y="510924"/>
                  </a:lnTo>
                  <a:lnTo>
                    <a:pt x="17721" y="510924"/>
                  </a:lnTo>
                  <a:lnTo>
                    <a:pt x="0" y="510924"/>
                  </a:lnTo>
                  <a:close/>
                </a:path>
              </a:pathLst>
            </a:custGeom>
            <a:solidFill>
              <a:srgbClr val="C68D78">
                <a:alpha val="100000"/>
              </a:srgbClr>
            </a:solidFill>
            <a:ln w="4762" cap="rnd">
              <a:solidFill>
                <a:srgbClr val="C68D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g1557"/>
            <p:cNvSpPr/>
            <p:nvPr/>
          </p:nvSpPr>
          <p:spPr>
            <a:xfrm>
              <a:off x="6396963" y="3521949"/>
              <a:ext cx="17721" cy="511457"/>
            </a:xfrm>
            <a:custGeom>
              <a:avLst/>
              <a:pathLst>
                <a:path w="17721" h="511457">
                  <a:moveTo>
                    <a:pt x="0" y="532"/>
                  </a:moveTo>
                  <a:lnTo>
                    <a:pt x="17721" y="0"/>
                  </a:lnTo>
                  <a:lnTo>
                    <a:pt x="17721" y="511457"/>
                  </a:lnTo>
                  <a:lnTo>
                    <a:pt x="0" y="511457"/>
                  </a:lnTo>
                  <a:close/>
                </a:path>
              </a:pathLst>
            </a:custGeom>
            <a:solidFill>
              <a:srgbClr val="C68C77">
                <a:alpha val="100000"/>
              </a:srgbClr>
            </a:solidFill>
            <a:ln w="4762" cap="rnd">
              <a:solidFill>
                <a:srgbClr val="C6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g1558"/>
            <p:cNvSpPr/>
            <p:nvPr/>
          </p:nvSpPr>
          <p:spPr>
            <a:xfrm>
              <a:off x="6414685" y="3521613"/>
              <a:ext cx="17721" cy="511792"/>
            </a:xfrm>
            <a:custGeom>
              <a:avLst/>
              <a:pathLst>
                <a:path w="17721" h="511792">
                  <a:moveTo>
                    <a:pt x="0" y="335"/>
                  </a:moveTo>
                  <a:lnTo>
                    <a:pt x="17721" y="0"/>
                  </a:lnTo>
                  <a:lnTo>
                    <a:pt x="17721" y="511792"/>
                  </a:lnTo>
                  <a:lnTo>
                    <a:pt x="0" y="511792"/>
                  </a:lnTo>
                  <a:close/>
                </a:path>
              </a:pathLst>
            </a:custGeom>
            <a:solidFill>
              <a:srgbClr val="C58C77">
                <a:alpha val="100000"/>
              </a:srgbClr>
            </a:solidFill>
            <a:ln w="4762" cap="rnd">
              <a:solidFill>
                <a:srgbClr val="C5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g1559"/>
            <p:cNvSpPr/>
            <p:nvPr/>
          </p:nvSpPr>
          <p:spPr>
            <a:xfrm>
              <a:off x="6432406" y="3521397"/>
              <a:ext cx="17721" cy="512008"/>
            </a:xfrm>
            <a:custGeom>
              <a:avLst/>
              <a:pathLst>
                <a:path w="17721" h="512008">
                  <a:moveTo>
                    <a:pt x="0" y="215"/>
                  </a:moveTo>
                  <a:lnTo>
                    <a:pt x="17721" y="0"/>
                  </a:lnTo>
                  <a:lnTo>
                    <a:pt x="17721" y="512008"/>
                  </a:lnTo>
                  <a:lnTo>
                    <a:pt x="0" y="512008"/>
                  </a:lnTo>
                  <a:close/>
                </a:path>
              </a:pathLst>
            </a:custGeom>
            <a:solidFill>
              <a:srgbClr val="C58B77">
                <a:alpha val="100000"/>
              </a:srgbClr>
            </a:solidFill>
            <a:ln w="4762" cap="rnd">
              <a:solidFill>
                <a:srgbClr val="C58B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g1560"/>
            <p:cNvSpPr/>
            <p:nvPr/>
          </p:nvSpPr>
          <p:spPr>
            <a:xfrm>
              <a:off x="6450127" y="3521328"/>
              <a:ext cx="35442" cy="512077"/>
            </a:xfrm>
            <a:custGeom>
              <a:avLst/>
              <a:pathLst>
                <a:path w="35442" h="512077">
                  <a:moveTo>
                    <a:pt x="0" y="68"/>
                  </a:moveTo>
                  <a:lnTo>
                    <a:pt x="17721" y="0"/>
                  </a:lnTo>
                  <a:lnTo>
                    <a:pt x="35442" y="151"/>
                  </a:lnTo>
                  <a:lnTo>
                    <a:pt x="35442" y="512077"/>
                  </a:lnTo>
                  <a:lnTo>
                    <a:pt x="17721" y="512077"/>
                  </a:lnTo>
                  <a:lnTo>
                    <a:pt x="0" y="512077"/>
                  </a:lnTo>
                  <a:close/>
                </a:path>
              </a:pathLst>
            </a:custGeom>
            <a:solidFill>
              <a:srgbClr val="C58B76">
                <a:alpha val="100000"/>
              </a:srgbClr>
            </a:solidFill>
            <a:ln w="4762" cap="rnd">
              <a:solidFill>
                <a:srgbClr val="C58B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g1561"/>
            <p:cNvSpPr/>
            <p:nvPr/>
          </p:nvSpPr>
          <p:spPr>
            <a:xfrm>
              <a:off x="6485570" y="3521480"/>
              <a:ext cx="35442" cy="511926"/>
            </a:xfrm>
            <a:custGeom>
              <a:avLst/>
              <a:pathLst>
                <a:path w="35442" h="511926">
                  <a:moveTo>
                    <a:pt x="0" y="0"/>
                  </a:moveTo>
                  <a:lnTo>
                    <a:pt x="17721" y="281"/>
                  </a:lnTo>
                  <a:lnTo>
                    <a:pt x="35442" y="717"/>
                  </a:lnTo>
                  <a:lnTo>
                    <a:pt x="35442" y="511926"/>
                  </a:lnTo>
                  <a:lnTo>
                    <a:pt x="17721" y="511926"/>
                  </a:lnTo>
                  <a:lnTo>
                    <a:pt x="0" y="511926"/>
                  </a:lnTo>
                  <a:close/>
                </a:path>
              </a:pathLst>
            </a:custGeom>
            <a:solidFill>
              <a:srgbClr val="C48A75">
                <a:alpha val="100000"/>
              </a:srgbClr>
            </a:solidFill>
            <a:ln w="4762" cap="rnd">
              <a:solidFill>
                <a:srgbClr val="C48A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g1562"/>
            <p:cNvSpPr/>
            <p:nvPr/>
          </p:nvSpPr>
          <p:spPr>
            <a:xfrm>
              <a:off x="6521013" y="3522197"/>
              <a:ext cx="17721" cy="511208"/>
            </a:xfrm>
            <a:custGeom>
              <a:avLst/>
              <a:pathLst>
                <a:path w="17721" h="511208">
                  <a:moveTo>
                    <a:pt x="0" y="0"/>
                  </a:moveTo>
                  <a:lnTo>
                    <a:pt x="17721" y="679"/>
                  </a:lnTo>
                  <a:lnTo>
                    <a:pt x="17721" y="511208"/>
                  </a:lnTo>
                  <a:lnTo>
                    <a:pt x="0" y="511208"/>
                  </a:lnTo>
                  <a:close/>
                </a:path>
              </a:pathLst>
            </a:custGeom>
            <a:solidFill>
              <a:srgbClr val="C48975">
                <a:alpha val="100000"/>
              </a:srgbClr>
            </a:solidFill>
            <a:ln w="4762" cap="rnd">
              <a:solidFill>
                <a:srgbClr val="C489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g1563"/>
            <p:cNvSpPr/>
            <p:nvPr/>
          </p:nvSpPr>
          <p:spPr>
            <a:xfrm>
              <a:off x="6538734" y="3522877"/>
              <a:ext cx="35442" cy="510529"/>
            </a:xfrm>
            <a:custGeom>
              <a:avLst/>
              <a:pathLst>
                <a:path w="35442" h="510529">
                  <a:moveTo>
                    <a:pt x="0" y="0"/>
                  </a:moveTo>
                  <a:lnTo>
                    <a:pt x="17721" y="820"/>
                  </a:lnTo>
                  <a:lnTo>
                    <a:pt x="35442" y="1799"/>
                  </a:lnTo>
                  <a:lnTo>
                    <a:pt x="35442" y="510529"/>
                  </a:lnTo>
                  <a:lnTo>
                    <a:pt x="17721" y="510529"/>
                  </a:lnTo>
                  <a:lnTo>
                    <a:pt x="0" y="510529"/>
                  </a:lnTo>
                  <a:close/>
                </a:path>
              </a:pathLst>
            </a:custGeom>
            <a:solidFill>
              <a:srgbClr val="C48974">
                <a:alpha val="100000"/>
              </a:srgbClr>
            </a:solidFill>
            <a:ln w="4762" cap="rnd">
              <a:solidFill>
                <a:srgbClr val="C489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g1564"/>
            <p:cNvSpPr/>
            <p:nvPr/>
          </p:nvSpPr>
          <p:spPr>
            <a:xfrm>
              <a:off x="6574177" y="3524677"/>
              <a:ext cx="35442" cy="508729"/>
            </a:xfrm>
            <a:custGeom>
              <a:avLst/>
              <a:pathLst>
                <a:path w="35442" h="508729">
                  <a:moveTo>
                    <a:pt x="0" y="0"/>
                  </a:moveTo>
                  <a:lnTo>
                    <a:pt x="17721" y="1246"/>
                  </a:lnTo>
                  <a:lnTo>
                    <a:pt x="35442" y="2643"/>
                  </a:lnTo>
                  <a:lnTo>
                    <a:pt x="35442" y="508729"/>
                  </a:lnTo>
                  <a:lnTo>
                    <a:pt x="17721" y="508729"/>
                  </a:lnTo>
                  <a:lnTo>
                    <a:pt x="0" y="508729"/>
                  </a:lnTo>
                  <a:close/>
                </a:path>
              </a:pathLst>
            </a:custGeom>
            <a:solidFill>
              <a:srgbClr val="C38873">
                <a:alpha val="100000"/>
              </a:srgbClr>
            </a:solidFill>
            <a:ln w="4762" cap="rnd">
              <a:solidFill>
                <a:srgbClr val="C388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g1565"/>
            <p:cNvSpPr/>
            <p:nvPr/>
          </p:nvSpPr>
          <p:spPr>
            <a:xfrm>
              <a:off x="6609620" y="3527320"/>
              <a:ext cx="17721" cy="506085"/>
            </a:xfrm>
            <a:custGeom>
              <a:avLst/>
              <a:pathLst>
                <a:path w="17721" h="506085">
                  <a:moveTo>
                    <a:pt x="0" y="0"/>
                  </a:moveTo>
                  <a:lnTo>
                    <a:pt x="17721" y="1560"/>
                  </a:lnTo>
                  <a:lnTo>
                    <a:pt x="17721" y="506085"/>
                  </a:lnTo>
                  <a:lnTo>
                    <a:pt x="0" y="506085"/>
                  </a:lnTo>
                  <a:close/>
                </a:path>
              </a:pathLst>
            </a:custGeom>
            <a:solidFill>
              <a:srgbClr val="C38773">
                <a:alpha val="100000"/>
              </a:srgbClr>
            </a:solidFill>
            <a:ln w="4762" cap="rnd">
              <a:solidFill>
                <a:srgbClr val="C387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g1566"/>
            <p:cNvSpPr/>
            <p:nvPr/>
          </p:nvSpPr>
          <p:spPr>
            <a:xfrm>
              <a:off x="6627341" y="3528881"/>
              <a:ext cx="35442" cy="504525"/>
            </a:xfrm>
            <a:custGeom>
              <a:avLst/>
              <a:pathLst>
                <a:path w="35442" h="504525">
                  <a:moveTo>
                    <a:pt x="0" y="0"/>
                  </a:moveTo>
                  <a:lnTo>
                    <a:pt x="17721" y="1849"/>
                  </a:lnTo>
                  <a:lnTo>
                    <a:pt x="35442" y="3856"/>
                  </a:lnTo>
                  <a:lnTo>
                    <a:pt x="35442" y="504525"/>
                  </a:lnTo>
                  <a:lnTo>
                    <a:pt x="17721" y="504525"/>
                  </a:lnTo>
                  <a:lnTo>
                    <a:pt x="0" y="504525"/>
                  </a:lnTo>
                  <a:close/>
                </a:path>
              </a:pathLst>
            </a:custGeom>
            <a:solidFill>
              <a:srgbClr val="C38772">
                <a:alpha val="100000"/>
              </a:srgbClr>
            </a:solidFill>
            <a:ln w="4762" cap="rnd">
              <a:solidFill>
                <a:srgbClr val="C387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g1567"/>
            <p:cNvSpPr/>
            <p:nvPr/>
          </p:nvSpPr>
          <p:spPr>
            <a:xfrm>
              <a:off x="6662784" y="3532737"/>
              <a:ext cx="53164" cy="500668"/>
            </a:xfrm>
            <a:custGeom>
              <a:avLst/>
              <a:pathLst>
                <a:path w="53164" h="500668">
                  <a:moveTo>
                    <a:pt x="0" y="0"/>
                  </a:moveTo>
                  <a:lnTo>
                    <a:pt x="17721" y="2172"/>
                  </a:lnTo>
                  <a:lnTo>
                    <a:pt x="35442" y="4652"/>
                  </a:lnTo>
                  <a:lnTo>
                    <a:pt x="53164" y="7296"/>
                  </a:lnTo>
                  <a:lnTo>
                    <a:pt x="53164" y="500668"/>
                  </a:lnTo>
                  <a:lnTo>
                    <a:pt x="35442" y="500668"/>
                  </a:lnTo>
                  <a:lnTo>
                    <a:pt x="17721" y="500668"/>
                  </a:lnTo>
                  <a:lnTo>
                    <a:pt x="0" y="500668"/>
                  </a:lnTo>
                  <a:close/>
                </a:path>
              </a:pathLst>
            </a:custGeom>
            <a:solidFill>
              <a:srgbClr val="C28671">
                <a:alpha val="100000"/>
              </a:srgbClr>
            </a:solidFill>
            <a:ln w="4762" cap="rnd">
              <a:solidFill>
                <a:srgbClr val="C286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g1568"/>
            <p:cNvSpPr/>
            <p:nvPr/>
          </p:nvSpPr>
          <p:spPr>
            <a:xfrm>
              <a:off x="6715948" y="3540033"/>
              <a:ext cx="17721" cy="493372"/>
            </a:xfrm>
            <a:custGeom>
              <a:avLst/>
              <a:pathLst>
                <a:path w="17721" h="493372">
                  <a:moveTo>
                    <a:pt x="0" y="0"/>
                  </a:moveTo>
                  <a:lnTo>
                    <a:pt x="17721" y="2807"/>
                  </a:lnTo>
                  <a:lnTo>
                    <a:pt x="17721" y="493372"/>
                  </a:lnTo>
                  <a:lnTo>
                    <a:pt x="0" y="493372"/>
                  </a:lnTo>
                  <a:close/>
                </a:path>
              </a:pathLst>
            </a:custGeom>
            <a:solidFill>
              <a:srgbClr val="C28570">
                <a:alpha val="100000"/>
              </a:srgbClr>
            </a:solidFill>
            <a:ln w="4762" cap="rnd">
              <a:solidFill>
                <a:srgbClr val="C2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g1569"/>
            <p:cNvSpPr/>
            <p:nvPr/>
          </p:nvSpPr>
          <p:spPr>
            <a:xfrm>
              <a:off x="6733669" y="3542841"/>
              <a:ext cx="17721" cy="490564"/>
            </a:xfrm>
            <a:custGeom>
              <a:avLst/>
              <a:pathLst>
                <a:path w="17721" h="490564">
                  <a:moveTo>
                    <a:pt x="0" y="0"/>
                  </a:moveTo>
                  <a:lnTo>
                    <a:pt x="17721" y="3131"/>
                  </a:lnTo>
                  <a:lnTo>
                    <a:pt x="17721" y="490564"/>
                  </a:lnTo>
                  <a:lnTo>
                    <a:pt x="0" y="490564"/>
                  </a:lnTo>
                  <a:close/>
                </a:path>
              </a:pathLst>
            </a:custGeom>
            <a:solidFill>
              <a:srgbClr val="C18570">
                <a:alpha val="100000"/>
              </a:srgbClr>
            </a:solidFill>
            <a:ln w="4762" cap="rnd">
              <a:solidFill>
                <a:srgbClr val="C1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g1570"/>
            <p:cNvSpPr/>
            <p:nvPr/>
          </p:nvSpPr>
          <p:spPr>
            <a:xfrm>
              <a:off x="6751391" y="3545972"/>
              <a:ext cx="53164" cy="487433"/>
            </a:xfrm>
            <a:custGeom>
              <a:avLst/>
              <a:pathLst>
                <a:path w="53164" h="487433">
                  <a:moveTo>
                    <a:pt x="0" y="0"/>
                  </a:moveTo>
                  <a:lnTo>
                    <a:pt x="17721" y="3297"/>
                  </a:lnTo>
                  <a:lnTo>
                    <a:pt x="35442" y="6761"/>
                  </a:lnTo>
                  <a:lnTo>
                    <a:pt x="53164" y="10545"/>
                  </a:lnTo>
                  <a:lnTo>
                    <a:pt x="53164" y="487433"/>
                  </a:lnTo>
                  <a:lnTo>
                    <a:pt x="35442" y="487433"/>
                  </a:lnTo>
                  <a:lnTo>
                    <a:pt x="17721" y="487433"/>
                  </a:lnTo>
                  <a:lnTo>
                    <a:pt x="0" y="487433"/>
                  </a:lnTo>
                  <a:close/>
                </a:path>
              </a:pathLst>
            </a:custGeom>
            <a:solidFill>
              <a:srgbClr val="C1846F">
                <a:alpha val="100000"/>
              </a:srgbClr>
            </a:solidFill>
            <a:ln w="4762" cap="rnd">
              <a:solidFill>
                <a:srgbClr val="C184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g1571"/>
            <p:cNvSpPr/>
            <p:nvPr/>
          </p:nvSpPr>
          <p:spPr>
            <a:xfrm>
              <a:off x="6804555" y="3556517"/>
              <a:ext cx="17721" cy="476888"/>
            </a:xfrm>
            <a:custGeom>
              <a:avLst/>
              <a:pathLst>
                <a:path w="17721" h="476888">
                  <a:moveTo>
                    <a:pt x="0" y="0"/>
                  </a:moveTo>
                  <a:lnTo>
                    <a:pt x="17721" y="3956"/>
                  </a:lnTo>
                  <a:lnTo>
                    <a:pt x="17721" y="476888"/>
                  </a:lnTo>
                  <a:lnTo>
                    <a:pt x="0" y="476888"/>
                  </a:lnTo>
                  <a:close/>
                </a:path>
              </a:pathLst>
            </a:custGeom>
            <a:solidFill>
              <a:srgbClr val="C1836E">
                <a:alpha val="100000"/>
              </a:srgbClr>
            </a:solidFill>
            <a:ln w="4762" cap="rnd">
              <a:solidFill>
                <a:srgbClr val="C1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g1572"/>
            <p:cNvSpPr/>
            <p:nvPr/>
          </p:nvSpPr>
          <p:spPr>
            <a:xfrm>
              <a:off x="6822276" y="3560474"/>
              <a:ext cx="17721" cy="472931"/>
            </a:xfrm>
            <a:custGeom>
              <a:avLst/>
              <a:pathLst>
                <a:path w="17721" h="472931">
                  <a:moveTo>
                    <a:pt x="0" y="0"/>
                  </a:moveTo>
                  <a:lnTo>
                    <a:pt x="17721" y="4123"/>
                  </a:lnTo>
                  <a:lnTo>
                    <a:pt x="17721" y="472931"/>
                  </a:lnTo>
                  <a:lnTo>
                    <a:pt x="0" y="472931"/>
                  </a:lnTo>
                  <a:close/>
                </a:path>
              </a:pathLst>
            </a:custGeom>
            <a:solidFill>
              <a:srgbClr val="C0836E">
                <a:alpha val="100000"/>
              </a:srgbClr>
            </a:solidFill>
            <a:ln w="4762" cap="rnd">
              <a:solidFill>
                <a:srgbClr val="C0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g1573"/>
            <p:cNvSpPr/>
            <p:nvPr/>
          </p:nvSpPr>
          <p:spPr>
            <a:xfrm>
              <a:off x="6839997" y="3564597"/>
              <a:ext cx="53164" cy="468808"/>
            </a:xfrm>
            <a:custGeom>
              <a:avLst/>
              <a:pathLst>
                <a:path w="53164" h="468808">
                  <a:moveTo>
                    <a:pt x="0" y="0"/>
                  </a:moveTo>
                  <a:lnTo>
                    <a:pt x="17721" y="4431"/>
                  </a:lnTo>
                  <a:lnTo>
                    <a:pt x="35442" y="9040"/>
                  </a:lnTo>
                  <a:lnTo>
                    <a:pt x="53164" y="13811"/>
                  </a:lnTo>
                  <a:lnTo>
                    <a:pt x="53164" y="468808"/>
                  </a:lnTo>
                  <a:lnTo>
                    <a:pt x="35442" y="468808"/>
                  </a:lnTo>
                  <a:lnTo>
                    <a:pt x="17721" y="468808"/>
                  </a:lnTo>
                  <a:lnTo>
                    <a:pt x="0" y="468808"/>
                  </a:lnTo>
                  <a:close/>
                </a:path>
              </a:pathLst>
            </a:custGeom>
            <a:solidFill>
              <a:srgbClr val="C0826D">
                <a:alpha val="100000"/>
              </a:srgbClr>
            </a:solidFill>
            <a:ln w="4762" cap="rnd">
              <a:solidFill>
                <a:srgbClr val="C082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g1574"/>
            <p:cNvSpPr/>
            <p:nvPr/>
          </p:nvSpPr>
          <p:spPr>
            <a:xfrm>
              <a:off x="6893162" y="3578409"/>
              <a:ext cx="35442" cy="454996"/>
            </a:xfrm>
            <a:custGeom>
              <a:avLst/>
              <a:pathLst>
                <a:path w="35442" h="454996">
                  <a:moveTo>
                    <a:pt x="0" y="0"/>
                  </a:moveTo>
                  <a:lnTo>
                    <a:pt x="17721" y="5062"/>
                  </a:lnTo>
                  <a:lnTo>
                    <a:pt x="35442" y="10301"/>
                  </a:lnTo>
                  <a:lnTo>
                    <a:pt x="35442" y="454996"/>
                  </a:lnTo>
                  <a:lnTo>
                    <a:pt x="17721" y="454996"/>
                  </a:lnTo>
                  <a:lnTo>
                    <a:pt x="0" y="454996"/>
                  </a:lnTo>
                  <a:close/>
                </a:path>
              </a:pathLst>
            </a:custGeom>
            <a:solidFill>
              <a:srgbClr val="BF816C">
                <a:alpha val="100000"/>
              </a:srgbClr>
            </a:solidFill>
            <a:ln w="4762" cap="rnd">
              <a:solidFill>
                <a:srgbClr val="BF81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g1575"/>
            <p:cNvSpPr/>
            <p:nvPr/>
          </p:nvSpPr>
          <p:spPr>
            <a:xfrm>
              <a:off x="6928604" y="3588711"/>
              <a:ext cx="53164" cy="444694"/>
            </a:xfrm>
            <a:custGeom>
              <a:avLst/>
              <a:pathLst>
                <a:path w="53164" h="444694">
                  <a:moveTo>
                    <a:pt x="0" y="0"/>
                  </a:moveTo>
                  <a:lnTo>
                    <a:pt x="17721" y="5393"/>
                  </a:lnTo>
                  <a:lnTo>
                    <a:pt x="35442" y="11056"/>
                  </a:lnTo>
                  <a:lnTo>
                    <a:pt x="53164" y="16888"/>
                  </a:lnTo>
                  <a:lnTo>
                    <a:pt x="53164" y="444694"/>
                  </a:lnTo>
                  <a:lnTo>
                    <a:pt x="35442" y="444694"/>
                  </a:lnTo>
                  <a:lnTo>
                    <a:pt x="17721" y="444694"/>
                  </a:lnTo>
                  <a:lnTo>
                    <a:pt x="0" y="444694"/>
                  </a:lnTo>
                  <a:close/>
                </a:path>
              </a:pathLst>
            </a:custGeom>
            <a:solidFill>
              <a:srgbClr val="BF806B">
                <a:alpha val="100000"/>
              </a:srgbClr>
            </a:solidFill>
            <a:ln w="4762" cap="rnd">
              <a:solidFill>
                <a:srgbClr val="BF8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g1576"/>
            <p:cNvSpPr/>
            <p:nvPr/>
          </p:nvSpPr>
          <p:spPr>
            <a:xfrm>
              <a:off x="6981768" y="3605600"/>
              <a:ext cx="35442" cy="427806"/>
            </a:xfrm>
            <a:custGeom>
              <a:avLst/>
              <a:pathLst>
                <a:path w="35442" h="427806">
                  <a:moveTo>
                    <a:pt x="0" y="0"/>
                  </a:moveTo>
                  <a:lnTo>
                    <a:pt x="17721" y="5975"/>
                  </a:lnTo>
                  <a:lnTo>
                    <a:pt x="35442" y="12191"/>
                  </a:lnTo>
                  <a:lnTo>
                    <a:pt x="35442" y="427806"/>
                  </a:lnTo>
                  <a:lnTo>
                    <a:pt x="17721" y="427806"/>
                  </a:lnTo>
                  <a:lnTo>
                    <a:pt x="0" y="427806"/>
                  </a:lnTo>
                  <a:close/>
                </a:path>
              </a:pathLst>
            </a:custGeom>
            <a:solidFill>
              <a:srgbClr val="BE7F6A">
                <a:alpha val="100000"/>
              </a:srgbClr>
            </a:solidFill>
            <a:ln w="4762" cap="rnd">
              <a:solidFill>
                <a:srgbClr val="BE7F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g1577"/>
            <p:cNvSpPr/>
            <p:nvPr/>
          </p:nvSpPr>
          <p:spPr>
            <a:xfrm>
              <a:off x="7017211" y="3617792"/>
              <a:ext cx="17721" cy="415614"/>
            </a:xfrm>
            <a:custGeom>
              <a:avLst/>
              <a:pathLst>
                <a:path w="17721" h="415614">
                  <a:moveTo>
                    <a:pt x="0" y="0"/>
                  </a:moveTo>
                  <a:lnTo>
                    <a:pt x="17721" y="6375"/>
                  </a:lnTo>
                  <a:lnTo>
                    <a:pt x="17721" y="415614"/>
                  </a:lnTo>
                  <a:lnTo>
                    <a:pt x="0" y="415614"/>
                  </a:lnTo>
                  <a:close/>
                </a:path>
              </a:pathLst>
            </a:custGeom>
            <a:solidFill>
              <a:srgbClr val="BE7F69">
                <a:alpha val="100000"/>
              </a:srgbClr>
            </a:solidFill>
            <a:ln w="4762" cap="rnd">
              <a:solidFill>
                <a:srgbClr val="BE7F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g1578"/>
            <p:cNvSpPr/>
            <p:nvPr/>
          </p:nvSpPr>
          <p:spPr>
            <a:xfrm>
              <a:off x="7034932" y="3624167"/>
              <a:ext cx="17721" cy="409239"/>
            </a:xfrm>
            <a:custGeom>
              <a:avLst/>
              <a:pathLst>
                <a:path w="17721" h="409239">
                  <a:moveTo>
                    <a:pt x="0" y="0"/>
                  </a:moveTo>
                  <a:lnTo>
                    <a:pt x="17721" y="6503"/>
                  </a:lnTo>
                  <a:lnTo>
                    <a:pt x="17721" y="409239"/>
                  </a:lnTo>
                  <a:lnTo>
                    <a:pt x="0" y="409239"/>
                  </a:lnTo>
                  <a:close/>
                </a:path>
              </a:pathLst>
            </a:custGeom>
            <a:solidFill>
              <a:srgbClr val="BE7E69">
                <a:alpha val="100000"/>
              </a:srgbClr>
            </a:solidFill>
            <a:ln w="4762" cap="rnd">
              <a:solidFill>
                <a:srgbClr val="BE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g1579"/>
            <p:cNvSpPr/>
            <p:nvPr/>
          </p:nvSpPr>
          <p:spPr>
            <a:xfrm>
              <a:off x="7052654" y="3630670"/>
              <a:ext cx="17721" cy="402735"/>
            </a:xfrm>
            <a:custGeom>
              <a:avLst/>
              <a:pathLst>
                <a:path w="17721" h="402735">
                  <a:moveTo>
                    <a:pt x="0" y="0"/>
                  </a:moveTo>
                  <a:lnTo>
                    <a:pt x="17721" y="6710"/>
                  </a:lnTo>
                  <a:lnTo>
                    <a:pt x="17721" y="402735"/>
                  </a:lnTo>
                  <a:lnTo>
                    <a:pt x="0" y="402735"/>
                  </a:lnTo>
                  <a:close/>
                </a:path>
              </a:pathLst>
            </a:custGeom>
            <a:solidFill>
              <a:srgbClr val="BD7E69">
                <a:alpha val="100000"/>
              </a:srgbClr>
            </a:solidFill>
            <a:ln w="4762" cap="rnd">
              <a:solidFill>
                <a:srgbClr val="BD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g1580"/>
            <p:cNvSpPr/>
            <p:nvPr/>
          </p:nvSpPr>
          <p:spPr>
            <a:xfrm>
              <a:off x="7070375" y="3637381"/>
              <a:ext cx="53164" cy="396025"/>
            </a:xfrm>
            <a:custGeom>
              <a:avLst/>
              <a:pathLst>
                <a:path w="53164" h="396025">
                  <a:moveTo>
                    <a:pt x="0" y="0"/>
                  </a:moveTo>
                  <a:lnTo>
                    <a:pt x="17721" y="6853"/>
                  </a:lnTo>
                  <a:lnTo>
                    <a:pt x="35442" y="13816"/>
                  </a:lnTo>
                  <a:lnTo>
                    <a:pt x="53164" y="20949"/>
                  </a:lnTo>
                  <a:lnTo>
                    <a:pt x="53164" y="396025"/>
                  </a:lnTo>
                  <a:lnTo>
                    <a:pt x="35442" y="396025"/>
                  </a:lnTo>
                  <a:lnTo>
                    <a:pt x="17721" y="396025"/>
                  </a:lnTo>
                  <a:lnTo>
                    <a:pt x="0" y="396025"/>
                  </a:lnTo>
                  <a:close/>
                </a:path>
              </a:pathLst>
            </a:custGeom>
            <a:solidFill>
              <a:srgbClr val="BD7D68">
                <a:alpha val="100000"/>
              </a:srgbClr>
            </a:solidFill>
            <a:ln w="4762" cap="rnd">
              <a:solidFill>
                <a:srgbClr val="BD7D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g1581"/>
            <p:cNvSpPr/>
            <p:nvPr/>
          </p:nvSpPr>
          <p:spPr>
            <a:xfrm>
              <a:off x="7123539" y="3658330"/>
              <a:ext cx="35442" cy="375075"/>
            </a:xfrm>
            <a:custGeom>
              <a:avLst/>
              <a:pathLst>
                <a:path w="35442" h="375075">
                  <a:moveTo>
                    <a:pt x="0" y="0"/>
                  </a:moveTo>
                  <a:lnTo>
                    <a:pt x="17721" y="7254"/>
                  </a:lnTo>
                  <a:lnTo>
                    <a:pt x="35442" y="14597"/>
                  </a:lnTo>
                  <a:lnTo>
                    <a:pt x="35442" y="375075"/>
                  </a:lnTo>
                  <a:lnTo>
                    <a:pt x="17721" y="375075"/>
                  </a:lnTo>
                  <a:lnTo>
                    <a:pt x="0" y="375075"/>
                  </a:lnTo>
                  <a:close/>
                </a:path>
              </a:pathLst>
            </a:custGeom>
            <a:solidFill>
              <a:srgbClr val="BC7C67">
                <a:alpha val="100000"/>
              </a:srgbClr>
            </a:solidFill>
            <a:ln w="4762" cap="rnd">
              <a:solidFill>
                <a:srgbClr val="BC7C6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g1582"/>
            <p:cNvSpPr/>
            <p:nvPr/>
          </p:nvSpPr>
          <p:spPr>
            <a:xfrm>
              <a:off x="7158982" y="3672928"/>
              <a:ext cx="53164" cy="360477"/>
            </a:xfrm>
            <a:custGeom>
              <a:avLst/>
              <a:pathLst>
                <a:path w="53164" h="360477">
                  <a:moveTo>
                    <a:pt x="0" y="0"/>
                  </a:moveTo>
                  <a:lnTo>
                    <a:pt x="17721" y="7474"/>
                  </a:lnTo>
                  <a:lnTo>
                    <a:pt x="35442" y="15044"/>
                  </a:lnTo>
                  <a:lnTo>
                    <a:pt x="53164" y="22679"/>
                  </a:lnTo>
                  <a:lnTo>
                    <a:pt x="53164" y="360477"/>
                  </a:lnTo>
                  <a:lnTo>
                    <a:pt x="35442" y="360477"/>
                  </a:lnTo>
                  <a:lnTo>
                    <a:pt x="17721" y="360477"/>
                  </a:lnTo>
                  <a:lnTo>
                    <a:pt x="0" y="360477"/>
                  </a:lnTo>
                  <a:close/>
                </a:path>
              </a:pathLst>
            </a:custGeom>
            <a:solidFill>
              <a:srgbClr val="BC7B66">
                <a:alpha val="100000"/>
              </a:srgbClr>
            </a:solidFill>
            <a:ln w="4762" cap="rnd">
              <a:solidFill>
                <a:srgbClr val="BC7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g1583"/>
            <p:cNvSpPr/>
            <p:nvPr/>
          </p:nvSpPr>
          <p:spPr>
            <a:xfrm>
              <a:off x="7212146" y="3695608"/>
              <a:ext cx="35442" cy="337797"/>
            </a:xfrm>
            <a:custGeom>
              <a:avLst/>
              <a:pathLst>
                <a:path w="35442" h="337797">
                  <a:moveTo>
                    <a:pt x="0" y="0"/>
                  </a:moveTo>
                  <a:lnTo>
                    <a:pt x="17721" y="7726"/>
                  </a:lnTo>
                  <a:lnTo>
                    <a:pt x="35442" y="15517"/>
                  </a:lnTo>
                  <a:lnTo>
                    <a:pt x="35442" y="337797"/>
                  </a:lnTo>
                  <a:lnTo>
                    <a:pt x="17721" y="337797"/>
                  </a:lnTo>
                  <a:lnTo>
                    <a:pt x="0" y="337797"/>
                  </a:lnTo>
                  <a:close/>
                </a:path>
              </a:pathLst>
            </a:custGeom>
            <a:solidFill>
              <a:srgbClr val="BB7A65">
                <a:alpha val="100000"/>
              </a:srgbClr>
            </a:solidFill>
            <a:ln w="4762" cap="rnd">
              <a:solidFill>
                <a:srgbClr val="BB7A6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g1584"/>
            <p:cNvSpPr/>
            <p:nvPr/>
          </p:nvSpPr>
          <p:spPr>
            <a:xfrm>
              <a:off x="7247589" y="3711125"/>
              <a:ext cx="17721" cy="322280"/>
            </a:xfrm>
            <a:custGeom>
              <a:avLst/>
              <a:pathLst>
                <a:path w="17721" h="322280">
                  <a:moveTo>
                    <a:pt x="0" y="0"/>
                  </a:moveTo>
                  <a:lnTo>
                    <a:pt x="17721" y="7832"/>
                  </a:lnTo>
                  <a:lnTo>
                    <a:pt x="17721" y="322280"/>
                  </a:lnTo>
                  <a:lnTo>
                    <a:pt x="0" y="322280"/>
                  </a:lnTo>
                  <a:close/>
                </a:path>
              </a:pathLst>
            </a:custGeom>
            <a:solidFill>
              <a:srgbClr val="BB7A64">
                <a:alpha val="100000"/>
              </a:srgbClr>
            </a:solidFill>
            <a:ln w="4762" cap="rnd">
              <a:solidFill>
                <a:srgbClr val="BB7A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g1585"/>
            <p:cNvSpPr/>
            <p:nvPr/>
          </p:nvSpPr>
          <p:spPr>
            <a:xfrm>
              <a:off x="7265310" y="3718957"/>
              <a:ext cx="17721" cy="314448"/>
            </a:xfrm>
            <a:custGeom>
              <a:avLst/>
              <a:pathLst>
                <a:path w="17721" h="314448">
                  <a:moveTo>
                    <a:pt x="0" y="0"/>
                  </a:moveTo>
                  <a:lnTo>
                    <a:pt x="17721" y="7883"/>
                  </a:lnTo>
                  <a:lnTo>
                    <a:pt x="17721" y="314448"/>
                  </a:lnTo>
                  <a:lnTo>
                    <a:pt x="0" y="314448"/>
                  </a:lnTo>
                  <a:close/>
                </a:path>
              </a:pathLst>
            </a:custGeom>
            <a:solidFill>
              <a:srgbClr val="BB7964">
                <a:alpha val="100000"/>
              </a:srgbClr>
            </a:solidFill>
            <a:ln w="4762" cap="rnd">
              <a:solidFill>
                <a:srgbClr val="BB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g1586"/>
            <p:cNvSpPr/>
            <p:nvPr/>
          </p:nvSpPr>
          <p:spPr>
            <a:xfrm>
              <a:off x="7283032" y="3726841"/>
              <a:ext cx="17721" cy="306564"/>
            </a:xfrm>
            <a:custGeom>
              <a:avLst/>
              <a:pathLst>
                <a:path w="17721" h="306564">
                  <a:moveTo>
                    <a:pt x="0" y="0"/>
                  </a:moveTo>
                  <a:lnTo>
                    <a:pt x="17721" y="7914"/>
                  </a:lnTo>
                  <a:lnTo>
                    <a:pt x="17721" y="306564"/>
                  </a:lnTo>
                  <a:lnTo>
                    <a:pt x="0" y="306564"/>
                  </a:lnTo>
                  <a:close/>
                </a:path>
              </a:pathLst>
            </a:custGeom>
            <a:solidFill>
              <a:srgbClr val="BA7964">
                <a:alpha val="100000"/>
              </a:srgbClr>
            </a:solidFill>
            <a:ln w="4762" cap="rnd">
              <a:solidFill>
                <a:srgbClr val="BA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g1587"/>
            <p:cNvSpPr/>
            <p:nvPr/>
          </p:nvSpPr>
          <p:spPr>
            <a:xfrm>
              <a:off x="7300753" y="3734756"/>
              <a:ext cx="35442" cy="298649"/>
            </a:xfrm>
            <a:custGeom>
              <a:avLst/>
              <a:pathLst>
                <a:path w="35442" h="298649">
                  <a:moveTo>
                    <a:pt x="0" y="0"/>
                  </a:moveTo>
                  <a:lnTo>
                    <a:pt x="17721" y="7930"/>
                  </a:lnTo>
                  <a:lnTo>
                    <a:pt x="35442" y="15875"/>
                  </a:lnTo>
                  <a:lnTo>
                    <a:pt x="35442" y="298649"/>
                  </a:lnTo>
                  <a:lnTo>
                    <a:pt x="17721" y="298649"/>
                  </a:lnTo>
                  <a:lnTo>
                    <a:pt x="0" y="298649"/>
                  </a:lnTo>
                  <a:close/>
                </a:path>
              </a:pathLst>
            </a:custGeom>
            <a:solidFill>
              <a:srgbClr val="BA7863">
                <a:alpha val="100000"/>
              </a:srgbClr>
            </a:solidFill>
            <a:ln w="4762" cap="rnd">
              <a:solidFill>
                <a:srgbClr val="BA78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g1588"/>
            <p:cNvSpPr/>
            <p:nvPr/>
          </p:nvSpPr>
          <p:spPr>
            <a:xfrm>
              <a:off x="7336196" y="3750631"/>
              <a:ext cx="17721" cy="282774"/>
            </a:xfrm>
            <a:custGeom>
              <a:avLst/>
              <a:pathLst>
                <a:path w="17721" h="282774">
                  <a:moveTo>
                    <a:pt x="0" y="0"/>
                  </a:moveTo>
                  <a:lnTo>
                    <a:pt x="17721" y="7940"/>
                  </a:lnTo>
                  <a:lnTo>
                    <a:pt x="17721" y="282774"/>
                  </a:lnTo>
                  <a:lnTo>
                    <a:pt x="0" y="282774"/>
                  </a:lnTo>
                  <a:close/>
                </a:path>
              </a:pathLst>
            </a:custGeom>
            <a:solidFill>
              <a:srgbClr val="BA7862">
                <a:alpha val="100000"/>
              </a:srgbClr>
            </a:solidFill>
            <a:ln w="4762" cap="rnd">
              <a:solidFill>
                <a:srgbClr val="BA78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g1589"/>
            <p:cNvSpPr/>
            <p:nvPr/>
          </p:nvSpPr>
          <p:spPr>
            <a:xfrm>
              <a:off x="7353917" y="3758571"/>
              <a:ext cx="17721" cy="274834"/>
            </a:xfrm>
            <a:custGeom>
              <a:avLst/>
              <a:pathLst>
                <a:path w="17721" h="274834">
                  <a:moveTo>
                    <a:pt x="0" y="0"/>
                  </a:moveTo>
                  <a:lnTo>
                    <a:pt x="17721" y="7930"/>
                  </a:lnTo>
                  <a:lnTo>
                    <a:pt x="17721" y="274834"/>
                  </a:lnTo>
                  <a:lnTo>
                    <a:pt x="0" y="274834"/>
                  </a:lnTo>
                  <a:close/>
                </a:path>
              </a:pathLst>
            </a:custGeom>
            <a:solidFill>
              <a:srgbClr val="BA7762">
                <a:alpha val="100000"/>
              </a:srgbClr>
            </a:solidFill>
            <a:ln w="4762" cap="rnd">
              <a:solidFill>
                <a:srgbClr val="BA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g1590"/>
            <p:cNvSpPr/>
            <p:nvPr/>
          </p:nvSpPr>
          <p:spPr>
            <a:xfrm>
              <a:off x="7371638" y="3766502"/>
              <a:ext cx="17721" cy="266903"/>
            </a:xfrm>
            <a:custGeom>
              <a:avLst/>
              <a:pathLst>
                <a:path w="17721" h="266903">
                  <a:moveTo>
                    <a:pt x="0" y="0"/>
                  </a:moveTo>
                  <a:lnTo>
                    <a:pt x="17721" y="7909"/>
                  </a:lnTo>
                  <a:lnTo>
                    <a:pt x="17721" y="266903"/>
                  </a:lnTo>
                  <a:lnTo>
                    <a:pt x="0" y="266903"/>
                  </a:lnTo>
                  <a:close/>
                </a:path>
              </a:pathLst>
            </a:custGeom>
            <a:solidFill>
              <a:srgbClr val="B97762">
                <a:alpha val="100000"/>
              </a:srgbClr>
            </a:solidFill>
            <a:ln w="4762" cap="rnd">
              <a:solidFill>
                <a:srgbClr val="B9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g1591"/>
            <p:cNvSpPr/>
            <p:nvPr/>
          </p:nvSpPr>
          <p:spPr>
            <a:xfrm>
              <a:off x="7389360" y="3774411"/>
              <a:ext cx="53164" cy="258994"/>
            </a:xfrm>
            <a:custGeom>
              <a:avLst/>
              <a:pathLst>
                <a:path w="53164" h="258994">
                  <a:moveTo>
                    <a:pt x="0" y="0"/>
                  </a:moveTo>
                  <a:lnTo>
                    <a:pt x="17721" y="7868"/>
                  </a:lnTo>
                  <a:lnTo>
                    <a:pt x="35442" y="15704"/>
                  </a:lnTo>
                  <a:lnTo>
                    <a:pt x="53164" y="23487"/>
                  </a:lnTo>
                  <a:lnTo>
                    <a:pt x="53164" y="258994"/>
                  </a:lnTo>
                  <a:lnTo>
                    <a:pt x="35442" y="258994"/>
                  </a:lnTo>
                  <a:lnTo>
                    <a:pt x="17721" y="258994"/>
                  </a:lnTo>
                  <a:lnTo>
                    <a:pt x="0" y="258994"/>
                  </a:lnTo>
                  <a:close/>
                </a:path>
              </a:pathLst>
            </a:custGeom>
            <a:solidFill>
              <a:srgbClr val="B97661">
                <a:alpha val="100000"/>
              </a:srgbClr>
            </a:solidFill>
            <a:ln w="4762" cap="rnd">
              <a:solidFill>
                <a:srgbClr val="B976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g1592"/>
            <p:cNvSpPr/>
            <p:nvPr/>
          </p:nvSpPr>
          <p:spPr>
            <a:xfrm>
              <a:off x="7442524" y="3797899"/>
              <a:ext cx="35442" cy="235506"/>
            </a:xfrm>
            <a:custGeom>
              <a:avLst/>
              <a:pathLst>
                <a:path w="35442" h="235506">
                  <a:moveTo>
                    <a:pt x="0" y="0"/>
                  </a:moveTo>
                  <a:lnTo>
                    <a:pt x="17721" y="7706"/>
                  </a:lnTo>
                  <a:lnTo>
                    <a:pt x="35442" y="15357"/>
                  </a:lnTo>
                  <a:lnTo>
                    <a:pt x="35442" y="235506"/>
                  </a:lnTo>
                  <a:lnTo>
                    <a:pt x="17721" y="235506"/>
                  </a:lnTo>
                  <a:lnTo>
                    <a:pt x="0" y="235506"/>
                  </a:lnTo>
                  <a:close/>
                </a:path>
              </a:pathLst>
            </a:custGeom>
            <a:solidFill>
              <a:srgbClr val="B87560">
                <a:alpha val="100000"/>
              </a:srgbClr>
            </a:solidFill>
            <a:ln w="4762" cap="rnd">
              <a:solidFill>
                <a:srgbClr val="B875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g1593"/>
            <p:cNvSpPr/>
            <p:nvPr/>
          </p:nvSpPr>
          <p:spPr>
            <a:xfrm>
              <a:off x="7477967" y="3813256"/>
              <a:ext cx="17721" cy="220149"/>
            </a:xfrm>
            <a:custGeom>
              <a:avLst/>
              <a:pathLst>
                <a:path w="17721" h="220149">
                  <a:moveTo>
                    <a:pt x="0" y="0"/>
                  </a:moveTo>
                  <a:lnTo>
                    <a:pt x="17721" y="7571"/>
                  </a:lnTo>
                  <a:lnTo>
                    <a:pt x="17721" y="220149"/>
                  </a:lnTo>
                  <a:lnTo>
                    <a:pt x="0" y="220149"/>
                  </a:lnTo>
                  <a:close/>
                </a:path>
              </a:pathLst>
            </a:custGeom>
            <a:solidFill>
              <a:srgbClr val="B8755F">
                <a:alpha val="100000"/>
              </a:srgbClr>
            </a:solidFill>
            <a:ln w="4762" cap="rnd">
              <a:solidFill>
                <a:srgbClr val="B875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g1594"/>
            <p:cNvSpPr/>
            <p:nvPr/>
          </p:nvSpPr>
          <p:spPr>
            <a:xfrm>
              <a:off x="7495688" y="3820828"/>
              <a:ext cx="17721" cy="212578"/>
            </a:xfrm>
            <a:custGeom>
              <a:avLst/>
              <a:pathLst>
                <a:path w="17721" h="212578">
                  <a:moveTo>
                    <a:pt x="0" y="0"/>
                  </a:moveTo>
                  <a:lnTo>
                    <a:pt x="17721" y="7460"/>
                  </a:lnTo>
                  <a:lnTo>
                    <a:pt x="17721" y="212578"/>
                  </a:lnTo>
                  <a:lnTo>
                    <a:pt x="0" y="212578"/>
                  </a:lnTo>
                  <a:close/>
                </a:path>
              </a:pathLst>
            </a:custGeom>
            <a:solidFill>
              <a:srgbClr val="B8745F">
                <a:alpha val="100000"/>
              </a:srgbClr>
            </a:solidFill>
            <a:ln w="4762" cap="rnd">
              <a:solidFill>
                <a:srgbClr val="B8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g1595"/>
            <p:cNvSpPr/>
            <p:nvPr/>
          </p:nvSpPr>
          <p:spPr>
            <a:xfrm>
              <a:off x="7513409" y="3828288"/>
              <a:ext cx="17721" cy="205117"/>
            </a:xfrm>
            <a:custGeom>
              <a:avLst/>
              <a:pathLst>
                <a:path w="17721" h="205117">
                  <a:moveTo>
                    <a:pt x="0" y="0"/>
                  </a:moveTo>
                  <a:lnTo>
                    <a:pt x="17721" y="7385"/>
                  </a:lnTo>
                  <a:lnTo>
                    <a:pt x="17721" y="205117"/>
                  </a:lnTo>
                  <a:lnTo>
                    <a:pt x="0" y="205117"/>
                  </a:lnTo>
                  <a:close/>
                </a:path>
              </a:pathLst>
            </a:custGeom>
            <a:solidFill>
              <a:srgbClr val="B7745F">
                <a:alpha val="100000"/>
              </a:srgbClr>
            </a:solidFill>
            <a:ln w="4762" cap="rnd">
              <a:solidFill>
                <a:srgbClr val="B7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g1596"/>
            <p:cNvSpPr/>
            <p:nvPr/>
          </p:nvSpPr>
          <p:spPr>
            <a:xfrm>
              <a:off x="7531131" y="3835673"/>
              <a:ext cx="35442" cy="197732"/>
            </a:xfrm>
            <a:custGeom>
              <a:avLst/>
              <a:pathLst>
                <a:path w="35442" h="197732">
                  <a:moveTo>
                    <a:pt x="0" y="0"/>
                  </a:moveTo>
                  <a:lnTo>
                    <a:pt x="17721" y="7283"/>
                  </a:lnTo>
                  <a:lnTo>
                    <a:pt x="35442" y="14423"/>
                  </a:lnTo>
                  <a:lnTo>
                    <a:pt x="35442" y="197732"/>
                  </a:lnTo>
                  <a:lnTo>
                    <a:pt x="17721" y="197732"/>
                  </a:lnTo>
                  <a:lnTo>
                    <a:pt x="0" y="197732"/>
                  </a:lnTo>
                  <a:close/>
                </a:path>
              </a:pathLst>
            </a:custGeom>
            <a:solidFill>
              <a:srgbClr val="B7735E">
                <a:alpha val="100000"/>
              </a:srgbClr>
            </a:solidFill>
            <a:ln w="4762" cap="rnd">
              <a:solidFill>
                <a:srgbClr val="B773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g1597"/>
            <p:cNvSpPr/>
            <p:nvPr/>
          </p:nvSpPr>
          <p:spPr>
            <a:xfrm>
              <a:off x="7566574" y="3850097"/>
              <a:ext cx="17721" cy="183308"/>
            </a:xfrm>
            <a:custGeom>
              <a:avLst/>
              <a:pathLst>
                <a:path w="17721" h="183308">
                  <a:moveTo>
                    <a:pt x="0" y="0"/>
                  </a:moveTo>
                  <a:lnTo>
                    <a:pt x="17721" y="7048"/>
                  </a:lnTo>
                  <a:lnTo>
                    <a:pt x="17721" y="183308"/>
                  </a:lnTo>
                  <a:lnTo>
                    <a:pt x="0" y="183308"/>
                  </a:lnTo>
                  <a:close/>
                </a:path>
              </a:pathLst>
            </a:custGeom>
            <a:solidFill>
              <a:srgbClr val="B7735D">
                <a:alpha val="100000"/>
              </a:srgbClr>
            </a:solidFill>
            <a:ln w="4762" cap="rnd">
              <a:solidFill>
                <a:srgbClr val="B773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g1598"/>
            <p:cNvSpPr/>
            <p:nvPr/>
          </p:nvSpPr>
          <p:spPr>
            <a:xfrm>
              <a:off x="7584295" y="3857146"/>
              <a:ext cx="17721" cy="176260"/>
            </a:xfrm>
            <a:custGeom>
              <a:avLst/>
              <a:pathLst>
                <a:path w="17721" h="176260">
                  <a:moveTo>
                    <a:pt x="0" y="0"/>
                  </a:moveTo>
                  <a:lnTo>
                    <a:pt x="17721" y="6930"/>
                  </a:lnTo>
                  <a:lnTo>
                    <a:pt x="17721" y="176260"/>
                  </a:lnTo>
                  <a:lnTo>
                    <a:pt x="0" y="176260"/>
                  </a:lnTo>
                  <a:close/>
                </a:path>
              </a:pathLst>
            </a:custGeom>
            <a:solidFill>
              <a:srgbClr val="B7725D">
                <a:alpha val="100000"/>
              </a:srgbClr>
            </a:solidFill>
            <a:ln w="4762" cap="rnd">
              <a:solidFill>
                <a:srgbClr val="B7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g1599"/>
            <p:cNvSpPr/>
            <p:nvPr/>
          </p:nvSpPr>
          <p:spPr>
            <a:xfrm>
              <a:off x="7602016" y="3864076"/>
              <a:ext cx="17721" cy="169330"/>
            </a:xfrm>
            <a:custGeom>
              <a:avLst/>
              <a:pathLst>
                <a:path w="17721" h="169330">
                  <a:moveTo>
                    <a:pt x="0" y="0"/>
                  </a:moveTo>
                  <a:lnTo>
                    <a:pt x="17721" y="6758"/>
                  </a:lnTo>
                  <a:lnTo>
                    <a:pt x="17721" y="169330"/>
                  </a:lnTo>
                  <a:lnTo>
                    <a:pt x="0" y="169330"/>
                  </a:lnTo>
                  <a:close/>
                </a:path>
              </a:pathLst>
            </a:custGeom>
            <a:solidFill>
              <a:srgbClr val="B6725D">
                <a:alpha val="100000"/>
              </a:srgbClr>
            </a:solidFill>
            <a:ln w="4762" cap="rnd">
              <a:solidFill>
                <a:srgbClr val="B6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g1600"/>
            <p:cNvSpPr/>
            <p:nvPr/>
          </p:nvSpPr>
          <p:spPr>
            <a:xfrm>
              <a:off x="7619738" y="3870835"/>
              <a:ext cx="53164" cy="162571"/>
            </a:xfrm>
            <a:custGeom>
              <a:avLst/>
              <a:pathLst>
                <a:path w="53164" h="162571">
                  <a:moveTo>
                    <a:pt x="0" y="0"/>
                  </a:moveTo>
                  <a:lnTo>
                    <a:pt x="17721" y="6653"/>
                  </a:lnTo>
                  <a:lnTo>
                    <a:pt x="35442" y="13176"/>
                  </a:lnTo>
                  <a:lnTo>
                    <a:pt x="53164" y="19504"/>
                  </a:lnTo>
                  <a:lnTo>
                    <a:pt x="53164" y="162571"/>
                  </a:lnTo>
                  <a:lnTo>
                    <a:pt x="35442" y="162571"/>
                  </a:lnTo>
                  <a:lnTo>
                    <a:pt x="17721" y="162571"/>
                  </a:lnTo>
                  <a:lnTo>
                    <a:pt x="0" y="162571"/>
                  </a:lnTo>
                  <a:close/>
                </a:path>
              </a:pathLst>
            </a:custGeom>
            <a:solidFill>
              <a:srgbClr val="B6715C">
                <a:alpha val="100000"/>
              </a:srgbClr>
            </a:solidFill>
            <a:ln w="4762" cap="rnd">
              <a:solidFill>
                <a:srgbClr val="B671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g1601"/>
            <p:cNvSpPr/>
            <p:nvPr/>
          </p:nvSpPr>
          <p:spPr>
            <a:xfrm>
              <a:off x="7672902" y="3890339"/>
              <a:ext cx="35442" cy="143066"/>
            </a:xfrm>
            <a:custGeom>
              <a:avLst/>
              <a:pathLst>
                <a:path w="35442" h="143066">
                  <a:moveTo>
                    <a:pt x="0" y="0"/>
                  </a:moveTo>
                  <a:lnTo>
                    <a:pt x="17721" y="6212"/>
                  </a:lnTo>
                  <a:lnTo>
                    <a:pt x="35442" y="12287"/>
                  </a:lnTo>
                  <a:lnTo>
                    <a:pt x="35442" y="143066"/>
                  </a:lnTo>
                  <a:lnTo>
                    <a:pt x="17721" y="143066"/>
                  </a:lnTo>
                  <a:lnTo>
                    <a:pt x="0" y="143066"/>
                  </a:lnTo>
                  <a:close/>
                </a:path>
              </a:pathLst>
            </a:custGeom>
            <a:solidFill>
              <a:srgbClr val="B5705B">
                <a:alpha val="100000"/>
              </a:srgbClr>
            </a:solidFill>
            <a:ln w="4762" cap="rnd">
              <a:solidFill>
                <a:srgbClr val="B5705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g1602"/>
            <p:cNvSpPr/>
            <p:nvPr/>
          </p:nvSpPr>
          <p:spPr>
            <a:xfrm>
              <a:off x="7708344" y="3902626"/>
              <a:ext cx="17721" cy="130779"/>
            </a:xfrm>
            <a:custGeom>
              <a:avLst/>
              <a:pathLst>
                <a:path w="17721" h="130779">
                  <a:moveTo>
                    <a:pt x="0" y="0"/>
                  </a:moveTo>
                  <a:lnTo>
                    <a:pt x="17721" y="5860"/>
                  </a:lnTo>
                  <a:lnTo>
                    <a:pt x="17721" y="130779"/>
                  </a:lnTo>
                  <a:lnTo>
                    <a:pt x="0" y="130779"/>
                  </a:lnTo>
                  <a:close/>
                </a:path>
              </a:pathLst>
            </a:custGeom>
            <a:solidFill>
              <a:srgbClr val="B5705A">
                <a:alpha val="100000"/>
              </a:srgbClr>
            </a:solidFill>
            <a:ln w="4762" cap="rnd">
              <a:solidFill>
                <a:srgbClr val="B570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g1603"/>
            <p:cNvSpPr/>
            <p:nvPr/>
          </p:nvSpPr>
          <p:spPr>
            <a:xfrm>
              <a:off x="7726066" y="3908487"/>
              <a:ext cx="17721" cy="124918"/>
            </a:xfrm>
            <a:custGeom>
              <a:avLst/>
              <a:pathLst>
                <a:path w="17721" h="124918">
                  <a:moveTo>
                    <a:pt x="0" y="0"/>
                  </a:moveTo>
                  <a:lnTo>
                    <a:pt x="17721" y="5738"/>
                  </a:lnTo>
                  <a:lnTo>
                    <a:pt x="17721" y="124918"/>
                  </a:lnTo>
                  <a:lnTo>
                    <a:pt x="0" y="124918"/>
                  </a:lnTo>
                  <a:close/>
                </a:path>
              </a:pathLst>
            </a:custGeom>
            <a:solidFill>
              <a:srgbClr val="B56F5A">
                <a:alpha val="100000"/>
              </a:srgbClr>
            </a:solidFill>
            <a:ln w="4762" cap="rnd">
              <a:solidFill>
                <a:srgbClr val="B5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g1604"/>
            <p:cNvSpPr/>
            <p:nvPr/>
          </p:nvSpPr>
          <p:spPr>
            <a:xfrm>
              <a:off x="7743787" y="3914225"/>
              <a:ext cx="17721" cy="119180"/>
            </a:xfrm>
            <a:custGeom>
              <a:avLst/>
              <a:pathLst>
                <a:path w="17721" h="119180">
                  <a:moveTo>
                    <a:pt x="0" y="0"/>
                  </a:moveTo>
                  <a:lnTo>
                    <a:pt x="17721" y="5599"/>
                  </a:lnTo>
                  <a:lnTo>
                    <a:pt x="17721" y="119180"/>
                  </a:lnTo>
                  <a:lnTo>
                    <a:pt x="0" y="119180"/>
                  </a:lnTo>
                  <a:close/>
                </a:path>
              </a:pathLst>
            </a:custGeom>
            <a:solidFill>
              <a:srgbClr val="B46F5A">
                <a:alpha val="100000"/>
              </a:srgbClr>
            </a:solidFill>
            <a:ln w="4762" cap="rnd">
              <a:solidFill>
                <a:srgbClr val="B4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g1605"/>
            <p:cNvSpPr/>
            <p:nvPr/>
          </p:nvSpPr>
          <p:spPr>
            <a:xfrm>
              <a:off x="7761509" y="3919824"/>
              <a:ext cx="35442" cy="113581"/>
            </a:xfrm>
            <a:custGeom>
              <a:avLst/>
              <a:pathLst>
                <a:path w="35442" h="113581">
                  <a:moveTo>
                    <a:pt x="0" y="0"/>
                  </a:moveTo>
                  <a:lnTo>
                    <a:pt x="17721" y="5370"/>
                  </a:lnTo>
                  <a:lnTo>
                    <a:pt x="35442" y="10614"/>
                  </a:lnTo>
                  <a:lnTo>
                    <a:pt x="35442" y="113581"/>
                  </a:lnTo>
                  <a:lnTo>
                    <a:pt x="17721" y="113581"/>
                  </a:lnTo>
                  <a:lnTo>
                    <a:pt x="0" y="113581"/>
                  </a:lnTo>
                  <a:close/>
                </a:path>
              </a:pathLst>
            </a:custGeom>
            <a:solidFill>
              <a:srgbClr val="B46E59">
                <a:alpha val="100000"/>
              </a:srgbClr>
            </a:solidFill>
            <a:ln w="4762" cap="rnd">
              <a:solidFill>
                <a:srgbClr val="B46E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g1606"/>
            <p:cNvSpPr/>
            <p:nvPr/>
          </p:nvSpPr>
          <p:spPr>
            <a:xfrm>
              <a:off x="7796951" y="3930439"/>
              <a:ext cx="17721" cy="102967"/>
            </a:xfrm>
            <a:custGeom>
              <a:avLst/>
              <a:pathLst>
                <a:path w="17721" h="102967">
                  <a:moveTo>
                    <a:pt x="0" y="0"/>
                  </a:moveTo>
                  <a:lnTo>
                    <a:pt x="17721" y="5107"/>
                  </a:lnTo>
                  <a:lnTo>
                    <a:pt x="17721" y="102967"/>
                  </a:lnTo>
                  <a:lnTo>
                    <a:pt x="0" y="102967"/>
                  </a:lnTo>
                  <a:close/>
                </a:path>
              </a:pathLst>
            </a:custGeom>
            <a:solidFill>
              <a:srgbClr val="B46E58">
                <a:alpha val="100000"/>
              </a:srgbClr>
            </a:solidFill>
            <a:ln w="4762" cap="rnd">
              <a:solidFill>
                <a:srgbClr val="B46E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g1607"/>
            <p:cNvSpPr/>
            <p:nvPr/>
          </p:nvSpPr>
          <p:spPr>
            <a:xfrm>
              <a:off x="7814673" y="3935546"/>
              <a:ext cx="17721" cy="97860"/>
            </a:xfrm>
            <a:custGeom>
              <a:avLst/>
              <a:pathLst>
                <a:path w="17721" h="97860">
                  <a:moveTo>
                    <a:pt x="0" y="0"/>
                  </a:moveTo>
                  <a:lnTo>
                    <a:pt x="17721" y="4869"/>
                  </a:lnTo>
                  <a:lnTo>
                    <a:pt x="17721" y="97860"/>
                  </a:lnTo>
                  <a:lnTo>
                    <a:pt x="0" y="97860"/>
                  </a:lnTo>
                  <a:close/>
                </a:path>
              </a:pathLst>
            </a:custGeom>
            <a:solidFill>
              <a:srgbClr val="B46D58">
                <a:alpha val="100000"/>
              </a:srgbClr>
            </a:solidFill>
            <a:ln w="4762" cap="rnd">
              <a:solidFill>
                <a:srgbClr val="B4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g1608"/>
            <p:cNvSpPr/>
            <p:nvPr/>
          </p:nvSpPr>
          <p:spPr>
            <a:xfrm>
              <a:off x="7832394" y="3940415"/>
              <a:ext cx="17721" cy="92990"/>
            </a:xfrm>
            <a:custGeom>
              <a:avLst/>
              <a:pathLst>
                <a:path w="17721" h="92990">
                  <a:moveTo>
                    <a:pt x="0" y="0"/>
                  </a:moveTo>
                  <a:lnTo>
                    <a:pt x="17721" y="4742"/>
                  </a:lnTo>
                  <a:lnTo>
                    <a:pt x="17721" y="92990"/>
                  </a:lnTo>
                  <a:lnTo>
                    <a:pt x="0" y="92990"/>
                  </a:lnTo>
                  <a:close/>
                </a:path>
              </a:pathLst>
            </a:custGeom>
            <a:solidFill>
              <a:srgbClr val="B36D58">
                <a:alpha val="100000"/>
              </a:srgbClr>
            </a:solidFill>
            <a:ln w="4762" cap="rnd">
              <a:solidFill>
                <a:srgbClr val="B3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g1609"/>
            <p:cNvSpPr/>
            <p:nvPr/>
          </p:nvSpPr>
          <p:spPr>
            <a:xfrm>
              <a:off x="7850115" y="3945158"/>
              <a:ext cx="53164" cy="88247"/>
            </a:xfrm>
            <a:custGeom>
              <a:avLst/>
              <a:pathLst>
                <a:path w="53164" h="88247">
                  <a:moveTo>
                    <a:pt x="0" y="0"/>
                  </a:moveTo>
                  <a:lnTo>
                    <a:pt x="17721" y="4610"/>
                  </a:lnTo>
                  <a:lnTo>
                    <a:pt x="35442" y="8980"/>
                  </a:lnTo>
                  <a:lnTo>
                    <a:pt x="53164" y="13225"/>
                  </a:lnTo>
                  <a:lnTo>
                    <a:pt x="53164" y="88247"/>
                  </a:lnTo>
                  <a:lnTo>
                    <a:pt x="35442" y="88247"/>
                  </a:lnTo>
                  <a:lnTo>
                    <a:pt x="17721" y="88247"/>
                  </a:lnTo>
                  <a:lnTo>
                    <a:pt x="0" y="88247"/>
                  </a:lnTo>
                  <a:close/>
                </a:path>
              </a:pathLst>
            </a:custGeom>
            <a:solidFill>
              <a:srgbClr val="B36C57">
                <a:alpha val="100000"/>
              </a:srgbClr>
            </a:solidFill>
            <a:ln w="4762" cap="rnd">
              <a:solidFill>
                <a:srgbClr val="B36C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g1610"/>
            <p:cNvSpPr/>
            <p:nvPr/>
          </p:nvSpPr>
          <p:spPr>
            <a:xfrm>
              <a:off x="7903280" y="3958384"/>
              <a:ext cx="35442" cy="75022"/>
            </a:xfrm>
            <a:custGeom>
              <a:avLst/>
              <a:pathLst>
                <a:path w="35442" h="75022">
                  <a:moveTo>
                    <a:pt x="0" y="0"/>
                  </a:moveTo>
                  <a:lnTo>
                    <a:pt x="17721" y="4120"/>
                  </a:lnTo>
                  <a:lnTo>
                    <a:pt x="35442" y="8001"/>
                  </a:lnTo>
                  <a:lnTo>
                    <a:pt x="35442" y="75022"/>
                  </a:lnTo>
                  <a:lnTo>
                    <a:pt x="17721" y="75022"/>
                  </a:lnTo>
                  <a:lnTo>
                    <a:pt x="0" y="75022"/>
                  </a:lnTo>
                  <a:close/>
                </a:path>
              </a:pathLst>
            </a:custGeom>
            <a:solidFill>
              <a:srgbClr val="B26B56">
                <a:alpha val="100000"/>
              </a:srgbClr>
            </a:solidFill>
            <a:ln w="4762" cap="rnd">
              <a:solidFill>
                <a:srgbClr val="B26B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g1611"/>
            <p:cNvSpPr/>
            <p:nvPr/>
          </p:nvSpPr>
          <p:spPr>
            <a:xfrm>
              <a:off x="7938722" y="3966385"/>
              <a:ext cx="17721" cy="67020"/>
            </a:xfrm>
            <a:custGeom>
              <a:avLst/>
              <a:pathLst>
                <a:path w="17721" h="67020">
                  <a:moveTo>
                    <a:pt x="0" y="0"/>
                  </a:moveTo>
                  <a:lnTo>
                    <a:pt x="17721" y="3760"/>
                  </a:lnTo>
                  <a:lnTo>
                    <a:pt x="17721" y="67020"/>
                  </a:lnTo>
                  <a:lnTo>
                    <a:pt x="0" y="67020"/>
                  </a:lnTo>
                  <a:close/>
                </a:path>
              </a:pathLst>
            </a:custGeom>
            <a:solidFill>
              <a:srgbClr val="B26B55">
                <a:alpha val="100000"/>
              </a:srgbClr>
            </a:solidFill>
            <a:ln w="4762" cap="rnd">
              <a:solidFill>
                <a:srgbClr val="B26B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g1612"/>
            <p:cNvSpPr/>
            <p:nvPr/>
          </p:nvSpPr>
          <p:spPr>
            <a:xfrm>
              <a:off x="7956444" y="3970146"/>
              <a:ext cx="17721" cy="63259"/>
            </a:xfrm>
            <a:custGeom>
              <a:avLst/>
              <a:pathLst>
                <a:path w="17721" h="63259">
                  <a:moveTo>
                    <a:pt x="0" y="0"/>
                  </a:moveTo>
                  <a:lnTo>
                    <a:pt x="17721" y="3640"/>
                  </a:lnTo>
                  <a:lnTo>
                    <a:pt x="17721" y="63259"/>
                  </a:lnTo>
                  <a:lnTo>
                    <a:pt x="0" y="63259"/>
                  </a:lnTo>
                  <a:close/>
                </a:path>
              </a:pathLst>
            </a:custGeom>
            <a:solidFill>
              <a:srgbClr val="B26A55">
                <a:alpha val="100000"/>
              </a:srgbClr>
            </a:solidFill>
            <a:ln w="4762" cap="rnd">
              <a:solidFill>
                <a:srgbClr val="B2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g1613"/>
            <p:cNvSpPr/>
            <p:nvPr/>
          </p:nvSpPr>
          <p:spPr>
            <a:xfrm>
              <a:off x="7974165" y="3973787"/>
              <a:ext cx="17721" cy="59619"/>
            </a:xfrm>
            <a:custGeom>
              <a:avLst/>
              <a:pathLst>
                <a:path w="17721" h="59619">
                  <a:moveTo>
                    <a:pt x="0" y="0"/>
                  </a:moveTo>
                  <a:lnTo>
                    <a:pt x="17721" y="3416"/>
                  </a:lnTo>
                  <a:lnTo>
                    <a:pt x="17721" y="59619"/>
                  </a:lnTo>
                  <a:lnTo>
                    <a:pt x="0" y="59619"/>
                  </a:lnTo>
                  <a:close/>
                </a:path>
              </a:pathLst>
            </a:custGeom>
            <a:solidFill>
              <a:srgbClr val="B16A55">
                <a:alpha val="100000"/>
              </a:srgbClr>
            </a:solidFill>
            <a:ln w="4762" cap="rnd">
              <a:solidFill>
                <a:srgbClr val="B1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g1614"/>
            <p:cNvSpPr/>
            <p:nvPr/>
          </p:nvSpPr>
          <p:spPr>
            <a:xfrm>
              <a:off x="7991886" y="3977203"/>
              <a:ext cx="53164" cy="56202"/>
            </a:xfrm>
            <a:custGeom>
              <a:avLst/>
              <a:pathLst>
                <a:path w="53164" h="56202">
                  <a:moveTo>
                    <a:pt x="0" y="0"/>
                  </a:moveTo>
                  <a:lnTo>
                    <a:pt x="17721" y="3297"/>
                  </a:lnTo>
                  <a:lnTo>
                    <a:pt x="35442" y="6481"/>
                  </a:lnTo>
                  <a:lnTo>
                    <a:pt x="53164" y="9460"/>
                  </a:lnTo>
                  <a:lnTo>
                    <a:pt x="53164" y="56202"/>
                  </a:lnTo>
                  <a:lnTo>
                    <a:pt x="35442" y="56202"/>
                  </a:lnTo>
                  <a:lnTo>
                    <a:pt x="17721" y="56202"/>
                  </a:lnTo>
                  <a:lnTo>
                    <a:pt x="0" y="56202"/>
                  </a:lnTo>
                  <a:close/>
                </a:path>
              </a:pathLst>
            </a:custGeom>
            <a:solidFill>
              <a:srgbClr val="B16954">
                <a:alpha val="100000"/>
              </a:srgbClr>
            </a:solidFill>
            <a:ln w="4762" cap="rnd">
              <a:solidFill>
                <a:srgbClr val="B169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g1615"/>
            <p:cNvSpPr/>
            <p:nvPr/>
          </p:nvSpPr>
          <p:spPr>
            <a:xfrm>
              <a:off x="8045050" y="3986663"/>
              <a:ext cx="35442" cy="46742"/>
            </a:xfrm>
            <a:custGeom>
              <a:avLst/>
              <a:pathLst>
                <a:path w="35442" h="46742">
                  <a:moveTo>
                    <a:pt x="0" y="0"/>
                  </a:moveTo>
                  <a:lnTo>
                    <a:pt x="17721" y="2862"/>
                  </a:lnTo>
                  <a:lnTo>
                    <a:pt x="35442" y="5619"/>
                  </a:lnTo>
                  <a:lnTo>
                    <a:pt x="35442" y="46742"/>
                  </a:lnTo>
                  <a:lnTo>
                    <a:pt x="17721" y="46742"/>
                  </a:lnTo>
                  <a:lnTo>
                    <a:pt x="0" y="46742"/>
                  </a:lnTo>
                  <a:close/>
                </a:path>
              </a:pathLst>
            </a:custGeom>
            <a:solidFill>
              <a:srgbClr val="B06853">
                <a:alpha val="100000"/>
              </a:srgbClr>
            </a:solidFill>
            <a:ln w="4762" cap="rnd">
              <a:solidFill>
                <a:srgbClr val="B0685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g1616"/>
            <p:cNvSpPr/>
            <p:nvPr/>
          </p:nvSpPr>
          <p:spPr>
            <a:xfrm>
              <a:off x="8080493" y="3992283"/>
              <a:ext cx="35442" cy="41122"/>
            </a:xfrm>
            <a:custGeom>
              <a:avLst/>
              <a:pathLst>
                <a:path w="35442" h="41122">
                  <a:moveTo>
                    <a:pt x="0" y="0"/>
                  </a:moveTo>
                  <a:lnTo>
                    <a:pt x="17721" y="2570"/>
                  </a:lnTo>
                  <a:lnTo>
                    <a:pt x="35442" y="5030"/>
                  </a:lnTo>
                  <a:lnTo>
                    <a:pt x="35442" y="41122"/>
                  </a:lnTo>
                  <a:lnTo>
                    <a:pt x="17721" y="41122"/>
                  </a:lnTo>
                  <a:lnTo>
                    <a:pt x="0" y="41122"/>
                  </a:lnTo>
                  <a:close/>
                </a:path>
              </a:pathLst>
            </a:custGeom>
            <a:solidFill>
              <a:srgbClr val="B06752">
                <a:alpha val="100000"/>
              </a:srgbClr>
            </a:solidFill>
            <a:ln w="4762" cap="rnd">
              <a:solidFill>
                <a:srgbClr val="B0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g1617"/>
            <p:cNvSpPr/>
            <p:nvPr/>
          </p:nvSpPr>
          <p:spPr>
            <a:xfrm>
              <a:off x="8115936" y="3997313"/>
              <a:ext cx="17721" cy="36092"/>
            </a:xfrm>
            <a:custGeom>
              <a:avLst/>
              <a:pathLst>
                <a:path w="17721" h="36092">
                  <a:moveTo>
                    <a:pt x="0" y="0"/>
                  </a:moveTo>
                  <a:lnTo>
                    <a:pt x="17721" y="2363"/>
                  </a:lnTo>
                  <a:lnTo>
                    <a:pt x="17721" y="36092"/>
                  </a:lnTo>
                  <a:lnTo>
                    <a:pt x="0" y="36092"/>
                  </a:lnTo>
                  <a:close/>
                </a:path>
              </a:pathLst>
            </a:custGeom>
            <a:solidFill>
              <a:srgbClr val="AF6752">
                <a:alpha val="100000"/>
              </a:srgbClr>
            </a:solidFill>
            <a:ln w="4762" cap="rnd">
              <a:solidFill>
                <a:srgbClr val="AF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g1618"/>
            <p:cNvSpPr/>
            <p:nvPr/>
          </p:nvSpPr>
          <p:spPr>
            <a:xfrm>
              <a:off x="8133657" y="3999676"/>
              <a:ext cx="53164" cy="33729"/>
            </a:xfrm>
            <a:custGeom>
              <a:avLst/>
              <a:pathLst>
                <a:path w="53164" h="33729">
                  <a:moveTo>
                    <a:pt x="0" y="0"/>
                  </a:moveTo>
                  <a:lnTo>
                    <a:pt x="17721" y="2197"/>
                  </a:lnTo>
                  <a:lnTo>
                    <a:pt x="35442" y="4289"/>
                  </a:lnTo>
                  <a:lnTo>
                    <a:pt x="53164" y="6295"/>
                  </a:lnTo>
                  <a:lnTo>
                    <a:pt x="53164" y="33729"/>
                  </a:lnTo>
                  <a:lnTo>
                    <a:pt x="35442" y="33729"/>
                  </a:lnTo>
                  <a:lnTo>
                    <a:pt x="17721" y="33729"/>
                  </a:lnTo>
                  <a:lnTo>
                    <a:pt x="0" y="33729"/>
                  </a:lnTo>
                  <a:close/>
                </a:path>
              </a:pathLst>
            </a:custGeom>
            <a:solidFill>
              <a:srgbClr val="AF6651">
                <a:alpha val="100000"/>
              </a:srgbClr>
            </a:solidFill>
            <a:ln w="4762" cap="rnd">
              <a:solidFill>
                <a:srgbClr val="AF66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g1619"/>
            <p:cNvSpPr/>
            <p:nvPr/>
          </p:nvSpPr>
          <p:spPr>
            <a:xfrm>
              <a:off x="8186821" y="4005972"/>
              <a:ext cx="17721" cy="27433"/>
            </a:xfrm>
            <a:custGeom>
              <a:avLst/>
              <a:pathLst>
                <a:path w="17721" h="27433">
                  <a:moveTo>
                    <a:pt x="0" y="0"/>
                  </a:moveTo>
                  <a:lnTo>
                    <a:pt x="17721" y="1859"/>
                  </a:lnTo>
                  <a:lnTo>
                    <a:pt x="17721" y="27433"/>
                  </a:lnTo>
                  <a:lnTo>
                    <a:pt x="0" y="27433"/>
                  </a:lnTo>
                  <a:close/>
                </a:path>
              </a:pathLst>
            </a:custGeom>
            <a:solidFill>
              <a:srgbClr val="AF6550">
                <a:alpha val="100000"/>
              </a:srgbClr>
            </a:solidFill>
            <a:ln w="4762" cap="rnd">
              <a:solidFill>
                <a:srgbClr val="AF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g1620"/>
            <p:cNvSpPr/>
            <p:nvPr/>
          </p:nvSpPr>
          <p:spPr>
            <a:xfrm>
              <a:off x="8204543" y="4007831"/>
              <a:ext cx="17721" cy="25574"/>
            </a:xfrm>
            <a:custGeom>
              <a:avLst/>
              <a:pathLst>
                <a:path w="17721" h="25574">
                  <a:moveTo>
                    <a:pt x="0" y="0"/>
                  </a:moveTo>
                  <a:lnTo>
                    <a:pt x="17721" y="1763"/>
                  </a:lnTo>
                  <a:lnTo>
                    <a:pt x="17721" y="25574"/>
                  </a:lnTo>
                  <a:lnTo>
                    <a:pt x="0" y="25574"/>
                  </a:lnTo>
                  <a:close/>
                </a:path>
              </a:pathLst>
            </a:custGeom>
            <a:solidFill>
              <a:srgbClr val="AE6550">
                <a:alpha val="100000"/>
              </a:srgbClr>
            </a:solidFill>
            <a:ln w="4762" cap="rnd">
              <a:solidFill>
                <a:srgbClr val="AE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g1621"/>
            <p:cNvSpPr/>
            <p:nvPr/>
          </p:nvSpPr>
          <p:spPr>
            <a:xfrm>
              <a:off x="8222264" y="4009594"/>
              <a:ext cx="53164" cy="23811"/>
            </a:xfrm>
            <a:custGeom>
              <a:avLst/>
              <a:pathLst>
                <a:path w="53164" h="23811">
                  <a:moveTo>
                    <a:pt x="0" y="0"/>
                  </a:moveTo>
                  <a:lnTo>
                    <a:pt x="17721" y="1685"/>
                  </a:lnTo>
                  <a:lnTo>
                    <a:pt x="35442" y="3243"/>
                  </a:lnTo>
                  <a:lnTo>
                    <a:pt x="53164" y="4714"/>
                  </a:lnTo>
                  <a:lnTo>
                    <a:pt x="53164" y="23811"/>
                  </a:lnTo>
                  <a:lnTo>
                    <a:pt x="35442" y="23811"/>
                  </a:lnTo>
                  <a:lnTo>
                    <a:pt x="17721" y="23811"/>
                  </a:lnTo>
                  <a:lnTo>
                    <a:pt x="0" y="23811"/>
                  </a:lnTo>
                  <a:close/>
                </a:path>
              </a:pathLst>
            </a:custGeom>
            <a:solidFill>
              <a:srgbClr val="AE644F">
                <a:alpha val="100000"/>
              </a:srgbClr>
            </a:solidFill>
            <a:ln w="4762" cap="rnd">
              <a:solidFill>
                <a:srgbClr val="AE64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g1622"/>
            <p:cNvSpPr/>
            <p:nvPr/>
          </p:nvSpPr>
          <p:spPr>
            <a:xfrm>
              <a:off x="8275428" y="4014309"/>
              <a:ext cx="35442" cy="19096"/>
            </a:xfrm>
            <a:custGeom>
              <a:avLst/>
              <a:pathLst>
                <a:path w="35442" h="19096">
                  <a:moveTo>
                    <a:pt x="0" y="0"/>
                  </a:moveTo>
                  <a:lnTo>
                    <a:pt x="17721" y="1402"/>
                  </a:lnTo>
                  <a:lnTo>
                    <a:pt x="35442" y="2696"/>
                  </a:lnTo>
                  <a:lnTo>
                    <a:pt x="35442" y="19096"/>
                  </a:lnTo>
                  <a:lnTo>
                    <a:pt x="17721" y="19096"/>
                  </a:lnTo>
                  <a:lnTo>
                    <a:pt x="0" y="19096"/>
                  </a:lnTo>
                  <a:close/>
                </a:path>
              </a:pathLst>
            </a:custGeom>
            <a:solidFill>
              <a:srgbClr val="AD634E">
                <a:alpha val="100000"/>
              </a:srgbClr>
            </a:solidFill>
            <a:ln w="4762" cap="rnd">
              <a:solidFill>
                <a:srgbClr val="AD63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g1623"/>
            <p:cNvSpPr/>
            <p:nvPr/>
          </p:nvSpPr>
          <p:spPr>
            <a:xfrm>
              <a:off x="8310871" y="4017005"/>
              <a:ext cx="17721" cy="16400"/>
            </a:xfrm>
            <a:custGeom>
              <a:avLst/>
              <a:pathLst>
                <a:path w="17721" h="16400">
                  <a:moveTo>
                    <a:pt x="0" y="0"/>
                  </a:moveTo>
                  <a:lnTo>
                    <a:pt x="17721" y="1214"/>
                  </a:lnTo>
                  <a:lnTo>
                    <a:pt x="17721" y="16400"/>
                  </a:lnTo>
                  <a:lnTo>
                    <a:pt x="0" y="16400"/>
                  </a:lnTo>
                  <a:close/>
                </a:path>
              </a:pathLst>
            </a:custGeom>
            <a:solidFill>
              <a:srgbClr val="AD624E">
                <a:alpha val="100000"/>
              </a:srgbClr>
            </a:solidFill>
            <a:ln w="4762" cap="rnd">
              <a:solidFill>
                <a:srgbClr val="AD62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g1624"/>
            <p:cNvSpPr/>
            <p:nvPr/>
          </p:nvSpPr>
          <p:spPr>
            <a:xfrm>
              <a:off x="8328592" y="4018220"/>
              <a:ext cx="17721" cy="15186"/>
            </a:xfrm>
            <a:custGeom>
              <a:avLst/>
              <a:pathLst>
                <a:path w="17721" h="15186">
                  <a:moveTo>
                    <a:pt x="0" y="0"/>
                  </a:moveTo>
                  <a:lnTo>
                    <a:pt x="17721" y="1155"/>
                  </a:lnTo>
                  <a:lnTo>
                    <a:pt x="17721" y="15186"/>
                  </a:lnTo>
                  <a:lnTo>
                    <a:pt x="0" y="15186"/>
                  </a:lnTo>
                  <a:close/>
                </a:path>
              </a:pathLst>
            </a:custGeom>
            <a:solidFill>
              <a:srgbClr val="AD624D">
                <a:alpha val="100000"/>
              </a:srgbClr>
            </a:solidFill>
            <a:ln w="4762" cap="rnd">
              <a:solidFill>
                <a:srgbClr val="AD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g1625"/>
            <p:cNvSpPr/>
            <p:nvPr/>
          </p:nvSpPr>
          <p:spPr>
            <a:xfrm>
              <a:off x="8346314" y="4019375"/>
              <a:ext cx="17721" cy="14031"/>
            </a:xfrm>
            <a:custGeom>
              <a:avLst/>
              <a:pathLst>
                <a:path w="17721" h="14031">
                  <a:moveTo>
                    <a:pt x="0" y="0"/>
                  </a:moveTo>
                  <a:lnTo>
                    <a:pt x="17721" y="1064"/>
                  </a:lnTo>
                  <a:lnTo>
                    <a:pt x="17721" y="14031"/>
                  </a:lnTo>
                  <a:lnTo>
                    <a:pt x="0" y="14031"/>
                  </a:lnTo>
                  <a:close/>
                </a:path>
              </a:pathLst>
            </a:custGeom>
            <a:solidFill>
              <a:srgbClr val="AC624D">
                <a:alpha val="100000"/>
              </a:srgbClr>
            </a:solidFill>
            <a:ln w="4762" cap="rnd">
              <a:solidFill>
                <a:srgbClr val="AC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g1626"/>
            <p:cNvSpPr/>
            <p:nvPr/>
          </p:nvSpPr>
          <p:spPr>
            <a:xfrm>
              <a:off x="8364035" y="4020439"/>
              <a:ext cx="53164" cy="12967"/>
            </a:xfrm>
            <a:custGeom>
              <a:avLst/>
              <a:pathLst>
                <a:path w="53164" h="12967">
                  <a:moveTo>
                    <a:pt x="0" y="0"/>
                  </a:moveTo>
                  <a:lnTo>
                    <a:pt x="17721" y="993"/>
                  </a:lnTo>
                  <a:lnTo>
                    <a:pt x="35442" y="1935"/>
                  </a:lnTo>
                  <a:lnTo>
                    <a:pt x="53164" y="2802"/>
                  </a:lnTo>
                  <a:lnTo>
                    <a:pt x="53164" y="12967"/>
                  </a:lnTo>
                  <a:lnTo>
                    <a:pt x="35442" y="12967"/>
                  </a:lnTo>
                  <a:lnTo>
                    <a:pt x="17721" y="12967"/>
                  </a:lnTo>
                  <a:lnTo>
                    <a:pt x="0" y="12967"/>
                  </a:lnTo>
                  <a:close/>
                </a:path>
              </a:pathLst>
            </a:custGeom>
            <a:solidFill>
              <a:srgbClr val="AC614C">
                <a:alpha val="100000"/>
              </a:srgbClr>
            </a:solidFill>
            <a:ln w="4762" cap="rnd">
              <a:solidFill>
                <a:srgbClr val="AC614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g1627"/>
            <p:cNvSpPr/>
            <p:nvPr/>
          </p:nvSpPr>
          <p:spPr>
            <a:xfrm>
              <a:off x="8417199" y="4023241"/>
              <a:ext cx="35442" cy="10164"/>
            </a:xfrm>
            <a:custGeom>
              <a:avLst/>
              <a:pathLst>
                <a:path w="35442" h="10164">
                  <a:moveTo>
                    <a:pt x="0" y="0"/>
                  </a:moveTo>
                  <a:lnTo>
                    <a:pt x="17721" y="804"/>
                  </a:lnTo>
                  <a:lnTo>
                    <a:pt x="35442" y="1565"/>
                  </a:lnTo>
                  <a:lnTo>
                    <a:pt x="35442" y="10164"/>
                  </a:lnTo>
                  <a:lnTo>
                    <a:pt x="17721" y="10164"/>
                  </a:lnTo>
                  <a:lnTo>
                    <a:pt x="0" y="10164"/>
                  </a:lnTo>
                  <a:close/>
                </a:path>
              </a:pathLst>
            </a:custGeom>
            <a:solidFill>
              <a:srgbClr val="AB604B">
                <a:alpha val="100000"/>
              </a:srgbClr>
            </a:solidFill>
            <a:ln w="4762" cap="rnd">
              <a:solidFill>
                <a:srgbClr val="AB60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g1628"/>
            <p:cNvSpPr/>
            <p:nvPr/>
          </p:nvSpPr>
          <p:spPr>
            <a:xfrm>
              <a:off x="8452642" y="4024807"/>
              <a:ext cx="17721" cy="8598"/>
            </a:xfrm>
            <a:custGeom>
              <a:avLst/>
              <a:pathLst>
                <a:path w="17721" h="8598">
                  <a:moveTo>
                    <a:pt x="0" y="0"/>
                  </a:moveTo>
                  <a:lnTo>
                    <a:pt x="17721" y="699"/>
                  </a:lnTo>
                  <a:lnTo>
                    <a:pt x="17721" y="8598"/>
                  </a:lnTo>
                  <a:lnTo>
                    <a:pt x="0" y="8598"/>
                  </a:lnTo>
                  <a:close/>
                </a:path>
              </a:pathLst>
            </a:custGeom>
            <a:solidFill>
              <a:srgbClr val="AB5F4B">
                <a:alpha val="100000"/>
              </a:srgbClr>
            </a:solidFill>
            <a:ln w="4762" cap="rnd">
              <a:solidFill>
                <a:srgbClr val="AB5F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g1629"/>
            <p:cNvSpPr/>
            <p:nvPr/>
          </p:nvSpPr>
          <p:spPr>
            <a:xfrm>
              <a:off x="8470363" y="4025506"/>
              <a:ext cx="17721" cy="7899"/>
            </a:xfrm>
            <a:custGeom>
              <a:avLst/>
              <a:pathLst>
                <a:path w="17721" h="7899">
                  <a:moveTo>
                    <a:pt x="0" y="0"/>
                  </a:moveTo>
                  <a:lnTo>
                    <a:pt x="17721" y="645"/>
                  </a:lnTo>
                  <a:lnTo>
                    <a:pt x="17721" y="7899"/>
                  </a:lnTo>
                  <a:lnTo>
                    <a:pt x="0" y="7899"/>
                  </a:lnTo>
                  <a:close/>
                </a:path>
              </a:pathLst>
            </a:custGeom>
            <a:solidFill>
              <a:srgbClr val="AB5F4A">
                <a:alpha val="100000"/>
              </a:srgbClr>
            </a:solidFill>
            <a:ln w="4762" cap="rnd">
              <a:solidFill>
                <a:srgbClr val="AB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g1630"/>
            <p:cNvSpPr/>
            <p:nvPr/>
          </p:nvSpPr>
          <p:spPr>
            <a:xfrm>
              <a:off x="8488085" y="4026151"/>
              <a:ext cx="17721" cy="7254"/>
            </a:xfrm>
            <a:custGeom>
              <a:avLst/>
              <a:pathLst>
                <a:path w="17721" h="7254">
                  <a:moveTo>
                    <a:pt x="0" y="0"/>
                  </a:moveTo>
                  <a:lnTo>
                    <a:pt x="17721" y="609"/>
                  </a:lnTo>
                  <a:lnTo>
                    <a:pt x="17721" y="7254"/>
                  </a:lnTo>
                  <a:lnTo>
                    <a:pt x="0" y="7254"/>
                  </a:lnTo>
                  <a:close/>
                </a:path>
              </a:pathLst>
            </a:custGeom>
            <a:solidFill>
              <a:srgbClr val="AA5F4A">
                <a:alpha val="100000"/>
              </a:srgbClr>
            </a:solidFill>
            <a:ln w="4762" cap="rnd">
              <a:solidFill>
                <a:srgbClr val="AA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g1631"/>
            <p:cNvSpPr/>
            <p:nvPr/>
          </p:nvSpPr>
          <p:spPr>
            <a:xfrm>
              <a:off x="8505806" y="4026760"/>
              <a:ext cx="17721" cy="6645"/>
            </a:xfrm>
            <a:custGeom>
              <a:avLst/>
              <a:pathLst>
                <a:path w="17721" h="6645">
                  <a:moveTo>
                    <a:pt x="0" y="0"/>
                  </a:moveTo>
                  <a:lnTo>
                    <a:pt x="17721" y="558"/>
                  </a:lnTo>
                  <a:lnTo>
                    <a:pt x="17721" y="6645"/>
                  </a:lnTo>
                  <a:lnTo>
                    <a:pt x="0" y="6645"/>
                  </a:lnTo>
                  <a:close/>
                </a:path>
              </a:pathLst>
            </a:custGeom>
            <a:solidFill>
              <a:srgbClr val="AA5E49">
                <a:alpha val="100000"/>
              </a:srgbClr>
            </a:solidFill>
            <a:ln w="4762" cap="rnd">
              <a:solidFill>
                <a:srgbClr val="AA5E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l1632"/>
            <p:cNvSpPr/>
            <p:nvPr/>
          </p:nvSpPr>
          <p:spPr>
            <a:xfrm>
              <a:off x="2941296" y="3521328"/>
              <a:ext cx="5582231" cy="505990"/>
            </a:xfrm>
            <a:custGeom>
              <a:avLst/>
              <a:pathLst>
                <a:path w="5582231" h="505990">
                  <a:moveTo>
                    <a:pt x="0" y="505573"/>
                  </a:moveTo>
                  <a:lnTo>
                    <a:pt x="17721" y="505024"/>
                  </a:lnTo>
                  <a:lnTo>
                    <a:pt x="35442" y="504420"/>
                  </a:lnTo>
                  <a:lnTo>
                    <a:pt x="53164" y="503783"/>
                  </a:lnTo>
                  <a:lnTo>
                    <a:pt x="70885" y="503109"/>
                  </a:lnTo>
                  <a:lnTo>
                    <a:pt x="88606" y="502370"/>
                  </a:lnTo>
                  <a:lnTo>
                    <a:pt x="106328" y="501593"/>
                  </a:lnTo>
                  <a:lnTo>
                    <a:pt x="124049" y="500774"/>
                  </a:lnTo>
                  <a:lnTo>
                    <a:pt x="141770" y="499878"/>
                  </a:lnTo>
                  <a:lnTo>
                    <a:pt x="159492" y="498938"/>
                  </a:lnTo>
                  <a:lnTo>
                    <a:pt x="177213" y="497953"/>
                  </a:lnTo>
                  <a:lnTo>
                    <a:pt x="194935" y="496878"/>
                  </a:lnTo>
                  <a:lnTo>
                    <a:pt x="212656" y="495753"/>
                  </a:lnTo>
                  <a:lnTo>
                    <a:pt x="230377" y="494579"/>
                  </a:lnTo>
                  <a:lnTo>
                    <a:pt x="248099" y="493302"/>
                  </a:lnTo>
                  <a:lnTo>
                    <a:pt x="265820" y="491970"/>
                  </a:lnTo>
                  <a:lnTo>
                    <a:pt x="283541" y="490582"/>
                  </a:lnTo>
                  <a:lnTo>
                    <a:pt x="301263" y="489083"/>
                  </a:lnTo>
                  <a:lnTo>
                    <a:pt x="318984" y="487520"/>
                  </a:lnTo>
                  <a:lnTo>
                    <a:pt x="336705" y="485896"/>
                  </a:lnTo>
                  <a:lnTo>
                    <a:pt x="354427" y="484154"/>
                  </a:lnTo>
                  <a:lnTo>
                    <a:pt x="372148" y="482340"/>
                  </a:lnTo>
                  <a:lnTo>
                    <a:pt x="389870" y="480460"/>
                  </a:lnTo>
                  <a:lnTo>
                    <a:pt x="407591" y="478455"/>
                  </a:lnTo>
                  <a:lnTo>
                    <a:pt x="425312" y="476371"/>
                  </a:lnTo>
                  <a:lnTo>
                    <a:pt x="443034" y="474216"/>
                  </a:lnTo>
                  <a:lnTo>
                    <a:pt x="460755" y="471933"/>
                  </a:lnTo>
                  <a:lnTo>
                    <a:pt x="478476" y="469564"/>
                  </a:lnTo>
                  <a:lnTo>
                    <a:pt x="496198" y="467120"/>
                  </a:lnTo>
                  <a:lnTo>
                    <a:pt x="513919" y="464546"/>
                  </a:lnTo>
                  <a:lnTo>
                    <a:pt x="531641" y="461881"/>
                  </a:lnTo>
                  <a:lnTo>
                    <a:pt x="549362" y="459139"/>
                  </a:lnTo>
                  <a:lnTo>
                    <a:pt x="567083" y="456268"/>
                  </a:lnTo>
                  <a:lnTo>
                    <a:pt x="584805" y="453300"/>
                  </a:lnTo>
                  <a:lnTo>
                    <a:pt x="602526" y="450257"/>
                  </a:lnTo>
                  <a:lnTo>
                    <a:pt x="620247" y="447087"/>
                  </a:lnTo>
                  <a:lnTo>
                    <a:pt x="637969" y="443819"/>
                  </a:lnTo>
                  <a:lnTo>
                    <a:pt x="655690" y="440477"/>
                  </a:lnTo>
                  <a:lnTo>
                    <a:pt x="673411" y="437016"/>
                  </a:lnTo>
                  <a:lnTo>
                    <a:pt x="691133" y="433457"/>
                  </a:lnTo>
                  <a:lnTo>
                    <a:pt x="708854" y="429827"/>
                  </a:lnTo>
                  <a:lnTo>
                    <a:pt x="726576" y="426087"/>
                  </a:lnTo>
                  <a:lnTo>
                    <a:pt x="744297" y="422254"/>
                  </a:lnTo>
                  <a:lnTo>
                    <a:pt x="762018" y="418356"/>
                  </a:lnTo>
                  <a:lnTo>
                    <a:pt x="779740" y="414360"/>
                  </a:lnTo>
                  <a:lnTo>
                    <a:pt x="797461" y="410279"/>
                  </a:lnTo>
                  <a:lnTo>
                    <a:pt x="815182" y="406140"/>
                  </a:lnTo>
                  <a:lnTo>
                    <a:pt x="832904" y="401919"/>
                  </a:lnTo>
                  <a:lnTo>
                    <a:pt x="850625" y="397623"/>
                  </a:lnTo>
                  <a:lnTo>
                    <a:pt x="868347" y="393280"/>
                  </a:lnTo>
                  <a:lnTo>
                    <a:pt x="886068" y="388872"/>
                  </a:lnTo>
                  <a:lnTo>
                    <a:pt x="903789" y="384404"/>
                  </a:lnTo>
                  <a:lnTo>
                    <a:pt x="921511" y="379900"/>
                  </a:lnTo>
                  <a:lnTo>
                    <a:pt x="939232" y="375351"/>
                  </a:lnTo>
                  <a:lnTo>
                    <a:pt x="956953" y="370761"/>
                  </a:lnTo>
                  <a:lnTo>
                    <a:pt x="974675" y="366148"/>
                  </a:lnTo>
                  <a:lnTo>
                    <a:pt x="992396" y="361510"/>
                  </a:lnTo>
                  <a:lnTo>
                    <a:pt x="1010117" y="356852"/>
                  </a:lnTo>
                  <a:lnTo>
                    <a:pt x="1027839" y="352188"/>
                  </a:lnTo>
                  <a:lnTo>
                    <a:pt x="1045560" y="347517"/>
                  </a:lnTo>
                  <a:lnTo>
                    <a:pt x="1063282" y="342853"/>
                  </a:lnTo>
                  <a:lnTo>
                    <a:pt x="1081003" y="338197"/>
                  </a:lnTo>
                  <a:lnTo>
                    <a:pt x="1098724" y="333555"/>
                  </a:lnTo>
                  <a:lnTo>
                    <a:pt x="1116446" y="328946"/>
                  </a:lnTo>
                  <a:lnTo>
                    <a:pt x="1134167" y="324362"/>
                  </a:lnTo>
                  <a:lnTo>
                    <a:pt x="1151888" y="319810"/>
                  </a:lnTo>
                  <a:lnTo>
                    <a:pt x="1169610" y="315318"/>
                  </a:lnTo>
                  <a:lnTo>
                    <a:pt x="1187331" y="310867"/>
                  </a:lnTo>
                  <a:lnTo>
                    <a:pt x="1205053" y="306465"/>
                  </a:lnTo>
                  <a:lnTo>
                    <a:pt x="1222774" y="302151"/>
                  </a:lnTo>
                  <a:lnTo>
                    <a:pt x="1240495" y="297892"/>
                  </a:lnTo>
                  <a:lnTo>
                    <a:pt x="1258217" y="293697"/>
                  </a:lnTo>
                  <a:lnTo>
                    <a:pt x="1275938" y="289616"/>
                  </a:lnTo>
                  <a:lnTo>
                    <a:pt x="1293659" y="285603"/>
                  </a:lnTo>
                  <a:lnTo>
                    <a:pt x="1311381" y="281665"/>
                  </a:lnTo>
                  <a:lnTo>
                    <a:pt x="1329102" y="277865"/>
                  </a:lnTo>
                  <a:lnTo>
                    <a:pt x="1346823" y="274143"/>
                  </a:lnTo>
                  <a:lnTo>
                    <a:pt x="1364545" y="270504"/>
                  </a:lnTo>
                  <a:lnTo>
                    <a:pt x="1382266" y="267023"/>
                  </a:lnTo>
                  <a:lnTo>
                    <a:pt x="1399988" y="263628"/>
                  </a:lnTo>
                  <a:lnTo>
                    <a:pt x="1417709" y="260320"/>
                  </a:lnTo>
                  <a:lnTo>
                    <a:pt x="1435430" y="257185"/>
                  </a:lnTo>
                  <a:lnTo>
                    <a:pt x="1453152" y="254141"/>
                  </a:lnTo>
                  <a:lnTo>
                    <a:pt x="1470873" y="251188"/>
                  </a:lnTo>
                  <a:lnTo>
                    <a:pt x="1488594" y="248409"/>
                  </a:lnTo>
                  <a:lnTo>
                    <a:pt x="1506316" y="245726"/>
                  </a:lnTo>
                  <a:lnTo>
                    <a:pt x="1524037" y="243135"/>
                  </a:lnTo>
                  <a:lnTo>
                    <a:pt x="1541759" y="240713"/>
                  </a:lnTo>
                  <a:lnTo>
                    <a:pt x="1559480" y="238388"/>
                  </a:lnTo>
                  <a:lnTo>
                    <a:pt x="1577201" y="236152"/>
                  </a:lnTo>
                  <a:lnTo>
                    <a:pt x="1594923" y="234074"/>
                  </a:lnTo>
                  <a:lnTo>
                    <a:pt x="1612644" y="232090"/>
                  </a:lnTo>
                  <a:lnTo>
                    <a:pt x="1630365" y="230189"/>
                  </a:lnTo>
                  <a:lnTo>
                    <a:pt x="1648087" y="228428"/>
                  </a:lnTo>
                  <a:lnTo>
                    <a:pt x="1665808" y="226755"/>
                  </a:lnTo>
                  <a:lnTo>
                    <a:pt x="1683529" y="225155"/>
                  </a:lnTo>
                  <a:lnTo>
                    <a:pt x="1701251" y="223675"/>
                  </a:lnTo>
                  <a:lnTo>
                    <a:pt x="1718972" y="222270"/>
                  </a:lnTo>
                  <a:lnTo>
                    <a:pt x="1736694" y="220927"/>
                  </a:lnTo>
                  <a:lnTo>
                    <a:pt x="1754415" y="219678"/>
                  </a:lnTo>
                  <a:lnTo>
                    <a:pt x="1772136" y="218490"/>
                  </a:lnTo>
                  <a:lnTo>
                    <a:pt x="1789858" y="217349"/>
                  </a:lnTo>
                  <a:lnTo>
                    <a:pt x="1807579" y="216275"/>
                  </a:lnTo>
                  <a:lnTo>
                    <a:pt x="1825300" y="215245"/>
                  </a:lnTo>
                  <a:lnTo>
                    <a:pt x="1843022" y="214244"/>
                  </a:lnTo>
                  <a:lnTo>
                    <a:pt x="1860743" y="213283"/>
                  </a:lnTo>
                  <a:lnTo>
                    <a:pt x="1878465" y="212345"/>
                  </a:lnTo>
                  <a:lnTo>
                    <a:pt x="1896186" y="211420"/>
                  </a:lnTo>
                  <a:lnTo>
                    <a:pt x="1913907" y="210508"/>
                  </a:lnTo>
                  <a:lnTo>
                    <a:pt x="1931629" y="209595"/>
                  </a:lnTo>
                  <a:lnTo>
                    <a:pt x="1949350" y="208679"/>
                  </a:lnTo>
                  <a:lnTo>
                    <a:pt x="1967071" y="207750"/>
                  </a:lnTo>
                  <a:lnTo>
                    <a:pt x="1984793" y="206798"/>
                  </a:lnTo>
                  <a:lnTo>
                    <a:pt x="2002514" y="205826"/>
                  </a:lnTo>
                  <a:lnTo>
                    <a:pt x="2020235" y="204818"/>
                  </a:lnTo>
                  <a:lnTo>
                    <a:pt x="2037957" y="203765"/>
                  </a:lnTo>
                  <a:lnTo>
                    <a:pt x="2055678" y="202677"/>
                  </a:lnTo>
                  <a:lnTo>
                    <a:pt x="2073400" y="201535"/>
                  </a:lnTo>
                  <a:lnTo>
                    <a:pt x="2091121" y="200326"/>
                  </a:lnTo>
                  <a:lnTo>
                    <a:pt x="2108842" y="199069"/>
                  </a:lnTo>
                  <a:lnTo>
                    <a:pt x="2126564" y="197744"/>
                  </a:lnTo>
                  <a:lnTo>
                    <a:pt x="2144285" y="196333"/>
                  </a:lnTo>
                  <a:lnTo>
                    <a:pt x="2162006" y="194865"/>
                  </a:lnTo>
                  <a:lnTo>
                    <a:pt x="2179728" y="193317"/>
                  </a:lnTo>
                  <a:lnTo>
                    <a:pt x="2197449" y="191669"/>
                  </a:lnTo>
                  <a:lnTo>
                    <a:pt x="2215171" y="189957"/>
                  </a:lnTo>
                  <a:lnTo>
                    <a:pt x="2232892" y="188160"/>
                  </a:lnTo>
                  <a:lnTo>
                    <a:pt x="2250613" y="186251"/>
                  </a:lnTo>
                  <a:lnTo>
                    <a:pt x="2268335" y="184274"/>
                  </a:lnTo>
                  <a:lnTo>
                    <a:pt x="2286056" y="182211"/>
                  </a:lnTo>
                  <a:lnTo>
                    <a:pt x="2303777" y="180031"/>
                  </a:lnTo>
                  <a:lnTo>
                    <a:pt x="2321499" y="177782"/>
                  </a:lnTo>
                  <a:lnTo>
                    <a:pt x="2339220" y="175448"/>
                  </a:lnTo>
                  <a:lnTo>
                    <a:pt x="2356941" y="172997"/>
                  </a:lnTo>
                  <a:lnTo>
                    <a:pt x="2374663" y="170479"/>
                  </a:lnTo>
                  <a:lnTo>
                    <a:pt x="2392384" y="167883"/>
                  </a:lnTo>
                  <a:lnTo>
                    <a:pt x="2410106" y="165172"/>
                  </a:lnTo>
                  <a:lnTo>
                    <a:pt x="2427827" y="162400"/>
                  </a:lnTo>
                  <a:lnTo>
                    <a:pt x="2445548" y="159558"/>
                  </a:lnTo>
                  <a:lnTo>
                    <a:pt x="2463270" y="156611"/>
                  </a:lnTo>
                  <a:lnTo>
                    <a:pt x="2480991" y="153610"/>
                  </a:lnTo>
                  <a:lnTo>
                    <a:pt x="2498712" y="150549"/>
                  </a:lnTo>
                  <a:lnTo>
                    <a:pt x="2516434" y="147396"/>
                  </a:lnTo>
                  <a:lnTo>
                    <a:pt x="2534155" y="144197"/>
                  </a:lnTo>
                  <a:lnTo>
                    <a:pt x="2551877" y="140952"/>
                  </a:lnTo>
                  <a:lnTo>
                    <a:pt x="2569598" y="137630"/>
                  </a:lnTo>
                  <a:lnTo>
                    <a:pt x="2587319" y="134272"/>
                  </a:lnTo>
                  <a:lnTo>
                    <a:pt x="2605041" y="130880"/>
                  </a:lnTo>
                  <a:lnTo>
                    <a:pt x="2622762" y="127431"/>
                  </a:lnTo>
                  <a:lnTo>
                    <a:pt x="2640483" y="123958"/>
                  </a:lnTo>
                  <a:lnTo>
                    <a:pt x="2658205" y="120461"/>
                  </a:lnTo>
                  <a:lnTo>
                    <a:pt x="2675926" y="116929"/>
                  </a:lnTo>
                  <a:lnTo>
                    <a:pt x="2693647" y="113384"/>
                  </a:lnTo>
                  <a:lnTo>
                    <a:pt x="2711369" y="109827"/>
                  </a:lnTo>
                  <a:lnTo>
                    <a:pt x="2729090" y="106257"/>
                  </a:lnTo>
                  <a:lnTo>
                    <a:pt x="2746812" y="102685"/>
                  </a:lnTo>
                  <a:lnTo>
                    <a:pt x="2764533" y="99112"/>
                  </a:lnTo>
                  <a:lnTo>
                    <a:pt x="2782254" y="95546"/>
                  </a:lnTo>
                  <a:lnTo>
                    <a:pt x="2799976" y="91990"/>
                  </a:lnTo>
                  <a:lnTo>
                    <a:pt x="2817697" y="88444"/>
                  </a:lnTo>
                  <a:lnTo>
                    <a:pt x="2835418" y="84923"/>
                  </a:lnTo>
                  <a:lnTo>
                    <a:pt x="2853140" y="81424"/>
                  </a:lnTo>
                  <a:lnTo>
                    <a:pt x="2870861" y="77945"/>
                  </a:lnTo>
                  <a:lnTo>
                    <a:pt x="2888583" y="74507"/>
                  </a:lnTo>
                  <a:lnTo>
                    <a:pt x="2906304" y="71103"/>
                  </a:lnTo>
                  <a:lnTo>
                    <a:pt x="2924025" y="67728"/>
                  </a:lnTo>
                  <a:lnTo>
                    <a:pt x="2941747" y="64408"/>
                  </a:lnTo>
                  <a:lnTo>
                    <a:pt x="2959468" y="61133"/>
                  </a:lnTo>
                  <a:lnTo>
                    <a:pt x="2977189" y="57896"/>
                  </a:lnTo>
                  <a:lnTo>
                    <a:pt x="2994911" y="54725"/>
                  </a:lnTo>
                  <a:lnTo>
                    <a:pt x="3012632" y="51611"/>
                  </a:lnTo>
                  <a:lnTo>
                    <a:pt x="3030353" y="48542"/>
                  </a:lnTo>
                  <a:lnTo>
                    <a:pt x="3048075" y="45550"/>
                  </a:lnTo>
                  <a:lnTo>
                    <a:pt x="3065796" y="42625"/>
                  </a:lnTo>
                  <a:lnTo>
                    <a:pt x="3083518" y="39754"/>
                  </a:lnTo>
                  <a:lnTo>
                    <a:pt x="3101239" y="36967"/>
                  </a:lnTo>
                  <a:lnTo>
                    <a:pt x="3118960" y="34260"/>
                  </a:lnTo>
                  <a:lnTo>
                    <a:pt x="3136682" y="31612"/>
                  </a:lnTo>
                  <a:lnTo>
                    <a:pt x="3154403" y="29057"/>
                  </a:lnTo>
                  <a:lnTo>
                    <a:pt x="3172124" y="26595"/>
                  </a:lnTo>
                  <a:lnTo>
                    <a:pt x="3189846" y="24199"/>
                  </a:lnTo>
                  <a:lnTo>
                    <a:pt x="3207567" y="21903"/>
                  </a:lnTo>
                  <a:lnTo>
                    <a:pt x="3225289" y="19713"/>
                  </a:lnTo>
                  <a:lnTo>
                    <a:pt x="3243010" y="17596"/>
                  </a:lnTo>
                  <a:lnTo>
                    <a:pt x="3260731" y="15587"/>
                  </a:lnTo>
                  <a:lnTo>
                    <a:pt x="3278453" y="13699"/>
                  </a:lnTo>
                  <a:lnTo>
                    <a:pt x="3296174" y="11891"/>
                  </a:lnTo>
                  <a:lnTo>
                    <a:pt x="3313895" y="10199"/>
                  </a:lnTo>
                  <a:lnTo>
                    <a:pt x="3331617" y="8644"/>
                  </a:lnTo>
                  <a:lnTo>
                    <a:pt x="3349338" y="7179"/>
                  </a:lnTo>
                  <a:lnTo>
                    <a:pt x="3367059" y="5837"/>
                  </a:lnTo>
                  <a:lnTo>
                    <a:pt x="3384781" y="4650"/>
                  </a:lnTo>
                  <a:lnTo>
                    <a:pt x="3402502" y="3562"/>
                  </a:lnTo>
                  <a:lnTo>
                    <a:pt x="3420224" y="2606"/>
                  </a:lnTo>
                  <a:lnTo>
                    <a:pt x="3437945" y="1824"/>
                  </a:lnTo>
                  <a:lnTo>
                    <a:pt x="3455666" y="1152"/>
                  </a:lnTo>
                  <a:lnTo>
                    <a:pt x="3473388" y="620"/>
                  </a:lnTo>
                  <a:lnTo>
                    <a:pt x="3491109" y="284"/>
                  </a:lnTo>
                  <a:lnTo>
                    <a:pt x="3508830" y="68"/>
                  </a:lnTo>
                  <a:lnTo>
                    <a:pt x="3526552" y="0"/>
                  </a:lnTo>
                  <a:lnTo>
                    <a:pt x="3544273" y="151"/>
                  </a:lnTo>
                  <a:lnTo>
                    <a:pt x="3561995" y="432"/>
                  </a:lnTo>
                  <a:lnTo>
                    <a:pt x="3579716" y="868"/>
                  </a:lnTo>
                  <a:lnTo>
                    <a:pt x="3597437" y="1548"/>
                  </a:lnTo>
                  <a:lnTo>
                    <a:pt x="3615159" y="2368"/>
                  </a:lnTo>
                  <a:lnTo>
                    <a:pt x="3632880" y="3348"/>
                  </a:lnTo>
                  <a:lnTo>
                    <a:pt x="3650601" y="4595"/>
                  </a:lnTo>
                  <a:lnTo>
                    <a:pt x="3668323" y="5991"/>
                  </a:lnTo>
                  <a:lnTo>
                    <a:pt x="3686044" y="7552"/>
                  </a:lnTo>
                  <a:lnTo>
                    <a:pt x="3703765" y="9401"/>
                  </a:lnTo>
                  <a:lnTo>
                    <a:pt x="3721487" y="11408"/>
                  </a:lnTo>
                  <a:lnTo>
                    <a:pt x="3739208" y="13580"/>
                  </a:lnTo>
                  <a:lnTo>
                    <a:pt x="3756930" y="16061"/>
                  </a:lnTo>
                  <a:lnTo>
                    <a:pt x="3774651" y="18705"/>
                  </a:lnTo>
                  <a:lnTo>
                    <a:pt x="3792372" y="21512"/>
                  </a:lnTo>
                  <a:lnTo>
                    <a:pt x="3810094" y="24643"/>
                  </a:lnTo>
                  <a:lnTo>
                    <a:pt x="3827815" y="27941"/>
                  </a:lnTo>
                  <a:lnTo>
                    <a:pt x="3845536" y="31405"/>
                  </a:lnTo>
                  <a:lnTo>
                    <a:pt x="3863258" y="35188"/>
                  </a:lnTo>
                  <a:lnTo>
                    <a:pt x="3880979" y="39145"/>
                  </a:lnTo>
                  <a:lnTo>
                    <a:pt x="3898701" y="43269"/>
                  </a:lnTo>
                  <a:lnTo>
                    <a:pt x="3916422" y="47700"/>
                  </a:lnTo>
                  <a:lnTo>
                    <a:pt x="3934143" y="52309"/>
                  </a:lnTo>
                  <a:lnTo>
                    <a:pt x="3951865" y="57080"/>
                  </a:lnTo>
                  <a:lnTo>
                    <a:pt x="3969586" y="62143"/>
                  </a:lnTo>
                  <a:lnTo>
                    <a:pt x="3987307" y="67382"/>
                  </a:lnTo>
                  <a:lnTo>
                    <a:pt x="4005029" y="72776"/>
                  </a:lnTo>
                  <a:lnTo>
                    <a:pt x="4022750" y="78438"/>
                  </a:lnTo>
                  <a:lnTo>
                    <a:pt x="4040471" y="84271"/>
                  </a:lnTo>
                  <a:lnTo>
                    <a:pt x="4058193" y="90247"/>
                  </a:lnTo>
                  <a:lnTo>
                    <a:pt x="4075914" y="96463"/>
                  </a:lnTo>
                  <a:lnTo>
                    <a:pt x="4093636" y="102838"/>
                  </a:lnTo>
                  <a:lnTo>
                    <a:pt x="4111357" y="109341"/>
                  </a:lnTo>
                  <a:lnTo>
                    <a:pt x="4129078" y="116052"/>
                  </a:lnTo>
                  <a:lnTo>
                    <a:pt x="4146800" y="122905"/>
                  </a:lnTo>
                  <a:lnTo>
                    <a:pt x="4164521" y="129868"/>
                  </a:lnTo>
                  <a:lnTo>
                    <a:pt x="4182242" y="137002"/>
                  </a:lnTo>
                  <a:lnTo>
                    <a:pt x="4199964" y="144256"/>
                  </a:lnTo>
                  <a:lnTo>
                    <a:pt x="4217685" y="151599"/>
                  </a:lnTo>
                  <a:lnTo>
                    <a:pt x="4235407" y="159074"/>
                  </a:lnTo>
                  <a:lnTo>
                    <a:pt x="4253128" y="166644"/>
                  </a:lnTo>
                  <a:lnTo>
                    <a:pt x="4270849" y="174279"/>
                  </a:lnTo>
                  <a:lnTo>
                    <a:pt x="4288571" y="182005"/>
                  </a:lnTo>
                  <a:lnTo>
                    <a:pt x="4306292" y="189797"/>
                  </a:lnTo>
                  <a:lnTo>
                    <a:pt x="4324013" y="197629"/>
                  </a:lnTo>
                  <a:lnTo>
                    <a:pt x="4341735" y="205512"/>
                  </a:lnTo>
                  <a:lnTo>
                    <a:pt x="4359456" y="213427"/>
                  </a:lnTo>
                  <a:lnTo>
                    <a:pt x="4377177" y="221358"/>
                  </a:lnTo>
                  <a:lnTo>
                    <a:pt x="4394899" y="229302"/>
                  </a:lnTo>
                  <a:lnTo>
                    <a:pt x="4412620" y="237242"/>
                  </a:lnTo>
                  <a:lnTo>
                    <a:pt x="4430342" y="245173"/>
                  </a:lnTo>
                  <a:lnTo>
                    <a:pt x="4448063" y="253083"/>
                  </a:lnTo>
                  <a:lnTo>
                    <a:pt x="4465784" y="260951"/>
                  </a:lnTo>
                  <a:lnTo>
                    <a:pt x="4483506" y="268787"/>
                  </a:lnTo>
                  <a:lnTo>
                    <a:pt x="4501227" y="276570"/>
                  </a:lnTo>
                  <a:lnTo>
                    <a:pt x="4518948" y="284276"/>
                  </a:lnTo>
                  <a:lnTo>
                    <a:pt x="4536670" y="291927"/>
                  </a:lnTo>
                  <a:lnTo>
                    <a:pt x="4554391" y="299499"/>
                  </a:lnTo>
                  <a:lnTo>
                    <a:pt x="4572113" y="306959"/>
                  </a:lnTo>
                  <a:lnTo>
                    <a:pt x="4589834" y="314344"/>
                  </a:lnTo>
                  <a:lnTo>
                    <a:pt x="4607555" y="321628"/>
                  </a:lnTo>
                  <a:lnTo>
                    <a:pt x="4625277" y="328768"/>
                  </a:lnTo>
                  <a:lnTo>
                    <a:pt x="4642998" y="335817"/>
                  </a:lnTo>
                  <a:lnTo>
                    <a:pt x="4660719" y="342747"/>
                  </a:lnTo>
                  <a:lnTo>
                    <a:pt x="4678441" y="349506"/>
                  </a:lnTo>
                  <a:lnTo>
                    <a:pt x="4696162" y="356159"/>
                  </a:lnTo>
                  <a:lnTo>
                    <a:pt x="4713883" y="362682"/>
                  </a:lnTo>
                  <a:lnTo>
                    <a:pt x="4731605" y="369010"/>
                  </a:lnTo>
                  <a:lnTo>
                    <a:pt x="4749326" y="375222"/>
                  </a:lnTo>
                  <a:lnTo>
                    <a:pt x="4767048" y="381297"/>
                  </a:lnTo>
                  <a:lnTo>
                    <a:pt x="4784769" y="387158"/>
                  </a:lnTo>
                  <a:lnTo>
                    <a:pt x="4802490" y="392896"/>
                  </a:lnTo>
                  <a:lnTo>
                    <a:pt x="4820212" y="398495"/>
                  </a:lnTo>
                  <a:lnTo>
                    <a:pt x="4837933" y="403866"/>
                  </a:lnTo>
                  <a:lnTo>
                    <a:pt x="4855654" y="409110"/>
                  </a:lnTo>
                  <a:lnTo>
                    <a:pt x="4873376" y="414217"/>
                  </a:lnTo>
                  <a:lnTo>
                    <a:pt x="4891097" y="419086"/>
                  </a:lnTo>
                  <a:lnTo>
                    <a:pt x="4908819" y="423829"/>
                  </a:lnTo>
                  <a:lnTo>
                    <a:pt x="4926540" y="428440"/>
                  </a:lnTo>
                  <a:lnTo>
                    <a:pt x="4944261" y="432810"/>
                  </a:lnTo>
                  <a:lnTo>
                    <a:pt x="4961983" y="437055"/>
                  </a:lnTo>
                  <a:lnTo>
                    <a:pt x="4979704" y="441175"/>
                  </a:lnTo>
                  <a:lnTo>
                    <a:pt x="4997425" y="445056"/>
                  </a:lnTo>
                  <a:lnTo>
                    <a:pt x="5015147" y="448817"/>
                  </a:lnTo>
                  <a:lnTo>
                    <a:pt x="5032868" y="452458"/>
                  </a:lnTo>
                  <a:lnTo>
                    <a:pt x="5050589" y="455874"/>
                  </a:lnTo>
                  <a:lnTo>
                    <a:pt x="5068311" y="459172"/>
                  </a:lnTo>
                  <a:lnTo>
                    <a:pt x="5086032" y="462356"/>
                  </a:lnTo>
                  <a:lnTo>
                    <a:pt x="5103754" y="465335"/>
                  </a:lnTo>
                  <a:lnTo>
                    <a:pt x="5121475" y="468197"/>
                  </a:lnTo>
                  <a:lnTo>
                    <a:pt x="5139196" y="470954"/>
                  </a:lnTo>
                  <a:lnTo>
                    <a:pt x="5156918" y="473525"/>
                  </a:lnTo>
                  <a:lnTo>
                    <a:pt x="5174639" y="475984"/>
                  </a:lnTo>
                  <a:lnTo>
                    <a:pt x="5192360" y="478348"/>
                  </a:lnTo>
                  <a:lnTo>
                    <a:pt x="5210082" y="480545"/>
                  </a:lnTo>
                  <a:lnTo>
                    <a:pt x="5227803" y="482638"/>
                  </a:lnTo>
                  <a:lnTo>
                    <a:pt x="5245525" y="484643"/>
                  </a:lnTo>
                  <a:lnTo>
                    <a:pt x="5263246" y="486502"/>
                  </a:lnTo>
                  <a:lnTo>
                    <a:pt x="5280967" y="488266"/>
                  </a:lnTo>
                  <a:lnTo>
                    <a:pt x="5298689" y="489951"/>
                  </a:lnTo>
                  <a:lnTo>
                    <a:pt x="5316410" y="491509"/>
                  </a:lnTo>
                  <a:lnTo>
                    <a:pt x="5334131" y="492980"/>
                  </a:lnTo>
                  <a:lnTo>
                    <a:pt x="5351853" y="494382"/>
                  </a:lnTo>
                  <a:lnTo>
                    <a:pt x="5369574" y="495676"/>
                  </a:lnTo>
                  <a:lnTo>
                    <a:pt x="5387295" y="496891"/>
                  </a:lnTo>
                  <a:lnTo>
                    <a:pt x="5405017" y="498046"/>
                  </a:lnTo>
                  <a:lnTo>
                    <a:pt x="5422738" y="499110"/>
                  </a:lnTo>
                  <a:lnTo>
                    <a:pt x="5440460" y="500103"/>
                  </a:lnTo>
                  <a:lnTo>
                    <a:pt x="5458181" y="501045"/>
                  </a:lnTo>
                  <a:lnTo>
                    <a:pt x="5475902" y="501912"/>
                  </a:lnTo>
                  <a:lnTo>
                    <a:pt x="5493624" y="502717"/>
                  </a:lnTo>
                  <a:lnTo>
                    <a:pt x="5511345" y="503478"/>
                  </a:lnTo>
                  <a:lnTo>
                    <a:pt x="5529066" y="504177"/>
                  </a:lnTo>
                  <a:lnTo>
                    <a:pt x="5546788" y="504822"/>
                  </a:lnTo>
                  <a:lnTo>
                    <a:pt x="5564509" y="505431"/>
                  </a:lnTo>
                  <a:lnTo>
                    <a:pt x="5582231" y="505990"/>
                  </a:lnTo>
                </a:path>
              </a:pathLst>
            </a:custGeom>
            <a:ln w="542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g1633"/>
            <p:cNvSpPr/>
            <p:nvPr/>
          </p:nvSpPr>
          <p:spPr>
            <a:xfrm>
              <a:off x="2285606" y="4369625"/>
              <a:ext cx="17721" cy="7076"/>
            </a:xfrm>
            <a:custGeom>
              <a:avLst/>
              <a:pathLst>
                <a:path w="17721" h="7076">
                  <a:moveTo>
                    <a:pt x="0" y="548"/>
                  </a:moveTo>
                  <a:lnTo>
                    <a:pt x="17721" y="0"/>
                  </a:lnTo>
                  <a:lnTo>
                    <a:pt x="17721" y="7076"/>
                  </a:lnTo>
                  <a:lnTo>
                    <a:pt x="0" y="7076"/>
                  </a:lnTo>
                  <a:close/>
                </a:path>
              </a:pathLst>
            </a:custGeom>
            <a:solidFill>
              <a:srgbClr val="F1E7D7">
                <a:alpha val="100000"/>
              </a:srgbClr>
            </a:solidFill>
            <a:ln w="4762" cap="rnd">
              <a:solidFill>
                <a:srgbClr val="F1E7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g1634"/>
            <p:cNvSpPr/>
            <p:nvPr/>
          </p:nvSpPr>
          <p:spPr>
            <a:xfrm>
              <a:off x="2303327" y="4369025"/>
              <a:ext cx="17721" cy="7676"/>
            </a:xfrm>
            <a:custGeom>
              <a:avLst/>
              <a:pathLst>
                <a:path w="17721" h="7676">
                  <a:moveTo>
                    <a:pt x="0" y="599"/>
                  </a:moveTo>
                  <a:lnTo>
                    <a:pt x="17721" y="0"/>
                  </a:lnTo>
                  <a:lnTo>
                    <a:pt x="17721" y="7676"/>
                  </a:lnTo>
                  <a:lnTo>
                    <a:pt x="0" y="7676"/>
                  </a:lnTo>
                  <a:close/>
                </a:path>
              </a:pathLst>
            </a:custGeom>
            <a:solidFill>
              <a:srgbClr val="F1E8D8">
                <a:alpha val="100000"/>
              </a:srgbClr>
            </a:solidFill>
            <a:ln w="4762" cap="rnd">
              <a:solidFill>
                <a:srgbClr val="F1E8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g1635"/>
            <p:cNvSpPr/>
            <p:nvPr/>
          </p:nvSpPr>
          <p:spPr>
            <a:xfrm>
              <a:off x="2321049" y="4367710"/>
              <a:ext cx="35442" cy="8991"/>
            </a:xfrm>
            <a:custGeom>
              <a:avLst/>
              <a:pathLst>
                <a:path w="35442" h="8991">
                  <a:moveTo>
                    <a:pt x="0" y="1314"/>
                  </a:moveTo>
                  <a:lnTo>
                    <a:pt x="17721" y="674"/>
                  </a:lnTo>
                  <a:lnTo>
                    <a:pt x="35442" y="0"/>
                  </a:lnTo>
                  <a:lnTo>
                    <a:pt x="35442" y="8991"/>
                  </a:lnTo>
                  <a:lnTo>
                    <a:pt x="17721" y="8991"/>
                  </a:lnTo>
                  <a:lnTo>
                    <a:pt x="0" y="8991"/>
                  </a:lnTo>
                  <a:close/>
                </a:path>
              </a:pathLst>
            </a:custGeom>
            <a:solidFill>
              <a:srgbClr val="F2E8D8">
                <a:alpha val="100000"/>
              </a:srgbClr>
            </a:solidFill>
            <a:ln w="4762" cap="rnd">
              <a:solidFill>
                <a:srgbClr val="F2E8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g1636"/>
            <p:cNvSpPr/>
            <p:nvPr/>
          </p:nvSpPr>
          <p:spPr>
            <a:xfrm>
              <a:off x="2356491" y="4366196"/>
              <a:ext cx="35442" cy="10504"/>
            </a:xfrm>
            <a:custGeom>
              <a:avLst/>
              <a:pathLst>
                <a:path w="35442" h="10504">
                  <a:moveTo>
                    <a:pt x="0" y="1513"/>
                  </a:moveTo>
                  <a:lnTo>
                    <a:pt x="17721" y="781"/>
                  </a:lnTo>
                  <a:lnTo>
                    <a:pt x="35442" y="0"/>
                  </a:lnTo>
                  <a:lnTo>
                    <a:pt x="35442" y="10504"/>
                  </a:lnTo>
                  <a:lnTo>
                    <a:pt x="17721" y="10504"/>
                  </a:lnTo>
                  <a:lnTo>
                    <a:pt x="0" y="10504"/>
                  </a:lnTo>
                  <a:close/>
                </a:path>
              </a:pathLst>
            </a:custGeom>
            <a:solidFill>
              <a:srgbClr val="F2E7D7">
                <a:alpha val="100000"/>
              </a:srgbClr>
            </a:solidFill>
            <a:ln w="4762" cap="rnd">
              <a:solidFill>
                <a:srgbClr val="F2E7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g1637"/>
            <p:cNvSpPr/>
            <p:nvPr/>
          </p:nvSpPr>
          <p:spPr>
            <a:xfrm>
              <a:off x="2391934" y="4365377"/>
              <a:ext cx="17721" cy="11324"/>
            </a:xfrm>
            <a:custGeom>
              <a:avLst/>
              <a:pathLst>
                <a:path w="17721" h="11324">
                  <a:moveTo>
                    <a:pt x="0" y="819"/>
                  </a:moveTo>
                  <a:lnTo>
                    <a:pt x="17721" y="0"/>
                  </a:lnTo>
                  <a:lnTo>
                    <a:pt x="17721" y="11324"/>
                  </a:lnTo>
                  <a:lnTo>
                    <a:pt x="0" y="11324"/>
                  </a:lnTo>
                  <a:close/>
                </a:path>
              </a:pathLst>
            </a:custGeom>
            <a:solidFill>
              <a:srgbClr val="F1E7D6">
                <a:alpha val="100000"/>
              </a:srgbClr>
            </a:solidFill>
            <a:ln w="4762" cap="rnd">
              <a:solidFill>
                <a:srgbClr val="F1E7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g1638"/>
            <p:cNvSpPr/>
            <p:nvPr/>
          </p:nvSpPr>
          <p:spPr>
            <a:xfrm>
              <a:off x="2409655" y="4363549"/>
              <a:ext cx="35442" cy="13151"/>
            </a:xfrm>
            <a:custGeom>
              <a:avLst/>
              <a:pathLst>
                <a:path w="35442" h="13151">
                  <a:moveTo>
                    <a:pt x="0" y="1827"/>
                  </a:moveTo>
                  <a:lnTo>
                    <a:pt x="17721" y="942"/>
                  </a:lnTo>
                  <a:lnTo>
                    <a:pt x="35442" y="0"/>
                  </a:lnTo>
                  <a:lnTo>
                    <a:pt x="35442" y="13151"/>
                  </a:lnTo>
                  <a:lnTo>
                    <a:pt x="17721" y="13151"/>
                  </a:lnTo>
                  <a:lnTo>
                    <a:pt x="0" y="13151"/>
                  </a:lnTo>
                  <a:close/>
                </a:path>
              </a:pathLst>
            </a:custGeom>
            <a:solidFill>
              <a:srgbClr val="F1E6D6">
                <a:alpha val="100000"/>
              </a:srgbClr>
            </a:solidFill>
            <a:ln w="4762" cap="rnd">
              <a:solidFill>
                <a:srgbClr val="F1E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g1639"/>
            <p:cNvSpPr/>
            <p:nvPr/>
          </p:nvSpPr>
          <p:spPr>
            <a:xfrm>
              <a:off x="2445098" y="4361504"/>
              <a:ext cx="35442" cy="15196"/>
            </a:xfrm>
            <a:custGeom>
              <a:avLst/>
              <a:pathLst>
                <a:path w="35442" h="15196">
                  <a:moveTo>
                    <a:pt x="0" y="2044"/>
                  </a:moveTo>
                  <a:lnTo>
                    <a:pt x="17721" y="1058"/>
                  </a:lnTo>
                  <a:lnTo>
                    <a:pt x="35442" y="0"/>
                  </a:lnTo>
                  <a:lnTo>
                    <a:pt x="35442" y="15196"/>
                  </a:lnTo>
                  <a:lnTo>
                    <a:pt x="17721" y="15196"/>
                  </a:lnTo>
                  <a:lnTo>
                    <a:pt x="0" y="15196"/>
                  </a:lnTo>
                  <a:close/>
                </a:path>
              </a:pathLst>
            </a:custGeom>
            <a:solidFill>
              <a:srgbClr val="F1E5D5">
                <a:alpha val="100000"/>
              </a:srgbClr>
            </a:solidFill>
            <a:ln w="4762" cap="rnd">
              <a:solidFill>
                <a:srgbClr val="F1E5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g1640"/>
            <p:cNvSpPr/>
            <p:nvPr/>
          </p:nvSpPr>
          <p:spPr>
            <a:xfrm>
              <a:off x="2480541" y="4360379"/>
              <a:ext cx="17721" cy="16322"/>
            </a:xfrm>
            <a:custGeom>
              <a:avLst/>
              <a:pathLst>
                <a:path w="17721" h="16322">
                  <a:moveTo>
                    <a:pt x="0" y="1125"/>
                  </a:moveTo>
                  <a:lnTo>
                    <a:pt x="17721" y="0"/>
                  </a:lnTo>
                  <a:lnTo>
                    <a:pt x="17721" y="16322"/>
                  </a:lnTo>
                  <a:lnTo>
                    <a:pt x="0" y="16322"/>
                  </a:lnTo>
                  <a:close/>
                </a:path>
              </a:pathLst>
            </a:custGeom>
            <a:solidFill>
              <a:srgbClr val="F1E4D4">
                <a:alpha val="100000"/>
              </a:srgbClr>
            </a:solidFill>
            <a:ln w="4762" cap="rnd">
              <a:solidFill>
                <a:srgbClr val="F1E4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g1641"/>
            <p:cNvSpPr/>
            <p:nvPr/>
          </p:nvSpPr>
          <p:spPr>
            <a:xfrm>
              <a:off x="2498262" y="4359203"/>
              <a:ext cx="17721" cy="17497"/>
            </a:xfrm>
            <a:custGeom>
              <a:avLst/>
              <a:pathLst>
                <a:path w="17721" h="17497">
                  <a:moveTo>
                    <a:pt x="0" y="1175"/>
                  </a:moveTo>
                  <a:lnTo>
                    <a:pt x="17721" y="0"/>
                  </a:lnTo>
                  <a:lnTo>
                    <a:pt x="17721" y="17497"/>
                  </a:lnTo>
                  <a:lnTo>
                    <a:pt x="0" y="17497"/>
                  </a:lnTo>
                  <a:close/>
                </a:path>
              </a:pathLst>
            </a:custGeom>
            <a:solidFill>
              <a:srgbClr val="F0E4D4">
                <a:alpha val="100000"/>
              </a:srgbClr>
            </a:solidFill>
            <a:ln w="4762" cap="rnd">
              <a:solidFill>
                <a:srgbClr val="F0E4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g1642"/>
            <p:cNvSpPr/>
            <p:nvPr/>
          </p:nvSpPr>
          <p:spPr>
            <a:xfrm>
              <a:off x="2515984" y="4357950"/>
              <a:ext cx="17721" cy="18750"/>
            </a:xfrm>
            <a:custGeom>
              <a:avLst/>
              <a:pathLst>
                <a:path w="17721" h="18750">
                  <a:moveTo>
                    <a:pt x="0" y="1253"/>
                  </a:moveTo>
                  <a:lnTo>
                    <a:pt x="17721" y="0"/>
                  </a:lnTo>
                  <a:lnTo>
                    <a:pt x="17721" y="18750"/>
                  </a:lnTo>
                  <a:lnTo>
                    <a:pt x="0" y="18750"/>
                  </a:lnTo>
                  <a:close/>
                </a:path>
              </a:pathLst>
            </a:custGeom>
            <a:solidFill>
              <a:srgbClr val="F0E4D3">
                <a:alpha val="100000"/>
              </a:srgbClr>
            </a:solidFill>
            <a:ln w="4762" cap="rnd">
              <a:solidFill>
                <a:srgbClr val="F0E4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g1643"/>
            <p:cNvSpPr/>
            <p:nvPr/>
          </p:nvSpPr>
          <p:spPr>
            <a:xfrm>
              <a:off x="2533705" y="4356620"/>
              <a:ext cx="17721" cy="20081"/>
            </a:xfrm>
            <a:custGeom>
              <a:avLst/>
              <a:pathLst>
                <a:path w="17721" h="20081">
                  <a:moveTo>
                    <a:pt x="0" y="1330"/>
                  </a:moveTo>
                  <a:lnTo>
                    <a:pt x="17721" y="0"/>
                  </a:lnTo>
                  <a:lnTo>
                    <a:pt x="17721" y="20081"/>
                  </a:lnTo>
                  <a:lnTo>
                    <a:pt x="0" y="20081"/>
                  </a:lnTo>
                  <a:close/>
                </a:path>
              </a:pathLst>
            </a:custGeom>
            <a:solidFill>
              <a:srgbClr val="F0E3D3">
                <a:alpha val="100000"/>
              </a:srgbClr>
            </a:solidFill>
            <a:ln w="4762" cap="rnd">
              <a:solidFill>
                <a:srgbClr val="F0E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g1644"/>
            <p:cNvSpPr/>
            <p:nvPr/>
          </p:nvSpPr>
          <p:spPr>
            <a:xfrm>
              <a:off x="2551426" y="4355234"/>
              <a:ext cx="17721" cy="21466"/>
            </a:xfrm>
            <a:custGeom>
              <a:avLst/>
              <a:pathLst>
                <a:path w="17721" h="21466">
                  <a:moveTo>
                    <a:pt x="0" y="1385"/>
                  </a:moveTo>
                  <a:lnTo>
                    <a:pt x="17721" y="0"/>
                  </a:lnTo>
                  <a:lnTo>
                    <a:pt x="17721" y="21466"/>
                  </a:lnTo>
                  <a:lnTo>
                    <a:pt x="0" y="21466"/>
                  </a:lnTo>
                  <a:close/>
                </a:path>
              </a:pathLst>
            </a:custGeom>
            <a:solidFill>
              <a:srgbClr val="F0E3D2">
                <a:alpha val="100000"/>
              </a:srgbClr>
            </a:solidFill>
            <a:ln w="4762" cap="rnd">
              <a:solidFill>
                <a:srgbClr val="F0E3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g1645"/>
            <p:cNvSpPr/>
            <p:nvPr/>
          </p:nvSpPr>
          <p:spPr>
            <a:xfrm>
              <a:off x="2569148" y="4352209"/>
              <a:ext cx="35442" cy="24491"/>
            </a:xfrm>
            <a:custGeom>
              <a:avLst/>
              <a:pathLst>
                <a:path w="35442" h="24491">
                  <a:moveTo>
                    <a:pt x="0" y="3024"/>
                  </a:moveTo>
                  <a:lnTo>
                    <a:pt x="17721" y="1555"/>
                  </a:lnTo>
                  <a:lnTo>
                    <a:pt x="35442" y="0"/>
                  </a:lnTo>
                  <a:lnTo>
                    <a:pt x="35442" y="24491"/>
                  </a:lnTo>
                  <a:lnTo>
                    <a:pt x="17721" y="24491"/>
                  </a:lnTo>
                  <a:lnTo>
                    <a:pt x="0" y="24491"/>
                  </a:lnTo>
                  <a:close/>
                </a:path>
              </a:pathLst>
            </a:custGeom>
            <a:solidFill>
              <a:srgbClr val="F0E2D2">
                <a:alpha val="100000"/>
              </a:srgbClr>
            </a:solidFill>
            <a:ln w="4762" cap="rnd">
              <a:solidFill>
                <a:srgbClr val="F0E2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g1646"/>
            <p:cNvSpPr/>
            <p:nvPr/>
          </p:nvSpPr>
          <p:spPr>
            <a:xfrm>
              <a:off x="2604590" y="4350593"/>
              <a:ext cx="17721" cy="26107"/>
            </a:xfrm>
            <a:custGeom>
              <a:avLst/>
              <a:pathLst>
                <a:path w="17721" h="26107">
                  <a:moveTo>
                    <a:pt x="0" y="1616"/>
                  </a:moveTo>
                  <a:lnTo>
                    <a:pt x="17721" y="0"/>
                  </a:lnTo>
                  <a:lnTo>
                    <a:pt x="17721" y="26107"/>
                  </a:lnTo>
                  <a:lnTo>
                    <a:pt x="0" y="26107"/>
                  </a:lnTo>
                  <a:close/>
                </a:path>
              </a:pathLst>
            </a:custGeom>
            <a:solidFill>
              <a:srgbClr val="EFE2D1">
                <a:alpha val="100000"/>
              </a:srgbClr>
            </a:solidFill>
            <a:ln w="4762" cap="rnd">
              <a:solidFill>
                <a:srgbClr val="EFE2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g1647"/>
            <p:cNvSpPr/>
            <p:nvPr/>
          </p:nvSpPr>
          <p:spPr>
            <a:xfrm>
              <a:off x="2622312" y="4348889"/>
              <a:ext cx="17721" cy="27811"/>
            </a:xfrm>
            <a:custGeom>
              <a:avLst/>
              <a:pathLst>
                <a:path w="17721" h="27811">
                  <a:moveTo>
                    <a:pt x="0" y="1703"/>
                  </a:moveTo>
                  <a:lnTo>
                    <a:pt x="17721" y="0"/>
                  </a:lnTo>
                  <a:lnTo>
                    <a:pt x="17721" y="27811"/>
                  </a:lnTo>
                  <a:lnTo>
                    <a:pt x="0" y="27811"/>
                  </a:lnTo>
                  <a:close/>
                </a:path>
              </a:pathLst>
            </a:custGeom>
            <a:solidFill>
              <a:srgbClr val="EFE1D1">
                <a:alpha val="100000"/>
              </a:srgbClr>
            </a:solidFill>
            <a:ln w="4762" cap="rnd">
              <a:solidFill>
                <a:srgbClr val="EFE1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g1648"/>
            <p:cNvSpPr/>
            <p:nvPr/>
          </p:nvSpPr>
          <p:spPr>
            <a:xfrm>
              <a:off x="2640033" y="4347089"/>
              <a:ext cx="17721" cy="29611"/>
            </a:xfrm>
            <a:custGeom>
              <a:avLst/>
              <a:pathLst>
                <a:path w="17721" h="29611">
                  <a:moveTo>
                    <a:pt x="0" y="1800"/>
                  </a:moveTo>
                  <a:lnTo>
                    <a:pt x="17721" y="0"/>
                  </a:lnTo>
                  <a:lnTo>
                    <a:pt x="17721" y="29611"/>
                  </a:lnTo>
                  <a:lnTo>
                    <a:pt x="0" y="29611"/>
                  </a:lnTo>
                  <a:close/>
                </a:path>
              </a:pathLst>
            </a:custGeom>
            <a:solidFill>
              <a:srgbClr val="EFE1D0">
                <a:alpha val="100000"/>
              </a:srgbClr>
            </a:solidFill>
            <a:ln w="4762" cap="rnd">
              <a:solidFill>
                <a:srgbClr val="EFE1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g1649"/>
            <p:cNvSpPr/>
            <p:nvPr/>
          </p:nvSpPr>
          <p:spPr>
            <a:xfrm>
              <a:off x="2657755" y="4345224"/>
              <a:ext cx="17721" cy="31476"/>
            </a:xfrm>
            <a:custGeom>
              <a:avLst/>
              <a:pathLst>
                <a:path w="17721" h="31476">
                  <a:moveTo>
                    <a:pt x="0" y="1864"/>
                  </a:moveTo>
                  <a:lnTo>
                    <a:pt x="17721" y="0"/>
                  </a:lnTo>
                  <a:lnTo>
                    <a:pt x="17721" y="31476"/>
                  </a:lnTo>
                  <a:lnTo>
                    <a:pt x="0" y="31476"/>
                  </a:lnTo>
                  <a:close/>
                </a:path>
              </a:pathLst>
            </a:custGeom>
            <a:solidFill>
              <a:srgbClr val="EFE0D0">
                <a:alpha val="100000"/>
              </a:srgbClr>
            </a:solidFill>
            <a:ln w="4762" cap="rnd">
              <a:solidFill>
                <a:srgbClr val="EF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g1650"/>
            <p:cNvSpPr/>
            <p:nvPr/>
          </p:nvSpPr>
          <p:spPr>
            <a:xfrm>
              <a:off x="2675476" y="4343268"/>
              <a:ext cx="17721" cy="33432"/>
            </a:xfrm>
            <a:custGeom>
              <a:avLst/>
              <a:pathLst>
                <a:path w="17721" h="33432">
                  <a:moveTo>
                    <a:pt x="0" y="1955"/>
                  </a:moveTo>
                  <a:lnTo>
                    <a:pt x="17721" y="0"/>
                  </a:lnTo>
                  <a:lnTo>
                    <a:pt x="17721" y="33432"/>
                  </a:lnTo>
                  <a:lnTo>
                    <a:pt x="0" y="33432"/>
                  </a:lnTo>
                  <a:close/>
                </a:path>
              </a:pathLst>
            </a:custGeom>
            <a:solidFill>
              <a:srgbClr val="EFE0CF">
                <a:alpha val="100000"/>
              </a:srgbClr>
            </a:solidFill>
            <a:ln w="4762" cap="rnd">
              <a:solidFill>
                <a:srgbClr val="EFE0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g1651"/>
            <p:cNvSpPr/>
            <p:nvPr/>
          </p:nvSpPr>
          <p:spPr>
            <a:xfrm>
              <a:off x="2693197" y="4341208"/>
              <a:ext cx="17721" cy="35493"/>
            </a:xfrm>
            <a:custGeom>
              <a:avLst/>
              <a:pathLst>
                <a:path w="17721" h="35493">
                  <a:moveTo>
                    <a:pt x="0" y="2060"/>
                  </a:moveTo>
                  <a:lnTo>
                    <a:pt x="17721" y="0"/>
                  </a:lnTo>
                  <a:lnTo>
                    <a:pt x="17721" y="35493"/>
                  </a:lnTo>
                  <a:lnTo>
                    <a:pt x="0" y="35493"/>
                  </a:lnTo>
                  <a:close/>
                </a:path>
              </a:pathLst>
            </a:custGeom>
            <a:solidFill>
              <a:srgbClr val="EEE0CF">
                <a:alpha val="100000"/>
              </a:srgbClr>
            </a:solidFill>
            <a:ln w="4762" cap="rnd">
              <a:solidFill>
                <a:srgbClr val="EEE0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g1652"/>
            <p:cNvSpPr/>
            <p:nvPr/>
          </p:nvSpPr>
          <p:spPr>
            <a:xfrm>
              <a:off x="2710919" y="4339079"/>
              <a:ext cx="17721" cy="37621"/>
            </a:xfrm>
            <a:custGeom>
              <a:avLst/>
              <a:pathLst>
                <a:path w="17721" h="37621">
                  <a:moveTo>
                    <a:pt x="0" y="2128"/>
                  </a:moveTo>
                  <a:lnTo>
                    <a:pt x="17721" y="0"/>
                  </a:lnTo>
                  <a:lnTo>
                    <a:pt x="17721" y="37621"/>
                  </a:lnTo>
                  <a:lnTo>
                    <a:pt x="0" y="37621"/>
                  </a:lnTo>
                  <a:close/>
                </a:path>
              </a:pathLst>
            </a:custGeom>
            <a:solidFill>
              <a:srgbClr val="EEDFCF">
                <a:alpha val="100000"/>
              </a:srgbClr>
            </a:solidFill>
            <a:ln w="4762" cap="rnd">
              <a:solidFill>
                <a:srgbClr val="EED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g1653"/>
            <p:cNvSpPr/>
            <p:nvPr/>
          </p:nvSpPr>
          <p:spPr>
            <a:xfrm>
              <a:off x="2728640" y="4336858"/>
              <a:ext cx="17721" cy="39843"/>
            </a:xfrm>
            <a:custGeom>
              <a:avLst/>
              <a:pathLst>
                <a:path w="17721" h="39843">
                  <a:moveTo>
                    <a:pt x="0" y="2221"/>
                  </a:moveTo>
                  <a:lnTo>
                    <a:pt x="17721" y="0"/>
                  </a:lnTo>
                  <a:lnTo>
                    <a:pt x="17721" y="39843"/>
                  </a:lnTo>
                  <a:lnTo>
                    <a:pt x="0" y="39843"/>
                  </a:lnTo>
                  <a:close/>
                </a:path>
              </a:pathLst>
            </a:custGeom>
            <a:solidFill>
              <a:srgbClr val="EEDFCE">
                <a:alpha val="100000"/>
              </a:srgbClr>
            </a:solidFill>
            <a:ln w="4762" cap="rnd">
              <a:solidFill>
                <a:srgbClr val="EEDF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g1654"/>
            <p:cNvSpPr/>
            <p:nvPr/>
          </p:nvSpPr>
          <p:spPr>
            <a:xfrm>
              <a:off x="2746361" y="4334525"/>
              <a:ext cx="17721" cy="42176"/>
            </a:xfrm>
            <a:custGeom>
              <a:avLst/>
              <a:pathLst>
                <a:path w="17721" h="42176">
                  <a:moveTo>
                    <a:pt x="0" y="2333"/>
                  </a:moveTo>
                  <a:lnTo>
                    <a:pt x="17721" y="0"/>
                  </a:lnTo>
                  <a:lnTo>
                    <a:pt x="17721" y="42176"/>
                  </a:lnTo>
                  <a:lnTo>
                    <a:pt x="0" y="42176"/>
                  </a:lnTo>
                  <a:close/>
                </a:path>
              </a:pathLst>
            </a:custGeom>
            <a:solidFill>
              <a:srgbClr val="EEDECE">
                <a:alpha val="100000"/>
              </a:srgbClr>
            </a:solidFill>
            <a:ln w="4762" cap="rnd">
              <a:solidFill>
                <a:srgbClr val="EEDE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g1655"/>
            <p:cNvSpPr/>
            <p:nvPr/>
          </p:nvSpPr>
          <p:spPr>
            <a:xfrm>
              <a:off x="2764083" y="4332122"/>
              <a:ext cx="17721" cy="44579"/>
            </a:xfrm>
            <a:custGeom>
              <a:avLst/>
              <a:pathLst>
                <a:path w="17721" h="44579">
                  <a:moveTo>
                    <a:pt x="0" y="2403"/>
                  </a:moveTo>
                  <a:lnTo>
                    <a:pt x="17721" y="0"/>
                  </a:lnTo>
                  <a:lnTo>
                    <a:pt x="17721" y="44579"/>
                  </a:lnTo>
                  <a:lnTo>
                    <a:pt x="0" y="44579"/>
                  </a:lnTo>
                  <a:close/>
                </a:path>
              </a:pathLst>
            </a:custGeom>
            <a:solidFill>
              <a:srgbClr val="EEDECD">
                <a:alpha val="100000"/>
              </a:srgbClr>
            </a:solidFill>
            <a:ln w="4762" cap="rnd">
              <a:solidFill>
                <a:srgbClr val="EEDEC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g1656"/>
            <p:cNvSpPr/>
            <p:nvPr/>
          </p:nvSpPr>
          <p:spPr>
            <a:xfrm>
              <a:off x="2781804" y="4329627"/>
              <a:ext cx="17721" cy="47074"/>
            </a:xfrm>
            <a:custGeom>
              <a:avLst/>
              <a:pathLst>
                <a:path w="17721" h="47074">
                  <a:moveTo>
                    <a:pt x="0" y="2495"/>
                  </a:moveTo>
                  <a:lnTo>
                    <a:pt x="17721" y="0"/>
                  </a:lnTo>
                  <a:lnTo>
                    <a:pt x="17721" y="47074"/>
                  </a:lnTo>
                  <a:lnTo>
                    <a:pt x="0" y="47074"/>
                  </a:lnTo>
                  <a:close/>
                </a:path>
              </a:pathLst>
            </a:custGeom>
            <a:solidFill>
              <a:srgbClr val="EEDDCD">
                <a:alpha val="100000"/>
              </a:srgbClr>
            </a:solidFill>
            <a:ln w="4762" cap="rnd">
              <a:solidFill>
                <a:srgbClr val="EEDDC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g1657"/>
            <p:cNvSpPr/>
            <p:nvPr/>
          </p:nvSpPr>
          <p:spPr>
            <a:xfrm>
              <a:off x="2799525" y="4324332"/>
              <a:ext cx="35442" cy="52368"/>
            </a:xfrm>
            <a:custGeom>
              <a:avLst/>
              <a:pathLst>
                <a:path w="35442" h="52368">
                  <a:moveTo>
                    <a:pt x="0" y="5294"/>
                  </a:moveTo>
                  <a:lnTo>
                    <a:pt x="17721" y="2682"/>
                  </a:lnTo>
                  <a:lnTo>
                    <a:pt x="35442" y="0"/>
                  </a:lnTo>
                  <a:lnTo>
                    <a:pt x="35442" y="52368"/>
                  </a:lnTo>
                  <a:lnTo>
                    <a:pt x="17721" y="52368"/>
                  </a:lnTo>
                  <a:lnTo>
                    <a:pt x="0" y="52368"/>
                  </a:lnTo>
                  <a:close/>
                </a:path>
              </a:pathLst>
            </a:custGeom>
            <a:solidFill>
              <a:srgbClr val="EDDDCC">
                <a:alpha val="100000"/>
              </a:srgbClr>
            </a:solidFill>
            <a:ln w="4762" cap="rnd">
              <a:solidFill>
                <a:srgbClr val="EDDD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g1658"/>
            <p:cNvSpPr/>
            <p:nvPr/>
          </p:nvSpPr>
          <p:spPr>
            <a:xfrm>
              <a:off x="2834968" y="4318670"/>
              <a:ext cx="35442" cy="58030"/>
            </a:xfrm>
            <a:custGeom>
              <a:avLst/>
              <a:pathLst>
                <a:path w="35442" h="58030">
                  <a:moveTo>
                    <a:pt x="0" y="5661"/>
                  </a:moveTo>
                  <a:lnTo>
                    <a:pt x="17721" y="2890"/>
                  </a:lnTo>
                  <a:lnTo>
                    <a:pt x="35442" y="0"/>
                  </a:lnTo>
                  <a:lnTo>
                    <a:pt x="35442" y="58030"/>
                  </a:lnTo>
                  <a:lnTo>
                    <a:pt x="17721" y="58030"/>
                  </a:lnTo>
                  <a:lnTo>
                    <a:pt x="0" y="58030"/>
                  </a:lnTo>
                  <a:close/>
                </a:path>
              </a:pathLst>
            </a:custGeom>
            <a:solidFill>
              <a:srgbClr val="EDDCCB">
                <a:alpha val="100000"/>
              </a:srgbClr>
            </a:solidFill>
            <a:ln w="4762" cap="rnd">
              <a:solidFill>
                <a:srgbClr val="EDDC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g1659"/>
            <p:cNvSpPr/>
            <p:nvPr/>
          </p:nvSpPr>
          <p:spPr>
            <a:xfrm>
              <a:off x="2870411" y="4315711"/>
              <a:ext cx="17721" cy="60990"/>
            </a:xfrm>
            <a:custGeom>
              <a:avLst/>
              <a:pathLst>
                <a:path w="17721" h="60990">
                  <a:moveTo>
                    <a:pt x="0" y="2959"/>
                  </a:moveTo>
                  <a:lnTo>
                    <a:pt x="17721" y="0"/>
                  </a:lnTo>
                  <a:lnTo>
                    <a:pt x="17721" y="60990"/>
                  </a:lnTo>
                  <a:lnTo>
                    <a:pt x="0" y="60990"/>
                  </a:lnTo>
                  <a:close/>
                </a:path>
              </a:pathLst>
            </a:custGeom>
            <a:solidFill>
              <a:srgbClr val="EDDBCB">
                <a:alpha val="100000"/>
              </a:srgbClr>
            </a:solidFill>
            <a:ln w="4762" cap="rnd">
              <a:solidFill>
                <a:srgbClr val="EDDB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g1660"/>
            <p:cNvSpPr/>
            <p:nvPr/>
          </p:nvSpPr>
          <p:spPr>
            <a:xfrm>
              <a:off x="2888132" y="4312667"/>
              <a:ext cx="17721" cy="64033"/>
            </a:xfrm>
            <a:custGeom>
              <a:avLst/>
              <a:pathLst>
                <a:path w="17721" h="64033">
                  <a:moveTo>
                    <a:pt x="0" y="3043"/>
                  </a:moveTo>
                  <a:lnTo>
                    <a:pt x="17721" y="0"/>
                  </a:lnTo>
                  <a:lnTo>
                    <a:pt x="17721" y="64033"/>
                  </a:lnTo>
                  <a:lnTo>
                    <a:pt x="0" y="64033"/>
                  </a:lnTo>
                  <a:close/>
                </a:path>
              </a:pathLst>
            </a:custGeom>
            <a:solidFill>
              <a:srgbClr val="EDDBCA">
                <a:alpha val="100000"/>
              </a:srgbClr>
            </a:solidFill>
            <a:ln w="4762" cap="rnd">
              <a:solidFill>
                <a:srgbClr val="EDDBC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g1661"/>
            <p:cNvSpPr/>
            <p:nvPr/>
          </p:nvSpPr>
          <p:spPr>
            <a:xfrm>
              <a:off x="2905854" y="4309506"/>
              <a:ext cx="17721" cy="67195"/>
            </a:xfrm>
            <a:custGeom>
              <a:avLst/>
              <a:pathLst>
                <a:path w="17721" h="67195">
                  <a:moveTo>
                    <a:pt x="0" y="3161"/>
                  </a:moveTo>
                  <a:lnTo>
                    <a:pt x="17721" y="0"/>
                  </a:lnTo>
                  <a:lnTo>
                    <a:pt x="17721" y="67195"/>
                  </a:lnTo>
                  <a:lnTo>
                    <a:pt x="0" y="67195"/>
                  </a:lnTo>
                  <a:close/>
                </a:path>
              </a:pathLst>
            </a:custGeom>
            <a:solidFill>
              <a:srgbClr val="ECDBCA">
                <a:alpha val="100000"/>
              </a:srgbClr>
            </a:solidFill>
            <a:ln w="4762" cap="rnd">
              <a:solidFill>
                <a:srgbClr val="ECDBC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g1662"/>
            <p:cNvSpPr/>
            <p:nvPr/>
          </p:nvSpPr>
          <p:spPr>
            <a:xfrm>
              <a:off x="2923575" y="4302975"/>
              <a:ext cx="35442" cy="73726"/>
            </a:xfrm>
            <a:custGeom>
              <a:avLst/>
              <a:pathLst>
                <a:path w="35442" h="73726">
                  <a:moveTo>
                    <a:pt x="0" y="6531"/>
                  </a:moveTo>
                  <a:lnTo>
                    <a:pt x="17721" y="3304"/>
                  </a:lnTo>
                  <a:lnTo>
                    <a:pt x="35442" y="0"/>
                  </a:lnTo>
                  <a:lnTo>
                    <a:pt x="35442" y="73726"/>
                  </a:lnTo>
                  <a:lnTo>
                    <a:pt x="17721" y="73726"/>
                  </a:lnTo>
                  <a:lnTo>
                    <a:pt x="0" y="73726"/>
                  </a:lnTo>
                  <a:close/>
                </a:path>
              </a:pathLst>
            </a:custGeom>
            <a:solidFill>
              <a:srgbClr val="ECDAC9">
                <a:alpha val="100000"/>
              </a:srgbClr>
            </a:solidFill>
            <a:ln w="4762" cap="rnd">
              <a:solidFill>
                <a:srgbClr val="ECDAC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g1663"/>
            <p:cNvSpPr/>
            <p:nvPr/>
          </p:nvSpPr>
          <p:spPr>
            <a:xfrm>
              <a:off x="2959018" y="4296083"/>
              <a:ext cx="35442" cy="80617"/>
            </a:xfrm>
            <a:custGeom>
              <a:avLst/>
              <a:pathLst>
                <a:path w="35442" h="80617">
                  <a:moveTo>
                    <a:pt x="0" y="6891"/>
                  </a:moveTo>
                  <a:lnTo>
                    <a:pt x="17721" y="3475"/>
                  </a:lnTo>
                  <a:lnTo>
                    <a:pt x="35442" y="0"/>
                  </a:lnTo>
                  <a:lnTo>
                    <a:pt x="35442" y="80617"/>
                  </a:lnTo>
                  <a:lnTo>
                    <a:pt x="17721" y="80617"/>
                  </a:lnTo>
                  <a:lnTo>
                    <a:pt x="0" y="80617"/>
                  </a:lnTo>
                  <a:close/>
                </a:path>
              </a:pathLst>
            </a:custGeom>
            <a:solidFill>
              <a:srgbClr val="ECD9C8">
                <a:alpha val="100000"/>
              </a:srgbClr>
            </a:solidFill>
            <a:ln w="4762" cap="rnd">
              <a:solidFill>
                <a:srgbClr val="ECD9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g1664"/>
            <p:cNvSpPr/>
            <p:nvPr/>
          </p:nvSpPr>
          <p:spPr>
            <a:xfrm>
              <a:off x="2994461" y="4292540"/>
              <a:ext cx="17721" cy="84160"/>
            </a:xfrm>
            <a:custGeom>
              <a:avLst/>
              <a:pathLst>
                <a:path w="17721" h="84160">
                  <a:moveTo>
                    <a:pt x="0" y="3543"/>
                  </a:moveTo>
                  <a:lnTo>
                    <a:pt x="17721" y="0"/>
                  </a:lnTo>
                  <a:lnTo>
                    <a:pt x="17721" y="84160"/>
                  </a:lnTo>
                  <a:lnTo>
                    <a:pt x="0" y="84160"/>
                  </a:lnTo>
                  <a:close/>
                </a:path>
              </a:pathLst>
            </a:custGeom>
            <a:solidFill>
              <a:srgbClr val="EBD9C8">
                <a:alpha val="100000"/>
              </a:srgbClr>
            </a:solidFill>
            <a:ln w="4762" cap="rnd">
              <a:solidFill>
                <a:srgbClr val="EBD9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g1665"/>
            <p:cNvSpPr/>
            <p:nvPr/>
          </p:nvSpPr>
          <p:spPr>
            <a:xfrm>
              <a:off x="3012182" y="4285199"/>
              <a:ext cx="35442" cy="91502"/>
            </a:xfrm>
            <a:custGeom>
              <a:avLst/>
              <a:pathLst>
                <a:path w="35442" h="91502">
                  <a:moveTo>
                    <a:pt x="0" y="7341"/>
                  </a:moveTo>
                  <a:lnTo>
                    <a:pt x="17721" y="3696"/>
                  </a:lnTo>
                  <a:lnTo>
                    <a:pt x="35442" y="0"/>
                  </a:lnTo>
                  <a:lnTo>
                    <a:pt x="35442" y="91502"/>
                  </a:lnTo>
                  <a:lnTo>
                    <a:pt x="17721" y="91502"/>
                  </a:lnTo>
                  <a:lnTo>
                    <a:pt x="0" y="91502"/>
                  </a:lnTo>
                  <a:close/>
                </a:path>
              </a:pathLst>
            </a:custGeom>
            <a:solidFill>
              <a:srgbClr val="EBD8C7">
                <a:alpha val="100000"/>
              </a:srgbClr>
            </a:solidFill>
            <a:ln w="4762" cap="rnd">
              <a:solidFill>
                <a:srgbClr val="EBD8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g1666"/>
            <p:cNvSpPr/>
            <p:nvPr/>
          </p:nvSpPr>
          <p:spPr>
            <a:xfrm>
              <a:off x="3047625" y="4277608"/>
              <a:ext cx="35442" cy="99092"/>
            </a:xfrm>
            <a:custGeom>
              <a:avLst/>
              <a:pathLst>
                <a:path w="35442" h="99092">
                  <a:moveTo>
                    <a:pt x="0" y="7590"/>
                  </a:moveTo>
                  <a:lnTo>
                    <a:pt x="17721" y="3838"/>
                  </a:lnTo>
                  <a:lnTo>
                    <a:pt x="35442" y="0"/>
                  </a:lnTo>
                  <a:lnTo>
                    <a:pt x="35442" y="99092"/>
                  </a:lnTo>
                  <a:lnTo>
                    <a:pt x="17721" y="99092"/>
                  </a:lnTo>
                  <a:lnTo>
                    <a:pt x="0" y="99092"/>
                  </a:lnTo>
                  <a:close/>
                </a:path>
              </a:pathLst>
            </a:custGeom>
            <a:solidFill>
              <a:srgbClr val="EBD7C6">
                <a:alpha val="100000"/>
              </a:srgbClr>
            </a:solidFill>
            <a:ln w="4762" cap="rnd">
              <a:solidFill>
                <a:srgbClr val="EBD7C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g1667"/>
            <p:cNvSpPr/>
            <p:nvPr/>
          </p:nvSpPr>
          <p:spPr>
            <a:xfrm>
              <a:off x="3083067" y="4273729"/>
              <a:ext cx="17721" cy="102971"/>
            </a:xfrm>
            <a:custGeom>
              <a:avLst/>
              <a:pathLst>
                <a:path w="17721" h="102971">
                  <a:moveTo>
                    <a:pt x="0" y="3879"/>
                  </a:moveTo>
                  <a:lnTo>
                    <a:pt x="17721" y="0"/>
                  </a:lnTo>
                  <a:lnTo>
                    <a:pt x="17721" y="102971"/>
                  </a:lnTo>
                  <a:lnTo>
                    <a:pt x="0" y="102971"/>
                  </a:lnTo>
                  <a:close/>
                </a:path>
              </a:pathLst>
            </a:custGeom>
            <a:solidFill>
              <a:srgbClr val="EBD7C5">
                <a:alpha val="100000"/>
              </a:srgbClr>
            </a:solidFill>
            <a:ln w="4762" cap="rnd">
              <a:solidFill>
                <a:srgbClr val="EBD7C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g1668"/>
            <p:cNvSpPr/>
            <p:nvPr/>
          </p:nvSpPr>
          <p:spPr>
            <a:xfrm>
              <a:off x="3100789" y="4269807"/>
              <a:ext cx="17721" cy="106893"/>
            </a:xfrm>
            <a:custGeom>
              <a:avLst/>
              <a:pathLst>
                <a:path w="17721" h="106893">
                  <a:moveTo>
                    <a:pt x="0" y="3921"/>
                  </a:moveTo>
                  <a:lnTo>
                    <a:pt x="17721" y="0"/>
                  </a:lnTo>
                  <a:lnTo>
                    <a:pt x="17721" y="106893"/>
                  </a:lnTo>
                  <a:lnTo>
                    <a:pt x="0" y="106893"/>
                  </a:lnTo>
                  <a:close/>
                </a:path>
              </a:pathLst>
            </a:custGeom>
            <a:solidFill>
              <a:srgbClr val="EAD6C5">
                <a:alpha val="100000"/>
              </a:srgbClr>
            </a:solidFill>
            <a:ln w="4762" cap="rnd">
              <a:solidFill>
                <a:srgbClr val="EAD6C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g1669"/>
            <p:cNvSpPr/>
            <p:nvPr/>
          </p:nvSpPr>
          <p:spPr>
            <a:xfrm>
              <a:off x="3118510" y="4265820"/>
              <a:ext cx="17721" cy="110880"/>
            </a:xfrm>
            <a:custGeom>
              <a:avLst/>
              <a:pathLst>
                <a:path w="17721" h="110880">
                  <a:moveTo>
                    <a:pt x="0" y="3987"/>
                  </a:moveTo>
                  <a:lnTo>
                    <a:pt x="17721" y="0"/>
                  </a:lnTo>
                  <a:lnTo>
                    <a:pt x="17721" y="110880"/>
                  </a:lnTo>
                  <a:lnTo>
                    <a:pt x="0" y="110880"/>
                  </a:lnTo>
                  <a:close/>
                </a:path>
              </a:pathLst>
            </a:custGeom>
            <a:solidFill>
              <a:srgbClr val="EAD6C4">
                <a:alpha val="100000"/>
              </a:srgbClr>
            </a:solidFill>
            <a:ln w="4762" cap="rnd">
              <a:solidFill>
                <a:srgbClr val="EAD6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g1670"/>
            <p:cNvSpPr/>
            <p:nvPr/>
          </p:nvSpPr>
          <p:spPr>
            <a:xfrm>
              <a:off x="3136231" y="4257763"/>
              <a:ext cx="35442" cy="118938"/>
            </a:xfrm>
            <a:custGeom>
              <a:avLst/>
              <a:pathLst>
                <a:path w="35442" h="118938">
                  <a:moveTo>
                    <a:pt x="0" y="8057"/>
                  </a:moveTo>
                  <a:lnTo>
                    <a:pt x="17721" y="4042"/>
                  </a:lnTo>
                  <a:lnTo>
                    <a:pt x="35442" y="0"/>
                  </a:lnTo>
                  <a:lnTo>
                    <a:pt x="35442" y="118938"/>
                  </a:lnTo>
                  <a:lnTo>
                    <a:pt x="17721" y="118938"/>
                  </a:lnTo>
                  <a:lnTo>
                    <a:pt x="0" y="118938"/>
                  </a:lnTo>
                  <a:close/>
                </a:path>
              </a:pathLst>
            </a:custGeom>
            <a:solidFill>
              <a:srgbClr val="EAD5C4">
                <a:alpha val="100000"/>
              </a:srgbClr>
            </a:solidFill>
            <a:ln w="4762" cap="rnd">
              <a:solidFill>
                <a:srgbClr val="EAD5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g1671"/>
            <p:cNvSpPr/>
            <p:nvPr/>
          </p:nvSpPr>
          <p:spPr>
            <a:xfrm>
              <a:off x="3171674" y="4253681"/>
              <a:ext cx="17721" cy="123020"/>
            </a:xfrm>
            <a:custGeom>
              <a:avLst/>
              <a:pathLst>
                <a:path w="17721" h="123020">
                  <a:moveTo>
                    <a:pt x="0" y="4082"/>
                  </a:moveTo>
                  <a:lnTo>
                    <a:pt x="17721" y="0"/>
                  </a:lnTo>
                  <a:lnTo>
                    <a:pt x="17721" y="123020"/>
                  </a:lnTo>
                  <a:lnTo>
                    <a:pt x="0" y="123020"/>
                  </a:lnTo>
                  <a:close/>
                </a:path>
              </a:pathLst>
            </a:custGeom>
            <a:solidFill>
              <a:srgbClr val="EAD5C3">
                <a:alpha val="100000"/>
              </a:srgbClr>
            </a:solidFill>
            <a:ln w="4762" cap="rnd">
              <a:solidFill>
                <a:srgbClr val="EAD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g1672"/>
            <p:cNvSpPr/>
            <p:nvPr/>
          </p:nvSpPr>
          <p:spPr>
            <a:xfrm>
              <a:off x="3189396" y="4249586"/>
              <a:ext cx="17721" cy="127114"/>
            </a:xfrm>
            <a:custGeom>
              <a:avLst/>
              <a:pathLst>
                <a:path w="17721" h="127114">
                  <a:moveTo>
                    <a:pt x="0" y="4094"/>
                  </a:moveTo>
                  <a:lnTo>
                    <a:pt x="17721" y="0"/>
                  </a:lnTo>
                  <a:lnTo>
                    <a:pt x="17721" y="127114"/>
                  </a:lnTo>
                  <a:lnTo>
                    <a:pt x="0" y="127114"/>
                  </a:lnTo>
                  <a:close/>
                </a:path>
              </a:pathLst>
            </a:custGeom>
            <a:solidFill>
              <a:srgbClr val="EAD4C3">
                <a:alpha val="100000"/>
              </a:srgbClr>
            </a:solidFill>
            <a:ln w="4762" cap="rnd">
              <a:solidFill>
                <a:srgbClr val="EAD4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g1673"/>
            <p:cNvSpPr/>
            <p:nvPr/>
          </p:nvSpPr>
          <p:spPr>
            <a:xfrm>
              <a:off x="3207117" y="4245479"/>
              <a:ext cx="17721" cy="131221"/>
            </a:xfrm>
            <a:custGeom>
              <a:avLst/>
              <a:pathLst>
                <a:path w="17721" h="131221">
                  <a:moveTo>
                    <a:pt x="0" y="4106"/>
                  </a:moveTo>
                  <a:lnTo>
                    <a:pt x="17721" y="0"/>
                  </a:lnTo>
                  <a:lnTo>
                    <a:pt x="17721" y="131221"/>
                  </a:lnTo>
                  <a:lnTo>
                    <a:pt x="0" y="131221"/>
                  </a:lnTo>
                  <a:close/>
                </a:path>
              </a:pathLst>
            </a:custGeom>
            <a:solidFill>
              <a:srgbClr val="E9D4C2">
                <a:alpha val="100000"/>
              </a:srgbClr>
            </a:solidFill>
            <a:ln w="4762" cap="rnd">
              <a:solidFill>
                <a:srgbClr val="E9D4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g1674"/>
            <p:cNvSpPr/>
            <p:nvPr/>
          </p:nvSpPr>
          <p:spPr>
            <a:xfrm>
              <a:off x="3224838" y="4241364"/>
              <a:ext cx="17721" cy="135336"/>
            </a:xfrm>
            <a:custGeom>
              <a:avLst/>
              <a:pathLst>
                <a:path w="17721" h="135336">
                  <a:moveTo>
                    <a:pt x="0" y="4115"/>
                  </a:moveTo>
                  <a:lnTo>
                    <a:pt x="17721" y="0"/>
                  </a:lnTo>
                  <a:lnTo>
                    <a:pt x="17721" y="135336"/>
                  </a:lnTo>
                  <a:lnTo>
                    <a:pt x="0" y="135336"/>
                  </a:lnTo>
                  <a:close/>
                </a:path>
              </a:pathLst>
            </a:custGeom>
            <a:solidFill>
              <a:srgbClr val="E9D3C2">
                <a:alpha val="100000"/>
              </a:srgbClr>
            </a:solidFill>
            <a:ln w="4762" cap="rnd">
              <a:solidFill>
                <a:srgbClr val="E9D3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g1675"/>
            <p:cNvSpPr/>
            <p:nvPr/>
          </p:nvSpPr>
          <p:spPr>
            <a:xfrm>
              <a:off x="3242560" y="4237254"/>
              <a:ext cx="17721" cy="139447"/>
            </a:xfrm>
            <a:custGeom>
              <a:avLst/>
              <a:pathLst>
                <a:path w="17721" h="139447">
                  <a:moveTo>
                    <a:pt x="0" y="4110"/>
                  </a:moveTo>
                  <a:lnTo>
                    <a:pt x="17721" y="0"/>
                  </a:lnTo>
                  <a:lnTo>
                    <a:pt x="17721" y="139447"/>
                  </a:lnTo>
                  <a:lnTo>
                    <a:pt x="0" y="139447"/>
                  </a:lnTo>
                  <a:close/>
                </a:path>
              </a:pathLst>
            </a:custGeom>
            <a:solidFill>
              <a:srgbClr val="E9D3C1">
                <a:alpha val="100000"/>
              </a:srgbClr>
            </a:solidFill>
            <a:ln w="4762" cap="rnd">
              <a:solidFill>
                <a:srgbClr val="E9D3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g1676"/>
            <p:cNvSpPr/>
            <p:nvPr/>
          </p:nvSpPr>
          <p:spPr>
            <a:xfrm>
              <a:off x="3260281" y="4229067"/>
              <a:ext cx="35442" cy="147633"/>
            </a:xfrm>
            <a:custGeom>
              <a:avLst/>
              <a:pathLst>
                <a:path w="35442" h="147633">
                  <a:moveTo>
                    <a:pt x="0" y="8186"/>
                  </a:moveTo>
                  <a:lnTo>
                    <a:pt x="17721" y="4080"/>
                  </a:lnTo>
                  <a:lnTo>
                    <a:pt x="35442" y="0"/>
                  </a:lnTo>
                  <a:lnTo>
                    <a:pt x="35442" y="147633"/>
                  </a:lnTo>
                  <a:lnTo>
                    <a:pt x="17721" y="147633"/>
                  </a:lnTo>
                  <a:lnTo>
                    <a:pt x="0" y="147633"/>
                  </a:lnTo>
                  <a:close/>
                </a:path>
              </a:pathLst>
            </a:custGeom>
            <a:solidFill>
              <a:srgbClr val="E9D2C1">
                <a:alpha val="100000"/>
              </a:srgbClr>
            </a:solidFill>
            <a:ln w="4762" cap="rnd">
              <a:solidFill>
                <a:srgbClr val="E9D2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g1677"/>
            <p:cNvSpPr/>
            <p:nvPr/>
          </p:nvSpPr>
          <p:spPr>
            <a:xfrm>
              <a:off x="3295724" y="4225011"/>
              <a:ext cx="17721" cy="151690"/>
            </a:xfrm>
            <a:custGeom>
              <a:avLst/>
              <a:pathLst>
                <a:path w="17721" h="151690">
                  <a:moveTo>
                    <a:pt x="0" y="4056"/>
                  </a:moveTo>
                  <a:lnTo>
                    <a:pt x="17721" y="0"/>
                  </a:lnTo>
                  <a:lnTo>
                    <a:pt x="17721" y="151690"/>
                  </a:lnTo>
                  <a:lnTo>
                    <a:pt x="0" y="151690"/>
                  </a:lnTo>
                  <a:close/>
                </a:path>
              </a:pathLst>
            </a:custGeom>
            <a:solidFill>
              <a:srgbClr val="E8D2C0">
                <a:alpha val="100000"/>
              </a:srgbClr>
            </a:solidFill>
            <a:ln w="4762" cap="rnd">
              <a:solidFill>
                <a:srgbClr val="E8D2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g1678"/>
            <p:cNvSpPr/>
            <p:nvPr/>
          </p:nvSpPr>
          <p:spPr>
            <a:xfrm>
              <a:off x="3313445" y="4220977"/>
              <a:ext cx="17721" cy="155723"/>
            </a:xfrm>
            <a:custGeom>
              <a:avLst/>
              <a:pathLst>
                <a:path w="17721" h="155723">
                  <a:moveTo>
                    <a:pt x="0" y="4033"/>
                  </a:moveTo>
                  <a:lnTo>
                    <a:pt x="17721" y="0"/>
                  </a:lnTo>
                  <a:lnTo>
                    <a:pt x="17721" y="155723"/>
                  </a:lnTo>
                  <a:lnTo>
                    <a:pt x="0" y="155723"/>
                  </a:lnTo>
                  <a:close/>
                </a:path>
              </a:pathLst>
            </a:custGeom>
            <a:solidFill>
              <a:srgbClr val="E8D1C0">
                <a:alpha val="100000"/>
              </a:srgbClr>
            </a:solidFill>
            <a:ln w="4762" cap="rnd">
              <a:solidFill>
                <a:srgbClr val="E8D1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g1679"/>
            <p:cNvSpPr/>
            <p:nvPr/>
          </p:nvSpPr>
          <p:spPr>
            <a:xfrm>
              <a:off x="3331167" y="4217002"/>
              <a:ext cx="17721" cy="159698"/>
            </a:xfrm>
            <a:custGeom>
              <a:avLst/>
              <a:pathLst>
                <a:path w="17721" h="159698">
                  <a:moveTo>
                    <a:pt x="0" y="3975"/>
                  </a:moveTo>
                  <a:lnTo>
                    <a:pt x="17721" y="0"/>
                  </a:lnTo>
                  <a:lnTo>
                    <a:pt x="17721" y="159698"/>
                  </a:lnTo>
                  <a:lnTo>
                    <a:pt x="0" y="159698"/>
                  </a:lnTo>
                  <a:close/>
                </a:path>
              </a:pathLst>
            </a:custGeom>
            <a:solidFill>
              <a:srgbClr val="E8D1BF">
                <a:alpha val="100000"/>
              </a:srgbClr>
            </a:solidFill>
            <a:ln w="4762" cap="rnd">
              <a:solidFill>
                <a:srgbClr val="E8D1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g1680"/>
            <p:cNvSpPr/>
            <p:nvPr/>
          </p:nvSpPr>
          <p:spPr>
            <a:xfrm>
              <a:off x="3348888" y="4213074"/>
              <a:ext cx="17721" cy="163627"/>
            </a:xfrm>
            <a:custGeom>
              <a:avLst/>
              <a:pathLst>
                <a:path w="17721" h="163627">
                  <a:moveTo>
                    <a:pt x="0" y="3928"/>
                  </a:moveTo>
                  <a:lnTo>
                    <a:pt x="17721" y="0"/>
                  </a:lnTo>
                  <a:lnTo>
                    <a:pt x="17721" y="163627"/>
                  </a:lnTo>
                  <a:lnTo>
                    <a:pt x="0" y="163627"/>
                  </a:lnTo>
                  <a:close/>
                </a:path>
              </a:pathLst>
            </a:custGeom>
            <a:solidFill>
              <a:srgbClr val="E8D0BF">
                <a:alpha val="100000"/>
              </a:srgbClr>
            </a:solidFill>
            <a:ln w="4762" cap="rnd">
              <a:solidFill>
                <a:srgbClr val="E8D0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g1681"/>
            <p:cNvSpPr/>
            <p:nvPr/>
          </p:nvSpPr>
          <p:spPr>
            <a:xfrm>
              <a:off x="3366609" y="4205392"/>
              <a:ext cx="35442" cy="171308"/>
            </a:xfrm>
            <a:custGeom>
              <a:avLst/>
              <a:pathLst>
                <a:path w="35442" h="171308">
                  <a:moveTo>
                    <a:pt x="0" y="7681"/>
                  </a:moveTo>
                  <a:lnTo>
                    <a:pt x="17721" y="3795"/>
                  </a:lnTo>
                  <a:lnTo>
                    <a:pt x="35442" y="0"/>
                  </a:lnTo>
                  <a:lnTo>
                    <a:pt x="35442" y="171308"/>
                  </a:lnTo>
                  <a:lnTo>
                    <a:pt x="17721" y="171308"/>
                  </a:lnTo>
                  <a:lnTo>
                    <a:pt x="0" y="171308"/>
                  </a:lnTo>
                  <a:close/>
                </a:path>
              </a:pathLst>
            </a:custGeom>
            <a:solidFill>
              <a:srgbClr val="E8D0BE">
                <a:alpha val="100000"/>
              </a:srgbClr>
            </a:solidFill>
            <a:ln w="4762" cap="rnd">
              <a:solidFill>
                <a:srgbClr val="E8D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g1682"/>
            <p:cNvSpPr/>
            <p:nvPr/>
          </p:nvSpPr>
          <p:spPr>
            <a:xfrm>
              <a:off x="3402052" y="4201667"/>
              <a:ext cx="17721" cy="175034"/>
            </a:xfrm>
            <a:custGeom>
              <a:avLst/>
              <a:pathLst>
                <a:path w="17721" h="175034">
                  <a:moveTo>
                    <a:pt x="0" y="3725"/>
                  </a:moveTo>
                  <a:lnTo>
                    <a:pt x="17721" y="0"/>
                  </a:lnTo>
                  <a:lnTo>
                    <a:pt x="17721" y="175034"/>
                  </a:lnTo>
                  <a:lnTo>
                    <a:pt x="0" y="175034"/>
                  </a:lnTo>
                  <a:close/>
                </a:path>
              </a:pathLst>
            </a:custGeom>
            <a:solidFill>
              <a:srgbClr val="E7CFBE">
                <a:alpha val="100000"/>
              </a:srgbClr>
            </a:solidFill>
            <a:ln w="4762" cap="rnd">
              <a:solidFill>
                <a:srgbClr val="E7CF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g1683"/>
            <p:cNvSpPr/>
            <p:nvPr/>
          </p:nvSpPr>
          <p:spPr>
            <a:xfrm>
              <a:off x="3419773" y="4198003"/>
              <a:ext cx="17721" cy="178697"/>
            </a:xfrm>
            <a:custGeom>
              <a:avLst/>
              <a:pathLst>
                <a:path w="17721" h="178697">
                  <a:moveTo>
                    <a:pt x="0" y="3663"/>
                  </a:moveTo>
                  <a:lnTo>
                    <a:pt x="17721" y="0"/>
                  </a:lnTo>
                  <a:lnTo>
                    <a:pt x="17721" y="178697"/>
                  </a:lnTo>
                  <a:lnTo>
                    <a:pt x="0" y="178697"/>
                  </a:lnTo>
                  <a:close/>
                </a:path>
              </a:pathLst>
            </a:custGeom>
            <a:solidFill>
              <a:srgbClr val="E7CFBD">
                <a:alpha val="100000"/>
              </a:srgbClr>
            </a:solidFill>
            <a:ln w="4762" cap="rnd">
              <a:solidFill>
                <a:srgbClr val="E7CF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g1684"/>
            <p:cNvSpPr/>
            <p:nvPr/>
          </p:nvSpPr>
          <p:spPr>
            <a:xfrm>
              <a:off x="3437495" y="4194460"/>
              <a:ext cx="17721" cy="182240"/>
            </a:xfrm>
            <a:custGeom>
              <a:avLst/>
              <a:pathLst>
                <a:path w="17721" h="182240">
                  <a:moveTo>
                    <a:pt x="0" y="3542"/>
                  </a:moveTo>
                  <a:lnTo>
                    <a:pt x="17721" y="0"/>
                  </a:lnTo>
                  <a:lnTo>
                    <a:pt x="17721" y="182240"/>
                  </a:lnTo>
                  <a:lnTo>
                    <a:pt x="0" y="182240"/>
                  </a:lnTo>
                  <a:close/>
                </a:path>
              </a:pathLst>
            </a:custGeom>
            <a:solidFill>
              <a:srgbClr val="E7CEBD">
                <a:alpha val="100000"/>
              </a:srgbClr>
            </a:solidFill>
            <a:ln w="4762" cap="rnd">
              <a:solidFill>
                <a:srgbClr val="E7CE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g1685"/>
            <p:cNvSpPr/>
            <p:nvPr/>
          </p:nvSpPr>
          <p:spPr>
            <a:xfrm>
              <a:off x="3455216" y="4187646"/>
              <a:ext cx="35442" cy="189055"/>
            </a:xfrm>
            <a:custGeom>
              <a:avLst/>
              <a:pathLst>
                <a:path w="35442" h="189055">
                  <a:moveTo>
                    <a:pt x="0" y="6814"/>
                  </a:moveTo>
                  <a:lnTo>
                    <a:pt x="17721" y="3367"/>
                  </a:lnTo>
                  <a:lnTo>
                    <a:pt x="35442" y="0"/>
                  </a:lnTo>
                  <a:lnTo>
                    <a:pt x="35442" y="189055"/>
                  </a:lnTo>
                  <a:lnTo>
                    <a:pt x="17721" y="189055"/>
                  </a:lnTo>
                  <a:lnTo>
                    <a:pt x="0" y="189055"/>
                  </a:lnTo>
                  <a:close/>
                </a:path>
              </a:pathLst>
            </a:custGeom>
            <a:solidFill>
              <a:srgbClr val="E7CEBC">
                <a:alpha val="100000"/>
              </a:srgbClr>
            </a:solidFill>
            <a:ln w="4762" cap="rnd">
              <a:solidFill>
                <a:srgbClr val="E7CEB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g1686"/>
            <p:cNvSpPr/>
            <p:nvPr/>
          </p:nvSpPr>
          <p:spPr>
            <a:xfrm>
              <a:off x="3490659" y="4181327"/>
              <a:ext cx="35442" cy="195374"/>
            </a:xfrm>
            <a:custGeom>
              <a:avLst/>
              <a:pathLst>
                <a:path w="35442" h="195374">
                  <a:moveTo>
                    <a:pt x="0" y="6318"/>
                  </a:moveTo>
                  <a:lnTo>
                    <a:pt x="17721" y="3099"/>
                  </a:lnTo>
                  <a:lnTo>
                    <a:pt x="35442" y="0"/>
                  </a:lnTo>
                  <a:lnTo>
                    <a:pt x="35442" y="195374"/>
                  </a:lnTo>
                  <a:lnTo>
                    <a:pt x="17721" y="195374"/>
                  </a:lnTo>
                  <a:lnTo>
                    <a:pt x="0" y="195374"/>
                  </a:lnTo>
                  <a:close/>
                </a:path>
              </a:pathLst>
            </a:custGeom>
            <a:solidFill>
              <a:srgbClr val="E6CDBB">
                <a:alpha val="100000"/>
              </a:srgbClr>
            </a:solidFill>
            <a:ln w="4762" cap="rnd">
              <a:solidFill>
                <a:srgbClr val="E6CD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g1687"/>
            <p:cNvSpPr/>
            <p:nvPr/>
          </p:nvSpPr>
          <p:spPr>
            <a:xfrm>
              <a:off x="3526102" y="4178325"/>
              <a:ext cx="17721" cy="198375"/>
            </a:xfrm>
            <a:custGeom>
              <a:avLst/>
              <a:pathLst>
                <a:path w="17721" h="198375">
                  <a:moveTo>
                    <a:pt x="0" y="3001"/>
                  </a:moveTo>
                  <a:lnTo>
                    <a:pt x="17721" y="0"/>
                  </a:lnTo>
                  <a:lnTo>
                    <a:pt x="17721" y="198375"/>
                  </a:lnTo>
                  <a:lnTo>
                    <a:pt x="0" y="198375"/>
                  </a:lnTo>
                  <a:close/>
                </a:path>
              </a:pathLst>
            </a:custGeom>
            <a:solidFill>
              <a:srgbClr val="E6CCBB">
                <a:alpha val="100000"/>
              </a:srgbClr>
            </a:solidFill>
            <a:ln w="4762" cap="rnd">
              <a:solidFill>
                <a:srgbClr val="E6CC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g1688"/>
            <p:cNvSpPr/>
            <p:nvPr/>
          </p:nvSpPr>
          <p:spPr>
            <a:xfrm>
              <a:off x="3543823" y="4172805"/>
              <a:ext cx="35442" cy="203896"/>
            </a:xfrm>
            <a:custGeom>
              <a:avLst/>
              <a:pathLst>
                <a:path w="35442" h="203896">
                  <a:moveTo>
                    <a:pt x="0" y="5520"/>
                  </a:moveTo>
                  <a:lnTo>
                    <a:pt x="17721" y="2688"/>
                  </a:lnTo>
                  <a:lnTo>
                    <a:pt x="35442" y="0"/>
                  </a:lnTo>
                  <a:lnTo>
                    <a:pt x="35442" y="203896"/>
                  </a:lnTo>
                  <a:lnTo>
                    <a:pt x="17721" y="203896"/>
                  </a:lnTo>
                  <a:lnTo>
                    <a:pt x="0" y="203896"/>
                  </a:lnTo>
                  <a:close/>
                </a:path>
              </a:pathLst>
            </a:custGeom>
            <a:solidFill>
              <a:srgbClr val="E6CCBA">
                <a:alpha val="100000"/>
              </a:srgbClr>
            </a:solidFill>
            <a:ln w="4762" cap="rnd">
              <a:solidFill>
                <a:srgbClr val="E6CCB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g1689"/>
            <p:cNvSpPr/>
            <p:nvPr/>
          </p:nvSpPr>
          <p:spPr>
            <a:xfrm>
              <a:off x="3579266" y="4170229"/>
              <a:ext cx="17721" cy="206472"/>
            </a:xfrm>
            <a:custGeom>
              <a:avLst/>
              <a:pathLst>
                <a:path w="17721" h="206472">
                  <a:moveTo>
                    <a:pt x="0" y="2576"/>
                  </a:moveTo>
                  <a:lnTo>
                    <a:pt x="17721" y="0"/>
                  </a:lnTo>
                  <a:lnTo>
                    <a:pt x="17721" y="206472"/>
                  </a:lnTo>
                  <a:lnTo>
                    <a:pt x="0" y="206472"/>
                  </a:lnTo>
                  <a:close/>
                </a:path>
              </a:pathLst>
            </a:custGeom>
            <a:solidFill>
              <a:srgbClr val="E6CBB9">
                <a:alpha val="100000"/>
              </a:srgbClr>
            </a:solidFill>
            <a:ln w="4762" cap="rnd">
              <a:solidFill>
                <a:srgbClr val="E6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g1690"/>
            <p:cNvSpPr/>
            <p:nvPr/>
          </p:nvSpPr>
          <p:spPr>
            <a:xfrm>
              <a:off x="3596987" y="4167840"/>
              <a:ext cx="17721" cy="208860"/>
            </a:xfrm>
            <a:custGeom>
              <a:avLst/>
              <a:pathLst>
                <a:path w="17721" h="208860">
                  <a:moveTo>
                    <a:pt x="0" y="2388"/>
                  </a:moveTo>
                  <a:lnTo>
                    <a:pt x="17721" y="0"/>
                  </a:lnTo>
                  <a:lnTo>
                    <a:pt x="17721" y="208860"/>
                  </a:lnTo>
                  <a:lnTo>
                    <a:pt x="0" y="208860"/>
                  </a:lnTo>
                  <a:close/>
                </a:path>
              </a:pathLst>
            </a:custGeom>
            <a:solidFill>
              <a:srgbClr val="E5CBB9">
                <a:alpha val="100000"/>
              </a:srgbClr>
            </a:solidFill>
            <a:ln w="4762" cap="rnd">
              <a:solidFill>
                <a:srgbClr val="E5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g1691"/>
            <p:cNvSpPr/>
            <p:nvPr/>
          </p:nvSpPr>
          <p:spPr>
            <a:xfrm>
              <a:off x="3614708" y="4161615"/>
              <a:ext cx="53164" cy="215085"/>
            </a:xfrm>
            <a:custGeom>
              <a:avLst/>
              <a:pathLst>
                <a:path w="53164" h="215085">
                  <a:moveTo>
                    <a:pt x="0" y="6225"/>
                  </a:moveTo>
                  <a:lnTo>
                    <a:pt x="17721" y="4001"/>
                  </a:lnTo>
                  <a:lnTo>
                    <a:pt x="35442" y="1901"/>
                  </a:lnTo>
                  <a:lnTo>
                    <a:pt x="53164" y="0"/>
                  </a:lnTo>
                  <a:lnTo>
                    <a:pt x="53164" y="215085"/>
                  </a:lnTo>
                  <a:lnTo>
                    <a:pt x="35442" y="215085"/>
                  </a:lnTo>
                  <a:lnTo>
                    <a:pt x="17721" y="215085"/>
                  </a:lnTo>
                  <a:lnTo>
                    <a:pt x="0" y="215085"/>
                  </a:lnTo>
                  <a:close/>
                </a:path>
              </a:pathLst>
            </a:custGeom>
            <a:solidFill>
              <a:srgbClr val="E5CAB8">
                <a:alpha val="100000"/>
              </a:srgbClr>
            </a:solidFill>
            <a:ln w="4762" cap="rnd">
              <a:solidFill>
                <a:srgbClr val="E5CA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g1692"/>
            <p:cNvSpPr/>
            <p:nvPr/>
          </p:nvSpPr>
          <p:spPr>
            <a:xfrm>
              <a:off x="3667873" y="4159896"/>
              <a:ext cx="17721" cy="216805"/>
            </a:xfrm>
            <a:custGeom>
              <a:avLst/>
              <a:pathLst>
                <a:path w="17721" h="216805">
                  <a:moveTo>
                    <a:pt x="0" y="1719"/>
                  </a:moveTo>
                  <a:lnTo>
                    <a:pt x="17721" y="0"/>
                  </a:lnTo>
                  <a:lnTo>
                    <a:pt x="17721" y="216805"/>
                  </a:lnTo>
                  <a:lnTo>
                    <a:pt x="0" y="216805"/>
                  </a:lnTo>
                  <a:close/>
                </a:path>
              </a:pathLst>
            </a:custGeom>
            <a:solidFill>
              <a:srgbClr val="E5C9B7">
                <a:alpha val="100000"/>
              </a:srgbClr>
            </a:solidFill>
            <a:ln w="4762" cap="rnd">
              <a:solidFill>
                <a:srgbClr val="E5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g1693"/>
            <p:cNvSpPr/>
            <p:nvPr/>
          </p:nvSpPr>
          <p:spPr>
            <a:xfrm>
              <a:off x="3685594" y="4158308"/>
              <a:ext cx="17721" cy="218392"/>
            </a:xfrm>
            <a:custGeom>
              <a:avLst/>
              <a:pathLst>
                <a:path w="17721" h="218392">
                  <a:moveTo>
                    <a:pt x="0" y="1587"/>
                  </a:moveTo>
                  <a:lnTo>
                    <a:pt x="17721" y="0"/>
                  </a:lnTo>
                  <a:lnTo>
                    <a:pt x="17721" y="218392"/>
                  </a:lnTo>
                  <a:lnTo>
                    <a:pt x="0" y="218392"/>
                  </a:lnTo>
                  <a:close/>
                </a:path>
              </a:pathLst>
            </a:custGeom>
            <a:solidFill>
              <a:srgbClr val="E4C9B7">
                <a:alpha val="100000"/>
              </a:srgbClr>
            </a:solidFill>
            <a:ln w="4762" cap="rnd">
              <a:solidFill>
                <a:srgbClr val="E4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g1694"/>
            <p:cNvSpPr/>
            <p:nvPr/>
          </p:nvSpPr>
          <p:spPr>
            <a:xfrm>
              <a:off x="3703315" y="4155736"/>
              <a:ext cx="35442" cy="220965"/>
            </a:xfrm>
            <a:custGeom>
              <a:avLst/>
              <a:pathLst>
                <a:path w="35442" h="220965">
                  <a:moveTo>
                    <a:pt x="0" y="2572"/>
                  </a:moveTo>
                  <a:lnTo>
                    <a:pt x="17721" y="1189"/>
                  </a:lnTo>
                  <a:lnTo>
                    <a:pt x="35442" y="0"/>
                  </a:lnTo>
                  <a:lnTo>
                    <a:pt x="35442" y="220965"/>
                  </a:lnTo>
                  <a:lnTo>
                    <a:pt x="17721" y="220965"/>
                  </a:lnTo>
                  <a:lnTo>
                    <a:pt x="0" y="220965"/>
                  </a:lnTo>
                  <a:close/>
                </a:path>
              </a:pathLst>
            </a:custGeom>
            <a:solidFill>
              <a:srgbClr val="E4C8B6">
                <a:alpha val="100000"/>
              </a:srgbClr>
            </a:solidFill>
            <a:ln w="4762" cap="rnd">
              <a:solidFill>
                <a:srgbClr val="E4C8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g1695"/>
            <p:cNvSpPr/>
            <p:nvPr/>
          </p:nvSpPr>
          <p:spPr>
            <a:xfrm>
              <a:off x="3738758" y="4154682"/>
              <a:ext cx="17721" cy="222018"/>
            </a:xfrm>
            <a:custGeom>
              <a:avLst/>
              <a:pathLst>
                <a:path w="17721" h="222018">
                  <a:moveTo>
                    <a:pt x="0" y="1053"/>
                  </a:moveTo>
                  <a:lnTo>
                    <a:pt x="17721" y="0"/>
                  </a:lnTo>
                  <a:lnTo>
                    <a:pt x="17721" y="222018"/>
                  </a:lnTo>
                  <a:lnTo>
                    <a:pt x="0" y="222018"/>
                  </a:lnTo>
                  <a:close/>
                </a:path>
              </a:pathLst>
            </a:custGeom>
            <a:solidFill>
              <a:srgbClr val="E4C8B5">
                <a:alpha val="100000"/>
              </a:srgbClr>
            </a:solidFill>
            <a:ln w="4762" cap="rnd">
              <a:solidFill>
                <a:srgbClr val="E4C8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g1696"/>
            <p:cNvSpPr/>
            <p:nvPr/>
          </p:nvSpPr>
          <p:spPr>
            <a:xfrm>
              <a:off x="3756479" y="4153831"/>
              <a:ext cx="17721" cy="222869"/>
            </a:xfrm>
            <a:custGeom>
              <a:avLst/>
              <a:pathLst>
                <a:path w="17721" h="222869">
                  <a:moveTo>
                    <a:pt x="0" y="851"/>
                  </a:moveTo>
                  <a:lnTo>
                    <a:pt x="17721" y="0"/>
                  </a:lnTo>
                  <a:lnTo>
                    <a:pt x="17721" y="222869"/>
                  </a:lnTo>
                  <a:lnTo>
                    <a:pt x="0" y="222869"/>
                  </a:lnTo>
                  <a:close/>
                </a:path>
              </a:pathLst>
            </a:custGeom>
            <a:solidFill>
              <a:srgbClr val="E4C7B5">
                <a:alpha val="100000"/>
              </a:srgbClr>
            </a:solidFill>
            <a:ln w="4762" cap="rnd">
              <a:solidFill>
                <a:srgbClr val="E4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g1697"/>
            <p:cNvSpPr/>
            <p:nvPr/>
          </p:nvSpPr>
          <p:spPr>
            <a:xfrm>
              <a:off x="3774201" y="4153180"/>
              <a:ext cx="17721" cy="223520"/>
            </a:xfrm>
            <a:custGeom>
              <a:avLst/>
              <a:pathLst>
                <a:path w="17721" h="223520">
                  <a:moveTo>
                    <a:pt x="0" y="650"/>
                  </a:moveTo>
                  <a:lnTo>
                    <a:pt x="17721" y="0"/>
                  </a:lnTo>
                  <a:lnTo>
                    <a:pt x="17721" y="223520"/>
                  </a:lnTo>
                  <a:lnTo>
                    <a:pt x="0" y="223520"/>
                  </a:lnTo>
                  <a:close/>
                </a:path>
              </a:pathLst>
            </a:custGeom>
            <a:solidFill>
              <a:srgbClr val="E3C7B5">
                <a:alpha val="100000"/>
              </a:srgbClr>
            </a:solidFill>
            <a:ln w="4762" cap="rnd">
              <a:solidFill>
                <a:srgbClr val="E3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g1698"/>
            <p:cNvSpPr/>
            <p:nvPr/>
          </p:nvSpPr>
          <p:spPr>
            <a:xfrm>
              <a:off x="3791922" y="4152343"/>
              <a:ext cx="35442" cy="224357"/>
            </a:xfrm>
            <a:custGeom>
              <a:avLst/>
              <a:pathLst>
                <a:path w="35442" h="224357">
                  <a:moveTo>
                    <a:pt x="0" y="837"/>
                  </a:moveTo>
                  <a:lnTo>
                    <a:pt x="17721" y="321"/>
                  </a:lnTo>
                  <a:lnTo>
                    <a:pt x="35442" y="0"/>
                  </a:lnTo>
                  <a:lnTo>
                    <a:pt x="35442" y="224357"/>
                  </a:lnTo>
                  <a:lnTo>
                    <a:pt x="17721" y="224357"/>
                  </a:lnTo>
                  <a:lnTo>
                    <a:pt x="0" y="224357"/>
                  </a:lnTo>
                  <a:close/>
                </a:path>
              </a:pathLst>
            </a:custGeom>
            <a:solidFill>
              <a:srgbClr val="E3C6B4">
                <a:alpha val="100000"/>
              </a:srgbClr>
            </a:solidFill>
            <a:ln w="4762" cap="rnd">
              <a:solidFill>
                <a:srgbClr val="E3C6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g1699"/>
            <p:cNvSpPr/>
            <p:nvPr/>
          </p:nvSpPr>
          <p:spPr>
            <a:xfrm>
              <a:off x="3827365" y="4152222"/>
              <a:ext cx="17721" cy="224478"/>
            </a:xfrm>
            <a:custGeom>
              <a:avLst/>
              <a:pathLst>
                <a:path w="17721" h="224478">
                  <a:moveTo>
                    <a:pt x="0" y="121"/>
                  </a:moveTo>
                  <a:lnTo>
                    <a:pt x="17721" y="0"/>
                  </a:lnTo>
                  <a:lnTo>
                    <a:pt x="17721" y="224478"/>
                  </a:lnTo>
                  <a:lnTo>
                    <a:pt x="0" y="224478"/>
                  </a:lnTo>
                  <a:close/>
                </a:path>
              </a:pathLst>
            </a:custGeom>
            <a:solidFill>
              <a:srgbClr val="E3C6B3">
                <a:alpha val="100000"/>
              </a:srgbClr>
            </a:solidFill>
            <a:ln w="4762" cap="rnd">
              <a:solidFill>
                <a:srgbClr val="E3C6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g1700"/>
            <p:cNvSpPr/>
            <p:nvPr/>
          </p:nvSpPr>
          <p:spPr>
            <a:xfrm>
              <a:off x="3845086" y="4152222"/>
              <a:ext cx="17721" cy="224478"/>
            </a:xfrm>
            <a:custGeom>
              <a:avLst/>
              <a:pathLst>
                <a:path w="17721" h="224478">
                  <a:moveTo>
                    <a:pt x="0" y="0"/>
                  </a:moveTo>
                  <a:lnTo>
                    <a:pt x="17721" y="8"/>
                  </a:lnTo>
                  <a:lnTo>
                    <a:pt x="17721" y="224478"/>
                  </a:lnTo>
                  <a:lnTo>
                    <a:pt x="0" y="224478"/>
                  </a:lnTo>
                  <a:close/>
                </a:path>
              </a:pathLst>
            </a:custGeom>
            <a:solidFill>
              <a:srgbClr val="E3C5B3">
                <a:alpha val="100000"/>
              </a:srgbClr>
            </a:solidFill>
            <a:ln w="4762" cap="rnd">
              <a:solidFill>
                <a:srgbClr val="E3C5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g1701"/>
            <p:cNvSpPr/>
            <p:nvPr/>
          </p:nvSpPr>
          <p:spPr>
            <a:xfrm>
              <a:off x="3862808" y="4152231"/>
              <a:ext cx="17721" cy="224469"/>
            </a:xfrm>
            <a:custGeom>
              <a:avLst/>
              <a:pathLst>
                <a:path w="17721" h="224469">
                  <a:moveTo>
                    <a:pt x="0" y="0"/>
                  </a:moveTo>
                  <a:lnTo>
                    <a:pt x="17721" y="187"/>
                  </a:lnTo>
                  <a:lnTo>
                    <a:pt x="17721" y="224469"/>
                  </a:lnTo>
                  <a:lnTo>
                    <a:pt x="0" y="224469"/>
                  </a:lnTo>
                  <a:close/>
                </a:path>
              </a:pathLst>
            </a:custGeom>
            <a:solidFill>
              <a:srgbClr val="E3C5B2">
                <a:alpha val="100000"/>
              </a:srgbClr>
            </a:solidFill>
            <a:ln w="4762" cap="rnd">
              <a:solidFill>
                <a:srgbClr val="E3C5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g1702"/>
            <p:cNvSpPr/>
            <p:nvPr/>
          </p:nvSpPr>
          <p:spPr>
            <a:xfrm>
              <a:off x="3880529" y="4152419"/>
              <a:ext cx="35442" cy="224282"/>
            </a:xfrm>
            <a:custGeom>
              <a:avLst/>
              <a:pathLst>
                <a:path w="35442" h="224282">
                  <a:moveTo>
                    <a:pt x="0" y="0"/>
                  </a:moveTo>
                  <a:lnTo>
                    <a:pt x="17721" y="380"/>
                  </a:lnTo>
                  <a:lnTo>
                    <a:pt x="35442" y="880"/>
                  </a:lnTo>
                  <a:lnTo>
                    <a:pt x="35442" y="224282"/>
                  </a:lnTo>
                  <a:lnTo>
                    <a:pt x="17721" y="224282"/>
                  </a:lnTo>
                  <a:lnTo>
                    <a:pt x="0" y="224282"/>
                  </a:lnTo>
                  <a:close/>
                </a:path>
              </a:pathLst>
            </a:custGeom>
            <a:solidFill>
              <a:srgbClr val="E2C4B2">
                <a:alpha val="100000"/>
              </a:srgbClr>
            </a:solidFill>
            <a:ln w="4762" cap="rnd">
              <a:solidFill>
                <a:srgbClr val="E2C4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g1703"/>
            <p:cNvSpPr/>
            <p:nvPr/>
          </p:nvSpPr>
          <p:spPr>
            <a:xfrm>
              <a:off x="3915972" y="4153300"/>
              <a:ext cx="17721" cy="223401"/>
            </a:xfrm>
            <a:custGeom>
              <a:avLst/>
              <a:pathLst>
                <a:path w="17721" h="223401">
                  <a:moveTo>
                    <a:pt x="0" y="0"/>
                  </a:moveTo>
                  <a:lnTo>
                    <a:pt x="17721" y="658"/>
                  </a:lnTo>
                  <a:lnTo>
                    <a:pt x="17721" y="223401"/>
                  </a:lnTo>
                  <a:lnTo>
                    <a:pt x="0" y="223401"/>
                  </a:lnTo>
                  <a:close/>
                </a:path>
              </a:pathLst>
            </a:custGeom>
            <a:solidFill>
              <a:srgbClr val="E2C4B1">
                <a:alpha val="100000"/>
              </a:srgbClr>
            </a:solidFill>
            <a:ln w="4762" cap="rnd">
              <a:solidFill>
                <a:srgbClr val="E2C4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g1704"/>
            <p:cNvSpPr/>
            <p:nvPr/>
          </p:nvSpPr>
          <p:spPr>
            <a:xfrm>
              <a:off x="3933693" y="4153959"/>
              <a:ext cx="17721" cy="222742"/>
            </a:xfrm>
            <a:custGeom>
              <a:avLst/>
              <a:pathLst>
                <a:path w="17721" h="222742">
                  <a:moveTo>
                    <a:pt x="0" y="0"/>
                  </a:moveTo>
                  <a:lnTo>
                    <a:pt x="17721" y="836"/>
                  </a:lnTo>
                  <a:lnTo>
                    <a:pt x="17721" y="222742"/>
                  </a:lnTo>
                  <a:lnTo>
                    <a:pt x="0" y="222742"/>
                  </a:lnTo>
                  <a:close/>
                </a:path>
              </a:pathLst>
            </a:custGeom>
            <a:solidFill>
              <a:srgbClr val="E2C3B1">
                <a:alpha val="100000"/>
              </a:srgbClr>
            </a:solidFill>
            <a:ln w="4762" cap="rnd">
              <a:solidFill>
                <a:srgbClr val="E2C3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g1705"/>
            <p:cNvSpPr/>
            <p:nvPr/>
          </p:nvSpPr>
          <p:spPr>
            <a:xfrm>
              <a:off x="3951414" y="4154795"/>
              <a:ext cx="17721" cy="221905"/>
            </a:xfrm>
            <a:custGeom>
              <a:avLst/>
              <a:pathLst>
                <a:path w="17721" h="221905">
                  <a:moveTo>
                    <a:pt x="0" y="0"/>
                  </a:moveTo>
                  <a:lnTo>
                    <a:pt x="17721" y="941"/>
                  </a:lnTo>
                  <a:lnTo>
                    <a:pt x="17721" y="221905"/>
                  </a:lnTo>
                  <a:lnTo>
                    <a:pt x="0" y="221905"/>
                  </a:lnTo>
                  <a:close/>
                </a:path>
              </a:pathLst>
            </a:custGeom>
            <a:solidFill>
              <a:srgbClr val="E2C3B0">
                <a:alpha val="100000"/>
              </a:srgbClr>
            </a:solidFill>
            <a:ln w="4762" cap="rnd">
              <a:solidFill>
                <a:srgbClr val="E2C3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g1706"/>
            <p:cNvSpPr/>
            <p:nvPr/>
          </p:nvSpPr>
          <p:spPr>
            <a:xfrm>
              <a:off x="3969136" y="4155736"/>
              <a:ext cx="17721" cy="220964"/>
            </a:xfrm>
            <a:custGeom>
              <a:avLst/>
              <a:pathLst>
                <a:path w="17721" h="220964">
                  <a:moveTo>
                    <a:pt x="0" y="0"/>
                  </a:moveTo>
                  <a:lnTo>
                    <a:pt x="17721" y="1075"/>
                  </a:lnTo>
                  <a:lnTo>
                    <a:pt x="17721" y="220964"/>
                  </a:lnTo>
                  <a:lnTo>
                    <a:pt x="0" y="220964"/>
                  </a:lnTo>
                  <a:close/>
                </a:path>
              </a:pathLst>
            </a:custGeom>
            <a:solidFill>
              <a:srgbClr val="E1C2B0">
                <a:alpha val="100000"/>
              </a:srgbClr>
            </a:solidFill>
            <a:ln w="4762" cap="rnd">
              <a:solidFill>
                <a:srgbClr val="E1C2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g1707"/>
            <p:cNvSpPr/>
            <p:nvPr/>
          </p:nvSpPr>
          <p:spPr>
            <a:xfrm>
              <a:off x="3986857" y="4156812"/>
              <a:ext cx="17721" cy="219889"/>
            </a:xfrm>
            <a:custGeom>
              <a:avLst/>
              <a:pathLst>
                <a:path w="17721" h="219889">
                  <a:moveTo>
                    <a:pt x="0" y="0"/>
                  </a:moveTo>
                  <a:lnTo>
                    <a:pt x="17721" y="1229"/>
                  </a:lnTo>
                  <a:lnTo>
                    <a:pt x="17721" y="219889"/>
                  </a:lnTo>
                  <a:lnTo>
                    <a:pt x="0" y="219889"/>
                  </a:lnTo>
                  <a:close/>
                </a:path>
              </a:pathLst>
            </a:custGeom>
            <a:solidFill>
              <a:srgbClr val="E1C2AF">
                <a:alpha val="100000"/>
              </a:srgbClr>
            </a:solidFill>
            <a:ln w="4762" cap="rnd">
              <a:solidFill>
                <a:srgbClr val="E1C2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g1708"/>
            <p:cNvSpPr/>
            <p:nvPr/>
          </p:nvSpPr>
          <p:spPr>
            <a:xfrm>
              <a:off x="4004579" y="4158041"/>
              <a:ext cx="35442" cy="218659"/>
            </a:xfrm>
            <a:custGeom>
              <a:avLst/>
              <a:pathLst>
                <a:path w="35442" h="218659">
                  <a:moveTo>
                    <a:pt x="0" y="0"/>
                  </a:moveTo>
                  <a:lnTo>
                    <a:pt x="17721" y="1315"/>
                  </a:lnTo>
                  <a:lnTo>
                    <a:pt x="35442" y="2736"/>
                  </a:lnTo>
                  <a:lnTo>
                    <a:pt x="35442" y="218659"/>
                  </a:lnTo>
                  <a:lnTo>
                    <a:pt x="17721" y="218659"/>
                  </a:lnTo>
                  <a:lnTo>
                    <a:pt x="0" y="218659"/>
                  </a:lnTo>
                  <a:close/>
                </a:path>
              </a:pathLst>
            </a:custGeom>
            <a:solidFill>
              <a:srgbClr val="E1C1AF">
                <a:alpha val="100000"/>
              </a:srgbClr>
            </a:solidFill>
            <a:ln w="4762" cap="rnd">
              <a:solidFill>
                <a:srgbClr val="E1C1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g1709"/>
            <p:cNvSpPr/>
            <p:nvPr/>
          </p:nvSpPr>
          <p:spPr>
            <a:xfrm>
              <a:off x="4040021" y="4160778"/>
              <a:ext cx="17721" cy="215923"/>
            </a:xfrm>
            <a:custGeom>
              <a:avLst/>
              <a:pathLst>
                <a:path w="17721" h="215923">
                  <a:moveTo>
                    <a:pt x="0" y="0"/>
                  </a:moveTo>
                  <a:lnTo>
                    <a:pt x="17721" y="1544"/>
                  </a:lnTo>
                  <a:lnTo>
                    <a:pt x="17721" y="215923"/>
                  </a:lnTo>
                  <a:lnTo>
                    <a:pt x="0" y="215923"/>
                  </a:lnTo>
                  <a:close/>
                </a:path>
              </a:pathLst>
            </a:custGeom>
            <a:solidFill>
              <a:srgbClr val="E1C1AE">
                <a:alpha val="100000"/>
              </a:srgbClr>
            </a:solidFill>
            <a:ln w="4762" cap="rnd">
              <a:solidFill>
                <a:srgbClr val="E1C1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g1710"/>
            <p:cNvSpPr/>
            <p:nvPr/>
          </p:nvSpPr>
          <p:spPr>
            <a:xfrm>
              <a:off x="4057743" y="4162322"/>
              <a:ext cx="17721" cy="214379"/>
            </a:xfrm>
            <a:custGeom>
              <a:avLst/>
              <a:pathLst>
                <a:path w="17721" h="214379">
                  <a:moveTo>
                    <a:pt x="0" y="0"/>
                  </a:moveTo>
                  <a:lnTo>
                    <a:pt x="17721" y="1608"/>
                  </a:lnTo>
                  <a:lnTo>
                    <a:pt x="17721" y="214379"/>
                  </a:lnTo>
                  <a:lnTo>
                    <a:pt x="0" y="214379"/>
                  </a:lnTo>
                  <a:close/>
                </a:path>
              </a:pathLst>
            </a:custGeom>
            <a:solidFill>
              <a:srgbClr val="E0C0AE">
                <a:alpha val="100000"/>
              </a:srgbClr>
            </a:solidFill>
            <a:ln w="4762" cap="rnd">
              <a:solidFill>
                <a:srgbClr val="E0C0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g1711"/>
            <p:cNvSpPr/>
            <p:nvPr/>
          </p:nvSpPr>
          <p:spPr>
            <a:xfrm>
              <a:off x="4075464" y="4163930"/>
              <a:ext cx="17721" cy="212770"/>
            </a:xfrm>
            <a:custGeom>
              <a:avLst/>
              <a:pathLst>
                <a:path w="17721" h="212770">
                  <a:moveTo>
                    <a:pt x="0" y="0"/>
                  </a:moveTo>
                  <a:lnTo>
                    <a:pt x="17721" y="1682"/>
                  </a:lnTo>
                  <a:lnTo>
                    <a:pt x="17721" y="212770"/>
                  </a:lnTo>
                  <a:lnTo>
                    <a:pt x="0" y="212770"/>
                  </a:lnTo>
                  <a:close/>
                </a:path>
              </a:pathLst>
            </a:custGeom>
            <a:solidFill>
              <a:srgbClr val="E0C0AD">
                <a:alpha val="100000"/>
              </a:srgbClr>
            </a:solidFill>
            <a:ln w="4762" cap="rnd">
              <a:solidFill>
                <a:srgbClr val="E0C0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g1712"/>
            <p:cNvSpPr/>
            <p:nvPr/>
          </p:nvSpPr>
          <p:spPr>
            <a:xfrm>
              <a:off x="4093185" y="4165613"/>
              <a:ext cx="17721" cy="211088"/>
            </a:xfrm>
            <a:custGeom>
              <a:avLst/>
              <a:pathLst>
                <a:path w="17721" h="211088">
                  <a:moveTo>
                    <a:pt x="0" y="0"/>
                  </a:moveTo>
                  <a:lnTo>
                    <a:pt x="17721" y="1767"/>
                  </a:lnTo>
                  <a:lnTo>
                    <a:pt x="17721" y="211088"/>
                  </a:lnTo>
                  <a:lnTo>
                    <a:pt x="0" y="211088"/>
                  </a:lnTo>
                  <a:close/>
                </a:path>
              </a:pathLst>
            </a:custGeom>
            <a:solidFill>
              <a:srgbClr val="E0BFAD">
                <a:alpha val="100000"/>
              </a:srgbClr>
            </a:solidFill>
            <a:ln w="4762" cap="rnd">
              <a:solidFill>
                <a:srgbClr val="E0BF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g1713"/>
            <p:cNvSpPr/>
            <p:nvPr/>
          </p:nvSpPr>
          <p:spPr>
            <a:xfrm>
              <a:off x="4110907" y="4167380"/>
              <a:ext cx="35442" cy="209320"/>
            </a:xfrm>
            <a:custGeom>
              <a:avLst/>
              <a:pathLst>
                <a:path w="35442" h="209320">
                  <a:moveTo>
                    <a:pt x="0" y="0"/>
                  </a:moveTo>
                  <a:lnTo>
                    <a:pt x="17721" y="1806"/>
                  </a:lnTo>
                  <a:lnTo>
                    <a:pt x="35442" y="3656"/>
                  </a:lnTo>
                  <a:lnTo>
                    <a:pt x="35442" y="209320"/>
                  </a:lnTo>
                  <a:lnTo>
                    <a:pt x="17721" y="209320"/>
                  </a:lnTo>
                  <a:lnTo>
                    <a:pt x="0" y="209320"/>
                  </a:lnTo>
                  <a:close/>
                </a:path>
              </a:pathLst>
            </a:custGeom>
            <a:solidFill>
              <a:srgbClr val="E0BFAC">
                <a:alpha val="100000"/>
              </a:srgbClr>
            </a:solidFill>
            <a:ln w="4762" cap="rnd">
              <a:solidFill>
                <a:srgbClr val="E0BF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g1714"/>
            <p:cNvSpPr/>
            <p:nvPr/>
          </p:nvSpPr>
          <p:spPr>
            <a:xfrm>
              <a:off x="4146349" y="4171037"/>
              <a:ext cx="17721" cy="205664"/>
            </a:xfrm>
            <a:custGeom>
              <a:avLst/>
              <a:pathLst>
                <a:path w="17721" h="205664">
                  <a:moveTo>
                    <a:pt x="0" y="0"/>
                  </a:moveTo>
                  <a:lnTo>
                    <a:pt x="17721" y="1890"/>
                  </a:lnTo>
                  <a:lnTo>
                    <a:pt x="17721" y="205664"/>
                  </a:lnTo>
                  <a:lnTo>
                    <a:pt x="0" y="205664"/>
                  </a:lnTo>
                  <a:close/>
                </a:path>
              </a:pathLst>
            </a:custGeom>
            <a:solidFill>
              <a:srgbClr val="DFBEAC">
                <a:alpha val="100000"/>
              </a:srgbClr>
            </a:solidFill>
            <a:ln w="4762" cap="rnd">
              <a:solidFill>
                <a:srgbClr val="DFBE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g1715"/>
            <p:cNvSpPr/>
            <p:nvPr/>
          </p:nvSpPr>
          <p:spPr>
            <a:xfrm>
              <a:off x="4164071" y="4172927"/>
              <a:ext cx="17721" cy="203773"/>
            </a:xfrm>
            <a:custGeom>
              <a:avLst/>
              <a:pathLst>
                <a:path w="17721" h="203773">
                  <a:moveTo>
                    <a:pt x="0" y="0"/>
                  </a:moveTo>
                  <a:lnTo>
                    <a:pt x="17721" y="1902"/>
                  </a:lnTo>
                  <a:lnTo>
                    <a:pt x="17721" y="203773"/>
                  </a:lnTo>
                  <a:lnTo>
                    <a:pt x="0" y="203773"/>
                  </a:lnTo>
                  <a:close/>
                </a:path>
              </a:pathLst>
            </a:custGeom>
            <a:solidFill>
              <a:srgbClr val="DFBEAB">
                <a:alpha val="100000"/>
              </a:srgbClr>
            </a:solidFill>
            <a:ln w="4762" cap="rnd">
              <a:solidFill>
                <a:srgbClr val="DFBE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g1716"/>
            <p:cNvSpPr/>
            <p:nvPr/>
          </p:nvSpPr>
          <p:spPr>
            <a:xfrm>
              <a:off x="4181792" y="4174830"/>
              <a:ext cx="17721" cy="201871"/>
            </a:xfrm>
            <a:custGeom>
              <a:avLst/>
              <a:pathLst>
                <a:path w="17721" h="201871">
                  <a:moveTo>
                    <a:pt x="0" y="0"/>
                  </a:moveTo>
                  <a:lnTo>
                    <a:pt x="17721" y="1913"/>
                  </a:lnTo>
                  <a:lnTo>
                    <a:pt x="17721" y="201871"/>
                  </a:lnTo>
                  <a:lnTo>
                    <a:pt x="0" y="201871"/>
                  </a:lnTo>
                  <a:close/>
                </a:path>
              </a:pathLst>
            </a:custGeom>
            <a:solidFill>
              <a:srgbClr val="DFBDAB">
                <a:alpha val="100000"/>
              </a:srgbClr>
            </a:solidFill>
            <a:ln w="4762" cap="rnd">
              <a:solidFill>
                <a:srgbClr val="DFBD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g1717"/>
            <p:cNvSpPr/>
            <p:nvPr/>
          </p:nvSpPr>
          <p:spPr>
            <a:xfrm>
              <a:off x="4199514" y="4176743"/>
              <a:ext cx="35442" cy="199957"/>
            </a:xfrm>
            <a:custGeom>
              <a:avLst/>
              <a:pathLst>
                <a:path w="35442" h="199957">
                  <a:moveTo>
                    <a:pt x="0" y="0"/>
                  </a:moveTo>
                  <a:lnTo>
                    <a:pt x="17721" y="1905"/>
                  </a:lnTo>
                  <a:lnTo>
                    <a:pt x="35442" y="3795"/>
                  </a:lnTo>
                  <a:lnTo>
                    <a:pt x="35442" y="199957"/>
                  </a:lnTo>
                  <a:lnTo>
                    <a:pt x="17721" y="199957"/>
                  </a:lnTo>
                  <a:lnTo>
                    <a:pt x="0" y="199957"/>
                  </a:lnTo>
                  <a:close/>
                </a:path>
              </a:pathLst>
            </a:custGeom>
            <a:solidFill>
              <a:srgbClr val="DFBDAA">
                <a:alpha val="100000"/>
              </a:srgbClr>
            </a:solidFill>
            <a:ln w="4762" cap="rnd">
              <a:solidFill>
                <a:srgbClr val="DFBD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g1718"/>
            <p:cNvSpPr/>
            <p:nvPr/>
          </p:nvSpPr>
          <p:spPr>
            <a:xfrm>
              <a:off x="4234956" y="4180539"/>
              <a:ext cx="17721" cy="196161"/>
            </a:xfrm>
            <a:custGeom>
              <a:avLst/>
              <a:pathLst>
                <a:path w="17721" h="196161">
                  <a:moveTo>
                    <a:pt x="0" y="0"/>
                  </a:moveTo>
                  <a:lnTo>
                    <a:pt x="17721" y="1870"/>
                  </a:lnTo>
                  <a:lnTo>
                    <a:pt x="17721" y="196161"/>
                  </a:lnTo>
                  <a:lnTo>
                    <a:pt x="0" y="196161"/>
                  </a:lnTo>
                  <a:close/>
                </a:path>
              </a:pathLst>
            </a:custGeom>
            <a:solidFill>
              <a:srgbClr val="DFBCA9">
                <a:alpha val="100000"/>
              </a:srgbClr>
            </a:solidFill>
            <a:ln w="4762" cap="rnd">
              <a:solidFill>
                <a:srgbClr val="DF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g1719"/>
            <p:cNvSpPr/>
            <p:nvPr/>
          </p:nvSpPr>
          <p:spPr>
            <a:xfrm>
              <a:off x="4252678" y="4182409"/>
              <a:ext cx="17721" cy="194291"/>
            </a:xfrm>
            <a:custGeom>
              <a:avLst/>
              <a:pathLst>
                <a:path w="17721" h="194291">
                  <a:moveTo>
                    <a:pt x="0" y="0"/>
                  </a:moveTo>
                  <a:lnTo>
                    <a:pt x="17721" y="1811"/>
                  </a:lnTo>
                  <a:lnTo>
                    <a:pt x="17721" y="194291"/>
                  </a:lnTo>
                  <a:lnTo>
                    <a:pt x="0" y="194291"/>
                  </a:lnTo>
                  <a:close/>
                </a:path>
              </a:pathLst>
            </a:custGeom>
            <a:solidFill>
              <a:srgbClr val="DEBCA9">
                <a:alpha val="100000"/>
              </a:srgbClr>
            </a:solidFill>
            <a:ln w="4762" cap="rnd">
              <a:solidFill>
                <a:srgbClr val="DE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g1720"/>
            <p:cNvSpPr/>
            <p:nvPr/>
          </p:nvSpPr>
          <p:spPr>
            <a:xfrm>
              <a:off x="4270399" y="4184220"/>
              <a:ext cx="17721" cy="192480"/>
            </a:xfrm>
            <a:custGeom>
              <a:avLst/>
              <a:pathLst>
                <a:path w="17721" h="192480">
                  <a:moveTo>
                    <a:pt x="0" y="0"/>
                  </a:moveTo>
                  <a:lnTo>
                    <a:pt x="17721" y="1766"/>
                  </a:lnTo>
                  <a:lnTo>
                    <a:pt x="17721" y="192480"/>
                  </a:lnTo>
                  <a:lnTo>
                    <a:pt x="0" y="192480"/>
                  </a:lnTo>
                  <a:close/>
                </a:path>
              </a:pathLst>
            </a:custGeom>
            <a:solidFill>
              <a:srgbClr val="DEBBA9">
                <a:alpha val="100000"/>
              </a:srgbClr>
            </a:solidFill>
            <a:ln w="4762" cap="rnd">
              <a:solidFill>
                <a:srgbClr val="DEBB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g1721"/>
            <p:cNvSpPr/>
            <p:nvPr/>
          </p:nvSpPr>
          <p:spPr>
            <a:xfrm>
              <a:off x="4288120" y="4185987"/>
              <a:ext cx="35442" cy="190713"/>
            </a:xfrm>
            <a:custGeom>
              <a:avLst/>
              <a:pathLst>
                <a:path w="35442" h="190713">
                  <a:moveTo>
                    <a:pt x="0" y="0"/>
                  </a:moveTo>
                  <a:lnTo>
                    <a:pt x="17721" y="1719"/>
                  </a:lnTo>
                  <a:lnTo>
                    <a:pt x="35442" y="3326"/>
                  </a:lnTo>
                  <a:lnTo>
                    <a:pt x="35442" y="190713"/>
                  </a:lnTo>
                  <a:lnTo>
                    <a:pt x="17721" y="190713"/>
                  </a:lnTo>
                  <a:lnTo>
                    <a:pt x="0" y="190713"/>
                  </a:lnTo>
                  <a:close/>
                </a:path>
              </a:pathLst>
            </a:custGeom>
            <a:solidFill>
              <a:srgbClr val="DEBBA8">
                <a:alpha val="100000"/>
              </a:srgbClr>
            </a:solidFill>
            <a:ln w="4762" cap="rnd">
              <a:solidFill>
                <a:srgbClr val="DEBBA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g1722"/>
            <p:cNvSpPr/>
            <p:nvPr/>
          </p:nvSpPr>
          <p:spPr>
            <a:xfrm>
              <a:off x="4323563" y="4189314"/>
              <a:ext cx="17721" cy="187386"/>
            </a:xfrm>
            <a:custGeom>
              <a:avLst/>
              <a:pathLst>
                <a:path w="17721" h="187386">
                  <a:moveTo>
                    <a:pt x="0" y="0"/>
                  </a:moveTo>
                  <a:lnTo>
                    <a:pt x="17721" y="1535"/>
                  </a:lnTo>
                  <a:lnTo>
                    <a:pt x="17721" y="187386"/>
                  </a:lnTo>
                  <a:lnTo>
                    <a:pt x="0" y="187386"/>
                  </a:lnTo>
                  <a:close/>
                </a:path>
              </a:pathLst>
            </a:custGeom>
            <a:solidFill>
              <a:srgbClr val="DEBAA7">
                <a:alpha val="100000"/>
              </a:srgbClr>
            </a:solidFill>
            <a:ln w="4762" cap="rnd">
              <a:solidFill>
                <a:srgbClr val="DE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g1723"/>
            <p:cNvSpPr/>
            <p:nvPr/>
          </p:nvSpPr>
          <p:spPr>
            <a:xfrm>
              <a:off x="4341285" y="4190850"/>
              <a:ext cx="17721" cy="185850"/>
            </a:xfrm>
            <a:custGeom>
              <a:avLst/>
              <a:pathLst>
                <a:path w="17721" h="185850">
                  <a:moveTo>
                    <a:pt x="0" y="0"/>
                  </a:moveTo>
                  <a:lnTo>
                    <a:pt x="17721" y="1463"/>
                  </a:lnTo>
                  <a:lnTo>
                    <a:pt x="17721" y="185850"/>
                  </a:lnTo>
                  <a:lnTo>
                    <a:pt x="0" y="185850"/>
                  </a:lnTo>
                  <a:close/>
                </a:path>
              </a:pathLst>
            </a:custGeom>
            <a:solidFill>
              <a:srgbClr val="DDBAA7">
                <a:alpha val="100000"/>
              </a:srgbClr>
            </a:solidFill>
            <a:ln w="4762" cap="rnd">
              <a:solidFill>
                <a:srgbClr val="DD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g1724"/>
            <p:cNvSpPr/>
            <p:nvPr/>
          </p:nvSpPr>
          <p:spPr>
            <a:xfrm>
              <a:off x="4359006" y="4192314"/>
              <a:ext cx="17721" cy="184386"/>
            </a:xfrm>
            <a:custGeom>
              <a:avLst/>
              <a:pathLst>
                <a:path w="17721" h="184386">
                  <a:moveTo>
                    <a:pt x="0" y="0"/>
                  </a:moveTo>
                  <a:lnTo>
                    <a:pt x="17721" y="1298"/>
                  </a:lnTo>
                  <a:lnTo>
                    <a:pt x="17721" y="184386"/>
                  </a:lnTo>
                  <a:lnTo>
                    <a:pt x="0" y="184386"/>
                  </a:lnTo>
                  <a:close/>
                </a:path>
              </a:pathLst>
            </a:custGeom>
            <a:solidFill>
              <a:srgbClr val="DDB9A7">
                <a:alpha val="100000"/>
              </a:srgbClr>
            </a:solidFill>
            <a:ln w="4762" cap="rnd">
              <a:solidFill>
                <a:srgbClr val="DDB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g1725"/>
            <p:cNvSpPr/>
            <p:nvPr/>
          </p:nvSpPr>
          <p:spPr>
            <a:xfrm>
              <a:off x="4376727" y="4193613"/>
              <a:ext cx="35442" cy="183087"/>
            </a:xfrm>
            <a:custGeom>
              <a:avLst/>
              <a:pathLst>
                <a:path w="35442" h="183087">
                  <a:moveTo>
                    <a:pt x="0" y="0"/>
                  </a:moveTo>
                  <a:lnTo>
                    <a:pt x="17721" y="1202"/>
                  </a:lnTo>
                  <a:lnTo>
                    <a:pt x="35442" y="2307"/>
                  </a:lnTo>
                  <a:lnTo>
                    <a:pt x="35442" y="183087"/>
                  </a:lnTo>
                  <a:lnTo>
                    <a:pt x="17721" y="183087"/>
                  </a:lnTo>
                  <a:lnTo>
                    <a:pt x="0" y="183087"/>
                  </a:lnTo>
                  <a:close/>
                </a:path>
              </a:pathLst>
            </a:custGeom>
            <a:solidFill>
              <a:srgbClr val="DDB9A6">
                <a:alpha val="100000"/>
              </a:srgbClr>
            </a:solidFill>
            <a:ln w="4762" cap="rnd">
              <a:solidFill>
                <a:srgbClr val="DDB9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g1726"/>
            <p:cNvSpPr/>
            <p:nvPr/>
          </p:nvSpPr>
          <p:spPr>
            <a:xfrm>
              <a:off x="4412170" y="4195921"/>
              <a:ext cx="17721" cy="180780"/>
            </a:xfrm>
            <a:custGeom>
              <a:avLst/>
              <a:pathLst>
                <a:path w="17721" h="180780">
                  <a:moveTo>
                    <a:pt x="0" y="0"/>
                  </a:moveTo>
                  <a:lnTo>
                    <a:pt x="17721" y="899"/>
                  </a:lnTo>
                  <a:lnTo>
                    <a:pt x="17721" y="180780"/>
                  </a:lnTo>
                  <a:lnTo>
                    <a:pt x="0" y="180780"/>
                  </a:lnTo>
                  <a:close/>
                </a:path>
              </a:pathLst>
            </a:custGeom>
            <a:solidFill>
              <a:srgbClr val="DDB8A5">
                <a:alpha val="100000"/>
              </a:srgbClr>
            </a:solidFill>
            <a:ln w="4762" cap="rnd">
              <a:solidFill>
                <a:srgbClr val="DD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g1727"/>
            <p:cNvSpPr/>
            <p:nvPr/>
          </p:nvSpPr>
          <p:spPr>
            <a:xfrm>
              <a:off x="4429891" y="4196820"/>
              <a:ext cx="17721" cy="179880"/>
            </a:xfrm>
            <a:custGeom>
              <a:avLst/>
              <a:pathLst>
                <a:path w="17721" h="179880">
                  <a:moveTo>
                    <a:pt x="0" y="0"/>
                  </a:moveTo>
                  <a:lnTo>
                    <a:pt x="17721" y="775"/>
                  </a:lnTo>
                  <a:lnTo>
                    <a:pt x="17721" y="179880"/>
                  </a:lnTo>
                  <a:lnTo>
                    <a:pt x="0" y="179880"/>
                  </a:lnTo>
                  <a:close/>
                </a:path>
              </a:pathLst>
            </a:custGeom>
            <a:solidFill>
              <a:srgbClr val="DCB8A5">
                <a:alpha val="100000"/>
              </a:srgbClr>
            </a:solidFill>
            <a:ln w="4762" cap="rnd">
              <a:solidFill>
                <a:srgbClr val="DC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g1728"/>
            <p:cNvSpPr/>
            <p:nvPr/>
          </p:nvSpPr>
          <p:spPr>
            <a:xfrm>
              <a:off x="4447613" y="4197596"/>
              <a:ext cx="53164" cy="179105"/>
            </a:xfrm>
            <a:custGeom>
              <a:avLst/>
              <a:pathLst>
                <a:path w="53164" h="179105">
                  <a:moveTo>
                    <a:pt x="0" y="0"/>
                  </a:moveTo>
                  <a:lnTo>
                    <a:pt x="17721" y="656"/>
                  </a:lnTo>
                  <a:lnTo>
                    <a:pt x="35442" y="1073"/>
                  </a:lnTo>
                  <a:lnTo>
                    <a:pt x="53164" y="1341"/>
                  </a:lnTo>
                  <a:lnTo>
                    <a:pt x="53164" y="179105"/>
                  </a:lnTo>
                  <a:lnTo>
                    <a:pt x="35442" y="179105"/>
                  </a:lnTo>
                  <a:lnTo>
                    <a:pt x="17721" y="179105"/>
                  </a:lnTo>
                  <a:lnTo>
                    <a:pt x="0" y="179105"/>
                  </a:lnTo>
                  <a:close/>
                </a:path>
              </a:pathLst>
            </a:custGeom>
            <a:solidFill>
              <a:srgbClr val="DCB7A4">
                <a:alpha val="100000"/>
              </a:srgbClr>
            </a:solidFill>
            <a:ln w="4762" cap="rnd">
              <a:solidFill>
                <a:srgbClr val="DCB7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g1729"/>
            <p:cNvSpPr/>
            <p:nvPr/>
          </p:nvSpPr>
          <p:spPr>
            <a:xfrm>
              <a:off x="4500777" y="4198937"/>
              <a:ext cx="17721" cy="177763"/>
            </a:xfrm>
            <a:custGeom>
              <a:avLst/>
              <a:pathLst>
                <a:path w="17721" h="177763">
                  <a:moveTo>
                    <a:pt x="0" y="0"/>
                  </a:moveTo>
                  <a:lnTo>
                    <a:pt x="17721" y="130"/>
                  </a:lnTo>
                  <a:lnTo>
                    <a:pt x="17721" y="177763"/>
                  </a:lnTo>
                  <a:lnTo>
                    <a:pt x="0" y="177763"/>
                  </a:lnTo>
                  <a:close/>
                </a:path>
              </a:pathLst>
            </a:custGeom>
            <a:solidFill>
              <a:srgbClr val="DCB6A3">
                <a:alpha val="100000"/>
              </a:srgbClr>
            </a:solidFill>
            <a:ln w="4762" cap="rnd">
              <a:solidFill>
                <a:srgbClr val="DC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g1730"/>
            <p:cNvSpPr/>
            <p:nvPr/>
          </p:nvSpPr>
          <p:spPr>
            <a:xfrm>
              <a:off x="4518498" y="4198933"/>
              <a:ext cx="17721" cy="177768"/>
            </a:xfrm>
            <a:custGeom>
              <a:avLst/>
              <a:pathLst>
                <a:path w="17721" h="177768">
                  <a:moveTo>
                    <a:pt x="0" y="134"/>
                  </a:moveTo>
                  <a:lnTo>
                    <a:pt x="17721" y="0"/>
                  </a:lnTo>
                  <a:lnTo>
                    <a:pt x="17721" y="177768"/>
                  </a:lnTo>
                  <a:lnTo>
                    <a:pt x="0" y="177768"/>
                  </a:lnTo>
                  <a:close/>
                </a:path>
              </a:pathLst>
            </a:custGeom>
            <a:solidFill>
              <a:srgbClr val="DBB6A3">
                <a:alpha val="100000"/>
              </a:srgbClr>
            </a:solidFill>
            <a:ln w="4762" cap="rnd">
              <a:solidFill>
                <a:srgbClr val="DB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g1731"/>
            <p:cNvSpPr/>
            <p:nvPr/>
          </p:nvSpPr>
          <p:spPr>
            <a:xfrm>
              <a:off x="4536220" y="4198169"/>
              <a:ext cx="35442" cy="178531"/>
            </a:xfrm>
            <a:custGeom>
              <a:avLst/>
              <a:pathLst>
                <a:path w="35442" h="178531">
                  <a:moveTo>
                    <a:pt x="0" y="763"/>
                  </a:moveTo>
                  <a:lnTo>
                    <a:pt x="17721" y="458"/>
                  </a:lnTo>
                  <a:lnTo>
                    <a:pt x="35442" y="0"/>
                  </a:lnTo>
                  <a:lnTo>
                    <a:pt x="35442" y="178531"/>
                  </a:lnTo>
                  <a:lnTo>
                    <a:pt x="17721" y="178531"/>
                  </a:lnTo>
                  <a:lnTo>
                    <a:pt x="0" y="178531"/>
                  </a:lnTo>
                  <a:close/>
                </a:path>
              </a:pathLst>
            </a:custGeom>
            <a:solidFill>
              <a:srgbClr val="DBB5A2">
                <a:alpha val="100000"/>
              </a:srgbClr>
            </a:solidFill>
            <a:ln w="4762" cap="rnd">
              <a:solidFill>
                <a:srgbClr val="DBB5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g1732"/>
            <p:cNvSpPr/>
            <p:nvPr/>
          </p:nvSpPr>
          <p:spPr>
            <a:xfrm>
              <a:off x="4571662" y="4197430"/>
              <a:ext cx="17721" cy="179270"/>
            </a:xfrm>
            <a:custGeom>
              <a:avLst/>
              <a:pathLst>
                <a:path w="17721" h="179270">
                  <a:moveTo>
                    <a:pt x="0" y="738"/>
                  </a:moveTo>
                  <a:lnTo>
                    <a:pt x="17721" y="0"/>
                  </a:lnTo>
                  <a:lnTo>
                    <a:pt x="17721" y="179270"/>
                  </a:lnTo>
                  <a:lnTo>
                    <a:pt x="0" y="179270"/>
                  </a:lnTo>
                  <a:close/>
                </a:path>
              </a:pathLst>
            </a:custGeom>
            <a:solidFill>
              <a:srgbClr val="DBB5A1">
                <a:alpha val="100000"/>
              </a:srgbClr>
            </a:solidFill>
            <a:ln w="4762" cap="rnd">
              <a:solidFill>
                <a:srgbClr val="DBB5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g1733"/>
            <p:cNvSpPr/>
            <p:nvPr/>
          </p:nvSpPr>
          <p:spPr>
            <a:xfrm>
              <a:off x="4589384" y="4196502"/>
              <a:ext cx="17721" cy="180198"/>
            </a:xfrm>
            <a:custGeom>
              <a:avLst/>
              <a:pathLst>
                <a:path w="17721" h="180198">
                  <a:moveTo>
                    <a:pt x="0" y="928"/>
                  </a:moveTo>
                  <a:lnTo>
                    <a:pt x="17721" y="0"/>
                  </a:lnTo>
                  <a:lnTo>
                    <a:pt x="17721" y="180198"/>
                  </a:lnTo>
                  <a:lnTo>
                    <a:pt x="0" y="180198"/>
                  </a:lnTo>
                  <a:close/>
                </a:path>
              </a:pathLst>
            </a:custGeom>
            <a:solidFill>
              <a:srgbClr val="DBB4A1">
                <a:alpha val="100000"/>
              </a:srgbClr>
            </a:solidFill>
            <a:ln w="4762" cap="rnd">
              <a:solidFill>
                <a:srgbClr val="DB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g1734"/>
            <p:cNvSpPr/>
            <p:nvPr/>
          </p:nvSpPr>
          <p:spPr>
            <a:xfrm>
              <a:off x="4607105" y="4195411"/>
              <a:ext cx="17721" cy="181289"/>
            </a:xfrm>
            <a:custGeom>
              <a:avLst/>
              <a:pathLst>
                <a:path w="17721" h="181289">
                  <a:moveTo>
                    <a:pt x="0" y="1090"/>
                  </a:moveTo>
                  <a:lnTo>
                    <a:pt x="17721" y="0"/>
                  </a:lnTo>
                  <a:lnTo>
                    <a:pt x="17721" y="181289"/>
                  </a:lnTo>
                  <a:lnTo>
                    <a:pt x="0" y="181289"/>
                  </a:lnTo>
                  <a:close/>
                </a:path>
              </a:pathLst>
            </a:custGeom>
            <a:solidFill>
              <a:srgbClr val="DAB4A1">
                <a:alpha val="100000"/>
              </a:srgbClr>
            </a:solidFill>
            <a:ln w="4762" cap="rnd">
              <a:solidFill>
                <a:srgbClr val="DA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g1735"/>
            <p:cNvSpPr/>
            <p:nvPr/>
          </p:nvSpPr>
          <p:spPr>
            <a:xfrm>
              <a:off x="4624826" y="4192451"/>
              <a:ext cx="35442" cy="184250"/>
            </a:xfrm>
            <a:custGeom>
              <a:avLst/>
              <a:pathLst>
                <a:path w="35442" h="184250">
                  <a:moveTo>
                    <a:pt x="0" y="2960"/>
                  </a:moveTo>
                  <a:lnTo>
                    <a:pt x="17721" y="1582"/>
                  </a:lnTo>
                  <a:lnTo>
                    <a:pt x="35442" y="0"/>
                  </a:lnTo>
                  <a:lnTo>
                    <a:pt x="35442" y="184250"/>
                  </a:lnTo>
                  <a:lnTo>
                    <a:pt x="17721" y="184250"/>
                  </a:lnTo>
                  <a:lnTo>
                    <a:pt x="0" y="184250"/>
                  </a:lnTo>
                  <a:close/>
                </a:path>
              </a:pathLst>
            </a:custGeom>
            <a:solidFill>
              <a:srgbClr val="DAB3A0">
                <a:alpha val="100000"/>
              </a:srgbClr>
            </a:solidFill>
            <a:ln w="4762" cap="rnd">
              <a:solidFill>
                <a:srgbClr val="DAB3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g1736"/>
            <p:cNvSpPr/>
            <p:nvPr/>
          </p:nvSpPr>
          <p:spPr>
            <a:xfrm>
              <a:off x="4660269" y="4190701"/>
              <a:ext cx="17721" cy="186000"/>
            </a:xfrm>
            <a:custGeom>
              <a:avLst/>
              <a:pathLst>
                <a:path w="17721" h="186000">
                  <a:moveTo>
                    <a:pt x="0" y="1749"/>
                  </a:moveTo>
                  <a:lnTo>
                    <a:pt x="17721" y="0"/>
                  </a:lnTo>
                  <a:lnTo>
                    <a:pt x="17721" y="186000"/>
                  </a:lnTo>
                  <a:lnTo>
                    <a:pt x="0" y="186000"/>
                  </a:lnTo>
                  <a:close/>
                </a:path>
              </a:pathLst>
            </a:custGeom>
            <a:solidFill>
              <a:srgbClr val="DAB39F">
                <a:alpha val="100000"/>
              </a:srgbClr>
            </a:solidFill>
            <a:ln w="4762" cap="rnd">
              <a:solidFill>
                <a:srgbClr val="DAB3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g1737"/>
            <p:cNvSpPr/>
            <p:nvPr/>
          </p:nvSpPr>
          <p:spPr>
            <a:xfrm>
              <a:off x="4677991" y="4188665"/>
              <a:ext cx="17721" cy="188036"/>
            </a:xfrm>
            <a:custGeom>
              <a:avLst/>
              <a:pathLst>
                <a:path w="17721" h="188036">
                  <a:moveTo>
                    <a:pt x="0" y="2035"/>
                  </a:moveTo>
                  <a:lnTo>
                    <a:pt x="17721" y="0"/>
                  </a:lnTo>
                  <a:lnTo>
                    <a:pt x="17721" y="188036"/>
                  </a:lnTo>
                  <a:lnTo>
                    <a:pt x="0" y="188036"/>
                  </a:lnTo>
                  <a:close/>
                </a:path>
              </a:pathLst>
            </a:custGeom>
            <a:solidFill>
              <a:srgbClr val="DAB29F">
                <a:alpha val="100000"/>
              </a:srgbClr>
            </a:solidFill>
            <a:ln w="4762" cap="rnd">
              <a:solidFill>
                <a:srgbClr val="DA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g1738"/>
            <p:cNvSpPr/>
            <p:nvPr/>
          </p:nvSpPr>
          <p:spPr>
            <a:xfrm>
              <a:off x="4695712" y="4186416"/>
              <a:ext cx="17721" cy="190284"/>
            </a:xfrm>
            <a:custGeom>
              <a:avLst/>
              <a:pathLst>
                <a:path w="17721" h="190284">
                  <a:moveTo>
                    <a:pt x="0" y="2248"/>
                  </a:moveTo>
                  <a:lnTo>
                    <a:pt x="17721" y="0"/>
                  </a:lnTo>
                  <a:lnTo>
                    <a:pt x="17721" y="190284"/>
                  </a:lnTo>
                  <a:lnTo>
                    <a:pt x="0" y="190284"/>
                  </a:lnTo>
                  <a:close/>
                </a:path>
              </a:pathLst>
            </a:custGeom>
            <a:solidFill>
              <a:srgbClr val="D9B29F">
                <a:alpha val="100000"/>
              </a:srgbClr>
            </a:solidFill>
            <a:ln w="4762" cap="rnd">
              <a:solidFill>
                <a:srgbClr val="D9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g1739"/>
            <p:cNvSpPr/>
            <p:nvPr/>
          </p:nvSpPr>
          <p:spPr>
            <a:xfrm>
              <a:off x="4713433" y="4181306"/>
              <a:ext cx="35442" cy="195394"/>
            </a:xfrm>
            <a:custGeom>
              <a:avLst/>
              <a:pathLst>
                <a:path w="35442" h="195394">
                  <a:moveTo>
                    <a:pt x="0" y="5109"/>
                  </a:moveTo>
                  <a:lnTo>
                    <a:pt x="17721" y="2693"/>
                  </a:lnTo>
                  <a:lnTo>
                    <a:pt x="35442" y="0"/>
                  </a:lnTo>
                  <a:lnTo>
                    <a:pt x="35442" y="195394"/>
                  </a:lnTo>
                  <a:lnTo>
                    <a:pt x="17721" y="195394"/>
                  </a:lnTo>
                  <a:lnTo>
                    <a:pt x="0" y="195394"/>
                  </a:lnTo>
                  <a:close/>
                </a:path>
              </a:pathLst>
            </a:custGeom>
            <a:solidFill>
              <a:srgbClr val="D9B19E">
                <a:alpha val="100000"/>
              </a:srgbClr>
            </a:solidFill>
            <a:ln w="4762" cap="rnd">
              <a:solidFill>
                <a:srgbClr val="D9B1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g1740"/>
            <p:cNvSpPr/>
            <p:nvPr/>
          </p:nvSpPr>
          <p:spPr>
            <a:xfrm>
              <a:off x="4748876" y="4178398"/>
              <a:ext cx="17721" cy="198302"/>
            </a:xfrm>
            <a:custGeom>
              <a:avLst/>
              <a:pathLst>
                <a:path w="17721" h="198302">
                  <a:moveTo>
                    <a:pt x="0" y="2908"/>
                  </a:moveTo>
                  <a:lnTo>
                    <a:pt x="17721" y="0"/>
                  </a:lnTo>
                  <a:lnTo>
                    <a:pt x="17721" y="198302"/>
                  </a:lnTo>
                  <a:lnTo>
                    <a:pt x="0" y="198302"/>
                  </a:lnTo>
                  <a:close/>
                </a:path>
              </a:pathLst>
            </a:custGeom>
            <a:solidFill>
              <a:srgbClr val="D9B19D">
                <a:alpha val="100000"/>
              </a:srgbClr>
            </a:solidFill>
            <a:ln w="4762" cap="rnd">
              <a:solidFill>
                <a:srgbClr val="D9B1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g1741"/>
            <p:cNvSpPr/>
            <p:nvPr/>
          </p:nvSpPr>
          <p:spPr>
            <a:xfrm>
              <a:off x="4766597" y="4175326"/>
              <a:ext cx="17721" cy="201375"/>
            </a:xfrm>
            <a:custGeom>
              <a:avLst/>
              <a:pathLst>
                <a:path w="17721" h="201375">
                  <a:moveTo>
                    <a:pt x="0" y="3072"/>
                  </a:moveTo>
                  <a:lnTo>
                    <a:pt x="17721" y="0"/>
                  </a:lnTo>
                  <a:lnTo>
                    <a:pt x="17721" y="201375"/>
                  </a:lnTo>
                  <a:lnTo>
                    <a:pt x="0" y="201375"/>
                  </a:lnTo>
                  <a:close/>
                </a:path>
              </a:pathLst>
            </a:custGeom>
            <a:solidFill>
              <a:srgbClr val="D9B09D">
                <a:alpha val="100000"/>
              </a:srgbClr>
            </a:solidFill>
            <a:ln w="4762" cap="rnd">
              <a:solidFill>
                <a:srgbClr val="D9B0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g1742"/>
            <p:cNvSpPr/>
            <p:nvPr/>
          </p:nvSpPr>
          <p:spPr>
            <a:xfrm>
              <a:off x="4784319" y="4168448"/>
              <a:ext cx="35442" cy="208252"/>
            </a:xfrm>
            <a:custGeom>
              <a:avLst/>
              <a:pathLst>
                <a:path w="35442" h="208252">
                  <a:moveTo>
                    <a:pt x="0" y="6877"/>
                  </a:moveTo>
                  <a:lnTo>
                    <a:pt x="17721" y="3544"/>
                  </a:lnTo>
                  <a:lnTo>
                    <a:pt x="35442" y="0"/>
                  </a:lnTo>
                  <a:lnTo>
                    <a:pt x="35442" y="208252"/>
                  </a:lnTo>
                  <a:lnTo>
                    <a:pt x="17721" y="208252"/>
                  </a:lnTo>
                  <a:lnTo>
                    <a:pt x="0" y="208252"/>
                  </a:lnTo>
                  <a:close/>
                </a:path>
              </a:pathLst>
            </a:custGeom>
            <a:solidFill>
              <a:srgbClr val="D8B09C">
                <a:alpha val="100000"/>
              </a:srgbClr>
            </a:solidFill>
            <a:ln w="4762" cap="rnd">
              <a:solidFill>
                <a:srgbClr val="D8B0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g1743"/>
            <p:cNvSpPr/>
            <p:nvPr/>
          </p:nvSpPr>
          <p:spPr>
            <a:xfrm>
              <a:off x="4819761" y="4164748"/>
              <a:ext cx="17721" cy="211952"/>
            </a:xfrm>
            <a:custGeom>
              <a:avLst/>
              <a:pathLst>
                <a:path w="17721" h="211952">
                  <a:moveTo>
                    <a:pt x="0" y="3700"/>
                  </a:moveTo>
                  <a:lnTo>
                    <a:pt x="17721" y="0"/>
                  </a:lnTo>
                  <a:lnTo>
                    <a:pt x="17721" y="211952"/>
                  </a:lnTo>
                  <a:lnTo>
                    <a:pt x="0" y="211952"/>
                  </a:lnTo>
                  <a:close/>
                </a:path>
              </a:pathLst>
            </a:custGeom>
            <a:solidFill>
              <a:srgbClr val="D8AF9C">
                <a:alpha val="100000"/>
              </a:srgbClr>
            </a:solidFill>
            <a:ln w="4762" cap="rnd">
              <a:solidFill>
                <a:srgbClr val="D8AF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g1744"/>
            <p:cNvSpPr/>
            <p:nvPr/>
          </p:nvSpPr>
          <p:spPr>
            <a:xfrm>
              <a:off x="4837483" y="4160810"/>
              <a:ext cx="17721" cy="215890"/>
            </a:xfrm>
            <a:custGeom>
              <a:avLst/>
              <a:pathLst>
                <a:path w="17721" h="215890">
                  <a:moveTo>
                    <a:pt x="0" y="3938"/>
                  </a:moveTo>
                  <a:lnTo>
                    <a:pt x="17721" y="0"/>
                  </a:lnTo>
                  <a:lnTo>
                    <a:pt x="17721" y="215890"/>
                  </a:lnTo>
                  <a:lnTo>
                    <a:pt x="0" y="215890"/>
                  </a:lnTo>
                  <a:close/>
                </a:path>
              </a:pathLst>
            </a:custGeom>
            <a:solidFill>
              <a:srgbClr val="D8AF9B">
                <a:alpha val="100000"/>
              </a:srgbClr>
            </a:solidFill>
            <a:ln w="4762" cap="rnd">
              <a:solidFill>
                <a:srgbClr val="D8AF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g1745"/>
            <p:cNvSpPr/>
            <p:nvPr/>
          </p:nvSpPr>
          <p:spPr>
            <a:xfrm>
              <a:off x="4855204" y="4156669"/>
              <a:ext cx="17721" cy="220031"/>
            </a:xfrm>
            <a:custGeom>
              <a:avLst/>
              <a:pathLst>
                <a:path w="17721" h="220031">
                  <a:moveTo>
                    <a:pt x="0" y="4141"/>
                  </a:moveTo>
                  <a:lnTo>
                    <a:pt x="17721" y="0"/>
                  </a:lnTo>
                  <a:lnTo>
                    <a:pt x="17721" y="220031"/>
                  </a:lnTo>
                  <a:lnTo>
                    <a:pt x="0" y="220031"/>
                  </a:lnTo>
                  <a:close/>
                </a:path>
              </a:pathLst>
            </a:custGeom>
            <a:solidFill>
              <a:srgbClr val="D8AE9B">
                <a:alpha val="100000"/>
              </a:srgbClr>
            </a:solidFill>
            <a:ln w="4762" cap="rnd">
              <a:solidFill>
                <a:srgbClr val="D8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g1746"/>
            <p:cNvSpPr/>
            <p:nvPr/>
          </p:nvSpPr>
          <p:spPr>
            <a:xfrm>
              <a:off x="4872926" y="4147890"/>
              <a:ext cx="35442" cy="228811"/>
            </a:xfrm>
            <a:custGeom>
              <a:avLst/>
              <a:pathLst>
                <a:path w="35442" h="228811">
                  <a:moveTo>
                    <a:pt x="0" y="8779"/>
                  </a:moveTo>
                  <a:lnTo>
                    <a:pt x="17721" y="4495"/>
                  </a:lnTo>
                  <a:lnTo>
                    <a:pt x="35442" y="0"/>
                  </a:lnTo>
                  <a:lnTo>
                    <a:pt x="35442" y="228811"/>
                  </a:lnTo>
                  <a:lnTo>
                    <a:pt x="17721" y="228811"/>
                  </a:lnTo>
                  <a:lnTo>
                    <a:pt x="0" y="228811"/>
                  </a:lnTo>
                  <a:close/>
                </a:path>
              </a:pathLst>
            </a:custGeom>
            <a:solidFill>
              <a:srgbClr val="D7AE9A">
                <a:alpha val="100000"/>
              </a:srgbClr>
            </a:solidFill>
            <a:ln w="4762" cap="rnd">
              <a:solidFill>
                <a:srgbClr val="D7AE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g1747"/>
            <p:cNvSpPr/>
            <p:nvPr/>
          </p:nvSpPr>
          <p:spPr>
            <a:xfrm>
              <a:off x="4908368" y="4143206"/>
              <a:ext cx="17721" cy="233494"/>
            </a:xfrm>
            <a:custGeom>
              <a:avLst/>
              <a:pathLst>
                <a:path w="17721" h="233494">
                  <a:moveTo>
                    <a:pt x="0" y="4683"/>
                  </a:moveTo>
                  <a:lnTo>
                    <a:pt x="17721" y="0"/>
                  </a:lnTo>
                  <a:lnTo>
                    <a:pt x="17721" y="233494"/>
                  </a:lnTo>
                  <a:lnTo>
                    <a:pt x="0" y="233494"/>
                  </a:lnTo>
                  <a:close/>
                </a:path>
              </a:pathLst>
            </a:custGeom>
            <a:solidFill>
              <a:srgbClr val="D7AD9A">
                <a:alpha val="100000"/>
              </a:srgbClr>
            </a:solidFill>
            <a:ln w="4762" cap="rnd">
              <a:solidFill>
                <a:srgbClr val="D7A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g1748"/>
            <p:cNvSpPr/>
            <p:nvPr/>
          </p:nvSpPr>
          <p:spPr>
            <a:xfrm>
              <a:off x="4926090" y="4138396"/>
              <a:ext cx="17721" cy="238305"/>
            </a:xfrm>
            <a:custGeom>
              <a:avLst/>
              <a:pathLst>
                <a:path w="17721" h="238305">
                  <a:moveTo>
                    <a:pt x="0" y="4810"/>
                  </a:moveTo>
                  <a:lnTo>
                    <a:pt x="17721" y="0"/>
                  </a:lnTo>
                  <a:lnTo>
                    <a:pt x="17721" y="238305"/>
                  </a:lnTo>
                  <a:lnTo>
                    <a:pt x="0" y="238305"/>
                  </a:lnTo>
                  <a:close/>
                </a:path>
              </a:pathLst>
            </a:custGeom>
            <a:solidFill>
              <a:srgbClr val="D7AD99">
                <a:alpha val="100000"/>
              </a:srgbClr>
            </a:solidFill>
            <a:ln w="4762" cap="rnd">
              <a:solidFill>
                <a:srgbClr val="D7AD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g1749"/>
            <p:cNvSpPr/>
            <p:nvPr/>
          </p:nvSpPr>
          <p:spPr>
            <a:xfrm>
              <a:off x="4943811" y="4133403"/>
              <a:ext cx="17721" cy="243297"/>
            </a:xfrm>
            <a:custGeom>
              <a:avLst/>
              <a:pathLst>
                <a:path w="17721" h="243297">
                  <a:moveTo>
                    <a:pt x="0" y="4992"/>
                  </a:moveTo>
                  <a:lnTo>
                    <a:pt x="17721" y="0"/>
                  </a:lnTo>
                  <a:lnTo>
                    <a:pt x="17721" y="243297"/>
                  </a:lnTo>
                  <a:lnTo>
                    <a:pt x="0" y="243297"/>
                  </a:lnTo>
                  <a:close/>
                </a:path>
              </a:pathLst>
            </a:custGeom>
            <a:solidFill>
              <a:srgbClr val="D7AC99">
                <a:alpha val="100000"/>
              </a:srgbClr>
            </a:solidFill>
            <a:ln w="4762" cap="rnd">
              <a:solidFill>
                <a:srgbClr val="D7AC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g1750"/>
            <p:cNvSpPr/>
            <p:nvPr/>
          </p:nvSpPr>
          <p:spPr>
            <a:xfrm>
              <a:off x="4961532" y="4122974"/>
              <a:ext cx="35442" cy="253726"/>
            </a:xfrm>
            <a:custGeom>
              <a:avLst/>
              <a:pathLst>
                <a:path w="35442" h="253726">
                  <a:moveTo>
                    <a:pt x="0" y="10429"/>
                  </a:moveTo>
                  <a:lnTo>
                    <a:pt x="17721" y="5268"/>
                  </a:lnTo>
                  <a:lnTo>
                    <a:pt x="35442" y="0"/>
                  </a:lnTo>
                  <a:lnTo>
                    <a:pt x="35442" y="253726"/>
                  </a:lnTo>
                  <a:lnTo>
                    <a:pt x="17721" y="253726"/>
                  </a:lnTo>
                  <a:lnTo>
                    <a:pt x="0" y="253726"/>
                  </a:lnTo>
                  <a:close/>
                </a:path>
              </a:pathLst>
            </a:custGeom>
            <a:solidFill>
              <a:srgbClr val="D6AC98">
                <a:alpha val="100000"/>
              </a:srgbClr>
            </a:solidFill>
            <a:ln w="4762" cap="rnd">
              <a:solidFill>
                <a:srgbClr val="D6AC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g1751"/>
            <p:cNvSpPr/>
            <p:nvPr/>
          </p:nvSpPr>
          <p:spPr>
            <a:xfrm>
              <a:off x="4996975" y="4111994"/>
              <a:ext cx="35442" cy="264706"/>
            </a:xfrm>
            <a:custGeom>
              <a:avLst/>
              <a:pathLst>
                <a:path w="35442" h="264706">
                  <a:moveTo>
                    <a:pt x="0" y="10980"/>
                  </a:moveTo>
                  <a:lnTo>
                    <a:pt x="17721" y="5562"/>
                  </a:lnTo>
                  <a:lnTo>
                    <a:pt x="35442" y="0"/>
                  </a:lnTo>
                  <a:lnTo>
                    <a:pt x="35442" y="264706"/>
                  </a:lnTo>
                  <a:lnTo>
                    <a:pt x="17721" y="264706"/>
                  </a:lnTo>
                  <a:lnTo>
                    <a:pt x="0" y="264706"/>
                  </a:lnTo>
                  <a:close/>
                </a:path>
              </a:pathLst>
            </a:custGeom>
            <a:solidFill>
              <a:srgbClr val="D6AB97">
                <a:alpha val="100000"/>
              </a:srgbClr>
            </a:solidFill>
            <a:ln w="4762" cap="rnd">
              <a:solidFill>
                <a:srgbClr val="D6AB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g1752"/>
            <p:cNvSpPr/>
            <p:nvPr/>
          </p:nvSpPr>
          <p:spPr>
            <a:xfrm>
              <a:off x="5032418" y="4106343"/>
              <a:ext cx="17721" cy="270357"/>
            </a:xfrm>
            <a:custGeom>
              <a:avLst/>
              <a:pathLst>
                <a:path w="17721" h="270357">
                  <a:moveTo>
                    <a:pt x="0" y="5650"/>
                  </a:moveTo>
                  <a:lnTo>
                    <a:pt x="17721" y="0"/>
                  </a:lnTo>
                  <a:lnTo>
                    <a:pt x="17721" y="270357"/>
                  </a:lnTo>
                  <a:lnTo>
                    <a:pt x="0" y="270357"/>
                  </a:lnTo>
                  <a:close/>
                </a:path>
              </a:pathLst>
            </a:custGeom>
            <a:solidFill>
              <a:srgbClr val="D6AA97">
                <a:alpha val="100000"/>
              </a:srgbClr>
            </a:solidFill>
            <a:ln w="4762" cap="rnd">
              <a:solidFill>
                <a:srgbClr val="D6AA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g1753"/>
            <p:cNvSpPr/>
            <p:nvPr/>
          </p:nvSpPr>
          <p:spPr>
            <a:xfrm>
              <a:off x="5050139" y="4094693"/>
              <a:ext cx="35442" cy="282008"/>
            </a:xfrm>
            <a:custGeom>
              <a:avLst/>
              <a:pathLst>
                <a:path w="35442" h="282008">
                  <a:moveTo>
                    <a:pt x="0" y="11650"/>
                  </a:moveTo>
                  <a:lnTo>
                    <a:pt x="17721" y="5883"/>
                  </a:lnTo>
                  <a:lnTo>
                    <a:pt x="35442" y="0"/>
                  </a:lnTo>
                  <a:lnTo>
                    <a:pt x="35442" y="282008"/>
                  </a:lnTo>
                  <a:lnTo>
                    <a:pt x="17721" y="282008"/>
                  </a:lnTo>
                  <a:lnTo>
                    <a:pt x="0" y="282008"/>
                  </a:lnTo>
                  <a:close/>
                </a:path>
              </a:pathLst>
            </a:custGeom>
            <a:solidFill>
              <a:srgbClr val="D5AA96">
                <a:alpha val="100000"/>
              </a:srgbClr>
            </a:solidFill>
            <a:ln w="4762" cap="rnd">
              <a:solidFill>
                <a:srgbClr val="D5AA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g1754"/>
            <p:cNvSpPr/>
            <p:nvPr/>
          </p:nvSpPr>
          <p:spPr>
            <a:xfrm>
              <a:off x="5085582" y="4082707"/>
              <a:ext cx="35442" cy="293993"/>
            </a:xfrm>
            <a:custGeom>
              <a:avLst/>
              <a:pathLst>
                <a:path w="35442" h="293993">
                  <a:moveTo>
                    <a:pt x="0" y="11985"/>
                  </a:moveTo>
                  <a:lnTo>
                    <a:pt x="17721" y="6035"/>
                  </a:lnTo>
                  <a:lnTo>
                    <a:pt x="35442" y="0"/>
                  </a:lnTo>
                  <a:lnTo>
                    <a:pt x="35442" y="293993"/>
                  </a:lnTo>
                  <a:lnTo>
                    <a:pt x="17721" y="293993"/>
                  </a:lnTo>
                  <a:lnTo>
                    <a:pt x="0" y="293993"/>
                  </a:lnTo>
                  <a:close/>
                </a:path>
              </a:pathLst>
            </a:custGeom>
            <a:solidFill>
              <a:srgbClr val="D5A995">
                <a:alpha val="100000"/>
              </a:srgbClr>
            </a:solidFill>
            <a:ln w="4762" cap="rnd">
              <a:solidFill>
                <a:srgbClr val="D5A9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g1755"/>
            <p:cNvSpPr/>
            <p:nvPr/>
          </p:nvSpPr>
          <p:spPr>
            <a:xfrm>
              <a:off x="5121025" y="4076587"/>
              <a:ext cx="17721" cy="300113"/>
            </a:xfrm>
            <a:custGeom>
              <a:avLst/>
              <a:pathLst>
                <a:path w="17721" h="300113">
                  <a:moveTo>
                    <a:pt x="0" y="6119"/>
                  </a:moveTo>
                  <a:lnTo>
                    <a:pt x="17721" y="0"/>
                  </a:lnTo>
                  <a:lnTo>
                    <a:pt x="17721" y="300113"/>
                  </a:lnTo>
                  <a:lnTo>
                    <a:pt x="0" y="300113"/>
                  </a:lnTo>
                  <a:close/>
                </a:path>
              </a:pathLst>
            </a:custGeom>
            <a:solidFill>
              <a:srgbClr val="D5A895">
                <a:alpha val="100000"/>
              </a:srgbClr>
            </a:solidFill>
            <a:ln w="4762" cap="rnd">
              <a:solidFill>
                <a:srgbClr val="D5A8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g1756"/>
            <p:cNvSpPr/>
            <p:nvPr/>
          </p:nvSpPr>
          <p:spPr>
            <a:xfrm>
              <a:off x="5138746" y="4064203"/>
              <a:ext cx="35442" cy="312497"/>
            </a:xfrm>
            <a:custGeom>
              <a:avLst/>
              <a:pathLst>
                <a:path w="35442" h="312497">
                  <a:moveTo>
                    <a:pt x="0" y="12384"/>
                  </a:moveTo>
                  <a:lnTo>
                    <a:pt x="17721" y="6219"/>
                  </a:lnTo>
                  <a:lnTo>
                    <a:pt x="35442" y="0"/>
                  </a:lnTo>
                  <a:lnTo>
                    <a:pt x="35442" y="312497"/>
                  </a:lnTo>
                  <a:lnTo>
                    <a:pt x="17721" y="312497"/>
                  </a:lnTo>
                  <a:lnTo>
                    <a:pt x="0" y="312497"/>
                  </a:lnTo>
                  <a:close/>
                </a:path>
              </a:pathLst>
            </a:custGeom>
            <a:solidFill>
              <a:srgbClr val="D4A894">
                <a:alpha val="100000"/>
              </a:srgbClr>
            </a:solidFill>
            <a:ln w="4762" cap="rnd">
              <a:solidFill>
                <a:srgbClr val="D4A8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g1757"/>
            <p:cNvSpPr/>
            <p:nvPr/>
          </p:nvSpPr>
          <p:spPr>
            <a:xfrm>
              <a:off x="5174189" y="4051638"/>
              <a:ext cx="35442" cy="325063"/>
            </a:xfrm>
            <a:custGeom>
              <a:avLst/>
              <a:pathLst>
                <a:path w="35442" h="325063">
                  <a:moveTo>
                    <a:pt x="0" y="12565"/>
                  </a:moveTo>
                  <a:lnTo>
                    <a:pt x="17721" y="6294"/>
                  </a:lnTo>
                  <a:lnTo>
                    <a:pt x="35442" y="0"/>
                  </a:lnTo>
                  <a:lnTo>
                    <a:pt x="35442" y="325063"/>
                  </a:lnTo>
                  <a:lnTo>
                    <a:pt x="17721" y="325063"/>
                  </a:lnTo>
                  <a:lnTo>
                    <a:pt x="0" y="325063"/>
                  </a:lnTo>
                  <a:close/>
                </a:path>
              </a:pathLst>
            </a:custGeom>
            <a:solidFill>
              <a:srgbClr val="D4A793">
                <a:alpha val="100000"/>
              </a:srgbClr>
            </a:solidFill>
            <a:ln w="4762" cap="rnd">
              <a:solidFill>
                <a:srgbClr val="D4A7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g1758"/>
            <p:cNvSpPr/>
            <p:nvPr/>
          </p:nvSpPr>
          <p:spPr>
            <a:xfrm>
              <a:off x="5209632" y="4045317"/>
              <a:ext cx="17721" cy="331383"/>
            </a:xfrm>
            <a:custGeom>
              <a:avLst/>
              <a:pathLst>
                <a:path w="17721" h="331383">
                  <a:moveTo>
                    <a:pt x="0" y="6320"/>
                  </a:moveTo>
                  <a:lnTo>
                    <a:pt x="17721" y="0"/>
                  </a:lnTo>
                  <a:lnTo>
                    <a:pt x="17721" y="331383"/>
                  </a:lnTo>
                  <a:lnTo>
                    <a:pt x="0" y="331383"/>
                  </a:lnTo>
                  <a:close/>
                </a:path>
              </a:pathLst>
            </a:custGeom>
            <a:solidFill>
              <a:srgbClr val="D4A692">
                <a:alpha val="100000"/>
              </a:srgbClr>
            </a:solidFill>
            <a:ln w="4762" cap="rnd">
              <a:solidFill>
                <a:srgbClr val="D4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g1759"/>
            <p:cNvSpPr/>
            <p:nvPr/>
          </p:nvSpPr>
          <p:spPr>
            <a:xfrm>
              <a:off x="5227353" y="4032639"/>
              <a:ext cx="35442" cy="344062"/>
            </a:xfrm>
            <a:custGeom>
              <a:avLst/>
              <a:pathLst>
                <a:path w="35442" h="344062">
                  <a:moveTo>
                    <a:pt x="0" y="12678"/>
                  </a:moveTo>
                  <a:lnTo>
                    <a:pt x="17721" y="6340"/>
                  </a:lnTo>
                  <a:lnTo>
                    <a:pt x="35442" y="0"/>
                  </a:lnTo>
                  <a:lnTo>
                    <a:pt x="35442" y="344062"/>
                  </a:lnTo>
                  <a:lnTo>
                    <a:pt x="17721" y="344062"/>
                  </a:lnTo>
                  <a:lnTo>
                    <a:pt x="0" y="344062"/>
                  </a:lnTo>
                  <a:close/>
                </a:path>
              </a:pathLst>
            </a:custGeom>
            <a:solidFill>
              <a:srgbClr val="D3A692">
                <a:alpha val="100000"/>
              </a:srgbClr>
            </a:solidFill>
            <a:ln w="4762" cap="rnd">
              <a:solidFill>
                <a:srgbClr val="D3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g1760"/>
            <p:cNvSpPr/>
            <p:nvPr/>
          </p:nvSpPr>
          <p:spPr>
            <a:xfrm>
              <a:off x="5262796" y="4019973"/>
              <a:ext cx="35442" cy="356727"/>
            </a:xfrm>
            <a:custGeom>
              <a:avLst/>
              <a:pathLst>
                <a:path w="35442" h="356727">
                  <a:moveTo>
                    <a:pt x="0" y="12665"/>
                  </a:moveTo>
                  <a:lnTo>
                    <a:pt x="17721" y="6324"/>
                  </a:lnTo>
                  <a:lnTo>
                    <a:pt x="35442" y="0"/>
                  </a:lnTo>
                  <a:lnTo>
                    <a:pt x="35442" y="356727"/>
                  </a:lnTo>
                  <a:lnTo>
                    <a:pt x="17721" y="356727"/>
                  </a:lnTo>
                  <a:lnTo>
                    <a:pt x="0" y="356727"/>
                  </a:lnTo>
                  <a:close/>
                </a:path>
              </a:pathLst>
            </a:custGeom>
            <a:solidFill>
              <a:srgbClr val="D3A591">
                <a:alpha val="100000"/>
              </a:srgbClr>
            </a:solidFill>
            <a:ln w="4762" cap="rnd">
              <a:solidFill>
                <a:srgbClr val="D3A5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g1761"/>
            <p:cNvSpPr/>
            <p:nvPr/>
          </p:nvSpPr>
          <p:spPr>
            <a:xfrm>
              <a:off x="5298238" y="4013666"/>
              <a:ext cx="17721" cy="363034"/>
            </a:xfrm>
            <a:custGeom>
              <a:avLst/>
              <a:pathLst>
                <a:path w="17721" h="363034">
                  <a:moveTo>
                    <a:pt x="0" y="6307"/>
                  </a:moveTo>
                  <a:lnTo>
                    <a:pt x="17721" y="0"/>
                  </a:lnTo>
                  <a:lnTo>
                    <a:pt x="17721" y="363034"/>
                  </a:lnTo>
                  <a:lnTo>
                    <a:pt x="0" y="363034"/>
                  </a:lnTo>
                  <a:close/>
                </a:path>
              </a:pathLst>
            </a:custGeom>
            <a:solidFill>
              <a:srgbClr val="D3A490">
                <a:alpha val="100000"/>
              </a:srgbClr>
            </a:solidFill>
            <a:ln w="4762" cap="rnd">
              <a:solidFill>
                <a:srgbClr val="D3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g1762"/>
            <p:cNvSpPr/>
            <p:nvPr/>
          </p:nvSpPr>
          <p:spPr>
            <a:xfrm>
              <a:off x="5315960" y="4001147"/>
              <a:ext cx="35442" cy="375554"/>
            </a:xfrm>
            <a:custGeom>
              <a:avLst/>
              <a:pathLst>
                <a:path w="35442" h="375554">
                  <a:moveTo>
                    <a:pt x="0" y="12519"/>
                  </a:moveTo>
                  <a:lnTo>
                    <a:pt x="17721" y="6234"/>
                  </a:lnTo>
                  <a:lnTo>
                    <a:pt x="35442" y="0"/>
                  </a:lnTo>
                  <a:lnTo>
                    <a:pt x="35442" y="375554"/>
                  </a:lnTo>
                  <a:lnTo>
                    <a:pt x="17721" y="375554"/>
                  </a:lnTo>
                  <a:lnTo>
                    <a:pt x="0" y="375554"/>
                  </a:lnTo>
                  <a:close/>
                </a:path>
              </a:pathLst>
            </a:custGeom>
            <a:solidFill>
              <a:srgbClr val="D2A490">
                <a:alpha val="100000"/>
              </a:srgbClr>
            </a:solidFill>
            <a:ln w="4762" cap="rnd">
              <a:solidFill>
                <a:srgbClr val="D2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g1763"/>
            <p:cNvSpPr/>
            <p:nvPr/>
          </p:nvSpPr>
          <p:spPr>
            <a:xfrm>
              <a:off x="5351403" y="3988790"/>
              <a:ext cx="35442" cy="387910"/>
            </a:xfrm>
            <a:custGeom>
              <a:avLst/>
              <a:pathLst>
                <a:path w="35442" h="387910">
                  <a:moveTo>
                    <a:pt x="0" y="12356"/>
                  </a:moveTo>
                  <a:lnTo>
                    <a:pt x="17721" y="6157"/>
                  </a:lnTo>
                  <a:lnTo>
                    <a:pt x="35442" y="0"/>
                  </a:lnTo>
                  <a:lnTo>
                    <a:pt x="35442" y="387910"/>
                  </a:lnTo>
                  <a:lnTo>
                    <a:pt x="17721" y="387910"/>
                  </a:lnTo>
                  <a:lnTo>
                    <a:pt x="0" y="387910"/>
                  </a:lnTo>
                  <a:close/>
                </a:path>
              </a:pathLst>
            </a:custGeom>
            <a:solidFill>
              <a:srgbClr val="D2A38F">
                <a:alpha val="100000"/>
              </a:srgbClr>
            </a:solidFill>
            <a:ln w="4762" cap="rnd">
              <a:solidFill>
                <a:srgbClr val="D2A3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g1764"/>
            <p:cNvSpPr/>
            <p:nvPr/>
          </p:nvSpPr>
          <p:spPr>
            <a:xfrm>
              <a:off x="5386845" y="3982716"/>
              <a:ext cx="17721" cy="393984"/>
            </a:xfrm>
            <a:custGeom>
              <a:avLst/>
              <a:pathLst>
                <a:path w="17721" h="393984">
                  <a:moveTo>
                    <a:pt x="0" y="6074"/>
                  </a:moveTo>
                  <a:lnTo>
                    <a:pt x="17721" y="0"/>
                  </a:lnTo>
                  <a:lnTo>
                    <a:pt x="17721" y="393984"/>
                  </a:lnTo>
                  <a:lnTo>
                    <a:pt x="0" y="393984"/>
                  </a:lnTo>
                  <a:close/>
                </a:path>
              </a:pathLst>
            </a:custGeom>
            <a:solidFill>
              <a:srgbClr val="D2A28E">
                <a:alpha val="100000"/>
              </a:srgbClr>
            </a:solidFill>
            <a:ln w="4762" cap="rnd">
              <a:solidFill>
                <a:srgbClr val="D2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g1765"/>
            <p:cNvSpPr/>
            <p:nvPr/>
          </p:nvSpPr>
          <p:spPr>
            <a:xfrm>
              <a:off x="5404567" y="3970730"/>
              <a:ext cx="35442" cy="405970"/>
            </a:xfrm>
            <a:custGeom>
              <a:avLst/>
              <a:pathLst>
                <a:path w="35442" h="405970">
                  <a:moveTo>
                    <a:pt x="0" y="11986"/>
                  </a:moveTo>
                  <a:lnTo>
                    <a:pt x="17721" y="5963"/>
                  </a:lnTo>
                  <a:lnTo>
                    <a:pt x="35442" y="0"/>
                  </a:lnTo>
                  <a:lnTo>
                    <a:pt x="35442" y="405970"/>
                  </a:lnTo>
                  <a:lnTo>
                    <a:pt x="17721" y="405970"/>
                  </a:lnTo>
                  <a:lnTo>
                    <a:pt x="0" y="405970"/>
                  </a:lnTo>
                  <a:close/>
                </a:path>
              </a:pathLst>
            </a:custGeom>
            <a:solidFill>
              <a:srgbClr val="D1A28E">
                <a:alpha val="100000"/>
              </a:srgbClr>
            </a:solidFill>
            <a:ln w="4762" cap="rnd">
              <a:solidFill>
                <a:srgbClr val="D1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g1766"/>
            <p:cNvSpPr/>
            <p:nvPr/>
          </p:nvSpPr>
          <p:spPr>
            <a:xfrm>
              <a:off x="5440009" y="3959098"/>
              <a:ext cx="35442" cy="417603"/>
            </a:xfrm>
            <a:custGeom>
              <a:avLst/>
              <a:pathLst>
                <a:path w="35442" h="417603">
                  <a:moveTo>
                    <a:pt x="0" y="11632"/>
                  </a:moveTo>
                  <a:lnTo>
                    <a:pt x="17721" y="5782"/>
                  </a:lnTo>
                  <a:lnTo>
                    <a:pt x="35442" y="0"/>
                  </a:lnTo>
                  <a:lnTo>
                    <a:pt x="35442" y="417603"/>
                  </a:lnTo>
                  <a:lnTo>
                    <a:pt x="17721" y="417603"/>
                  </a:lnTo>
                  <a:lnTo>
                    <a:pt x="0" y="417603"/>
                  </a:lnTo>
                  <a:close/>
                </a:path>
              </a:pathLst>
            </a:custGeom>
            <a:solidFill>
              <a:srgbClr val="D1A18D">
                <a:alpha val="100000"/>
              </a:srgbClr>
            </a:solidFill>
            <a:ln w="4762" cap="rnd">
              <a:solidFill>
                <a:srgbClr val="D1A1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g1767"/>
            <p:cNvSpPr/>
            <p:nvPr/>
          </p:nvSpPr>
          <p:spPr>
            <a:xfrm>
              <a:off x="5475452" y="3953387"/>
              <a:ext cx="17721" cy="423314"/>
            </a:xfrm>
            <a:custGeom>
              <a:avLst/>
              <a:pathLst>
                <a:path w="17721" h="423314">
                  <a:moveTo>
                    <a:pt x="0" y="5711"/>
                  </a:moveTo>
                  <a:lnTo>
                    <a:pt x="17721" y="0"/>
                  </a:lnTo>
                  <a:lnTo>
                    <a:pt x="17721" y="423314"/>
                  </a:lnTo>
                  <a:lnTo>
                    <a:pt x="0" y="423314"/>
                  </a:lnTo>
                  <a:close/>
                </a:path>
              </a:pathLst>
            </a:custGeom>
            <a:solidFill>
              <a:srgbClr val="D1A08C">
                <a:alpha val="100000"/>
              </a:srgbClr>
            </a:solidFill>
            <a:ln w="4762" cap="rnd">
              <a:solidFill>
                <a:srgbClr val="D1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g1768"/>
            <p:cNvSpPr/>
            <p:nvPr/>
          </p:nvSpPr>
          <p:spPr>
            <a:xfrm>
              <a:off x="5493173" y="3942332"/>
              <a:ext cx="35442" cy="434368"/>
            </a:xfrm>
            <a:custGeom>
              <a:avLst/>
              <a:pathLst>
                <a:path w="35442" h="434368">
                  <a:moveTo>
                    <a:pt x="0" y="11054"/>
                  </a:moveTo>
                  <a:lnTo>
                    <a:pt x="17721" y="5486"/>
                  </a:lnTo>
                  <a:lnTo>
                    <a:pt x="35442" y="0"/>
                  </a:lnTo>
                  <a:lnTo>
                    <a:pt x="35442" y="434368"/>
                  </a:lnTo>
                  <a:lnTo>
                    <a:pt x="17721" y="434368"/>
                  </a:lnTo>
                  <a:lnTo>
                    <a:pt x="0" y="434368"/>
                  </a:lnTo>
                  <a:close/>
                </a:path>
              </a:pathLst>
            </a:custGeom>
            <a:solidFill>
              <a:srgbClr val="D0A08C">
                <a:alpha val="100000"/>
              </a:srgbClr>
            </a:solidFill>
            <a:ln w="4762" cap="rnd">
              <a:solidFill>
                <a:srgbClr val="D0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g1769"/>
            <p:cNvSpPr/>
            <p:nvPr/>
          </p:nvSpPr>
          <p:spPr>
            <a:xfrm>
              <a:off x="5528616" y="3931693"/>
              <a:ext cx="35442" cy="445007"/>
            </a:xfrm>
            <a:custGeom>
              <a:avLst/>
              <a:pathLst>
                <a:path w="35442" h="445007">
                  <a:moveTo>
                    <a:pt x="0" y="10638"/>
                  </a:moveTo>
                  <a:lnTo>
                    <a:pt x="17721" y="5233"/>
                  </a:lnTo>
                  <a:lnTo>
                    <a:pt x="35442" y="0"/>
                  </a:lnTo>
                  <a:lnTo>
                    <a:pt x="35442" y="445007"/>
                  </a:lnTo>
                  <a:lnTo>
                    <a:pt x="17721" y="445007"/>
                  </a:lnTo>
                  <a:lnTo>
                    <a:pt x="0" y="445007"/>
                  </a:lnTo>
                  <a:close/>
                </a:path>
              </a:pathLst>
            </a:custGeom>
            <a:solidFill>
              <a:srgbClr val="D09F8B">
                <a:alpha val="100000"/>
              </a:srgbClr>
            </a:solidFill>
            <a:ln w="4762" cap="rnd">
              <a:solidFill>
                <a:srgbClr val="D09F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g1770"/>
            <p:cNvSpPr/>
            <p:nvPr/>
          </p:nvSpPr>
          <p:spPr>
            <a:xfrm>
              <a:off x="5564059" y="3926553"/>
              <a:ext cx="17721" cy="450147"/>
            </a:xfrm>
            <a:custGeom>
              <a:avLst/>
              <a:pathLst>
                <a:path w="17721" h="450147">
                  <a:moveTo>
                    <a:pt x="0" y="5140"/>
                  </a:moveTo>
                  <a:lnTo>
                    <a:pt x="17721" y="0"/>
                  </a:lnTo>
                  <a:lnTo>
                    <a:pt x="17721" y="450147"/>
                  </a:lnTo>
                  <a:lnTo>
                    <a:pt x="0" y="450147"/>
                  </a:lnTo>
                  <a:close/>
                </a:path>
              </a:pathLst>
            </a:custGeom>
            <a:solidFill>
              <a:srgbClr val="D09F8A">
                <a:alpha val="100000"/>
              </a:srgbClr>
            </a:solidFill>
            <a:ln w="4762" cap="rnd">
              <a:solidFill>
                <a:srgbClr val="D09F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g1771"/>
            <p:cNvSpPr/>
            <p:nvPr/>
          </p:nvSpPr>
          <p:spPr>
            <a:xfrm>
              <a:off x="5581780" y="3921506"/>
              <a:ext cx="17721" cy="455195"/>
            </a:xfrm>
            <a:custGeom>
              <a:avLst/>
              <a:pathLst>
                <a:path w="17721" h="455195">
                  <a:moveTo>
                    <a:pt x="0" y="5047"/>
                  </a:moveTo>
                  <a:lnTo>
                    <a:pt x="17721" y="0"/>
                  </a:lnTo>
                  <a:lnTo>
                    <a:pt x="17721" y="455195"/>
                  </a:lnTo>
                  <a:lnTo>
                    <a:pt x="0" y="455195"/>
                  </a:lnTo>
                  <a:close/>
                </a:path>
              </a:pathLst>
            </a:custGeom>
            <a:solidFill>
              <a:srgbClr val="CF9E8A">
                <a:alpha val="100000"/>
              </a:srgbClr>
            </a:solidFill>
            <a:ln w="4762" cap="rnd">
              <a:solidFill>
                <a:srgbClr val="CF9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g1772"/>
            <p:cNvSpPr/>
            <p:nvPr/>
          </p:nvSpPr>
          <p:spPr>
            <a:xfrm>
              <a:off x="5599502" y="3916647"/>
              <a:ext cx="17721" cy="460053"/>
            </a:xfrm>
            <a:custGeom>
              <a:avLst/>
              <a:pathLst>
                <a:path w="17721" h="460053">
                  <a:moveTo>
                    <a:pt x="0" y="4858"/>
                  </a:moveTo>
                  <a:lnTo>
                    <a:pt x="17721" y="0"/>
                  </a:lnTo>
                  <a:lnTo>
                    <a:pt x="17721" y="460053"/>
                  </a:lnTo>
                  <a:lnTo>
                    <a:pt x="0" y="460053"/>
                  </a:lnTo>
                  <a:close/>
                </a:path>
              </a:pathLst>
            </a:custGeom>
            <a:solidFill>
              <a:srgbClr val="CF9E89">
                <a:alpha val="100000"/>
              </a:srgbClr>
            </a:solidFill>
            <a:ln w="4762" cap="rnd">
              <a:solidFill>
                <a:srgbClr val="CF9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g1773"/>
            <p:cNvSpPr/>
            <p:nvPr/>
          </p:nvSpPr>
          <p:spPr>
            <a:xfrm>
              <a:off x="5617223" y="3907250"/>
              <a:ext cx="35442" cy="469450"/>
            </a:xfrm>
            <a:custGeom>
              <a:avLst/>
              <a:pathLst>
                <a:path w="35442" h="469450">
                  <a:moveTo>
                    <a:pt x="0" y="9396"/>
                  </a:moveTo>
                  <a:lnTo>
                    <a:pt x="17721" y="4646"/>
                  </a:lnTo>
                  <a:lnTo>
                    <a:pt x="35442" y="0"/>
                  </a:lnTo>
                  <a:lnTo>
                    <a:pt x="35442" y="469450"/>
                  </a:lnTo>
                  <a:lnTo>
                    <a:pt x="17721" y="469450"/>
                  </a:lnTo>
                  <a:lnTo>
                    <a:pt x="0" y="469450"/>
                  </a:lnTo>
                  <a:close/>
                </a:path>
              </a:pathLst>
            </a:custGeom>
            <a:solidFill>
              <a:srgbClr val="CF9D89">
                <a:alpha val="100000"/>
              </a:srgbClr>
            </a:solidFill>
            <a:ln w="4762" cap="rnd">
              <a:solidFill>
                <a:srgbClr val="CF9D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g1774"/>
            <p:cNvSpPr/>
            <p:nvPr/>
          </p:nvSpPr>
          <p:spPr>
            <a:xfrm>
              <a:off x="5652666" y="3902806"/>
              <a:ext cx="17721" cy="473894"/>
            </a:xfrm>
            <a:custGeom>
              <a:avLst/>
              <a:pathLst>
                <a:path w="17721" h="473894">
                  <a:moveTo>
                    <a:pt x="0" y="4443"/>
                  </a:moveTo>
                  <a:lnTo>
                    <a:pt x="17721" y="0"/>
                  </a:lnTo>
                  <a:lnTo>
                    <a:pt x="17721" y="473894"/>
                  </a:lnTo>
                  <a:lnTo>
                    <a:pt x="0" y="473894"/>
                  </a:lnTo>
                  <a:close/>
                </a:path>
              </a:pathLst>
            </a:custGeom>
            <a:solidFill>
              <a:srgbClr val="CF9D88">
                <a:alpha val="100000"/>
              </a:srgbClr>
            </a:solidFill>
            <a:ln w="4762" cap="rnd">
              <a:solidFill>
                <a:srgbClr val="CF9D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g1775"/>
            <p:cNvSpPr/>
            <p:nvPr/>
          </p:nvSpPr>
          <p:spPr>
            <a:xfrm>
              <a:off x="5670387" y="3898485"/>
              <a:ext cx="17721" cy="478215"/>
            </a:xfrm>
            <a:custGeom>
              <a:avLst/>
              <a:pathLst>
                <a:path w="17721" h="478215">
                  <a:moveTo>
                    <a:pt x="0" y="4321"/>
                  </a:moveTo>
                  <a:lnTo>
                    <a:pt x="17721" y="0"/>
                  </a:lnTo>
                  <a:lnTo>
                    <a:pt x="17721" y="478215"/>
                  </a:lnTo>
                  <a:lnTo>
                    <a:pt x="0" y="478215"/>
                  </a:lnTo>
                  <a:close/>
                </a:path>
              </a:pathLst>
            </a:custGeom>
            <a:solidFill>
              <a:srgbClr val="CE9C88">
                <a:alpha val="100000"/>
              </a:srgbClr>
            </a:solidFill>
            <a:ln w="4762" cap="rnd">
              <a:solidFill>
                <a:srgbClr val="CE9C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g1776"/>
            <p:cNvSpPr/>
            <p:nvPr/>
          </p:nvSpPr>
          <p:spPr>
            <a:xfrm>
              <a:off x="5688109" y="3894277"/>
              <a:ext cx="17721" cy="482423"/>
            </a:xfrm>
            <a:custGeom>
              <a:avLst/>
              <a:pathLst>
                <a:path w="17721" h="482423">
                  <a:moveTo>
                    <a:pt x="0" y="4208"/>
                  </a:moveTo>
                  <a:lnTo>
                    <a:pt x="17721" y="0"/>
                  </a:lnTo>
                  <a:lnTo>
                    <a:pt x="17721" y="482423"/>
                  </a:lnTo>
                  <a:lnTo>
                    <a:pt x="0" y="482423"/>
                  </a:lnTo>
                  <a:close/>
                </a:path>
              </a:pathLst>
            </a:custGeom>
            <a:solidFill>
              <a:srgbClr val="CE9C87">
                <a:alpha val="100000"/>
              </a:srgbClr>
            </a:solidFill>
            <a:ln w="4762" cap="rnd">
              <a:solidFill>
                <a:srgbClr val="CE9C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g1777"/>
            <p:cNvSpPr/>
            <p:nvPr/>
          </p:nvSpPr>
          <p:spPr>
            <a:xfrm>
              <a:off x="5705830" y="3886424"/>
              <a:ext cx="35442" cy="490276"/>
            </a:xfrm>
            <a:custGeom>
              <a:avLst/>
              <a:pathLst>
                <a:path w="35442" h="490276">
                  <a:moveTo>
                    <a:pt x="0" y="7853"/>
                  </a:moveTo>
                  <a:lnTo>
                    <a:pt x="17721" y="3858"/>
                  </a:lnTo>
                  <a:lnTo>
                    <a:pt x="35442" y="0"/>
                  </a:lnTo>
                  <a:lnTo>
                    <a:pt x="35442" y="490276"/>
                  </a:lnTo>
                  <a:lnTo>
                    <a:pt x="17721" y="490276"/>
                  </a:lnTo>
                  <a:lnTo>
                    <a:pt x="0" y="490276"/>
                  </a:lnTo>
                  <a:close/>
                </a:path>
              </a:pathLst>
            </a:custGeom>
            <a:solidFill>
              <a:srgbClr val="CE9B87">
                <a:alpha val="100000"/>
              </a:srgbClr>
            </a:solidFill>
            <a:ln w="4762" cap="rnd">
              <a:solidFill>
                <a:srgbClr val="CE9B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g1778"/>
            <p:cNvSpPr/>
            <p:nvPr/>
          </p:nvSpPr>
          <p:spPr>
            <a:xfrm>
              <a:off x="5741273" y="3882687"/>
              <a:ext cx="17721" cy="494013"/>
            </a:xfrm>
            <a:custGeom>
              <a:avLst/>
              <a:pathLst>
                <a:path w="17721" h="494013">
                  <a:moveTo>
                    <a:pt x="0" y="3736"/>
                  </a:moveTo>
                  <a:lnTo>
                    <a:pt x="17721" y="0"/>
                  </a:lnTo>
                  <a:lnTo>
                    <a:pt x="17721" y="494013"/>
                  </a:lnTo>
                  <a:lnTo>
                    <a:pt x="0" y="494013"/>
                  </a:lnTo>
                  <a:close/>
                </a:path>
              </a:pathLst>
            </a:custGeom>
            <a:solidFill>
              <a:srgbClr val="CD9B86">
                <a:alpha val="100000"/>
              </a:srgbClr>
            </a:solidFill>
            <a:ln w="4762" cap="rnd">
              <a:solidFill>
                <a:srgbClr val="CD9B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g1779"/>
            <p:cNvSpPr/>
            <p:nvPr/>
          </p:nvSpPr>
          <p:spPr>
            <a:xfrm>
              <a:off x="5758994" y="3879172"/>
              <a:ext cx="17721" cy="497529"/>
            </a:xfrm>
            <a:custGeom>
              <a:avLst/>
              <a:pathLst>
                <a:path w="17721" h="497529">
                  <a:moveTo>
                    <a:pt x="0" y="3515"/>
                  </a:moveTo>
                  <a:lnTo>
                    <a:pt x="17721" y="0"/>
                  </a:lnTo>
                  <a:lnTo>
                    <a:pt x="17721" y="497529"/>
                  </a:lnTo>
                  <a:lnTo>
                    <a:pt x="0" y="497529"/>
                  </a:lnTo>
                  <a:close/>
                </a:path>
              </a:pathLst>
            </a:custGeom>
            <a:solidFill>
              <a:srgbClr val="CD9A86">
                <a:alpha val="100000"/>
              </a:srgbClr>
            </a:solidFill>
            <a:ln w="4762" cap="rnd">
              <a:solidFill>
                <a:srgbClr val="CD9A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g1780"/>
            <p:cNvSpPr/>
            <p:nvPr/>
          </p:nvSpPr>
          <p:spPr>
            <a:xfrm>
              <a:off x="5776715" y="3875806"/>
              <a:ext cx="17721" cy="500894"/>
            </a:xfrm>
            <a:custGeom>
              <a:avLst/>
              <a:pathLst>
                <a:path w="17721" h="500894">
                  <a:moveTo>
                    <a:pt x="0" y="3365"/>
                  </a:moveTo>
                  <a:lnTo>
                    <a:pt x="17721" y="0"/>
                  </a:lnTo>
                  <a:lnTo>
                    <a:pt x="17721" y="500894"/>
                  </a:lnTo>
                  <a:lnTo>
                    <a:pt x="0" y="500894"/>
                  </a:lnTo>
                  <a:close/>
                </a:path>
              </a:pathLst>
            </a:custGeom>
            <a:solidFill>
              <a:srgbClr val="CD9A85">
                <a:alpha val="100000"/>
              </a:srgbClr>
            </a:solidFill>
            <a:ln w="4762" cap="rnd">
              <a:solidFill>
                <a:srgbClr val="CD9A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g1781"/>
            <p:cNvSpPr/>
            <p:nvPr/>
          </p:nvSpPr>
          <p:spPr>
            <a:xfrm>
              <a:off x="5794437" y="3869558"/>
              <a:ext cx="35442" cy="507142"/>
            </a:xfrm>
            <a:custGeom>
              <a:avLst/>
              <a:pathLst>
                <a:path w="35442" h="507142">
                  <a:moveTo>
                    <a:pt x="0" y="6247"/>
                  </a:moveTo>
                  <a:lnTo>
                    <a:pt x="17721" y="3010"/>
                  </a:lnTo>
                  <a:lnTo>
                    <a:pt x="35442" y="0"/>
                  </a:lnTo>
                  <a:lnTo>
                    <a:pt x="35442" y="507142"/>
                  </a:lnTo>
                  <a:lnTo>
                    <a:pt x="17721" y="507142"/>
                  </a:lnTo>
                  <a:lnTo>
                    <a:pt x="0" y="507142"/>
                  </a:lnTo>
                  <a:close/>
                </a:path>
              </a:pathLst>
            </a:custGeom>
            <a:solidFill>
              <a:srgbClr val="CD9985">
                <a:alpha val="100000"/>
              </a:srgbClr>
            </a:solidFill>
            <a:ln w="4762" cap="rnd">
              <a:solidFill>
                <a:srgbClr val="CD99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g1782"/>
            <p:cNvSpPr/>
            <p:nvPr/>
          </p:nvSpPr>
          <p:spPr>
            <a:xfrm>
              <a:off x="5829879" y="3866711"/>
              <a:ext cx="17721" cy="509990"/>
            </a:xfrm>
            <a:custGeom>
              <a:avLst/>
              <a:pathLst>
                <a:path w="17721" h="509990">
                  <a:moveTo>
                    <a:pt x="0" y="2847"/>
                  </a:moveTo>
                  <a:lnTo>
                    <a:pt x="17721" y="0"/>
                  </a:lnTo>
                  <a:lnTo>
                    <a:pt x="17721" y="509990"/>
                  </a:lnTo>
                  <a:lnTo>
                    <a:pt x="0" y="509990"/>
                  </a:lnTo>
                  <a:close/>
                </a:path>
              </a:pathLst>
            </a:custGeom>
            <a:solidFill>
              <a:srgbClr val="CC9984">
                <a:alpha val="100000"/>
              </a:srgbClr>
            </a:solidFill>
            <a:ln w="4762" cap="rnd">
              <a:solidFill>
                <a:srgbClr val="CC99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g1783"/>
            <p:cNvSpPr/>
            <p:nvPr/>
          </p:nvSpPr>
          <p:spPr>
            <a:xfrm>
              <a:off x="5847601" y="3863997"/>
              <a:ext cx="17721" cy="512703"/>
            </a:xfrm>
            <a:custGeom>
              <a:avLst/>
              <a:pathLst>
                <a:path w="17721" h="512703">
                  <a:moveTo>
                    <a:pt x="0" y="2713"/>
                  </a:moveTo>
                  <a:lnTo>
                    <a:pt x="17721" y="0"/>
                  </a:lnTo>
                  <a:lnTo>
                    <a:pt x="17721" y="512703"/>
                  </a:lnTo>
                  <a:lnTo>
                    <a:pt x="0" y="512703"/>
                  </a:lnTo>
                  <a:close/>
                </a:path>
              </a:pathLst>
            </a:custGeom>
            <a:solidFill>
              <a:srgbClr val="CC9884">
                <a:alpha val="100000"/>
              </a:srgbClr>
            </a:solidFill>
            <a:ln w="4762" cap="rnd">
              <a:solidFill>
                <a:srgbClr val="CC98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g1784"/>
            <p:cNvSpPr/>
            <p:nvPr/>
          </p:nvSpPr>
          <p:spPr>
            <a:xfrm>
              <a:off x="5865322" y="3861514"/>
              <a:ext cx="17721" cy="515186"/>
            </a:xfrm>
            <a:custGeom>
              <a:avLst/>
              <a:pathLst>
                <a:path w="17721" h="515186">
                  <a:moveTo>
                    <a:pt x="0" y="2482"/>
                  </a:moveTo>
                  <a:lnTo>
                    <a:pt x="17721" y="0"/>
                  </a:lnTo>
                  <a:lnTo>
                    <a:pt x="17721" y="515186"/>
                  </a:lnTo>
                  <a:lnTo>
                    <a:pt x="0" y="515186"/>
                  </a:lnTo>
                  <a:close/>
                </a:path>
              </a:pathLst>
            </a:custGeom>
            <a:solidFill>
              <a:srgbClr val="CC9883">
                <a:alpha val="100000"/>
              </a:srgbClr>
            </a:solidFill>
            <a:ln w="4762" cap="rnd">
              <a:solidFill>
                <a:srgbClr val="CC98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g1785"/>
            <p:cNvSpPr/>
            <p:nvPr/>
          </p:nvSpPr>
          <p:spPr>
            <a:xfrm>
              <a:off x="5883044" y="3857037"/>
              <a:ext cx="35442" cy="519663"/>
            </a:xfrm>
            <a:custGeom>
              <a:avLst/>
              <a:pathLst>
                <a:path w="35442" h="519663">
                  <a:moveTo>
                    <a:pt x="0" y="4477"/>
                  </a:moveTo>
                  <a:lnTo>
                    <a:pt x="17721" y="2169"/>
                  </a:lnTo>
                  <a:lnTo>
                    <a:pt x="35442" y="0"/>
                  </a:lnTo>
                  <a:lnTo>
                    <a:pt x="35442" y="519663"/>
                  </a:lnTo>
                  <a:lnTo>
                    <a:pt x="17721" y="519663"/>
                  </a:lnTo>
                  <a:lnTo>
                    <a:pt x="0" y="519663"/>
                  </a:lnTo>
                  <a:close/>
                </a:path>
              </a:pathLst>
            </a:custGeom>
            <a:solidFill>
              <a:srgbClr val="CC9783">
                <a:alpha val="100000"/>
              </a:srgbClr>
            </a:solidFill>
            <a:ln w="4762" cap="rnd">
              <a:solidFill>
                <a:srgbClr val="CC97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g1786"/>
            <p:cNvSpPr/>
            <p:nvPr/>
          </p:nvSpPr>
          <p:spPr>
            <a:xfrm>
              <a:off x="5918486" y="3855100"/>
              <a:ext cx="17721" cy="521601"/>
            </a:xfrm>
            <a:custGeom>
              <a:avLst/>
              <a:pathLst>
                <a:path w="17721" h="521601">
                  <a:moveTo>
                    <a:pt x="0" y="1937"/>
                  </a:moveTo>
                  <a:lnTo>
                    <a:pt x="17721" y="0"/>
                  </a:lnTo>
                  <a:lnTo>
                    <a:pt x="17721" y="521601"/>
                  </a:lnTo>
                  <a:lnTo>
                    <a:pt x="0" y="521601"/>
                  </a:lnTo>
                  <a:close/>
                </a:path>
              </a:pathLst>
            </a:custGeom>
            <a:solidFill>
              <a:srgbClr val="CB9782">
                <a:alpha val="100000"/>
              </a:srgbClr>
            </a:solidFill>
            <a:ln w="4762" cap="rnd">
              <a:solidFill>
                <a:srgbClr val="CB97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g1787"/>
            <p:cNvSpPr/>
            <p:nvPr/>
          </p:nvSpPr>
          <p:spPr>
            <a:xfrm>
              <a:off x="5936208" y="3853348"/>
              <a:ext cx="17721" cy="523352"/>
            </a:xfrm>
            <a:custGeom>
              <a:avLst/>
              <a:pathLst>
                <a:path w="17721" h="523352">
                  <a:moveTo>
                    <a:pt x="0" y="1751"/>
                  </a:moveTo>
                  <a:lnTo>
                    <a:pt x="17721" y="0"/>
                  </a:lnTo>
                  <a:lnTo>
                    <a:pt x="17721" y="523352"/>
                  </a:lnTo>
                  <a:lnTo>
                    <a:pt x="0" y="523352"/>
                  </a:lnTo>
                  <a:close/>
                </a:path>
              </a:pathLst>
            </a:custGeom>
            <a:solidFill>
              <a:srgbClr val="CB9682">
                <a:alpha val="100000"/>
              </a:srgbClr>
            </a:solidFill>
            <a:ln w="4762" cap="rnd">
              <a:solidFill>
                <a:srgbClr val="CB96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g1788"/>
            <p:cNvSpPr/>
            <p:nvPr/>
          </p:nvSpPr>
          <p:spPr>
            <a:xfrm>
              <a:off x="5953929" y="3851740"/>
              <a:ext cx="17721" cy="524961"/>
            </a:xfrm>
            <a:custGeom>
              <a:avLst/>
              <a:pathLst>
                <a:path w="17721" h="524961">
                  <a:moveTo>
                    <a:pt x="0" y="1608"/>
                  </a:moveTo>
                  <a:lnTo>
                    <a:pt x="17721" y="0"/>
                  </a:lnTo>
                  <a:lnTo>
                    <a:pt x="17721" y="524961"/>
                  </a:lnTo>
                  <a:lnTo>
                    <a:pt x="0" y="524961"/>
                  </a:lnTo>
                  <a:close/>
                </a:path>
              </a:pathLst>
            </a:custGeom>
            <a:solidFill>
              <a:srgbClr val="CB9681">
                <a:alpha val="100000"/>
              </a:srgbClr>
            </a:solidFill>
            <a:ln w="4762" cap="rnd">
              <a:solidFill>
                <a:srgbClr val="CB9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g1789"/>
            <p:cNvSpPr/>
            <p:nvPr/>
          </p:nvSpPr>
          <p:spPr>
            <a:xfrm>
              <a:off x="5971650" y="3849181"/>
              <a:ext cx="35442" cy="527519"/>
            </a:xfrm>
            <a:custGeom>
              <a:avLst/>
              <a:pathLst>
                <a:path w="35442" h="527519">
                  <a:moveTo>
                    <a:pt x="0" y="2558"/>
                  </a:moveTo>
                  <a:lnTo>
                    <a:pt x="17721" y="1181"/>
                  </a:lnTo>
                  <a:lnTo>
                    <a:pt x="35442" y="0"/>
                  </a:lnTo>
                  <a:lnTo>
                    <a:pt x="35442" y="527519"/>
                  </a:lnTo>
                  <a:lnTo>
                    <a:pt x="17721" y="527519"/>
                  </a:lnTo>
                  <a:lnTo>
                    <a:pt x="0" y="527519"/>
                  </a:lnTo>
                  <a:close/>
                </a:path>
              </a:pathLst>
            </a:custGeom>
            <a:solidFill>
              <a:srgbClr val="CB9581">
                <a:alpha val="100000"/>
              </a:srgbClr>
            </a:solidFill>
            <a:ln w="4762" cap="rnd">
              <a:solidFill>
                <a:srgbClr val="CB95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g1790"/>
            <p:cNvSpPr/>
            <p:nvPr/>
          </p:nvSpPr>
          <p:spPr>
            <a:xfrm>
              <a:off x="6007093" y="3848145"/>
              <a:ext cx="17721" cy="528555"/>
            </a:xfrm>
            <a:custGeom>
              <a:avLst/>
              <a:pathLst>
                <a:path w="17721" h="528555">
                  <a:moveTo>
                    <a:pt x="0" y="1035"/>
                  </a:moveTo>
                  <a:lnTo>
                    <a:pt x="17721" y="0"/>
                  </a:lnTo>
                  <a:lnTo>
                    <a:pt x="17721" y="528555"/>
                  </a:lnTo>
                  <a:lnTo>
                    <a:pt x="0" y="528555"/>
                  </a:lnTo>
                  <a:close/>
                </a:path>
              </a:pathLst>
            </a:custGeom>
            <a:solidFill>
              <a:srgbClr val="CA9580">
                <a:alpha val="100000"/>
              </a:srgbClr>
            </a:solidFill>
            <a:ln w="4762" cap="rnd">
              <a:solidFill>
                <a:srgbClr val="CA95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g1791"/>
            <p:cNvSpPr/>
            <p:nvPr/>
          </p:nvSpPr>
          <p:spPr>
            <a:xfrm>
              <a:off x="6024815" y="3847339"/>
              <a:ext cx="17721" cy="529362"/>
            </a:xfrm>
            <a:custGeom>
              <a:avLst/>
              <a:pathLst>
                <a:path w="17721" h="529362">
                  <a:moveTo>
                    <a:pt x="0" y="806"/>
                  </a:moveTo>
                  <a:lnTo>
                    <a:pt x="17721" y="0"/>
                  </a:lnTo>
                  <a:lnTo>
                    <a:pt x="17721" y="529362"/>
                  </a:lnTo>
                  <a:lnTo>
                    <a:pt x="0" y="529362"/>
                  </a:lnTo>
                  <a:close/>
                </a:path>
              </a:pathLst>
            </a:custGeom>
            <a:solidFill>
              <a:srgbClr val="CA9480">
                <a:alpha val="100000"/>
              </a:srgbClr>
            </a:solidFill>
            <a:ln w="4762" cap="rnd">
              <a:solidFill>
                <a:srgbClr val="CA94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g1792"/>
            <p:cNvSpPr/>
            <p:nvPr/>
          </p:nvSpPr>
          <p:spPr>
            <a:xfrm>
              <a:off x="6042536" y="3846282"/>
              <a:ext cx="35442" cy="530418"/>
            </a:xfrm>
            <a:custGeom>
              <a:avLst/>
              <a:pathLst>
                <a:path w="35442" h="530418">
                  <a:moveTo>
                    <a:pt x="0" y="1056"/>
                  </a:moveTo>
                  <a:lnTo>
                    <a:pt x="17721" y="454"/>
                  </a:lnTo>
                  <a:lnTo>
                    <a:pt x="35442" y="0"/>
                  </a:lnTo>
                  <a:lnTo>
                    <a:pt x="35442" y="530418"/>
                  </a:lnTo>
                  <a:lnTo>
                    <a:pt x="17721" y="530418"/>
                  </a:lnTo>
                  <a:lnTo>
                    <a:pt x="0" y="530418"/>
                  </a:lnTo>
                  <a:close/>
                </a:path>
              </a:pathLst>
            </a:custGeom>
            <a:solidFill>
              <a:srgbClr val="CA947F">
                <a:alpha val="100000"/>
              </a:srgbClr>
            </a:solidFill>
            <a:ln w="4762" cap="rnd">
              <a:solidFill>
                <a:srgbClr val="CA94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g1793"/>
            <p:cNvSpPr/>
            <p:nvPr/>
          </p:nvSpPr>
          <p:spPr>
            <a:xfrm>
              <a:off x="6077979" y="3846052"/>
              <a:ext cx="17721" cy="530648"/>
            </a:xfrm>
            <a:custGeom>
              <a:avLst/>
              <a:pathLst>
                <a:path w="17721" h="530648">
                  <a:moveTo>
                    <a:pt x="0" y="229"/>
                  </a:moveTo>
                  <a:lnTo>
                    <a:pt x="17721" y="0"/>
                  </a:lnTo>
                  <a:lnTo>
                    <a:pt x="17721" y="530648"/>
                  </a:lnTo>
                  <a:lnTo>
                    <a:pt x="0" y="530648"/>
                  </a:lnTo>
                  <a:close/>
                </a:path>
              </a:pathLst>
            </a:custGeom>
            <a:solidFill>
              <a:srgbClr val="C9937F">
                <a:alpha val="100000"/>
              </a:srgbClr>
            </a:solidFill>
            <a:ln w="4762" cap="rnd">
              <a:solidFill>
                <a:srgbClr val="C99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g1794"/>
            <p:cNvSpPr/>
            <p:nvPr/>
          </p:nvSpPr>
          <p:spPr>
            <a:xfrm>
              <a:off x="6095700" y="3846035"/>
              <a:ext cx="17721" cy="530665"/>
            </a:xfrm>
            <a:custGeom>
              <a:avLst/>
              <a:pathLst>
                <a:path w="17721" h="530665">
                  <a:moveTo>
                    <a:pt x="0" y="17"/>
                  </a:moveTo>
                  <a:lnTo>
                    <a:pt x="17721" y="0"/>
                  </a:lnTo>
                  <a:lnTo>
                    <a:pt x="17721" y="530665"/>
                  </a:lnTo>
                  <a:lnTo>
                    <a:pt x="0" y="530665"/>
                  </a:lnTo>
                  <a:close/>
                </a:path>
              </a:pathLst>
            </a:custGeom>
            <a:solidFill>
              <a:srgbClr val="C9937E">
                <a:alpha val="100000"/>
              </a:srgbClr>
            </a:solidFill>
            <a:ln w="4762" cap="rnd">
              <a:solidFill>
                <a:srgbClr val="C99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g1795"/>
            <p:cNvSpPr/>
            <p:nvPr/>
          </p:nvSpPr>
          <p:spPr>
            <a:xfrm>
              <a:off x="6113421" y="3846035"/>
              <a:ext cx="17721" cy="530665"/>
            </a:xfrm>
            <a:custGeom>
              <a:avLst/>
              <a:pathLst>
                <a:path w="17721" h="530665">
                  <a:moveTo>
                    <a:pt x="0" y="0"/>
                  </a:moveTo>
                  <a:lnTo>
                    <a:pt x="17721" y="130"/>
                  </a:lnTo>
                  <a:lnTo>
                    <a:pt x="17721" y="530665"/>
                  </a:lnTo>
                  <a:lnTo>
                    <a:pt x="0" y="530665"/>
                  </a:lnTo>
                  <a:close/>
                </a:path>
              </a:pathLst>
            </a:custGeom>
            <a:solidFill>
              <a:srgbClr val="C9927E">
                <a:alpha val="100000"/>
              </a:srgbClr>
            </a:solidFill>
            <a:ln w="4762" cap="rnd">
              <a:solidFill>
                <a:srgbClr val="C992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g1796"/>
            <p:cNvSpPr/>
            <p:nvPr/>
          </p:nvSpPr>
          <p:spPr>
            <a:xfrm>
              <a:off x="6131143" y="3846166"/>
              <a:ext cx="35442" cy="530535"/>
            </a:xfrm>
            <a:custGeom>
              <a:avLst/>
              <a:pathLst>
                <a:path w="35442" h="530535">
                  <a:moveTo>
                    <a:pt x="0" y="0"/>
                  </a:moveTo>
                  <a:lnTo>
                    <a:pt x="17721" y="349"/>
                  </a:lnTo>
                  <a:lnTo>
                    <a:pt x="35442" y="917"/>
                  </a:lnTo>
                  <a:lnTo>
                    <a:pt x="35442" y="530535"/>
                  </a:lnTo>
                  <a:lnTo>
                    <a:pt x="17721" y="530535"/>
                  </a:lnTo>
                  <a:lnTo>
                    <a:pt x="0" y="530535"/>
                  </a:lnTo>
                  <a:close/>
                </a:path>
              </a:pathLst>
            </a:custGeom>
            <a:solidFill>
              <a:srgbClr val="C9927D">
                <a:alpha val="100000"/>
              </a:srgbClr>
            </a:solidFill>
            <a:ln w="4762" cap="rnd">
              <a:solidFill>
                <a:srgbClr val="C992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g1797"/>
            <p:cNvSpPr/>
            <p:nvPr/>
          </p:nvSpPr>
          <p:spPr>
            <a:xfrm>
              <a:off x="6166585" y="3847083"/>
              <a:ext cx="17721" cy="529617"/>
            </a:xfrm>
            <a:custGeom>
              <a:avLst/>
              <a:pathLst>
                <a:path w="17721" h="529617">
                  <a:moveTo>
                    <a:pt x="0" y="0"/>
                  </a:moveTo>
                  <a:lnTo>
                    <a:pt x="17721" y="715"/>
                  </a:lnTo>
                  <a:lnTo>
                    <a:pt x="17721" y="529617"/>
                  </a:lnTo>
                  <a:lnTo>
                    <a:pt x="0" y="529617"/>
                  </a:lnTo>
                  <a:close/>
                </a:path>
              </a:pathLst>
            </a:custGeom>
            <a:solidFill>
              <a:srgbClr val="C8917D">
                <a:alpha val="100000"/>
              </a:srgbClr>
            </a:solidFill>
            <a:ln w="4762" cap="rnd">
              <a:solidFill>
                <a:srgbClr val="C891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g1798"/>
            <p:cNvSpPr/>
            <p:nvPr/>
          </p:nvSpPr>
          <p:spPr>
            <a:xfrm>
              <a:off x="6184307" y="3847799"/>
              <a:ext cx="17721" cy="528901"/>
            </a:xfrm>
            <a:custGeom>
              <a:avLst/>
              <a:pathLst>
                <a:path w="17721" h="528901">
                  <a:moveTo>
                    <a:pt x="0" y="0"/>
                  </a:moveTo>
                  <a:lnTo>
                    <a:pt x="17721" y="927"/>
                  </a:lnTo>
                  <a:lnTo>
                    <a:pt x="17721" y="528901"/>
                  </a:lnTo>
                  <a:lnTo>
                    <a:pt x="0" y="528901"/>
                  </a:lnTo>
                  <a:close/>
                </a:path>
              </a:pathLst>
            </a:custGeom>
            <a:solidFill>
              <a:srgbClr val="C8917C">
                <a:alpha val="100000"/>
              </a:srgbClr>
            </a:solidFill>
            <a:ln w="4762" cap="rnd">
              <a:solidFill>
                <a:srgbClr val="C891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g1799"/>
            <p:cNvSpPr/>
            <p:nvPr/>
          </p:nvSpPr>
          <p:spPr>
            <a:xfrm>
              <a:off x="6202028" y="3848726"/>
              <a:ext cx="17721" cy="527974"/>
            </a:xfrm>
            <a:custGeom>
              <a:avLst/>
              <a:pathLst>
                <a:path w="17721" h="527974">
                  <a:moveTo>
                    <a:pt x="0" y="0"/>
                  </a:moveTo>
                  <a:lnTo>
                    <a:pt x="17721" y="1150"/>
                  </a:lnTo>
                  <a:lnTo>
                    <a:pt x="17721" y="527974"/>
                  </a:lnTo>
                  <a:lnTo>
                    <a:pt x="0" y="527974"/>
                  </a:lnTo>
                  <a:close/>
                </a:path>
              </a:pathLst>
            </a:custGeom>
            <a:solidFill>
              <a:srgbClr val="C8907C">
                <a:alpha val="100000"/>
              </a:srgbClr>
            </a:solidFill>
            <a:ln w="4762" cap="rnd">
              <a:solidFill>
                <a:srgbClr val="C890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g1800"/>
            <p:cNvSpPr/>
            <p:nvPr/>
          </p:nvSpPr>
          <p:spPr>
            <a:xfrm>
              <a:off x="6219750" y="3849876"/>
              <a:ext cx="35442" cy="526824"/>
            </a:xfrm>
            <a:custGeom>
              <a:avLst/>
              <a:pathLst>
                <a:path w="35442" h="526824">
                  <a:moveTo>
                    <a:pt x="0" y="0"/>
                  </a:moveTo>
                  <a:lnTo>
                    <a:pt x="17721" y="1296"/>
                  </a:lnTo>
                  <a:lnTo>
                    <a:pt x="35442" y="2795"/>
                  </a:lnTo>
                  <a:lnTo>
                    <a:pt x="35442" y="526824"/>
                  </a:lnTo>
                  <a:lnTo>
                    <a:pt x="17721" y="526824"/>
                  </a:lnTo>
                  <a:lnTo>
                    <a:pt x="0" y="526824"/>
                  </a:lnTo>
                  <a:close/>
                </a:path>
              </a:pathLst>
            </a:custGeom>
            <a:solidFill>
              <a:srgbClr val="C8907B">
                <a:alpha val="100000"/>
              </a:srgbClr>
            </a:solidFill>
            <a:ln w="4762" cap="rnd">
              <a:solidFill>
                <a:srgbClr val="C890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g1801"/>
            <p:cNvSpPr/>
            <p:nvPr/>
          </p:nvSpPr>
          <p:spPr>
            <a:xfrm>
              <a:off x="6255192" y="3852671"/>
              <a:ext cx="17721" cy="524029"/>
            </a:xfrm>
            <a:custGeom>
              <a:avLst/>
              <a:pathLst>
                <a:path w="17721" h="524029">
                  <a:moveTo>
                    <a:pt x="0" y="0"/>
                  </a:moveTo>
                  <a:lnTo>
                    <a:pt x="17721" y="1724"/>
                  </a:lnTo>
                  <a:lnTo>
                    <a:pt x="17721" y="524029"/>
                  </a:lnTo>
                  <a:lnTo>
                    <a:pt x="0" y="524029"/>
                  </a:lnTo>
                  <a:close/>
                </a:path>
              </a:pathLst>
            </a:custGeom>
            <a:solidFill>
              <a:srgbClr val="C78F7B">
                <a:alpha val="100000"/>
              </a:srgbClr>
            </a:solidFill>
            <a:ln w="4762" cap="rnd">
              <a:solidFill>
                <a:srgbClr val="C78F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g1802"/>
            <p:cNvSpPr/>
            <p:nvPr/>
          </p:nvSpPr>
          <p:spPr>
            <a:xfrm>
              <a:off x="6272914" y="3854396"/>
              <a:ext cx="17721" cy="522304"/>
            </a:xfrm>
            <a:custGeom>
              <a:avLst/>
              <a:pathLst>
                <a:path w="17721" h="522304">
                  <a:moveTo>
                    <a:pt x="0" y="0"/>
                  </a:moveTo>
                  <a:lnTo>
                    <a:pt x="17721" y="1868"/>
                  </a:lnTo>
                  <a:lnTo>
                    <a:pt x="17721" y="522304"/>
                  </a:lnTo>
                  <a:lnTo>
                    <a:pt x="0" y="522304"/>
                  </a:lnTo>
                  <a:close/>
                </a:path>
              </a:pathLst>
            </a:custGeom>
            <a:solidFill>
              <a:srgbClr val="C78F7A">
                <a:alpha val="100000"/>
              </a:srgbClr>
            </a:solidFill>
            <a:ln w="4762" cap="rnd">
              <a:solidFill>
                <a:srgbClr val="C78F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g1803"/>
            <p:cNvSpPr/>
            <p:nvPr/>
          </p:nvSpPr>
          <p:spPr>
            <a:xfrm>
              <a:off x="6290635" y="3856264"/>
              <a:ext cx="17721" cy="520436"/>
            </a:xfrm>
            <a:custGeom>
              <a:avLst/>
              <a:pathLst>
                <a:path w="17721" h="520436">
                  <a:moveTo>
                    <a:pt x="0" y="0"/>
                  </a:moveTo>
                  <a:lnTo>
                    <a:pt x="17721" y="2060"/>
                  </a:lnTo>
                  <a:lnTo>
                    <a:pt x="17721" y="520436"/>
                  </a:lnTo>
                  <a:lnTo>
                    <a:pt x="0" y="520436"/>
                  </a:lnTo>
                  <a:close/>
                </a:path>
              </a:pathLst>
            </a:custGeom>
            <a:solidFill>
              <a:srgbClr val="C78E7A">
                <a:alpha val="100000"/>
              </a:srgbClr>
            </a:solidFill>
            <a:ln w="4762" cap="rnd">
              <a:solidFill>
                <a:srgbClr val="C78E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g1804"/>
            <p:cNvSpPr/>
            <p:nvPr/>
          </p:nvSpPr>
          <p:spPr>
            <a:xfrm>
              <a:off x="6308356" y="3858325"/>
              <a:ext cx="17721" cy="518375"/>
            </a:xfrm>
            <a:custGeom>
              <a:avLst/>
              <a:pathLst>
                <a:path w="17721" h="518375">
                  <a:moveTo>
                    <a:pt x="0" y="0"/>
                  </a:moveTo>
                  <a:lnTo>
                    <a:pt x="17721" y="2288"/>
                  </a:lnTo>
                  <a:lnTo>
                    <a:pt x="17721" y="518375"/>
                  </a:lnTo>
                  <a:lnTo>
                    <a:pt x="0" y="518375"/>
                  </a:lnTo>
                  <a:close/>
                </a:path>
              </a:pathLst>
            </a:custGeom>
            <a:solidFill>
              <a:srgbClr val="C78E79">
                <a:alpha val="100000"/>
              </a:srgbClr>
            </a:solidFill>
            <a:ln w="4762" cap="rnd">
              <a:solidFill>
                <a:srgbClr val="C7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g1805"/>
            <p:cNvSpPr/>
            <p:nvPr/>
          </p:nvSpPr>
          <p:spPr>
            <a:xfrm>
              <a:off x="6326078" y="3860614"/>
              <a:ext cx="17721" cy="516087"/>
            </a:xfrm>
            <a:custGeom>
              <a:avLst/>
              <a:pathLst>
                <a:path w="17721" h="516087">
                  <a:moveTo>
                    <a:pt x="0" y="0"/>
                  </a:moveTo>
                  <a:lnTo>
                    <a:pt x="17721" y="2428"/>
                  </a:lnTo>
                  <a:lnTo>
                    <a:pt x="17721" y="516087"/>
                  </a:lnTo>
                  <a:lnTo>
                    <a:pt x="0" y="516087"/>
                  </a:lnTo>
                  <a:close/>
                </a:path>
              </a:pathLst>
            </a:custGeom>
            <a:solidFill>
              <a:srgbClr val="C68E79">
                <a:alpha val="100000"/>
              </a:srgbClr>
            </a:solidFill>
            <a:ln w="4762" cap="rnd">
              <a:solidFill>
                <a:srgbClr val="C6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g1806"/>
            <p:cNvSpPr/>
            <p:nvPr/>
          </p:nvSpPr>
          <p:spPr>
            <a:xfrm>
              <a:off x="6343799" y="3863042"/>
              <a:ext cx="17721" cy="513659"/>
            </a:xfrm>
            <a:custGeom>
              <a:avLst/>
              <a:pathLst>
                <a:path w="17721" h="513659">
                  <a:moveTo>
                    <a:pt x="0" y="0"/>
                  </a:moveTo>
                  <a:lnTo>
                    <a:pt x="17721" y="2609"/>
                  </a:lnTo>
                  <a:lnTo>
                    <a:pt x="17721" y="513659"/>
                  </a:lnTo>
                  <a:lnTo>
                    <a:pt x="0" y="513659"/>
                  </a:lnTo>
                  <a:close/>
                </a:path>
              </a:pathLst>
            </a:custGeom>
            <a:solidFill>
              <a:srgbClr val="C68D79">
                <a:alpha val="100000"/>
              </a:srgbClr>
            </a:solidFill>
            <a:ln w="4762" cap="rnd">
              <a:solidFill>
                <a:srgbClr val="C68D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g1807"/>
            <p:cNvSpPr/>
            <p:nvPr/>
          </p:nvSpPr>
          <p:spPr>
            <a:xfrm>
              <a:off x="6361521" y="3865652"/>
              <a:ext cx="35442" cy="511049"/>
            </a:xfrm>
            <a:custGeom>
              <a:avLst/>
              <a:pathLst>
                <a:path w="35442" h="511049">
                  <a:moveTo>
                    <a:pt x="0" y="0"/>
                  </a:moveTo>
                  <a:lnTo>
                    <a:pt x="17721" y="2836"/>
                  </a:lnTo>
                  <a:lnTo>
                    <a:pt x="35442" y="5808"/>
                  </a:lnTo>
                  <a:lnTo>
                    <a:pt x="35442" y="511049"/>
                  </a:lnTo>
                  <a:lnTo>
                    <a:pt x="17721" y="511049"/>
                  </a:lnTo>
                  <a:lnTo>
                    <a:pt x="0" y="511049"/>
                  </a:lnTo>
                  <a:close/>
                </a:path>
              </a:pathLst>
            </a:custGeom>
            <a:solidFill>
              <a:srgbClr val="C68D78">
                <a:alpha val="100000"/>
              </a:srgbClr>
            </a:solidFill>
            <a:ln w="4762" cap="rnd">
              <a:solidFill>
                <a:srgbClr val="C68D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g1808"/>
            <p:cNvSpPr/>
            <p:nvPr/>
          </p:nvSpPr>
          <p:spPr>
            <a:xfrm>
              <a:off x="6396963" y="3871460"/>
              <a:ext cx="17721" cy="505240"/>
            </a:xfrm>
            <a:custGeom>
              <a:avLst/>
              <a:pathLst>
                <a:path w="17721" h="505240">
                  <a:moveTo>
                    <a:pt x="0" y="0"/>
                  </a:moveTo>
                  <a:lnTo>
                    <a:pt x="17721" y="3141"/>
                  </a:lnTo>
                  <a:lnTo>
                    <a:pt x="17721" y="505240"/>
                  </a:lnTo>
                  <a:lnTo>
                    <a:pt x="0" y="505240"/>
                  </a:lnTo>
                  <a:close/>
                </a:path>
              </a:pathLst>
            </a:custGeom>
            <a:solidFill>
              <a:srgbClr val="C68C77">
                <a:alpha val="100000"/>
              </a:srgbClr>
            </a:solidFill>
            <a:ln w="4762" cap="rnd">
              <a:solidFill>
                <a:srgbClr val="C6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g1809"/>
            <p:cNvSpPr/>
            <p:nvPr/>
          </p:nvSpPr>
          <p:spPr>
            <a:xfrm>
              <a:off x="6414685" y="3874602"/>
              <a:ext cx="17721" cy="502098"/>
            </a:xfrm>
            <a:custGeom>
              <a:avLst/>
              <a:pathLst>
                <a:path w="17721" h="502098">
                  <a:moveTo>
                    <a:pt x="0" y="0"/>
                  </a:moveTo>
                  <a:lnTo>
                    <a:pt x="17721" y="3366"/>
                  </a:lnTo>
                  <a:lnTo>
                    <a:pt x="17721" y="502098"/>
                  </a:lnTo>
                  <a:lnTo>
                    <a:pt x="0" y="502098"/>
                  </a:lnTo>
                  <a:close/>
                </a:path>
              </a:pathLst>
            </a:custGeom>
            <a:solidFill>
              <a:srgbClr val="C58C77">
                <a:alpha val="100000"/>
              </a:srgbClr>
            </a:solidFill>
            <a:ln w="4762" cap="rnd">
              <a:solidFill>
                <a:srgbClr val="C5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g1810"/>
            <p:cNvSpPr/>
            <p:nvPr/>
          </p:nvSpPr>
          <p:spPr>
            <a:xfrm>
              <a:off x="6432406" y="3877968"/>
              <a:ext cx="17721" cy="498732"/>
            </a:xfrm>
            <a:custGeom>
              <a:avLst/>
              <a:pathLst>
                <a:path w="17721" h="498732">
                  <a:moveTo>
                    <a:pt x="0" y="0"/>
                  </a:moveTo>
                  <a:lnTo>
                    <a:pt x="17721" y="3496"/>
                  </a:lnTo>
                  <a:lnTo>
                    <a:pt x="17721" y="498732"/>
                  </a:lnTo>
                  <a:lnTo>
                    <a:pt x="0" y="498732"/>
                  </a:lnTo>
                  <a:close/>
                </a:path>
              </a:pathLst>
            </a:custGeom>
            <a:solidFill>
              <a:srgbClr val="C58B77">
                <a:alpha val="100000"/>
              </a:srgbClr>
            </a:solidFill>
            <a:ln w="4762" cap="rnd">
              <a:solidFill>
                <a:srgbClr val="C58B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g1811"/>
            <p:cNvSpPr/>
            <p:nvPr/>
          </p:nvSpPr>
          <p:spPr>
            <a:xfrm>
              <a:off x="6450127" y="3881465"/>
              <a:ext cx="35442" cy="495236"/>
            </a:xfrm>
            <a:custGeom>
              <a:avLst/>
              <a:pathLst>
                <a:path w="35442" h="495236">
                  <a:moveTo>
                    <a:pt x="0" y="0"/>
                  </a:moveTo>
                  <a:lnTo>
                    <a:pt x="17721" y="3654"/>
                  </a:lnTo>
                  <a:lnTo>
                    <a:pt x="35442" y="7528"/>
                  </a:lnTo>
                  <a:lnTo>
                    <a:pt x="35442" y="495236"/>
                  </a:lnTo>
                  <a:lnTo>
                    <a:pt x="17721" y="495236"/>
                  </a:lnTo>
                  <a:lnTo>
                    <a:pt x="0" y="495236"/>
                  </a:lnTo>
                  <a:close/>
                </a:path>
              </a:pathLst>
            </a:custGeom>
            <a:solidFill>
              <a:srgbClr val="C58B76">
                <a:alpha val="100000"/>
              </a:srgbClr>
            </a:solidFill>
            <a:ln w="4762" cap="rnd">
              <a:solidFill>
                <a:srgbClr val="C58B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g1812"/>
            <p:cNvSpPr/>
            <p:nvPr/>
          </p:nvSpPr>
          <p:spPr>
            <a:xfrm>
              <a:off x="6485570" y="3888993"/>
              <a:ext cx="35442" cy="487708"/>
            </a:xfrm>
            <a:custGeom>
              <a:avLst/>
              <a:pathLst>
                <a:path w="35442" h="487708">
                  <a:moveTo>
                    <a:pt x="0" y="0"/>
                  </a:moveTo>
                  <a:lnTo>
                    <a:pt x="17721" y="3998"/>
                  </a:lnTo>
                  <a:lnTo>
                    <a:pt x="35442" y="8141"/>
                  </a:lnTo>
                  <a:lnTo>
                    <a:pt x="35442" y="487708"/>
                  </a:lnTo>
                  <a:lnTo>
                    <a:pt x="17721" y="487708"/>
                  </a:lnTo>
                  <a:lnTo>
                    <a:pt x="0" y="487708"/>
                  </a:lnTo>
                  <a:close/>
                </a:path>
              </a:pathLst>
            </a:custGeom>
            <a:solidFill>
              <a:srgbClr val="C48A75">
                <a:alpha val="100000"/>
              </a:srgbClr>
            </a:solidFill>
            <a:ln w="4762" cap="rnd">
              <a:solidFill>
                <a:srgbClr val="C48A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g1813"/>
            <p:cNvSpPr/>
            <p:nvPr/>
          </p:nvSpPr>
          <p:spPr>
            <a:xfrm>
              <a:off x="6521013" y="3897134"/>
              <a:ext cx="17721" cy="479566"/>
            </a:xfrm>
            <a:custGeom>
              <a:avLst/>
              <a:pathLst>
                <a:path w="17721" h="479566">
                  <a:moveTo>
                    <a:pt x="0" y="0"/>
                  </a:moveTo>
                  <a:lnTo>
                    <a:pt x="17721" y="4357"/>
                  </a:lnTo>
                  <a:lnTo>
                    <a:pt x="17721" y="479566"/>
                  </a:lnTo>
                  <a:lnTo>
                    <a:pt x="0" y="479566"/>
                  </a:lnTo>
                  <a:close/>
                </a:path>
              </a:pathLst>
            </a:custGeom>
            <a:solidFill>
              <a:srgbClr val="C48975">
                <a:alpha val="100000"/>
              </a:srgbClr>
            </a:solidFill>
            <a:ln w="4762" cap="rnd">
              <a:solidFill>
                <a:srgbClr val="C489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g1814"/>
            <p:cNvSpPr/>
            <p:nvPr/>
          </p:nvSpPr>
          <p:spPr>
            <a:xfrm>
              <a:off x="6538734" y="3901492"/>
              <a:ext cx="35442" cy="475209"/>
            </a:xfrm>
            <a:custGeom>
              <a:avLst/>
              <a:pathLst>
                <a:path w="35442" h="475209">
                  <a:moveTo>
                    <a:pt x="0" y="0"/>
                  </a:moveTo>
                  <a:lnTo>
                    <a:pt x="17721" y="4474"/>
                  </a:lnTo>
                  <a:lnTo>
                    <a:pt x="35442" y="9080"/>
                  </a:lnTo>
                  <a:lnTo>
                    <a:pt x="35442" y="475209"/>
                  </a:lnTo>
                  <a:lnTo>
                    <a:pt x="17721" y="475209"/>
                  </a:lnTo>
                  <a:lnTo>
                    <a:pt x="0" y="475209"/>
                  </a:lnTo>
                  <a:close/>
                </a:path>
              </a:pathLst>
            </a:custGeom>
            <a:solidFill>
              <a:srgbClr val="C48974">
                <a:alpha val="100000"/>
              </a:srgbClr>
            </a:solidFill>
            <a:ln w="4762" cap="rnd">
              <a:solidFill>
                <a:srgbClr val="C489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g1815"/>
            <p:cNvSpPr/>
            <p:nvPr/>
          </p:nvSpPr>
          <p:spPr>
            <a:xfrm>
              <a:off x="6574177" y="3910572"/>
              <a:ext cx="35442" cy="466128"/>
            </a:xfrm>
            <a:custGeom>
              <a:avLst/>
              <a:pathLst>
                <a:path w="35442" h="466128">
                  <a:moveTo>
                    <a:pt x="0" y="0"/>
                  </a:moveTo>
                  <a:lnTo>
                    <a:pt x="17721" y="4812"/>
                  </a:lnTo>
                  <a:lnTo>
                    <a:pt x="35442" y="9734"/>
                  </a:lnTo>
                  <a:lnTo>
                    <a:pt x="35442" y="466128"/>
                  </a:lnTo>
                  <a:lnTo>
                    <a:pt x="17721" y="466128"/>
                  </a:lnTo>
                  <a:lnTo>
                    <a:pt x="0" y="466128"/>
                  </a:lnTo>
                  <a:close/>
                </a:path>
              </a:pathLst>
            </a:custGeom>
            <a:solidFill>
              <a:srgbClr val="C38873">
                <a:alpha val="100000"/>
              </a:srgbClr>
            </a:solidFill>
            <a:ln w="4762" cap="rnd">
              <a:solidFill>
                <a:srgbClr val="C388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g1816"/>
            <p:cNvSpPr/>
            <p:nvPr/>
          </p:nvSpPr>
          <p:spPr>
            <a:xfrm>
              <a:off x="6609620" y="3920307"/>
              <a:ext cx="17721" cy="456393"/>
            </a:xfrm>
            <a:custGeom>
              <a:avLst/>
              <a:pathLst>
                <a:path w="17721" h="456393">
                  <a:moveTo>
                    <a:pt x="0" y="0"/>
                  </a:moveTo>
                  <a:lnTo>
                    <a:pt x="17721" y="5040"/>
                  </a:lnTo>
                  <a:lnTo>
                    <a:pt x="17721" y="456393"/>
                  </a:lnTo>
                  <a:lnTo>
                    <a:pt x="0" y="456393"/>
                  </a:lnTo>
                  <a:close/>
                </a:path>
              </a:pathLst>
            </a:custGeom>
            <a:solidFill>
              <a:srgbClr val="C38773">
                <a:alpha val="100000"/>
              </a:srgbClr>
            </a:solidFill>
            <a:ln w="4762" cap="rnd">
              <a:solidFill>
                <a:srgbClr val="C387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g1817"/>
            <p:cNvSpPr/>
            <p:nvPr/>
          </p:nvSpPr>
          <p:spPr>
            <a:xfrm>
              <a:off x="6627341" y="3925348"/>
              <a:ext cx="35442" cy="451352"/>
            </a:xfrm>
            <a:custGeom>
              <a:avLst/>
              <a:pathLst>
                <a:path w="35442" h="451352">
                  <a:moveTo>
                    <a:pt x="0" y="0"/>
                  </a:moveTo>
                  <a:lnTo>
                    <a:pt x="17721" y="5237"/>
                  </a:lnTo>
                  <a:lnTo>
                    <a:pt x="35442" y="10575"/>
                  </a:lnTo>
                  <a:lnTo>
                    <a:pt x="35442" y="451352"/>
                  </a:lnTo>
                  <a:lnTo>
                    <a:pt x="17721" y="451352"/>
                  </a:lnTo>
                  <a:lnTo>
                    <a:pt x="0" y="451352"/>
                  </a:lnTo>
                  <a:close/>
                </a:path>
              </a:pathLst>
            </a:custGeom>
            <a:solidFill>
              <a:srgbClr val="C38772">
                <a:alpha val="100000"/>
              </a:srgbClr>
            </a:solidFill>
            <a:ln w="4762" cap="rnd">
              <a:solidFill>
                <a:srgbClr val="C387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g1818"/>
            <p:cNvSpPr/>
            <p:nvPr/>
          </p:nvSpPr>
          <p:spPr>
            <a:xfrm>
              <a:off x="6662784" y="3935923"/>
              <a:ext cx="53164" cy="440777"/>
            </a:xfrm>
            <a:custGeom>
              <a:avLst/>
              <a:pathLst>
                <a:path w="53164" h="440777">
                  <a:moveTo>
                    <a:pt x="0" y="0"/>
                  </a:moveTo>
                  <a:lnTo>
                    <a:pt x="17721" y="5443"/>
                  </a:lnTo>
                  <a:lnTo>
                    <a:pt x="35442" y="11071"/>
                  </a:lnTo>
                  <a:lnTo>
                    <a:pt x="53164" y="16790"/>
                  </a:lnTo>
                  <a:lnTo>
                    <a:pt x="53164" y="440777"/>
                  </a:lnTo>
                  <a:lnTo>
                    <a:pt x="35442" y="440777"/>
                  </a:lnTo>
                  <a:lnTo>
                    <a:pt x="17721" y="440777"/>
                  </a:lnTo>
                  <a:lnTo>
                    <a:pt x="0" y="440777"/>
                  </a:lnTo>
                  <a:close/>
                </a:path>
              </a:pathLst>
            </a:custGeom>
            <a:solidFill>
              <a:srgbClr val="C28671">
                <a:alpha val="100000"/>
              </a:srgbClr>
            </a:solidFill>
            <a:ln w="4762" cap="rnd">
              <a:solidFill>
                <a:srgbClr val="C286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g1819"/>
            <p:cNvSpPr/>
            <p:nvPr/>
          </p:nvSpPr>
          <p:spPr>
            <a:xfrm>
              <a:off x="6715948" y="3952714"/>
              <a:ext cx="17721" cy="423986"/>
            </a:xfrm>
            <a:custGeom>
              <a:avLst/>
              <a:pathLst>
                <a:path w="17721" h="423986">
                  <a:moveTo>
                    <a:pt x="0" y="0"/>
                  </a:moveTo>
                  <a:lnTo>
                    <a:pt x="17721" y="5811"/>
                  </a:lnTo>
                  <a:lnTo>
                    <a:pt x="17721" y="423986"/>
                  </a:lnTo>
                  <a:lnTo>
                    <a:pt x="0" y="423986"/>
                  </a:lnTo>
                  <a:close/>
                </a:path>
              </a:pathLst>
            </a:custGeom>
            <a:solidFill>
              <a:srgbClr val="C28570">
                <a:alpha val="100000"/>
              </a:srgbClr>
            </a:solidFill>
            <a:ln w="4762" cap="rnd">
              <a:solidFill>
                <a:srgbClr val="C2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g1820"/>
            <p:cNvSpPr/>
            <p:nvPr/>
          </p:nvSpPr>
          <p:spPr>
            <a:xfrm>
              <a:off x="6733669" y="3958525"/>
              <a:ext cx="17721" cy="418175"/>
            </a:xfrm>
            <a:custGeom>
              <a:avLst/>
              <a:pathLst>
                <a:path w="17721" h="418175">
                  <a:moveTo>
                    <a:pt x="0" y="0"/>
                  </a:moveTo>
                  <a:lnTo>
                    <a:pt x="17721" y="5980"/>
                  </a:lnTo>
                  <a:lnTo>
                    <a:pt x="17721" y="418175"/>
                  </a:lnTo>
                  <a:lnTo>
                    <a:pt x="0" y="418175"/>
                  </a:lnTo>
                  <a:close/>
                </a:path>
              </a:pathLst>
            </a:custGeom>
            <a:solidFill>
              <a:srgbClr val="C18570">
                <a:alpha val="100000"/>
              </a:srgbClr>
            </a:solidFill>
            <a:ln w="4762" cap="rnd">
              <a:solidFill>
                <a:srgbClr val="C1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g1821"/>
            <p:cNvSpPr/>
            <p:nvPr/>
          </p:nvSpPr>
          <p:spPr>
            <a:xfrm>
              <a:off x="6751391" y="3964506"/>
              <a:ext cx="53164" cy="412194"/>
            </a:xfrm>
            <a:custGeom>
              <a:avLst/>
              <a:pathLst>
                <a:path w="53164" h="412194">
                  <a:moveTo>
                    <a:pt x="0" y="0"/>
                  </a:moveTo>
                  <a:lnTo>
                    <a:pt x="17721" y="6062"/>
                  </a:lnTo>
                  <a:lnTo>
                    <a:pt x="35442" y="12206"/>
                  </a:lnTo>
                  <a:lnTo>
                    <a:pt x="53164" y="18496"/>
                  </a:lnTo>
                  <a:lnTo>
                    <a:pt x="53164" y="412194"/>
                  </a:lnTo>
                  <a:lnTo>
                    <a:pt x="35442" y="412194"/>
                  </a:lnTo>
                  <a:lnTo>
                    <a:pt x="17721" y="412194"/>
                  </a:lnTo>
                  <a:lnTo>
                    <a:pt x="0" y="412194"/>
                  </a:lnTo>
                  <a:close/>
                </a:path>
              </a:pathLst>
            </a:custGeom>
            <a:solidFill>
              <a:srgbClr val="C1846F">
                <a:alpha val="100000"/>
              </a:srgbClr>
            </a:solidFill>
            <a:ln w="4762" cap="rnd">
              <a:solidFill>
                <a:srgbClr val="C184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g1822"/>
            <p:cNvSpPr/>
            <p:nvPr/>
          </p:nvSpPr>
          <p:spPr>
            <a:xfrm>
              <a:off x="6804555" y="3983002"/>
              <a:ext cx="17721" cy="393698"/>
            </a:xfrm>
            <a:custGeom>
              <a:avLst/>
              <a:pathLst>
                <a:path w="17721" h="393698">
                  <a:moveTo>
                    <a:pt x="0" y="0"/>
                  </a:moveTo>
                  <a:lnTo>
                    <a:pt x="17721" y="6363"/>
                  </a:lnTo>
                  <a:lnTo>
                    <a:pt x="17721" y="393698"/>
                  </a:lnTo>
                  <a:lnTo>
                    <a:pt x="0" y="393698"/>
                  </a:lnTo>
                  <a:close/>
                </a:path>
              </a:pathLst>
            </a:custGeom>
            <a:solidFill>
              <a:srgbClr val="C1836E">
                <a:alpha val="100000"/>
              </a:srgbClr>
            </a:solidFill>
            <a:ln w="4762" cap="rnd">
              <a:solidFill>
                <a:srgbClr val="C1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g1823"/>
            <p:cNvSpPr/>
            <p:nvPr/>
          </p:nvSpPr>
          <p:spPr>
            <a:xfrm>
              <a:off x="6822276" y="3989366"/>
              <a:ext cx="17721" cy="387334"/>
            </a:xfrm>
            <a:custGeom>
              <a:avLst/>
              <a:pathLst>
                <a:path w="17721" h="387334">
                  <a:moveTo>
                    <a:pt x="0" y="0"/>
                  </a:moveTo>
                  <a:lnTo>
                    <a:pt x="17721" y="6434"/>
                  </a:lnTo>
                  <a:lnTo>
                    <a:pt x="17721" y="387334"/>
                  </a:lnTo>
                  <a:lnTo>
                    <a:pt x="0" y="387334"/>
                  </a:lnTo>
                  <a:close/>
                </a:path>
              </a:pathLst>
            </a:custGeom>
            <a:solidFill>
              <a:srgbClr val="C0836E">
                <a:alpha val="100000"/>
              </a:srgbClr>
            </a:solidFill>
            <a:ln w="4762" cap="rnd">
              <a:solidFill>
                <a:srgbClr val="C0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g1824"/>
            <p:cNvSpPr/>
            <p:nvPr/>
          </p:nvSpPr>
          <p:spPr>
            <a:xfrm>
              <a:off x="6839997" y="3995800"/>
              <a:ext cx="53164" cy="380900"/>
            </a:xfrm>
            <a:custGeom>
              <a:avLst/>
              <a:pathLst>
                <a:path w="53164" h="380900">
                  <a:moveTo>
                    <a:pt x="0" y="0"/>
                  </a:moveTo>
                  <a:lnTo>
                    <a:pt x="17721" y="6555"/>
                  </a:lnTo>
                  <a:lnTo>
                    <a:pt x="35442" y="13175"/>
                  </a:lnTo>
                  <a:lnTo>
                    <a:pt x="53164" y="19853"/>
                  </a:lnTo>
                  <a:lnTo>
                    <a:pt x="53164" y="380900"/>
                  </a:lnTo>
                  <a:lnTo>
                    <a:pt x="35442" y="380900"/>
                  </a:lnTo>
                  <a:lnTo>
                    <a:pt x="17721" y="380900"/>
                  </a:lnTo>
                  <a:lnTo>
                    <a:pt x="0" y="380900"/>
                  </a:lnTo>
                  <a:close/>
                </a:path>
              </a:pathLst>
            </a:custGeom>
            <a:solidFill>
              <a:srgbClr val="C0826D">
                <a:alpha val="100000"/>
              </a:srgbClr>
            </a:solidFill>
            <a:ln w="4762" cap="rnd">
              <a:solidFill>
                <a:srgbClr val="C082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g1825"/>
            <p:cNvSpPr/>
            <p:nvPr/>
          </p:nvSpPr>
          <p:spPr>
            <a:xfrm>
              <a:off x="6893162" y="4015654"/>
              <a:ext cx="35442" cy="361046"/>
            </a:xfrm>
            <a:custGeom>
              <a:avLst/>
              <a:pathLst>
                <a:path w="35442" h="361046">
                  <a:moveTo>
                    <a:pt x="0" y="0"/>
                  </a:moveTo>
                  <a:lnTo>
                    <a:pt x="17721" y="6774"/>
                  </a:lnTo>
                  <a:lnTo>
                    <a:pt x="35442" y="13601"/>
                  </a:lnTo>
                  <a:lnTo>
                    <a:pt x="35442" y="361046"/>
                  </a:lnTo>
                  <a:lnTo>
                    <a:pt x="17721" y="361046"/>
                  </a:lnTo>
                  <a:lnTo>
                    <a:pt x="0" y="361046"/>
                  </a:lnTo>
                  <a:close/>
                </a:path>
              </a:pathLst>
            </a:custGeom>
            <a:solidFill>
              <a:srgbClr val="BF816C">
                <a:alpha val="100000"/>
              </a:srgbClr>
            </a:solidFill>
            <a:ln w="4762" cap="rnd">
              <a:solidFill>
                <a:srgbClr val="BF81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g1826"/>
            <p:cNvSpPr/>
            <p:nvPr/>
          </p:nvSpPr>
          <p:spPr>
            <a:xfrm>
              <a:off x="6928604" y="4029255"/>
              <a:ext cx="53164" cy="347445"/>
            </a:xfrm>
            <a:custGeom>
              <a:avLst/>
              <a:pathLst>
                <a:path w="53164" h="347445">
                  <a:moveTo>
                    <a:pt x="0" y="0"/>
                  </a:moveTo>
                  <a:lnTo>
                    <a:pt x="17721" y="6871"/>
                  </a:lnTo>
                  <a:lnTo>
                    <a:pt x="35442" y="13814"/>
                  </a:lnTo>
                  <a:lnTo>
                    <a:pt x="53164" y="20795"/>
                  </a:lnTo>
                  <a:lnTo>
                    <a:pt x="53164" y="347445"/>
                  </a:lnTo>
                  <a:lnTo>
                    <a:pt x="35442" y="347445"/>
                  </a:lnTo>
                  <a:lnTo>
                    <a:pt x="17721" y="347445"/>
                  </a:lnTo>
                  <a:lnTo>
                    <a:pt x="0" y="347445"/>
                  </a:lnTo>
                  <a:close/>
                </a:path>
              </a:pathLst>
            </a:custGeom>
            <a:solidFill>
              <a:srgbClr val="BF806B">
                <a:alpha val="100000"/>
              </a:srgbClr>
            </a:solidFill>
            <a:ln w="4762" cap="rnd">
              <a:solidFill>
                <a:srgbClr val="BF8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g1827"/>
            <p:cNvSpPr/>
            <p:nvPr/>
          </p:nvSpPr>
          <p:spPr>
            <a:xfrm>
              <a:off x="6981768" y="4050051"/>
              <a:ext cx="35442" cy="326649"/>
            </a:xfrm>
            <a:custGeom>
              <a:avLst/>
              <a:pathLst>
                <a:path w="35442" h="326649">
                  <a:moveTo>
                    <a:pt x="0" y="0"/>
                  </a:moveTo>
                  <a:lnTo>
                    <a:pt x="17721" y="7012"/>
                  </a:lnTo>
                  <a:lnTo>
                    <a:pt x="35442" y="14069"/>
                  </a:lnTo>
                  <a:lnTo>
                    <a:pt x="35442" y="326649"/>
                  </a:lnTo>
                  <a:lnTo>
                    <a:pt x="17721" y="326649"/>
                  </a:lnTo>
                  <a:lnTo>
                    <a:pt x="0" y="326649"/>
                  </a:lnTo>
                  <a:close/>
                </a:path>
              </a:pathLst>
            </a:custGeom>
            <a:solidFill>
              <a:srgbClr val="BE7F6A">
                <a:alpha val="100000"/>
              </a:srgbClr>
            </a:solidFill>
            <a:ln w="4762" cap="rnd">
              <a:solidFill>
                <a:srgbClr val="BE7F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g1828"/>
            <p:cNvSpPr/>
            <p:nvPr/>
          </p:nvSpPr>
          <p:spPr>
            <a:xfrm>
              <a:off x="7017211" y="4064121"/>
              <a:ext cx="17721" cy="312580"/>
            </a:xfrm>
            <a:custGeom>
              <a:avLst/>
              <a:pathLst>
                <a:path w="17721" h="312580">
                  <a:moveTo>
                    <a:pt x="0" y="0"/>
                  </a:moveTo>
                  <a:lnTo>
                    <a:pt x="17721" y="7080"/>
                  </a:lnTo>
                  <a:lnTo>
                    <a:pt x="17721" y="312580"/>
                  </a:lnTo>
                  <a:lnTo>
                    <a:pt x="0" y="312580"/>
                  </a:lnTo>
                  <a:close/>
                </a:path>
              </a:pathLst>
            </a:custGeom>
            <a:solidFill>
              <a:srgbClr val="BE7F69">
                <a:alpha val="100000"/>
              </a:srgbClr>
            </a:solidFill>
            <a:ln w="4762" cap="rnd">
              <a:solidFill>
                <a:srgbClr val="BE7F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g1829"/>
            <p:cNvSpPr/>
            <p:nvPr/>
          </p:nvSpPr>
          <p:spPr>
            <a:xfrm>
              <a:off x="7034932" y="4071201"/>
              <a:ext cx="17721" cy="305499"/>
            </a:xfrm>
            <a:custGeom>
              <a:avLst/>
              <a:pathLst>
                <a:path w="17721" h="305499">
                  <a:moveTo>
                    <a:pt x="0" y="0"/>
                  </a:moveTo>
                  <a:lnTo>
                    <a:pt x="17721" y="7096"/>
                  </a:lnTo>
                  <a:lnTo>
                    <a:pt x="17721" y="305499"/>
                  </a:lnTo>
                  <a:lnTo>
                    <a:pt x="0" y="305499"/>
                  </a:lnTo>
                  <a:close/>
                </a:path>
              </a:pathLst>
            </a:custGeom>
            <a:solidFill>
              <a:srgbClr val="BE7E69">
                <a:alpha val="100000"/>
              </a:srgbClr>
            </a:solidFill>
            <a:ln w="4762" cap="rnd">
              <a:solidFill>
                <a:srgbClr val="BE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g1830"/>
            <p:cNvSpPr/>
            <p:nvPr/>
          </p:nvSpPr>
          <p:spPr>
            <a:xfrm>
              <a:off x="7052654" y="4078298"/>
              <a:ext cx="17721" cy="298403"/>
            </a:xfrm>
            <a:custGeom>
              <a:avLst/>
              <a:pathLst>
                <a:path w="17721" h="298403">
                  <a:moveTo>
                    <a:pt x="0" y="0"/>
                  </a:moveTo>
                  <a:lnTo>
                    <a:pt x="17721" y="7116"/>
                  </a:lnTo>
                  <a:lnTo>
                    <a:pt x="17721" y="298403"/>
                  </a:lnTo>
                  <a:lnTo>
                    <a:pt x="0" y="298403"/>
                  </a:lnTo>
                  <a:close/>
                </a:path>
              </a:pathLst>
            </a:custGeom>
            <a:solidFill>
              <a:srgbClr val="BD7E69">
                <a:alpha val="100000"/>
              </a:srgbClr>
            </a:solidFill>
            <a:ln w="4762" cap="rnd">
              <a:solidFill>
                <a:srgbClr val="BD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g1831"/>
            <p:cNvSpPr/>
            <p:nvPr/>
          </p:nvSpPr>
          <p:spPr>
            <a:xfrm>
              <a:off x="7070375" y="4085414"/>
              <a:ext cx="53164" cy="291286"/>
            </a:xfrm>
            <a:custGeom>
              <a:avLst/>
              <a:pathLst>
                <a:path w="53164" h="291286">
                  <a:moveTo>
                    <a:pt x="0" y="0"/>
                  </a:moveTo>
                  <a:lnTo>
                    <a:pt x="17721" y="7121"/>
                  </a:lnTo>
                  <a:lnTo>
                    <a:pt x="35442" y="14244"/>
                  </a:lnTo>
                  <a:lnTo>
                    <a:pt x="53164" y="21361"/>
                  </a:lnTo>
                  <a:lnTo>
                    <a:pt x="53164" y="291286"/>
                  </a:lnTo>
                  <a:lnTo>
                    <a:pt x="35442" y="291286"/>
                  </a:lnTo>
                  <a:lnTo>
                    <a:pt x="17721" y="291286"/>
                  </a:lnTo>
                  <a:lnTo>
                    <a:pt x="0" y="291286"/>
                  </a:lnTo>
                  <a:close/>
                </a:path>
              </a:pathLst>
            </a:custGeom>
            <a:solidFill>
              <a:srgbClr val="BD7D68">
                <a:alpha val="100000"/>
              </a:srgbClr>
            </a:solidFill>
            <a:ln w="4762" cap="rnd">
              <a:solidFill>
                <a:srgbClr val="BD7D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g1832"/>
            <p:cNvSpPr/>
            <p:nvPr/>
          </p:nvSpPr>
          <p:spPr>
            <a:xfrm>
              <a:off x="7123539" y="4106775"/>
              <a:ext cx="35442" cy="269925"/>
            </a:xfrm>
            <a:custGeom>
              <a:avLst/>
              <a:pathLst>
                <a:path w="35442" h="269925">
                  <a:moveTo>
                    <a:pt x="0" y="0"/>
                  </a:moveTo>
                  <a:lnTo>
                    <a:pt x="17721" y="7102"/>
                  </a:lnTo>
                  <a:lnTo>
                    <a:pt x="35442" y="14192"/>
                  </a:lnTo>
                  <a:lnTo>
                    <a:pt x="35442" y="269925"/>
                  </a:lnTo>
                  <a:lnTo>
                    <a:pt x="17721" y="269925"/>
                  </a:lnTo>
                  <a:lnTo>
                    <a:pt x="0" y="269925"/>
                  </a:lnTo>
                  <a:close/>
                </a:path>
              </a:pathLst>
            </a:custGeom>
            <a:solidFill>
              <a:srgbClr val="BC7C67">
                <a:alpha val="100000"/>
              </a:srgbClr>
            </a:solidFill>
            <a:ln w="4762" cap="rnd">
              <a:solidFill>
                <a:srgbClr val="BC7C6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g1833"/>
            <p:cNvSpPr/>
            <p:nvPr/>
          </p:nvSpPr>
          <p:spPr>
            <a:xfrm>
              <a:off x="7158982" y="4120967"/>
              <a:ext cx="53164" cy="255733"/>
            </a:xfrm>
            <a:custGeom>
              <a:avLst/>
              <a:pathLst>
                <a:path w="53164" h="255733">
                  <a:moveTo>
                    <a:pt x="0" y="0"/>
                  </a:moveTo>
                  <a:lnTo>
                    <a:pt x="17721" y="7059"/>
                  </a:lnTo>
                  <a:lnTo>
                    <a:pt x="35442" y="14085"/>
                  </a:lnTo>
                  <a:lnTo>
                    <a:pt x="53164" y="21081"/>
                  </a:lnTo>
                  <a:lnTo>
                    <a:pt x="53164" y="255733"/>
                  </a:lnTo>
                  <a:lnTo>
                    <a:pt x="35442" y="255733"/>
                  </a:lnTo>
                  <a:lnTo>
                    <a:pt x="17721" y="255733"/>
                  </a:lnTo>
                  <a:lnTo>
                    <a:pt x="0" y="255733"/>
                  </a:lnTo>
                  <a:close/>
                </a:path>
              </a:pathLst>
            </a:custGeom>
            <a:solidFill>
              <a:srgbClr val="BC7B66">
                <a:alpha val="100000"/>
              </a:srgbClr>
            </a:solidFill>
            <a:ln w="4762" cap="rnd">
              <a:solidFill>
                <a:srgbClr val="BC7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g1834"/>
            <p:cNvSpPr/>
            <p:nvPr/>
          </p:nvSpPr>
          <p:spPr>
            <a:xfrm>
              <a:off x="7212146" y="4142049"/>
              <a:ext cx="35442" cy="234651"/>
            </a:xfrm>
            <a:custGeom>
              <a:avLst/>
              <a:pathLst>
                <a:path w="35442" h="234651">
                  <a:moveTo>
                    <a:pt x="0" y="0"/>
                  </a:moveTo>
                  <a:lnTo>
                    <a:pt x="17721" y="6944"/>
                  </a:lnTo>
                  <a:lnTo>
                    <a:pt x="35442" y="13833"/>
                  </a:lnTo>
                  <a:lnTo>
                    <a:pt x="35442" y="234651"/>
                  </a:lnTo>
                  <a:lnTo>
                    <a:pt x="17721" y="234651"/>
                  </a:lnTo>
                  <a:lnTo>
                    <a:pt x="0" y="234651"/>
                  </a:lnTo>
                  <a:close/>
                </a:path>
              </a:pathLst>
            </a:custGeom>
            <a:solidFill>
              <a:srgbClr val="BB7A65">
                <a:alpha val="100000"/>
              </a:srgbClr>
            </a:solidFill>
            <a:ln w="4762" cap="rnd">
              <a:solidFill>
                <a:srgbClr val="BB7A6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g1835"/>
            <p:cNvSpPr/>
            <p:nvPr/>
          </p:nvSpPr>
          <p:spPr>
            <a:xfrm>
              <a:off x="7247589" y="4155883"/>
              <a:ext cx="17721" cy="220818"/>
            </a:xfrm>
            <a:custGeom>
              <a:avLst/>
              <a:pathLst>
                <a:path w="17721" h="220818">
                  <a:moveTo>
                    <a:pt x="0" y="0"/>
                  </a:moveTo>
                  <a:lnTo>
                    <a:pt x="17721" y="6845"/>
                  </a:lnTo>
                  <a:lnTo>
                    <a:pt x="17721" y="220818"/>
                  </a:lnTo>
                  <a:lnTo>
                    <a:pt x="0" y="220818"/>
                  </a:lnTo>
                  <a:close/>
                </a:path>
              </a:pathLst>
            </a:custGeom>
            <a:solidFill>
              <a:srgbClr val="BB7A64">
                <a:alpha val="100000"/>
              </a:srgbClr>
            </a:solidFill>
            <a:ln w="4762" cap="rnd">
              <a:solidFill>
                <a:srgbClr val="BB7A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g1836"/>
            <p:cNvSpPr/>
            <p:nvPr/>
          </p:nvSpPr>
          <p:spPr>
            <a:xfrm>
              <a:off x="7265310" y="4162728"/>
              <a:ext cx="17721" cy="213972"/>
            </a:xfrm>
            <a:custGeom>
              <a:avLst/>
              <a:pathLst>
                <a:path w="17721" h="213972">
                  <a:moveTo>
                    <a:pt x="0" y="0"/>
                  </a:moveTo>
                  <a:lnTo>
                    <a:pt x="17721" y="6773"/>
                  </a:lnTo>
                  <a:lnTo>
                    <a:pt x="17721" y="213972"/>
                  </a:lnTo>
                  <a:lnTo>
                    <a:pt x="0" y="213972"/>
                  </a:lnTo>
                  <a:close/>
                </a:path>
              </a:pathLst>
            </a:custGeom>
            <a:solidFill>
              <a:srgbClr val="BB7964">
                <a:alpha val="100000"/>
              </a:srgbClr>
            </a:solidFill>
            <a:ln w="4762" cap="rnd">
              <a:solidFill>
                <a:srgbClr val="BB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g1837"/>
            <p:cNvSpPr/>
            <p:nvPr/>
          </p:nvSpPr>
          <p:spPr>
            <a:xfrm>
              <a:off x="7283032" y="4169502"/>
              <a:ext cx="17721" cy="207198"/>
            </a:xfrm>
            <a:custGeom>
              <a:avLst/>
              <a:pathLst>
                <a:path w="17721" h="207198">
                  <a:moveTo>
                    <a:pt x="0" y="0"/>
                  </a:moveTo>
                  <a:lnTo>
                    <a:pt x="17721" y="6696"/>
                  </a:lnTo>
                  <a:lnTo>
                    <a:pt x="17721" y="207198"/>
                  </a:lnTo>
                  <a:lnTo>
                    <a:pt x="0" y="207198"/>
                  </a:lnTo>
                  <a:close/>
                </a:path>
              </a:pathLst>
            </a:custGeom>
            <a:solidFill>
              <a:srgbClr val="BA7964">
                <a:alpha val="100000"/>
              </a:srgbClr>
            </a:solidFill>
            <a:ln w="4762" cap="rnd">
              <a:solidFill>
                <a:srgbClr val="BA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g1838"/>
            <p:cNvSpPr/>
            <p:nvPr/>
          </p:nvSpPr>
          <p:spPr>
            <a:xfrm>
              <a:off x="7300753" y="4176199"/>
              <a:ext cx="35442" cy="200502"/>
            </a:xfrm>
            <a:custGeom>
              <a:avLst/>
              <a:pathLst>
                <a:path w="35442" h="200502">
                  <a:moveTo>
                    <a:pt x="0" y="0"/>
                  </a:moveTo>
                  <a:lnTo>
                    <a:pt x="17721" y="6639"/>
                  </a:lnTo>
                  <a:lnTo>
                    <a:pt x="35442" y="13189"/>
                  </a:lnTo>
                  <a:lnTo>
                    <a:pt x="35442" y="200502"/>
                  </a:lnTo>
                  <a:lnTo>
                    <a:pt x="17721" y="200502"/>
                  </a:lnTo>
                  <a:lnTo>
                    <a:pt x="0" y="200502"/>
                  </a:lnTo>
                  <a:close/>
                </a:path>
              </a:pathLst>
            </a:custGeom>
            <a:solidFill>
              <a:srgbClr val="BA7863">
                <a:alpha val="100000"/>
              </a:srgbClr>
            </a:solidFill>
            <a:ln w="4762" cap="rnd">
              <a:solidFill>
                <a:srgbClr val="BA78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g1839"/>
            <p:cNvSpPr/>
            <p:nvPr/>
          </p:nvSpPr>
          <p:spPr>
            <a:xfrm>
              <a:off x="7336196" y="4189388"/>
              <a:ext cx="17721" cy="187312"/>
            </a:xfrm>
            <a:custGeom>
              <a:avLst/>
              <a:pathLst>
                <a:path w="17721" h="187312">
                  <a:moveTo>
                    <a:pt x="0" y="0"/>
                  </a:moveTo>
                  <a:lnTo>
                    <a:pt x="17721" y="6451"/>
                  </a:lnTo>
                  <a:lnTo>
                    <a:pt x="17721" y="187312"/>
                  </a:lnTo>
                  <a:lnTo>
                    <a:pt x="0" y="187312"/>
                  </a:lnTo>
                  <a:close/>
                </a:path>
              </a:pathLst>
            </a:custGeom>
            <a:solidFill>
              <a:srgbClr val="BA7862">
                <a:alpha val="100000"/>
              </a:srgbClr>
            </a:solidFill>
            <a:ln w="4762" cap="rnd">
              <a:solidFill>
                <a:srgbClr val="BA78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g1840"/>
            <p:cNvSpPr/>
            <p:nvPr/>
          </p:nvSpPr>
          <p:spPr>
            <a:xfrm>
              <a:off x="7353917" y="4195840"/>
              <a:ext cx="17721" cy="180860"/>
            </a:xfrm>
            <a:custGeom>
              <a:avLst/>
              <a:pathLst>
                <a:path w="17721" h="180860">
                  <a:moveTo>
                    <a:pt x="0" y="0"/>
                  </a:moveTo>
                  <a:lnTo>
                    <a:pt x="17721" y="6382"/>
                  </a:lnTo>
                  <a:lnTo>
                    <a:pt x="17721" y="180860"/>
                  </a:lnTo>
                  <a:lnTo>
                    <a:pt x="0" y="180860"/>
                  </a:lnTo>
                  <a:close/>
                </a:path>
              </a:pathLst>
            </a:custGeom>
            <a:solidFill>
              <a:srgbClr val="BA7762">
                <a:alpha val="100000"/>
              </a:srgbClr>
            </a:solidFill>
            <a:ln w="4762" cap="rnd">
              <a:solidFill>
                <a:srgbClr val="BA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g1841"/>
            <p:cNvSpPr/>
            <p:nvPr/>
          </p:nvSpPr>
          <p:spPr>
            <a:xfrm>
              <a:off x="7371638" y="4202223"/>
              <a:ext cx="17721" cy="174478"/>
            </a:xfrm>
            <a:custGeom>
              <a:avLst/>
              <a:pathLst>
                <a:path w="17721" h="174478">
                  <a:moveTo>
                    <a:pt x="0" y="0"/>
                  </a:moveTo>
                  <a:lnTo>
                    <a:pt x="17721" y="6278"/>
                  </a:lnTo>
                  <a:lnTo>
                    <a:pt x="17721" y="174478"/>
                  </a:lnTo>
                  <a:lnTo>
                    <a:pt x="0" y="174478"/>
                  </a:lnTo>
                  <a:close/>
                </a:path>
              </a:pathLst>
            </a:custGeom>
            <a:solidFill>
              <a:srgbClr val="B97762">
                <a:alpha val="100000"/>
              </a:srgbClr>
            </a:solidFill>
            <a:ln w="4762" cap="rnd">
              <a:solidFill>
                <a:srgbClr val="B9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g1842"/>
            <p:cNvSpPr/>
            <p:nvPr/>
          </p:nvSpPr>
          <p:spPr>
            <a:xfrm>
              <a:off x="7389360" y="4208501"/>
              <a:ext cx="53164" cy="168199"/>
            </a:xfrm>
            <a:custGeom>
              <a:avLst/>
              <a:pathLst>
                <a:path w="53164" h="168199">
                  <a:moveTo>
                    <a:pt x="0" y="0"/>
                  </a:moveTo>
                  <a:lnTo>
                    <a:pt x="17721" y="6160"/>
                  </a:lnTo>
                  <a:lnTo>
                    <a:pt x="35442" y="12240"/>
                  </a:lnTo>
                  <a:lnTo>
                    <a:pt x="53164" y="18205"/>
                  </a:lnTo>
                  <a:lnTo>
                    <a:pt x="53164" y="168199"/>
                  </a:lnTo>
                  <a:lnTo>
                    <a:pt x="35442" y="168199"/>
                  </a:lnTo>
                  <a:lnTo>
                    <a:pt x="17721" y="168199"/>
                  </a:lnTo>
                  <a:lnTo>
                    <a:pt x="0" y="168199"/>
                  </a:lnTo>
                  <a:close/>
                </a:path>
              </a:pathLst>
            </a:custGeom>
            <a:solidFill>
              <a:srgbClr val="B97661">
                <a:alpha val="100000"/>
              </a:srgbClr>
            </a:solidFill>
            <a:ln w="4762" cap="rnd">
              <a:solidFill>
                <a:srgbClr val="B976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g1843"/>
            <p:cNvSpPr/>
            <p:nvPr/>
          </p:nvSpPr>
          <p:spPr>
            <a:xfrm>
              <a:off x="7442524" y="4226707"/>
              <a:ext cx="35442" cy="149993"/>
            </a:xfrm>
            <a:custGeom>
              <a:avLst/>
              <a:pathLst>
                <a:path w="35442" h="149993">
                  <a:moveTo>
                    <a:pt x="0" y="0"/>
                  </a:moveTo>
                  <a:lnTo>
                    <a:pt x="17721" y="5828"/>
                  </a:lnTo>
                  <a:lnTo>
                    <a:pt x="35442" y="11567"/>
                  </a:lnTo>
                  <a:lnTo>
                    <a:pt x="35442" y="149993"/>
                  </a:lnTo>
                  <a:lnTo>
                    <a:pt x="17721" y="149993"/>
                  </a:lnTo>
                  <a:lnTo>
                    <a:pt x="0" y="149993"/>
                  </a:lnTo>
                  <a:close/>
                </a:path>
              </a:pathLst>
            </a:custGeom>
            <a:solidFill>
              <a:srgbClr val="B87560">
                <a:alpha val="100000"/>
              </a:srgbClr>
            </a:solidFill>
            <a:ln w="4762" cap="rnd">
              <a:solidFill>
                <a:srgbClr val="B875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g1844"/>
            <p:cNvSpPr/>
            <p:nvPr/>
          </p:nvSpPr>
          <p:spPr>
            <a:xfrm>
              <a:off x="7477967" y="4238274"/>
              <a:ext cx="17721" cy="138426"/>
            </a:xfrm>
            <a:custGeom>
              <a:avLst/>
              <a:pathLst>
                <a:path w="17721" h="138426">
                  <a:moveTo>
                    <a:pt x="0" y="0"/>
                  </a:moveTo>
                  <a:lnTo>
                    <a:pt x="17721" y="5616"/>
                  </a:lnTo>
                  <a:lnTo>
                    <a:pt x="17721" y="138426"/>
                  </a:lnTo>
                  <a:lnTo>
                    <a:pt x="0" y="138426"/>
                  </a:lnTo>
                  <a:close/>
                </a:path>
              </a:pathLst>
            </a:custGeom>
            <a:solidFill>
              <a:srgbClr val="B8755F">
                <a:alpha val="100000"/>
              </a:srgbClr>
            </a:solidFill>
            <a:ln w="4762" cap="rnd">
              <a:solidFill>
                <a:srgbClr val="B875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g1845"/>
            <p:cNvSpPr/>
            <p:nvPr/>
          </p:nvSpPr>
          <p:spPr>
            <a:xfrm>
              <a:off x="7495688" y="4243890"/>
              <a:ext cx="17721" cy="132810"/>
            </a:xfrm>
            <a:custGeom>
              <a:avLst/>
              <a:pathLst>
                <a:path w="17721" h="132810">
                  <a:moveTo>
                    <a:pt x="0" y="0"/>
                  </a:moveTo>
                  <a:lnTo>
                    <a:pt x="17721" y="5463"/>
                  </a:lnTo>
                  <a:lnTo>
                    <a:pt x="17721" y="132810"/>
                  </a:lnTo>
                  <a:lnTo>
                    <a:pt x="0" y="132810"/>
                  </a:lnTo>
                  <a:close/>
                </a:path>
              </a:pathLst>
            </a:custGeom>
            <a:solidFill>
              <a:srgbClr val="B8745F">
                <a:alpha val="100000"/>
              </a:srgbClr>
            </a:solidFill>
            <a:ln w="4762" cap="rnd">
              <a:solidFill>
                <a:srgbClr val="B8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g1846"/>
            <p:cNvSpPr/>
            <p:nvPr/>
          </p:nvSpPr>
          <p:spPr>
            <a:xfrm>
              <a:off x="7513409" y="4249354"/>
              <a:ext cx="17721" cy="127347"/>
            </a:xfrm>
            <a:custGeom>
              <a:avLst/>
              <a:pathLst>
                <a:path w="17721" h="127347">
                  <a:moveTo>
                    <a:pt x="0" y="0"/>
                  </a:moveTo>
                  <a:lnTo>
                    <a:pt x="17721" y="5366"/>
                  </a:lnTo>
                  <a:lnTo>
                    <a:pt x="17721" y="127347"/>
                  </a:lnTo>
                  <a:lnTo>
                    <a:pt x="0" y="127347"/>
                  </a:lnTo>
                  <a:close/>
                </a:path>
              </a:pathLst>
            </a:custGeom>
            <a:solidFill>
              <a:srgbClr val="B7745F">
                <a:alpha val="100000"/>
              </a:srgbClr>
            </a:solidFill>
            <a:ln w="4762" cap="rnd">
              <a:solidFill>
                <a:srgbClr val="B7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g1847"/>
            <p:cNvSpPr/>
            <p:nvPr/>
          </p:nvSpPr>
          <p:spPr>
            <a:xfrm>
              <a:off x="7531131" y="4254721"/>
              <a:ext cx="35442" cy="121980"/>
            </a:xfrm>
            <a:custGeom>
              <a:avLst/>
              <a:pathLst>
                <a:path w="35442" h="121980">
                  <a:moveTo>
                    <a:pt x="0" y="0"/>
                  </a:moveTo>
                  <a:lnTo>
                    <a:pt x="17721" y="5239"/>
                  </a:lnTo>
                  <a:lnTo>
                    <a:pt x="35442" y="10312"/>
                  </a:lnTo>
                  <a:lnTo>
                    <a:pt x="35442" y="121980"/>
                  </a:lnTo>
                  <a:lnTo>
                    <a:pt x="17721" y="121980"/>
                  </a:lnTo>
                  <a:lnTo>
                    <a:pt x="0" y="121980"/>
                  </a:lnTo>
                  <a:close/>
                </a:path>
              </a:pathLst>
            </a:custGeom>
            <a:solidFill>
              <a:srgbClr val="B7735E">
                <a:alpha val="100000"/>
              </a:srgbClr>
            </a:solidFill>
            <a:ln w="4762" cap="rnd">
              <a:solidFill>
                <a:srgbClr val="B773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g1848"/>
            <p:cNvSpPr/>
            <p:nvPr/>
          </p:nvSpPr>
          <p:spPr>
            <a:xfrm>
              <a:off x="7566574" y="4265033"/>
              <a:ext cx="17721" cy="111667"/>
            </a:xfrm>
            <a:custGeom>
              <a:avLst/>
              <a:pathLst>
                <a:path w="17721" h="111667">
                  <a:moveTo>
                    <a:pt x="0" y="0"/>
                  </a:moveTo>
                  <a:lnTo>
                    <a:pt x="17721" y="4971"/>
                  </a:lnTo>
                  <a:lnTo>
                    <a:pt x="17721" y="111667"/>
                  </a:lnTo>
                  <a:lnTo>
                    <a:pt x="0" y="111667"/>
                  </a:lnTo>
                  <a:close/>
                </a:path>
              </a:pathLst>
            </a:custGeom>
            <a:solidFill>
              <a:srgbClr val="B7735D">
                <a:alpha val="100000"/>
              </a:srgbClr>
            </a:solidFill>
            <a:ln w="4762" cap="rnd">
              <a:solidFill>
                <a:srgbClr val="B773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g1849"/>
            <p:cNvSpPr/>
            <p:nvPr/>
          </p:nvSpPr>
          <p:spPr>
            <a:xfrm>
              <a:off x="7584295" y="4270005"/>
              <a:ext cx="17721" cy="106696"/>
            </a:xfrm>
            <a:custGeom>
              <a:avLst/>
              <a:pathLst>
                <a:path w="17721" h="106696">
                  <a:moveTo>
                    <a:pt x="0" y="0"/>
                  </a:moveTo>
                  <a:lnTo>
                    <a:pt x="17721" y="4842"/>
                  </a:lnTo>
                  <a:lnTo>
                    <a:pt x="17721" y="106696"/>
                  </a:lnTo>
                  <a:lnTo>
                    <a:pt x="0" y="106696"/>
                  </a:lnTo>
                  <a:close/>
                </a:path>
              </a:pathLst>
            </a:custGeom>
            <a:solidFill>
              <a:srgbClr val="B7725D">
                <a:alpha val="100000"/>
              </a:srgbClr>
            </a:solidFill>
            <a:ln w="4762" cap="rnd">
              <a:solidFill>
                <a:srgbClr val="B7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g1850"/>
            <p:cNvSpPr/>
            <p:nvPr/>
          </p:nvSpPr>
          <p:spPr>
            <a:xfrm>
              <a:off x="7602016" y="4274847"/>
              <a:ext cx="17721" cy="101853"/>
            </a:xfrm>
            <a:custGeom>
              <a:avLst/>
              <a:pathLst>
                <a:path w="17721" h="101853">
                  <a:moveTo>
                    <a:pt x="0" y="0"/>
                  </a:moveTo>
                  <a:lnTo>
                    <a:pt x="17721" y="4666"/>
                  </a:lnTo>
                  <a:lnTo>
                    <a:pt x="17721" y="101853"/>
                  </a:lnTo>
                  <a:lnTo>
                    <a:pt x="0" y="101853"/>
                  </a:lnTo>
                  <a:close/>
                </a:path>
              </a:pathLst>
            </a:custGeom>
            <a:solidFill>
              <a:srgbClr val="B6725D">
                <a:alpha val="100000"/>
              </a:srgbClr>
            </a:solidFill>
            <a:ln w="4762" cap="rnd">
              <a:solidFill>
                <a:srgbClr val="B6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g1851"/>
            <p:cNvSpPr/>
            <p:nvPr/>
          </p:nvSpPr>
          <p:spPr>
            <a:xfrm>
              <a:off x="7619738" y="4279514"/>
              <a:ext cx="53164" cy="97187"/>
            </a:xfrm>
            <a:custGeom>
              <a:avLst/>
              <a:pathLst>
                <a:path w="53164" h="97187">
                  <a:moveTo>
                    <a:pt x="0" y="0"/>
                  </a:moveTo>
                  <a:lnTo>
                    <a:pt x="17721" y="4561"/>
                  </a:lnTo>
                  <a:lnTo>
                    <a:pt x="35442" y="8996"/>
                  </a:lnTo>
                  <a:lnTo>
                    <a:pt x="53164" y="13247"/>
                  </a:lnTo>
                  <a:lnTo>
                    <a:pt x="53164" y="97187"/>
                  </a:lnTo>
                  <a:lnTo>
                    <a:pt x="35442" y="97187"/>
                  </a:lnTo>
                  <a:lnTo>
                    <a:pt x="17721" y="97187"/>
                  </a:lnTo>
                  <a:lnTo>
                    <a:pt x="0" y="97187"/>
                  </a:lnTo>
                  <a:close/>
                </a:path>
              </a:pathLst>
            </a:custGeom>
            <a:solidFill>
              <a:srgbClr val="B6715C">
                <a:alpha val="100000"/>
              </a:srgbClr>
            </a:solidFill>
            <a:ln w="4762" cap="rnd">
              <a:solidFill>
                <a:srgbClr val="B671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g1852"/>
            <p:cNvSpPr/>
            <p:nvPr/>
          </p:nvSpPr>
          <p:spPr>
            <a:xfrm>
              <a:off x="7672902" y="4292761"/>
              <a:ext cx="35442" cy="83939"/>
            </a:xfrm>
            <a:custGeom>
              <a:avLst/>
              <a:pathLst>
                <a:path w="35442" h="83939">
                  <a:moveTo>
                    <a:pt x="0" y="0"/>
                  </a:moveTo>
                  <a:lnTo>
                    <a:pt x="17721" y="4145"/>
                  </a:lnTo>
                  <a:lnTo>
                    <a:pt x="35442" y="8168"/>
                  </a:lnTo>
                  <a:lnTo>
                    <a:pt x="35442" y="83939"/>
                  </a:lnTo>
                  <a:lnTo>
                    <a:pt x="17721" y="83939"/>
                  </a:lnTo>
                  <a:lnTo>
                    <a:pt x="0" y="83939"/>
                  </a:lnTo>
                  <a:close/>
                </a:path>
              </a:pathLst>
            </a:custGeom>
            <a:solidFill>
              <a:srgbClr val="B5705B">
                <a:alpha val="100000"/>
              </a:srgbClr>
            </a:solidFill>
            <a:ln w="4762" cap="rnd">
              <a:solidFill>
                <a:srgbClr val="B5705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g1853"/>
            <p:cNvSpPr/>
            <p:nvPr/>
          </p:nvSpPr>
          <p:spPr>
            <a:xfrm>
              <a:off x="7708344" y="4300930"/>
              <a:ext cx="17721" cy="75771"/>
            </a:xfrm>
            <a:custGeom>
              <a:avLst/>
              <a:pathLst>
                <a:path w="17721" h="75771">
                  <a:moveTo>
                    <a:pt x="0" y="0"/>
                  </a:moveTo>
                  <a:lnTo>
                    <a:pt x="17721" y="3835"/>
                  </a:lnTo>
                  <a:lnTo>
                    <a:pt x="17721" y="75771"/>
                  </a:lnTo>
                  <a:lnTo>
                    <a:pt x="0" y="75771"/>
                  </a:lnTo>
                  <a:close/>
                </a:path>
              </a:pathLst>
            </a:custGeom>
            <a:solidFill>
              <a:srgbClr val="B5705A">
                <a:alpha val="100000"/>
              </a:srgbClr>
            </a:solidFill>
            <a:ln w="4762" cap="rnd">
              <a:solidFill>
                <a:srgbClr val="B570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g1854"/>
            <p:cNvSpPr/>
            <p:nvPr/>
          </p:nvSpPr>
          <p:spPr>
            <a:xfrm>
              <a:off x="7726066" y="4304765"/>
              <a:ext cx="17721" cy="71935"/>
            </a:xfrm>
            <a:custGeom>
              <a:avLst/>
              <a:pathLst>
                <a:path w="17721" h="71935">
                  <a:moveTo>
                    <a:pt x="0" y="0"/>
                  </a:moveTo>
                  <a:lnTo>
                    <a:pt x="17721" y="3731"/>
                  </a:lnTo>
                  <a:lnTo>
                    <a:pt x="17721" y="71935"/>
                  </a:lnTo>
                  <a:lnTo>
                    <a:pt x="0" y="71935"/>
                  </a:lnTo>
                  <a:close/>
                </a:path>
              </a:pathLst>
            </a:custGeom>
            <a:solidFill>
              <a:srgbClr val="B56F5A">
                <a:alpha val="100000"/>
              </a:srgbClr>
            </a:solidFill>
            <a:ln w="4762" cap="rnd">
              <a:solidFill>
                <a:srgbClr val="B5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g1855"/>
            <p:cNvSpPr/>
            <p:nvPr/>
          </p:nvSpPr>
          <p:spPr>
            <a:xfrm>
              <a:off x="7743787" y="4308497"/>
              <a:ext cx="17721" cy="68203"/>
            </a:xfrm>
            <a:custGeom>
              <a:avLst/>
              <a:pathLst>
                <a:path w="17721" h="68203">
                  <a:moveTo>
                    <a:pt x="0" y="0"/>
                  </a:moveTo>
                  <a:lnTo>
                    <a:pt x="17721" y="3614"/>
                  </a:lnTo>
                  <a:lnTo>
                    <a:pt x="17721" y="68203"/>
                  </a:lnTo>
                  <a:lnTo>
                    <a:pt x="0" y="68203"/>
                  </a:lnTo>
                  <a:close/>
                </a:path>
              </a:pathLst>
            </a:custGeom>
            <a:solidFill>
              <a:srgbClr val="B46F5A">
                <a:alpha val="100000"/>
              </a:srgbClr>
            </a:solidFill>
            <a:ln w="4762" cap="rnd">
              <a:solidFill>
                <a:srgbClr val="B4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g1856"/>
            <p:cNvSpPr/>
            <p:nvPr/>
          </p:nvSpPr>
          <p:spPr>
            <a:xfrm>
              <a:off x="7761509" y="4312112"/>
              <a:ext cx="35442" cy="64589"/>
            </a:xfrm>
            <a:custGeom>
              <a:avLst/>
              <a:pathLst>
                <a:path w="35442" h="64589">
                  <a:moveTo>
                    <a:pt x="0" y="0"/>
                  </a:moveTo>
                  <a:lnTo>
                    <a:pt x="17721" y="3427"/>
                  </a:lnTo>
                  <a:lnTo>
                    <a:pt x="35442" y="6753"/>
                  </a:lnTo>
                  <a:lnTo>
                    <a:pt x="35442" y="64589"/>
                  </a:lnTo>
                  <a:lnTo>
                    <a:pt x="17721" y="64589"/>
                  </a:lnTo>
                  <a:lnTo>
                    <a:pt x="0" y="64589"/>
                  </a:lnTo>
                  <a:close/>
                </a:path>
              </a:pathLst>
            </a:custGeom>
            <a:solidFill>
              <a:srgbClr val="B46E59">
                <a:alpha val="100000"/>
              </a:srgbClr>
            </a:solidFill>
            <a:ln w="4762" cap="rnd">
              <a:solidFill>
                <a:srgbClr val="B46E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g1857"/>
            <p:cNvSpPr/>
            <p:nvPr/>
          </p:nvSpPr>
          <p:spPr>
            <a:xfrm>
              <a:off x="7796951" y="4318865"/>
              <a:ext cx="17721" cy="57835"/>
            </a:xfrm>
            <a:custGeom>
              <a:avLst/>
              <a:pathLst>
                <a:path w="17721" h="57835">
                  <a:moveTo>
                    <a:pt x="0" y="0"/>
                  </a:moveTo>
                  <a:lnTo>
                    <a:pt x="17721" y="3216"/>
                  </a:lnTo>
                  <a:lnTo>
                    <a:pt x="17721" y="57835"/>
                  </a:lnTo>
                  <a:lnTo>
                    <a:pt x="0" y="57835"/>
                  </a:lnTo>
                  <a:close/>
                </a:path>
              </a:pathLst>
            </a:custGeom>
            <a:solidFill>
              <a:srgbClr val="B46E58">
                <a:alpha val="100000"/>
              </a:srgbClr>
            </a:solidFill>
            <a:ln w="4762" cap="rnd">
              <a:solidFill>
                <a:srgbClr val="B46E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g1858"/>
            <p:cNvSpPr/>
            <p:nvPr/>
          </p:nvSpPr>
          <p:spPr>
            <a:xfrm>
              <a:off x="7814673" y="4322082"/>
              <a:ext cx="17721" cy="54618"/>
            </a:xfrm>
            <a:custGeom>
              <a:avLst/>
              <a:pathLst>
                <a:path w="17721" h="54618">
                  <a:moveTo>
                    <a:pt x="0" y="0"/>
                  </a:moveTo>
                  <a:lnTo>
                    <a:pt x="17721" y="3032"/>
                  </a:lnTo>
                  <a:lnTo>
                    <a:pt x="17721" y="54618"/>
                  </a:lnTo>
                  <a:lnTo>
                    <a:pt x="0" y="54618"/>
                  </a:lnTo>
                  <a:close/>
                </a:path>
              </a:pathLst>
            </a:custGeom>
            <a:solidFill>
              <a:srgbClr val="B46D58">
                <a:alpha val="100000"/>
              </a:srgbClr>
            </a:solidFill>
            <a:ln w="4762" cap="rnd">
              <a:solidFill>
                <a:srgbClr val="B4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g1859"/>
            <p:cNvSpPr/>
            <p:nvPr/>
          </p:nvSpPr>
          <p:spPr>
            <a:xfrm>
              <a:off x="7832394" y="4325115"/>
              <a:ext cx="17721" cy="51586"/>
            </a:xfrm>
            <a:custGeom>
              <a:avLst/>
              <a:pathLst>
                <a:path w="17721" h="51586">
                  <a:moveTo>
                    <a:pt x="0" y="0"/>
                  </a:moveTo>
                  <a:lnTo>
                    <a:pt x="17721" y="2936"/>
                  </a:lnTo>
                  <a:lnTo>
                    <a:pt x="17721" y="51586"/>
                  </a:lnTo>
                  <a:lnTo>
                    <a:pt x="0" y="51586"/>
                  </a:lnTo>
                  <a:close/>
                </a:path>
              </a:pathLst>
            </a:custGeom>
            <a:solidFill>
              <a:srgbClr val="B36D58">
                <a:alpha val="100000"/>
              </a:srgbClr>
            </a:solidFill>
            <a:ln w="4762" cap="rnd">
              <a:solidFill>
                <a:srgbClr val="B3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g1860"/>
            <p:cNvSpPr/>
            <p:nvPr/>
          </p:nvSpPr>
          <p:spPr>
            <a:xfrm>
              <a:off x="7850115" y="4328051"/>
              <a:ext cx="53164" cy="48650"/>
            </a:xfrm>
            <a:custGeom>
              <a:avLst/>
              <a:pathLst>
                <a:path w="53164" h="48650">
                  <a:moveTo>
                    <a:pt x="0" y="0"/>
                  </a:moveTo>
                  <a:lnTo>
                    <a:pt x="17721" y="2835"/>
                  </a:lnTo>
                  <a:lnTo>
                    <a:pt x="35442" y="5492"/>
                  </a:lnTo>
                  <a:lnTo>
                    <a:pt x="53164" y="8059"/>
                  </a:lnTo>
                  <a:lnTo>
                    <a:pt x="53164" y="48650"/>
                  </a:lnTo>
                  <a:lnTo>
                    <a:pt x="35442" y="48650"/>
                  </a:lnTo>
                  <a:lnTo>
                    <a:pt x="17721" y="48650"/>
                  </a:lnTo>
                  <a:lnTo>
                    <a:pt x="0" y="48650"/>
                  </a:lnTo>
                  <a:close/>
                </a:path>
              </a:pathLst>
            </a:custGeom>
            <a:solidFill>
              <a:srgbClr val="B36C57">
                <a:alpha val="100000"/>
              </a:srgbClr>
            </a:solidFill>
            <a:ln w="4762" cap="rnd">
              <a:solidFill>
                <a:srgbClr val="B36C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g1861"/>
            <p:cNvSpPr/>
            <p:nvPr/>
          </p:nvSpPr>
          <p:spPr>
            <a:xfrm>
              <a:off x="7903280" y="4336110"/>
              <a:ext cx="35442" cy="40590"/>
            </a:xfrm>
            <a:custGeom>
              <a:avLst/>
              <a:pathLst>
                <a:path w="35442" h="40590">
                  <a:moveTo>
                    <a:pt x="0" y="0"/>
                  </a:moveTo>
                  <a:lnTo>
                    <a:pt x="17721" y="2475"/>
                  </a:lnTo>
                  <a:lnTo>
                    <a:pt x="35442" y="4781"/>
                  </a:lnTo>
                  <a:lnTo>
                    <a:pt x="35442" y="40590"/>
                  </a:lnTo>
                  <a:lnTo>
                    <a:pt x="17721" y="40590"/>
                  </a:lnTo>
                  <a:lnTo>
                    <a:pt x="0" y="40590"/>
                  </a:lnTo>
                  <a:close/>
                </a:path>
              </a:pathLst>
            </a:custGeom>
            <a:solidFill>
              <a:srgbClr val="B26B56">
                <a:alpha val="100000"/>
              </a:srgbClr>
            </a:solidFill>
            <a:ln w="4762" cap="rnd">
              <a:solidFill>
                <a:srgbClr val="B26B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g1862"/>
            <p:cNvSpPr/>
            <p:nvPr/>
          </p:nvSpPr>
          <p:spPr>
            <a:xfrm>
              <a:off x="7938722" y="4340891"/>
              <a:ext cx="17721" cy="35809"/>
            </a:xfrm>
            <a:custGeom>
              <a:avLst/>
              <a:pathLst>
                <a:path w="17721" h="35809">
                  <a:moveTo>
                    <a:pt x="0" y="0"/>
                  </a:moveTo>
                  <a:lnTo>
                    <a:pt x="17721" y="2221"/>
                  </a:lnTo>
                  <a:lnTo>
                    <a:pt x="17721" y="35809"/>
                  </a:lnTo>
                  <a:lnTo>
                    <a:pt x="0" y="35809"/>
                  </a:lnTo>
                  <a:close/>
                </a:path>
              </a:pathLst>
            </a:custGeom>
            <a:solidFill>
              <a:srgbClr val="B26B55">
                <a:alpha val="100000"/>
              </a:srgbClr>
            </a:solidFill>
            <a:ln w="4762" cap="rnd">
              <a:solidFill>
                <a:srgbClr val="B26B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g1863"/>
            <p:cNvSpPr/>
            <p:nvPr/>
          </p:nvSpPr>
          <p:spPr>
            <a:xfrm>
              <a:off x="7956444" y="4343113"/>
              <a:ext cx="17721" cy="33588"/>
            </a:xfrm>
            <a:custGeom>
              <a:avLst/>
              <a:pathLst>
                <a:path w="17721" h="33588">
                  <a:moveTo>
                    <a:pt x="0" y="0"/>
                  </a:moveTo>
                  <a:lnTo>
                    <a:pt x="17721" y="2137"/>
                  </a:lnTo>
                  <a:lnTo>
                    <a:pt x="17721" y="33588"/>
                  </a:lnTo>
                  <a:lnTo>
                    <a:pt x="0" y="33588"/>
                  </a:lnTo>
                  <a:close/>
                </a:path>
              </a:pathLst>
            </a:custGeom>
            <a:solidFill>
              <a:srgbClr val="B26A55">
                <a:alpha val="100000"/>
              </a:srgbClr>
            </a:solidFill>
            <a:ln w="4762" cap="rnd">
              <a:solidFill>
                <a:srgbClr val="B2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g1864"/>
            <p:cNvSpPr/>
            <p:nvPr/>
          </p:nvSpPr>
          <p:spPr>
            <a:xfrm>
              <a:off x="7974165" y="4345250"/>
              <a:ext cx="17721" cy="31450"/>
            </a:xfrm>
            <a:custGeom>
              <a:avLst/>
              <a:pathLst>
                <a:path w="17721" h="31450">
                  <a:moveTo>
                    <a:pt x="0" y="0"/>
                  </a:moveTo>
                  <a:lnTo>
                    <a:pt x="17721" y="1983"/>
                  </a:lnTo>
                  <a:lnTo>
                    <a:pt x="17721" y="31450"/>
                  </a:lnTo>
                  <a:lnTo>
                    <a:pt x="0" y="31450"/>
                  </a:lnTo>
                  <a:close/>
                </a:path>
              </a:pathLst>
            </a:custGeom>
            <a:solidFill>
              <a:srgbClr val="B16A55">
                <a:alpha val="100000"/>
              </a:srgbClr>
            </a:solidFill>
            <a:ln w="4762" cap="rnd">
              <a:solidFill>
                <a:srgbClr val="B1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g1865"/>
            <p:cNvSpPr/>
            <p:nvPr/>
          </p:nvSpPr>
          <p:spPr>
            <a:xfrm>
              <a:off x="7991886" y="4347234"/>
              <a:ext cx="53164" cy="29466"/>
            </a:xfrm>
            <a:custGeom>
              <a:avLst/>
              <a:pathLst>
                <a:path w="53164" h="29466">
                  <a:moveTo>
                    <a:pt x="0" y="0"/>
                  </a:moveTo>
                  <a:lnTo>
                    <a:pt x="17721" y="1903"/>
                  </a:lnTo>
                  <a:lnTo>
                    <a:pt x="35442" y="3731"/>
                  </a:lnTo>
                  <a:lnTo>
                    <a:pt x="53164" y="5422"/>
                  </a:lnTo>
                  <a:lnTo>
                    <a:pt x="53164" y="29466"/>
                  </a:lnTo>
                  <a:lnTo>
                    <a:pt x="35442" y="29466"/>
                  </a:lnTo>
                  <a:lnTo>
                    <a:pt x="17721" y="29466"/>
                  </a:lnTo>
                  <a:lnTo>
                    <a:pt x="0" y="29466"/>
                  </a:lnTo>
                  <a:close/>
                </a:path>
              </a:pathLst>
            </a:custGeom>
            <a:solidFill>
              <a:srgbClr val="B16954">
                <a:alpha val="100000"/>
              </a:srgbClr>
            </a:solidFill>
            <a:ln w="4762" cap="rnd">
              <a:solidFill>
                <a:srgbClr val="B169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g1866"/>
            <p:cNvSpPr/>
            <p:nvPr/>
          </p:nvSpPr>
          <p:spPr>
            <a:xfrm>
              <a:off x="8045050" y="4352656"/>
              <a:ext cx="35442" cy="24044"/>
            </a:xfrm>
            <a:custGeom>
              <a:avLst/>
              <a:pathLst>
                <a:path w="35442" h="24044">
                  <a:moveTo>
                    <a:pt x="0" y="0"/>
                  </a:moveTo>
                  <a:lnTo>
                    <a:pt x="17721" y="1615"/>
                  </a:lnTo>
                  <a:lnTo>
                    <a:pt x="35442" y="3162"/>
                  </a:lnTo>
                  <a:lnTo>
                    <a:pt x="35442" y="24044"/>
                  </a:lnTo>
                  <a:lnTo>
                    <a:pt x="17721" y="24044"/>
                  </a:lnTo>
                  <a:lnTo>
                    <a:pt x="0" y="24044"/>
                  </a:lnTo>
                  <a:close/>
                </a:path>
              </a:pathLst>
            </a:custGeom>
            <a:solidFill>
              <a:srgbClr val="B06853">
                <a:alpha val="100000"/>
              </a:srgbClr>
            </a:solidFill>
            <a:ln w="4762" cap="rnd">
              <a:solidFill>
                <a:srgbClr val="B0685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g1867"/>
            <p:cNvSpPr/>
            <p:nvPr/>
          </p:nvSpPr>
          <p:spPr>
            <a:xfrm>
              <a:off x="8080493" y="4355819"/>
              <a:ext cx="35442" cy="20882"/>
            </a:xfrm>
            <a:custGeom>
              <a:avLst/>
              <a:pathLst>
                <a:path w="35442" h="20882">
                  <a:moveTo>
                    <a:pt x="0" y="0"/>
                  </a:moveTo>
                  <a:lnTo>
                    <a:pt x="17721" y="1427"/>
                  </a:lnTo>
                  <a:lnTo>
                    <a:pt x="35442" y="2784"/>
                  </a:lnTo>
                  <a:lnTo>
                    <a:pt x="35442" y="20882"/>
                  </a:lnTo>
                  <a:lnTo>
                    <a:pt x="17721" y="20882"/>
                  </a:lnTo>
                  <a:lnTo>
                    <a:pt x="0" y="20882"/>
                  </a:lnTo>
                  <a:close/>
                </a:path>
              </a:pathLst>
            </a:custGeom>
            <a:solidFill>
              <a:srgbClr val="B06752">
                <a:alpha val="100000"/>
              </a:srgbClr>
            </a:solidFill>
            <a:ln w="4762" cap="rnd">
              <a:solidFill>
                <a:srgbClr val="B0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g1868"/>
            <p:cNvSpPr/>
            <p:nvPr/>
          </p:nvSpPr>
          <p:spPr>
            <a:xfrm>
              <a:off x="8115936" y="4358603"/>
              <a:ext cx="17721" cy="18097"/>
            </a:xfrm>
            <a:custGeom>
              <a:avLst/>
              <a:pathLst>
                <a:path w="17721" h="18097">
                  <a:moveTo>
                    <a:pt x="0" y="0"/>
                  </a:moveTo>
                  <a:lnTo>
                    <a:pt x="17721" y="1296"/>
                  </a:lnTo>
                  <a:lnTo>
                    <a:pt x="17721" y="18097"/>
                  </a:lnTo>
                  <a:lnTo>
                    <a:pt x="0" y="18097"/>
                  </a:lnTo>
                  <a:close/>
                </a:path>
              </a:pathLst>
            </a:custGeom>
            <a:solidFill>
              <a:srgbClr val="AF6752">
                <a:alpha val="100000"/>
              </a:srgbClr>
            </a:solidFill>
            <a:ln w="4762" cap="rnd">
              <a:solidFill>
                <a:srgbClr val="AF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g1869"/>
            <p:cNvSpPr/>
            <p:nvPr/>
          </p:nvSpPr>
          <p:spPr>
            <a:xfrm>
              <a:off x="8133657" y="4359900"/>
              <a:ext cx="53164" cy="16800"/>
            </a:xfrm>
            <a:custGeom>
              <a:avLst/>
              <a:pathLst>
                <a:path w="53164" h="16800">
                  <a:moveTo>
                    <a:pt x="0" y="0"/>
                  </a:moveTo>
                  <a:lnTo>
                    <a:pt x="17721" y="1193"/>
                  </a:lnTo>
                  <a:lnTo>
                    <a:pt x="35442" y="2322"/>
                  </a:lnTo>
                  <a:lnTo>
                    <a:pt x="53164" y="3398"/>
                  </a:lnTo>
                  <a:lnTo>
                    <a:pt x="53164" y="16800"/>
                  </a:lnTo>
                  <a:lnTo>
                    <a:pt x="35442" y="16800"/>
                  </a:lnTo>
                  <a:lnTo>
                    <a:pt x="17721" y="16800"/>
                  </a:lnTo>
                  <a:lnTo>
                    <a:pt x="0" y="16800"/>
                  </a:lnTo>
                  <a:close/>
                </a:path>
              </a:pathLst>
            </a:custGeom>
            <a:solidFill>
              <a:srgbClr val="AF6651">
                <a:alpha val="100000"/>
              </a:srgbClr>
            </a:solidFill>
            <a:ln w="4762" cap="rnd">
              <a:solidFill>
                <a:srgbClr val="AF66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g1870"/>
            <p:cNvSpPr/>
            <p:nvPr/>
          </p:nvSpPr>
          <p:spPr>
            <a:xfrm>
              <a:off x="8186821" y="4363299"/>
              <a:ext cx="17721" cy="13401"/>
            </a:xfrm>
            <a:custGeom>
              <a:avLst/>
              <a:pathLst>
                <a:path w="17721" h="13401">
                  <a:moveTo>
                    <a:pt x="0" y="0"/>
                  </a:moveTo>
                  <a:lnTo>
                    <a:pt x="17721" y="988"/>
                  </a:lnTo>
                  <a:lnTo>
                    <a:pt x="17721" y="13401"/>
                  </a:lnTo>
                  <a:lnTo>
                    <a:pt x="0" y="13401"/>
                  </a:lnTo>
                  <a:close/>
                </a:path>
              </a:pathLst>
            </a:custGeom>
            <a:solidFill>
              <a:srgbClr val="AF6550">
                <a:alpha val="100000"/>
              </a:srgbClr>
            </a:solidFill>
            <a:ln w="4762" cap="rnd">
              <a:solidFill>
                <a:srgbClr val="AF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g1871"/>
            <p:cNvSpPr/>
            <p:nvPr/>
          </p:nvSpPr>
          <p:spPr>
            <a:xfrm>
              <a:off x="8204543" y="4364287"/>
              <a:ext cx="17721" cy="12413"/>
            </a:xfrm>
            <a:custGeom>
              <a:avLst/>
              <a:pathLst>
                <a:path w="17721" h="12413">
                  <a:moveTo>
                    <a:pt x="0" y="0"/>
                  </a:moveTo>
                  <a:lnTo>
                    <a:pt x="17721" y="930"/>
                  </a:lnTo>
                  <a:lnTo>
                    <a:pt x="17721" y="12413"/>
                  </a:lnTo>
                  <a:lnTo>
                    <a:pt x="0" y="12413"/>
                  </a:lnTo>
                  <a:close/>
                </a:path>
              </a:pathLst>
            </a:custGeom>
            <a:solidFill>
              <a:srgbClr val="AE6550">
                <a:alpha val="100000"/>
              </a:srgbClr>
            </a:solidFill>
            <a:ln w="4762" cap="rnd">
              <a:solidFill>
                <a:srgbClr val="AE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g1872"/>
            <p:cNvSpPr/>
            <p:nvPr/>
          </p:nvSpPr>
          <p:spPr>
            <a:xfrm>
              <a:off x="8222264" y="4365217"/>
              <a:ext cx="53164" cy="11483"/>
            </a:xfrm>
            <a:custGeom>
              <a:avLst/>
              <a:pathLst>
                <a:path w="53164" h="11483">
                  <a:moveTo>
                    <a:pt x="0" y="0"/>
                  </a:moveTo>
                  <a:lnTo>
                    <a:pt x="17721" y="884"/>
                  </a:lnTo>
                  <a:lnTo>
                    <a:pt x="35442" y="1694"/>
                  </a:lnTo>
                  <a:lnTo>
                    <a:pt x="53164" y="2453"/>
                  </a:lnTo>
                  <a:lnTo>
                    <a:pt x="53164" y="11483"/>
                  </a:lnTo>
                  <a:lnTo>
                    <a:pt x="35442" y="11483"/>
                  </a:lnTo>
                  <a:lnTo>
                    <a:pt x="17721" y="11483"/>
                  </a:lnTo>
                  <a:lnTo>
                    <a:pt x="0" y="11483"/>
                  </a:lnTo>
                  <a:close/>
                </a:path>
              </a:pathLst>
            </a:custGeom>
            <a:solidFill>
              <a:srgbClr val="AE644F">
                <a:alpha val="100000"/>
              </a:srgbClr>
            </a:solidFill>
            <a:ln w="4762" cap="rnd">
              <a:solidFill>
                <a:srgbClr val="AE64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g1873"/>
            <p:cNvSpPr/>
            <p:nvPr/>
          </p:nvSpPr>
          <p:spPr>
            <a:xfrm>
              <a:off x="8275428" y="4367671"/>
              <a:ext cx="35442" cy="9029"/>
            </a:xfrm>
            <a:custGeom>
              <a:avLst/>
              <a:pathLst>
                <a:path w="35442" h="9029">
                  <a:moveTo>
                    <a:pt x="0" y="0"/>
                  </a:moveTo>
                  <a:lnTo>
                    <a:pt x="17721" y="719"/>
                  </a:lnTo>
                  <a:lnTo>
                    <a:pt x="35442" y="1377"/>
                  </a:lnTo>
                  <a:lnTo>
                    <a:pt x="35442" y="9029"/>
                  </a:lnTo>
                  <a:lnTo>
                    <a:pt x="17721" y="9029"/>
                  </a:lnTo>
                  <a:lnTo>
                    <a:pt x="0" y="9029"/>
                  </a:lnTo>
                  <a:close/>
                </a:path>
              </a:pathLst>
            </a:custGeom>
            <a:solidFill>
              <a:srgbClr val="AD634E">
                <a:alpha val="100000"/>
              </a:srgbClr>
            </a:solidFill>
            <a:ln w="4762" cap="rnd">
              <a:solidFill>
                <a:srgbClr val="AD63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g1874"/>
            <p:cNvSpPr/>
            <p:nvPr/>
          </p:nvSpPr>
          <p:spPr>
            <a:xfrm>
              <a:off x="8310871" y="4369049"/>
              <a:ext cx="17721" cy="7652"/>
            </a:xfrm>
            <a:custGeom>
              <a:avLst/>
              <a:pathLst>
                <a:path w="17721" h="7652">
                  <a:moveTo>
                    <a:pt x="0" y="0"/>
                  </a:moveTo>
                  <a:lnTo>
                    <a:pt x="17721" y="613"/>
                  </a:lnTo>
                  <a:lnTo>
                    <a:pt x="17721" y="7652"/>
                  </a:lnTo>
                  <a:lnTo>
                    <a:pt x="0" y="7652"/>
                  </a:lnTo>
                  <a:close/>
                </a:path>
              </a:pathLst>
            </a:custGeom>
            <a:solidFill>
              <a:srgbClr val="AD624E">
                <a:alpha val="100000"/>
              </a:srgbClr>
            </a:solidFill>
            <a:ln w="4762" cap="rnd">
              <a:solidFill>
                <a:srgbClr val="AD62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g1875"/>
            <p:cNvSpPr/>
            <p:nvPr/>
          </p:nvSpPr>
          <p:spPr>
            <a:xfrm>
              <a:off x="8328592" y="4369662"/>
              <a:ext cx="17721" cy="7038"/>
            </a:xfrm>
            <a:custGeom>
              <a:avLst/>
              <a:pathLst>
                <a:path w="17721" h="7038">
                  <a:moveTo>
                    <a:pt x="0" y="0"/>
                  </a:moveTo>
                  <a:lnTo>
                    <a:pt x="17721" y="579"/>
                  </a:lnTo>
                  <a:lnTo>
                    <a:pt x="17721" y="7038"/>
                  </a:lnTo>
                  <a:lnTo>
                    <a:pt x="0" y="7038"/>
                  </a:lnTo>
                  <a:close/>
                </a:path>
              </a:pathLst>
            </a:custGeom>
            <a:solidFill>
              <a:srgbClr val="AD624D">
                <a:alpha val="100000"/>
              </a:srgbClr>
            </a:solidFill>
            <a:ln w="4762" cap="rnd">
              <a:solidFill>
                <a:srgbClr val="AD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g1876"/>
            <p:cNvSpPr/>
            <p:nvPr/>
          </p:nvSpPr>
          <p:spPr>
            <a:xfrm>
              <a:off x="8346314" y="4370242"/>
              <a:ext cx="0" cy="6459"/>
            </a:xfrm>
            <a:custGeom>
              <a:avLst/>
              <a:pathLst>
                <a:path w="0" h="6459">
                  <a:moveTo>
                    <a:pt x="0" y="0"/>
                  </a:moveTo>
                  <a:lnTo>
                    <a:pt x="0" y="6459"/>
                  </a:lnTo>
                  <a:close/>
                </a:path>
              </a:pathLst>
            </a:custGeom>
            <a:solidFill>
              <a:srgbClr val="AC624D">
                <a:alpha val="100000"/>
              </a:srgbClr>
            </a:solidFill>
            <a:ln w="4762" cap="rnd">
              <a:solidFill>
                <a:srgbClr val="AC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l1877"/>
            <p:cNvSpPr/>
            <p:nvPr/>
          </p:nvSpPr>
          <p:spPr>
            <a:xfrm>
              <a:off x="2285606" y="3846035"/>
              <a:ext cx="6060707" cy="524206"/>
            </a:xfrm>
            <a:custGeom>
              <a:avLst/>
              <a:pathLst>
                <a:path w="6060707" h="524206">
                  <a:moveTo>
                    <a:pt x="0" y="524138"/>
                  </a:moveTo>
                  <a:lnTo>
                    <a:pt x="17721" y="523589"/>
                  </a:lnTo>
                  <a:lnTo>
                    <a:pt x="35442" y="522989"/>
                  </a:lnTo>
                  <a:lnTo>
                    <a:pt x="53164" y="522348"/>
                  </a:lnTo>
                  <a:lnTo>
                    <a:pt x="70885" y="521674"/>
                  </a:lnTo>
                  <a:lnTo>
                    <a:pt x="88606" y="520942"/>
                  </a:lnTo>
                  <a:lnTo>
                    <a:pt x="106328" y="520161"/>
                  </a:lnTo>
                  <a:lnTo>
                    <a:pt x="124049" y="519341"/>
                  </a:lnTo>
                  <a:lnTo>
                    <a:pt x="141770" y="518456"/>
                  </a:lnTo>
                  <a:lnTo>
                    <a:pt x="159492" y="517514"/>
                  </a:lnTo>
                  <a:lnTo>
                    <a:pt x="177213" y="516527"/>
                  </a:lnTo>
                  <a:lnTo>
                    <a:pt x="194935" y="515469"/>
                  </a:lnTo>
                  <a:lnTo>
                    <a:pt x="212656" y="514343"/>
                  </a:lnTo>
                  <a:lnTo>
                    <a:pt x="230377" y="513168"/>
                  </a:lnTo>
                  <a:lnTo>
                    <a:pt x="248099" y="511915"/>
                  </a:lnTo>
                  <a:lnTo>
                    <a:pt x="265820" y="510584"/>
                  </a:lnTo>
                  <a:lnTo>
                    <a:pt x="283541" y="509199"/>
                  </a:lnTo>
                  <a:lnTo>
                    <a:pt x="301263" y="507730"/>
                  </a:lnTo>
                  <a:lnTo>
                    <a:pt x="318984" y="506174"/>
                  </a:lnTo>
                  <a:lnTo>
                    <a:pt x="336705" y="504558"/>
                  </a:lnTo>
                  <a:lnTo>
                    <a:pt x="354427" y="502854"/>
                  </a:lnTo>
                  <a:lnTo>
                    <a:pt x="372148" y="501054"/>
                  </a:lnTo>
                  <a:lnTo>
                    <a:pt x="389870" y="499189"/>
                  </a:lnTo>
                  <a:lnTo>
                    <a:pt x="407591" y="497233"/>
                  </a:lnTo>
                  <a:lnTo>
                    <a:pt x="425312" y="495172"/>
                  </a:lnTo>
                  <a:lnTo>
                    <a:pt x="443034" y="493043"/>
                  </a:lnTo>
                  <a:lnTo>
                    <a:pt x="460755" y="490822"/>
                  </a:lnTo>
                  <a:lnTo>
                    <a:pt x="478476" y="488489"/>
                  </a:lnTo>
                  <a:lnTo>
                    <a:pt x="496198" y="486086"/>
                  </a:lnTo>
                  <a:lnTo>
                    <a:pt x="513919" y="483591"/>
                  </a:lnTo>
                  <a:lnTo>
                    <a:pt x="531641" y="480979"/>
                  </a:lnTo>
                  <a:lnTo>
                    <a:pt x="549362" y="478297"/>
                  </a:lnTo>
                  <a:lnTo>
                    <a:pt x="567083" y="475525"/>
                  </a:lnTo>
                  <a:lnTo>
                    <a:pt x="584805" y="472635"/>
                  </a:lnTo>
                  <a:lnTo>
                    <a:pt x="602526" y="469675"/>
                  </a:lnTo>
                  <a:lnTo>
                    <a:pt x="620247" y="466631"/>
                  </a:lnTo>
                  <a:lnTo>
                    <a:pt x="637969" y="463470"/>
                  </a:lnTo>
                  <a:lnTo>
                    <a:pt x="655690" y="460243"/>
                  </a:lnTo>
                  <a:lnTo>
                    <a:pt x="673411" y="456939"/>
                  </a:lnTo>
                  <a:lnTo>
                    <a:pt x="691133" y="453523"/>
                  </a:lnTo>
                  <a:lnTo>
                    <a:pt x="708854" y="450047"/>
                  </a:lnTo>
                  <a:lnTo>
                    <a:pt x="726576" y="446504"/>
                  </a:lnTo>
                  <a:lnTo>
                    <a:pt x="744297" y="442860"/>
                  </a:lnTo>
                  <a:lnTo>
                    <a:pt x="762018" y="439163"/>
                  </a:lnTo>
                  <a:lnTo>
                    <a:pt x="779740" y="435411"/>
                  </a:lnTo>
                  <a:lnTo>
                    <a:pt x="797461" y="431573"/>
                  </a:lnTo>
                  <a:lnTo>
                    <a:pt x="815182" y="427694"/>
                  </a:lnTo>
                  <a:lnTo>
                    <a:pt x="832904" y="423772"/>
                  </a:lnTo>
                  <a:lnTo>
                    <a:pt x="850625" y="419785"/>
                  </a:lnTo>
                  <a:lnTo>
                    <a:pt x="868347" y="415770"/>
                  </a:lnTo>
                  <a:lnTo>
                    <a:pt x="886068" y="411727"/>
                  </a:lnTo>
                  <a:lnTo>
                    <a:pt x="903789" y="407645"/>
                  </a:lnTo>
                  <a:lnTo>
                    <a:pt x="921511" y="403550"/>
                  </a:lnTo>
                  <a:lnTo>
                    <a:pt x="939232" y="399444"/>
                  </a:lnTo>
                  <a:lnTo>
                    <a:pt x="956953" y="395329"/>
                  </a:lnTo>
                  <a:lnTo>
                    <a:pt x="974675" y="391218"/>
                  </a:lnTo>
                  <a:lnTo>
                    <a:pt x="992396" y="387112"/>
                  </a:lnTo>
                  <a:lnTo>
                    <a:pt x="1010117" y="383032"/>
                  </a:lnTo>
                  <a:lnTo>
                    <a:pt x="1027839" y="378975"/>
                  </a:lnTo>
                  <a:lnTo>
                    <a:pt x="1045560" y="374942"/>
                  </a:lnTo>
                  <a:lnTo>
                    <a:pt x="1063282" y="370967"/>
                  </a:lnTo>
                  <a:lnTo>
                    <a:pt x="1081003" y="367038"/>
                  </a:lnTo>
                  <a:lnTo>
                    <a:pt x="1098724" y="363152"/>
                  </a:lnTo>
                  <a:lnTo>
                    <a:pt x="1116446" y="359356"/>
                  </a:lnTo>
                  <a:lnTo>
                    <a:pt x="1134167" y="355631"/>
                  </a:lnTo>
                  <a:lnTo>
                    <a:pt x="1151888" y="351968"/>
                  </a:lnTo>
                  <a:lnTo>
                    <a:pt x="1169610" y="348425"/>
                  </a:lnTo>
                  <a:lnTo>
                    <a:pt x="1187331" y="344977"/>
                  </a:lnTo>
                  <a:lnTo>
                    <a:pt x="1205053" y="341610"/>
                  </a:lnTo>
                  <a:lnTo>
                    <a:pt x="1222774" y="338391"/>
                  </a:lnTo>
                  <a:lnTo>
                    <a:pt x="1240495" y="335291"/>
                  </a:lnTo>
                  <a:lnTo>
                    <a:pt x="1258217" y="332289"/>
                  </a:lnTo>
                  <a:lnTo>
                    <a:pt x="1275938" y="329458"/>
                  </a:lnTo>
                  <a:lnTo>
                    <a:pt x="1293659" y="326769"/>
                  </a:lnTo>
                  <a:lnTo>
                    <a:pt x="1311381" y="324193"/>
                  </a:lnTo>
                  <a:lnTo>
                    <a:pt x="1329102" y="321805"/>
                  </a:lnTo>
                  <a:lnTo>
                    <a:pt x="1346823" y="319581"/>
                  </a:lnTo>
                  <a:lnTo>
                    <a:pt x="1364545" y="317481"/>
                  </a:lnTo>
                  <a:lnTo>
                    <a:pt x="1382266" y="315579"/>
                  </a:lnTo>
                  <a:lnTo>
                    <a:pt x="1399988" y="313860"/>
                  </a:lnTo>
                  <a:lnTo>
                    <a:pt x="1417709" y="312273"/>
                  </a:lnTo>
                  <a:lnTo>
                    <a:pt x="1435430" y="310889"/>
                  </a:lnTo>
                  <a:lnTo>
                    <a:pt x="1453152" y="309700"/>
                  </a:lnTo>
                  <a:lnTo>
                    <a:pt x="1470873" y="308647"/>
                  </a:lnTo>
                  <a:lnTo>
                    <a:pt x="1488594" y="307795"/>
                  </a:lnTo>
                  <a:lnTo>
                    <a:pt x="1506316" y="307145"/>
                  </a:lnTo>
                  <a:lnTo>
                    <a:pt x="1524037" y="306630"/>
                  </a:lnTo>
                  <a:lnTo>
                    <a:pt x="1541759" y="306308"/>
                  </a:lnTo>
                  <a:lnTo>
                    <a:pt x="1559480" y="306187"/>
                  </a:lnTo>
                  <a:lnTo>
                    <a:pt x="1577201" y="306196"/>
                  </a:lnTo>
                  <a:lnTo>
                    <a:pt x="1594923" y="306383"/>
                  </a:lnTo>
                  <a:lnTo>
                    <a:pt x="1612644" y="306764"/>
                  </a:lnTo>
                  <a:lnTo>
                    <a:pt x="1630365" y="307264"/>
                  </a:lnTo>
                  <a:lnTo>
                    <a:pt x="1648087" y="307923"/>
                  </a:lnTo>
                  <a:lnTo>
                    <a:pt x="1665808" y="308759"/>
                  </a:lnTo>
                  <a:lnTo>
                    <a:pt x="1683529" y="309701"/>
                  </a:lnTo>
                  <a:lnTo>
                    <a:pt x="1701251" y="310776"/>
                  </a:lnTo>
                  <a:lnTo>
                    <a:pt x="1718972" y="312005"/>
                  </a:lnTo>
                  <a:lnTo>
                    <a:pt x="1736694" y="313321"/>
                  </a:lnTo>
                  <a:lnTo>
                    <a:pt x="1754415" y="314742"/>
                  </a:lnTo>
                  <a:lnTo>
                    <a:pt x="1772136" y="316286"/>
                  </a:lnTo>
                  <a:lnTo>
                    <a:pt x="1789858" y="317894"/>
                  </a:lnTo>
                  <a:lnTo>
                    <a:pt x="1807579" y="319577"/>
                  </a:lnTo>
                  <a:lnTo>
                    <a:pt x="1825300" y="321345"/>
                  </a:lnTo>
                  <a:lnTo>
                    <a:pt x="1843022" y="323152"/>
                  </a:lnTo>
                  <a:lnTo>
                    <a:pt x="1860743" y="325001"/>
                  </a:lnTo>
                  <a:lnTo>
                    <a:pt x="1878465" y="326892"/>
                  </a:lnTo>
                  <a:lnTo>
                    <a:pt x="1896186" y="328794"/>
                  </a:lnTo>
                  <a:lnTo>
                    <a:pt x="1913907" y="330708"/>
                  </a:lnTo>
                  <a:lnTo>
                    <a:pt x="1931629" y="332614"/>
                  </a:lnTo>
                  <a:lnTo>
                    <a:pt x="1949350" y="334503"/>
                  </a:lnTo>
                  <a:lnTo>
                    <a:pt x="1967071" y="336374"/>
                  </a:lnTo>
                  <a:lnTo>
                    <a:pt x="1984793" y="338185"/>
                  </a:lnTo>
                  <a:lnTo>
                    <a:pt x="2002514" y="339952"/>
                  </a:lnTo>
                  <a:lnTo>
                    <a:pt x="2020235" y="341671"/>
                  </a:lnTo>
                  <a:lnTo>
                    <a:pt x="2037957" y="343279"/>
                  </a:lnTo>
                  <a:lnTo>
                    <a:pt x="2055678" y="344815"/>
                  </a:lnTo>
                  <a:lnTo>
                    <a:pt x="2073400" y="346279"/>
                  </a:lnTo>
                  <a:lnTo>
                    <a:pt x="2091121" y="347577"/>
                  </a:lnTo>
                  <a:lnTo>
                    <a:pt x="2108842" y="348780"/>
                  </a:lnTo>
                  <a:lnTo>
                    <a:pt x="2126564" y="349885"/>
                  </a:lnTo>
                  <a:lnTo>
                    <a:pt x="2144285" y="350784"/>
                  </a:lnTo>
                  <a:lnTo>
                    <a:pt x="2162006" y="351560"/>
                  </a:lnTo>
                  <a:lnTo>
                    <a:pt x="2179728" y="352217"/>
                  </a:lnTo>
                  <a:lnTo>
                    <a:pt x="2197449" y="352633"/>
                  </a:lnTo>
                  <a:lnTo>
                    <a:pt x="2215171" y="352901"/>
                  </a:lnTo>
                  <a:lnTo>
                    <a:pt x="2232892" y="353031"/>
                  </a:lnTo>
                  <a:lnTo>
                    <a:pt x="2250613" y="352897"/>
                  </a:lnTo>
                  <a:lnTo>
                    <a:pt x="2268335" y="352592"/>
                  </a:lnTo>
                  <a:lnTo>
                    <a:pt x="2286056" y="352133"/>
                  </a:lnTo>
                  <a:lnTo>
                    <a:pt x="2303777" y="351395"/>
                  </a:lnTo>
                  <a:lnTo>
                    <a:pt x="2321499" y="350467"/>
                  </a:lnTo>
                  <a:lnTo>
                    <a:pt x="2339220" y="349376"/>
                  </a:lnTo>
                  <a:lnTo>
                    <a:pt x="2356941" y="347997"/>
                  </a:lnTo>
                  <a:lnTo>
                    <a:pt x="2374663" y="346415"/>
                  </a:lnTo>
                  <a:lnTo>
                    <a:pt x="2392384" y="344665"/>
                  </a:lnTo>
                  <a:lnTo>
                    <a:pt x="2410106" y="342629"/>
                  </a:lnTo>
                  <a:lnTo>
                    <a:pt x="2427827" y="340381"/>
                  </a:lnTo>
                  <a:lnTo>
                    <a:pt x="2445548" y="337964"/>
                  </a:lnTo>
                  <a:lnTo>
                    <a:pt x="2463270" y="335271"/>
                  </a:lnTo>
                  <a:lnTo>
                    <a:pt x="2480991" y="332362"/>
                  </a:lnTo>
                  <a:lnTo>
                    <a:pt x="2498712" y="329290"/>
                  </a:lnTo>
                  <a:lnTo>
                    <a:pt x="2516434" y="325957"/>
                  </a:lnTo>
                  <a:lnTo>
                    <a:pt x="2534155" y="322413"/>
                  </a:lnTo>
                  <a:lnTo>
                    <a:pt x="2551877" y="318713"/>
                  </a:lnTo>
                  <a:lnTo>
                    <a:pt x="2569598" y="314774"/>
                  </a:lnTo>
                  <a:lnTo>
                    <a:pt x="2587319" y="310633"/>
                  </a:lnTo>
                  <a:lnTo>
                    <a:pt x="2605041" y="306349"/>
                  </a:lnTo>
                  <a:lnTo>
                    <a:pt x="2622762" y="301854"/>
                  </a:lnTo>
                  <a:lnTo>
                    <a:pt x="2640483" y="297171"/>
                  </a:lnTo>
                  <a:lnTo>
                    <a:pt x="2658205" y="292360"/>
                  </a:lnTo>
                  <a:lnTo>
                    <a:pt x="2675926" y="287368"/>
                  </a:lnTo>
                  <a:lnTo>
                    <a:pt x="2693647" y="282208"/>
                  </a:lnTo>
                  <a:lnTo>
                    <a:pt x="2711369" y="276939"/>
                  </a:lnTo>
                  <a:lnTo>
                    <a:pt x="2729090" y="271520"/>
                  </a:lnTo>
                  <a:lnTo>
                    <a:pt x="2746812" y="265958"/>
                  </a:lnTo>
                  <a:lnTo>
                    <a:pt x="2764533" y="260308"/>
                  </a:lnTo>
                  <a:lnTo>
                    <a:pt x="2782254" y="254540"/>
                  </a:lnTo>
                  <a:lnTo>
                    <a:pt x="2799976" y="248657"/>
                  </a:lnTo>
                  <a:lnTo>
                    <a:pt x="2817697" y="242707"/>
                  </a:lnTo>
                  <a:lnTo>
                    <a:pt x="2835418" y="236671"/>
                  </a:lnTo>
                  <a:lnTo>
                    <a:pt x="2853140" y="230552"/>
                  </a:lnTo>
                  <a:lnTo>
                    <a:pt x="2870861" y="224387"/>
                  </a:lnTo>
                  <a:lnTo>
                    <a:pt x="2888583" y="218168"/>
                  </a:lnTo>
                  <a:lnTo>
                    <a:pt x="2906304" y="211897"/>
                  </a:lnTo>
                  <a:lnTo>
                    <a:pt x="2924025" y="205602"/>
                  </a:lnTo>
                  <a:lnTo>
                    <a:pt x="2941747" y="199282"/>
                  </a:lnTo>
                  <a:lnTo>
                    <a:pt x="2959468" y="192944"/>
                  </a:lnTo>
                  <a:lnTo>
                    <a:pt x="2977189" y="186603"/>
                  </a:lnTo>
                  <a:lnTo>
                    <a:pt x="2994911" y="180262"/>
                  </a:lnTo>
                  <a:lnTo>
                    <a:pt x="3012632" y="173938"/>
                  </a:lnTo>
                  <a:lnTo>
                    <a:pt x="3030353" y="167631"/>
                  </a:lnTo>
                  <a:lnTo>
                    <a:pt x="3048075" y="161346"/>
                  </a:lnTo>
                  <a:lnTo>
                    <a:pt x="3065796" y="155111"/>
                  </a:lnTo>
                  <a:lnTo>
                    <a:pt x="3083518" y="148912"/>
                  </a:lnTo>
                  <a:lnTo>
                    <a:pt x="3101239" y="142755"/>
                  </a:lnTo>
                  <a:lnTo>
                    <a:pt x="3118960" y="136681"/>
                  </a:lnTo>
                  <a:lnTo>
                    <a:pt x="3136682" y="130658"/>
                  </a:lnTo>
                  <a:lnTo>
                    <a:pt x="3154403" y="124695"/>
                  </a:lnTo>
                  <a:lnTo>
                    <a:pt x="3172124" y="118845"/>
                  </a:lnTo>
                  <a:lnTo>
                    <a:pt x="3189846" y="113062"/>
                  </a:lnTo>
                  <a:lnTo>
                    <a:pt x="3207567" y="107351"/>
                  </a:lnTo>
                  <a:lnTo>
                    <a:pt x="3225289" y="101783"/>
                  </a:lnTo>
                  <a:lnTo>
                    <a:pt x="3243010" y="96297"/>
                  </a:lnTo>
                  <a:lnTo>
                    <a:pt x="3260731" y="90892"/>
                  </a:lnTo>
                  <a:lnTo>
                    <a:pt x="3278453" y="85658"/>
                  </a:lnTo>
                  <a:lnTo>
                    <a:pt x="3296174" y="80517"/>
                  </a:lnTo>
                  <a:lnTo>
                    <a:pt x="3313895" y="75470"/>
                  </a:lnTo>
                  <a:lnTo>
                    <a:pt x="3331617" y="70612"/>
                  </a:lnTo>
                  <a:lnTo>
                    <a:pt x="3349338" y="65861"/>
                  </a:lnTo>
                  <a:lnTo>
                    <a:pt x="3367059" y="61215"/>
                  </a:lnTo>
                  <a:lnTo>
                    <a:pt x="3384781" y="56771"/>
                  </a:lnTo>
                  <a:lnTo>
                    <a:pt x="3402502" y="52450"/>
                  </a:lnTo>
                  <a:lnTo>
                    <a:pt x="3420224" y="48241"/>
                  </a:lnTo>
                  <a:lnTo>
                    <a:pt x="3437945" y="44247"/>
                  </a:lnTo>
                  <a:lnTo>
                    <a:pt x="3455666" y="40388"/>
                  </a:lnTo>
                  <a:lnTo>
                    <a:pt x="3473388" y="36651"/>
                  </a:lnTo>
                  <a:lnTo>
                    <a:pt x="3491109" y="33136"/>
                  </a:lnTo>
                  <a:lnTo>
                    <a:pt x="3508830" y="29770"/>
                  </a:lnTo>
                  <a:lnTo>
                    <a:pt x="3526552" y="26533"/>
                  </a:lnTo>
                  <a:lnTo>
                    <a:pt x="3544273" y="23523"/>
                  </a:lnTo>
                  <a:lnTo>
                    <a:pt x="3561995" y="20675"/>
                  </a:lnTo>
                  <a:lnTo>
                    <a:pt x="3579716" y="17962"/>
                  </a:lnTo>
                  <a:lnTo>
                    <a:pt x="3597437" y="15479"/>
                  </a:lnTo>
                  <a:lnTo>
                    <a:pt x="3615159" y="13171"/>
                  </a:lnTo>
                  <a:lnTo>
                    <a:pt x="3632880" y="11001"/>
                  </a:lnTo>
                  <a:lnTo>
                    <a:pt x="3650601" y="9064"/>
                  </a:lnTo>
                  <a:lnTo>
                    <a:pt x="3668323" y="7313"/>
                  </a:lnTo>
                  <a:lnTo>
                    <a:pt x="3686044" y="5704"/>
                  </a:lnTo>
                  <a:lnTo>
                    <a:pt x="3703765" y="4327"/>
                  </a:lnTo>
                  <a:lnTo>
                    <a:pt x="3721487" y="3146"/>
                  </a:lnTo>
                  <a:lnTo>
                    <a:pt x="3739208" y="2110"/>
                  </a:lnTo>
                  <a:lnTo>
                    <a:pt x="3756930" y="1303"/>
                  </a:lnTo>
                  <a:lnTo>
                    <a:pt x="3774651" y="701"/>
                  </a:lnTo>
                  <a:lnTo>
                    <a:pt x="3792372" y="247"/>
                  </a:lnTo>
                  <a:lnTo>
                    <a:pt x="3810094" y="17"/>
                  </a:lnTo>
                  <a:lnTo>
                    <a:pt x="3827815" y="0"/>
                  </a:lnTo>
                  <a:lnTo>
                    <a:pt x="3845536" y="130"/>
                  </a:lnTo>
                  <a:lnTo>
                    <a:pt x="3863258" y="480"/>
                  </a:lnTo>
                  <a:lnTo>
                    <a:pt x="3880979" y="1048"/>
                  </a:lnTo>
                  <a:lnTo>
                    <a:pt x="3898701" y="1763"/>
                  </a:lnTo>
                  <a:lnTo>
                    <a:pt x="3916422" y="2690"/>
                  </a:lnTo>
                  <a:lnTo>
                    <a:pt x="3934143" y="3841"/>
                  </a:lnTo>
                  <a:lnTo>
                    <a:pt x="3951865" y="5137"/>
                  </a:lnTo>
                  <a:lnTo>
                    <a:pt x="3969586" y="6636"/>
                  </a:lnTo>
                  <a:lnTo>
                    <a:pt x="3987307" y="8361"/>
                  </a:lnTo>
                  <a:lnTo>
                    <a:pt x="4005029" y="10229"/>
                  </a:lnTo>
                  <a:lnTo>
                    <a:pt x="4022750" y="12290"/>
                  </a:lnTo>
                  <a:lnTo>
                    <a:pt x="4040471" y="14578"/>
                  </a:lnTo>
                  <a:lnTo>
                    <a:pt x="4058193" y="17006"/>
                  </a:lnTo>
                  <a:lnTo>
                    <a:pt x="4075914" y="19616"/>
                  </a:lnTo>
                  <a:lnTo>
                    <a:pt x="4093636" y="22453"/>
                  </a:lnTo>
                  <a:lnTo>
                    <a:pt x="4111357" y="25424"/>
                  </a:lnTo>
                  <a:lnTo>
                    <a:pt x="4129078" y="28566"/>
                  </a:lnTo>
                  <a:lnTo>
                    <a:pt x="4146800" y="31933"/>
                  </a:lnTo>
                  <a:lnTo>
                    <a:pt x="4164521" y="35429"/>
                  </a:lnTo>
                  <a:lnTo>
                    <a:pt x="4182242" y="39083"/>
                  </a:lnTo>
                  <a:lnTo>
                    <a:pt x="4199964" y="42957"/>
                  </a:lnTo>
                  <a:lnTo>
                    <a:pt x="4217685" y="46956"/>
                  </a:lnTo>
                  <a:lnTo>
                    <a:pt x="4235407" y="51099"/>
                  </a:lnTo>
                  <a:lnTo>
                    <a:pt x="4253128" y="55456"/>
                  </a:lnTo>
                  <a:lnTo>
                    <a:pt x="4270849" y="59931"/>
                  </a:lnTo>
                  <a:lnTo>
                    <a:pt x="4288571" y="64537"/>
                  </a:lnTo>
                  <a:lnTo>
                    <a:pt x="4306292" y="69350"/>
                  </a:lnTo>
                  <a:lnTo>
                    <a:pt x="4324013" y="74272"/>
                  </a:lnTo>
                  <a:lnTo>
                    <a:pt x="4341735" y="79313"/>
                  </a:lnTo>
                  <a:lnTo>
                    <a:pt x="4359456" y="84550"/>
                  </a:lnTo>
                  <a:lnTo>
                    <a:pt x="4377177" y="89888"/>
                  </a:lnTo>
                  <a:lnTo>
                    <a:pt x="4394899" y="95331"/>
                  </a:lnTo>
                  <a:lnTo>
                    <a:pt x="4412620" y="100959"/>
                  </a:lnTo>
                  <a:lnTo>
                    <a:pt x="4430342" y="106678"/>
                  </a:lnTo>
                  <a:lnTo>
                    <a:pt x="4448063" y="112490"/>
                  </a:lnTo>
                  <a:lnTo>
                    <a:pt x="4465784" y="118470"/>
                  </a:lnTo>
                  <a:lnTo>
                    <a:pt x="4483506" y="124533"/>
                  </a:lnTo>
                  <a:lnTo>
                    <a:pt x="4501227" y="130677"/>
                  </a:lnTo>
                  <a:lnTo>
                    <a:pt x="4518948" y="136967"/>
                  </a:lnTo>
                  <a:lnTo>
                    <a:pt x="4536670" y="143331"/>
                  </a:lnTo>
                  <a:lnTo>
                    <a:pt x="4554391" y="149765"/>
                  </a:lnTo>
                  <a:lnTo>
                    <a:pt x="4572113" y="156321"/>
                  </a:lnTo>
                  <a:lnTo>
                    <a:pt x="4589834" y="162940"/>
                  </a:lnTo>
                  <a:lnTo>
                    <a:pt x="4607555" y="169618"/>
                  </a:lnTo>
                  <a:lnTo>
                    <a:pt x="4625277" y="176393"/>
                  </a:lnTo>
                  <a:lnTo>
                    <a:pt x="4642998" y="183220"/>
                  </a:lnTo>
                  <a:lnTo>
                    <a:pt x="4660719" y="190091"/>
                  </a:lnTo>
                  <a:lnTo>
                    <a:pt x="4678441" y="197034"/>
                  </a:lnTo>
                  <a:lnTo>
                    <a:pt x="4696162" y="204015"/>
                  </a:lnTo>
                  <a:lnTo>
                    <a:pt x="4713883" y="211028"/>
                  </a:lnTo>
                  <a:lnTo>
                    <a:pt x="4731605" y="218085"/>
                  </a:lnTo>
                  <a:lnTo>
                    <a:pt x="4749326" y="225165"/>
                  </a:lnTo>
                  <a:lnTo>
                    <a:pt x="4767048" y="232262"/>
                  </a:lnTo>
                  <a:lnTo>
                    <a:pt x="4784769" y="239378"/>
                  </a:lnTo>
                  <a:lnTo>
                    <a:pt x="4802490" y="246499"/>
                  </a:lnTo>
                  <a:lnTo>
                    <a:pt x="4820212" y="253622"/>
                  </a:lnTo>
                  <a:lnTo>
                    <a:pt x="4837933" y="260740"/>
                  </a:lnTo>
                  <a:lnTo>
                    <a:pt x="4855654" y="267842"/>
                  </a:lnTo>
                  <a:lnTo>
                    <a:pt x="4873376" y="274932"/>
                  </a:lnTo>
                  <a:lnTo>
                    <a:pt x="4891097" y="281992"/>
                  </a:lnTo>
                  <a:lnTo>
                    <a:pt x="4908819" y="289017"/>
                  </a:lnTo>
                  <a:lnTo>
                    <a:pt x="4926540" y="296013"/>
                  </a:lnTo>
                  <a:lnTo>
                    <a:pt x="4944261" y="302958"/>
                  </a:lnTo>
                  <a:lnTo>
                    <a:pt x="4961983" y="309847"/>
                  </a:lnTo>
                  <a:lnTo>
                    <a:pt x="4979704" y="316693"/>
                  </a:lnTo>
                  <a:lnTo>
                    <a:pt x="4997425" y="323467"/>
                  </a:lnTo>
                  <a:lnTo>
                    <a:pt x="5015147" y="330163"/>
                  </a:lnTo>
                  <a:lnTo>
                    <a:pt x="5032868" y="336802"/>
                  </a:lnTo>
                  <a:lnTo>
                    <a:pt x="5050589" y="343353"/>
                  </a:lnTo>
                  <a:lnTo>
                    <a:pt x="5068311" y="349805"/>
                  </a:lnTo>
                  <a:lnTo>
                    <a:pt x="5086032" y="356187"/>
                  </a:lnTo>
                  <a:lnTo>
                    <a:pt x="5103754" y="362466"/>
                  </a:lnTo>
                  <a:lnTo>
                    <a:pt x="5121475" y="368626"/>
                  </a:lnTo>
                  <a:lnTo>
                    <a:pt x="5139196" y="374706"/>
                  </a:lnTo>
                  <a:lnTo>
                    <a:pt x="5156918" y="380671"/>
                  </a:lnTo>
                  <a:lnTo>
                    <a:pt x="5174639" y="386500"/>
                  </a:lnTo>
                  <a:lnTo>
                    <a:pt x="5192360" y="392239"/>
                  </a:lnTo>
                  <a:lnTo>
                    <a:pt x="5210082" y="397855"/>
                  </a:lnTo>
                  <a:lnTo>
                    <a:pt x="5227803" y="403318"/>
                  </a:lnTo>
                  <a:lnTo>
                    <a:pt x="5245525" y="408685"/>
                  </a:lnTo>
                  <a:lnTo>
                    <a:pt x="5263246" y="413924"/>
                  </a:lnTo>
                  <a:lnTo>
                    <a:pt x="5280967" y="418997"/>
                  </a:lnTo>
                  <a:lnTo>
                    <a:pt x="5298689" y="423969"/>
                  </a:lnTo>
                  <a:lnTo>
                    <a:pt x="5316410" y="428812"/>
                  </a:lnTo>
                  <a:lnTo>
                    <a:pt x="5334131" y="433478"/>
                  </a:lnTo>
                  <a:lnTo>
                    <a:pt x="5351853" y="438040"/>
                  </a:lnTo>
                  <a:lnTo>
                    <a:pt x="5369574" y="442474"/>
                  </a:lnTo>
                  <a:lnTo>
                    <a:pt x="5387295" y="446726"/>
                  </a:lnTo>
                  <a:lnTo>
                    <a:pt x="5405017" y="450872"/>
                  </a:lnTo>
                  <a:lnTo>
                    <a:pt x="5422738" y="454894"/>
                  </a:lnTo>
                  <a:lnTo>
                    <a:pt x="5440460" y="458730"/>
                  </a:lnTo>
                  <a:lnTo>
                    <a:pt x="5458181" y="462462"/>
                  </a:lnTo>
                  <a:lnTo>
                    <a:pt x="5475902" y="466076"/>
                  </a:lnTo>
                  <a:lnTo>
                    <a:pt x="5493624" y="469503"/>
                  </a:lnTo>
                  <a:lnTo>
                    <a:pt x="5511345" y="472830"/>
                  </a:lnTo>
                  <a:lnTo>
                    <a:pt x="5529066" y="476047"/>
                  </a:lnTo>
                  <a:lnTo>
                    <a:pt x="5546788" y="479079"/>
                  </a:lnTo>
                  <a:lnTo>
                    <a:pt x="5564509" y="482015"/>
                  </a:lnTo>
                  <a:lnTo>
                    <a:pt x="5582231" y="484851"/>
                  </a:lnTo>
                  <a:lnTo>
                    <a:pt x="5599952" y="487508"/>
                  </a:lnTo>
                  <a:lnTo>
                    <a:pt x="5617673" y="490075"/>
                  </a:lnTo>
                  <a:lnTo>
                    <a:pt x="5635395" y="492551"/>
                  </a:lnTo>
                  <a:lnTo>
                    <a:pt x="5653116" y="494856"/>
                  </a:lnTo>
                  <a:lnTo>
                    <a:pt x="5670837" y="497077"/>
                  </a:lnTo>
                  <a:lnTo>
                    <a:pt x="5688559" y="499215"/>
                  </a:lnTo>
                  <a:lnTo>
                    <a:pt x="5706280" y="501199"/>
                  </a:lnTo>
                  <a:lnTo>
                    <a:pt x="5724001" y="503102"/>
                  </a:lnTo>
                  <a:lnTo>
                    <a:pt x="5741723" y="504930"/>
                  </a:lnTo>
                  <a:lnTo>
                    <a:pt x="5759444" y="506621"/>
                  </a:lnTo>
                  <a:lnTo>
                    <a:pt x="5777166" y="508236"/>
                  </a:lnTo>
                  <a:lnTo>
                    <a:pt x="5794887" y="509783"/>
                  </a:lnTo>
                  <a:lnTo>
                    <a:pt x="5812608" y="511210"/>
                  </a:lnTo>
                  <a:lnTo>
                    <a:pt x="5830330" y="512568"/>
                  </a:lnTo>
                  <a:lnTo>
                    <a:pt x="5848051" y="513864"/>
                  </a:lnTo>
                  <a:lnTo>
                    <a:pt x="5865772" y="515058"/>
                  </a:lnTo>
                  <a:lnTo>
                    <a:pt x="5883494" y="516187"/>
                  </a:lnTo>
                  <a:lnTo>
                    <a:pt x="5901215" y="517263"/>
                  </a:lnTo>
                  <a:lnTo>
                    <a:pt x="5918937" y="518251"/>
                  </a:lnTo>
                  <a:lnTo>
                    <a:pt x="5936658" y="519182"/>
                  </a:lnTo>
                  <a:lnTo>
                    <a:pt x="5954379" y="520066"/>
                  </a:lnTo>
                  <a:lnTo>
                    <a:pt x="5972101" y="520876"/>
                  </a:lnTo>
                  <a:lnTo>
                    <a:pt x="5989822" y="521636"/>
                  </a:lnTo>
                  <a:lnTo>
                    <a:pt x="6007543" y="522355"/>
                  </a:lnTo>
                  <a:lnTo>
                    <a:pt x="6025265" y="523013"/>
                  </a:lnTo>
                  <a:lnTo>
                    <a:pt x="6042986" y="523626"/>
                  </a:lnTo>
                  <a:lnTo>
                    <a:pt x="6060707" y="524206"/>
                  </a:lnTo>
                </a:path>
              </a:pathLst>
            </a:custGeom>
            <a:ln w="542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g1878"/>
            <p:cNvSpPr/>
            <p:nvPr/>
          </p:nvSpPr>
          <p:spPr>
            <a:xfrm>
              <a:off x="2675476" y="4712845"/>
              <a:ext cx="17721" cy="7150"/>
            </a:xfrm>
            <a:custGeom>
              <a:avLst/>
              <a:pathLst>
                <a:path w="17721" h="7150">
                  <a:moveTo>
                    <a:pt x="0" y="602"/>
                  </a:moveTo>
                  <a:lnTo>
                    <a:pt x="17721" y="0"/>
                  </a:lnTo>
                  <a:lnTo>
                    <a:pt x="17721" y="7150"/>
                  </a:lnTo>
                  <a:lnTo>
                    <a:pt x="0" y="7150"/>
                  </a:lnTo>
                  <a:close/>
                </a:path>
              </a:pathLst>
            </a:custGeom>
            <a:solidFill>
              <a:srgbClr val="EFE0CF">
                <a:alpha val="100000"/>
              </a:srgbClr>
            </a:solidFill>
            <a:ln w="4762" cap="rnd">
              <a:solidFill>
                <a:srgbClr val="EFE0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g1879"/>
            <p:cNvSpPr/>
            <p:nvPr/>
          </p:nvSpPr>
          <p:spPr>
            <a:xfrm>
              <a:off x="2693197" y="4712185"/>
              <a:ext cx="17721" cy="7811"/>
            </a:xfrm>
            <a:custGeom>
              <a:avLst/>
              <a:pathLst>
                <a:path w="17721" h="7811">
                  <a:moveTo>
                    <a:pt x="0" y="660"/>
                  </a:moveTo>
                  <a:lnTo>
                    <a:pt x="17721" y="0"/>
                  </a:lnTo>
                  <a:lnTo>
                    <a:pt x="17721" y="7811"/>
                  </a:lnTo>
                  <a:lnTo>
                    <a:pt x="0" y="7811"/>
                  </a:lnTo>
                  <a:close/>
                </a:path>
              </a:pathLst>
            </a:custGeom>
            <a:solidFill>
              <a:srgbClr val="EEE0CF">
                <a:alpha val="100000"/>
              </a:srgbClr>
            </a:solidFill>
            <a:ln w="4762" cap="rnd">
              <a:solidFill>
                <a:srgbClr val="EEE0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g1880"/>
            <p:cNvSpPr/>
            <p:nvPr/>
          </p:nvSpPr>
          <p:spPr>
            <a:xfrm>
              <a:off x="2710919" y="4711485"/>
              <a:ext cx="17721" cy="8511"/>
            </a:xfrm>
            <a:custGeom>
              <a:avLst/>
              <a:pathLst>
                <a:path w="17721" h="8511">
                  <a:moveTo>
                    <a:pt x="0" y="700"/>
                  </a:moveTo>
                  <a:lnTo>
                    <a:pt x="17721" y="0"/>
                  </a:lnTo>
                  <a:lnTo>
                    <a:pt x="17721" y="8511"/>
                  </a:lnTo>
                  <a:lnTo>
                    <a:pt x="0" y="8511"/>
                  </a:lnTo>
                  <a:close/>
                </a:path>
              </a:pathLst>
            </a:custGeom>
            <a:solidFill>
              <a:srgbClr val="EEDFCF">
                <a:alpha val="100000"/>
              </a:srgbClr>
            </a:solidFill>
            <a:ln w="4762" cap="rnd">
              <a:solidFill>
                <a:srgbClr val="EED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g1881"/>
            <p:cNvSpPr/>
            <p:nvPr/>
          </p:nvSpPr>
          <p:spPr>
            <a:xfrm>
              <a:off x="2728640" y="4710730"/>
              <a:ext cx="17721" cy="9266"/>
            </a:xfrm>
            <a:custGeom>
              <a:avLst/>
              <a:pathLst>
                <a:path w="17721" h="9266">
                  <a:moveTo>
                    <a:pt x="0" y="754"/>
                  </a:moveTo>
                  <a:lnTo>
                    <a:pt x="17721" y="0"/>
                  </a:lnTo>
                  <a:lnTo>
                    <a:pt x="17721" y="9266"/>
                  </a:lnTo>
                  <a:lnTo>
                    <a:pt x="0" y="9266"/>
                  </a:lnTo>
                  <a:close/>
                </a:path>
              </a:pathLst>
            </a:custGeom>
            <a:solidFill>
              <a:srgbClr val="EEDFCE">
                <a:alpha val="100000"/>
              </a:srgbClr>
            </a:solidFill>
            <a:ln w="4762" cap="rnd">
              <a:solidFill>
                <a:srgbClr val="EEDF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g1882"/>
            <p:cNvSpPr/>
            <p:nvPr/>
          </p:nvSpPr>
          <p:spPr>
            <a:xfrm>
              <a:off x="2746361" y="4709903"/>
              <a:ext cx="17721" cy="10092"/>
            </a:xfrm>
            <a:custGeom>
              <a:avLst/>
              <a:pathLst>
                <a:path w="17721" h="10092">
                  <a:moveTo>
                    <a:pt x="0" y="826"/>
                  </a:moveTo>
                  <a:lnTo>
                    <a:pt x="17721" y="0"/>
                  </a:lnTo>
                  <a:lnTo>
                    <a:pt x="17721" y="10092"/>
                  </a:lnTo>
                  <a:lnTo>
                    <a:pt x="0" y="10092"/>
                  </a:lnTo>
                  <a:close/>
                </a:path>
              </a:pathLst>
            </a:custGeom>
            <a:solidFill>
              <a:srgbClr val="EEDECE">
                <a:alpha val="100000"/>
              </a:srgbClr>
            </a:solidFill>
            <a:ln w="4762" cap="rnd">
              <a:solidFill>
                <a:srgbClr val="EEDE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g1883"/>
            <p:cNvSpPr/>
            <p:nvPr/>
          </p:nvSpPr>
          <p:spPr>
            <a:xfrm>
              <a:off x="2764083" y="4709030"/>
              <a:ext cx="17721" cy="10966"/>
            </a:xfrm>
            <a:custGeom>
              <a:avLst/>
              <a:pathLst>
                <a:path w="17721" h="10966">
                  <a:moveTo>
                    <a:pt x="0" y="873"/>
                  </a:moveTo>
                  <a:lnTo>
                    <a:pt x="17721" y="0"/>
                  </a:lnTo>
                  <a:lnTo>
                    <a:pt x="17721" y="10966"/>
                  </a:lnTo>
                  <a:lnTo>
                    <a:pt x="0" y="10966"/>
                  </a:lnTo>
                  <a:close/>
                </a:path>
              </a:pathLst>
            </a:custGeom>
            <a:solidFill>
              <a:srgbClr val="EEDECD">
                <a:alpha val="100000"/>
              </a:srgbClr>
            </a:solidFill>
            <a:ln w="4762" cap="rnd">
              <a:solidFill>
                <a:srgbClr val="EEDEC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g1884"/>
            <p:cNvSpPr/>
            <p:nvPr/>
          </p:nvSpPr>
          <p:spPr>
            <a:xfrm>
              <a:off x="2781804" y="4708093"/>
              <a:ext cx="17721" cy="11902"/>
            </a:xfrm>
            <a:custGeom>
              <a:avLst/>
              <a:pathLst>
                <a:path w="17721" h="11902">
                  <a:moveTo>
                    <a:pt x="0" y="936"/>
                  </a:moveTo>
                  <a:lnTo>
                    <a:pt x="17721" y="0"/>
                  </a:lnTo>
                  <a:lnTo>
                    <a:pt x="17721" y="11902"/>
                  </a:lnTo>
                  <a:lnTo>
                    <a:pt x="0" y="11902"/>
                  </a:lnTo>
                  <a:close/>
                </a:path>
              </a:pathLst>
            </a:custGeom>
            <a:solidFill>
              <a:srgbClr val="EEDDCD">
                <a:alpha val="100000"/>
              </a:srgbClr>
            </a:solidFill>
            <a:ln w="4762" cap="rnd">
              <a:solidFill>
                <a:srgbClr val="EEDDC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g1885"/>
            <p:cNvSpPr/>
            <p:nvPr/>
          </p:nvSpPr>
          <p:spPr>
            <a:xfrm>
              <a:off x="2799525" y="4705991"/>
              <a:ext cx="35442" cy="14005"/>
            </a:xfrm>
            <a:custGeom>
              <a:avLst/>
              <a:pathLst>
                <a:path w="35442" h="14005">
                  <a:moveTo>
                    <a:pt x="0" y="2102"/>
                  </a:moveTo>
                  <a:lnTo>
                    <a:pt x="17721" y="1079"/>
                  </a:lnTo>
                  <a:lnTo>
                    <a:pt x="35442" y="0"/>
                  </a:lnTo>
                  <a:lnTo>
                    <a:pt x="35442" y="14005"/>
                  </a:lnTo>
                  <a:lnTo>
                    <a:pt x="17721" y="14005"/>
                  </a:lnTo>
                  <a:lnTo>
                    <a:pt x="0" y="14005"/>
                  </a:lnTo>
                  <a:close/>
                </a:path>
              </a:pathLst>
            </a:custGeom>
            <a:solidFill>
              <a:srgbClr val="EDDDCC">
                <a:alpha val="100000"/>
              </a:srgbClr>
            </a:solidFill>
            <a:ln w="4762" cap="rnd">
              <a:solidFill>
                <a:srgbClr val="EDDD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g1886"/>
            <p:cNvSpPr/>
            <p:nvPr/>
          </p:nvSpPr>
          <p:spPr>
            <a:xfrm>
              <a:off x="2834968" y="4703585"/>
              <a:ext cx="35442" cy="16411"/>
            </a:xfrm>
            <a:custGeom>
              <a:avLst/>
              <a:pathLst>
                <a:path w="35442" h="16411">
                  <a:moveTo>
                    <a:pt x="0" y="2405"/>
                  </a:moveTo>
                  <a:lnTo>
                    <a:pt x="17721" y="1254"/>
                  </a:lnTo>
                  <a:lnTo>
                    <a:pt x="35442" y="0"/>
                  </a:lnTo>
                  <a:lnTo>
                    <a:pt x="35442" y="16411"/>
                  </a:lnTo>
                  <a:lnTo>
                    <a:pt x="17721" y="16411"/>
                  </a:lnTo>
                  <a:lnTo>
                    <a:pt x="0" y="16411"/>
                  </a:lnTo>
                  <a:close/>
                </a:path>
              </a:pathLst>
            </a:custGeom>
            <a:solidFill>
              <a:srgbClr val="EDDCCB">
                <a:alpha val="100000"/>
              </a:srgbClr>
            </a:solidFill>
            <a:ln w="4762" cap="rnd">
              <a:solidFill>
                <a:srgbClr val="EDDC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g1887"/>
            <p:cNvSpPr/>
            <p:nvPr/>
          </p:nvSpPr>
          <p:spPr>
            <a:xfrm>
              <a:off x="2870411" y="4702265"/>
              <a:ext cx="17721" cy="17730"/>
            </a:xfrm>
            <a:custGeom>
              <a:avLst/>
              <a:pathLst>
                <a:path w="17721" h="17730">
                  <a:moveTo>
                    <a:pt x="0" y="1319"/>
                  </a:moveTo>
                  <a:lnTo>
                    <a:pt x="17721" y="0"/>
                  </a:lnTo>
                  <a:lnTo>
                    <a:pt x="17721" y="17730"/>
                  </a:lnTo>
                  <a:lnTo>
                    <a:pt x="0" y="17730"/>
                  </a:lnTo>
                  <a:close/>
                </a:path>
              </a:pathLst>
            </a:custGeom>
            <a:solidFill>
              <a:srgbClr val="EDDBCB">
                <a:alpha val="100000"/>
              </a:srgbClr>
            </a:solidFill>
            <a:ln w="4762" cap="rnd">
              <a:solidFill>
                <a:srgbClr val="EDDB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g1888"/>
            <p:cNvSpPr/>
            <p:nvPr/>
          </p:nvSpPr>
          <p:spPr>
            <a:xfrm>
              <a:off x="2888132" y="4700865"/>
              <a:ext cx="17721" cy="19131"/>
            </a:xfrm>
            <a:custGeom>
              <a:avLst/>
              <a:pathLst>
                <a:path w="17721" h="19131">
                  <a:moveTo>
                    <a:pt x="0" y="1400"/>
                  </a:moveTo>
                  <a:lnTo>
                    <a:pt x="17721" y="0"/>
                  </a:lnTo>
                  <a:lnTo>
                    <a:pt x="17721" y="19131"/>
                  </a:lnTo>
                  <a:lnTo>
                    <a:pt x="0" y="19131"/>
                  </a:lnTo>
                  <a:close/>
                </a:path>
              </a:pathLst>
            </a:custGeom>
            <a:solidFill>
              <a:srgbClr val="EDDBCA">
                <a:alpha val="100000"/>
              </a:srgbClr>
            </a:solidFill>
            <a:ln w="4762" cap="rnd">
              <a:solidFill>
                <a:srgbClr val="EDDBC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g1889"/>
            <p:cNvSpPr/>
            <p:nvPr/>
          </p:nvSpPr>
          <p:spPr>
            <a:xfrm>
              <a:off x="2905854" y="4699341"/>
              <a:ext cx="17721" cy="20654"/>
            </a:xfrm>
            <a:custGeom>
              <a:avLst/>
              <a:pathLst>
                <a:path w="17721" h="20654">
                  <a:moveTo>
                    <a:pt x="0" y="1523"/>
                  </a:moveTo>
                  <a:lnTo>
                    <a:pt x="17721" y="0"/>
                  </a:lnTo>
                  <a:lnTo>
                    <a:pt x="17721" y="20654"/>
                  </a:lnTo>
                  <a:lnTo>
                    <a:pt x="0" y="20654"/>
                  </a:lnTo>
                  <a:close/>
                </a:path>
              </a:pathLst>
            </a:custGeom>
            <a:solidFill>
              <a:srgbClr val="ECDBCA">
                <a:alpha val="100000"/>
              </a:srgbClr>
            </a:solidFill>
            <a:ln w="4762" cap="rnd">
              <a:solidFill>
                <a:srgbClr val="ECDBC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g1890"/>
            <p:cNvSpPr/>
            <p:nvPr/>
          </p:nvSpPr>
          <p:spPr>
            <a:xfrm>
              <a:off x="2923575" y="4696056"/>
              <a:ext cx="35442" cy="23939"/>
            </a:xfrm>
            <a:custGeom>
              <a:avLst/>
              <a:pathLst>
                <a:path w="35442" h="23939">
                  <a:moveTo>
                    <a:pt x="0" y="3285"/>
                  </a:moveTo>
                  <a:lnTo>
                    <a:pt x="17721" y="1687"/>
                  </a:lnTo>
                  <a:lnTo>
                    <a:pt x="35442" y="0"/>
                  </a:lnTo>
                  <a:lnTo>
                    <a:pt x="35442" y="23939"/>
                  </a:lnTo>
                  <a:lnTo>
                    <a:pt x="17721" y="23939"/>
                  </a:lnTo>
                  <a:lnTo>
                    <a:pt x="0" y="23939"/>
                  </a:lnTo>
                  <a:close/>
                </a:path>
              </a:pathLst>
            </a:custGeom>
            <a:solidFill>
              <a:srgbClr val="ECDAC9">
                <a:alpha val="100000"/>
              </a:srgbClr>
            </a:solidFill>
            <a:ln w="4762" cap="rnd">
              <a:solidFill>
                <a:srgbClr val="ECDAC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g1891"/>
            <p:cNvSpPr/>
            <p:nvPr/>
          </p:nvSpPr>
          <p:spPr>
            <a:xfrm>
              <a:off x="2959018" y="4692309"/>
              <a:ext cx="35442" cy="27686"/>
            </a:xfrm>
            <a:custGeom>
              <a:avLst/>
              <a:pathLst>
                <a:path w="35442" h="27686">
                  <a:moveTo>
                    <a:pt x="0" y="3746"/>
                  </a:moveTo>
                  <a:lnTo>
                    <a:pt x="17721" y="1915"/>
                  </a:lnTo>
                  <a:lnTo>
                    <a:pt x="35442" y="0"/>
                  </a:lnTo>
                  <a:lnTo>
                    <a:pt x="35442" y="27686"/>
                  </a:lnTo>
                  <a:lnTo>
                    <a:pt x="17721" y="27686"/>
                  </a:lnTo>
                  <a:lnTo>
                    <a:pt x="0" y="27686"/>
                  </a:lnTo>
                  <a:close/>
                </a:path>
              </a:pathLst>
            </a:custGeom>
            <a:solidFill>
              <a:srgbClr val="ECD9C8">
                <a:alpha val="100000"/>
              </a:srgbClr>
            </a:solidFill>
            <a:ln w="4762" cap="rnd">
              <a:solidFill>
                <a:srgbClr val="ECD9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g1892"/>
            <p:cNvSpPr/>
            <p:nvPr/>
          </p:nvSpPr>
          <p:spPr>
            <a:xfrm>
              <a:off x="2994461" y="4690297"/>
              <a:ext cx="17721" cy="29699"/>
            </a:xfrm>
            <a:custGeom>
              <a:avLst/>
              <a:pathLst>
                <a:path w="17721" h="29699">
                  <a:moveTo>
                    <a:pt x="0" y="2012"/>
                  </a:moveTo>
                  <a:lnTo>
                    <a:pt x="17721" y="0"/>
                  </a:lnTo>
                  <a:lnTo>
                    <a:pt x="17721" y="29699"/>
                  </a:lnTo>
                  <a:lnTo>
                    <a:pt x="0" y="29699"/>
                  </a:lnTo>
                  <a:close/>
                </a:path>
              </a:pathLst>
            </a:custGeom>
            <a:solidFill>
              <a:srgbClr val="EBD9C8">
                <a:alpha val="100000"/>
              </a:srgbClr>
            </a:solidFill>
            <a:ln w="4762" cap="rnd">
              <a:solidFill>
                <a:srgbClr val="EBD9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g1893"/>
            <p:cNvSpPr/>
            <p:nvPr/>
          </p:nvSpPr>
          <p:spPr>
            <a:xfrm>
              <a:off x="3012182" y="4685845"/>
              <a:ext cx="35442" cy="34150"/>
            </a:xfrm>
            <a:custGeom>
              <a:avLst/>
              <a:pathLst>
                <a:path w="35442" h="34150">
                  <a:moveTo>
                    <a:pt x="0" y="4451"/>
                  </a:moveTo>
                  <a:lnTo>
                    <a:pt x="17721" y="2273"/>
                  </a:lnTo>
                  <a:lnTo>
                    <a:pt x="35442" y="0"/>
                  </a:lnTo>
                  <a:lnTo>
                    <a:pt x="35442" y="34150"/>
                  </a:lnTo>
                  <a:lnTo>
                    <a:pt x="17721" y="34150"/>
                  </a:lnTo>
                  <a:lnTo>
                    <a:pt x="0" y="34150"/>
                  </a:lnTo>
                  <a:close/>
                </a:path>
              </a:pathLst>
            </a:custGeom>
            <a:solidFill>
              <a:srgbClr val="EBD8C7">
                <a:alpha val="100000"/>
              </a:srgbClr>
            </a:solidFill>
            <a:ln w="4762" cap="rnd">
              <a:solidFill>
                <a:srgbClr val="EBD8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g1894"/>
            <p:cNvSpPr/>
            <p:nvPr/>
          </p:nvSpPr>
          <p:spPr>
            <a:xfrm>
              <a:off x="3047625" y="4680902"/>
              <a:ext cx="35442" cy="39093"/>
            </a:xfrm>
            <a:custGeom>
              <a:avLst/>
              <a:pathLst>
                <a:path w="35442" h="39093">
                  <a:moveTo>
                    <a:pt x="0" y="4943"/>
                  </a:moveTo>
                  <a:lnTo>
                    <a:pt x="17721" y="2565"/>
                  </a:lnTo>
                  <a:lnTo>
                    <a:pt x="35442" y="0"/>
                  </a:lnTo>
                  <a:lnTo>
                    <a:pt x="35442" y="39093"/>
                  </a:lnTo>
                  <a:lnTo>
                    <a:pt x="17721" y="39093"/>
                  </a:lnTo>
                  <a:lnTo>
                    <a:pt x="0" y="39093"/>
                  </a:lnTo>
                  <a:close/>
                </a:path>
              </a:pathLst>
            </a:custGeom>
            <a:solidFill>
              <a:srgbClr val="EBD7C6">
                <a:alpha val="100000"/>
              </a:srgbClr>
            </a:solidFill>
            <a:ln w="4762" cap="rnd">
              <a:solidFill>
                <a:srgbClr val="EBD7C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g1895"/>
            <p:cNvSpPr/>
            <p:nvPr/>
          </p:nvSpPr>
          <p:spPr>
            <a:xfrm>
              <a:off x="3083067" y="4678231"/>
              <a:ext cx="17721" cy="41764"/>
            </a:xfrm>
            <a:custGeom>
              <a:avLst/>
              <a:pathLst>
                <a:path w="17721" h="41764">
                  <a:moveTo>
                    <a:pt x="0" y="2670"/>
                  </a:moveTo>
                  <a:lnTo>
                    <a:pt x="17721" y="0"/>
                  </a:lnTo>
                  <a:lnTo>
                    <a:pt x="17721" y="41764"/>
                  </a:lnTo>
                  <a:lnTo>
                    <a:pt x="0" y="41764"/>
                  </a:lnTo>
                  <a:close/>
                </a:path>
              </a:pathLst>
            </a:custGeom>
            <a:solidFill>
              <a:srgbClr val="EBD7C5">
                <a:alpha val="100000"/>
              </a:srgbClr>
            </a:solidFill>
            <a:ln w="4762" cap="rnd">
              <a:solidFill>
                <a:srgbClr val="EBD7C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g1896"/>
            <p:cNvSpPr/>
            <p:nvPr/>
          </p:nvSpPr>
          <p:spPr>
            <a:xfrm>
              <a:off x="3100789" y="4675451"/>
              <a:ext cx="17721" cy="44544"/>
            </a:xfrm>
            <a:custGeom>
              <a:avLst/>
              <a:pathLst>
                <a:path w="17721" h="44544">
                  <a:moveTo>
                    <a:pt x="0" y="2780"/>
                  </a:moveTo>
                  <a:lnTo>
                    <a:pt x="17721" y="0"/>
                  </a:lnTo>
                  <a:lnTo>
                    <a:pt x="17721" y="44544"/>
                  </a:lnTo>
                  <a:lnTo>
                    <a:pt x="0" y="44544"/>
                  </a:lnTo>
                  <a:close/>
                </a:path>
              </a:pathLst>
            </a:custGeom>
            <a:solidFill>
              <a:srgbClr val="EAD6C5">
                <a:alpha val="100000"/>
              </a:srgbClr>
            </a:solidFill>
            <a:ln w="4762" cap="rnd">
              <a:solidFill>
                <a:srgbClr val="EAD6C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g1897"/>
            <p:cNvSpPr/>
            <p:nvPr/>
          </p:nvSpPr>
          <p:spPr>
            <a:xfrm>
              <a:off x="3118510" y="4672460"/>
              <a:ext cx="17721" cy="47535"/>
            </a:xfrm>
            <a:custGeom>
              <a:avLst/>
              <a:pathLst>
                <a:path w="17721" h="47535">
                  <a:moveTo>
                    <a:pt x="0" y="2990"/>
                  </a:moveTo>
                  <a:lnTo>
                    <a:pt x="17721" y="0"/>
                  </a:lnTo>
                  <a:lnTo>
                    <a:pt x="17721" y="47535"/>
                  </a:lnTo>
                  <a:lnTo>
                    <a:pt x="0" y="47535"/>
                  </a:lnTo>
                  <a:close/>
                </a:path>
              </a:pathLst>
            </a:custGeom>
            <a:solidFill>
              <a:srgbClr val="EAD6C4">
                <a:alpha val="100000"/>
              </a:srgbClr>
            </a:solidFill>
            <a:ln w="4762" cap="rnd">
              <a:solidFill>
                <a:srgbClr val="EAD6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g1898"/>
            <p:cNvSpPr/>
            <p:nvPr/>
          </p:nvSpPr>
          <p:spPr>
            <a:xfrm>
              <a:off x="3136231" y="4666135"/>
              <a:ext cx="35442" cy="53860"/>
            </a:xfrm>
            <a:custGeom>
              <a:avLst/>
              <a:pathLst>
                <a:path w="35442" h="53860">
                  <a:moveTo>
                    <a:pt x="0" y="6324"/>
                  </a:moveTo>
                  <a:lnTo>
                    <a:pt x="17721" y="3219"/>
                  </a:lnTo>
                  <a:lnTo>
                    <a:pt x="35442" y="0"/>
                  </a:lnTo>
                  <a:lnTo>
                    <a:pt x="35442" y="53860"/>
                  </a:lnTo>
                  <a:lnTo>
                    <a:pt x="17721" y="53860"/>
                  </a:lnTo>
                  <a:lnTo>
                    <a:pt x="0" y="53860"/>
                  </a:lnTo>
                  <a:close/>
                </a:path>
              </a:pathLst>
            </a:custGeom>
            <a:solidFill>
              <a:srgbClr val="EAD5C4">
                <a:alpha val="100000"/>
              </a:srgbClr>
            </a:solidFill>
            <a:ln w="4762" cap="rnd">
              <a:solidFill>
                <a:srgbClr val="EAD5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g1899"/>
            <p:cNvSpPr/>
            <p:nvPr/>
          </p:nvSpPr>
          <p:spPr>
            <a:xfrm>
              <a:off x="3171674" y="4662684"/>
              <a:ext cx="17721" cy="57311"/>
            </a:xfrm>
            <a:custGeom>
              <a:avLst/>
              <a:pathLst>
                <a:path w="17721" h="57311">
                  <a:moveTo>
                    <a:pt x="0" y="3451"/>
                  </a:moveTo>
                  <a:lnTo>
                    <a:pt x="17721" y="0"/>
                  </a:lnTo>
                  <a:lnTo>
                    <a:pt x="17721" y="57311"/>
                  </a:lnTo>
                  <a:lnTo>
                    <a:pt x="0" y="57311"/>
                  </a:lnTo>
                  <a:close/>
                </a:path>
              </a:pathLst>
            </a:custGeom>
            <a:solidFill>
              <a:srgbClr val="EAD5C3">
                <a:alpha val="100000"/>
              </a:srgbClr>
            </a:solidFill>
            <a:ln w="4762" cap="rnd">
              <a:solidFill>
                <a:srgbClr val="EAD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g1900"/>
            <p:cNvSpPr/>
            <p:nvPr/>
          </p:nvSpPr>
          <p:spPr>
            <a:xfrm>
              <a:off x="3189396" y="4659111"/>
              <a:ext cx="17721" cy="60885"/>
            </a:xfrm>
            <a:custGeom>
              <a:avLst/>
              <a:pathLst>
                <a:path w="17721" h="60885">
                  <a:moveTo>
                    <a:pt x="0" y="3573"/>
                  </a:moveTo>
                  <a:lnTo>
                    <a:pt x="17721" y="0"/>
                  </a:lnTo>
                  <a:lnTo>
                    <a:pt x="17721" y="60885"/>
                  </a:lnTo>
                  <a:lnTo>
                    <a:pt x="0" y="60885"/>
                  </a:lnTo>
                  <a:close/>
                </a:path>
              </a:pathLst>
            </a:custGeom>
            <a:solidFill>
              <a:srgbClr val="EAD4C3">
                <a:alpha val="100000"/>
              </a:srgbClr>
            </a:solidFill>
            <a:ln w="4762" cap="rnd">
              <a:solidFill>
                <a:srgbClr val="EAD4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g1901"/>
            <p:cNvSpPr/>
            <p:nvPr/>
          </p:nvSpPr>
          <p:spPr>
            <a:xfrm>
              <a:off x="3207117" y="4655415"/>
              <a:ext cx="17721" cy="64580"/>
            </a:xfrm>
            <a:custGeom>
              <a:avLst/>
              <a:pathLst>
                <a:path w="17721" h="64580">
                  <a:moveTo>
                    <a:pt x="0" y="3695"/>
                  </a:moveTo>
                  <a:lnTo>
                    <a:pt x="17721" y="0"/>
                  </a:lnTo>
                  <a:lnTo>
                    <a:pt x="17721" y="64580"/>
                  </a:lnTo>
                  <a:lnTo>
                    <a:pt x="0" y="64580"/>
                  </a:lnTo>
                  <a:close/>
                </a:path>
              </a:pathLst>
            </a:custGeom>
            <a:solidFill>
              <a:srgbClr val="E9D4C2">
                <a:alpha val="100000"/>
              </a:srgbClr>
            </a:solidFill>
            <a:ln w="4762" cap="rnd">
              <a:solidFill>
                <a:srgbClr val="E9D4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g1902"/>
            <p:cNvSpPr/>
            <p:nvPr/>
          </p:nvSpPr>
          <p:spPr>
            <a:xfrm>
              <a:off x="3224838" y="4651479"/>
              <a:ext cx="17721" cy="68516"/>
            </a:xfrm>
            <a:custGeom>
              <a:avLst/>
              <a:pathLst>
                <a:path w="17721" h="68516">
                  <a:moveTo>
                    <a:pt x="0" y="3936"/>
                  </a:moveTo>
                  <a:lnTo>
                    <a:pt x="17721" y="0"/>
                  </a:lnTo>
                  <a:lnTo>
                    <a:pt x="17721" y="68516"/>
                  </a:lnTo>
                  <a:lnTo>
                    <a:pt x="0" y="68516"/>
                  </a:lnTo>
                  <a:close/>
                </a:path>
              </a:pathLst>
            </a:custGeom>
            <a:solidFill>
              <a:srgbClr val="E9D3C2">
                <a:alpha val="100000"/>
              </a:srgbClr>
            </a:solidFill>
            <a:ln w="4762" cap="rnd">
              <a:solidFill>
                <a:srgbClr val="E9D3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g1903"/>
            <p:cNvSpPr/>
            <p:nvPr/>
          </p:nvSpPr>
          <p:spPr>
            <a:xfrm>
              <a:off x="3242560" y="4647409"/>
              <a:ext cx="17721" cy="72586"/>
            </a:xfrm>
            <a:custGeom>
              <a:avLst/>
              <a:pathLst>
                <a:path w="17721" h="72586">
                  <a:moveTo>
                    <a:pt x="0" y="4069"/>
                  </a:moveTo>
                  <a:lnTo>
                    <a:pt x="17721" y="0"/>
                  </a:lnTo>
                  <a:lnTo>
                    <a:pt x="17721" y="72586"/>
                  </a:lnTo>
                  <a:lnTo>
                    <a:pt x="0" y="72586"/>
                  </a:lnTo>
                  <a:close/>
                </a:path>
              </a:pathLst>
            </a:custGeom>
            <a:solidFill>
              <a:srgbClr val="E9D3C1">
                <a:alpha val="100000"/>
              </a:srgbClr>
            </a:solidFill>
            <a:ln w="4762" cap="rnd">
              <a:solidFill>
                <a:srgbClr val="E9D3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g1904"/>
            <p:cNvSpPr/>
            <p:nvPr/>
          </p:nvSpPr>
          <p:spPr>
            <a:xfrm>
              <a:off x="3260281" y="4638768"/>
              <a:ext cx="35442" cy="81228"/>
            </a:xfrm>
            <a:custGeom>
              <a:avLst/>
              <a:pathLst>
                <a:path w="35442" h="81228">
                  <a:moveTo>
                    <a:pt x="0" y="8641"/>
                  </a:moveTo>
                  <a:lnTo>
                    <a:pt x="17721" y="4443"/>
                  </a:lnTo>
                  <a:lnTo>
                    <a:pt x="35442" y="0"/>
                  </a:lnTo>
                  <a:lnTo>
                    <a:pt x="35442" y="81228"/>
                  </a:lnTo>
                  <a:lnTo>
                    <a:pt x="17721" y="81228"/>
                  </a:lnTo>
                  <a:lnTo>
                    <a:pt x="0" y="81228"/>
                  </a:lnTo>
                  <a:close/>
                </a:path>
              </a:pathLst>
            </a:custGeom>
            <a:solidFill>
              <a:srgbClr val="E9D2C1">
                <a:alpha val="100000"/>
              </a:srgbClr>
            </a:solidFill>
            <a:ln w="4762" cap="rnd">
              <a:solidFill>
                <a:srgbClr val="E9D2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g1905"/>
            <p:cNvSpPr/>
            <p:nvPr/>
          </p:nvSpPr>
          <p:spPr>
            <a:xfrm>
              <a:off x="3295724" y="4634181"/>
              <a:ext cx="17721" cy="85814"/>
            </a:xfrm>
            <a:custGeom>
              <a:avLst/>
              <a:pathLst>
                <a:path w="17721" h="85814">
                  <a:moveTo>
                    <a:pt x="0" y="4586"/>
                  </a:moveTo>
                  <a:lnTo>
                    <a:pt x="17721" y="0"/>
                  </a:lnTo>
                  <a:lnTo>
                    <a:pt x="17721" y="85814"/>
                  </a:lnTo>
                  <a:lnTo>
                    <a:pt x="0" y="85814"/>
                  </a:lnTo>
                  <a:close/>
                </a:path>
              </a:pathLst>
            </a:custGeom>
            <a:solidFill>
              <a:srgbClr val="E8D2C0">
                <a:alpha val="100000"/>
              </a:srgbClr>
            </a:solidFill>
            <a:ln w="4762" cap="rnd">
              <a:solidFill>
                <a:srgbClr val="E8D2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g1906"/>
            <p:cNvSpPr/>
            <p:nvPr/>
          </p:nvSpPr>
          <p:spPr>
            <a:xfrm>
              <a:off x="3313445" y="4629461"/>
              <a:ext cx="17721" cy="90534"/>
            </a:xfrm>
            <a:custGeom>
              <a:avLst/>
              <a:pathLst>
                <a:path w="17721" h="90534">
                  <a:moveTo>
                    <a:pt x="0" y="4719"/>
                  </a:moveTo>
                  <a:lnTo>
                    <a:pt x="17721" y="0"/>
                  </a:lnTo>
                  <a:lnTo>
                    <a:pt x="17721" y="90534"/>
                  </a:lnTo>
                  <a:lnTo>
                    <a:pt x="0" y="90534"/>
                  </a:lnTo>
                  <a:close/>
                </a:path>
              </a:pathLst>
            </a:custGeom>
            <a:solidFill>
              <a:srgbClr val="E8D1C0">
                <a:alpha val="100000"/>
              </a:srgbClr>
            </a:solidFill>
            <a:ln w="4762" cap="rnd">
              <a:solidFill>
                <a:srgbClr val="E8D1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g1907"/>
            <p:cNvSpPr/>
            <p:nvPr/>
          </p:nvSpPr>
          <p:spPr>
            <a:xfrm>
              <a:off x="3331167" y="4624498"/>
              <a:ext cx="17721" cy="95498"/>
            </a:xfrm>
            <a:custGeom>
              <a:avLst/>
              <a:pathLst>
                <a:path w="17721" h="95498">
                  <a:moveTo>
                    <a:pt x="0" y="4963"/>
                  </a:moveTo>
                  <a:lnTo>
                    <a:pt x="17721" y="0"/>
                  </a:lnTo>
                  <a:lnTo>
                    <a:pt x="17721" y="95498"/>
                  </a:lnTo>
                  <a:lnTo>
                    <a:pt x="0" y="95498"/>
                  </a:lnTo>
                  <a:close/>
                </a:path>
              </a:pathLst>
            </a:custGeom>
            <a:solidFill>
              <a:srgbClr val="E8D1BF">
                <a:alpha val="100000"/>
              </a:srgbClr>
            </a:solidFill>
            <a:ln w="4762" cap="rnd">
              <a:solidFill>
                <a:srgbClr val="E8D1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g1908"/>
            <p:cNvSpPr/>
            <p:nvPr/>
          </p:nvSpPr>
          <p:spPr>
            <a:xfrm>
              <a:off x="3348888" y="4619383"/>
              <a:ext cx="17721" cy="100612"/>
            </a:xfrm>
            <a:custGeom>
              <a:avLst/>
              <a:pathLst>
                <a:path w="17721" h="100612">
                  <a:moveTo>
                    <a:pt x="0" y="5114"/>
                  </a:moveTo>
                  <a:lnTo>
                    <a:pt x="17721" y="0"/>
                  </a:lnTo>
                  <a:lnTo>
                    <a:pt x="17721" y="100612"/>
                  </a:lnTo>
                  <a:lnTo>
                    <a:pt x="0" y="100612"/>
                  </a:lnTo>
                  <a:close/>
                </a:path>
              </a:pathLst>
            </a:custGeom>
            <a:solidFill>
              <a:srgbClr val="E8D0BF">
                <a:alpha val="100000"/>
              </a:srgbClr>
            </a:solidFill>
            <a:ln w="4762" cap="rnd">
              <a:solidFill>
                <a:srgbClr val="E8D0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g1909"/>
            <p:cNvSpPr/>
            <p:nvPr/>
          </p:nvSpPr>
          <p:spPr>
            <a:xfrm>
              <a:off x="3366609" y="4608647"/>
              <a:ext cx="35442" cy="111349"/>
            </a:xfrm>
            <a:custGeom>
              <a:avLst/>
              <a:pathLst>
                <a:path w="35442" h="111349">
                  <a:moveTo>
                    <a:pt x="0" y="10736"/>
                  </a:moveTo>
                  <a:lnTo>
                    <a:pt x="17721" y="5487"/>
                  </a:lnTo>
                  <a:lnTo>
                    <a:pt x="35442" y="0"/>
                  </a:lnTo>
                  <a:lnTo>
                    <a:pt x="35442" y="111349"/>
                  </a:lnTo>
                  <a:lnTo>
                    <a:pt x="17721" y="111349"/>
                  </a:lnTo>
                  <a:lnTo>
                    <a:pt x="0" y="111349"/>
                  </a:lnTo>
                  <a:close/>
                </a:path>
              </a:pathLst>
            </a:custGeom>
            <a:solidFill>
              <a:srgbClr val="E8D0BE">
                <a:alpha val="100000"/>
              </a:srgbClr>
            </a:solidFill>
            <a:ln w="4762" cap="rnd">
              <a:solidFill>
                <a:srgbClr val="E8D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g1910"/>
            <p:cNvSpPr/>
            <p:nvPr/>
          </p:nvSpPr>
          <p:spPr>
            <a:xfrm>
              <a:off x="3402052" y="4603004"/>
              <a:ext cx="17721" cy="116991"/>
            </a:xfrm>
            <a:custGeom>
              <a:avLst/>
              <a:pathLst>
                <a:path w="17721" h="116991">
                  <a:moveTo>
                    <a:pt x="0" y="5642"/>
                  </a:moveTo>
                  <a:lnTo>
                    <a:pt x="17721" y="0"/>
                  </a:lnTo>
                  <a:lnTo>
                    <a:pt x="17721" y="116991"/>
                  </a:lnTo>
                  <a:lnTo>
                    <a:pt x="0" y="116991"/>
                  </a:lnTo>
                  <a:close/>
                </a:path>
              </a:pathLst>
            </a:custGeom>
            <a:solidFill>
              <a:srgbClr val="E7CFBE">
                <a:alpha val="100000"/>
              </a:srgbClr>
            </a:solidFill>
            <a:ln w="4762" cap="rnd">
              <a:solidFill>
                <a:srgbClr val="E7CF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g1911"/>
            <p:cNvSpPr/>
            <p:nvPr/>
          </p:nvSpPr>
          <p:spPr>
            <a:xfrm>
              <a:off x="3419773" y="4597229"/>
              <a:ext cx="17721" cy="122766"/>
            </a:xfrm>
            <a:custGeom>
              <a:avLst/>
              <a:pathLst>
                <a:path w="17721" h="122766">
                  <a:moveTo>
                    <a:pt x="0" y="5774"/>
                  </a:moveTo>
                  <a:lnTo>
                    <a:pt x="17721" y="0"/>
                  </a:lnTo>
                  <a:lnTo>
                    <a:pt x="17721" y="122766"/>
                  </a:lnTo>
                  <a:lnTo>
                    <a:pt x="0" y="122766"/>
                  </a:lnTo>
                  <a:close/>
                </a:path>
              </a:pathLst>
            </a:custGeom>
            <a:solidFill>
              <a:srgbClr val="E7CFBD">
                <a:alpha val="100000"/>
              </a:srgbClr>
            </a:solidFill>
            <a:ln w="4762" cap="rnd">
              <a:solidFill>
                <a:srgbClr val="E7CF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g1912"/>
            <p:cNvSpPr/>
            <p:nvPr/>
          </p:nvSpPr>
          <p:spPr>
            <a:xfrm>
              <a:off x="3437495" y="4591227"/>
              <a:ext cx="17721" cy="128768"/>
            </a:xfrm>
            <a:custGeom>
              <a:avLst/>
              <a:pathLst>
                <a:path w="17721" h="128768">
                  <a:moveTo>
                    <a:pt x="0" y="6002"/>
                  </a:moveTo>
                  <a:lnTo>
                    <a:pt x="17721" y="0"/>
                  </a:lnTo>
                  <a:lnTo>
                    <a:pt x="17721" y="128768"/>
                  </a:lnTo>
                  <a:lnTo>
                    <a:pt x="0" y="128768"/>
                  </a:lnTo>
                  <a:close/>
                </a:path>
              </a:pathLst>
            </a:custGeom>
            <a:solidFill>
              <a:srgbClr val="E7CEBD">
                <a:alpha val="100000"/>
              </a:srgbClr>
            </a:solidFill>
            <a:ln w="4762" cap="rnd">
              <a:solidFill>
                <a:srgbClr val="E7CE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g1913"/>
            <p:cNvSpPr/>
            <p:nvPr/>
          </p:nvSpPr>
          <p:spPr>
            <a:xfrm>
              <a:off x="3455216" y="4578786"/>
              <a:ext cx="35442" cy="141210"/>
            </a:xfrm>
            <a:custGeom>
              <a:avLst/>
              <a:pathLst>
                <a:path w="35442" h="141210">
                  <a:moveTo>
                    <a:pt x="0" y="12441"/>
                  </a:moveTo>
                  <a:lnTo>
                    <a:pt x="17721" y="6283"/>
                  </a:lnTo>
                  <a:lnTo>
                    <a:pt x="35442" y="0"/>
                  </a:lnTo>
                  <a:lnTo>
                    <a:pt x="35442" y="141210"/>
                  </a:lnTo>
                  <a:lnTo>
                    <a:pt x="17721" y="141210"/>
                  </a:lnTo>
                  <a:lnTo>
                    <a:pt x="0" y="141210"/>
                  </a:lnTo>
                  <a:close/>
                </a:path>
              </a:pathLst>
            </a:custGeom>
            <a:solidFill>
              <a:srgbClr val="E7CEBC">
                <a:alpha val="100000"/>
              </a:srgbClr>
            </a:solidFill>
            <a:ln w="4762" cap="rnd">
              <a:solidFill>
                <a:srgbClr val="E7CEB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g1914"/>
            <p:cNvSpPr/>
            <p:nvPr/>
          </p:nvSpPr>
          <p:spPr>
            <a:xfrm>
              <a:off x="3490659" y="4565648"/>
              <a:ext cx="35442" cy="154348"/>
            </a:xfrm>
            <a:custGeom>
              <a:avLst/>
              <a:pathLst>
                <a:path w="35442" h="154348">
                  <a:moveTo>
                    <a:pt x="0" y="13138"/>
                  </a:moveTo>
                  <a:lnTo>
                    <a:pt x="17721" y="6643"/>
                  </a:lnTo>
                  <a:lnTo>
                    <a:pt x="35442" y="0"/>
                  </a:lnTo>
                  <a:lnTo>
                    <a:pt x="35442" y="154348"/>
                  </a:lnTo>
                  <a:lnTo>
                    <a:pt x="17721" y="154348"/>
                  </a:lnTo>
                  <a:lnTo>
                    <a:pt x="0" y="154348"/>
                  </a:lnTo>
                  <a:close/>
                </a:path>
              </a:pathLst>
            </a:custGeom>
            <a:solidFill>
              <a:srgbClr val="E6CDBB">
                <a:alpha val="100000"/>
              </a:srgbClr>
            </a:solidFill>
            <a:ln w="4762" cap="rnd">
              <a:solidFill>
                <a:srgbClr val="E6CD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g1915"/>
            <p:cNvSpPr/>
            <p:nvPr/>
          </p:nvSpPr>
          <p:spPr>
            <a:xfrm>
              <a:off x="3526102" y="4558887"/>
              <a:ext cx="17721" cy="161109"/>
            </a:xfrm>
            <a:custGeom>
              <a:avLst/>
              <a:pathLst>
                <a:path w="17721" h="161109">
                  <a:moveTo>
                    <a:pt x="0" y="6761"/>
                  </a:moveTo>
                  <a:lnTo>
                    <a:pt x="17721" y="0"/>
                  </a:lnTo>
                  <a:lnTo>
                    <a:pt x="17721" y="161109"/>
                  </a:lnTo>
                  <a:lnTo>
                    <a:pt x="0" y="161109"/>
                  </a:lnTo>
                  <a:close/>
                </a:path>
              </a:pathLst>
            </a:custGeom>
            <a:solidFill>
              <a:srgbClr val="E6CCBB">
                <a:alpha val="100000"/>
              </a:srgbClr>
            </a:solidFill>
            <a:ln w="4762" cap="rnd">
              <a:solidFill>
                <a:srgbClr val="E6CC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g1916"/>
            <p:cNvSpPr/>
            <p:nvPr/>
          </p:nvSpPr>
          <p:spPr>
            <a:xfrm>
              <a:off x="3543823" y="4544850"/>
              <a:ext cx="35442" cy="175145"/>
            </a:xfrm>
            <a:custGeom>
              <a:avLst/>
              <a:pathLst>
                <a:path w="35442" h="175145">
                  <a:moveTo>
                    <a:pt x="0" y="14036"/>
                  </a:moveTo>
                  <a:lnTo>
                    <a:pt x="17721" y="7087"/>
                  </a:lnTo>
                  <a:lnTo>
                    <a:pt x="35442" y="0"/>
                  </a:lnTo>
                  <a:lnTo>
                    <a:pt x="35442" y="175145"/>
                  </a:lnTo>
                  <a:lnTo>
                    <a:pt x="17721" y="175145"/>
                  </a:lnTo>
                  <a:lnTo>
                    <a:pt x="0" y="175145"/>
                  </a:lnTo>
                  <a:close/>
                </a:path>
              </a:pathLst>
            </a:custGeom>
            <a:solidFill>
              <a:srgbClr val="E6CCBA">
                <a:alpha val="100000"/>
              </a:srgbClr>
            </a:solidFill>
            <a:ln w="4762" cap="rnd">
              <a:solidFill>
                <a:srgbClr val="E6CCB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g1917"/>
            <p:cNvSpPr/>
            <p:nvPr/>
          </p:nvSpPr>
          <p:spPr>
            <a:xfrm>
              <a:off x="3579266" y="4537659"/>
              <a:ext cx="17721" cy="182336"/>
            </a:xfrm>
            <a:custGeom>
              <a:avLst/>
              <a:pathLst>
                <a:path w="17721" h="182336">
                  <a:moveTo>
                    <a:pt x="0" y="7191"/>
                  </a:moveTo>
                  <a:lnTo>
                    <a:pt x="17721" y="0"/>
                  </a:lnTo>
                  <a:lnTo>
                    <a:pt x="17721" y="182336"/>
                  </a:lnTo>
                  <a:lnTo>
                    <a:pt x="0" y="182336"/>
                  </a:lnTo>
                  <a:close/>
                </a:path>
              </a:pathLst>
            </a:custGeom>
            <a:solidFill>
              <a:srgbClr val="E6CBB9">
                <a:alpha val="100000"/>
              </a:srgbClr>
            </a:solidFill>
            <a:ln w="4762" cap="rnd">
              <a:solidFill>
                <a:srgbClr val="E6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g1918"/>
            <p:cNvSpPr/>
            <p:nvPr/>
          </p:nvSpPr>
          <p:spPr>
            <a:xfrm>
              <a:off x="3596987" y="4530308"/>
              <a:ext cx="17721" cy="189687"/>
            </a:xfrm>
            <a:custGeom>
              <a:avLst/>
              <a:pathLst>
                <a:path w="17721" h="189687">
                  <a:moveTo>
                    <a:pt x="0" y="7350"/>
                  </a:moveTo>
                  <a:lnTo>
                    <a:pt x="17721" y="0"/>
                  </a:lnTo>
                  <a:lnTo>
                    <a:pt x="17721" y="189687"/>
                  </a:lnTo>
                  <a:lnTo>
                    <a:pt x="0" y="189687"/>
                  </a:lnTo>
                  <a:close/>
                </a:path>
              </a:pathLst>
            </a:custGeom>
            <a:solidFill>
              <a:srgbClr val="E5CBB9">
                <a:alpha val="100000"/>
              </a:srgbClr>
            </a:solidFill>
            <a:ln w="4762" cap="rnd">
              <a:solidFill>
                <a:srgbClr val="E5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g1919"/>
            <p:cNvSpPr/>
            <p:nvPr/>
          </p:nvSpPr>
          <p:spPr>
            <a:xfrm>
              <a:off x="3614708" y="4507593"/>
              <a:ext cx="53164" cy="212402"/>
            </a:xfrm>
            <a:custGeom>
              <a:avLst/>
              <a:pathLst>
                <a:path w="53164" h="212402">
                  <a:moveTo>
                    <a:pt x="0" y="22715"/>
                  </a:moveTo>
                  <a:lnTo>
                    <a:pt x="17721" y="15243"/>
                  </a:lnTo>
                  <a:lnTo>
                    <a:pt x="35442" y="7684"/>
                  </a:lnTo>
                  <a:lnTo>
                    <a:pt x="53164" y="0"/>
                  </a:lnTo>
                  <a:lnTo>
                    <a:pt x="53164" y="212402"/>
                  </a:lnTo>
                  <a:lnTo>
                    <a:pt x="35442" y="212402"/>
                  </a:lnTo>
                  <a:lnTo>
                    <a:pt x="17721" y="212402"/>
                  </a:lnTo>
                  <a:lnTo>
                    <a:pt x="0" y="212402"/>
                  </a:lnTo>
                  <a:close/>
                </a:path>
              </a:pathLst>
            </a:custGeom>
            <a:solidFill>
              <a:srgbClr val="E5CAB8">
                <a:alpha val="100000"/>
              </a:srgbClr>
            </a:solidFill>
            <a:ln w="4762" cap="rnd">
              <a:solidFill>
                <a:srgbClr val="E5CA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g1920"/>
            <p:cNvSpPr/>
            <p:nvPr/>
          </p:nvSpPr>
          <p:spPr>
            <a:xfrm>
              <a:off x="3667873" y="4499811"/>
              <a:ext cx="17721" cy="220184"/>
            </a:xfrm>
            <a:custGeom>
              <a:avLst/>
              <a:pathLst>
                <a:path w="17721" h="220184">
                  <a:moveTo>
                    <a:pt x="0" y="7781"/>
                  </a:moveTo>
                  <a:lnTo>
                    <a:pt x="17721" y="0"/>
                  </a:lnTo>
                  <a:lnTo>
                    <a:pt x="17721" y="220184"/>
                  </a:lnTo>
                  <a:lnTo>
                    <a:pt x="0" y="220184"/>
                  </a:lnTo>
                  <a:close/>
                </a:path>
              </a:pathLst>
            </a:custGeom>
            <a:solidFill>
              <a:srgbClr val="E5C9B7">
                <a:alpha val="100000"/>
              </a:srgbClr>
            </a:solidFill>
            <a:ln w="4762" cap="rnd">
              <a:solidFill>
                <a:srgbClr val="E5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g1921"/>
            <p:cNvSpPr/>
            <p:nvPr/>
          </p:nvSpPr>
          <p:spPr>
            <a:xfrm>
              <a:off x="3685594" y="4491964"/>
              <a:ext cx="17721" cy="228031"/>
            </a:xfrm>
            <a:custGeom>
              <a:avLst/>
              <a:pathLst>
                <a:path w="17721" h="228031">
                  <a:moveTo>
                    <a:pt x="0" y="7846"/>
                  </a:moveTo>
                  <a:lnTo>
                    <a:pt x="17721" y="0"/>
                  </a:lnTo>
                  <a:lnTo>
                    <a:pt x="17721" y="228031"/>
                  </a:lnTo>
                  <a:lnTo>
                    <a:pt x="0" y="228031"/>
                  </a:lnTo>
                  <a:close/>
                </a:path>
              </a:pathLst>
            </a:custGeom>
            <a:solidFill>
              <a:srgbClr val="E4C9B7">
                <a:alpha val="100000"/>
              </a:srgbClr>
            </a:solidFill>
            <a:ln w="4762" cap="rnd">
              <a:solidFill>
                <a:srgbClr val="E4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g1922"/>
            <p:cNvSpPr/>
            <p:nvPr/>
          </p:nvSpPr>
          <p:spPr>
            <a:xfrm>
              <a:off x="3703315" y="4476027"/>
              <a:ext cx="35442" cy="243969"/>
            </a:xfrm>
            <a:custGeom>
              <a:avLst/>
              <a:pathLst>
                <a:path w="35442" h="243969">
                  <a:moveTo>
                    <a:pt x="0" y="15937"/>
                  </a:moveTo>
                  <a:lnTo>
                    <a:pt x="17721" y="8001"/>
                  </a:lnTo>
                  <a:lnTo>
                    <a:pt x="35442" y="0"/>
                  </a:lnTo>
                  <a:lnTo>
                    <a:pt x="35442" y="243969"/>
                  </a:lnTo>
                  <a:lnTo>
                    <a:pt x="17721" y="243969"/>
                  </a:lnTo>
                  <a:lnTo>
                    <a:pt x="0" y="243969"/>
                  </a:lnTo>
                  <a:close/>
                </a:path>
              </a:pathLst>
            </a:custGeom>
            <a:solidFill>
              <a:srgbClr val="E4C8B6">
                <a:alpha val="100000"/>
              </a:srgbClr>
            </a:solidFill>
            <a:ln w="4762" cap="rnd">
              <a:solidFill>
                <a:srgbClr val="E4C8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g1923"/>
            <p:cNvSpPr/>
            <p:nvPr/>
          </p:nvSpPr>
          <p:spPr>
            <a:xfrm>
              <a:off x="3738758" y="4467985"/>
              <a:ext cx="17721" cy="252010"/>
            </a:xfrm>
            <a:custGeom>
              <a:avLst/>
              <a:pathLst>
                <a:path w="17721" h="252010">
                  <a:moveTo>
                    <a:pt x="0" y="8041"/>
                  </a:moveTo>
                  <a:lnTo>
                    <a:pt x="17721" y="0"/>
                  </a:lnTo>
                  <a:lnTo>
                    <a:pt x="17721" y="252010"/>
                  </a:lnTo>
                  <a:lnTo>
                    <a:pt x="0" y="252010"/>
                  </a:lnTo>
                  <a:close/>
                </a:path>
              </a:pathLst>
            </a:custGeom>
            <a:solidFill>
              <a:srgbClr val="E4C8B5">
                <a:alpha val="100000"/>
              </a:srgbClr>
            </a:solidFill>
            <a:ln w="4762" cap="rnd">
              <a:solidFill>
                <a:srgbClr val="E4C8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g1924"/>
            <p:cNvSpPr/>
            <p:nvPr/>
          </p:nvSpPr>
          <p:spPr>
            <a:xfrm>
              <a:off x="3756479" y="4459895"/>
              <a:ext cx="17721" cy="260100"/>
            </a:xfrm>
            <a:custGeom>
              <a:avLst/>
              <a:pathLst>
                <a:path w="17721" h="260100">
                  <a:moveTo>
                    <a:pt x="0" y="8090"/>
                  </a:moveTo>
                  <a:lnTo>
                    <a:pt x="17721" y="0"/>
                  </a:lnTo>
                  <a:lnTo>
                    <a:pt x="17721" y="260100"/>
                  </a:lnTo>
                  <a:lnTo>
                    <a:pt x="0" y="260100"/>
                  </a:lnTo>
                  <a:close/>
                </a:path>
              </a:pathLst>
            </a:custGeom>
            <a:solidFill>
              <a:srgbClr val="E4C7B5">
                <a:alpha val="100000"/>
              </a:srgbClr>
            </a:solidFill>
            <a:ln w="4762" cap="rnd">
              <a:solidFill>
                <a:srgbClr val="E4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g1925"/>
            <p:cNvSpPr/>
            <p:nvPr/>
          </p:nvSpPr>
          <p:spPr>
            <a:xfrm>
              <a:off x="3774201" y="4451777"/>
              <a:ext cx="17721" cy="268218"/>
            </a:xfrm>
            <a:custGeom>
              <a:avLst/>
              <a:pathLst>
                <a:path w="17721" h="268218">
                  <a:moveTo>
                    <a:pt x="0" y="8117"/>
                  </a:moveTo>
                  <a:lnTo>
                    <a:pt x="17721" y="0"/>
                  </a:lnTo>
                  <a:lnTo>
                    <a:pt x="17721" y="268218"/>
                  </a:lnTo>
                  <a:lnTo>
                    <a:pt x="0" y="268218"/>
                  </a:lnTo>
                  <a:close/>
                </a:path>
              </a:pathLst>
            </a:custGeom>
            <a:solidFill>
              <a:srgbClr val="E3C7B5">
                <a:alpha val="100000"/>
              </a:srgbClr>
            </a:solidFill>
            <a:ln w="4762" cap="rnd">
              <a:solidFill>
                <a:srgbClr val="E3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g1926"/>
            <p:cNvSpPr/>
            <p:nvPr/>
          </p:nvSpPr>
          <p:spPr>
            <a:xfrm>
              <a:off x="3791922" y="4435512"/>
              <a:ext cx="35442" cy="284483"/>
            </a:xfrm>
            <a:custGeom>
              <a:avLst/>
              <a:pathLst>
                <a:path w="35442" h="284483">
                  <a:moveTo>
                    <a:pt x="0" y="16264"/>
                  </a:moveTo>
                  <a:lnTo>
                    <a:pt x="17721" y="8135"/>
                  </a:lnTo>
                  <a:lnTo>
                    <a:pt x="35442" y="0"/>
                  </a:lnTo>
                  <a:lnTo>
                    <a:pt x="35442" y="284483"/>
                  </a:lnTo>
                  <a:lnTo>
                    <a:pt x="17721" y="284483"/>
                  </a:lnTo>
                  <a:lnTo>
                    <a:pt x="0" y="284483"/>
                  </a:lnTo>
                  <a:close/>
                </a:path>
              </a:pathLst>
            </a:custGeom>
            <a:solidFill>
              <a:srgbClr val="E3C6B4">
                <a:alpha val="100000"/>
              </a:srgbClr>
            </a:solidFill>
            <a:ln w="4762" cap="rnd">
              <a:solidFill>
                <a:srgbClr val="E3C6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g1927"/>
            <p:cNvSpPr/>
            <p:nvPr/>
          </p:nvSpPr>
          <p:spPr>
            <a:xfrm>
              <a:off x="3827365" y="4427394"/>
              <a:ext cx="17721" cy="292602"/>
            </a:xfrm>
            <a:custGeom>
              <a:avLst/>
              <a:pathLst>
                <a:path w="17721" h="292602">
                  <a:moveTo>
                    <a:pt x="0" y="8118"/>
                  </a:moveTo>
                  <a:lnTo>
                    <a:pt x="17721" y="0"/>
                  </a:lnTo>
                  <a:lnTo>
                    <a:pt x="17721" y="292602"/>
                  </a:lnTo>
                  <a:lnTo>
                    <a:pt x="0" y="292602"/>
                  </a:lnTo>
                  <a:close/>
                </a:path>
              </a:pathLst>
            </a:custGeom>
            <a:solidFill>
              <a:srgbClr val="E3C6B3">
                <a:alpha val="100000"/>
              </a:srgbClr>
            </a:solidFill>
            <a:ln w="4762" cap="rnd">
              <a:solidFill>
                <a:srgbClr val="E3C6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g1928"/>
            <p:cNvSpPr/>
            <p:nvPr/>
          </p:nvSpPr>
          <p:spPr>
            <a:xfrm>
              <a:off x="3845086" y="4419294"/>
              <a:ext cx="17721" cy="300701"/>
            </a:xfrm>
            <a:custGeom>
              <a:avLst/>
              <a:pathLst>
                <a:path w="17721" h="300701">
                  <a:moveTo>
                    <a:pt x="0" y="8099"/>
                  </a:moveTo>
                  <a:lnTo>
                    <a:pt x="17721" y="0"/>
                  </a:lnTo>
                  <a:lnTo>
                    <a:pt x="17721" y="300701"/>
                  </a:lnTo>
                  <a:lnTo>
                    <a:pt x="0" y="300701"/>
                  </a:lnTo>
                  <a:close/>
                </a:path>
              </a:pathLst>
            </a:custGeom>
            <a:solidFill>
              <a:srgbClr val="E3C5B3">
                <a:alpha val="100000"/>
              </a:srgbClr>
            </a:solidFill>
            <a:ln w="4762" cap="rnd">
              <a:solidFill>
                <a:srgbClr val="E3C5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g1929"/>
            <p:cNvSpPr/>
            <p:nvPr/>
          </p:nvSpPr>
          <p:spPr>
            <a:xfrm>
              <a:off x="3862808" y="4411232"/>
              <a:ext cx="17721" cy="308763"/>
            </a:xfrm>
            <a:custGeom>
              <a:avLst/>
              <a:pathLst>
                <a:path w="17721" h="308763">
                  <a:moveTo>
                    <a:pt x="0" y="8062"/>
                  </a:moveTo>
                  <a:lnTo>
                    <a:pt x="17721" y="0"/>
                  </a:lnTo>
                  <a:lnTo>
                    <a:pt x="17721" y="308763"/>
                  </a:lnTo>
                  <a:lnTo>
                    <a:pt x="0" y="308763"/>
                  </a:lnTo>
                  <a:close/>
                </a:path>
              </a:pathLst>
            </a:custGeom>
            <a:solidFill>
              <a:srgbClr val="E3C5B2">
                <a:alpha val="100000"/>
              </a:srgbClr>
            </a:solidFill>
            <a:ln w="4762" cap="rnd">
              <a:solidFill>
                <a:srgbClr val="E3C5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g1930"/>
            <p:cNvSpPr/>
            <p:nvPr/>
          </p:nvSpPr>
          <p:spPr>
            <a:xfrm>
              <a:off x="3880529" y="4395295"/>
              <a:ext cx="35442" cy="324700"/>
            </a:xfrm>
            <a:custGeom>
              <a:avLst/>
              <a:pathLst>
                <a:path w="35442" h="324700">
                  <a:moveTo>
                    <a:pt x="0" y="15937"/>
                  </a:moveTo>
                  <a:lnTo>
                    <a:pt x="17721" y="7942"/>
                  </a:lnTo>
                  <a:lnTo>
                    <a:pt x="35442" y="0"/>
                  </a:lnTo>
                  <a:lnTo>
                    <a:pt x="35442" y="324700"/>
                  </a:lnTo>
                  <a:lnTo>
                    <a:pt x="17721" y="324700"/>
                  </a:lnTo>
                  <a:lnTo>
                    <a:pt x="0" y="324700"/>
                  </a:lnTo>
                  <a:close/>
                </a:path>
              </a:pathLst>
            </a:custGeom>
            <a:solidFill>
              <a:srgbClr val="E2C4B2">
                <a:alpha val="100000"/>
              </a:srgbClr>
            </a:solidFill>
            <a:ln w="4762" cap="rnd">
              <a:solidFill>
                <a:srgbClr val="E2C4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g1931"/>
            <p:cNvSpPr/>
            <p:nvPr/>
          </p:nvSpPr>
          <p:spPr>
            <a:xfrm>
              <a:off x="3915972" y="4387432"/>
              <a:ext cx="17721" cy="332563"/>
            </a:xfrm>
            <a:custGeom>
              <a:avLst/>
              <a:pathLst>
                <a:path w="17721" h="332563">
                  <a:moveTo>
                    <a:pt x="0" y="7862"/>
                  </a:moveTo>
                  <a:lnTo>
                    <a:pt x="17721" y="0"/>
                  </a:lnTo>
                  <a:lnTo>
                    <a:pt x="17721" y="332563"/>
                  </a:lnTo>
                  <a:lnTo>
                    <a:pt x="0" y="332563"/>
                  </a:lnTo>
                  <a:close/>
                </a:path>
              </a:pathLst>
            </a:custGeom>
            <a:solidFill>
              <a:srgbClr val="E2C4B1">
                <a:alpha val="100000"/>
              </a:srgbClr>
            </a:solidFill>
            <a:ln w="4762" cap="rnd">
              <a:solidFill>
                <a:srgbClr val="E2C4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g1932"/>
            <p:cNvSpPr/>
            <p:nvPr/>
          </p:nvSpPr>
          <p:spPr>
            <a:xfrm>
              <a:off x="3933693" y="4379692"/>
              <a:ext cx="17721" cy="340304"/>
            </a:xfrm>
            <a:custGeom>
              <a:avLst/>
              <a:pathLst>
                <a:path w="17721" h="340304">
                  <a:moveTo>
                    <a:pt x="0" y="7740"/>
                  </a:moveTo>
                  <a:lnTo>
                    <a:pt x="17721" y="0"/>
                  </a:lnTo>
                  <a:lnTo>
                    <a:pt x="17721" y="340304"/>
                  </a:lnTo>
                  <a:lnTo>
                    <a:pt x="0" y="340304"/>
                  </a:lnTo>
                  <a:close/>
                </a:path>
              </a:pathLst>
            </a:custGeom>
            <a:solidFill>
              <a:srgbClr val="E2C3B1">
                <a:alpha val="100000"/>
              </a:srgbClr>
            </a:solidFill>
            <a:ln w="4762" cap="rnd">
              <a:solidFill>
                <a:srgbClr val="E2C3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g1933"/>
            <p:cNvSpPr/>
            <p:nvPr/>
          </p:nvSpPr>
          <p:spPr>
            <a:xfrm>
              <a:off x="3951414" y="4372038"/>
              <a:ext cx="17721" cy="347957"/>
            </a:xfrm>
            <a:custGeom>
              <a:avLst/>
              <a:pathLst>
                <a:path w="17721" h="347957">
                  <a:moveTo>
                    <a:pt x="0" y="7653"/>
                  </a:moveTo>
                  <a:lnTo>
                    <a:pt x="17721" y="0"/>
                  </a:lnTo>
                  <a:lnTo>
                    <a:pt x="17721" y="347957"/>
                  </a:lnTo>
                  <a:lnTo>
                    <a:pt x="0" y="347957"/>
                  </a:lnTo>
                  <a:close/>
                </a:path>
              </a:pathLst>
            </a:custGeom>
            <a:solidFill>
              <a:srgbClr val="E2C3B0">
                <a:alpha val="100000"/>
              </a:srgbClr>
            </a:solidFill>
            <a:ln w="4762" cap="rnd">
              <a:solidFill>
                <a:srgbClr val="E2C3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g1934"/>
            <p:cNvSpPr/>
            <p:nvPr/>
          </p:nvSpPr>
          <p:spPr>
            <a:xfrm>
              <a:off x="3969136" y="4364505"/>
              <a:ext cx="17721" cy="355490"/>
            </a:xfrm>
            <a:custGeom>
              <a:avLst/>
              <a:pathLst>
                <a:path w="17721" h="355490">
                  <a:moveTo>
                    <a:pt x="0" y="7532"/>
                  </a:moveTo>
                  <a:lnTo>
                    <a:pt x="17721" y="0"/>
                  </a:lnTo>
                  <a:lnTo>
                    <a:pt x="17721" y="355490"/>
                  </a:lnTo>
                  <a:lnTo>
                    <a:pt x="0" y="355490"/>
                  </a:lnTo>
                  <a:close/>
                </a:path>
              </a:pathLst>
            </a:custGeom>
            <a:solidFill>
              <a:srgbClr val="E1C2B0">
                <a:alpha val="100000"/>
              </a:srgbClr>
            </a:solidFill>
            <a:ln w="4762" cap="rnd">
              <a:solidFill>
                <a:srgbClr val="E1C2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g1935"/>
            <p:cNvSpPr/>
            <p:nvPr/>
          </p:nvSpPr>
          <p:spPr>
            <a:xfrm>
              <a:off x="3986857" y="4357153"/>
              <a:ext cx="17721" cy="362843"/>
            </a:xfrm>
            <a:custGeom>
              <a:avLst/>
              <a:pathLst>
                <a:path w="17721" h="362843">
                  <a:moveTo>
                    <a:pt x="0" y="7352"/>
                  </a:moveTo>
                  <a:lnTo>
                    <a:pt x="17721" y="0"/>
                  </a:lnTo>
                  <a:lnTo>
                    <a:pt x="17721" y="362843"/>
                  </a:lnTo>
                  <a:lnTo>
                    <a:pt x="0" y="362843"/>
                  </a:lnTo>
                  <a:close/>
                </a:path>
              </a:pathLst>
            </a:custGeom>
            <a:solidFill>
              <a:srgbClr val="E1C2AF">
                <a:alpha val="100000"/>
              </a:srgbClr>
            </a:solidFill>
            <a:ln w="4762" cap="rnd">
              <a:solidFill>
                <a:srgbClr val="E1C2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g1936"/>
            <p:cNvSpPr/>
            <p:nvPr/>
          </p:nvSpPr>
          <p:spPr>
            <a:xfrm>
              <a:off x="4004579" y="4342849"/>
              <a:ext cx="35442" cy="377147"/>
            </a:xfrm>
            <a:custGeom>
              <a:avLst/>
              <a:pathLst>
                <a:path w="35442" h="377147">
                  <a:moveTo>
                    <a:pt x="0" y="14304"/>
                  </a:moveTo>
                  <a:lnTo>
                    <a:pt x="17721" y="7072"/>
                  </a:lnTo>
                  <a:lnTo>
                    <a:pt x="35442" y="0"/>
                  </a:lnTo>
                  <a:lnTo>
                    <a:pt x="35442" y="377147"/>
                  </a:lnTo>
                  <a:lnTo>
                    <a:pt x="17721" y="377147"/>
                  </a:lnTo>
                  <a:lnTo>
                    <a:pt x="0" y="377147"/>
                  </a:lnTo>
                  <a:close/>
                </a:path>
              </a:pathLst>
            </a:custGeom>
            <a:solidFill>
              <a:srgbClr val="E1C1AF">
                <a:alpha val="100000"/>
              </a:srgbClr>
            </a:solidFill>
            <a:ln w="4762" cap="rnd">
              <a:solidFill>
                <a:srgbClr val="E1C1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g1937"/>
            <p:cNvSpPr/>
            <p:nvPr/>
          </p:nvSpPr>
          <p:spPr>
            <a:xfrm>
              <a:off x="4040021" y="4336017"/>
              <a:ext cx="17721" cy="383978"/>
            </a:xfrm>
            <a:custGeom>
              <a:avLst/>
              <a:pathLst>
                <a:path w="17721" h="383978">
                  <a:moveTo>
                    <a:pt x="0" y="6831"/>
                  </a:moveTo>
                  <a:lnTo>
                    <a:pt x="17721" y="0"/>
                  </a:lnTo>
                  <a:lnTo>
                    <a:pt x="17721" y="383978"/>
                  </a:lnTo>
                  <a:lnTo>
                    <a:pt x="0" y="383978"/>
                  </a:lnTo>
                  <a:close/>
                </a:path>
              </a:pathLst>
            </a:custGeom>
            <a:solidFill>
              <a:srgbClr val="E1C1AE">
                <a:alpha val="100000"/>
              </a:srgbClr>
            </a:solidFill>
            <a:ln w="4762" cap="rnd">
              <a:solidFill>
                <a:srgbClr val="E1C1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g1938"/>
            <p:cNvSpPr/>
            <p:nvPr/>
          </p:nvSpPr>
          <p:spPr>
            <a:xfrm>
              <a:off x="4057743" y="4329340"/>
              <a:ext cx="17721" cy="390656"/>
            </a:xfrm>
            <a:custGeom>
              <a:avLst/>
              <a:pathLst>
                <a:path w="17721" h="390656">
                  <a:moveTo>
                    <a:pt x="0" y="6677"/>
                  </a:moveTo>
                  <a:lnTo>
                    <a:pt x="17721" y="0"/>
                  </a:lnTo>
                  <a:lnTo>
                    <a:pt x="17721" y="390656"/>
                  </a:lnTo>
                  <a:lnTo>
                    <a:pt x="0" y="390656"/>
                  </a:lnTo>
                  <a:close/>
                </a:path>
              </a:pathLst>
            </a:custGeom>
            <a:solidFill>
              <a:srgbClr val="E0C0AE">
                <a:alpha val="100000"/>
              </a:srgbClr>
            </a:solidFill>
            <a:ln w="4762" cap="rnd">
              <a:solidFill>
                <a:srgbClr val="E0C0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g1939"/>
            <p:cNvSpPr/>
            <p:nvPr/>
          </p:nvSpPr>
          <p:spPr>
            <a:xfrm>
              <a:off x="4075464" y="4322855"/>
              <a:ext cx="17721" cy="397140"/>
            </a:xfrm>
            <a:custGeom>
              <a:avLst/>
              <a:pathLst>
                <a:path w="17721" h="397140">
                  <a:moveTo>
                    <a:pt x="0" y="6484"/>
                  </a:moveTo>
                  <a:lnTo>
                    <a:pt x="17721" y="0"/>
                  </a:lnTo>
                  <a:lnTo>
                    <a:pt x="17721" y="397140"/>
                  </a:lnTo>
                  <a:lnTo>
                    <a:pt x="0" y="397140"/>
                  </a:lnTo>
                  <a:close/>
                </a:path>
              </a:pathLst>
            </a:custGeom>
            <a:solidFill>
              <a:srgbClr val="E0C0AD">
                <a:alpha val="100000"/>
              </a:srgbClr>
            </a:solidFill>
            <a:ln w="4762" cap="rnd">
              <a:solidFill>
                <a:srgbClr val="E0C0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g1940"/>
            <p:cNvSpPr/>
            <p:nvPr/>
          </p:nvSpPr>
          <p:spPr>
            <a:xfrm>
              <a:off x="4093185" y="4316672"/>
              <a:ext cx="17721" cy="403323"/>
            </a:xfrm>
            <a:custGeom>
              <a:avLst/>
              <a:pathLst>
                <a:path w="17721" h="403323">
                  <a:moveTo>
                    <a:pt x="0" y="6182"/>
                  </a:moveTo>
                  <a:lnTo>
                    <a:pt x="17721" y="0"/>
                  </a:lnTo>
                  <a:lnTo>
                    <a:pt x="17721" y="403323"/>
                  </a:lnTo>
                  <a:lnTo>
                    <a:pt x="0" y="403323"/>
                  </a:lnTo>
                  <a:close/>
                </a:path>
              </a:pathLst>
            </a:custGeom>
            <a:solidFill>
              <a:srgbClr val="E0BFAD">
                <a:alpha val="100000"/>
              </a:srgbClr>
            </a:solidFill>
            <a:ln w="4762" cap="rnd">
              <a:solidFill>
                <a:srgbClr val="E0BF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g1941"/>
            <p:cNvSpPr/>
            <p:nvPr/>
          </p:nvSpPr>
          <p:spPr>
            <a:xfrm>
              <a:off x="4110907" y="4304899"/>
              <a:ext cx="35442" cy="415096"/>
            </a:xfrm>
            <a:custGeom>
              <a:avLst/>
              <a:pathLst>
                <a:path w="35442" h="415096">
                  <a:moveTo>
                    <a:pt x="0" y="11773"/>
                  </a:moveTo>
                  <a:lnTo>
                    <a:pt x="17721" y="5775"/>
                  </a:lnTo>
                  <a:lnTo>
                    <a:pt x="35442" y="0"/>
                  </a:lnTo>
                  <a:lnTo>
                    <a:pt x="35442" y="415096"/>
                  </a:lnTo>
                  <a:lnTo>
                    <a:pt x="17721" y="415096"/>
                  </a:lnTo>
                  <a:lnTo>
                    <a:pt x="0" y="415096"/>
                  </a:lnTo>
                  <a:close/>
                </a:path>
              </a:pathLst>
            </a:custGeom>
            <a:solidFill>
              <a:srgbClr val="E0BFAC">
                <a:alpha val="100000"/>
              </a:srgbClr>
            </a:solidFill>
            <a:ln w="4762" cap="rnd">
              <a:solidFill>
                <a:srgbClr val="E0BF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g1942"/>
            <p:cNvSpPr/>
            <p:nvPr/>
          </p:nvSpPr>
          <p:spPr>
            <a:xfrm>
              <a:off x="4146349" y="4299484"/>
              <a:ext cx="17721" cy="420511"/>
            </a:xfrm>
            <a:custGeom>
              <a:avLst/>
              <a:pathLst>
                <a:path w="17721" h="420511">
                  <a:moveTo>
                    <a:pt x="0" y="5414"/>
                  </a:moveTo>
                  <a:lnTo>
                    <a:pt x="17721" y="0"/>
                  </a:lnTo>
                  <a:lnTo>
                    <a:pt x="17721" y="420511"/>
                  </a:lnTo>
                  <a:lnTo>
                    <a:pt x="0" y="420511"/>
                  </a:lnTo>
                  <a:close/>
                </a:path>
              </a:pathLst>
            </a:custGeom>
            <a:solidFill>
              <a:srgbClr val="DFBEAC">
                <a:alpha val="100000"/>
              </a:srgbClr>
            </a:solidFill>
            <a:ln w="4762" cap="rnd">
              <a:solidFill>
                <a:srgbClr val="DFBE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g1943"/>
            <p:cNvSpPr/>
            <p:nvPr/>
          </p:nvSpPr>
          <p:spPr>
            <a:xfrm>
              <a:off x="4164071" y="4294283"/>
              <a:ext cx="17721" cy="425712"/>
            </a:xfrm>
            <a:custGeom>
              <a:avLst/>
              <a:pathLst>
                <a:path w="17721" h="425712">
                  <a:moveTo>
                    <a:pt x="0" y="5200"/>
                  </a:moveTo>
                  <a:lnTo>
                    <a:pt x="17721" y="0"/>
                  </a:lnTo>
                  <a:lnTo>
                    <a:pt x="17721" y="425712"/>
                  </a:lnTo>
                  <a:lnTo>
                    <a:pt x="0" y="425712"/>
                  </a:lnTo>
                  <a:close/>
                </a:path>
              </a:pathLst>
            </a:custGeom>
            <a:solidFill>
              <a:srgbClr val="DFBEAB">
                <a:alpha val="100000"/>
              </a:srgbClr>
            </a:solidFill>
            <a:ln w="4762" cap="rnd">
              <a:solidFill>
                <a:srgbClr val="DFBE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g1944"/>
            <p:cNvSpPr/>
            <p:nvPr/>
          </p:nvSpPr>
          <p:spPr>
            <a:xfrm>
              <a:off x="4181792" y="4289327"/>
              <a:ext cx="17721" cy="430668"/>
            </a:xfrm>
            <a:custGeom>
              <a:avLst/>
              <a:pathLst>
                <a:path w="17721" h="430668">
                  <a:moveTo>
                    <a:pt x="0" y="4956"/>
                  </a:moveTo>
                  <a:lnTo>
                    <a:pt x="17721" y="0"/>
                  </a:lnTo>
                  <a:lnTo>
                    <a:pt x="17721" y="430668"/>
                  </a:lnTo>
                  <a:lnTo>
                    <a:pt x="0" y="430668"/>
                  </a:lnTo>
                  <a:close/>
                </a:path>
              </a:pathLst>
            </a:custGeom>
            <a:solidFill>
              <a:srgbClr val="DFBDAB">
                <a:alpha val="100000"/>
              </a:srgbClr>
            </a:solidFill>
            <a:ln w="4762" cap="rnd">
              <a:solidFill>
                <a:srgbClr val="DFBD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g1945"/>
            <p:cNvSpPr/>
            <p:nvPr/>
          </p:nvSpPr>
          <p:spPr>
            <a:xfrm>
              <a:off x="4199514" y="4280487"/>
              <a:ext cx="35442" cy="439509"/>
            </a:xfrm>
            <a:custGeom>
              <a:avLst/>
              <a:pathLst>
                <a:path w="35442" h="439509">
                  <a:moveTo>
                    <a:pt x="0" y="8840"/>
                  </a:moveTo>
                  <a:lnTo>
                    <a:pt x="17721" y="4300"/>
                  </a:lnTo>
                  <a:lnTo>
                    <a:pt x="35442" y="0"/>
                  </a:lnTo>
                  <a:lnTo>
                    <a:pt x="35442" y="439509"/>
                  </a:lnTo>
                  <a:lnTo>
                    <a:pt x="17721" y="439509"/>
                  </a:lnTo>
                  <a:lnTo>
                    <a:pt x="0" y="439509"/>
                  </a:lnTo>
                  <a:close/>
                </a:path>
              </a:pathLst>
            </a:custGeom>
            <a:solidFill>
              <a:srgbClr val="DFBDAA">
                <a:alpha val="100000"/>
              </a:srgbClr>
            </a:solidFill>
            <a:ln w="4762" cap="rnd">
              <a:solidFill>
                <a:srgbClr val="DFBD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g1946"/>
            <p:cNvSpPr/>
            <p:nvPr/>
          </p:nvSpPr>
          <p:spPr>
            <a:xfrm>
              <a:off x="4234956" y="4276447"/>
              <a:ext cx="17721" cy="443549"/>
            </a:xfrm>
            <a:custGeom>
              <a:avLst/>
              <a:pathLst>
                <a:path w="17721" h="443549">
                  <a:moveTo>
                    <a:pt x="0" y="4039"/>
                  </a:moveTo>
                  <a:lnTo>
                    <a:pt x="17721" y="0"/>
                  </a:lnTo>
                  <a:lnTo>
                    <a:pt x="17721" y="443549"/>
                  </a:lnTo>
                  <a:lnTo>
                    <a:pt x="0" y="443549"/>
                  </a:lnTo>
                  <a:close/>
                </a:path>
              </a:pathLst>
            </a:custGeom>
            <a:solidFill>
              <a:srgbClr val="DFBCA9">
                <a:alpha val="100000"/>
              </a:srgbClr>
            </a:solidFill>
            <a:ln w="4762" cap="rnd">
              <a:solidFill>
                <a:srgbClr val="DF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g1947"/>
            <p:cNvSpPr/>
            <p:nvPr/>
          </p:nvSpPr>
          <p:spPr>
            <a:xfrm>
              <a:off x="4252678" y="4272874"/>
              <a:ext cx="17721" cy="447121"/>
            </a:xfrm>
            <a:custGeom>
              <a:avLst/>
              <a:pathLst>
                <a:path w="17721" h="447121">
                  <a:moveTo>
                    <a:pt x="0" y="3572"/>
                  </a:moveTo>
                  <a:lnTo>
                    <a:pt x="17721" y="0"/>
                  </a:lnTo>
                  <a:lnTo>
                    <a:pt x="17721" y="447121"/>
                  </a:lnTo>
                  <a:lnTo>
                    <a:pt x="0" y="447121"/>
                  </a:lnTo>
                  <a:close/>
                </a:path>
              </a:pathLst>
            </a:custGeom>
            <a:solidFill>
              <a:srgbClr val="DEBCA9">
                <a:alpha val="100000"/>
              </a:srgbClr>
            </a:solidFill>
            <a:ln w="4762" cap="rnd">
              <a:solidFill>
                <a:srgbClr val="DE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g1948"/>
            <p:cNvSpPr/>
            <p:nvPr/>
          </p:nvSpPr>
          <p:spPr>
            <a:xfrm>
              <a:off x="4270399" y="4269560"/>
              <a:ext cx="17721" cy="450435"/>
            </a:xfrm>
            <a:custGeom>
              <a:avLst/>
              <a:pathLst>
                <a:path w="17721" h="450435">
                  <a:moveTo>
                    <a:pt x="0" y="3314"/>
                  </a:moveTo>
                  <a:lnTo>
                    <a:pt x="17721" y="0"/>
                  </a:lnTo>
                  <a:lnTo>
                    <a:pt x="17721" y="450435"/>
                  </a:lnTo>
                  <a:lnTo>
                    <a:pt x="0" y="450435"/>
                  </a:lnTo>
                  <a:close/>
                </a:path>
              </a:pathLst>
            </a:custGeom>
            <a:solidFill>
              <a:srgbClr val="DEBBA9">
                <a:alpha val="100000"/>
              </a:srgbClr>
            </a:solidFill>
            <a:ln w="4762" cap="rnd">
              <a:solidFill>
                <a:srgbClr val="DEBB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g1949"/>
            <p:cNvSpPr/>
            <p:nvPr/>
          </p:nvSpPr>
          <p:spPr>
            <a:xfrm>
              <a:off x="4288120" y="4263984"/>
              <a:ext cx="35442" cy="456011"/>
            </a:xfrm>
            <a:custGeom>
              <a:avLst/>
              <a:pathLst>
                <a:path w="35442" h="456011">
                  <a:moveTo>
                    <a:pt x="0" y="5575"/>
                  </a:moveTo>
                  <a:lnTo>
                    <a:pt x="17721" y="2532"/>
                  </a:lnTo>
                  <a:lnTo>
                    <a:pt x="35442" y="0"/>
                  </a:lnTo>
                  <a:lnTo>
                    <a:pt x="35442" y="456011"/>
                  </a:lnTo>
                  <a:lnTo>
                    <a:pt x="17721" y="456011"/>
                  </a:lnTo>
                  <a:lnTo>
                    <a:pt x="0" y="456011"/>
                  </a:lnTo>
                  <a:close/>
                </a:path>
              </a:pathLst>
            </a:custGeom>
            <a:solidFill>
              <a:srgbClr val="DEBBA8">
                <a:alpha val="100000"/>
              </a:srgbClr>
            </a:solidFill>
            <a:ln w="4762" cap="rnd">
              <a:solidFill>
                <a:srgbClr val="DEBBA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g1950"/>
            <p:cNvSpPr/>
            <p:nvPr/>
          </p:nvSpPr>
          <p:spPr>
            <a:xfrm>
              <a:off x="4323563" y="4261725"/>
              <a:ext cx="17721" cy="458270"/>
            </a:xfrm>
            <a:custGeom>
              <a:avLst/>
              <a:pathLst>
                <a:path w="17721" h="458270">
                  <a:moveTo>
                    <a:pt x="0" y="2259"/>
                  </a:moveTo>
                  <a:lnTo>
                    <a:pt x="17721" y="0"/>
                  </a:lnTo>
                  <a:lnTo>
                    <a:pt x="17721" y="458270"/>
                  </a:lnTo>
                  <a:lnTo>
                    <a:pt x="0" y="458270"/>
                  </a:lnTo>
                  <a:close/>
                </a:path>
              </a:pathLst>
            </a:custGeom>
            <a:solidFill>
              <a:srgbClr val="DEBAA7">
                <a:alpha val="100000"/>
              </a:srgbClr>
            </a:solidFill>
            <a:ln w="4762" cap="rnd">
              <a:solidFill>
                <a:srgbClr val="DE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g1951"/>
            <p:cNvSpPr/>
            <p:nvPr/>
          </p:nvSpPr>
          <p:spPr>
            <a:xfrm>
              <a:off x="4341285" y="4259739"/>
              <a:ext cx="17721" cy="460256"/>
            </a:xfrm>
            <a:custGeom>
              <a:avLst/>
              <a:pathLst>
                <a:path w="17721" h="460256">
                  <a:moveTo>
                    <a:pt x="0" y="1985"/>
                  </a:moveTo>
                  <a:lnTo>
                    <a:pt x="17721" y="0"/>
                  </a:lnTo>
                  <a:lnTo>
                    <a:pt x="17721" y="460256"/>
                  </a:lnTo>
                  <a:lnTo>
                    <a:pt x="0" y="460256"/>
                  </a:lnTo>
                  <a:close/>
                </a:path>
              </a:pathLst>
            </a:custGeom>
            <a:solidFill>
              <a:srgbClr val="DDBAA7">
                <a:alpha val="100000"/>
              </a:srgbClr>
            </a:solidFill>
            <a:ln w="4762" cap="rnd">
              <a:solidFill>
                <a:srgbClr val="DD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g1952"/>
            <p:cNvSpPr/>
            <p:nvPr/>
          </p:nvSpPr>
          <p:spPr>
            <a:xfrm>
              <a:off x="4359006" y="4258299"/>
              <a:ext cx="17721" cy="461696"/>
            </a:xfrm>
            <a:custGeom>
              <a:avLst/>
              <a:pathLst>
                <a:path w="17721" h="461696">
                  <a:moveTo>
                    <a:pt x="0" y="1440"/>
                  </a:moveTo>
                  <a:lnTo>
                    <a:pt x="17721" y="0"/>
                  </a:lnTo>
                  <a:lnTo>
                    <a:pt x="17721" y="461696"/>
                  </a:lnTo>
                  <a:lnTo>
                    <a:pt x="0" y="461696"/>
                  </a:lnTo>
                  <a:close/>
                </a:path>
              </a:pathLst>
            </a:custGeom>
            <a:solidFill>
              <a:srgbClr val="DDB9A7">
                <a:alpha val="100000"/>
              </a:srgbClr>
            </a:solidFill>
            <a:ln w="4762" cap="rnd">
              <a:solidFill>
                <a:srgbClr val="DDB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g1953"/>
            <p:cNvSpPr/>
            <p:nvPr/>
          </p:nvSpPr>
          <p:spPr>
            <a:xfrm>
              <a:off x="4376727" y="4256265"/>
              <a:ext cx="35442" cy="463730"/>
            </a:xfrm>
            <a:custGeom>
              <a:avLst/>
              <a:pathLst>
                <a:path w="35442" h="463730">
                  <a:moveTo>
                    <a:pt x="0" y="2033"/>
                  </a:moveTo>
                  <a:lnTo>
                    <a:pt x="17721" y="875"/>
                  </a:lnTo>
                  <a:lnTo>
                    <a:pt x="35442" y="0"/>
                  </a:lnTo>
                  <a:lnTo>
                    <a:pt x="35442" y="463730"/>
                  </a:lnTo>
                  <a:lnTo>
                    <a:pt x="17721" y="463730"/>
                  </a:lnTo>
                  <a:lnTo>
                    <a:pt x="0" y="463730"/>
                  </a:lnTo>
                  <a:close/>
                </a:path>
              </a:pathLst>
            </a:custGeom>
            <a:solidFill>
              <a:srgbClr val="DDB9A6">
                <a:alpha val="100000"/>
              </a:srgbClr>
            </a:solidFill>
            <a:ln w="4762" cap="rnd">
              <a:solidFill>
                <a:srgbClr val="DDB9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g1954"/>
            <p:cNvSpPr/>
            <p:nvPr/>
          </p:nvSpPr>
          <p:spPr>
            <a:xfrm>
              <a:off x="4412170" y="4255935"/>
              <a:ext cx="17721" cy="464061"/>
            </a:xfrm>
            <a:custGeom>
              <a:avLst/>
              <a:pathLst>
                <a:path w="17721" h="464061">
                  <a:moveTo>
                    <a:pt x="0" y="330"/>
                  </a:moveTo>
                  <a:lnTo>
                    <a:pt x="17721" y="0"/>
                  </a:lnTo>
                  <a:lnTo>
                    <a:pt x="17721" y="464061"/>
                  </a:lnTo>
                  <a:lnTo>
                    <a:pt x="0" y="464061"/>
                  </a:lnTo>
                  <a:close/>
                </a:path>
              </a:pathLst>
            </a:custGeom>
            <a:solidFill>
              <a:srgbClr val="DDB8A5">
                <a:alpha val="100000"/>
              </a:srgbClr>
            </a:solidFill>
            <a:ln w="4762" cap="rnd">
              <a:solidFill>
                <a:srgbClr val="DD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g1955"/>
            <p:cNvSpPr/>
            <p:nvPr/>
          </p:nvSpPr>
          <p:spPr>
            <a:xfrm>
              <a:off x="4429891" y="4255902"/>
              <a:ext cx="17721" cy="464094"/>
            </a:xfrm>
            <a:custGeom>
              <a:avLst/>
              <a:pathLst>
                <a:path w="17721" h="464094">
                  <a:moveTo>
                    <a:pt x="0" y="33"/>
                  </a:moveTo>
                  <a:lnTo>
                    <a:pt x="17721" y="0"/>
                  </a:lnTo>
                  <a:lnTo>
                    <a:pt x="17721" y="464094"/>
                  </a:lnTo>
                  <a:lnTo>
                    <a:pt x="0" y="464094"/>
                  </a:lnTo>
                  <a:close/>
                </a:path>
              </a:pathLst>
            </a:custGeom>
            <a:solidFill>
              <a:srgbClr val="DCB8A5">
                <a:alpha val="100000"/>
              </a:srgbClr>
            </a:solidFill>
            <a:ln w="4762" cap="rnd">
              <a:solidFill>
                <a:srgbClr val="DC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g1956"/>
            <p:cNvSpPr/>
            <p:nvPr/>
          </p:nvSpPr>
          <p:spPr>
            <a:xfrm>
              <a:off x="4447613" y="4255902"/>
              <a:ext cx="53164" cy="464094"/>
            </a:xfrm>
            <a:custGeom>
              <a:avLst/>
              <a:pathLst>
                <a:path w="53164" h="464094">
                  <a:moveTo>
                    <a:pt x="0" y="0"/>
                  </a:moveTo>
                  <a:lnTo>
                    <a:pt x="17721" y="252"/>
                  </a:lnTo>
                  <a:lnTo>
                    <a:pt x="35442" y="1037"/>
                  </a:lnTo>
                  <a:lnTo>
                    <a:pt x="53164" y="2129"/>
                  </a:lnTo>
                  <a:lnTo>
                    <a:pt x="53164" y="464094"/>
                  </a:lnTo>
                  <a:lnTo>
                    <a:pt x="35442" y="464094"/>
                  </a:lnTo>
                  <a:lnTo>
                    <a:pt x="17721" y="464094"/>
                  </a:lnTo>
                  <a:lnTo>
                    <a:pt x="0" y="464094"/>
                  </a:lnTo>
                  <a:close/>
                </a:path>
              </a:pathLst>
            </a:custGeom>
            <a:solidFill>
              <a:srgbClr val="DCB7A4">
                <a:alpha val="100000"/>
              </a:srgbClr>
            </a:solidFill>
            <a:ln w="4762" cap="rnd">
              <a:solidFill>
                <a:srgbClr val="DCB7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g1957"/>
            <p:cNvSpPr/>
            <p:nvPr/>
          </p:nvSpPr>
          <p:spPr>
            <a:xfrm>
              <a:off x="4500777" y="4258031"/>
              <a:ext cx="17721" cy="461964"/>
            </a:xfrm>
            <a:custGeom>
              <a:avLst/>
              <a:pathLst>
                <a:path w="17721" h="461964">
                  <a:moveTo>
                    <a:pt x="0" y="0"/>
                  </a:moveTo>
                  <a:lnTo>
                    <a:pt x="17721" y="1374"/>
                  </a:lnTo>
                  <a:lnTo>
                    <a:pt x="17721" y="461964"/>
                  </a:lnTo>
                  <a:lnTo>
                    <a:pt x="0" y="461964"/>
                  </a:lnTo>
                  <a:close/>
                </a:path>
              </a:pathLst>
            </a:custGeom>
            <a:solidFill>
              <a:srgbClr val="DCB6A3">
                <a:alpha val="100000"/>
              </a:srgbClr>
            </a:solidFill>
            <a:ln w="4762" cap="rnd">
              <a:solidFill>
                <a:srgbClr val="DC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g1958"/>
            <p:cNvSpPr/>
            <p:nvPr/>
          </p:nvSpPr>
          <p:spPr>
            <a:xfrm>
              <a:off x="4518498" y="4259405"/>
              <a:ext cx="17721" cy="460590"/>
            </a:xfrm>
            <a:custGeom>
              <a:avLst/>
              <a:pathLst>
                <a:path w="17721" h="460590">
                  <a:moveTo>
                    <a:pt x="0" y="0"/>
                  </a:moveTo>
                  <a:lnTo>
                    <a:pt x="17721" y="1883"/>
                  </a:lnTo>
                  <a:lnTo>
                    <a:pt x="17721" y="460590"/>
                  </a:lnTo>
                  <a:lnTo>
                    <a:pt x="0" y="460590"/>
                  </a:lnTo>
                  <a:close/>
                </a:path>
              </a:pathLst>
            </a:custGeom>
            <a:solidFill>
              <a:srgbClr val="DBB6A3">
                <a:alpha val="100000"/>
              </a:srgbClr>
            </a:solidFill>
            <a:ln w="4762" cap="rnd">
              <a:solidFill>
                <a:srgbClr val="DB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g1959"/>
            <p:cNvSpPr/>
            <p:nvPr/>
          </p:nvSpPr>
          <p:spPr>
            <a:xfrm>
              <a:off x="4536220" y="4261289"/>
              <a:ext cx="35442" cy="458707"/>
            </a:xfrm>
            <a:custGeom>
              <a:avLst/>
              <a:pathLst>
                <a:path w="35442" h="458707">
                  <a:moveTo>
                    <a:pt x="0" y="0"/>
                  </a:moveTo>
                  <a:lnTo>
                    <a:pt x="17721" y="2193"/>
                  </a:lnTo>
                  <a:lnTo>
                    <a:pt x="35442" y="4658"/>
                  </a:lnTo>
                  <a:lnTo>
                    <a:pt x="35442" y="458707"/>
                  </a:lnTo>
                  <a:lnTo>
                    <a:pt x="17721" y="458707"/>
                  </a:lnTo>
                  <a:lnTo>
                    <a:pt x="0" y="458707"/>
                  </a:lnTo>
                  <a:close/>
                </a:path>
              </a:pathLst>
            </a:custGeom>
            <a:solidFill>
              <a:srgbClr val="DBB5A2">
                <a:alpha val="100000"/>
              </a:srgbClr>
            </a:solidFill>
            <a:ln w="4762" cap="rnd">
              <a:solidFill>
                <a:srgbClr val="DBB5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g1960"/>
            <p:cNvSpPr/>
            <p:nvPr/>
          </p:nvSpPr>
          <p:spPr>
            <a:xfrm>
              <a:off x="4571662" y="4265948"/>
              <a:ext cx="17721" cy="454048"/>
            </a:xfrm>
            <a:custGeom>
              <a:avLst/>
              <a:pathLst>
                <a:path w="17721" h="454048">
                  <a:moveTo>
                    <a:pt x="0" y="0"/>
                  </a:moveTo>
                  <a:lnTo>
                    <a:pt x="17721" y="2942"/>
                  </a:lnTo>
                  <a:lnTo>
                    <a:pt x="17721" y="454048"/>
                  </a:lnTo>
                  <a:lnTo>
                    <a:pt x="0" y="454048"/>
                  </a:lnTo>
                  <a:close/>
                </a:path>
              </a:pathLst>
            </a:custGeom>
            <a:solidFill>
              <a:srgbClr val="DBB5A1">
                <a:alpha val="100000"/>
              </a:srgbClr>
            </a:solidFill>
            <a:ln w="4762" cap="rnd">
              <a:solidFill>
                <a:srgbClr val="DBB5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g1961"/>
            <p:cNvSpPr/>
            <p:nvPr/>
          </p:nvSpPr>
          <p:spPr>
            <a:xfrm>
              <a:off x="4589384" y="4268891"/>
              <a:ext cx="17721" cy="451105"/>
            </a:xfrm>
            <a:custGeom>
              <a:avLst/>
              <a:pathLst>
                <a:path w="17721" h="451105">
                  <a:moveTo>
                    <a:pt x="0" y="0"/>
                  </a:moveTo>
                  <a:lnTo>
                    <a:pt x="17721" y="3247"/>
                  </a:lnTo>
                  <a:lnTo>
                    <a:pt x="17721" y="451105"/>
                  </a:lnTo>
                  <a:lnTo>
                    <a:pt x="0" y="451105"/>
                  </a:lnTo>
                  <a:close/>
                </a:path>
              </a:pathLst>
            </a:custGeom>
            <a:solidFill>
              <a:srgbClr val="DBB4A1">
                <a:alpha val="100000"/>
              </a:srgbClr>
            </a:solidFill>
            <a:ln w="4762" cap="rnd">
              <a:solidFill>
                <a:srgbClr val="DB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g1962"/>
            <p:cNvSpPr/>
            <p:nvPr/>
          </p:nvSpPr>
          <p:spPr>
            <a:xfrm>
              <a:off x="4607105" y="4272138"/>
              <a:ext cx="17721" cy="447857"/>
            </a:xfrm>
            <a:custGeom>
              <a:avLst/>
              <a:pathLst>
                <a:path w="17721" h="447857">
                  <a:moveTo>
                    <a:pt x="0" y="0"/>
                  </a:moveTo>
                  <a:lnTo>
                    <a:pt x="17721" y="3505"/>
                  </a:lnTo>
                  <a:lnTo>
                    <a:pt x="17721" y="447857"/>
                  </a:lnTo>
                  <a:lnTo>
                    <a:pt x="0" y="447857"/>
                  </a:lnTo>
                  <a:close/>
                </a:path>
              </a:pathLst>
            </a:custGeom>
            <a:solidFill>
              <a:srgbClr val="DAB4A1">
                <a:alpha val="100000"/>
              </a:srgbClr>
            </a:solidFill>
            <a:ln w="4762" cap="rnd">
              <a:solidFill>
                <a:srgbClr val="DA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g1963"/>
            <p:cNvSpPr/>
            <p:nvPr/>
          </p:nvSpPr>
          <p:spPr>
            <a:xfrm>
              <a:off x="4624826" y="4275643"/>
              <a:ext cx="35442" cy="444352"/>
            </a:xfrm>
            <a:custGeom>
              <a:avLst/>
              <a:pathLst>
                <a:path w="35442" h="444352">
                  <a:moveTo>
                    <a:pt x="0" y="0"/>
                  </a:moveTo>
                  <a:lnTo>
                    <a:pt x="17721" y="3940"/>
                  </a:lnTo>
                  <a:lnTo>
                    <a:pt x="35442" y="8174"/>
                  </a:lnTo>
                  <a:lnTo>
                    <a:pt x="35442" y="444352"/>
                  </a:lnTo>
                  <a:lnTo>
                    <a:pt x="17721" y="444352"/>
                  </a:lnTo>
                  <a:lnTo>
                    <a:pt x="0" y="444352"/>
                  </a:lnTo>
                  <a:close/>
                </a:path>
              </a:pathLst>
            </a:custGeom>
            <a:solidFill>
              <a:srgbClr val="DAB3A0">
                <a:alpha val="100000"/>
              </a:srgbClr>
            </a:solidFill>
            <a:ln w="4762" cap="rnd">
              <a:solidFill>
                <a:srgbClr val="DAB3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g1964"/>
            <p:cNvSpPr/>
            <p:nvPr/>
          </p:nvSpPr>
          <p:spPr>
            <a:xfrm>
              <a:off x="4660269" y="4283817"/>
              <a:ext cx="17721" cy="436178"/>
            </a:xfrm>
            <a:custGeom>
              <a:avLst/>
              <a:pathLst>
                <a:path w="17721" h="436178">
                  <a:moveTo>
                    <a:pt x="0" y="0"/>
                  </a:moveTo>
                  <a:lnTo>
                    <a:pt x="17721" y="4470"/>
                  </a:lnTo>
                  <a:lnTo>
                    <a:pt x="17721" y="436178"/>
                  </a:lnTo>
                  <a:lnTo>
                    <a:pt x="0" y="436178"/>
                  </a:lnTo>
                  <a:close/>
                </a:path>
              </a:pathLst>
            </a:custGeom>
            <a:solidFill>
              <a:srgbClr val="DAB39F">
                <a:alpha val="100000"/>
              </a:srgbClr>
            </a:solidFill>
            <a:ln w="4762" cap="rnd">
              <a:solidFill>
                <a:srgbClr val="DAB3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g1965"/>
            <p:cNvSpPr/>
            <p:nvPr/>
          </p:nvSpPr>
          <p:spPr>
            <a:xfrm>
              <a:off x="4677991" y="4288288"/>
              <a:ext cx="17721" cy="431708"/>
            </a:xfrm>
            <a:custGeom>
              <a:avLst/>
              <a:pathLst>
                <a:path w="17721" h="431708">
                  <a:moveTo>
                    <a:pt x="0" y="0"/>
                  </a:moveTo>
                  <a:lnTo>
                    <a:pt x="17721" y="4858"/>
                  </a:lnTo>
                  <a:lnTo>
                    <a:pt x="17721" y="431708"/>
                  </a:lnTo>
                  <a:lnTo>
                    <a:pt x="0" y="431708"/>
                  </a:lnTo>
                  <a:close/>
                </a:path>
              </a:pathLst>
            </a:custGeom>
            <a:solidFill>
              <a:srgbClr val="DAB29F">
                <a:alpha val="100000"/>
              </a:srgbClr>
            </a:solidFill>
            <a:ln w="4762" cap="rnd">
              <a:solidFill>
                <a:srgbClr val="DA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g1966"/>
            <p:cNvSpPr/>
            <p:nvPr/>
          </p:nvSpPr>
          <p:spPr>
            <a:xfrm>
              <a:off x="4695712" y="4293146"/>
              <a:ext cx="17721" cy="426849"/>
            </a:xfrm>
            <a:custGeom>
              <a:avLst/>
              <a:pathLst>
                <a:path w="17721" h="426849">
                  <a:moveTo>
                    <a:pt x="0" y="0"/>
                  </a:moveTo>
                  <a:lnTo>
                    <a:pt x="17721" y="5130"/>
                  </a:lnTo>
                  <a:lnTo>
                    <a:pt x="17721" y="426849"/>
                  </a:lnTo>
                  <a:lnTo>
                    <a:pt x="0" y="426849"/>
                  </a:lnTo>
                  <a:close/>
                </a:path>
              </a:pathLst>
            </a:custGeom>
            <a:solidFill>
              <a:srgbClr val="D9B29F">
                <a:alpha val="100000"/>
              </a:srgbClr>
            </a:solidFill>
            <a:ln w="4762" cap="rnd">
              <a:solidFill>
                <a:srgbClr val="D9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g1967"/>
            <p:cNvSpPr/>
            <p:nvPr/>
          </p:nvSpPr>
          <p:spPr>
            <a:xfrm>
              <a:off x="4713433" y="4298276"/>
              <a:ext cx="35442" cy="421719"/>
            </a:xfrm>
            <a:custGeom>
              <a:avLst/>
              <a:pathLst>
                <a:path w="35442" h="421719">
                  <a:moveTo>
                    <a:pt x="0" y="0"/>
                  </a:moveTo>
                  <a:lnTo>
                    <a:pt x="17721" y="5342"/>
                  </a:lnTo>
                  <a:lnTo>
                    <a:pt x="35442" y="11019"/>
                  </a:lnTo>
                  <a:lnTo>
                    <a:pt x="35442" y="421719"/>
                  </a:lnTo>
                  <a:lnTo>
                    <a:pt x="17721" y="421719"/>
                  </a:lnTo>
                  <a:lnTo>
                    <a:pt x="0" y="421719"/>
                  </a:lnTo>
                  <a:close/>
                </a:path>
              </a:pathLst>
            </a:custGeom>
            <a:solidFill>
              <a:srgbClr val="D9B19E">
                <a:alpha val="100000"/>
              </a:srgbClr>
            </a:solidFill>
            <a:ln w="4762" cap="rnd">
              <a:solidFill>
                <a:srgbClr val="D9B1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g1968"/>
            <p:cNvSpPr/>
            <p:nvPr/>
          </p:nvSpPr>
          <p:spPr>
            <a:xfrm>
              <a:off x="4748876" y="4309296"/>
              <a:ext cx="17721" cy="410699"/>
            </a:xfrm>
            <a:custGeom>
              <a:avLst/>
              <a:pathLst>
                <a:path w="17721" h="410699">
                  <a:moveTo>
                    <a:pt x="0" y="0"/>
                  </a:moveTo>
                  <a:lnTo>
                    <a:pt x="17721" y="5922"/>
                  </a:lnTo>
                  <a:lnTo>
                    <a:pt x="17721" y="410699"/>
                  </a:lnTo>
                  <a:lnTo>
                    <a:pt x="0" y="410699"/>
                  </a:lnTo>
                  <a:close/>
                </a:path>
              </a:pathLst>
            </a:custGeom>
            <a:solidFill>
              <a:srgbClr val="D9B19D">
                <a:alpha val="100000"/>
              </a:srgbClr>
            </a:solidFill>
            <a:ln w="4762" cap="rnd">
              <a:solidFill>
                <a:srgbClr val="D9B1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g1969"/>
            <p:cNvSpPr/>
            <p:nvPr/>
          </p:nvSpPr>
          <p:spPr>
            <a:xfrm>
              <a:off x="4766597" y="4315219"/>
              <a:ext cx="17721" cy="404776"/>
            </a:xfrm>
            <a:custGeom>
              <a:avLst/>
              <a:pathLst>
                <a:path w="17721" h="404776">
                  <a:moveTo>
                    <a:pt x="0" y="0"/>
                  </a:moveTo>
                  <a:lnTo>
                    <a:pt x="17721" y="6105"/>
                  </a:lnTo>
                  <a:lnTo>
                    <a:pt x="17721" y="404776"/>
                  </a:lnTo>
                  <a:lnTo>
                    <a:pt x="0" y="404776"/>
                  </a:lnTo>
                  <a:close/>
                </a:path>
              </a:pathLst>
            </a:custGeom>
            <a:solidFill>
              <a:srgbClr val="D9B09D">
                <a:alpha val="100000"/>
              </a:srgbClr>
            </a:solidFill>
            <a:ln w="4762" cap="rnd">
              <a:solidFill>
                <a:srgbClr val="D9B0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g1970"/>
            <p:cNvSpPr/>
            <p:nvPr/>
          </p:nvSpPr>
          <p:spPr>
            <a:xfrm>
              <a:off x="4784319" y="4321324"/>
              <a:ext cx="35442" cy="398671"/>
            </a:xfrm>
            <a:custGeom>
              <a:avLst/>
              <a:pathLst>
                <a:path w="35442" h="398671">
                  <a:moveTo>
                    <a:pt x="0" y="0"/>
                  </a:moveTo>
                  <a:lnTo>
                    <a:pt x="17721" y="6383"/>
                  </a:lnTo>
                  <a:lnTo>
                    <a:pt x="35442" y="12978"/>
                  </a:lnTo>
                  <a:lnTo>
                    <a:pt x="35442" y="398671"/>
                  </a:lnTo>
                  <a:lnTo>
                    <a:pt x="17721" y="398671"/>
                  </a:lnTo>
                  <a:lnTo>
                    <a:pt x="0" y="398671"/>
                  </a:lnTo>
                  <a:close/>
                </a:path>
              </a:pathLst>
            </a:custGeom>
            <a:solidFill>
              <a:srgbClr val="D8B09C">
                <a:alpha val="100000"/>
              </a:srgbClr>
            </a:solidFill>
            <a:ln w="4762" cap="rnd">
              <a:solidFill>
                <a:srgbClr val="D8B0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g1971"/>
            <p:cNvSpPr/>
            <p:nvPr/>
          </p:nvSpPr>
          <p:spPr>
            <a:xfrm>
              <a:off x="4819761" y="4334302"/>
              <a:ext cx="17721" cy="385693"/>
            </a:xfrm>
            <a:custGeom>
              <a:avLst/>
              <a:pathLst>
                <a:path w="17721" h="385693">
                  <a:moveTo>
                    <a:pt x="0" y="0"/>
                  </a:moveTo>
                  <a:lnTo>
                    <a:pt x="17721" y="6745"/>
                  </a:lnTo>
                  <a:lnTo>
                    <a:pt x="17721" y="385693"/>
                  </a:lnTo>
                  <a:lnTo>
                    <a:pt x="0" y="385693"/>
                  </a:lnTo>
                  <a:close/>
                </a:path>
              </a:pathLst>
            </a:custGeom>
            <a:solidFill>
              <a:srgbClr val="D8AF9C">
                <a:alpha val="100000"/>
              </a:srgbClr>
            </a:solidFill>
            <a:ln w="4762" cap="rnd">
              <a:solidFill>
                <a:srgbClr val="D8AF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g1972"/>
            <p:cNvSpPr/>
            <p:nvPr/>
          </p:nvSpPr>
          <p:spPr>
            <a:xfrm>
              <a:off x="4837483" y="4341048"/>
              <a:ext cx="17721" cy="378948"/>
            </a:xfrm>
            <a:custGeom>
              <a:avLst/>
              <a:pathLst>
                <a:path w="17721" h="378948">
                  <a:moveTo>
                    <a:pt x="0" y="0"/>
                  </a:moveTo>
                  <a:lnTo>
                    <a:pt x="17721" y="6965"/>
                  </a:lnTo>
                  <a:lnTo>
                    <a:pt x="17721" y="378948"/>
                  </a:lnTo>
                  <a:lnTo>
                    <a:pt x="0" y="378948"/>
                  </a:lnTo>
                  <a:close/>
                </a:path>
              </a:pathLst>
            </a:custGeom>
            <a:solidFill>
              <a:srgbClr val="D8AF9B">
                <a:alpha val="100000"/>
              </a:srgbClr>
            </a:solidFill>
            <a:ln w="4762" cap="rnd">
              <a:solidFill>
                <a:srgbClr val="D8AF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g1973"/>
            <p:cNvSpPr/>
            <p:nvPr/>
          </p:nvSpPr>
          <p:spPr>
            <a:xfrm>
              <a:off x="4855204" y="4348013"/>
              <a:ext cx="17721" cy="371982"/>
            </a:xfrm>
            <a:custGeom>
              <a:avLst/>
              <a:pathLst>
                <a:path w="17721" h="371982">
                  <a:moveTo>
                    <a:pt x="0" y="0"/>
                  </a:moveTo>
                  <a:lnTo>
                    <a:pt x="17721" y="7136"/>
                  </a:lnTo>
                  <a:lnTo>
                    <a:pt x="17721" y="371982"/>
                  </a:lnTo>
                  <a:lnTo>
                    <a:pt x="0" y="371982"/>
                  </a:lnTo>
                  <a:close/>
                </a:path>
              </a:pathLst>
            </a:custGeom>
            <a:solidFill>
              <a:srgbClr val="D8AE9B">
                <a:alpha val="100000"/>
              </a:srgbClr>
            </a:solidFill>
            <a:ln w="4762" cap="rnd">
              <a:solidFill>
                <a:srgbClr val="D8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g1974"/>
            <p:cNvSpPr/>
            <p:nvPr/>
          </p:nvSpPr>
          <p:spPr>
            <a:xfrm>
              <a:off x="4872926" y="4355150"/>
              <a:ext cx="35442" cy="364846"/>
            </a:xfrm>
            <a:custGeom>
              <a:avLst/>
              <a:pathLst>
                <a:path w="35442" h="364846">
                  <a:moveTo>
                    <a:pt x="0" y="0"/>
                  </a:moveTo>
                  <a:lnTo>
                    <a:pt x="17721" y="7252"/>
                  </a:lnTo>
                  <a:lnTo>
                    <a:pt x="35442" y="14667"/>
                  </a:lnTo>
                  <a:lnTo>
                    <a:pt x="35442" y="364846"/>
                  </a:lnTo>
                  <a:lnTo>
                    <a:pt x="17721" y="364846"/>
                  </a:lnTo>
                  <a:lnTo>
                    <a:pt x="0" y="364846"/>
                  </a:lnTo>
                  <a:close/>
                </a:path>
              </a:pathLst>
            </a:custGeom>
            <a:solidFill>
              <a:srgbClr val="D7AE9A">
                <a:alpha val="100000"/>
              </a:srgbClr>
            </a:solidFill>
            <a:ln w="4762" cap="rnd">
              <a:solidFill>
                <a:srgbClr val="D7AE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g1975"/>
            <p:cNvSpPr/>
            <p:nvPr/>
          </p:nvSpPr>
          <p:spPr>
            <a:xfrm>
              <a:off x="4908368" y="4369817"/>
              <a:ext cx="17721" cy="350179"/>
            </a:xfrm>
            <a:custGeom>
              <a:avLst/>
              <a:pathLst>
                <a:path w="17721" h="350179">
                  <a:moveTo>
                    <a:pt x="0" y="0"/>
                  </a:moveTo>
                  <a:lnTo>
                    <a:pt x="17721" y="7541"/>
                  </a:lnTo>
                  <a:lnTo>
                    <a:pt x="17721" y="350179"/>
                  </a:lnTo>
                  <a:lnTo>
                    <a:pt x="0" y="350179"/>
                  </a:lnTo>
                  <a:close/>
                </a:path>
              </a:pathLst>
            </a:custGeom>
            <a:solidFill>
              <a:srgbClr val="D7AD9A">
                <a:alpha val="100000"/>
              </a:srgbClr>
            </a:solidFill>
            <a:ln w="4762" cap="rnd">
              <a:solidFill>
                <a:srgbClr val="D7A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g1976"/>
            <p:cNvSpPr/>
            <p:nvPr/>
          </p:nvSpPr>
          <p:spPr>
            <a:xfrm>
              <a:off x="4926090" y="4377358"/>
              <a:ext cx="17721" cy="342637"/>
            </a:xfrm>
            <a:custGeom>
              <a:avLst/>
              <a:pathLst>
                <a:path w="17721" h="342637">
                  <a:moveTo>
                    <a:pt x="0" y="0"/>
                  </a:moveTo>
                  <a:lnTo>
                    <a:pt x="17721" y="7621"/>
                  </a:lnTo>
                  <a:lnTo>
                    <a:pt x="17721" y="342637"/>
                  </a:lnTo>
                  <a:lnTo>
                    <a:pt x="0" y="342637"/>
                  </a:lnTo>
                  <a:close/>
                </a:path>
              </a:pathLst>
            </a:custGeom>
            <a:solidFill>
              <a:srgbClr val="D7AD99">
                <a:alpha val="100000"/>
              </a:srgbClr>
            </a:solidFill>
            <a:ln w="4762" cap="rnd">
              <a:solidFill>
                <a:srgbClr val="D7AD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g1977"/>
            <p:cNvSpPr/>
            <p:nvPr/>
          </p:nvSpPr>
          <p:spPr>
            <a:xfrm>
              <a:off x="4943811" y="4384979"/>
              <a:ext cx="17721" cy="335016"/>
            </a:xfrm>
            <a:custGeom>
              <a:avLst/>
              <a:pathLst>
                <a:path w="17721" h="335016">
                  <a:moveTo>
                    <a:pt x="0" y="0"/>
                  </a:moveTo>
                  <a:lnTo>
                    <a:pt x="17721" y="7726"/>
                  </a:lnTo>
                  <a:lnTo>
                    <a:pt x="17721" y="335016"/>
                  </a:lnTo>
                  <a:lnTo>
                    <a:pt x="0" y="335016"/>
                  </a:lnTo>
                  <a:close/>
                </a:path>
              </a:pathLst>
            </a:custGeom>
            <a:solidFill>
              <a:srgbClr val="D7AC99">
                <a:alpha val="100000"/>
              </a:srgbClr>
            </a:solidFill>
            <a:ln w="4762" cap="rnd">
              <a:solidFill>
                <a:srgbClr val="D7AC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g1978"/>
            <p:cNvSpPr/>
            <p:nvPr/>
          </p:nvSpPr>
          <p:spPr>
            <a:xfrm>
              <a:off x="4961532" y="4392705"/>
              <a:ext cx="35442" cy="327290"/>
            </a:xfrm>
            <a:custGeom>
              <a:avLst/>
              <a:pathLst>
                <a:path w="35442" h="327290">
                  <a:moveTo>
                    <a:pt x="0" y="0"/>
                  </a:moveTo>
                  <a:lnTo>
                    <a:pt x="17721" y="7804"/>
                  </a:lnTo>
                  <a:lnTo>
                    <a:pt x="35442" y="15652"/>
                  </a:lnTo>
                  <a:lnTo>
                    <a:pt x="35442" y="327290"/>
                  </a:lnTo>
                  <a:lnTo>
                    <a:pt x="17721" y="327290"/>
                  </a:lnTo>
                  <a:lnTo>
                    <a:pt x="0" y="327290"/>
                  </a:lnTo>
                  <a:close/>
                </a:path>
              </a:pathLst>
            </a:custGeom>
            <a:solidFill>
              <a:srgbClr val="D6AC98">
                <a:alpha val="100000"/>
              </a:srgbClr>
            </a:solidFill>
            <a:ln w="4762" cap="rnd">
              <a:solidFill>
                <a:srgbClr val="D6AC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g1979"/>
            <p:cNvSpPr/>
            <p:nvPr/>
          </p:nvSpPr>
          <p:spPr>
            <a:xfrm>
              <a:off x="4996975" y="4408358"/>
              <a:ext cx="35442" cy="311637"/>
            </a:xfrm>
            <a:custGeom>
              <a:avLst/>
              <a:pathLst>
                <a:path w="35442" h="311637">
                  <a:moveTo>
                    <a:pt x="0" y="0"/>
                  </a:moveTo>
                  <a:lnTo>
                    <a:pt x="17721" y="7899"/>
                  </a:lnTo>
                  <a:lnTo>
                    <a:pt x="35442" y="15825"/>
                  </a:lnTo>
                  <a:lnTo>
                    <a:pt x="35442" y="311637"/>
                  </a:lnTo>
                  <a:lnTo>
                    <a:pt x="17721" y="311637"/>
                  </a:lnTo>
                  <a:lnTo>
                    <a:pt x="0" y="311637"/>
                  </a:lnTo>
                  <a:close/>
                </a:path>
              </a:pathLst>
            </a:custGeom>
            <a:solidFill>
              <a:srgbClr val="D6AB97">
                <a:alpha val="100000"/>
              </a:srgbClr>
            </a:solidFill>
            <a:ln w="4762" cap="rnd">
              <a:solidFill>
                <a:srgbClr val="D6AB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g1980"/>
            <p:cNvSpPr/>
            <p:nvPr/>
          </p:nvSpPr>
          <p:spPr>
            <a:xfrm>
              <a:off x="5032418" y="4424184"/>
              <a:ext cx="17721" cy="295811"/>
            </a:xfrm>
            <a:custGeom>
              <a:avLst/>
              <a:pathLst>
                <a:path w="17721" h="295811">
                  <a:moveTo>
                    <a:pt x="0" y="0"/>
                  </a:moveTo>
                  <a:lnTo>
                    <a:pt x="17721" y="7934"/>
                  </a:lnTo>
                  <a:lnTo>
                    <a:pt x="17721" y="295811"/>
                  </a:lnTo>
                  <a:lnTo>
                    <a:pt x="0" y="295811"/>
                  </a:lnTo>
                  <a:close/>
                </a:path>
              </a:pathLst>
            </a:custGeom>
            <a:solidFill>
              <a:srgbClr val="D6AA97">
                <a:alpha val="100000"/>
              </a:srgbClr>
            </a:solidFill>
            <a:ln w="4762" cap="rnd">
              <a:solidFill>
                <a:srgbClr val="D6AA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g1981"/>
            <p:cNvSpPr/>
            <p:nvPr/>
          </p:nvSpPr>
          <p:spPr>
            <a:xfrm>
              <a:off x="5050139" y="4432119"/>
              <a:ext cx="35442" cy="287877"/>
            </a:xfrm>
            <a:custGeom>
              <a:avLst/>
              <a:pathLst>
                <a:path w="35442" h="287877">
                  <a:moveTo>
                    <a:pt x="0" y="0"/>
                  </a:moveTo>
                  <a:lnTo>
                    <a:pt x="17721" y="7935"/>
                  </a:lnTo>
                  <a:lnTo>
                    <a:pt x="35442" y="15846"/>
                  </a:lnTo>
                  <a:lnTo>
                    <a:pt x="35442" y="287877"/>
                  </a:lnTo>
                  <a:lnTo>
                    <a:pt x="17721" y="287877"/>
                  </a:lnTo>
                  <a:lnTo>
                    <a:pt x="0" y="287877"/>
                  </a:lnTo>
                  <a:close/>
                </a:path>
              </a:pathLst>
            </a:custGeom>
            <a:solidFill>
              <a:srgbClr val="D5AA96">
                <a:alpha val="100000"/>
              </a:srgbClr>
            </a:solidFill>
            <a:ln w="4762" cap="rnd">
              <a:solidFill>
                <a:srgbClr val="D5AA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g1982"/>
            <p:cNvSpPr/>
            <p:nvPr/>
          </p:nvSpPr>
          <p:spPr>
            <a:xfrm>
              <a:off x="5085582" y="4447965"/>
              <a:ext cx="35442" cy="272031"/>
            </a:xfrm>
            <a:custGeom>
              <a:avLst/>
              <a:pathLst>
                <a:path w="35442" h="272031">
                  <a:moveTo>
                    <a:pt x="0" y="0"/>
                  </a:moveTo>
                  <a:lnTo>
                    <a:pt x="17721" y="7884"/>
                  </a:lnTo>
                  <a:lnTo>
                    <a:pt x="35442" y="15724"/>
                  </a:lnTo>
                  <a:lnTo>
                    <a:pt x="35442" y="272031"/>
                  </a:lnTo>
                  <a:lnTo>
                    <a:pt x="17721" y="272031"/>
                  </a:lnTo>
                  <a:lnTo>
                    <a:pt x="0" y="272031"/>
                  </a:lnTo>
                  <a:close/>
                </a:path>
              </a:pathLst>
            </a:custGeom>
            <a:solidFill>
              <a:srgbClr val="D5A995">
                <a:alpha val="100000"/>
              </a:srgbClr>
            </a:solidFill>
            <a:ln w="4762" cap="rnd">
              <a:solidFill>
                <a:srgbClr val="D5A9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g1983"/>
            <p:cNvSpPr/>
            <p:nvPr/>
          </p:nvSpPr>
          <p:spPr>
            <a:xfrm>
              <a:off x="5121025" y="4463689"/>
              <a:ext cx="17721" cy="256306"/>
            </a:xfrm>
            <a:custGeom>
              <a:avLst/>
              <a:pathLst>
                <a:path w="17721" h="256306">
                  <a:moveTo>
                    <a:pt x="0" y="0"/>
                  </a:moveTo>
                  <a:lnTo>
                    <a:pt x="17721" y="7762"/>
                  </a:lnTo>
                  <a:lnTo>
                    <a:pt x="17721" y="256306"/>
                  </a:lnTo>
                  <a:lnTo>
                    <a:pt x="0" y="256306"/>
                  </a:lnTo>
                  <a:close/>
                </a:path>
              </a:pathLst>
            </a:custGeom>
            <a:solidFill>
              <a:srgbClr val="D5A895">
                <a:alpha val="100000"/>
              </a:srgbClr>
            </a:solidFill>
            <a:ln w="4762" cap="rnd">
              <a:solidFill>
                <a:srgbClr val="D5A8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g1984"/>
            <p:cNvSpPr/>
            <p:nvPr/>
          </p:nvSpPr>
          <p:spPr>
            <a:xfrm>
              <a:off x="5138746" y="4471451"/>
              <a:ext cx="35442" cy="248544"/>
            </a:xfrm>
            <a:custGeom>
              <a:avLst/>
              <a:pathLst>
                <a:path w="35442" h="248544">
                  <a:moveTo>
                    <a:pt x="0" y="0"/>
                  </a:moveTo>
                  <a:lnTo>
                    <a:pt x="17721" y="7703"/>
                  </a:lnTo>
                  <a:lnTo>
                    <a:pt x="35442" y="15324"/>
                  </a:lnTo>
                  <a:lnTo>
                    <a:pt x="35442" y="248544"/>
                  </a:lnTo>
                  <a:lnTo>
                    <a:pt x="17721" y="248544"/>
                  </a:lnTo>
                  <a:lnTo>
                    <a:pt x="0" y="248544"/>
                  </a:lnTo>
                  <a:close/>
                </a:path>
              </a:pathLst>
            </a:custGeom>
            <a:solidFill>
              <a:srgbClr val="D4A894">
                <a:alpha val="100000"/>
              </a:srgbClr>
            </a:solidFill>
            <a:ln w="4762" cap="rnd">
              <a:solidFill>
                <a:srgbClr val="D4A8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g1985"/>
            <p:cNvSpPr/>
            <p:nvPr/>
          </p:nvSpPr>
          <p:spPr>
            <a:xfrm>
              <a:off x="5174189" y="4486776"/>
              <a:ext cx="35442" cy="233220"/>
            </a:xfrm>
            <a:custGeom>
              <a:avLst/>
              <a:pathLst>
                <a:path w="35442" h="233220">
                  <a:moveTo>
                    <a:pt x="0" y="0"/>
                  </a:moveTo>
                  <a:lnTo>
                    <a:pt x="17721" y="7490"/>
                  </a:lnTo>
                  <a:lnTo>
                    <a:pt x="35442" y="14893"/>
                  </a:lnTo>
                  <a:lnTo>
                    <a:pt x="35442" y="233220"/>
                  </a:lnTo>
                  <a:lnTo>
                    <a:pt x="17721" y="233220"/>
                  </a:lnTo>
                  <a:lnTo>
                    <a:pt x="0" y="233220"/>
                  </a:lnTo>
                  <a:close/>
                </a:path>
              </a:pathLst>
            </a:custGeom>
            <a:solidFill>
              <a:srgbClr val="D4A793">
                <a:alpha val="100000"/>
              </a:srgbClr>
            </a:solidFill>
            <a:ln w="4762" cap="rnd">
              <a:solidFill>
                <a:srgbClr val="D4A7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g1986"/>
            <p:cNvSpPr/>
            <p:nvPr/>
          </p:nvSpPr>
          <p:spPr>
            <a:xfrm>
              <a:off x="5209632" y="4501669"/>
              <a:ext cx="17721" cy="218327"/>
            </a:xfrm>
            <a:custGeom>
              <a:avLst/>
              <a:pathLst>
                <a:path w="17721" h="218327">
                  <a:moveTo>
                    <a:pt x="0" y="0"/>
                  </a:moveTo>
                  <a:lnTo>
                    <a:pt x="17721" y="7285"/>
                  </a:lnTo>
                  <a:lnTo>
                    <a:pt x="17721" y="218327"/>
                  </a:lnTo>
                  <a:lnTo>
                    <a:pt x="0" y="218327"/>
                  </a:lnTo>
                  <a:close/>
                </a:path>
              </a:pathLst>
            </a:custGeom>
            <a:solidFill>
              <a:srgbClr val="D4A692">
                <a:alpha val="100000"/>
              </a:srgbClr>
            </a:solidFill>
            <a:ln w="4762" cap="rnd">
              <a:solidFill>
                <a:srgbClr val="D4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g1987"/>
            <p:cNvSpPr/>
            <p:nvPr/>
          </p:nvSpPr>
          <p:spPr>
            <a:xfrm>
              <a:off x="5227353" y="4508955"/>
              <a:ext cx="35442" cy="211041"/>
            </a:xfrm>
            <a:custGeom>
              <a:avLst/>
              <a:pathLst>
                <a:path w="35442" h="211041">
                  <a:moveTo>
                    <a:pt x="0" y="0"/>
                  </a:moveTo>
                  <a:lnTo>
                    <a:pt x="17721" y="7106"/>
                  </a:lnTo>
                  <a:lnTo>
                    <a:pt x="35442" y="14097"/>
                  </a:lnTo>
                  <a:lnTo>
                    <a:pt x="35442" y="211041"/>
                  </a:lnTo>
                  <a:lnTo>
                    <a:pt x="17721" y="211041"/>
                  </a:lnTo>
                  <a:lnTo>
                    <a:pt x="0" y="211041"/>
                  </a:lnTo>
                  <a:close/>
                </a:path>
              </a:pathLst>
            </a:custGeom>
            <a:solidFill>
              <a:srgbClr val="D3A692">
                <a:alpha val="100000"/>
              </a:srgbClr>
            </a:solidFill>
            <a:ln w="4762" cap="rnd">
              <a:solidFill>
                <a:srgbClr val="D3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g1988"/>
            <p:cNvSpPr/>
            <p:nvPr/>
          </p:nvSpPr>
          <p:spPr>
            <a:xfrm>
              <a:off x="5262796" y="4523052"/>
              <a:ext cx="35442" cy="196943"/>
            </a:xfrm>
            <a:custGeom>
              <a:avLst/>
              <a:pathLst>
                <a:path w="35442" h="196943">
                  <a:moveTo>
                    <a:pt x="0" y="0"/>
                  </a:moveTo>
                  <a:lnTo>
                    <a:pt x="17721" y="6847"/>
                  </a:lnTo>
                  <a:lnTo>
                    <a:pt x="35442" y="13468"/>
                  </a:lnTo>
                  <a:lnTo>
                    <a:pt x="35442" y="196943"/>
                  </a:lnTo>
                  <a:lnTo>
                    <a:pt x="17721" y="196943"/>
                  </a:lnTo>
                  <a:lnTo>
                    <a:pt x="0" y="196943"/>
                  </a:lnTo>
                  <a:close/>
                </a:path>
              </a:pathLst>
            </a:custGeom>
            <a:solidFill>
              <a:srgbClr val="D3A591">
                <a:alpha val="100000"/>
              </a:srgbClr>
            </a:solidFill>
            <a:ln w="4762" cap="rnd">
              <a:solidFill>
                <a:srgbClr val="D3A5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g1989"/>
            <p:cNvSpPr/>
            <p:nvPr/>
          </p:nvSpPr>
          <p:spPr>
            <a:xfrm>
              <a:off x="5298238" y="4536521"/>
              <a:ext cx="17721" cy="183475"/>
            </a:xfrm>
            <a:custGeom>
              <a:avLst/>
              <a:pathLst>
                <a:path w="17721" h="183475">
                  <a:moveTo>
                    <a:pt x="0" y="0"/>
                  </a:moveTo>
                  <a:lnTo>
                    <a:pt x="17721" y="6482"/>
                  </a:lnTo>
                  <a:lnTo>
                    <a:pt x="17721" y="183475"/>
                  </a:lnTo>
                  <a:lnTo>
                    <a:pt x="0" y="183475"/>
                  </a:lnTo>
                  <a:close/>
                </a:path>
              </a:pathLst>
            </a:custGeom>
            <a:solidFill>
              <a:srgbClr val="D3A490">
                <a:alpha val="100000"/>
              </a:srgbClr>
            </a:solidFill>
            <a:ln w="4762" cap="rnd">
              <a:solidFill>
                <a:srgbClr val="D3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g1990"/>
            <p:cNvSpPr/>
            <p:nvPr/>
          </p:nvSpPr>
          <p:spPr>
            <a:xfrm>
              <a:off x="5315960" y="4543003"/>
              <a:ext cx="35442" cy="176992"/>
            </a:xfrm>
            <a:custGeom>
              <a:avLst/>
              <a:pathLst>
                <a:path w="35442" h="176992">
                  <a:moveTo>
                    <a:pt x="0" y="0"/>
                  </a:moveTo>
                  <a:lnTo>
                    <a:pt x="17721" y="6317"/>
                  </a:lnTo>
                  <a:lnTo>
                    <a:pt x="35442" y="12365"/>
                  </a:lnTo>
                  <a:lnTo>
                    <a:pt x="35442" y="176992"/>
                  </a:lnTo>
                  <a:lnTo>
                    <a:pt x="17721" y="176992"/>
                  </a:lnTo>
                  <a:lnTo>
                    <a:pt x="0" y="176992"/>
                  </a:lnTo>
                  <a:close/>
                </a:path>
              </a:pathLst>
            </a:custGeom>
            <a:solidFill>
              <a:srgbClr val="D2A490">
                <a:alpha val="100000"/>
              </a:srgbClr>
            </a:solidFill>
            <a:ln w="4762" cap="rnd">
              <a:solidFill>
                <a:srgbClr val="D2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g1991"/>
            <p:cNvSpPr/>
            <p:nvPr/>
          </p:nvSpPr>
          <p:spPr>
            <a:xfrm>
              <a:off x="5351403" y="4555369"/>
              <a:ext cx="35442" cy="164626"/>
            </a:xfrm>
            <a:custGeom>
              <a:avLst/>
              <a:pathLst>
                <a:path w="35442" h="164626">
                  <a:moveTo>
                    <a:pt x="0" y="0"/>
                  </a:moveTo>
                  <a:lnTo>
                    <a:pt x="17721" y="5889"/>
                  </a:lnTo>
                  <a:lnTo>
                    <a:pt x="35442" y="11598"/>
                  </a:lnTo>
                  <a:lnTo>
                    <a:pt x="35442" y="164626"/>
                  </a:lnTo>
                  <a:lnTo>
                    <a:pt x="17721" y="164626"/>
                  </a:lnTo>
                  <a:lnTo>
                    <a:pt x="0" y="164626"/>
                  </a:lnTo>
                  <a:close/>
                </a:path>
              </a:pathLst>
            </a:custGeom>
            <a:solidFill>
              <a:srgbClr val="D2A38F">
                <a:alpha val="100000"/>
              </a:srgbClr>
            </a:solidFill>
            <a:ln w="4762" cap="rnd">
              <a:solidFill>
                <a:srgbClr val="D2A3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g1992"/>
            <p:cNvSpPr/>
            <p:nvPr/>
          </p:nvSpPr>
          <p:spPr>
            <a:xfrm>
              <a:off x="5386845" y="4566968"/>
              <a:ext cx="17721" cy="153028"/>
            </a:xfrm>
            <a:custGeom>
              <a:avLst/>
              <a:pathLst>
                <a:path w="17721" h="153028">
                  <a:moveTo>
                    <a:pt x="0" y="0"/>
                  </a:moveTo>
                  <a:lnTo>
                    <a:pt x="17721" y="5401"/>
                  </a:lnTo>
                  <a:lnTo>
                    <a:pt x="17721" y="153028"/>
                  </a:lnTo>
                  <a:lnTo>
                    <a:pt x="0" y="153028"/>
                  </a:lnTo>
                  <a:close/>
                </a:path>
              </a:pathLst>
            </a:custGeom>
            <a:solidFill>
              <a:srgbClr val="D2A28E">
                <a:alpha val="100000"/>
              </a:srgbClr>
            </a:solidFill>
            <a:ln w="4762" cap="rnd">
              <a:solidFill>
                <a:srgbClr val="D2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g1993"/>
            <p:cNvSpPr/>
            <p:nvPr/>
          </p:nvSpPr>
          <p:spPr>
            <a:xfrm>
              <a:off x="5404567" y="4572369"/>
              <a:ext cx="35442" cy="147626"/>
            </a:xfrm>
            <a:custGeom>
              <a:avLst/>
              <a:pathLst>
                <a:path w="35442" h="147626">
                  <a:moveTo>
                    <a:pt x="0" y="0"/>
                  </a:moveTo>
                  <a:lnTo>
                    <a:pt x="17721" y="5226"/>
                  </a:lnTo>
                  <a:lnTo>
                    <a:pt x="35442" y="10261"/>
                  </a:lnTo>
                  <a:lnTo>
                    <a:pt x="35442" y="147626"/>
                  </a:lnTo>
                  <a:lnTo>
                    <a:pt x="17721" y="147626"/>
                  </a:lnTo>
                  <a:lnTo>
                    <a:pt x="0" y="147626"/>
                  </a:lnTo>
                  <a:close/>
                </a:path>
              </a:pathLst>
            </a:custGeom>
            <a:solidFill>
              <a:srgbClr val="D1A28E">
                <a:alpha val="100000"/>
              </a:srgbClr>
            </a:solidFill>
            <a:ln w="4762" cap="rnd">
              <a:solidFill>
                <a:srgbClr val="D1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g1994"/>
            <p:cNvSpPr/>
            <p:nvPr/>
          </p:nvSpPr>
          <p:spPr>
            <a:xfrm>
              <a:off x="5440009" y="4582630"/>
              <a:ext cx="35442" cy="137365"/>
            </a:xfrm>
            <a:custGeom>
              <a:avLst/>
              <a:pathLst>
                <a:path w="35442" h="137365">
                  <a:moveTo>
                    <a:pt x="0" y="0"/>
                  </a:moveTo>
                  <a:lnTo>
                    <a:pt x="17721" y="4693"/>
                  </a:lnTo>
                  <a:lnTo>
                    <a:pt x="35442" y="9198"/>
                  </a:lnTo>
                  <a:lnTo>
                    <a:pt x="35442" y="137365"/>
                  </a:lnTo>
                  <a:lnTo>
                    <a:pt x="17721" y="137365"/>
                  </a:lnTo>
                  <a:lnTo>
                    <a:pt x="0" y="137365"/>
                  </a:lnTo>
                  <a:close/>
                </a:path>
              </a:pathLst>
            </a:custGeom>
            <a:solidFill>
              <a:srgbClr val="D1A18D">
                <a:alpha val="100000"/>
              </a:srgbClr>
            </a:solidFill>
            <a:ln w="4762" cap="rnd">
              <a:solidFill>
                <a:srgbClr val="D1A1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g1995"/>
            <p:cNvSpPr/>
            <p:nvPr/>
          </p:nvSpPr>
          <p:spPr>
            <a:xfrm>
              <a:off x="5475452" y="4591829"/>
              <a:ext cx="17721" cy="128166"/>
            </a:xfrm>
            <a:custGeom>
              <a:avLst/>
              <a:pathLst>
                <a:path w="17721" h="128166">
                  <a:moveTo>
                    <a:pt x="0" y="0"/>
                  </a:moveTo>
                  <a:lnTo>
                    <a:pt x="17721" y="4308"/>
                  </a:lnTo>
                  <a:lnTo>
                    <a:pt x="17721" y="128166"/>
                  </a:lnTo>
                  <a:lnTo>
                    <a:pt x="0" y="128166"/>
                  </a:lnTo>
                  <a:close/>
                </a:path>
              </a:pathLst>
            </a:custGeom>
            <a:solidFill>
              <a:srgbClr val="D1A08C">
                <a:alpha val="100000"/>
              </a:srgbClr>
            </a:solidFill>
            <a:ln w="4762" cap="rnd">
              <a:solidFill>
                <a:srgbClr val="D1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g1996"/>
            <p:cNvSpPr/>
            <p:nvPr/>
          </p:nvSpPr>
          <p:spPr>
            <a:xfrm>
              <a:off x="5493173" y="4596138"/>
              <a:ext cx="35442" cy="123858"/>
            </a:xfrm>
            <a:custGeom>
              <a:avLst/>
              <a:pathLst>
                <a:path w="35442" h="123858">
                  <a:moveTo>
                    <a:pt x="0" y="0"/>
                  </a:moveTo>
                  <a:lnTo>
                    <a:pt x="17721" y="3938"/>
                  </a:lnTo>
                  <a:lnTo>
                    <a:pt x="35442" y="7678"/>
                  </a:lnTo>
                  <a:lnTo>
                    <a:pt x="35442" y="123858"/>
                  </a:lnTo>
                  <a:lnTo>
                    <a:pt x="17721" y="123858"/>
                  </a:lnTo>
                  <a:lnTo>
                    <a:pt x="0" y="123858"/>
                  </a:lnTo>
                  <a:close/>
                </a:path>
              </a:pathLst>
            </a:custGeom>
            <a:solidFill>
              <a:srgbClr val="D0A08C">
                <a:alpha val="100000"/>
              </a:srgbClr>
            </a:solidFill>
            <a:ln w="4762" cap="rnd">
              <a:solidFill>
                <a:srgbClr val="D0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g1997"/>
            <p:cNvSpPr/>
            <p:nvPr/>
          </p:nvSpPr>
          <p:spPr>
            <a:xfrm>
              <a:off x="5528616" y="4603817"/>
              <a:ext cx="35442" cy="116179"/>
            </a:xfrm>
            <a:custGeom>
              <a:avLst/>
              <a:pathLst>
                <a:path w="35442" h="116179">
                  <a:moveTo>
                    <a:pt x="0" y="0"/>
                  </a:moveTo>
                  <a:lnTo>
                    <a:pt x="17721" y="3542"/>
                  </a:lnTo>
                  <a:lnTo>
                    <a:pt x="35442" y="6691"/>
                  </a:lnTo>
                  <a:lnTo>
                    <a:pt x="35442" y="116179"/>
                  </a:lnTo>
                  <a:lnTo>
                    <a:pt x="17721" y="116179"/>
                  </a:lnTo>
                  <a:lnTo>
                    <a:pt x="0" y="116179"/>
                  </a:lnTo>
                  <a:close/>
                </a:path>
              </a:pathLst>
            </a:custGeom>
            <a:solidFill>
              <a:srgbClr val="D09F8B">
                <a:alpha val="100000"/>
              </a:srgbClr>
            </a:solidFill>
            <a:ln w="4762" cap="rnd">
              <a:solidFill>
                <a:srgbClr val="D09F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g1998"/>
            <p:cNvSpPr/>
            <p:nvPr/>
          </p:nvSpPr>
          <p:spPr>
            <a:xfrm>
              <a:off x="5564059" y="4610508"/>
              <a:ext cx="17721" cy="109488"/>
            </a:xfrm>
            <a:custGeom>
              <a:avLst/>
              <a:pathLst>
                <a:path w="17721" h="109488">
                  <a:moveTo>
                    <a:pt x="0" y="0"/>
                  </a:moveTo>
                  <a:lnTo>
                    <a:pt x="17721" y="2944"/>
                  </a:lnTo>
                  <a:lnTo>
                    <a:pt x="17721" y="109488"/>
                  </a:lnTo>
                  <a:lnTo>
                    <a:pt x="0" y="109488"/>
                  </a:lnTo>
                  <a:close/>
                </a:path>
              </a:pathLst>
            </a:custGeom>
            <a:solidFill>
              <a:srgbClr val="D09F8A">
                <a:alpha val="100000"/>
              </a:srgbClr>
            </a:solidFill>
            <a:ln w="4762" cap="rnd">
              <a:solidFill>
                <a:srgbClr val="D09F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g1999"/>
            <p:cNvSpPr/>
            <p:nvPr/>
          </p:nvSpPr>
          <p:spPr>
            <a:xfrm>
              <a:off x="5581780" y="4613452"/>
              <a:ext cx="17721" cy="106543"/>
            </a:xfrm>
            <a:custGeom>
              <a:avLst/>
              <a:pathLst>
                <a:path w="17721" h="106543">
                  <a:moveTo>
                    <a:pt x="0" y="0"/>
                  </a:moveTo>
                  <a:lnTo>
                    <a:pt x="17721" y="2740"/>
                  </a:lnTo>
                  <a:lnTo>
                    <a:pt x="17721" y="106543"/>
                  </a:lnTo>
                  <a:lnTo>
                    <a:pt x="0" y="106543"/>
                  </a:lnTo>
                  <a:close/>
                </a:path>
              </a:pathLst>
            </a:custGeom>
            <a:solidFill>
              <a:srgbClr val="CF9E8A">
                <a:alpha val="100000"/>
              </a:srgbClr>
            </a:solidFill>
            <a:ln w="4762" cap="rnd">
              <a:solidFill>
                <a:srgbClr val="CF9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g2000"/>
            <p:cNvSpPr/>
            <p:nvPr/>
          </p:nvSpPr>
          <p:spPr>
            <a:xfrm>
              <a:off x="5599502" y="4616192"/>
              <a:ext cx="17721" cy="103803"/>
            </a:xfrm>
            <a:custGeom>
              <a:avLst/>
              <a:pathLst>
                <a:path w="17721" h="103803">
                  <a:moveTo>
                    <a:pt x="0" y="0"/>
                  </a:moveTo>
                  <a:lnTo>
                    <a:pt x="17721" y="2345"/>
                  </a:lnTo>
                  <a:lnTo>
                    <a:pt x="17721" y="103803"/>
                  </a:lnTo>
                  <a:lnTo>
                    <a:pt x="0" y="103803"/>
                  </a:lnTo>
                  <a:close/>
                </a:path>
              </a:pathLst>
            </a:custGeom>
            <a:solidFill>
              <a:srgbClr val="CF9E89">
                <a:alpha val="100000"/>
              </a:srgbClr>
            </a:solidFill>
            <a:ln w="4762" cap="rnd">
              <a:solidFill>
                <a:srgbClr val="CF9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g2001"/>
            <p:cNvSpPr/>
            <p:nvPr/>
          </p:nvSpPr>
          <p:spPr>
            <a:xfrm>
              <a:off x="5617223" y="4618537"/>
              <a:ext cx="35442" cy="101458"/>
            </a:xfrm>
            <a:custGeom>
              <a:avLst/>
              <a:pathLst>
                <a:path w="35442" h="101458">
                  <a:moveTo>
                    <a:pt x="0" y="0"/>
                  </a:moveTo>
                  <a:lnTo>
                    <a:pt x="17721" y="2128"/>
                  </a:lnTo>
                  <a:lnTo>
                    <a:pt x="35442" y="4049"/>
                  </a:lnTo>
                  <a:lnTo>
                    <a:pt x="35442" y="101458"/>
                  </a:lnTo>
                  <a:lnTo>
                    <a:pt x="17721" y="101458"/>
                  </a:lnTo>
                  <a:lnTo>
                    <a:pt x="0" y="101458"/>
                  </a:lnTo>
                  <a:close/>
                </a:path>
              </a:pathLst>
            </a:custGeom>
            <a:solidFill>
              <a:srgbClr val="CF9D89">
                <a:alpha val="100000"/>
              </a:srgbClr>
            </a:solidFill>
            <a:ln w="4762" cap="rnd">
              <a:solidFill>
                <a:srgbClr val="CF9D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g2002"/>
            <p:cNvSpPr/>
            <p:nvPr/>
          </p:nvSpPr>
          <p:spPr>
            <a:xfrm>
              <a:off x="5652666" y="4622587"/>
              <a:ext cx="17721" cy="97408"/>
            </a:xfrm>
            <a:custGeom>
              <a:avLst/>
              <a:pathLst>
                <a:path w="17721" h="97408">
                  <a:moveTo>
                    <a:pt x="0" y="0"/>
                  </a:moveTo>
                  <a:lnTo>
                    <a:pt x="17721" y="1531"/>
                  </a:lnTo>
                  <a:lnTo>
                    <a:pt x="17721" y="97408"/>
                  </a:lnTo>
                  <a:lnTo>
                    <a:pt x="0" y="97408"/>
                  </a:lnTo>
                  <a:close/>
                </a:path>
              </a:pathLst>
            </a:custGeom>
            <a:solidFill>
              <a:srgbClr val="CF9D88">
                <a:alpha val="100000"/>
              </a:srgbClr>
            </a:solidFill>
            <a:ln w="4762" cap="rnd">
              <a:solidFill>
                <a:srgbClr val="CF9D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g2003"/>
            <p:cNvSpPr/>
            <p:nvPr/>
          </p:nvSpPr>
          <p:spPr>
            <a:xfrm>
              <a:off x="5670387" y="4624119"/>
              <a:ext cx="17721" cy="95876"/>
            </a:xfrm>
            <a:custGeom>
              <a:avLst/>
              <a:pathLst>
                <a:path w="17721" h="95876">
                  <a:moveTo>
                    <a:pt x="0" y="0"/>
                  </a:moveTo>
                  <a:lnTo>
                    <a:pt x="17721" y="1305"/>
                  </a:lnTo>
                  <a:lnTo>
                    <a:pt x="17721" y="95876"/>
                  </a:lnTo>
                  <a:lnTo>
                    <a:pt x="0" y="95876"/>
                  </a:lnTo>
                  <a:close/>
                </a:path>
              </a:pathLst>
            </a:custGeom>
            <a:solidFill>
              <a:srgbClr val="CE9C88">
                <a:alpha val="100000"/>
              </a:srgbClr>
            </a:solidFill>
            <a:ln w="4762" cap="rnd">
              <a:solidFill>
                <a:srgbClr val="CE9C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g2004"/>
            <p:cNvSpPr/>
            <p:nvPr/>
          </p:nvSpPr>
          <p:spPr>
            <a:xfrm>
              <a:off x="5688109" y="4625424"/>
              <a:ext cx="17721" cy="94571"/>
            </a:xfrm>
            <a:custGeom>
              <a:avLst/>
              <a:pathLst>
                <a:path w="17721" h="94571">
                  <a:moveTo>
                    <a:pt x="0" y="0"/>
                  </a:moveTo>
                  <a:lnTo>
                    <a:pt x="17721" y="1097"/>
                  </a:lnTo>
                  <a:lnTo>
                    <a:pt x="17721" y="94571"/>
                  </a:lnTo>
                  <a:lnTo>
                    <a:pt x="0" y="94571"/>
                  </a:lnTo>
                  <a:close/>
                </a:path>
              </a:pathLst>
            </a:custGeom>
            <a:solidFill>
              <a:srgbClr val="CE9C87">
                <a:alpha val="100000"/>
              </a:srgbClr>
            </a:solidFill>
            <a:ln w="4762" cap="rnd">
              <a:solidFill>
                <a:srgbClr val="CE9C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g2005"/>
            <p:cNvSpPr/>
            <p:nvPr/>
          </p:nvSpPr>
          <p:spPr>
            <a:xfrm>
              <a:off x="5705830" y="4626521"/>
              <a:ext cx="35442" cy="93474"/>
            </a:xfrm>
            <a:custGeom>
              <a:avLst/>
              <a:pathLst>
                <a:path w="35442" h="93474">
                  <a:moveTo>
                    <a:pt x="0" y="0"/>
                  </a:moveTo>
                  <a:lnTo>
                    <a:pt x="17721" y="718"/>
                  </a:lnTo>
                  <a:lnTo>
                    <a:pt x="35442" y="1202"/>
                  </a:lnTo>
                  <a:lnTo>
                    <a:pt x="35442" y="93474"/>
                  </a:lnTo>
                  <a:lnTo>
                    <a:pt x="17721" y="93474"/>
                  </a:lnTo>
                  <a:lnTo>
                    <a:pt x="0" y="93474"/>
                  </a:lnTo>
                  <a:close/>
                </a:path>
              </a:pathLst>
            </a:custGeom>
            <a:solidFill>
              <a:srgbClr val="CE9B87">
                <a:alpha val="100000"/>
              </a:srgbClr>
            </a:solidFill>
            <a:ln w="4762" cap="rnd">
              <a:solidFill>
                <a:srgbClr val="CE9B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g2006"/>
            <p:cNvSpPr/>
            <p:nvPr/>
          </p:nvSpPr>
          <p:spPr>
            <a:xfrm>
              <a:off x="5741273" y="4627724"/>
              <a:ext cx="17721" cy="92271"/>
            </a:xfrm>
            <a:custGeom>
              <a:avLst/>
              <a:pathLst>
                <a:path w="17721" h="92271">
                  <a:moveTo>
                    <a:pt x="0" y="0"/>
                  </a:moveTo>
                  <a:lnTo>
                    <a:pt x="17721" y="278"/>
                  </a:lnTo>
                  <a:lnTo>
                    <a:pt x="17721" y="92271"/>
                  </a:lnTo>
                  <a:lnTo>
                    <a:pt x="0" y="92271"/>
                  </a:lnTo>
                  <a:close/>
                </a:path>
              </a:pathLst>
            </a:custGeom>
            <a:solidFill>
              <a:srgbClr val="CD9B86">
                <a:alpha val="100000"/>
              </a:srgbClr>
            </a:solidFill>
            <a:ln w="4762" cap="rnd">
              <a:solidFill>
                <a:srgbClr val="CD9B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g2007"/>
            <p:cNvSpPr/>
            <p:nvPr/>
          </p:nvSpPr>
          <p:spPr>
            <a:xfrm>
              <a:off x="5758994" y="4627918"/>
              <a:ext cx="17721" cy="92077"/>
            </a:xfrm>
            <a:custGeom>
              <a:avLst/>
              <a:pathLst>
                <a:path w="17721" h="92077">
                  <a:moveTo>
                    <a:pt x="0" y="85"/>
                  </a:moveTo>
                  <a:lnTo>
                    <a:pt x="17721" y="0"/>
                  </a:lnTo>
                  <a:lnTo>
                    <a:pt x="17721" y="92077"/>
                  </a:lnTo>
                  <a:lnTo>
                    <a:pt x="0" y="92077"/>
                  </a:lnTo>
                  <a:close/>
                </a:path>
              </a:pathLst>
            </a:custGeom>
            <a:solidFill>
              <a:srgbClr val="CD9A86">
                <a:alpha val="100000"/>
              </a:srgbClr>
            </a:solidFill>
            <a:ln w="4762" cap="rnd">
              <a:solidFill>
                <a:srgbClr val="CD9A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g2008"/>
            <p:cNvSpPr/>
            <p:nvPr/>
          </p:nvSpPr>
          <p:spPr>
            <a:xfrm>
              <a:off x="5776715" y="4627596"/>
              <a:ext cx="17721" cy="92399"/>
            </a:xfrm>
            <a:custGeom>
              <a:avLst/>
              <a:pathLst>
                <a:path w="17721" h="92399">
                  <a:moveTo>
                    <a:pt x="0" y="322"/>
                  </a:moveTo>
                  <a:lnTo>
                    <a:pt x="17721" y="0"/>
                  </a:lnTo>
                  <a:lnTo>
                    <a:pt x="17721" y="92399"/>
                  </a:lnTo>
                  <a:lnTo>
                    <a:pt x="0" y="92399"/>
                  </a:lnTo>
                  <a:close/>
                </a:path>
              </a:pathLst>
            </a:custGeom>
            <a:solidFill>
              <a:srgbClr val="CD9A85">
                <a:alpha val="100000"/>
              </a:srgbClr>
            </a:solidFill>
            <a:ln w="4762" cap="rnd">
              <a:solidFill>
                <a:srgbClr val="CD9A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g2009"/>
            <p:cNvSpPr/>
            <p:nvPr/>
          </p:nvSpPr>
          <p:spPr>
            <a:xfrm>
              <a:off x="5794437" y="4626204"/>
              <a:ext cx="35442" cy="93791"/>
            </a:xfrm>
            <a:custGeom>
              <a:avLst/>
              <a:pathLst>
                <a:path w="35442" h="93791">
                  <a:moveTo>
                    <a:pt x="0" y="1391"/>
                  </a:moveTo>
                  <a:lnTo>
                    <a:pt x="17721" y="868"/>
                  </a:lnTo>
                  <a:lnTo>
                    <a:pt x="35442" y="0"/>
                  </a:lnTo>
                  <a:lnTo>
                    <a:pt x="35442" y="93791"/>
                  </a:lnTo>
                  <a:lnTo>
                    <a:pt x="17721" y="93791"/>
                  </a:lnTo>
                  <a:lnTo>
                    <a:pt x="0" y="93791"/>
                  </a:lnTo>
                  <a:close/>
                </a:path>
              </a:pathLst>
            </a:custGeom>
            <a:solidFill>
              <a:srgbClr val="CD9985">
                <a:alpha val="100000"/>
              </a:srgbClr>
            </a:solidFill>
            <a:ln w="4762" cap="rnd">
              <a:solidFill>
                <a:srgbClr val="CD99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g2010"/>
            <p:cNvSpPr/>
            <p:nvPr/>
          </p:nvSpPr>
          <p:spPr>
            <a:xfrm>
              <a:off x="5829879" y="4625099"/>
              <a:ext cx="17721" cy="94897"/>
            </a:xfrm>
            <a:custGeom>
              <a:avLst/>
              <a:pathLst>
                <a:path w="17721" h="94897">
                  <a:moveTo>
                    <a:pt x="0" y="1105"/>
                  </a:moveTo>
                  <a:lnTo>
                    <a:pt x="17721" y="0"/>
                  </a:lnTo>
                  <a:lnTo>
                    <a:pt x="17721" y="94897"/>
                  </a:lnTo>
                  <a:lnTo>
                    <a:pt x="0" y="94897"/>
                  </a:lnTo>
                  <a:close/>
                </a:path>
              </a:pathLst>
            </a:custGeom>
            <a:solidFill>
              <a:srgbClr val="CC9984">
                <a:alpha val="100000"/>
              </a:srgbClr>
            </a:solidFill>
            <a:ln w="4762" cap="rnd">
              <a:solidFill>
                <a:srgbClr val="CC99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g2011"/>
            <p:cNvSpPr/>
            <p:nvPr/>
          </p:nvSpPr>
          <p:spPr>
            <a:xfrm>
              <a:off x="5847601" y="4623800"/>
              <a:ext cx="17721" cy="96196"/>
            </a:xfrm>
            <a:custGeom>
              <a:avLst/>
              <a:pathLst>
                <a:path w="17721" h="96196">
                  <a:moveTo>
                    <a:pt x="0" y="1299"/>
                  </a:moveTo>
                  <a:lnTo>
                    <a:pt x="17721" y="0"/>
                  </a:lnTo>
                  <a:lnTo>
                    <a:pt x="17721" y="96196"/>
                  </a:lnTo>
                  <a:lnTo>
                    <a:pt x="0" y="96196"/>
                  </a:lnTo>
                  <a:close/>
                </a:path>
              </a:pathLst>
            </a:custGeom>
            <a:solidFill>
              <a:srgbClr val="CC9884">
                <a:alpha val="100000"/>
              </a:srgbClr>
            </a:solidFill>
            <a:ln w="4762" cap="rnd">
              <a:solidFill>
                <a:srgbClr val="CC98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g2012"/>
            <p:cNvSpPr/>
            <p:nvPr/>
          </p:nvSpPr>
          <p:spPr>
            <a:xfrm>
              <a:off x="5865322" y="4622178"/>
              <a:ext cx="17721" cy="97818"/>
            </a:xfrm>
            <a:custGeom>
              <a:avLst/>
              <a:pathLst>
                <a:path w="17721" h="97818">
                  <a:moveTo>
                    <a:pt x="0" y="1621"/>
                  </a:moveTo>
                  <a:lnTo>
                    <a:pt x="17721" y="0"/>
                  </a:lnTo>
                  <a:lnTo>
                    <a:pt x="17721" y="97818"/>
                  </a:lnTo>
                  <a:lnTo>
                    <a:pt x="0" y="97818"/>
                  </a:lnTo>
                  <a:close/>
                </a:path>
              </a:pathLst>
            </a:custGeom>
            <a:solidFill>
              <a:srgbClr val="CC9883">
                <a:alpha val="100000"/>
              </a:srgbClr>
            </a:solidFill>
            <a:ln w="4762" cap="rnd">
              <a:solidFill>
                <a:srgbClr val="CC98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g2013"/>
            <p:cNvSpPr/>
            <p:nvPr/>
          </p:nvSpPr>
          <p:spPr>
            <a:xfrm>
              <a:off x="5883044" y="4618283"/>
              <a:ext cx="35442" cy="101713"/>
            </a:xfrm>
            <a:custGeom>
              <a:avLst/>
              <a:pathLst>
                <a:path w="35442" h="101713">
                  <a:moveTo>
                    <a:pt x="0" y="3894"/>
                  </a:moveTo>
                  <a:lnTo>
                    <a:pt x="17721" y="2039"/>
                  </a:lnTo>
                  <a:lnTo>
                    <a:pt x="35442" y="0"/>
                  </a:lnTo>
                  <a:lnTo>
                    <a:pt x="35442" y="101713"/>
                  </a:lnTo>
                  <a:lnTo>
                    <a:pt x="17721" y="101713"/>
                  </a:lnTo>
                  <a:lnTo>
                    <a:pt x="0" y="101713"/>
                  </a:lnTo>
                  <a:close/>
                </a:path>
              </a:pathLst>
            </a:custGeom>
            <a:solidFill>
              <a:srgbClr val="CC9783">
                <a:alpha val="100000"/>
              </a:srgbClr>
            </a:solidFill>
            <a:ln w="4762" cap="rnd">
              <a:solidFill>
                <a:srgbClr val="CC97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g2014"/>
            <p:cNvSpPr/>
            <p:nvPr/>
          </p:nvSpPr>
          <p:spPr>
            <a:xfrm>
              <a:off x="5918486" y="4615947"/>
              <a:ext cx="17721" cy="104049"/>
            </a:xfrm>
            <a:custGeom>
              <a:avLst/>
              <a:pathLst>
                <a:path w="17721" h="104049">
                  <a:moveTo>
                    <a:pt x="0" y="2336"/>
                  </a:moveTo>
                  <a:lnTo>
                    <a:pt x="17721" y="0"/>
                  </a:lnTo>
                  <a:lnTo>
                    <a:pt x="17721" y="104049"/>
                  </a:lnTo>
                  <a:lnTo>
                    <a:pt x="0" y="104049"/>
                  </a:lnTo>
                  <a:close/>
                </a:path>
              </a:pathLst>
            </a:custGeom>
            <a:solidFill>
              <a:srgbClr val="CB9782">
                <a:alpha val="100000"/>
              </a:srgbClr>
            </a:solidFill>
            <a:ln w="4762" cap="rnd">
              <a:solidFill>
                <a:srgbClr val="CB97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g2015"/>
            <p:cNvSpPr/>
            <p:nvPr/>
          </p:nvSpPr>
          <p:spPr>
            <a:xfrm>
              <a:off x="5936208" y="4613384"/>
              <a:ext cx="17721" cy="106611"/>
            </a:xfrm>
            <a:custGeom>
              <a:avLst/>
              <a:pathLst>
                <a:path w="17721" h="106611">
                  <a:moveTo>
                    <a:pt x="0" y="2562"/>
                  </a:moveTo>
                  <a:lnTo>
                    <a:pt x="17721" y="0"/>
                  </a:lnTo>
                  <a:lnTo>
                    <a:pt x="17721" y="106611"/>
                  </a:lnTo>
                  <a:lnTo>
                    <a:pt x="0" y="106611"/>
                  </a:lnTo>
                  <a:close/>
                </a:path>
              </a:pathLst>
            </a:custGeom>
            <a:solidFill>
              <a:srgbClr val="CB9682">
                <a:alpha val="100000"/>
              </a:srgbClr>
            </a:solidFill>
            <a:ln w="4762" cap="rnd">
              <a:solidFill>
                <a:srgbClr val="CB96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g2016"/>
            <p:cNvSpPr/>
            <p:nvPr/>
          </p:nvSpPr>
          <p:spPr>
            <a:xfrm>
              <a:off x="5953929" y="4610650"/>
              <a:ext cx="17721" cy="109345"/>
            </a:xfrm>
            <a:custGeom>
              <a:avLst/>
              <a:pathLst>
                <a:path w="17721" h="109345">
                  <a:moveTo>
                    <a:pt x="0" y="2733"/>
                  </a:moveTo>
                  <a:lnTo>
                    <a:pt x="17721" y="0"/>
                  </a:lnTo>
                  <a:lnTo>
                    <a:pt x="17721" y="109345"/>
                  </a:lnTo>
                  <a:lnTo>
                    <a:pt x="0" y="109345"/>
                  </a:lnTo>
                  <a:close/>
                </a:path>
              </a:pathLst>
            </a:custGeom>
            <a:solidFill>
              <a:srgbClr val="CB9681">
                <a:alpha val="100000"/>
              </a:srgbClr>
            </a:solidFill>
            <a:ln w="4762" cap="rnd">
              <a:solidFill>
                <a:srgbClr val="CB9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g2017"/>
            <p:cNvSpPr/>
            <p:nvPr/>
          </p:nvSpPr>
          <p:spPr>
            <a:xfrm>
              <a:off x="5971650" y="4604432"/>
              <a:ext cx="35442" cy="115564"/>
            </a:xfrm>
            <a:custGeom>
              <a:avLst/>
              <a:pathLst>
                <a:path w="35442" h="115564">
                  <a:moveTo>
                    <a:pt x="0" y="6218"/>
                  </a:moveTo>
                  <a:lnTo>
                    <a:pt x="17721" y="3216"/>
                  </a:lnTo>
                  <a:lnTo>
                    <a:pt x="35442" y="0"/>
                  </a:lnTo>
                  <a:lnTo>
                    <a:pt x="35442" y="115564"/>
                  </a:lnTo>
                  <a:lnTo>
                    <a:pt x="17721" y="115564"/>
                  </a:lnTo>
                  <a:lnTo>
                    <a:pt x="0" y="115564"/>
                  </a:lnTo>
                  <a:close/>
                </a:path>
              </a:pathLst>
            </a:custGeom>
            <a:solidFill>
              <a:srgbClr val="CB9581">
                <a:alpha val="100000"/>
              </a:srgbClr>
            </a:solidFill>
            <a:ln w="4762" cap="rnd">
              <a:solidFill>
                <a:srgbClr val="CB95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g2018"/>
            <p:cNvSpPr/>
            <p:nvPr/>
          </p:nvSpPr>
          <p:spPr>
            <a:xfrm>
              <a:off x="6007093" y="4601059"/>
              <a:ext cx="17721" cy="118937"/>
            </a:xfrm>
            <a:custGeom>
              <a:avLst/>
              <a:pathLst>
                <a:path w="17721" h="118937">
                  <a:moveTo>
                    <a:pt x="0" y="3373"/>
                  </a:moveTo>
                  <a:lnTo>
                    <a:pt x="17721" y="0"/>
                  </a:lnTo>
                  <a:lnTo>
                    <a:pt x="17721" y="118937"/>
                  </a:lnTo>
                  <a:lnTo>
                    <a:pt x="0" y="118937"/>
                  </a:lnTo>
                  <a:close/>
                </a:path>
              </a:pathLst>
            </a:custGeom>
            <a:solidFill>
              <a:srgbClr val="CA9580">
                <a:alpha val="100000"/>
              </a:srgbClr>
            </a:solidFill>
            <a:ln w="4762" cap="rnd">
              <a:solidFill>
                <a:srgbClr val="CA95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g2019"/>
            <p:cNvSpPr/>
            <p:nvPr/>
          </p:nvSpPr>
          <p:spPr>
            <a:xfrm>
              <a:off x="6024815" y="4597449"/>
              <a:ext cx="17721" cy="122547"/>
            </a:xfrm>
            <a:custGeom>
              <a:avLst/>
              <a:pathLst>
                <a:path w="17721" h="122547">
                  <a:moveTo>
                    <a:pt x="0" y="3610"/>
                  </a:moveTo>
                  <a:lnTo>
                    <a:pt x="17721" y="0"/>
                  </a:lnTo>
                  <a:lnTo>
                    <a:pt x="17721" y="122547"/>
                  </a:lnTo>
                  <a:lnTo>
                    <a:pt x="0" y="122547"/>
                  </a:lnTo>
                  <a:close/>
                </a:path>
              </a:pathLst>
            </a:custGeom>
            <a:solidFill>
              <a:srgbClr val="CA9480">
                <a:alpha val="100000"/>
              </a:srgbClr>
            </a:solidFill>
            <a:ln w="4762" cap="rnd">
              <a:solidFill>
                <a:srgbClr val="CA94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g2020"/>
            <p:cNvSpPr/>
            <p:nvPr/>
          </p:nvSpPr>
          <p:spPr>
            <a:xfrm>
              <a:off x="6042536" y="4589691"/>
              <a:ext cx="35442" cy="130304"/>
            </a:xfrm>
            <a:custGeom>
              <a:avLst/>
              <a:pathLst>
                <a:path w="35442" h="130304">
                  <a:moveTo>
                    <a:pt x="0" y="7757"/>
                  </a:moveTo>
                  <a:lnTo>
                    <a:pt x="17721" y="3948"/>
                  </a:lnTo>
                  <a:lnTo>
                    <a:pt x="35442" y="0"/>
                  </a:lnTo>
                  <a:lnTo>
                    <a:pt x="35442" y="130304"/>
                  </a:lnTo>
                  <a:lnTo>
                    <a:pt x="17721" y="130304"/>
                  </a:lnTo>
                  <a:lnTo>
                    <a:pt x="0" y="130304"/>
                  </a:lnTo>
                  <a:close/>
                </a:path>
              </a:pathLst>
            </a:custGeom>
            <a:solidFill>
              <a:srgbClr val="CA947F">
                <a:alpha val="100000"/>
              </a:srgbClr>
            </a:solidFill>
            <a:ln w="4762" cap="rnd">
              <a:solidFill>
                <a:srgbClr val="CA94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g2021"/>
            <p:cNvSpPr/>
            <p:nvPr/>
          </p:nvSpPr>
          <p:spPr>
            <a:xfrm>
              <a:off x="6077979" y="4585539"/>
              <a:ext cx="17721" cy="134456"/>
            </a:xfrm>
            <a:custGeom>
              <a:avLst/>
              <a:pathLst>
                <a:path w="17721" h="134456">
                  <a:moveTo>
                    <a:pt x="0" y="4152"/>
                  </a:moveTo>
                  <a:lnTo>
                    <a:pt x="17721" y="0"/>
                  </a:lnTo>
                  <a:lnTo>
                    <a:pt x="17721" y="134456"/>
                  </a:lnTo>
                  <a:lnTo>
                    <a:pt x="0" y="134456"/>
                  </a:lnTo>
                  <a:close/>
                </a:path>
              </a:pathLst>
            </a:custGeom>
            <a:solidFill>
              <a:srgbClr val="C9937F">
                <a:alpha val="100000"/>
              </a:srgbClr>
            </a:solidFill>
            <a:ln w="4762" cap="rnd">
              <a:solidFill>
                <a:srgbClr val="C99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g2022"/>
            <p:cNvSpPr/>
            <p:nvPr/>
          </p:nvSpPr>
          <p:spPr>
            <a:xfrm>
              <a:off x="6095700" y="4581208"/>
              <a:ext cx="17721" cy="138787"/>
            </a:xfrm>
            <a:custGeom>
              <a:avLst/>
              <a:pathLst>
                <a:path w="17721" h="138787">
                  <a:moveTo>
                    <a:pt x="0" y="4330"/>
                  </a:moveTo>
                  <a:lnTo>
                    <a:pt x="17721" y="0"/>
                  </a:lnTo>
                  <a:lnTo>
                    <a:pt x="17721" y="138787"/>
                  </a:lnTo>
                  <a:lnTo>
                    <a:pt x="0" y="138787"/>
                  </a:lnTo>
                  <a:close/>
                </a:path>
              </a:pathLst>
            </a:custGeom>
            <a:solidFill>
              <a:srgbClr val="C9937E">
                <a:alpha val="100000"/>
              </a:srgbClr>
            </a:solidFill>
            <a:ln w="4762" cap="rnd">
              <a:solidFill>
                <a:srgbClr val="C99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g2023"/>
            <p:cNvSpPr/>
            <p:nvPr/>
          </p:nvSpPr>
          <p:spPr>
            <a:xfrm>
              <a:off x="6113421" y="4576758"/>
              <a:ext cx="17721" cy="143238"/>
            </a:xfrm>
            <a:custGeom>
              <a:avLst/>
              <a:pathLst>
                <a:path w="17721" h="143238">
                  <a:moveTo>
                    <a:pt x="0" y="4450"/>
                  </a:moveTo>
                  <a:lnTo>
                    <a:pt x="17721" y="0"/>
                  </a:lnTo>
                  <a:lnTo>
                    <a:pt x="17721" y="143238"/>
                  </a:lnTo>
                  <a:lnTo>
                    <a:pt x="0" y="143238"/>
                  </a:lnTo>
                  <a:close/>
                </a:path>
              </a:pathLst>
            </a:custGeom>
            <a:solidFill>
              <a:srgbClr val="C9927E">
                <a:alpha val="100000"/>
              </a:srgbClr>
            </a:solidFill>
            <a:ln w="4762" cap="rnd">
              <a:solidFill>
                <a:srgbClr val="C992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g2024"/>
            <p:cNvSpPr/>
            <p:nvPr/>
          </p:nvSpPr>
          <p:spPr>
            <a:xfrm>
              <a:off x="6131143" y="4567363"/>
              <a:ext cx="35442" cy="152632"/>
            </a:xfrm>
            <a:custGeom>
              <a:avLst/>
              <a:pathLst>
                <a:path w="35442" h="152632">
                  <a:moveTo>
                    <a:pt x="0" y="9394"/>
                  </a:moveTo>
                  <a:lnTo>
                    <a:pt x="17721" y="4774"/>
                  </a:lnTo>
                  <a:lnTo>
                    <a:pt x="35442" y="0"/>
                  </a:lnTo>
                  <a:lnTo>
                    <a:pt x="35442" y="152632"/>
                  </a:lnTo>
                  <a:lnTo>
                    <a:pt x="17721" y="152632"/>
                  </a:lnTo>
                  <a:lnTo>
                    <a:pt x="0" y="152632"/>
                  </a:lnTo>
                  <a:close/>
                </a:path>
              </a:pathLst>
            </a:custGeom>
            <a:solidFill>
              <a:srgbClr val="C9927D">
                <a:alpha val="100000"/>
              </a:srgbClr>
            </a:solidFill>
            <a:ln w="4762" cap="rnd">
              <a:solidFill>
                <a:srgbClr val="C992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g2025"/>
            <p:cNvSpPr/>
            <p:nvPr/>
          </p:nvSpPr>
          <p:spPr>
            <a:xfrm>
              <a:off x="6166585" y="4562490"/>
              <a:ext cx="17721" cy="157505"/>
            </a:xfrm>
            <a:custGeom>
              <a:avLst/>
              <a:pathLst>
                <a:path w="17721" h="157505">
                  <a:moveTo>
                    <a:pt x="0" y="4872"/>
                  </a:moveTo>
                  <a:lnTo>
                    <a:pt x="17721" y="0"/>
                  </a:lnTo>
                  <a:lnTo>
                    <a:pt x="17721" y="157505"/>
                  </a:lnTo>
                  <a:lnTo>
                    <a:pt x="0" y="157505"/>
                  </a:lnTo>
                  <a:close/>
                </a:path>
              </a:pathLst>
            </a:custGeom>
            <a:solidFill>
              <a:srgbClr val="C8917D">
                <a:alpha val="100000"/>
              </a:srgbClr>
            </a:solidFill>
            <a:ln w="4762" cap="rnd">
              <a:solidFill>
                <a:srgbClr val="C891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g2026"/>
            <p:cNvSpPr/>
            <p:nvPr/>
          </p:nvSpPr>
          <p:spPr>
            <a:xfrm>
              <a:off x="6184307" y="4557483"/>
              <a:ext cx="17721" cy="162512"/>
            </a:xfrm>
            <a:custGeom>
              <a:avLst/>
              <a:pathLst>
                <a:path w="17721" h="162512">
                  <a:moveTo>
                    <a:pt x="0" y="5007"/>
                  </a:moveTo>
                  <a:lnTo>
                    <a:pt x="17721" y="0"/>
                  </a:lnTo>
                  <a:lnTo>
                    <a:pt x="17721" y="162512"/>
                  </a:lnTo>
                  <a:lnTo>
                    <a:pt x="0" y="162512"/>
                  </a:lnTo>
                  <a:close/>
                </a:path>
              </a:pathLst>
            </a:custGeom>
            <a:solidFill>
              <a:srgbClr val="C8917C">
                <a:alpha val="100000"/>
              </a:srgbClr>
            </a:solidFill>
            <a:ln w="4762" cap="rnd">
              <a:solidFill>
                <a:srgbClr val="C891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g2027"/>
            <p:cNvSpPr/>
            <p:nvPr/>
          </p:nvSpPr>
          <p:spPr>
            <a:xfrm>
              <a:off x="6202028" y="4552351"/>
              <a:ext cx="17721" cy="167645"/>
            </a:xfrm>
            <a:custGeom>
              <a:avLst/>
              <a:pathLst>
                <a:path w="17721" h="167645">
                  <a:moveTo>
                    <a:pt x="0" y="5132"/>
                  </a:moveTo>
                  <a:lnTo>
                    <a:pt x="17721" y="0"/>
                  </a:lnTo>
                  <a:lnTo>
                    <a:pt x="17721" y="167645"/>
                  </a:lnTo>
                  <a:lnTo>
                    <a:pt x="0" y="167645"/>
                  </a:lnTo>
                  <a:close/>
                </a:path>
              </a:pathLst>
            </a:custGeom>
            <a:solidFill>
              <a:srgbClr val="C8907C">
                <a:alpha val="100000"/>
              </a:srgbClr>
            </a:solidFill>
            <a:ln w="4762" cap="rnd">
              <a:solidFill>
                <a:srgbClr val="C890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g2028"/>
            <p:cNvSpPr/>
            <p:nvPr/>
          </p:nvSpPr>
          <p:spPr>
            <a:xfrm>
              <a:off x="6219750" y="4541834"/>
              <a:ext cx="35442" cy="178161"/>
            </a:xfrm>
            <a:custGeom>
              <a:avLst/>
              <a:pathLst>
                <a:path w="35442" h="178161">
                  <a:moveTo>
                    <a:pt x="0" y="10516"/>
                  </a:moveTo>
                  <a:lnTo>
                    <a:pt x="17721" y="5307"/>
                  </a:lnTo>
                  <a:lnTo>
                    <a:pt x="35442" y="0"/>
                  </a:lnTo>
                  <a:lnTo>
                    <a:pt x="35442" y="178161"/>
                  </a:lnTo>
                  <a:lnTo>
                    <a:pt x="17721" y="178161"/>
                  </a:lnTo>
                  <a:lnTo>
                    <a:pt x="0" y="178161"/>
                  </a:lnTo>
                  <a:close/>
                </a:path>
              </a:pathLst>
            </a:custGeom>
            <a:solidFill>
              <a:srgbClr val="C8907B">
                <a:alpha val="100000"/>
              </a:srgbClr>
            </a:solidFill>
            <a:ln w="4762" cap="rnd">
              <a:solidFill>
                <a:srgbClr val="C890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g2029"/>
            <p:cNvSpPr/>
            <p:nvPr/>
          </p:nvSpPr>
          <p:spPr>
            <a:xfrm>
              <a:off x="6255192" y="4536434"/>
              <a:ext cx="17721" cy="183561"/>
            </a:xfrm>
            <a:custGeom>
              <a:avLst/>
              <a:pathLst>
                <a:path w="17721" h="183561">
                  <a:moveTo>
                    <a:pt x="0" y="5400"/>
                  </a:moveTo>
                  <a:lnTo>
                    <a:pt x="17721" y="0"/>
                  </a:lnTo>
                  <a:lnTo>
                    <a:pt x="17721" y="183561"/>
                  </a:lnTo>
                  <a:lnTo>
                    <a:pt x="0" y="183561"/>
                  </a:lnTo>
                  <a:close/>
                </a:path>
              </a:pathLst>
            </a:custGeom>
            <a:solidFill>
              <a:srgbClr val="C78F7B">
                <a:alpha val="100000"/>
              </a:srgbClr>
            </a:solidFill>
            <a:ln w="4762" cap="rnd">
              <a:solidFill>
                <a:srgbClr val="C78F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g2030"/>
            <p:cNvSpPr/>
            <p:nvPr/>
          </p:nvSpPr>
          <p:spPr>
            <a:xfrm>
              <a:off x="6272914" y="4530981"/>
              <a:ext cx="17721" cy="189014"/>
            </a:xfrm>
            <a:custGeom>
              <a:avLst/>
              <a:pathLst>
                <a:path w="17721" h="189014">
                  <a:moveTo>
                    <a:pt x="0" y="5452"/>
                  </a:moveTo>
                  <a:lnTo>
                    <a:pt x="17721" y="0"/>
                  </a:lnTo>
                  <a:lnTo>
                    <a:pt x="17721" y="189014"/>
                  </a:lnTo>
                  <a:lnTo>
                    <a:pt x="0" y="189014"/>
                  </a:lnTo>
                  <a:close/>
                </a:path>
              </a:pathLst>
            </a:custGeom>
            <a:solidFill>
              <a:srgbClr val="C78F7A">
                <a:alpha val="100000"/>
              </a:srgbClr>
            </a:solidFill>
            <a:ln w="4762" cap="rnd">
              <a:solidFill>
                <a:srgbClr val="C78F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g2031"/>
            <p:cNvSpPr/>
            <p:nvPr/>
          </p:nvSpPr>
          <p:spPr>
            <a:xfrm>
              <a:off x="6290635" y="4525464"/>
              <a:ext cx="17721" cy="194532"/>
            </a:xfrm>
            <a:custGeom>
              <a:avLst/>
              <a:pathLst>
                <a:path w="17721" h="194532">
                  <a:moveTo>
                    <a:pt x="0" y="5517"/>
                  </a:moveTo>
                  <a:lnTo>
                    <a:pt x="17721" y="0"/>
                  </a:lnTo>
                  <a:lnTo>
                    <a:pt x="17721" y="194532"/>
                  </a:lnTo>
                  <a:lnTo>
                    <a:pt x="0" y="194532"/>
                  </a:lnTo>
                  <a:close/>
                </a:path>
              </a:pathLst>
            </a:custGeom>
            <a:solidFill>
              <a:srgbClr val="C78E7A">
                <a:alpha val="100000"/>
              </a:srgbClr>
            </a:solidFill>
            <a:ln w="4762" cap="rnd">
              <a:solidFill>
                <a:srgbClr val="C78E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g2032"/>
            <p:cNvSpPr/>
            <p:nvPr/>
          </p:nvSpPr>
          <p:spPr>
            <a:xfrm>
              <a:off x="6308356" y="4519888"/>
              <a:ext cx="17721" cy="200107"/>
            </a:xfrm>
            <a:custGeom>
              <a:avLst/>
              <a:pathLst>
                <a:path w="17721" h="200107">
                  <a:moveTo>
                    <a:pt x="0" y="5575"/>
                  </a:moveTo>
                  <a:lnTo>
                    <a:pt x="17721" y="0"/>
                  </a:lnTo>
                  <a:lnTo>
                    <a:pt x="17721" y="200107"/>
                  </a:lnTo>
                  <a:lnTo>
                    <a:pt x="0" y="200107"/>
                  </a:lnTo>
                  <a:close/>
                </a:path>
              </a:pathLst>
            </a:custGeom>
            <a:solidFill>
              <a:srgbClr val="C78E79">
                <a:alpha val="100000"/>
              </a:srgbClr>
            </a:solidFill>
            <a:ln w="4762" cap="rnd">
              <a:solidFill>
                <a:srgbClr val="C7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g2033"/>
            <p:cNvSpPr/>
            <p:nvPr/>
          </p:nvSpPr>
          <p:spPr>
            <a:xfrm>
              <a:off x="6326078" y="4514285"/>
              <a:ext cx="17721" cy="205710"/>
            </a:xfrm>
            <a:custGeom>
              <a:avLst/>
              <a:pathLst>
                <a:path w="17721" h="205710">
                  <a:moveTo>
                    <a:pt x="0" y="5603"/>
                  </a:moveTo>
                  <a:lnTo>
                    <a:pt x="17721" y="0"/>
                  </a:lnTo>
                  <a:lnTo>
                    <a:pt x="17721" y="205710"/>
                  </a:lnTo>
                  <a:lnTo>
                    <a:pt x="0" y="205710"/>
                  </a:lnTo>
                  <a:close/>
                </a:path>
              </a:pathLst>
            </a:custGeom>
            <a:solidFill>
              <a:srgbClr val="C68E79">
                <a:alpha val="100000"/>
              </a:srgbClr>
            </a:solidFill>
            <a:ln w="4762" cap="rnd">
              <a:solidFill>
                <a:srgbClr val="C6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g2034"/>
            <p:cNvSpPr/>
            <p:nvPr/>
          </p:nvSpPr>
          <p:spPr>
            <a:xfrm>
              <a:off x="6343799" y="4508650"/>
              <a:ext cx="17721" cy="211345"/>
            </a:xfrm>
            <a:custGeom>
              <a:avLst/>
              <a:pathLst>
                <a:path w="17721" h="211345">
                  <a:moveTo>
                    <a:pt x="0" y="5634"/>
                  </a:moveTo>
                  <a:lnTo>
                    <a:pt x="17721" y="0"/>
                  </a:lnTo>
                  <a:lnTo>
                    <a:pt x="17721" y="211345"/>
                  </a:lnTo>
                  <a:lnTo>
                    <a:pt x="0" y="211345"/>
                  </a:lnTo>
                  <a:close/>
                </a:path>
              </a:pathLst>
            </a:custGeom>
            <a:solidFill>
              <a:srgbClr val="C68D79">
                <a:alpha val="100000"/>
              </a:srgbClr>
            </a:solidFill>
            <a:ln w="4762" cap="rnd">
              <a:solidFill>
                <a:srgbClr val="C68D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g2035"/>
            <p:cNvSpPr/>
            <p:nvPr/>
          </p:nvSpPr>
          <p:spPr>
            <a:xfrm>
              <a:off x="6361521" y="4497335"/>
              <a:ext cx="35442" cy="222660"/>
            </a:xfrm>
            <a:custGeom>
              <a:avLst/>
              <a:pathLst>
                <a:path w="35442" h="222660">
                  <a:moveTo>
                    <a:pt x="0" y="11315"/>
                  </a:moveTo>
                  <a:lnTo>
                    <a:pt x="17721" y="5659"/>
                  </a:lnTo>
                  <a:lnTo>
                    <a:pt x="35442" y="0"/>
                  </a:lnTo>
                  <a:lnTo>
                    <a:pt x="35442" y="222660"/>
                  </a:lnTo>
                  <a:lnTo>
                    <a:pt x="17721" y="222660"/>
                  </a:lnTo>
                  <a:lnTo>
                    <a:pt x="0" y="222660"/>
                  </a:lnTo>
                  <a:close/>
                </a:path>
              </a:pathLst>
            </a:custGeom>
            <a:solidFill>
              <a:srgbClr val="C68D78">
                <a:alpha val="100000"/>
              </a:srgbClr>
            </a:solidFill>
            <a:ln w="4762" cap="rnd">
              <a:solidFill>
                <a:srgbClr val="C68D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g2036"/>
            <p:cNvSpPr/>
            <p:nvPr/>
          </p:nvSpPr>
          <p:spPr>
            <a:xfrm>
              <a:off x="6396963" y="4491674"/>
              <a:ext cx="17721" cy="228321"/>
            </a:xfrm>
            <a:custGeom>
              <a:avLst/>
              <a:pathLst>
                <a:path w="17721" h="228321">
                  <a:moveTo>
                    <a:pt x="0" y="5660"/>
                  </a:moveTo>
                  <a:lnTo>
                    <a:pt x="17721" y="0"/>
                  </a:lnTo>
                  <a:lnTo>
                    <a:pt x="17721" y="228321"/>
                  </a:lnTo>
                  <a:lnTo>
                    <a:pt x="0" y="228321"/>
                  </a:lnTo>
                  <a:close/>
                </a:path>
              </a:pathLst>
            </a:custGeom>
            <a:solidFill>
              <a:srgbClr val="C68C77">
                <a:alpha val="100000"/>
              </a:srgbClr>
            </a:solidFill>
            <a:ln w="4762" cap="rnd">
              <a:solidFill>
                <a:srgbClr val="C6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g2037"/>
            <p:cNvSpPr/>
            <p:nvPr/>
          </p:nvSpPr>
          <p:spPr>
            <a:xfrm>
              <a:off x="6414685" y="4486032"/>
              <a:ext cx="17721" cy="233964"/>
            </a:xfrm>
            <a:custGeom>
              <a:avLst/>
              <a:pathLst>
                <a:path w="17721" h="233964">
                  <a:moveTo>
                    <a:pt x="0" y="5642"/>
                  </a:moveTo>
                  <a:lnTo>
                    <a:pt x="17721" y="0"/>
                  </a:lnTo>
                  <a:lnTo>
                    <a:pt x="17721" y="233964"/>
                  </a:lnTo>
                  <a:lnTo>
                    <a:pt x="0" y="233964"/>
                  </a:lnTo>
                  <a:close/>
                </a:path>
              </a:pathLst>
            </a:custGeom>
            <a:solidFill>
              <a:srgbClr val="C58C77">
                <a:alpha val="100000"/>
              </a:srgbClr>
            </a:solidFill>
            <a:ln w="4762" cap="rnd">
              <a:solidFill>
                <a:srgbClr val="C5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g2038"/>
            <p:cNvSpPr/>
            <p:nvPr/>
          </p:nvSpPr>
          <p:spPr>
            <a:xfrm>
              <a:off x="6432406" y="4480408"/>
              <a:ext cx="17721" cy="239587"/>
            </a:xfrm>
            <a:custGeom>
              <a:avLst/>
              <a:pathLst>
                <a:path w="17721" h="239587">
                  <a:moveTo>
                    <a:pt x="0" y="5623"/>
                  </a:moveTo>
                  <a:lnTo>
                    <a:pt x="17721" y="0"/>
                  </a:lnTo>
                  <a:lnTo>
                    <a:pt x="17721" y="239587"/>
                  </a:lnTo>
                  <a:lnTo>
                    <a:pt x="0" y="239587"/>
                  </a:lnTo>
                  <a:close/>
                </a:path>
              </a:pathLst>
            </a:custGeom>
            <a:solidFill>
              <a:srgbClr val="C58B77">
                <a:alpha val="100000"/>
              </a:srgbClr>
            </a:solidFill>
            <a:ln w="4762" cap="rnd">
              <a:solidFill>
                <a:srgbClr val="C58B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g2039"/>
            <p:cNvSpPr/>
            <p:nvPr/>
          </p:nvSpPr>
          <p:spPr>
            <a:xfrm>
              <a:off x="6450127" y="4469270"/>
              <a:ext cx="35442" cy="250726"/>
            </a:xfrm>
            <a:custGeom>
              <a:avLst/>
              <a:pathLst>
                <a:path w="35442" h="250726">
                  <a:moveTo>
                    <a:pt x="0" y="11138"/>
                  </a:moveTo>
                  <a:lnTo>
                    <a:pt x="17721" y="5540"/>
                  </a:lnTo>
                  <a:lnTo>
                    <a:pt x="35442" y="0"/>
                  </a:lnTo>
                  <a:lnTo>
                    <a:pt x="35442" y="250726"/>
                  </a:lnTo>
                  <a:lnTo>
                    <a:pt x="17721" y="250726"/>
                  </a:lnTo>
                  <a:lnTo>
                    <a:pt x="0" y="250726"/>
                  </a:lnTo>
                  <a:close/>
                </a:path>
              </a:pathLst>
            </a:custGeom>
            <a:solidFill>
              <a:srgbClr val="C58B76">
                <a:alpha val="100000"/>
              </a:srgbClr>
            </a:solidFill>
            <a:ln w="4762" cap="rnd">
              <a:solidFill>
                <a:srgbClr val="C58B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g2040"/>
            <p:cNvSpPr/>
            <p:nvPr/>
          </p:nvSpPr>
          <p:spPr>
            <a:xfrm>
              <a:off x="6485570" y="4458319"/>
              <a:ext cx="35442" cy="261676"/>
            </a:xfrm>
            <a:custGeom>
              <a:avLst/>
              <a:pathLst>
                <a:path w="35442" h="261676">
                  <a:moveTo>
                    <a:pt x="0" y="10950"/>
                  </a:moveTo>
                  <a:lnTo>
                    <a:pt x="17721" y="5450"/>
                  </a:lnTo>
                  <a:lnTo>
                    <a:pt x="35442" y="0"/>
                  </a:lnTo>
                  <a:lnTo>
                    <a:pt x="35442" y="261676"/>
                  </a:lnTo>
                  <a:lnTo>
                    <a:pt x="17721" y="261676"/>
                  </a:lnTo>
                  <a:lnTo>
                    <a:pt x="0" y="261676"/>
                  </a:lnTo>
                  <a:close/>
                </a:path>
              </a:pathLst>
            </a:custGeom>
            <a:solidFill>
              <a:srgbClr val="C48A75">
                <a:alpha val="100000"/>
              </a:srgbClr>
            </a:solidFill>
            <a:ln w="4762" cap="rnd">
              <a:solidFill>
                <a:srgbClr val="C48A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g2041"/>
            <p:cNvSpPr/>
            <p:nvPr/>
          </p:nvSpPr>
          <p:spPr>
            <a:xfrm>
              <a:off x="6521013" y="4452962"/>
              <a:ext cx="17721" cy="267033"/>
            </a:xfrm>
            <a:custGeom>
              <a:avLst/>
              <a:pathLst>
                <a:path w="17721" h="267033">
                  <a:moveTo>
                    <a:pt x="0" y="5356"/>
                  </a:moveTo>
                  <a:lnTo>
                    <a:pt x="17721" y="0"/>
                  </a:lnTo>
                  <a:lnTo>
                    <a:pt x="17721" y="267033"/>
                  </a:lnTo>
                  <a:lnTo>
                    <a:pt x="0" y="267033"/>
                  </a:lnTo>
                  <a:close/>
                </a:path>
              </a:pathLst>
            </a:custGeom>
            <a:solidFill>
              <a:srgbClr val="C48975">
                <a:alpha val="100000"/>
              </a:srgbClr>
            </a:solidFill>
            <a:ln w="4762" cap="rnd">
              <a:solidFill>
                <a:srgbClr val="C489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g2042"/>
            <p:cNvSpPr/>
            <p:nvPr/>
          </p:nvSpPr>
          <p:spPr>
            <a:xfrm>
              <a:off x="6538734" y="4442438"/>
              <a:ext cx="35442" cy="277558"/>
            </a:xfrm>
            <a:custGeom>
              <a:avLst/>
              <a:pathLst>
                <a:path w="35442" h="277558">
                  <a:moveTo>
                    <a:pt x="0" y="10524"/>
                  </a:moveTo>
                  <a:lnTo>
                    <a:pt x="17721" y="5227"/>
                  </a:lnTo>
                  <a:lnTo>
                    <a:pt x="35442" y="0"/>
                  </a:lnTo>
                  <a:lnTo>
                    <a:pt x="35442" y="277558"/>
                  </a:lnTo>
                  <a:lnTo>
                    <a:pt x="17721" y="277558"/>
                  </a:lnTo>
                  <a:lnTo>
                    <a:pt x="0" y="277558"/>
                  </a:lnTo>
                  <a:close/>
                </a:path>
              </a:pathLst>
            </a:custGeom>
            <a:solidFill>
              <a:srgbClr val="C48974">
                <a:alpha val="100000"/>
              </a:srgbClr>
            </a:solidFill>
            <a:ln w="4762" cap="rnd">
              <a:solidFill>
                <a:srgbClr val="C489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g2043"/>
            <p:cNvSpPr/>
            <p:nvPr/>
          </p:nvSpPr>
          <p:spPr>
            <a:xfrm>
              <a:off x="6574177" y="4432316"/>
              <a:ext cx="35442" cy="287679"/>
            </a:xfrm>
            <a:custGeom>
              <a:avLst/>
              <a:pathLst>
                <a:path w="35442" h="287679">
                  <a:moveTo>
                    <a:pt x="0" y="10121"/>
                  </a:moveTo>
                  <a:lnTo>
                    <a:pt x="17721" y="5022"/>
                  </a:lnTo>
                  <a:lnTo>
                    <a:pt x="35442" y="0"/>
                  </a:lnTo>
                  <a:lnTo>
                    <a:pt x="35442" y="287679"/>
                  </a:lnTo>
                  <a:lnTo>
                    <a:pt x="17721" y="287679"/>
                  </a:lnTo>
                  <a:lnTo>
                    <a:pt x="0" y="287679"/>
                  </a:lnTo>
                  <a:close/>
                </a:path>
              </a:pathLst>
            </a:custGeom>
            <a:solidFill>
              <a:srgbClr val="C38873">
                <a:alpha val="100000"/>
              </a:srgbClr>
            </a:solidFill>
            <a:ln w="4762" cap="rnd">
              <a:solidFill>
                <a:srgbClr val="C388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g2044"/>
            <p:cNvSpPr/>
            <p:nvPr/>
          </p:nvSpPr>
          <p:spPr>
            <a:xfrm>
              <a:off x="6609620" y="4427379"/>
              <a:ext cx="17721" cy="292616"/>
            </a:xfrm>
            <a:custGeom>
              <a:avLst/>
              <a:pathLst>
                <a:path w="17721" h="292616">
                  <a:moveTo>
                    <a:pt x="0" y="4937"/>
                  </a:moveTo>
                  <a:lnTo>
                    <a:pt x="17721" y="0"/>
                  </a:lnTo>
                  <a:lnTo>
                    <a:pt x="17721" y="292616"/>
                  </a:lnTo>
                  <a:lnTo>
                    <a:pt x="0" y="292616"/>
                  </a:lnTo>
                  <a:close/>
                </a:path>
              </a:pathLst>
            </a:custGeom>
            <a:solidFill>
              <a:srgbClr val="C38773">
                <a:alpha val="100000"/>
              </a:srgbClr>
            </a:solidFill>
            <a:ln w="4762" cap="rnd">
              <a:solidFill>
                <a:srgbClr val="C387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g2045"/>
            <p:cNvSpPr/>
            <p:nvPr/>
          </p:nvSpPr>
          <p:spPr>
            <a:xfrm>
              <a:off x="6627341" y="4417913"/>
              <a:ext cx="35442" cy="302082"/>
            </a:xfrm>
            <a:custGeom>
              <a:avLst/>
              <a:pathLst>
                <a:path w="35442" h="302082">
                  <a:moveTo>
                    <a:pt x="0" y="9465"/>
                  </a:moveTo>
                  <a:lnTo>
                    <a:pt x="17721" y="4687"/>
                  </a:lnTo>
                  <a:lnTo>
                    <a:pt x="35442" y="0"/>
                  </a:lnTo>
                  <a:lnTo>
                    <a:pt x="35442" y="302082"/>
                  </a:lnTo>
                  <a:lnTo>
                    <a:pt x="17721" y="302082"/>
                  </a:lnTo>
                  <a:lnTo>
                    <a:pt x="0" y="302082"/>
                  </a:lnTo>
                  <a:close/>
                </a:path>
              </a:pathLst>
            </a:custGeom>
            <a:solidFill>
              <a:srgbClr val="C38772">
                <a:alpha val="100000"/>
              </a:srgbClr>
            </a:solidFill>
            <a:ln w="4762" cap="rnd">
              <a:solidFill>
                <a:srgbClr val="C387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g2046"/>
            <p:cNvSpPr/>
            <p:nvPr/>
          </p:nvSpPr>
          <p:spPr>
            <a:xfrm>
              <a:off x="6662784" y="4404611"/>
              <a:ext cx="53164" cy="315384"/>
            </a:xfrm>
            <a:custGeom>
              <a:avLst/>
              <a:pathLst>
                <a:path w="53164" h="315384">
                  <a:moveTo>
                    <a:pt x="0" y="13301"/>
                  </a:moveTo>
                  <a:lnTo>
                    <a:pt x="17721" y="8709"/>
                  </a:lnTo>
                  <a:lnTo>
                    <a:pt x="35442" y="4304"/>
                  </a:lnTo>
                  <a:lnTo>
                    <a:pt x="53164" y="0"/>
                  </a:lnTo>
                  <a:lnTo>
                    <a:pt x="53164" y="315384"/>
                  </a:lnTo>
                  <a:lnTo>
                    <a:pt x="35442" y="315384"/>
                  </a:lnTo>
                  <a:lnTo>
                    <a:pt x="17721" y="315384"/>
                  </a:lnTo>
                  <a:lnTo>
                    <a:pt x="0" y="315384"/>
                  </a:lnTo>
                  <a:close/>
                </a:path>
              </a:pathLst>
            </a:custGeom>
            <a:solidFill>
              <a:srgbClr val="C28671">
                <a:alpha val="100000"/>
              </a:srgbClr>
            </a:solidFill>
            <a:ln w="4762" cap="rnd">
              <a:solidFill>
                <a:srgbClr val="C286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g2047"/>
            <p:cNvSpPr/>
            <p:nvPr/>
          </p:nvSpPr>
          <p:spPr>
            <a:xfrm>
              <a:off x="6715948" y="4400409"/>
              <a:ext cx="17721" cy="319586"/>
            </a:xfrm>
            <a:custGeom>
              <a:avLst/>
              <a:pathLst>
                <a:path w="17721" h="319586">
                  <a:moveTo>
                    <a:pt x="0" y="4202"/>
                  </a:moveTo>
                  <a:lnTo>
                    <a:pt x="17721" y="0"/>
                  </a:lnTo>
                  <a:lnTo>
                    <a:pt x="17721" y="319586"/>
                  </a:lnTo>
                  <a:lnTo>
                    <a:pt x="0" y="319586"/>
                  </a:lnTo>
                  <a:close/>
                </a:path>
              </a:pathLst>
            </a:custGeom>
            <a:solidFill>
              <a:srgbClr val="C28570">
                <a:alpha val="100000"/>
              </a:srgbClr>
            </a:solidFill>
            <a:ln w="4762" cap="rnd">
              <a:solidFill>
                <a:srgbClr val="C2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g2048"/>
            <p:cNvSpPr/>
            <p:nvPr/>
          </p:nvSpPr>
          <p:spPr>
            <a:xfrm>
              <a:off x="6733669" y="4396415"/>
              <a:ext cx="17721" cy="323580"/>
            </a:xfrm>
            <a:custGeom>
              <a:avLst/>
              <a:pathLst>
                <a:path w="17721" h="323580">
                  <a:moveTo>
                    <a:pt x="0" y="3994"/>
                  </a:moveTo>
                  <a:lnTo>
                    <a:pt x="17721" y="0"/>
                  </a:lnTo>
                  <a:lnTo>
                    <a:pt x="17721" y="323580"/>
                  </a:lnTo>
                  <a:lnTo>
                    <a:pt x="0" y="323580"/>
                  </a:lnTo>
                  <a:close/>
                </a:path>
              </a:pathLst>
            </a:custGeom>
            <a:solidFill>
              <a:srgbClr val="C18570">
                <a:alpha val="100000"/>
              </a:srgbClr>
            </a:solidFill>
            <a:ln w="4762" cap="rnd">
              <a:solidFill>
                <a:srgbClr val="C1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g2049"/>
            <p:cNvSpPr/>
            <p:nvPr/>
          </p:nvSpPr>
          <p:spPr>
            <a:xfrm>
              <a:off x="6751391" y="4385195"/>
              <a:ext cx="53164" cy="334800"/>
            </a:xfrm>
            <a:custGeom>
              <a:avLst/>
              <a:pathLst>
                <a:path w="53164" h="334800">
                  <a:moveTo>
                    <a:pt x="0" y="11219"/>
                  </a:moveTo>
                  <a:lnTo>
                    <a:pt x="17721" y="7335"/>
                  </a:lnTo>
                  <a:lnTo>
                    <a:pt x="35442" y="3560"/>
                  </a:lnTo>
                  <a:lnTo>
                    <a:pt x="53164" y="0"/>
                  </a:lnTo>
                  <a:lnTo>
                    <a:pt x="53164" y="334800"/>
                  </a:lnTo>
                  <a:lnTo>
                    <a:pt x="35442" y="334800"/>
                  </a:lnTo>
                  <a:lnTo>
                    <a:pt x="17721" y="334800"/>
                  </a:lnTo>
                  <a:lnTo>
                    <a:pt x="0" y="334800"/>
                  </a:lnTo>
                  <a:close/>
                </a:path>
              </a:pathLst>
            </a:custGeom>
            <a:solidFill>
              <a:srgbClr val="C1846F">
                <a:alpha val="100000"/>
              </a:srgbClr>
            </a:solidFill>
            <a:ln w="4762" cap="rnd">
              <a:solidFill>
                <a:srgbClr val="C184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g2050"/>
            <p:cNvSpPr/>
            <p:nvPr/>
          </p:nvSpPr>
          <p:spPr>
            <a:xfrm>
              <a:off x="6804555" y="4381754"/>
              <a:ext cx="17721" cy="338241"/>
            </a:xfrm>
            <a:custGeom>
              <a:avLst/>
              <a:pathLst>
                <a:path w="17721" h="338241">
                  <a:moveTo>
                    <a:pt x="0" y="3440"/>
                  </a:moveTo>
                  <a:lnTo>
                    <a:pt x="17721" y="0"/>
                  </a:lnTo>
                  <a:lnTo>
                    <a:pt x="17721" y="338241"/>
                  </a:lnTo>
                  <a:lnTo>
                    <a:pt x="0" y="338241"/>
                  </a:lnTo>
                  <a:close/>
                </a:path>
              </a:pathLst>
            </a:custGeom>
            <a:solidFill>
              <a:srgbClr val="C1836E">
                <a:alpha val="100000"/>
              </a:srgbClr>
            </a:solidFill>
            <a:ln w="4762" cap="rnd">
              <a:solidFill>
                <a:srgbClr val="C1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g2051"/>
            <p:cNvSpPr/>
            <p:nvPr/>
          </p:nvSpPr>
          <p:spPr>
            <a:xfrm>
              <a:off x="6822276" y="4378428"/>
              <a:ext cx="17721" cy="341568"/>
            </a:xfrm>
            <a:custGeom>
              <a:avLst/>
              <a:pathLst>
                <a:path w="17721" h="341568">
                  <a:moveTo>
                    <a:pt x="0" y="3326"/>
                  </a:moveTo>
                  <a:lnTo>
                    <a:pt x="17721" y="0"/>
                  </a:lnTo>
                  <a:lnTo>
                    <a:pt x="17721" y="341568"/>
                  </a:lnTo>
                  <a:lnTo>
                    <a:pt x="0" y="341568"/>
                  </a:lnTo>
                  <a:close/>
                </a:path>
              </a:pathLst>
            </a:custGeom>
            <a:solidFill>
              <a:srgbClr val="C0836E">
                <a:alpha val="100000"/>
              </a:srgbClr>
            </a:solidFill>
            <a:ln w="4762" cap="rnd">
              <a:solidFill>
                <a:srgbClr val="C0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g2052"/>
            <p:cNvSpPr/>
            <p:nvPr/>
          </p:nvSpPr>
          <p:spPr>
            <a:xfrm>
              <a:off x="6839997" y="4369466"/>
              <a:ext cx="53164" cy="350529"/>
            </a:xfrm>
            <a:custGeom>
              <a:avLst/>
              <a:pathLst>
                <a:path w="53164" h="350529">
                  <a:moveTo>
                    <a:pt x="0" y="8961"/>
                  </a:moveTo>
                  <a:lnTo>
                    <a:pt x="17721" y="5850"/>
                  </a:lnTo>
                  <a:lnTo>
                    <a:pt x="35442" y="2867"/>
                  </a:lnTo>
                  <a:lnTo>
                    <a:pt x="53164" y="0"/>
                  </a:lnTo>
                  <a:lnTo>
                    <a:pt x="53164" y="350529"/>
                  </a:lnTo>
                  <a:lnTo>
                    <a:pt x="35442" y="350529"/>
                  </a:lnTo>
                  <a:lnTo>
                    <a:pt x="17721" y="350529"/>
                  </a:lnTo>
                  <a:lnTo>
                    <a:pt x="0" y="350529"/>
                  </a:lnTo>
                  <a:close/>
                </a:path>
              </a:pathLst>
            </a:custGeom>
            <a:solidFill>
              <a:srgbClr val="C0826D">
                <a:alpha val="100000"/>
              </a:srgbClr>
            </a:solidFill>
            <a:ln w="4762" cap="rnd">
              <a:solidFill>
                <a:srgbClr val="C082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g2053"/>
            <p:cNvSpPr/>
            <p:nvPr/>
          </p:nvSpPr>
          <p:spPr>
            <a:xfrm>
              <a:off x="6893162" y="4364290"/>
              <a:ext cx="35442" cy="355705"/>
            </a:xfrm>
            <a:custGeom>
              <a:avLst/>
              <a:pathLst>
                <a:path w="35442" h="355705">
                  <a:moveTo>
                    <a:pt x="0" y="5175"/>
                  </a:moveTo>
                  <a:lnTo>
                    <a:pt x="17721" y="2521"/>
                  </a:lnTo>
                  <a:lnTo>
                    <a:pt x="35442" y="0"/>
                  </a:lnTo>
                  <a:lnTo>
                    <a:pt x="35442" y="355705"/>
                  </a:lnTo>
                  <a:lnTo>
                    <a:pt x="17721" y="355705"/>
                  </a:lnTo>
                  <a:lnTo>
                    <a:pt x="0" y="355705"/>
                  </a:lnTo>
                  <a:close/>
                </a:path>
              </a:pathLst>
            </a:custGeom>
            <a:solidFill>
              <a:srgbClr val="BF816C">
                <a:alpha val="100000"/>
              </a:srgbClr>
            </a:solidFill>
            <a:ln w="4762" cap="rnd">
              <a:solidFill>
                <a:srgbClr val="BF81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g2054"/>
            <p:cNvSpPr/>
            <p:nvPr/>
          </p:nvSpPr>
          <p:spPr>
            <a:xfrm>
              <a:off x="6928604" y="4357624"/>
              <a:ext cx="53164" cy="362371"/>
            </a:xfrm>
            <a:custGeom>
              <a:avLst/>
              <a:pathLst>
                <a:path w="53164" h="362371">
                  <a:moveTo>
                    <a:pt x="0" y="6665"/>
                  </a:moveTo>
                  <a:lnTo>
                    <a:pt x="17721" y="4260"/>
                  </a:lnTo>
                  <a:lnTo>
                    <a:pt x="35442" y="2062"/>
                  </a:lnTo>
                  <a:lnTo>
                    <a:pt x="53164" y="0"/>
                  </a:lnTo>
                  <a:lnTo>
                    <a:pt x="53164" y="362371"/>
                  </a:lnTo>
                  <a:lnTo>
                    <a:pt x="35442" y="362371"/>
                  </a:lnTo>
                  <a:lnTo>
                    <a:pt x="17721" y="362371"/>
                  </a:lnTo>
                  <a:lnTo>
                    <a:pt x="0" y="362371"/>
                  </a:lnTo>
                  <a:close/>
                </a:path>
              </a:pathLst>
            </a:custGeom>
            <a:solidFill>
              <a:srgbClr val="BF806B">
                <a:alpha val="100000"/>
              </a:srgbClr>
            </a:solidFill>
            <a:ln w="4762" cap="rnd">
              <a:solidFill>
                <a:srgbClr val="BF8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g2055"/>
            <p:cNvSpPr/>
            <p:nvPr/>
          </p:nvSpPr>
          <p:spPr>
            <a:xfrm>
              <a:off x="6981768" y="4353929"/>
              <a:ext cx="35442" cy="366066"/>
            </a:xfrm>
            <a:custGeom>
              <a:avLst/>
              <a:pathLst>
                <a:path w="35442" h="366066">
                  <a:moveTo>
                    <a:pt x="0" y="3695"/>
                  </a:moveTo>
                  <a:lnTo>
                    <a:pt x="17721" y="1747"/>
                  </a:lnTo>
                  <a:lnTo>
                    <a:pt x="35442" y="0"/>
                  </a:lnTo>
                  <a:lnTo>
                    <a:pt x="35442" y="366066"/>
                  </a:lnTo>
                  <a:lnTo>
                    <a:pt x="17721" y="366066"/>
                  </a:lnTo>
                  <a:lnTo>
                    <a:pt x="0" y="366066"/>
                  </a:lnTo>
                  <a:close/>
                </a:path>
              </a:pathLst>
            </a:custGeom>
            <a:solidFill>
              <a:srgbClr val="BE7F6A">
                <a:alpha val="100000"/>
              </a:srgbClr>
            </a:solidFill>
            <a:ln w="4762" cap="rnd">
              <a:solidFill>
                <a:srgbClr val="BE7F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g2056"/>
            <p:cNvSpPr/>
            <p:nvPr/>
          </p:nvSpPr>
          <p:spPr>
            <a:xfrm>
              <a:off x="7017211" y="4352320"/>
              <a:ext cx="17721" cy="367676"/>
            </a:xfrm>
            <a:custGeom>
              <a:avLst/>
              <a:pathLst>
                <a:path w="17721" h="367676">
                  <a:moveTo>
                    <a:pt x="0" y="1609"/>
                  </a:moveTo>
                  <a:lnTo>
                    <a:pt x="17721" y="0"/>
                  </a:lnTo>
                  <a:lnTo>
                    <a:pt x="17721" y="367676"/>
                  </a:lnTo>
                  <a:lnTo>
                    <a:pt x="0" y="367676"/>
                  </a:lnTo>
                  <a:close/>
                </a:path>
              </a:pathLst>
            </a:custGeom>
            <a:solidFill>
              <a:srgbClr val="BE7F69">
                <a:alpha val="100000"/>
              </a:srgbClr>
            </a:solidFill>
            <a:ln w="4762" cap="rnd">
              <a:solidFill>
                <a:srgbClr val="BE7F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g2057"/>
            <p:cNvSpPr/>
            <p:nvPr/>
          </p:nvSpPr>
          <p:spPr>
            <a:xfrm>
              <a:off x="7034932" y="4350823"/>
              <a:ext cx="17721" cy="369172"/>
            </a:xfrm>
            <a:custGeom>
              <a:avLst/>
              <a:pathLst>
                <a:path w="17721" h="369172">
                  <a:moveTo>
                    <a:pt x="0" y="1496"/>
                  </a:moveTo>
                  <a:lnTo>
                    <a:pt x="17721" y="0"/>
                  </a:lnTo>
                  <a:lnTo>
                    <a:pt x="17721" y="369172"/>
                  </a:lnTo>
                  <a:lnTo>
                    <a:pt x="0" y="369172"/>
                  </a:lnTo>
                  <a:close/>
                </a:path>
              </a:pathLst>
            </a:custGeom>
            <a:solidFill>
              <a:srgbClr val="BE7E69">
                <a:alpha val="100000"/>
              </a:srgbClr>
            </a:solidFill>
            <a:ln w="4762" cap="rnd">
              <a:solidFill>
                <a:srgbClr val="BE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g2058"/>
            <p:cNvSpPr/>
            <p:nvPr/>
          </p:nvSpPr>
          <p:spPr>
            <a:xfrm>
              <a:off x="7052654" y="4349517"/>
              <a:ext cx="17721" cy="370478"/>
            </a:xfrm>
            <a:custGeom>
              <a:avLst/>
              <a:pathLst>
                <a:path w="17721" h="370478">
                  <a:moveTo>
                    <a:pt x="0" y="1305"/>
                  </a:moveTo>
                  <a:lnTo>
                    <a:pt x="17721" y="0"/>
                  </a:lnTo>
                  <a:lnTo>
                    <a:pt x="17721" y="370478"/>
                  </a:lnTo>
                  <a:lnTo>
                    <a:pt x="0" y="370478"/>
                  </a:lnTo>
                  <a:close/>
                </a:path>
              </a:pathLst>
            </a:custGeom>
            <a:solidFill>
              <a:srgbClr val="BD7E69">
                <a:alpha val="100000"/>
              </a:srgbClr>
            </a:solidFill>
            <a:ln w="4762" cap="rnd">
              <a:solidFill>
                <a:srgbClr val="BD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g2059"/>
            <p:cNvSpPr/>
            <p:nvPr/>
          </p:nvSpPr>
          <p:spPr>
            <a:xfrm>
              <a:off x="7070375" y="4346424"/>
              <a:ext cx="53164" cy="373571"/>
            </a:xfrm>
            <a:custGeom>
              <a:avLst/>
              <a:pathLst>
                <a:path w="53164" h="373571">
                  <a:moveTo>
                    <a:pt x="0" y="3092"/>
                  </a:moveTo>
                  <a:lnTo>
                    <a:pt x="17721" y="1927"/>
                  </a:lnTo>
                  <a:lnTo>
                    <a:pt x="35442" y="872"/>
                  </a:lnTo>
                  <a:lnTo>
                    <a:pt x="53164" y="0"/>
                  </a:lnTo>
                  <a:lnTo>
                    <a:pt x="53164" y="373571"/>
                  </a:lnTo>
                  <a:lnTo>
                    <a:pt x="35442" y="373571"/>
                  </a:lnTo>
                  <a:lnTo>
                    <a:pt x="17721" y="373571"/>
                  </a:lnTo>
                  <a:lnTo>
                    <a:pt x="0" y="373571"/>
                  </a:lnTo>
                  <a:close/>
                </a:path>
              </a:pathLst>
            </a:custGeom>
            <a:solidFill>
              <a:srgbClr val="BD7D68">
                <a:alpha val="100000"/>
              </a:srgbClr>
            </a:solidFill>
            <a:ln w="4762" cap="rnd">
              <a:solidFill>
                <a:srgbClr val="BD7D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g2060"/>
            <p:cNvSpPr/>
            <p:nvPr/>
          </p:nvSpPr>
          <p:spPr>
            <a:xfrm>
              <a:off x="7123539" y="4345074"/>
              <a:ext cx="35442" cy="374922"/>
            </a:xfrm>
            <a:custGeom>
              <a:avLst/>
              <a:pathLst>
                <a:path w="35442" h="374922">
                  <a:moveTo>
                    <a:pt x="0" y="1350"/>
                  </a:moveTo>
                  <a:lnTo>
                    <a:pt x="17721" y="620"/>
                  </a:lnTo>
                  <a:lnTo>
                    <a:pt x="35442" y="0"/>
                  </a:lnTo>
                  <a:lnTo>
                    <a:pt x="35442" y="374922"/>
                  </a:lnTo>
                  <a:lnTo>
                    <a:pt x="17721" y="374922"/>
                  </a:lnTo>
                  <a:lnTo>
                    <a:pt x="0" y="374922"/>
                  </a:lnTo>
                  <a:close/>
                </a:path>
              </a:pathLst>
            </a:custGeom>
            <a:solidFill>
              <a:srgbClr val="BC7C67">
                <a:alpha val="100000"/>
              </a:srgbClr>
            </a:solidFill>
            <a:ln w="4762" cap="rnd">
              <a:solidFill>
                <a:srgbClr val="BC7C6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g2061"/>
            <p:cNvSpPr/>
            <p:nvPr/>
          </p:nvSpPr>
          <p:spPr>
            <a:xfrm>
              <a:off x="7158982" y="4344135"/>
              <a:ext cx="53164" cy="375861"/>
            </a:xfrm>
            <a:custGeom>
              <a:avLst/>
              <a:pathLst>
                <a:path w="53164" h="375861">
                  <a:moveTo>
                    <a:pt x="0" y="939"/>
                  </a:moveTo>
                  <a:lnTo>
                    <a:pt x="17721" y="492"/>
                  </a:lnTo>
                  <a:lnTo>
                    <a:pt x="35442" y="192"/>
                  </a:lnTo>
                  <a:lnTo>
                    <a:pt x="53164" y="0"/>
                  </a:lnTo>
                  <a:lnTo>
                    <a:pt x="53164" y="375861"/>
                  </a:lnTo>
                  <a:lnTo>
                    <a:pt x="35442" y="375861"/>
                  </a:lnTo>
                  <a:lnTo>
                    <a:pt x="17721" y="375861"/>
                  </a:lnTo>
                  <a:lnTo>
                    <a:pt x="0" y="375861"/>
                  </a:lnTo>
                  <a:close/>
                </a:path>
              </a:pathLst>
            </a:custGeom>
            <a:solidFill>
              <a:srgbClr val="BC7B66">
                <a:alpha val="100000"/>
              </a:srgbClr>
            </a:solidFill>
            <a:ln w="4762" cap="rnd">
              <a:solidFill>
                <a:srgbClr val="BC7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g2062"/>
            <p:cNvSpPr/>
            <p:nvPr/>
          </p:nvSpPr>
          <p:spPr>
            <a:xfrm>
              <a:off x="7212146" y="4344111"/>
              <a:ext cx="35442" cy="375884"/>
            </a:xfrm>
            <a:custGeom>
              <a:avLst/>
              <a:pathLst>
                <a:path w="35442" h="375884">
                  <a:moveTo>
                    <a:pt x="0" y="23"/>
                  </a:moveTo>
                  <a:lnTo>
                    <a:pt x="17721" y="0"/>
                  </a:lnTo>
                  <a:lnTo>
                    <a:pt x="35442" y="126"/>
                  </a:lnTo>
                  <a:lnTo>
                    <a:pt x="35442" y="375884"/>
                  </a:lnTo>
                  <a:lnTo>
                    <a:pt x="17721" y="375884"/>
                  </a:lnTo>
                  <a:lnTo>
                    <a:pt x="0" y="375884"/>
                  </a:lnTo>
                  <a:close/>
                </a:path>
              </a:pathLst>
            </a:custGeom>
            <a:solidFill>
              <a:srgbClr val="BB7A65">
                <a:alpha val="100000"/>
              </a:srgbClr>
            </a:solidFill>
            <a:ln w="4762" cap="rnd">
              <a:solidFill>
                <a:srgbClr val="BB7A6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g2063"/>
            <p:cNvSpPr/>
            <p:nvPr/>
          </p:nvSpPr>
          <p:spPr>
            <a:xfrm>
              <a:off x="7247589" y="4344237"/>
              <a:ext cx="17721" cy="375758"/>
            </a:xfrm>
            <a:custGeom>
              <a:avLst/>
              <a:pathLst>
                <a:path w="17721" h="375758">
                  <a:moveTo>
                    <a:pt x="0" y="0"/>
                  </a:moveTo>
                  <a:lnTo>
                    <a:pt x="17721" y="234"/>
                  </a:lnTo>
                  <a:lnTo>
                    <a:pt x="17721" y="375758"/>
                  </a:lnTo>
                  <a:lnTo>
                    <a:pt x="0" y="375758"/>
                  </a:lnTo>
                  <a:close/>
                </a:path>
              </a:pathLst>
            </a:custGeom>
            <a:solidFill>
              <a:srgbClr val="BB7A64">
                <a:alpha val="100000"/>
              </a:srgbClr>
            </a:solidFill>
            <a:ln w="4762" cap="rnd">
              <a:solidFill>
                <a:srgbClr val="BB7A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g2064"/>
            <p:cNvSpPr/>
            <p:nvPr/>
          </p:nvSpPr>
          <p:spPr>
            <a:xfrm>
              <a:off x="7265310" y="4344472"/>
              <a:ext cx="17721" cy="375524"/>
            </a:xfrm>
            <a:custGeom>
              <a:avLst/>
              <a:pathLst>
                <a:path w="17721" h="375524">
                  <a:moveTo>
                    <a:pt x="0" y="0"/>
                  </a:moveTo>
                  <a:lnTo>
                    <a:pt x="17721" y="398"/>
                  </a:lnTo>
                  <a:lnTo>
                    <a:pt x="17721" y="375524"/>
                  </a:lnTo>
                  <a:lnTo>
                    <a:pt x="0" y="375524"/>
                  </a:lnTo>
                  <a:close/>
                </a:path>
              </a:pathLst>
            </a:custGeom>
            <a:solidFill>
              <a:srgbClr val="BB7964">
                <a:alpha val="100000"/>
              </a:srgbClr>
            </a:solidFill>
            <a:ln w="4762" cap="rnd">
              <a:solidFill>
                <a:srgbClr val="BB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g2065"/>
            <p:cNvSpPr/>
            <p:nvPr/>
          </p:nvSpPr>
          <p:spPr>
            <a:xfrm>
              <a:off x="7283032" y="4344870"/>
              <a:ext cx="17721" cy="375125"/>
            </a:xfrm>
            <a:custGeom>
              <a:avLst/>
              <a:pathLst>
                <a:path w="17721" h="375125">
                  <a:moveTo>
                    <a:pt x="0" y="0"/>
                  </a:moveTo>
                  <a:lnTo>
                    <a:pt x="17721" y="554"/>
                  </a:lnTo>
                  <a:lnTo>
                    <a:pt x="17721" y="375125"/>
                  </a:lnTo>
                  <a:lnTo>
                    <a:pt x="0" y="375125"/>
                  </a:lnTo>
                  <a:close/>
                </a:path>
              </a:pathLst>
            </a:custGeom>
            <a:solidFill>
              <a:srgbClr val="BA7964">
                <a:alpha val="100000"/>
              </a:srgbClr>
            </a:solidFill>
            <a:ln w="4762" cap="rnd">
              <a:solidFill>
                <a:srgbClr val="BA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g2066"/>
            <p:cNvSpPr/>
            <p:nvPr/>
          </p:nvSpPr>
          <p:spPr>
            <a:xfrm>
              <a:off x="7300753" y="4345425"/>
              <a:ext cx="35442" cy="374571"/>
            </a:xfrm>
            <a:custGeom>
              <a:avLst/>
              <a:pathLst>
                <a:path w="35442" h="374571">
                  <a:moveTo>
                    <a:pt x="0" y="0"/>
                  </a:moveTo>
                  <a:lnTo>
                    <a:pt x="17721" y="663"/>
                  </a:lnTo>
                  <a:lnTo>
                    <a:pt x="35442" y="1487"/>
                  </a:lnTo>
                  <a:lnTo>
                    <a:pt x="35442" y="374571"/>
                  </a:lnTo>
                  <a:lnTo>
                    <a:pt x="17721" y="374571"/>
                  </a:lnTo>
                  <a:lnTo>
                    <a:pt x="0" y="374571"/>
                  </a:lnTo>
                  <a:close/>
                </a:path>
              </a:pathLst>
            </a:custGeom>
            <a:solidFill>
              <a:srgbClr val="BA7863">
                <a:alpha val="100000"/>
              </a:srgbClr>
            </a:solidFill>
            <a:ln w="4762" cap="rnd">
              <a:solidFill>
                <a:srgbClr val="BA78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g2067"/>
            <p:cNvSpPr/>
            <p:nvPr/>
          </p:nvSpPr>
          <p:spPr>
            <a:xfrm>
              <a:off x="7336196" y="4346912"/>
              <a:ext cx="17721" cy="373083"/>
            </a:xfrm>
            <a:custGeom>
              <a:avLst/>
              <a:pathLst>
                <a:path w="17721" h="373083">
                  <a:moveTo>
                    <a:pt x="0" y="0"/>
                  </a:moveTo>
                  <a:lnTo>
                    <a:pt x="17721" y="987"/>
                  </a:lnTo>
                  <a:lnTo>
                    <a:pt x="17721" y="373083"/>
                  </a:lnTo>
                  <a:lnTo>
                    <a:pt x="0" y="373083"/>
                  </a:lnTo>
                  <a:close/>
                </a:path>
              </a:pathLst>
            </a:custGeom>
            <a:solidFill>
              <a:srgbClr val="BA7862">
                <a:alpha val="100000"/>
              </a:srgbClr>
            </a:solidFill>
            <a:ln w="4762" cap="rnd">
              <a:solidFill>
                <a:srgbClr val="BA78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g2068"/>
            <p:cNvSpPr/>
            <p:nvPr/>
          </p:nvSpPr>
          <p:spPr>
            <a:xfrm>
              <a:off x="7353917" y="4347900"/>
              <a:ext cx="17721" cy="372095"/>
            </a:xfrm>
            <a:custGeom>
              <a:avLst/>
              <a:pathLst>
                <a:path w="17721" h="372095">
                  <a:moveTo>
                    <a:pt x="0" y="0"/>
                  </a:moveTo>
                  <a:lnTo>
                    <a:pt x="17721" y="1098"/>
                  </a:lnTo>
                  <a:lnTo>
                    <a:pt x="17721" y="372095"/>
                  </a:lnTo>
                  <a:lnTo>
                    <a:pt x="0" y="372095"/>
                  </a:lnTo>
                  <a:close/>
                </a:path>
              </a:pathLst>
            </a:custGeom>
            <a:solidFill>
              <a:srgbClr val="BA7762">
                <a:alpha val="100000"/>
              </a:srgbClr>
            </a:solidFill>
            <a:ln w="4762" cap="rnd">
              <a:solidFill>
                <a:srgbClr val="BA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g2069"/>
            <p:cNvSpPr/>
            <p:nvPr/>
          </p:nvSpPr>
          <p:spPr>
            <a:xfrm>
              <a:off x="7371638" y="4348998"/>
              <a:ext cx="17721" cy="370997"/>
            </a:xfrm>
            <a:custGeom>
              <a:avLst/>
              <a:pathLst>
                <a:path w="17721" h="370997">
                  <a:moveTo>
                    <a:pt x="0" y="0"/>
                  </a:moveTo>
                  <a:lnTo>
                    <a:pt x="17721" y="1257"/>
                  </a:lnTo>
                  <a:lnTo>
                    <a:pt x="17721" y="370997"/>
                  </a:lnTo>
                  <a:lnTo>
                    <a:pt x="0" y="370997"/>
                  </a:lnTo>
                  <a:close/>
                </a:path>
              </a:pathLst>
            </a:custGeom>
            <a:solidFill>
              <a:srgbClr val="B97762">
                <a:alpha val="100000"/>
              </a:srgbClr>
            </a:solidFill>
            <a:ln w="4762" cap="rnd">
              <a:solidFill>
                <a:srgbClr val="B9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g2070"/>
            <p:cNvSpPr/>
            <p:nvPr/>
          </p:nvSpPr>
          <p:spPr>
            <a:xfrm>
              <a:off x="7389360" y="4350256"/>
              <a:ext cx="53164" cy="369739"/>
            </a:xfrm>
            <a:custGeom>
              <a:avLst/>
              <a:pathLst>
                <a:path w="53164" h="369739">
                  <a:moveTo>
                    <a:pt x="0" y="0"/>
                  </a:moveTo>
                  <a:lnTo>
                    <a:pt x="17721" y="1428"/>
                  </a:lnTo>
                  <a:lnTo>
                    <a:pt x="35442" y="2970"/>
                  </a:lnTo>
                  <a:lnTo>
                    <a:pt x="53164" y="4670"/>
                  </a:lnTo>
                  <a:lnTo>
                    <a:pt x="53164" y="369739"/>
                  </a:lnTo>
                  <a:lnTo>
                    <a:pt x="35442" y="369739"/>
                  </a:lnTo>
                  <a:lnTo>
                    <a:pt x="17721" y="369739"/>
                  </a:lnTo>
                  <a:lnTo>
                    <a:pt x="0" y="369739"/>
                  </a:lnTo>
                  <a:close/>
                </a:path>
              </a:pathLst>
            </a:custGeom>
            <a:solidFill>
              <a:srgbClr val="B97661">
                <a:alpha val="100000"/>
              </a:srgbClr>
            </a:solidFill>
            <a:ln w="4762" cap="rnd">
              <a:solidFill>
                <a:srgbClr val="B976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g2071"/>
            <p:cNvSpPr/>
            <p:nvPr/>
          </p:nvSpPr>
          <p:spPr>
            <a:xfrm>
              <a:off x="7442524" y="4354926"/>
              <a:ext cx="35442" cy="365069"/>
            </a:xfrm>
            <a:custGeom>
              <a:avLst/>
              <a:pathLst>
                <a:path w="35442" h="365069">
                  <a:moveTo>
                    <a:pt x="0" y="0"/>
                  </a:moveTo>
                  <a:lnTo>
                    <a:pt x="17721" y="1879"/>
                  </a:lnTo>
                  <a:lnTo>
                    <a:pt x="35442" y="3873"/>
                  </a:lnTo>
                  <a:lnTo>
                    <a:pt x="35442" y="365069"/>
                  </a:lnTo>
                  <a:lnTo>
                    <a:pt x="17721" y="365069"/>
                  </a:lnTo>
                  <a:lnTo>
                    <a:pt x="0" y="365069"/>
                  </a:lnTo>
                  <a:close/>
                </a:path>
              </a:pathLst>
            </a:custGeom>
            <a:solidFill>
              <a:srgbClr val="B87560">
                <a:alpha val="100000"/>
              </a:srgbClr>
            </a:solidFill>
            <a:ln w="4762" cap="rnd">
              <a:solidFill>
                <a:srgbClr val="B875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g2072"/>
            <p:cNvSpPr/>
            <p:nvPr/>
          </p:nvSpPr>
          <p:spPr>
            <a:xfrm>
              <a:off x="7477967" y="4358800"/>
              <a:ext cx="17721" cy="361195"/>
            </a:xfrm>
            <a:custGeom>
              <a:avLst/>
              <a:pathLst>
                <a:path w="17721" h="361195">
                  <a:moveTo>
                    <a:pt x="0" y="0"/>
                  </a:moveTo>
                  <a:lnTo>
                    <a:pt x="17721" y="2150"/>
                  </a:lnTo>
                  <a:lnTo>
                    <a:pt x="17721" y="361195"/>
                  </a:lnTo>
                  <a:lnTo>
                    <a:pt x="0" y="361195"/>
                  </a:lnTo>
                  <a:close/>
                </a:path>
              </a:pathLst>
            </a:custGeom>
            <a:solidFill>
              <a:srgbClr val="B8755F">
                <a:alpha val="100000"/>
              </a:srgbClr>
            </a:solidFill>
            <a:ln w="4762" cap="rnd">
              <a:solidFill>
                <a:srgbClr val="B875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g2073"/>
            <p:cNvSpPr/>
            <p:nvPr/>
          </p:nvSpPr>
          <p:spPr>
            <a:xfrm>
              <a:off x="7495688" y="4360951"/>
              <a:ext cx="17721" cy="359045"/>
            </a:xfrm>
            <a:custGeom>
              <a:avLst/>
              <a:pathLst>
                <a:path w="17721" h="359045">
                  <a:moveTo>
                    <a:pt x="0" y="0"/>
                  </a:moveTo>
                  <a:lnTo>
                    <a:pt x="17721" y="2338"/>
                  </a:lnTo>
                  <a:lnTo>
                    <a:pt x="17721" y="359045"/>
                  </a:lnTo>
                  <a:lnTo>
                    <a:pt x="0" y="359045"/>
                  </a:lnTo>
                  <a:close/>
                </a:path>
              </a:pathLst>
            </a:custGeom>
            <a:solidFill>
              <a:srgbClr val="B8745F">
                <a:alpha val="100000"/>
              </a:srgbClr>
            </a:solidFill>
            <a:ln w="4762" cap="rnd">
              <a:solidFill>
                <a:srgbClr val="B8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g2074"/>
            <p:cNvSpPr/>
            <p:nvPr/>
          </p:nvSpPr>
          <p:spPr>
            <a:xfrm>
              <a:off x="7513409" y="4363289"/>
              <a:ext cx="17721" cy="356706"/>
            </a:xfrm>
            <a:custGeom>
              <a:avLst/>
              <a:pathLst>
                <a:path w="17721" h="356706">
                  <a:moveTo>
                    <a:pt x="0" y="0"/>
                  </a:moveTo>
                  <a:lnTo>
                    <a:pt x="17721" y="2455"/>
                  </a:lnTo>
                  <a:lnTo>
                    <a:pt x="17721" y="356706"/>
                  </a:lnTo>
                  <a:lnTo>
                    <a:pt x="0" y="356706"/>
                  </a:lnTo>
                  <a:close/>
                </a:path>
              </a:pathLst>
            </a:custGeom>
            <a:solidFill>
              <a:srgbClr val="B7745F">
                <a:alpha val="100000"/>
              </a:srgbClr>
            </a:solidFill>
            <a:ln w="4762" cap="rnd">
              <a:solidFill>
                <a:srgbClr val="B7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g2075"/>
            <p:cNvSpPr/>
            <p:nvPr/>
          </p:nvSpPr>
          <p:spPr>
            <a:xfrm>
              <a:off x="7531131" y="4365745"/>
              <a:ext cx="35442" cy="354251"/>
            </a:xfrm>
            <a:custGeom>
              <a:avLst/>
              <a:pathLst>
                <a:path w="35442" h="354251">
                  <a:moveTo>
                    <a:pt x="0" y="0"/>
                  </a:moveTo>
                  <a:lnTo>
                    <a:pt x="17721" y="2608"/>
                  </a:lnTo>
                  <a:lnTo>
                    <a:pt x="35442" y="5411"/>
                  </a:lnTo>
                  <a:lnTo>
                    <a:pt x="35442" y="354251"/>
                  </a:lnTo>
                  <a:lnTo>
                    <a:pt x="17721" y="354251"/>
                  </a:lnTo>
                  <a:lnTo>
                    <a:pt x="0" y="354251"/>
                  </a:lnTo>
                  <a:close/>
                </a:path>
              </a:pathLst>
            </a:custGeom>
            <a:solidFill>
              <a:srgbClr val="B7735E">
                <a:alpha val="100000"/>
              </a:srgbClr>
            </a:solidFill>
            <a:ln w="4762" cap="rnd">
              <a:solidFill>
                <a:srgbClr val="B773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g2076"/>
            <p:cNvSpPr/>
            <p:nvPr/>
          </p:nvSpPr>
          <p:spPr>
            <a:xfrm>
              <a:off x="7566574" y="4371157"/>
              <a:ext cx="17721" cy="348839"/>
            </a:xfrm>
            <a:custGeom>
              <a:avLst/>
              <a:pathLst>
                <a:path w="17721" h="348839">
                  <a:moveTo>
                    <a:pt x="0" y="0"/>
                  </a:moveTo>
                  <a:lnTo>
                    <a:pt x="17721" y="2921"/>
                  </a:lnTo>
                  <a:lnTo>
                    <a:pt x="17721" y="348839"/>
                  </a:lnTo>
                  <a:lnTo>
                    <a:pt x="0" y="348839"/>
                  </a:lnTo>
                  <a:close/>
                </a:path>
              </a:pathLst>
            </a:custGeom>
            <a:solidFill>
              <a:srgbClr val="B7735D">
                <a:alpha val="100000"/>
              </a:srgbClr>
            </a:solidFill>
            <a:ln w="4762" cap="rnd">
              <a:solidFill>
                <a:srgbClr val="B773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g2077"/>
            <p:cNvSpPr/>
            <p:nvPr/>
          </p:nvSpPr>
          <p:spPr>
            <a:xfrm>
              <a:off x="7584295" y="4374078"/>
              <a:ext cx="17721" cy="345918"/>
            </a:xfrm>
            <a:custGeom>
              <a:avLst/>
              <a:pathLst>
                <a:path w="17721" h="345918">
                  <a:moveTo>
                    <a:pt x="0" y="0"/>
                  </a:moveTo>
                  <a:lnTo>
                    <a:pt x="17721" y="3069"/>
                  </a:lnTo>
                  <a:lnTo>
                    <a:pt x="17721" y="345918"/>
                  </a:lnTo>
                  <a:lnTo>
                    <a:pt x="0" y="345918"/>
                  </a:lnTo>
                  <a:close/>
                </a:path>
              </a:pathLst>
            </a:custGeom>
            <a:solidFill>
              <a:srgbClr val="B7725D">
                <a:alpha val="100000"/>
              </a:srgbClr>
            </a:solidFill>
            <a:ln w="4762" cap="rnd">
              <a:solidFill>
                <a:srgbClr val="B7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g2078"/>
            <p:cNvSpPr/>
            <p:nvPr/>
          </p:nvSpPr>
          <p:spPr>
            <a:xfrm>
              <a:off x="7602016" y="4377147"/>
              <a:ext cx="17721" cy="342848"/>
            </a:xfrm>
            <a:custGeom>
              <a:avLst/>
              <a:pathLst>
                <a:path w="17721" h="342848">
                  <a:moveTo>
                    <a:pt x="0" y="0"/>
                  </a:moveTo>
                  <a:lnTo>
                    <a:pt x="17721" y="3268"/>
                  </a:lnTo>
                  <a:lnTo>
                    <a:pt x="17721" y="342848"/>
                  </a:lnTo>
                  <a:lnTo>
                    <a:pt x="0" y="342848"/>
                  </a:lnTo>
                  <a:close/>
                </a:path>
              </a:pathLst>
            </a:custGeom>
            <a:solidFill>
              <a:srgbClr val="B6725D">
                <a:alpha val="100000"/>
              </a:srgbClr>
            </a:solidFill>
            <a:ln w="4762" cap="rnd">
              <a:solidFill>
                <a:srgbClr val="B6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g2079"/>
            <p:cNvSpPr/>
            <p:nvPr/>
          </p:nvSpPr>
          <p:spPr>
            <a:xfrm>
              <a:off x="7619738" y="4380415"/>
              <a:ext cx="53164" cy="339580"/>
            </a:xfrm>
            <a:custGeom>
              <a:avLst/>
              <a:pathLst>
                <a:path w="53164" h="339580">
                  <a:moveTo>
                    <a:pt x="0" y="0"/>
                  </a:moveTo>
                  <a:lnTo>
                    <a:pt x="17721" y="3384"/>
                  </a:lnTo>
                  <a:lnTo>
                    <a:pt x="35442" y="6911"/>
                  </a:lnTo>
                  <a:lnTo>
                    <a:pt x="53164" y="10637"/>
                  </a:lnTo>
                  <a:lnTo>
                    <a:pt x="53164" y="339580"/>
                  </a:lnTo>
                  <a:lnTo>
                    <a:pt x="35442" y="339580"/>
                  </a:lnTo>
                  <a:lnTo>
                    <a:pt x="17721" y="339580"/>
                  </a:lnTo>
                  <a:lnTo>
                    <a:pt x="0" y="339580"/>
                  </a:lnTo>
                  <a:close/>
                </a:path>
              </a:pathLst>
            </a:custGeom>
            <a:solidFill>
              <a:srgbClr val="B6715C">
                <a:alpha val="100000"/>
              </a:srgbClr>
            </a:solidFill>
            <a:ln w="4762" cap="rnd">
              <a:solidFill>
                <a:srgbClr val="B671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g2080"/>
            <p:cNvSpPr/>
            <p:nvPr/>
          </p:nvSpPr>
          <p:spPr>
            <a:xfrm>
              <a:off x="7672902" y="4391053"/>
              <a:ext cx="35442" cy="328943"/>
            </a:xfrm>
            <a:custGeom>
              <a:avLst/>
              <a:pathLst>
                <a:path w="35442" h="328943">
                  <a:moveTo>
                    <a:pt x="0" y="0"/>
                  </a:moveTo>
                  <a:lnTo>
                    <a:pt x="17721" y="3839"/>
                  </a:lnTo>
                  <a:lnTo>
                    <a:pt x="35442" y="7810"/>
                  </a:lnTo>
                  <a:lnTo>
                    <a:pt x="35442" y="328943"/>
                  </a:lnTo>
                  <a:lnTo>
                    <a:pt x="17721" y="328943"/>
                  </a:lnTo>
                  <a:lnTo>
                    <a:pt x="0" y="328943"/>
                  </a:lnTo>
                  <a:close/>
                </a:path>
              </a:pathLst>
            </a:custGeom>
            <a:solidFill>
              <a:srgbClr val="B5705B">
                <a:alpha val="100000"/>
              </a:srgbClr>
            </a:solidFill>
            <a:ln w="4762" cap="rnd">
              <a:solidFill>
                <a:srgbClr val="B5705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g2081"/>
            <p:cNvSpPr/>
            <p:nvPr/>
          </p:nvSpPr>
          <p:spPr>
            <a:xfrm>
              <a:off x="7708344" y="4398863"/>
              <a:ext cx="17721" cy="321132"/>
            </a:xfrm>
            <a:custGeom>
              <a:avLst/>
              <a:pathLst>
                <a:path w="17721" h="321132">
                  <a:moveTo>
                    <a:pt x="0" y="0"/>
                  </a:moveTo>
                  <a:lnTo>
                    <a:pt x="17721" y="4167"/>
                  </a:lnTo>
                  <a:lnTo>
                    <a:pt x="17721" y="321132"/>
                  </a:lnTo>
                  <a:lnTo>
                    <a:pt x="0" y="321132"/>
                  </a:lnTo>
                  <a:close/>
                </a:path>
              </a:pathLst>
            </a:custGeom>
            <a:solidFill>
              <a:srgbClr val="B5705A">
                <a:alpha val="100000"/>
              </a:srgbClr>
            </a:solidFill>
            <a:ln w="4762" cap="rnd">
              <a:solidFill>
                <a:srgbClr val="B570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g2082"/>
            <p:cNvSpPr/>
            <p:nvPr/>
          </p:nvSpPr>
          <p:spPr>
            <a:xfrm>
              <a:off x="7726066" y="4403030"/>
              <a:ext cx="17721" cy="316965"/>
            </a:xfrm>
            <a:custGeom>
              <a:avLst/>
              <a:pathLst>
                <a:path w="17721" h="316965">
                  <a:moveTo>
                    <a:pt x="0" y="0"/>
                  </a:moveTo>
                  <a:lnTo>
                    <a:pt x="17721" y="4273"/>
                  </a:lnTo>
                  <a:lnTo>
                    <a:pt x="17721" y="316965"/>
                  </a:lnTo>
                  <a:lnTo>
                    <a:pt x="0" y="316965"/>
                  </a:lnTo>
                  <a:close/>
                </a:path>
              </a:pathLst>
            </a:custGeom>
            <a:solidFill>
              <a:srgbClr val="B56F5A">
                <a:alpha val="100000"/>
              </a:srgbClr>
            </a:solidFill>
            <a:ln w="4762" cap="rnd">
              <a:solidFill>
                <a:srgbClr val="B5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g2083"/>
            <p:cNvSpPr/>
            <p:nvPr/>
          </p:nvSpPr>
          <p:spPr>
            <a:xfrm>
              <a:off x="7743787" y="4407304"/>
              <a:ext cx="17721" cy="312691"/>
            </a:xfrm>
            <a:custGeom>
              <a:avLst/>
              <a:pathLst>
                <a:path w="17721" h="312691">
                  <a:moveTo>
                    <a:pt x="0" y="0"/>
                  </a:moveTo>
                  <a:lnTo>
                    <a:pt x="17721" y="4394"/>
                  </a:lnTo>
                  <a:lnTo>
                    <a:pt x="17721" y="312691"/>
                  </a:lnTo>
                  <a:lnTo>
                    <a:pt x="0" y="312691"/>
                  </a:lnTo>
                  <a:close/>
                </a:path>
              </a:pathLst>
            </a:custGeom>
            <a:solidFill>
              <a:srgbClr val="B46F5A">
                <a:alpha val="100000"/>
              </a:srgbClr>
            </a:solidFill>
            <a:ln w="4762" cap="rnd">
              <a:solidFill>
                <a:srgbClr val="B4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g2084"/>
            <p:cNvSpPr/>
            <p:nvPr/>
          </p:nvSpPr>
          <p:spPr>
            <a:xfrm>
              <a:off x="7761509" y="4411698"/>
              <a:ext cx="35442" cy="308297"/>
            </a:xfrm>
            <a:custGeom>
              <a:avLst/>
              <a:pathLst>
                <a:path w="35442" h="308297">
                  <a:moveTo>
                    <a:pt x="0" y="0"/>
                  </a:moveTo>
                  <a:lnTo>
                    <a:pt x="17721" y="4580"/>
                  </a:lnTo>
                  <a:lnTo>
                    <a:pt x="35442" y="9259"/>
                  </a:lnTo>
                  <a:lnTo>
                    <a:pt x="35442" y="308297"/>
                  </a:lnTo>
                  <a:lnTo>
                    <a:pt x="17721" y="308297"/>
                  </a:lnTo>
                  <a:lnTo>
                    <a:pt x="0" y="308297"/>
                  </a:lnTo>
                  <a:close/>
                </a:path>
              </a:pathLst>
            </a:custGeom>
            <a:solidFill>
              <a:srgbClr val="B46E59">
                <a:alpha val="100000"/>
              </a:srgbClr>
            </a:solidFill>
            <a:ln w="4762" cap="rnd">
              <a:solidFill>
                <a:srgbClr val="B46E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g2085"/>
            <p:cNvSpPr/>
            <p:nvPr/>
          </p:nvSpPr>
          <p:spPr>
            <a:xfrm>
              <a:off x="7796951" y="4420957"/>
              <a:ext cx="17721" cy="299038"/>
            </a:xfrm>
            <a:custGeom>
              <a:avLst/>
              <a:pathLst>
                <a:path w="17721" h="299038">
                  <a:moveTo>
                    <a:pt x="0" y="0"/>
                  </a:moveTo>
                  <a:lnTo>
                    <a:pt x="17721" y="4784"/>
                  </a:lnTo>
                  <a:lnTo>
                    <a:pt x="17721" y="299038"/>
                  </a:lnTo>
                  <a:lnTo>
                    <a:pt x="0" y="299038"/>
                  </a:lnTo>
                  <a:close/>
                </a:path>
              </a:pathLst>
            </a:custGeom>
            <a:solidFill>
              <a:srgbClr val="B46E58">
                <a:alpha val="100000"/>
              </a:srgbClr>
            </a:solidFill>
            <a:ln w="4762" cap="rnd">
              <a:solidFill>
                <a:srgbClr val="B46E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g2086"/>
            <p:cNvSpPr/>
            <p:nvPr/>
          </p:nvSpPr>
          <p:spPr>
            <a:xfrm>
              <a:off x="7814673" y="4425742"/>
              <a:ext cx="17721" cy="294254"/>
            </a:xfrm>
            <a:custGeom>
              <a:avLst/>
              <a:pathLst>
                <a:path w="17721" h="294254">
                  <a:moveTo>
                    <a:pt x="0" y="0"/>
                  </a:moveTo>
                  <a:lnTo>
                    <a:pt x="17721" y="4955"/>
                  </a:lnTo>
                  <a:lnTo>
                    <a:pt x="17721" y="294254"/>
                  </a:lnTo>
                  <a:lnTo>
                    <a:pt x="0" y="294254"/>
                  </a:lnTo>
                  <a:close/>
                </a:path>
              </a:pathLst>
            </a:custGeom>
            <a:solidFill>
              <a:srgbClr val="B46D58">
                <a:alpha val="100000"/>
              </a:srgbClr>
            </a:solidFill>
            <a:ln w="4762" cap="rnd">
              <a:solidFill>
                <a:srgbClr val="B4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g2087"/>
            <p:cNvSpPr/>
            <p:nvPr/>
          </p:nvSpPr>
          <p:spPr>
            <a:xfrm>
              <a:off x="7832394" y="4430697"/>
              <a:ext cx="17721" cy="289298"/>
            </a:xfrm>
            <a:custGeom>
              <a:avLst/>
              <a:pathLst>
                <a:path w="17721" h="289298">
                  <a:moveTo>
                    <a:pt x="0" y="0"/>
                  </a:moveTo>
                  <a:lnTo>
                    <a:pt x="17721" y="5042"/>
                  </a:lnTo>
                  <a:lnTo>
                    <a:pt x="17721" y="289298"/>
                  </a:lnTo>
                  <a:lnTo>
                    <a:pt x="0" y="289298"/>
                  </a:lnTo>
                  <a:close/>
                </a:path>
              </a:pathLst>
            </a:custGeom>
            <a:solidFill>
              <a:srgbClr val="B36D58">
                <a:alpha val="100000"/>
              </a:srgbClr>
            </a:solidFill>
            <a:ln w="4762" cap="rnd">
              <a:solidFill>
                <a:srgbClr val="B3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g2088"/>
            <p:cNvSpPr/>
            <p:nvPr/>
          </p:nvSpPr>
          <p:spPr>
            <a:xfrm>
              <a:off x="7850115" y="4435740"/>
              <a:ext cx="53164" cy="284256"/>
            </a:xfrm>
            <a:custGeom>
              <a:avLst/>
              <a:pathLst>
                <a:path w="53164" h="284256">
                  <a:moveTo>
                    <a:pt x="0" y="0"/>
                  </a:moveTo>
                  <a:lnTo>
                    <a:pt x="17721" y="5131"/>
                  </a:lnTo>
                  <a:lnTo>
                    <a:pt x="35442" y="10413"/>
                  </a:lnTo>
                  <a:lnTo>
                    <a:pt x="53164" y="15767"/>
                  </a:lnTo>
                  <a:lnTo>
                    <a:pt x="53164" y="284256"/>
                  </a:lnTo>
                  <a:lnTo>
                    <a:pt x="35442" y="284256"/>
                  </a:lnTo>
                  <a:lnTo>
                    <a:pt x="17721" y="284256"/>
                  </a:lnTo>
                  <a:lnTo>
                    <a:pt x="0" y="284256"/>
                  </a:lnTo>
                  <a:close/>
                </a:path>
              </a:pathLst>
            </a:custGeom>
            <a:solidFill>
              <a:srgbClr val="B36C57">
                <a:alpha val="100000"/>
              </a:srgbClr>
            </a:solidFill>
            <a:ln w="4762" cap="rnd">
              <a:solidFill>
                <a:srgbClr val="B36C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g2089"/>
            <p:cNvSpPr/>
            <p:nvPr/>
          </p:nvSpPr>
          <p:spPr>
            <a:xfrm>
              <a:off x="7903280" y="4451507"/>
              <a:ext cx="35442" cy="268489"/>
            </a:xfrm>
            <a:custGeom>
              <a:avLst/>
              <a:pathLst>
                <a:path w="35442" h="268489">
                  <a:moveTo>
                    <a:pt x="0" y="0"/>
                  </a:moveTo>
                  <a:lnTo>
                    <a:pt x="17721" y="5425"/>
                  </a:lnTo>
                  <a:lnTo>
                    <a:pt x="35442" y="10974"/>
                  </a:lnTo>
                  <a:lnTo>
                    <a:pt x="35442" y="268489"/>
                  </a:lnTo>
                  <a:lnTo>
                    <a:pt x="17721" y="268489"/>
                  </a:lnTo>
                  <a:lnTo>
                    <a:pt x="0" y="268489"/>
                  </a:lnTo>
                  <a:close/>
                </a:path>
              </a:pathLst>
            </a:custGeom>
            <a:solidFill>
              <a:srgbClr val="B26B56">
                <a:alpha val="100000"/>
              </a:srgbClr>
            </a:solidFill>
            <a:ln w="4762" cap="rnd">
              <a:solidFill>
                <a:srgbClr val="B26B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g2090"/>
            <p:cNvSpPr/>
            <p:nvPr/>
          </p:nvSpPr>
          <p:spPr>
            <a:xfrm>
              <a:off x="7938722" y="4462481"/>
              <a:ext cx="17721" cy="257514"/>
            </a:xfrm>
            <a:custGeom>
              <a:avLst/>
              <a:pathLst>
                <a:path w="17721" h="257514">
                  <a:moveTo>
                    <a:pt x="0" y="0"/>
                  </a:moveTo>
                  <a:lnTo>
                    <a:pt x="17721" y="5604"/>
                  </a:lnTo>
                  <a:lnTo>
                    <a:pt x="17721" y="257514"/>
                  </a:lnTo>
                  <a:lnTo>
                    <a:pt x="0" y="257514"/>
                  </a:lnTo>
                  <a:close/>
                </a:path>
              </a:pathLst>
            </a:custGeom>
            <a:solidFill>
              <a:srgbClr val="B26B55">
                <a:alpha val="100000"/>
              </a:srgbClr>
            </a:solidFill>
            <a:ln w="4762" cap="rnd">
              <a:solidFill>
                <a:srgbClr val="B26B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g2091"/>
            <p:cNvSpPr/>
            <p:nvPr/>
          </p:nvSpPr>
          <p:spPr>
            <a:xfrm>
              <a:off x="7956444" y="4468085"/>
              <a:ext cx="17721" cy="251910"/>
            </a:xfrm>
            <a:custGeom>
              <a:avLst/>
              <a:pathLst>
                <a:path w="17721" h="251910">
                  <a:moveTo>
                    <a:pt x="0" y="0"/>
                  </a:moveTo>
                  <a:lnTo>
                    <a:pt x="17721" y="5658"/>
                  </a:lnTo>
                  <a:lnTo>
                    <a:pt x="17721" y="251910"/>
                  </a:lnTo>
                  <a:lnTo>
                    <a:pt x="0" y="251910"/>
                  </a:lnTo>
                  <a:close/>
                </a:path>
              </a:pathLst>
            </a:custGeom>
            <a:solidFill>
              <a:srgbClr val="B26A55">
                <a:alpha val="100000"/>
              </a:srgbClr>
            </a:solidFill>
            <a:ln w="4762" cap="rnd">
              <a:solidFill>
                <a:srgbClr val="B2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g2092"/>
            <p:cNvSpPr/>
            <p:nvPr/>
          </p:nvSpPr>
          <p:spPr>
            <a:xfrm>
              <a:off x="7974165" y="4473744"/>
              <a:ext cx="17721" cy="246251"/>
            </a:xfrm>
            <a:custGeom>
              <a:avLst/>
              <a:pathLst>
                <a:path w="17721" h="246251">
                  <a:moveTo>
                    <a:pt x="0" y="0"/>
                  </a:moveTo>
                  <a:lnTo>
                    <a:pt x="17721" y="5747"/>
                  </a:lnTo>
                  <a:lnTo>
                    <a:pt x="17721" y="246251"/>
                  </a:lnTo>
                  <a:lnTo>
                    <a:pt x="0" y="246251"/>
                  </a:lnTo>
                  <a:close/>
                </a:path>
              </a:pathLst>
            </a:custGeom>
            <a:solidFill>
              <a:srgbClr val="B16A55">
                <a:alpha val="100000"/>
              </a:srgbClr>
            </a:solidFill>
            <a:ln w="4762" cap="rnd">
              <a:solidFill>
                <a:srgbClr val="B1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g2093"/>
            <p:cNvSpPr/>
            <p:nvPr/>
          </p:nvSpPr>
          <p:spPr>
            <a:xfrm>
              <a:off x="7991886" y="4479492"/>
              <a:ext cx="53164" cy="240504"/>
            </a:xfrm>
            <a:custGeom>
              <a:avLst/>
              <a:pathLst>
                <a:path w="53164" h="240504">
                  <a:moveTo>
                    <a:pt x="0" y="0"/>
                  </a:moveTo>
                  <a:lnTo>
                    <a:pt x="17721" y="5786"/>
                  </a:lnTo>
                  <a:lnTo>
                    <a:pt x="35442" y="11608"/>
                  </a:lnTo>
                  <a:lnTo>
                    <a:pt x="53164" y="17482"/>
                  </a:lnTo>
                  <a:lnTo>
                    <a:pt x="53164" y="240504"/>
                  </a:lnTo>
                  <a:lnTo>
                    <a:pt x="35442" y="240504"/>
                  </a:lnTo>
                  <a:lnTo>
                    <a:pt x="17721" y="240504"/>
                  </a:lnTo>
                  <a:lnTo>
                    <a:pt x="0" y="240504"/>
                  </a:lnTo>
                  <a:close/>
                </a:path>
              </a:pathLst>
            </a:custGeom>
            <a:solidFill>
              <a:srgbClr val="B16954">
                <a:alpha val="100000"/>
              </a:srgbClr>
            </a:solidFill>
            <a:ln w="4762" cap="rnd">
              <a:solidFill>
                <a:srgbClr val="B169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g2094"/>
            <p:cNvSpPr/>
            <p:nvPr/>
          </p:nvSpPr>
          <p:spPr>
            <a:xfrm>
              <a:off x="8045050" y="4496974"/>
              <a:ext cx="35442" cy="223021"/>
            </a:xfrm>
            <a:custGeom>
              <a:avLst/>
              <a:pathLst>
                <a:path w="35442" h="223021">
                  <a:moveTo>
                    <a:pt x="0" y="0"/>
                  </a:moveTo>
                  <a:lnTo>
                    <a:pt x="17721" y="5893"/>
                  </a:lnTo>
                  <a:lnTo>
                    <a:pt x="35442" y="11804"/>
                  </a:lnTo>
                  <a:lnTo>
                    <a:pt x="35442" y="223021"/>
                  </a:lnTo>
                  <a:lnTo>
                    <a:pt x="17721" y="223021"/>
                  </a:lnTo>
                  <a:lnTo>
                    <a:pt x="0" y="223021"/>
                  </a:lnTo>
                  <a:close/>
                </a:path>
              </a:pathLst>
            </a:custGeom>
            <a:solidFill>
              <a:srgbClr val="B06853">
                <a:alpha val="100000"/>
              </a:srgbClr>
            </a:solidFill>
            <a:ln w="4762" cap="rnd">
              <a:solidFill>
                <a:srgbClr val="B0685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g2095"/>
            <p:cNvSpPr/>
            <p:nvPr/>
          </p:nvSpPr>
          <p:spPr>
            <a:xfrm>
              <a:off x="8080493" y="4508779"/>
              <a:ext cx="35442" cy="211217"/>
            </a:xfrm>
            <a:custGeom>
              <a:avLst/>
              <a:pathLst>
                <a:path w="35442" h="211217">
                  <a:moveTo>
                    <a:pt x="0" y="0"/>
                  </a:moveTo>
                  <a:lnTo>
                    <a:pt x="17721" y="5926"/>
                  </a:lnTo>
                  <a:lnTo>
                    <a:pt x="35442" y="11851"/>
                  </a:lnTo>
                  <a:lnTo>
                    <a:pt x="35442" y="211217"/>
                  </a:lnTo>
                  <a:lnTo>
                    <a:pt x="17721" y="211217"/>
                  </a:lnTo>
                  <a:lnTo>
                    <a:pt x="0" y="211217"/>
                  </a:lnTo>
                  <a:close/>
                </a:path>
              </a:pathLst>
            </a:custGeom>
            <a:solidFill>
              <a:srgbClr val="B06752">
                <a:alpha val="100000"/>
              </a:srgbClr>
            </a:solidFill>
            <a:ln w="4762" cap="rnd">
              <a:solidFill>
                <a:srgbClr val="B0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g2096"/>
            <p:cNvSpPr/>
            <p:nvPr/>
          </p:nvSpPr>
          <p:spPr>
            <a:xfrm>
              <a:off x="8115936" y="4520630"/>
              <a:ext cx="17721" cy="199365"/>
            </a:xfrm>
            <a:custGeom>
              <a:avLst/>
              <a:pathLst>
                <a:path w="17721" h="199365">
                  <a:moveTo>
                    <a:pt x="0" y="0"/>
                  </a:moveTo>
                  <a:lnTo>
                    <a:pt x="17721" y="5922"/>
                  </a:lnTo>
                  <a:lnTo>
                    <a:pt x="17721" y="199365"/>
                  </a:lnTo>
                  <a:lnTo>
                    <a:pt x="0" y="199365"/>
                  </a:lnTo>
                  <a:close/>
                </a:path>
              </a:pathLst>
            </a:custGeom>
            <a:solidFill>
              <a:srgbClr val="AF6752">
                <a:alpha val="100000"/>
              </a:srgbClr>
            </a:solidFill>
            <a:ln w="4762" cap="rnd">
              <a:solidFill>
                <a:srgbClr val="AF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g2097"/>
            <p:cNvSpPr/>
            <p:nvPr/>
          </p:nvSpPr>
          <p:spPr>
            <a:xfrm>
              <a:off x="8133657" y="4526553"/>
              <a:ext cx="53164" cy="193443"/>
            </a:xfrm>
            <a:custGeom>
              <a:avLst/>
              <a:pathLst>
                <a:path w="53164" h="193443">
                  <a:moveTo>
                    <a:pt x="0" y="0"/>
                  </a:moveTo>
                  <a:lnTo>
                    <a:pt x="17721" y="5903"/>
                  </a:lnTo>
                  <a:lnTo>
                    <a:pt x="35442" y="11783"/>
                  </a:lnTo>
                  <a:lnTo>
                    <a:pt x="53164" y="17642"/>
                  </a:lnTo>
                  <a:lnTo>
                    <a:pt x="53164" y="193443"/>
                  </a:lnTo>
                  <a:lnTo>
                    <a:pt x="35442" y="193443"/>
                  </a:lnTo>
                  <a:lnTo>
                    <a:pt x="17721" y="193443"/>
                  </a:lnTo>
                  <a:lnTo>
                    <a:pt x="0" y="193443"/>
                  </a:lnTo>
                  <a:close/>
                </a:path>
              </a:pathLst>
            </a:custGeom>
            <a:solidFill>
              <a:srgbClr val="AF6651">
                <a:alpha val="100000"/>
              </a:srgbClr>
            </a:solidFill>
            <a:ln w="4762" cap="rnd">
              <a:solidFill>
                <a:srgbClr val="AF66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g2098"/>
            <p:cNvSpPr/>
            <p:nvPr/>
          </p:nvSpPr>
          <p:spPr>
            <a:xfrm>
              <a:off x="8186821" y="4544195"/>
              <a:ext cx="17721" cy="175800"/>
            </a:xfrm>
            <a:custGeom>
              <a:avLst/>
              <a:pathLst>
                <a:path w="17721" h="175800">
                  <a:moveTo>
                    <a:pt x="0" y="0"/>
                  </a:moveTo>
                  <a:lnTo>
                    <a:pt x="17721" y="5808"/>
                  </a:lnTo>
                  <a:lnTo>
                    <a:pt x="17721" y="175800"/>
                  </a:lnTo>
                  <a:lnTo>
                    <a:pt x="0" y="175800"/>
                  </a:lnTo>
                  <a:close/>
                </a:path>
              </a:pathLst>
            </a:custGeom>
            <a:solidFill>
              <a:srgbClr val="AF6550">
                <a:alpha val="100000"/>
              </a:srgbClr>
            </a:solidFill>
            <a:ln w="4762" cap="rnd">
              <a:solidFill>
                <a:srgbClr val="AF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g2099"/>
            <p:cNvSpPr/>
            <p:nvPr/>
          </p:nvSpPr>
          <p:spPr>
            <a:xfrm>
              <a:off x="8204543" y="4550003"/>
              <a:ext cx="17721" cy="169992"/>
            </a:xfrm>
            <a:custGeom>
              <a:avLst/>
              <a:pathLst>
                <a:path w="17721" h="169992">
                  <a:moveTo>
                    <a:pt x="0" y="0"/>
                  </a:moveTo>
                  <a:lnTo>
                    <a:pt x="17721" y="5762"/>
                  </a:lnTo>
                  <a:lnTo>
                    <a:pt x="17721" y="169992"/>
                  </a:lnTo>
                  <a:lnTo>
                    <a:pt x="0" y="169992"/>
                  </a:lnTo>
                  <a:close/>
                </a:path>
              </a:pathLst>
            </a:custGeom>
            <a:solidFill>
              <a:srgbClr val="AE6550">
                <a:alpha val="100000"/>
              </a:srgbClr>
            </a:solidFill>
            <a:ln w="4762" cap="rnd">
              <a:solidFill>
                <a:srgbClr val="AE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g2100"/>
            <p:cNvSpPr/>
            <p:nvPr/>
          </p:nvSpPr>
          <p:spPr>
            <a:xfrm>
              <a:off x="8222264" y="4555766"/>
              <a:ext cx="53164" cy="164230"/>
            </a:xfrm>
            <a:custGeom>
              <a:avLst/>
              <a:pathLst>
                <a:path w="53164" h="164230">
                  <a:moveTo>
                    <a:pt x="0" y="0"/>
                  </a:moveTo>
                  <a:lnTo>
                    <a:pt x="17721" y="5722"/>
                  </a:lnTo>
                  <a:lnTo>
                    <a:pt x="35442" y="11366"/>
                  </a:lnTo>
                  <a:lnTo>
                    <a:pt x="53164" y="16943"/>
                  </a:lnTo>
                  <a:lnTo>
                    <a:pt x="53164" y="164230"/>
                  </a:lnTo>
                  <a:lnTo>
                    <a:pt x="35442" y="164230"/>
                  </a:lnTo>
                  <a:lnTo>
                    <a:pt x="17721" y="164230"/>
                  </a:lnTo>
                  <a:lnTo>
                    <a:pt x="0" y="164230"/>
                  </a:lnTo>
                  <a:close/>
                </a:path>
              </a:pathLst>
            </a:custGeom>
            <a:solidFill>
              <a:srgbClr val="AE644F">
                <a:alpha val="100000"/>
              </a:srgbClr>
            </a:solidFill>
            <a:ln w="4762" cap="rnd">
              <a:solidFill>
                <a:srgbClr val="AE64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g2101"/>
            <p:cNvSpPr/>
            <p:nvPr/>
          </p:nvSpPr>
          <p:spPr>
            <a:xfrm>
              <a:off x="8275428" y="4572709"/>
              <a:ext cx="35442" cy="147286"/>
            </a:xfrm>
            <a:custGeom>
              <a:avLst/>
              <a:pathLst>
                <a:path w="35442" h="147286">
                  <a:moveTo>
                    <a:pt x="0" y="0"/>
                  </a:moveTo>
                  <a:lnTo>
                    <a:pt x="17721" y="5520"/>
                  </a:lnTo>
                  <a:lnTo>
                    <a:pt x="35442" y="10940"/>
                  </a:lnTo>
                  <a:lnTo>
                    <a:pt x="35442" y="147286"/>
                  </a:lnTo>
                  <a:lnTo>
                    <a:pt x="17721" y="147286"/>
                  </a:lnTo>
                  <a:lnTo>
                    <a:pt x="0" y="147286"/>
                  </a:lnTo>
                  <a:close/>
                </a:path>
              </a:pathLst>
            </a:custGeom>
            <a:solidFill>
              <a:srgbClr val="AD634E">
                <a:alpha val="100000"/>
              </a:srgbClr>
            </a:solidFill>
            <a:ln w="4762" cap="rnd">
              <a:solidFill>
                <a:srgbClr val="AD63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g2102"/>
            <p:cNvSpPr/>
            <p:nvPr/>
          </p:nvSpPr>
          <p:spPr>
            <a:xfrm>
              <a:off x="8310871" y="4583650"/>
              <a:ext cx="17721" cy="136346"/>
            </a:xfrm>
            <a:custGeom>
              <a:avLst/>
              <a:pathLst>
                <a:path w="17721" h="136346">
                  <a:moveTo>
                    <a:pt x="0" y="0"/>
                  </a:moveTo>
                  <a:lnTo>
                    <a:pt x="17721" y="5331"/>
                  </a:lnTo>
                  <a:lnTo>
                    <a:pt x="17721" y="136346"/>
                  </a:lnTo>
                  <a:lnTo>
                    <a:pt x="0" y="136346"/>
                  </a:lnTo>
                  <a:close/>
                </a:path>
              </a:pathLst>
            </a:custGeom>
            <a:solidFill>
              <a:srgbClr val="AD624E">
                <a:alpha val="100000"/>
              </a:srgbClr>
            </a:solidFill>
            <a:ln w="4762" cap="rnd">
              <a:solidFill>
                <a:srgbClr val="AD62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g2103"/>
            <p:cNvSpPr/>
            <p:nvPr/>
          </p:nvSpPr>
          <p:spPr>
            <a:xfrm>
              <a:off x="8328592" y="4588981"/>
              <a:ext cx="17721" cy="131015"/>
            </a:xfrm>
            <a:custGeom>
              <a:avLst/>
              <a:pathLst>
                <a:path w="17721" h="131015">
                  <a:moveTo>
                    <a:pt x="0" y="0"/>
                  </a:moveTo>
                  <a:lnTo>
                    <a:pt x="17721" y="5261"/>
                  </a:lnTo>
                  <a:lnTo>
                    <a:pt x="17721" y="131015"/>
                  </a:lnTo>
                  <a:lnTo>
                    <a:pt x="0" y="131015"/>
                  </a:lnTo>
                  <a:close/>
                </a:path>
              </a:pathLst>
            </a:custGeom>
            <a:solidFill>
              <a:srgbClr val="AD624D">
                <a:alpha val="100000"/>
              </a:srgbClr>
            </a:solidFill>
            <a:ln w="4762" cap="rnd">
              <a:solidFill>
                <a:srgbClr val="AD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g2104"/>
            <p:cNvSpPr/>
            <p:nvPr/>
          </p:nvSpPr>
          <p:spPr>
            <a:xfrm>
              <a:off x="8346314" y="4594242"/>
              <a:ext cx="17721" cy="125753"/>
            </a:xfrm>
            <a:custGeom>
              <a:avLst/>
              <a:pathLst>
                <a:path w="17721" h="125753">
                  <a:moveTo>
                    <a:pt x="0" y="0"/>
                  </a:moveTo>
                  <a:lnTo>
                    <a:pt x="17721" y="5142"/>
                  </a:lnTo>
                  <a:lnTo>
                    <a:pt x="17721" y="125753"/>
                  </a:lnTo>
                  <a:lnTo>
                    <a:pt x="0" y="125753"/>
                  </a:lnTo>
                  <a:close/>
                </a:path>
              </a:pathLst>
            </a:custGeom>
            <a:solidFill>
              <a:srgbClr val="AC624D">
                <a:alpha val="100000"/>
              </a:srgbClr>
            </a:solidFill>
            <a:ln w="4762" cap="rnd">
              <a:solidFill>
                <a:srgbClr val="AC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g2105"/>
            <p:cNvSpPr/>
            <p:nvPr/>
          </p:nvSpPr>
          <p:spPr>
            <a:xfrm>
              <a:off x="8364035" y="4599384"/>
              <a:ext cx="53164" cy="120611"/>
            </a:xfrm>
            <a:custGeom>
              <a:avLst/>
              <a:pathLst>
                <a:path w="53164" h="120611">
                  <a:moveTo>
                    <a:pt x="0" y="0"/>
                  </a:moveTo>
                  <a:lnTo>
                    <a:pt x="17721" y="5035"/>
                  </a:lnTo>
                  <a:lnTo>
                    <a:pt x="35442" y="9989"/>
                  </a:lnTo>
                  <a:lnTo>
                    <a:pt x="53164" y="14811"/>
                  </a:lnTo>
                  <a:lnTo>
                    <a:pt x="53164" y="120611"/>
                  </a:lnTo>
                  <a:lnTo>
                    <a:pt x="35442" y="120611"/>
                  </a:lnTo>
                  <a:lnTo>
                    <a:pt x="17721" y="120611"/>
                  </a:lnTo>
                  <a:lnTo>
                    <a:pt x="0" y="120611"/>
                  </a:lnTo>
                  <a:close/>
                </a:path>
              </a:pathLst>
            </a:custGeom>
            <a:solidFill>
              <a:srgbClr val="AC614C">
                <a:alpha val="100000"/>
              </a:srgbClr>
            </a:solidFill>
            <a:ln w="4762" cap="rnd">
              <a:solidFill>
                <a:srgbClr val="AC614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g2106"/>
            <p:cNvSpPr/>
            <p:nvPr/>
          </p:nvSpPr>
          <p:spPr>
            <a:xfrm>
              <a:off x="8417199" y="4614196"/>
              <a:ext cx="35442" cy="105799"/>
            </a:xfrm>
            <a:custGeom>
              <a:avLst/>
              <a:pathLst>
                <a:path w="35442" h="105799">
                  <a:moveTo>
                    <a:pt x="0" y="0"/>
                  </a:moveTo>
                  <a:lnTo>
                    <a:pt x="17721" y="4699"/>
                  </a:lnTo>
                  <a:lnTo>
                    <a:pt x="35442" y="9309"/>
                  </a:lnTo>
                  <a:lnTo>
                    <a:pt x="35442" y="105799"/>
                  </a:lnTo>
                  <a:lnTo>
                    <a:pt x="17721" y="105799"/>
                  </a:lnTo>
                  <a:lnTo>
                    <a:pt x="0" y="105799"/>
                  </a:lnTo>
                  <a:close/>
                </a:path>
              </a:pathLst>
            </a:custGeom>
            <a:solidFill>
              <a:srgbClr val="AB604B">
                <a:alpha val="100000"/>
              </a:srgbClr>
            </a:solidFill>
            <a:ln w="4762" cap="rnd">
              <a:solidFill>
                <a:srgbClr val="AB60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g2107"/>
            <p:cNvSpPr/>
            <p:nvPr/>
          </p:nvSpPr>
          <p:spPr>
            <a:xfrm>
              <a:off x="8452642" y="4623506"/>
              <a:ext cx="17721" cy="96490"/>
            </a:xfrm>
            <a:custGeom>
              <a:avLst/>
              <a:pathLst>
                <a:path w="17721" h="96490">
                  <a:moveTo>
                    <a:pt x="0" y="0"/>
                  </a:moveTo>
                  <a:lnTo>
                    <a:pt x="17721" y="4470"/>
                  </a:lnTo>
                  <a:lnTo>
                    <a:pt x="17721" y="96490"/>
                  </a:lnTo>
                  <a:lnTo>
                    <a:pt x="0" y="96490"/>
                  </a:lnTo>
                  <a:close/>
                </a:path>
              </a:pathLst>
            </a:custGeom>
            <a:solidFill>
              <a:srgbClr val="AB5F4B">
                <a:alpha val="100000"/>
              </a:srgbClr>
            </a:solidFill>
            <a:ln w="4762" cap="rnd">
              <a:solidFill>
                <a:srgbClr val="AB5F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g2108"/>
            <p:cNvSpPr/>
            <p:nvPr/>
          </p:nvSpPr>
          <p:spPr>
            <a:xfrm>
              <a:off x="8470363" y="4627976"/>
              <a:ext cx="17721" cy="92020"/>
            </a:xfrm>
            <a:custGeom>
              <a:avLst/>
              <a:pathLst>
                <a:path w="17721" h="92020">
                  <a:moveTo>
                    <a:pt x="0" y="0"/>
                  </a:moveTo>
                  <a:lnTo>
                    <a:pt x="17721" y="4334"/>
                  </a:lnTo>
                  <a:lnTo>
                    <a:pt x="17721" y="92020"/>
                  </a:lnTo>
                  <a:lnTo>
                    <a:pt x="0" y="92020"/>
                  </a:lnTo>
                  <a:close/>
                </a:path>
              </a:pathLst>
            </a:custGeom>
            <a:solidFill>
              <a:srgbClr val="AB5F4A">
                <a:alpha val="100000"/>
              </a:srgbClr>
            </a:solidFill>
            <a:ln w="4762" cap="rnd">
              <a:solidFill>
                <a:srgbClr val="AB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g2109"/>
            <p:cNvSpPr/>
            <p:nvPr/>
          </p:nvSpPr>
          <p:spPr>
            <a:xfrm>
              <a:off x="8488085" y="4632311"/>
              <a:ext cx="17721" cy="87685"/>
            </a:xfrm>
            <a:custGeom>
              <a:avLst/>
              <a:pathLst>
                <a:path w="17721" h="87685">
                  <a:moveTo>
                    <a:pt x="0" y="0"/>
                  </a:moveTo>
                  <a:lnTo>
                    <a:pt x="17721" y="4239"/>
                  </a:lnTo>
                  <a:lnTo>
                    <a:pt x="17721" y="87685"/>
                  </a:lnTo>
                  <a:lnTo>
                    <a:pt x="0" y="87685"/>
                  </a:lnTo>
                  <a:close/>
                </a:path>
              </a:pathLst>
            </a:custGeom>
            <a:solidFill>
              <a:srgbClr val="AA5F4A">
                <a:alpha val="100000"/>
              </a:srgbClr>
            </a:solidFill>
            <a:ln w="4762" cap="rnd">
              <a:solidFill>
                <a:srgbClr val="AA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g2110"/>
            <p:cNvSpPr/>
            <p:nvPr/>
          </p:nvSpPr>
          <p:spPr>
            <a:xfrm>
              <a:off x="8505806" y="4636550"/>
              <a:ext cx="35442" cy="83445"/>
            </a:xfrm>
            <a:custGeom>
              <a:avLst/>
              <a:pathLst>
                <a:path w="35442" h="83445">
                  <a:moveTo>
                    <a:pt x="0" y="0"/>
                  </a:moveTo>
                  <a:lnTo>
                    <a:pt x="17721" y="4096"/>
                  </a:lnTo>
                  <a:lnTo>
                    <a:pt x="35442" y="8048"/>
                  </a:lnTo>
                  <a:lnTo>
                    <a:pt x="35442" y="83445"/>
                  </a:lnTo>
                  <a:lnTo>
                    <a:pt x="17721" y="83445"/>
                  </a:lnTo>
                  <a:lnTo>
                    <a:pt x="0" y="83445"/>
                  </a:lnTo>
                  <a:close/>
                </a:path>
              </a:pathLst>
            </a:custGeom>
            <a:solidFill>
              <a:srgbClr val="AA5E49">
                <a:alpha val="100000"/>
              </a:srgbClr>
            </a:solidFill>
            <a:ln w="4762" cap="rnd">
              <a:solidFill>
                <a:srgbClr val="AA5E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g2111"/>
            <p:cNvSpPr/>
            <p:nvPr/>
          </p:nvSpPr>
          <p:spPr>
            <a:xfrm>
              <a:off x="8541249" y="4644599"/>
              <a:ext cx="17721" cy="75396"/>
            </a:xfrm>
            <a:custGeom>
              <a:avLst/>
              <a:pathLst>
                <a:path w="17721" h="75396">
                  <a:moveTo>
                    <a:pt x="0" y="0"/>
                  </a:moveTo>
                  <a:lnTo>
                    <a:pt x="17721" y="3853"/>
                  </a:lnTo>
                  <a:lnTo>
                    <a:pt x="17721" y="75396"/>
                  </a:lnTo>
                  <a:lnTo>
                    <a:pt x="0" y="75396"/>
                  </a:lnTo>
                  <a:close/>
                </a:path>
              </a:pathLst>
            </a:custGeom>
            <a:solidFill>
              <a:srgbClr val="AA5D49">
                <a:alpha val="100000"/>
              </a:srgbClr>
            </a:solidFill>
            <a:ln w="4762" cap="rnd">
              <a:solidFill>
                <a:srgbClr val="AA5D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g2112"/>
            <p:cNvSpPr/>
            <p:nvPr/>
          </p:nvSpPr>
          <p:spPr>
            <a:xfrm>
              <a:off x="8558970" y="4648453"/>
              <a:ext cx="35442" cy="71543"/>
            </a:xfrm>
            <a:custGeom>
              <a:avLst/>
              <a:pathLst>
                <a:path w="35442" h="71543">
                  <a:moveTo>
                    <a:pt x="0" y="0"/>
                  </a:moveTo>
                  <a:lnTo>
                    <a:pt x="17721" y="3712"/>
                  </a:lnTo>
                  <a:lnTo>
                    <a:pt x="35442" y="7274"/>
                  </a:lnTo>
                  <a:lnTo>
                    <a:pt x="35442" y="71543"/>
                  </a:lnTo>
                  <a:lnTo>
                    <a:pt x="17721" y="71543"/>
                  </a:lnTo>
                  <a:lnTo>
                    <a:pt x="0" y="71543"/>
                  </a:lnTo>
                  <a:close/>
                </a:path>
              </a:pathLst>
            </a:custGeom>
            <a:solidFill>
              <a:srgbClr val="A95D48">
                <a:alpha val="100000"/>
              </a:srgbClr>
            </a:solidFill>
            <a:ln w="4762" cap="rnd">
              <a:solidFill>
                <a:srgbClr val="A95D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g2113"/>
            <p:cNvSpPr/>
            <p:nvPr/>
          </p:nvSpPr>
          <p:spPr>
            <a:xfrm>
              <a:off x="8594413" y="4655727"/>
              <a:ext cx="17721" cy="64268"/>
            </a:xfrm>
            <a:custGeom>
              <a:avLst/>
              <a:pathLst>
                <a:path w="17721" h="64268">
                  <a:moveTo>
                    <a:pt x="0" y="0"/>
                  </a:moveTo>
                  <a:lnTo>
                    <a:pt x="17721" y="3463"/>
                  </a:lnTo>
                  <a:lnTo>
                    <a:pt x="17721" y="64268"/>
                  </a:lnTo>
                  <a:lnTo>
                    <a:pt x="0" y="64268"/>
                  </a:lnTo>
                  <a:close/>
                </a:path>
              </a:pathLst>
            </a:custGeom>
            <a:solidFill>
              <a:srgbClr val="A95C48">
                <a:alpha val="100000"/>
              </a:srgbClr>
            </a:solidFill>
            <a:ln w="4762" cap="rnd">
              <a:solidFill>
                <a:srgbClr val="A95C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g2114"/>
            <p:cNvSpPr/>
            <p:nvPr/>
          </p:nvSpPr>
          <p:spPr>
            <a:xfrm>
              <a:off x="8612134" y="4659191"/>
              <a:ext cx="35442" cy="60804"/>
            </a:xfrm>
            <a:custGeom>
              <a:avLst/>
              <a:pathLst>
                <a:path w="35442" h="60804">
                  <a:moveTo>
                    <a:pt x="0" y="0"/>
                  </a:moveTo>
                  <a:lnTo>
                    <a:pt x="17721" y="3326"/>
                  </a:lnTo>
                  <a:lnTo>
                    <a:pt x="35442" y="6501"/>
                  </a:lnTo>
                  <a:lnTo>
                    <a:pt x="35442" y="60804"/>
                  </a:lnTo>
                  <a:lnTo>
                    <a:pt x="17721" y="60804"/>
                  </a:lnTo>
                  <a:lnTo>
                    <a:pt x="0" y="60804"/>
                  </a:lnTo>
                  <a:close/>
                </a:path>
              </a:pathLst>
            </a:custGeom>
            <a:solidFill>
              <a:srgbClr val="A95C47">
                <a:alpha val="100000"/>
              </a:srgbClr>
            </a:solidFill>
            <a:ln w="4762" cap="rnd">
              <a:solidFill>
                <a:srgbClr val="A95C4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g2115"/>
            <p:cNvSpPr/>
            <p:nvPr/>
          </p:nvSpPr>
          <p:spPr>
            <a:xfrm>
              <a:off x="8647577" y="4665692"/>
              <a:ext cx="35442" cy="54303"/>
            </a:xfrm>
            <a:custGeom>
              <a:avLst/>
              <a:pathLst>
                <a:path w="35442" h="54303">
                  <a:moveTo>
                    <a:pt x="0" y="0"/>
                  </a:moveTo>
                  <a:lnTo>
                    <a:pt x="17721" y="3077"/>
                  </a:lnTo>
                  <a:lnTo>
                    <a:pt x="35442" y="6026"/>
                  </a:lnTo>
                  <a:lnTo>
                    <a:pt x="35442" y="54303"/>
                  </a:lnTo>
                  <a:lnTo>
                    <a:pt x="17721" y="54303"/>
                  </a:lnTo>
                  <a:lnTo>
                    <a:pt x="0" y="54303"/>
                  </a:lnTo>
                  <a:close/>
                </a:path>
              </a:pathLst>
            </a:custGeom>
            <a:solidFill>
              <a:srgbClr val="A85B46">
                <a:alpha val="100000"/>
              </a:srgbClr>
            </a:solidFill>
            <a:ln w="4762" cap="rnd">
              <a:solidFill>
                <a:srgbClr val="A85B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g2116"/>
            <p:cNvSpPr/>
            <p:nvPr/>
          </p:nvSpPr>
          <p:spPr>
            <a:xfrm>
              <a:off x="8683020" y="4671719"/>
              <a:ext cx="17721" cy="48277"/>
            </a:xfrm>
            <a:custGeom>
              <a:avLst/>
              <a:pathLst>
                <a:path w="17721" h="48277">
                  <a:moveTo>
                    <a:pt x="0" y="0"/>
                  </a:moveTo>
                  <a:lnTo>
                    <a:pt x="17721" y="2797"/>
                  </a:lnTo>
                  <a:lnTo>
                    <a:pt x="17721" y="48277"/>
                  </a:lnTo>
                  <a:lnTo>
                    <a:pt x="0" y="48277"/>
                  </a:lnTo>
                  <a:close/>
                </a:path>
              </a:pathLst>
            </a:custGeom>
            <a:solidFill>
              <a:srgbClr val="A85A46">
                <a:alpha val="100000"/>
              </a:srgbClr>
            </a:solidFill>
            <a:ln w="4762" cap="rnd">
              <a:solidFill>
                <a:srgbClr val="A85A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g2117"/>
            <p:cNvSpPr/>
            <p:nvPr/>
          </p:nvSpPr>
          <p:spPr>
            <a:xfrm>
              <a:off x="8700741" y="4674516"/>
              <a:ext cx="17721" cy="45479"/>
            </a:xfrm>
            <a:custGeom>
              <a:avLst/>
              <a:pathLst>
                <a:path w="17721" h="45479">
                  <a:moveTo>
                    <a:pt x="0" y="0"/>
                  </a:moveTo>
                  <a:lnTo>
                    <a:pt x="17721" y="2704"/>
                  </a:lnTo>
                  <a:lnTo>
                    <a:pt x="17721" y="45479"/>
                  </a:lnTo>
                  <a:lnTo>
                    <a:pt x="0" y="45479"/>
                  </a:lnTo>
                  <a:close/>
                </a:path>
              </a:pathLst>
            </a:custGeom>
            <a:solidFill>
              <a:srgbClr val="A85A45">
                <a:alpha val="100000"/>
              </a:srgbClr>
            </a:solidFill>
            <a:ln w="4762" cap="rnd">
              <a:solidFill>
                <a:srgbClr val="A85A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g2118"/>
            <p:cNvSpPr/>
            <p:nvPr/>
          </p:nvSpPr>
          <p:spPr>
            <a:xfrm>
              <a:off x="8718462" y="4677221"/>
              <a:ext cx="17721" cy="42775"/>
            </a:xfrm>
            <a:custGeom>
              <a:avLst/>
              <a:pathLst>
                <a:path w="17721" h="42775">
                  <a:moveTo>
                    <a:pt x="0" y="0"/>
                  </a:moveTo>
                  <a:lnTo>
                    <a:pt x="17721" y="2585"/>
                  </a:lnTo>
                  <a:lnTo>
                    <a:pt x="17721" y="42775"/>
                  </a:lnTo>
                  <a:lnTo>
                    <a:pt x="0" y="42775"/>
                  </a:lnTo>
                  <a:close/>
                </a:path>
              </a:pathLst>
            </a:custGeom>
            <a:solidFill>
              <a:srgbClr val="A75A45">
                <a:alpha val="100000"/>
              </a:srgbClr>
            </a:solidFill>
            <a:ln w="4762" cap="rnd">
              <a:solidFill>
                <a:srgbClr val="A75A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g2119"/>
            <p:cNvSpPr/>
            <p:nvPr/>
          </p:nvSpPr>
          <p:spPr>
            <a:xfrm>
              <a:off x="8736184" y="4679806"/>
              <a:ext cx="17721" cy="40190"/>
            </a:xfrm>
            <a:custGeom>
              <a:avLst/>
              <a:pathLst>
                <a:path w="17721" h="40190">
                  <a:moveTo>
                    <a:pt x="0" y="0"/>
                  </a:moveTo>
                  <a:lnTo>
                    <a:pt x="17721" y="2437"/>
                  </a:lnTo>
                  <a:lnTo>
                    <a:pt x="17721" y="40190"/>
                  </a:lnTo>
                  <a:lnTo>
                    <a:pt x="0" y="40190"/>
                  </a:lnTo>
                  <a:close/>
                </a:path>
              </a:pathLst>
            </a:custGeom>
            <a:solidFill>
              <a:srgbClr val="A75945">
                <a:alpha val="100000"/>
              </a:srgbClr>
            </a:solidFill>
            <a:ln w="4762" cap="rnd">
              <a:solidFill>
                <a:srgbClr val="A759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g2120"/>
            <p:cNvSpPr/>
            <p:nvPr/>
          </p:nvSpPr>
          <p:spPr>
            <a:xfrm>
              <a:off x="8753905" y="4682243"/>
              <a:ext cx="17721" cy="37752"/>
            </a:xfrm>
            <a:custGeom>
              <a:avLst/>
              <a:pathLst>
                <a:path w="17721" h="37752">
                  <a:moveTo>
                    <a:pt x="0" y="0"/>
                  </a:moveTo>
                  <a:lnTo>
                    <a:pt x="17721" y="2350"/>
                  </a:lnTo>
                  <a:lnTo>
                    <a:pt x="17721" y="37752"/>
                  </a:lnTo>
                  <a:lnTo>
                    <a:pt x="0" y="37752"/>
                  </a:lnTo>
                  <a:close/>
                </a:path>
              </a:pathLst>
            </a:custGeom>
            <a:solidFill>
              <a:srgbClr val="A75944">
                <a:alpha val="100000"/>
              </a:srgbClr>
            </a:solidFill>
            <a:ln w="4762" cap="rnd">
              <a:solidFill>
                <a:srgbClr val="A759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g2121"/>
            <p:cNvSpPr/>
            <p:nvPr/>
          </p:nvSpPr>
          <p:spPr>
            <a:xfrm>
              <a:off x="8771627" y="4684594"/>
              <a:ext cx="17721" cy="35402"/>
            </a:xfrm>
            <a:custGeom>
              <a:avLst/>
              <a:pathLst>
                <a:path w="17721" h="35402">
                  <a:moveTo>
                    <a:pt x="0" y="0"/>
                  </a:moveTo>
                  <a:lnTo>
                    <a:pt x="17721" y="2241"/>
                  </a:lnTo>
                  <a:lnTo>
                    <a:pt x="17721" y="35402"/>
                  </a:lnTo>
                  <a:lnTo>
                    <a:pt x="0" y="35402"/>
                  </a:lnTo>
                  <a:close/>
                </a:path>
              </a:pathLst>
            </a:custGeom>
            <a:solidFill>
              <a:srgbClr val="A75844">
                <a:alpha val="100000"/>
              </a:srgbClr>
            </a:solidFill>
            <a:ln w="4762" cap="rnd">
              <a:solidFill>
                <a:srgbClr val="A758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g2122"/>
            <p:cNvSpPr/>
            <p:nvPr/>
          </p:nvSpPr>
          <p:spPr>
            <a:xfrm>
              <a:off x="8789348" y="4686836"/>
              <a:ext cx="17721" cy="33160"/>
            </a:xfrm>
            <a:custGeom>
              <a:avLst/>
              <a:pathLst>
                <a:path w="17721" h="33160">
                  <a:moveTo>
                    <a:pt x="0" y="0"/>
                  </a:moveTo>
                  <a:lnTo>
                    <a:pt x="17721" y="2100"/>
                  </a:lnTo>
                  <a:lnTo>
                    <a:pt x="17721" y="33160"/>
                  </a:lnTo>
                  <a:lnTo>
                    <a:pt x="0" y="33160"/>
                  </a:lnTo>
                  <a:close/>
                </a:path>
              </a:pathLst>
            </a:custGeom>
            <a:solidFill>
              <a:srgbClr val="A65844">
                <a:alpha val="100000"/>
              </a:srgbClr>
            </a:solidFill>
            <a:ln w="4762" cap="rnd">
              <a:solidFill>
                <a:srgbClr val="A658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g2123"/>
            <p:cNvSpPr/>
            <p:nvPr/>
          </p:nvSpPr>
          <p:spPr>
            <a:xfrm>
              <a:off x="8807069" y="4688936"/>
              <a:ext cx="17721" cy="31059"/>
            </a:xfrm>
            <a:custGeom>
              <a:avLst/>
              <a:pathLst>
                <a:path w="17721" h="31059">
                  <a:moveTo>
                    <a:pt x="0" y="0"/>
                  </a:moveTo>
                  <a:lnTo>
                    <a:pt x="17721" y="2020"/>
                  </a:lnTo>
                  <a:lnTo>
                    <a:pt x="17721" y="31059"/>
                  </a:lnTo>
                  <a:lnTo>
                    <a:pt x="0" y="31059"/>
                  </a:lnTo>
                  <a:close/>
                </a:path>
              </a:pathLst>
            </a:custGeom>
            <a:solidFill>
              <a:srgbClr val="A65843">
                <a:alpha val="100000"/>
              </a:srgbClr>
            </a:solidFill>
            <a:ln w="4762" cap="rnd">
              <a:solidFill>
                <a:srgbClr val="A658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g2124"/>
            <p:cNvSpPr/>
            <p:nvPr/>
          </p:nvSpPr>
          <p:spPr>
            <a:xfrm>
              <a:off x="8824791" y="4690957"/>
              <a:ext cx="17721" cy="29038"/>
            </a:xfrm>
            <a:custGeom>
              <a:avLst/>
              <a:pathLst>
                <a:path w="17721" h="29038">
                  <a:moveTo>
                    <a:pt x="0" y="0"/>
                  </a:moveTo>
                  <a:lnTo>
                    <a:pt x="17721" y="1923"/>
                  </a:lnTo>
                  <a:lnTo>
                    <a:pt x="17721" y="29038"/>
                  </a:lnTo>
                  <a:lnTo>
                    <a:pt x="0" y="29038"/>
                  </a:lnTo>
                  <a:close/>
                </a:path>
              </a:pathLst>
            </a:custGeom>
            <a:solidFill>
              <a:srgbClr val="A65743">
                <a:alpha val="100000"/>
              </a:srgbClr>
            </a:solidFill>
            <a:ln w="4762" cap="rnd">
              <a:solidFill>
                <a:srgbClr val="A657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g2125"/>
            <p:cNvSpPr/>
            <p:nvPr/>
          </p:nvSpPr>
          <p:spPr>
            <a:xfrm>
              <a:off x="8842512" y="4692880"/>
              <a:ext cx="17721" cy="27115"/>
            </a:xfrm>
            <a:custGeom>
              <a:avLst/>
              <a:pathLst>
                <a:path w="17721" h="27115">
                  <a:moveTo>
                    <a:pt x="0" y="0"/>
                  </a:moveTo>
                  <a:lnTo>
                    <a:pt x="17721" y="1791"/>
                  </a:lnTo>
                  <a:lnTo>
                    <a:pt x="17721" y="27115"/>
                  </a:lnTo>
                  <a:lnTo>
                    <a:pt x="0" y="27115"/>
                  </a:lnTo>
                  <a:close/>
                </a:path>
              </a:pathLst>
            </a:custGeom>
            <a:solidFill>
              <a:srgbClr val="A65742">
                <a:alpha val="100000"/>
              </a:srgbClr>
            </a:solidFill>
            <a:ln w="4762" cap="rnd">
              <a:solidFill>
                <a:srgbClr val="A657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g2126"/>
            <p:cNvSpPr/>
            <p:nvPr/>
          </p:nvSpPr>
          <p:spPr>
            <a:xfrm>
              <a:off x="8860233" y="4694671"/>
              <a:ext cx="17721" cy="25324"/>
            </a:xfrm>
            <a:custGeom>
              <a:avLst/>
              <a:pathLst>
                <a:path w="17721" h="25324">
                  <a:moveTo>
                    <a:pt x="0" y="0"/>
                  </a:moveTo>
                  <a:lnTo>
                    <a:pt x="17721" y="1717"/>
                  </a:lnTo>
                  <a:lnTo>
                    <a:pt x="17721" y="25324"/>
                  </a:lnTo>
                  <a:lnTo>
                    <a:pt x="0" y="25324"/>
                  </a:lnTo>
                  <a:close/>
                </a:path>
              </a:pathLst>
            </a:custGeom>
            <a:solidFill>
              <a:srgbClr val="A55742">
                <a:alpha val="100000"/>
              </a:srgbClr>
            </a:solidFill>
            <a:ln w="4762" cap="rnd">
              <a:solidFill>
                <a:srgbClr val="A557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g2127"/>
            <p:cNvSpPr/>
            <p:nvPr/>
          </p:nvSpPr>
          <p:spPr>
            <a:xfrm>
              <a:off x="8877955" y="4696389"/>
              <a:ext cx="17721" cy="23606"/>
            </a:xfrm>
            <a:custGeom>
              <a:avLst/>
              <a:pathLst>
                <a:path w="17721" h="23606">
                  <a:moveTo>
                    <a:pt x="0" y="0"/>
                  </a:moveTo>
                  <a:lnTo>
                    <a:pt x="17721" y="1632"/>
                  </a:lnTo>
                  <a:lnTo>
                    <a:pt x="17721" y="23606"/>
                  </a:lnTo>
                  <a:lnTo>
                    <a:pt x="0" y="23606"/>
                  </a:lnTo>
                  <a:close/>
                </a:path>
              </a:pathLst>
            </a:custGeom>
            <a:solidFill>
              <a:srgbClr val="A55642">
                <a:alpha val="100000"/>
              </a:srgbClr>
            </a:solidFill>
            <a:ln w="4762" cap="rnd">
              <a:solidFill>
                <a:srgbClr val="A556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g2128"/>
            <p:cNvSpPr/>
            <p:nvPr/>
          </p:nvSpPr>
          <p:spPr>
            <a:xfrm>
              <a:off x="8895676" y="4698022"/>
              <a:ext cx="17721" cy="21973"/>
            </a:xfrm>
            <a:custGeom>
              <a:avLst/>
              <a:pathLst>
                <a:path w="17721" h="21973">
                  <a:moveTo>
                    <a:pt x="0" y="0"/>
                  </a:moveTo>
                  <a:lnTo>
                    <a:pt x="17721" y="1510"/>
                  </a:lnTo>
                  <a:lnTo>
                    <a:pt x="17721" y="21973"/>
                  </a:lnTo>
                  <a:lnTo>
                    <a:pt x="0" y="21973"/>
                  </a:lnTo>
                  <a:close/>
                </a:path>
              </a:pathLst>
            </a:custGeom>
            <a:solidFill>
              <a:srgbClr val="A55641">
                <a:alpha val="100000"/>
              </a:srgbClr>
            </a:solidFill>
            <a:ln w="4762" cap="rnd">
              <a:solidFill>
                <a:srgbClr val="A556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g2129"/>
            <p:cNvSpPr/>
            <p:nvPr/>
          </p:nvSpPr>
          <p:spPr>
            <a:xfrm>
              <a:off x="8913398" y="4699533"/>
              <a:ext cx="17721" cy="20462"/>
            </a:xfrm>
            <a:custGeom>
              <a:avLst/>
              <a:pathLst>
                <a:path w="17721" h="20462">
                  <a:moveTo>
                    <a:pt x="0" y="0"/>
                  </a:moveTo>
                  <a:lnTo>
                    <a:pt x="17721" y="1444"/>
                  </a:lnTo>
                  <a:lnTo>
                    <a:pt x="17721" y="20462"/>
                  </a:lnTo>
                  <a:lnTo>
                    <a:pt x="0" y="20462"/>
                  </a:lnTo>
                  <a:close/>
                </a:path>
              </a:pathLst>
            </a:custGeom>
            <a:solidFill>
              <a:srgbClr val="A55541">
                <a:alpha val="100000"/>
              </a:srgbClr>
            </a:solidFill>
            <a:ln w="4762" cap="rnd">
              <a:solidFill>
                <a:srgbClr val="A555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g2130"/>
            <p:cNvSpPr/>
            <p:nvPr/>
          </p:nvSpPr>
          <p:spPr>
            <a:xfrm>
              <a:off x="8931119" y="4700978"/>
              <a:ext cx="17721" cy="19017"/>
            </a:xfrm>
            <a:custGeom>
              <a:avLst/>
              <a:pathLst>
                <a:path w="17721" h="19017">
                  <a:moveTo>
                    <a:pt x="0" y="0"/>
                  </a:moveTo>
                  <a:lnTo>
                    <a:pt x="17721" y="1371"/>
                  </a:lnTo>
                  <a:lnTo>
                    <a:pt x="17721" y="19017"/>
                  </a:lnTo>
                  <a:lnTo>
                    <a:pt x="0" y="19017"/>
                  </a:lnTo>
                  <a:close/>
                </a:path>
              </a:pathLst>
            </a:custGeom>
            <a:solidFill>
              <a:srgbClr val="A45541">
                <a:alpha val="100000"/>
              </a:srgbClr>
            </a:solidFill>
            <a:ln w="4762" cap="rnd">
              <a:solidFill>
                <a:srgbClr val="A455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g2131"/>
            <p:cNvSpPr/>
            <p:nvPr/>
          </p:nvSpPr>
          <p:spPr>
            <a:xfrm>
              <a:off x="8948840" y="4702350"/>
              <a:ext cx="17721" cy="17646"/>
            </a:xfrm>
            <a:custGeom>
              <a:avLst/>
              <a:pathLst>
                <a:path w="17721" h="17646">
                  <a:moveTo>
                    <a:pt x="0" y="0"/>
                  </a:moveTo>
                  <a:lnTo>
                    <a:pt x="17721" y="1260"/>
                  </a:lnTo>
                  <a:lnTo>
                    <a:pt x="17721" y="17646"/>
                  </a:lnTo>
                  <a:lnTo>
                    <a:pt x="0" y="17646"/>
                  </a:lnTo>
                  <a:close/>
                </a:path>
              </a:pathLst>
            </a:custGeom>
            <a:solidFill>
              <a:srgbClr val="A45540">
                <a:alpha val="100000"/>
              </a:srgbClr>
            </a:solidFill>
            <a:ln w="4762" cap="rnd">
              <a:solidFill>
                <a:srgbClr val="A455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g2132"/>
            <p:cNvSpPr/>
            <p:nvPr/>
          </p:nvSpPr>
          <p:spPr>
            <a:xfrm>
              <a:off x="8966562" y="4703610"/>
              <a:ext cx="35442" cy="16385"/>
            </a:xfrm>
            <a:custGeom>
              <a:avLst/>
              <a:pathLst>
                <a:path w="35442" h="16385">
                  <a:moveTo>
                    <a:pt x="0" y="0"/>
                  </a:moveTo>
                  <a:lnTo>
                    <a:pt x="17721" y="1202"/>
                  </a:lnTo>
                  <a:lnTo>
                    <a:pt x="35442" y="2342"/>
                  </a:lnTo>
                  <a:lnTo>
                    <a:pt x="35442" y="16385"/>
                  </a:lnTo>
                  <a:lnTo>
                    <a:pt x="17721" y="16385"/>
                  </a:lnTo>
                  <a:lnTo>
                    <a:pt x="0" y="16385"/>
                  </a:lnTo>
                  <a:close/>
                </a:path>
              </a:pathLst>
            </a:custGeom>
            <a:solidFill>
              <a:srgbClr val="A45440">
                <a:alpha val="100000"/>
              </a:srgbClr>
            </a:solidFill>
            <a:ln w="4762" cap="rnd">
              <a:solidFill>
                <a:srgbClr val="A454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g2133"/>
            <p:cNvSpPr/>
            <p:nvPr/>
          </p:nvSpPr>
          <p:spPr>
            <a:xfrm>
              <a:off x="9002004" y="4705953"/>
              <a:ext cx="35442" cy="14043"/>
            </a:xfrm>
            <a:custGeom>
              <a:avLst/>
              <a:pathLst>
                <a:path w="35442" h="14043">
                  <a:moveTo>
                    <a:pt x="0" y="0"/>
                  </a:moveTo>
                  <a:lnTo>
                    <a:pt x="17721" y="1040"/>
                  </a:lnTo>
                  <a:lnTo>
                    <a:pt x="35442" y="2030"/>
                  </a:lnTo>
                  <a:lnTo>
                    <a:pt x="35442" y="14043"/>
                  </a:lnTo>
                  <a:lnTo>
                    <a:pt x="17721" y="14043"/>
                  </a:lnTo>
                  <a:lnTo>
                    <a:pt x="0" y="14043"/>
                  </a:lnTo>
                  <a:close/>
                </a:path>
              </a:pathLst>
            </a:custGeom>
            <a:solidFill>
              <a:srgbClr val="A3533F">
                <a:alpha val="100000"/>
              </a:srgbClr>
            </a:solidFill>
            <a:ln w="4762" cap="rnd">
              <a:solidFill>
                <a:srgbClr val="A3533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g2134"/>
            <p:cNvSpPr/>
            <p:nvPr/>
          </p:nvSpPr>
          <p:spPr>
            <a:xfrm>
              <a:off x="9037447" y="4707983"/>
              <a:ext cx="17721" cy="12012"/>
            </a:xfrm>
            <a:custGeom>
              <a:avLst/>
              <a:pathLst>
                <a:path w="17721" h="12012">
                  <a:moveTo>
                    <a:pt x="0" y="0"/>
                  </a:moveTo>
                  <a:lnTo>
                    <a:pt x="17721" y="938"/>
                  </a:lnTo>
                  <a:lnTo>
                    <a:pt x="17721" y="12012"/>
                  </a:lnTo>
                  <a:lnTo>
                    <a:pt x="0" y="12012"/>
                  </a:lnTo>
                  <a:close/>
                </a:path>
              </a:pathLst>
            </a:custGeom>
            <a:solidFill>
              <a:srgbClr val="A3533E">
                <a:alpha val="100000"/>
              </a:srgbClr>
            </a:solidFill>
            <a:ln w="4762" cap="rnd">
              <a:solidFill>
                <a:srgbClr val="A353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g2135"/>
            <p:cNvSpPr/>
            <p:nvPr/>
          </p:nvSpPr>
          <p:spPr>
            <a:xfrm>
              <a:off x="9055168" y="4708922"/>
              <a:ext cx="17721" cy="11074"/>
            </a:xfrm>
            <a:custGeom>
              <a:avLst/>
              <a:pathLst>
                <a:path w="17721" h="11074">
                  <a:moveTo>
                    <a:pt x="0" y="0"/>
                  </a:moveTo>
                  <a:lnTo>
                    <a:pt x="17721" y="849"/>
                  </a:lnTo>
                  <a:lnTo>
                    <a:pt x="17721" y="11074"/>
                  </a:lnTo>
                  <a:lnTo>
                    <a:pt x="0" y="11074"/>
                  </a:lnTo>
                  <a:close/>
                </a:path>
              </a:pathLst>
            </a:custGeom>
            <a:solidFill>
              <a:srgbClr val="A3523E">
                <a:alpha val="100000"/>
              </a:srgbClr>
            </a:solidFill>
            <a:ln w="4762" cap="rnd">
              <a:solidFill>
                <a:srgbClr val="A352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g2136"/>
            <p:cNvSpPr/>
            <p:nvPr/>
          </p:nvSpPr>
          <p:spPr>
            <a:xfrm>
              <a:off x="9072890" y="4709771"/>
              <a:ext cx="17721" cy="10224"/>
            </a:xfrm>
            <a:custGeom>
              <a:avLst/>
              <a:pathLst>
                <a:path w="17721" h="10224">
                  <a:moveTo>
                    <a:pt x="0" y="0"/>
                  </a:moveTo>
                  <a:lnTo>
                    <a:pt x="17721" y="806"/>
                  </a:lnTo>
                  <a:lnTo>
                    <a:pt x="17721" y="10224"/>
                  </a:lnTo>
                  <a:lnTo>
                    <a:pt x="0" y="10224"/>
                  </a:lnTo>
                  <a:close/>
                </a:path>
              </a:pathLst>
            </a:custGeom>
            <a:solidFill>
              <a:srgbClr val="A2523E">
                <a:alpha val="100000"/>
              </a:srgbClr>
            </a:solidFill>
            <a:ln w="4762" cap="rnd">
              <a:solidFill>
                <a:srgbClr val="A252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g2137"/>
            <p:cNvSpPr/>
            <p:nvPr/>
          </p:nvSpPr>
          <p:spPr>
            <a:xfrm>
              <a:off x="9090611" y="4710578"/>
              <a:ext cx="17721" cy="9417"/>
            </a:xfrm>
            <a:custGeom>
              <a:avLst/>
              <a:pathLst>
                <a:path w="17721" h="9417">
                  <a:moveTo>
                    <a:pt x="0" y="0"/>
                  </a:moveTo>
                  <a:lnTo>
                    <a:pt x="17721" y="763"/>
                  </a:lnTo>
                  <a:lnTo>
                    <a:pt x="17721" y="9417"/>
                  </a:lnTo>
                  <a:lnTo>
                    <a:pt x="0" y="9417"/>
                  </a:lnTo>
                  <a:close/>
                </a:path>
              </a:pathLst>
            </a:custGeom>
            <a:solidFill>
              <a:srgbClr val="A2523D">
                <a:alpha val="100000"/>
              </a:srgbClr>
            </a:solidFill>
            <a:ln w="4762" cap="rnd">
              <a:solidFill>
                <a:srgbClr val="A252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g2138"/>
            <p:cNvSpPr/>
            <p:nvPr/>
          </p:nvSpPr>
          <p:spPr>
            <a:xfrm>
              <a:off x="9108333" y="4711342"/>
              <a:ext cx="35442" cy="8653"/>
            </a:xfrm>
            <a:custGeom>
              <a:avLst/>
              <a:pathLst>
                <a:path w="35442" h="8653">
                  <a:moveTo>
                    <a:pt x="0" y="0"/>
                  </a:moveTo>
                  <a:lnTo>
                    <a:pt x="17721" y="686"/>
                  </a:lnTo>
                  <a:lnTo>
                    <a:pt x="35442" y="1337"/>
                  </a:lnTo>
                  <a:lnTo>
                    <a:pt x="35442" y="8653"/>
                  </a:lnTo>
                  <a:lnTo>
                    <a:pt x="17721" y="8653"/>
                  </a:lnTo>
                  <a:lnTo>
                    <a:pt x="0" y="8653"/>
                  </a:lnTo>
                  <a:close/>
                </a:path>
              </a:pathLst>
            </a:custGeom>
            <a:solidFill>
              <a:srgbClr val="A2513D">
                <a:alpha val="100000"/>
              </a:srgbClr>
            </a:solidFill>
            <a:ln w="4762" cap="rnd">
              <a:solidFill>
                <a:srgbClr val="A251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g2139"/>
            <p:cNvSpPr/>
            <p:nvPr/>
          </p:nvSpPr>
          <p:spPr>
            <a:xfrm>
              <a:off x="9143775" y="4712679"/>
              <a:ext cx="35442" cy="7316"/>
            </a:xfrm>
            <a:custGeom>
              <a:avLst/>
              <a:pathLst>
                <a:path w="35442" h="7316">
                  <a:moveTo>
                    <a:pt x="0" y="0"/>
                  </a:moveTo>
                  <a:lnTo>
                    <a:pt x="17721" y="614"/>
                  </a:lnTo>
                  <a:lnTo>
                    <a:pt x="35442" y="1165"/>
                  </a:lnTo>
                  <a:lnTo>
                    <a:pt x="35442" y="7316"/>
                  </a:lnTo>
                  <a:lnTo>
                    <a:pt x="17721" y="7316"/>
                  </a:lnTo>
                  <a:lnTo>
                    <a:pt x="0" y="7316"/>
                  </a:lnTo>
                  <a:close/>
                </a:path>
              </a:pathLst>
            </a:custGeom>
            <a:solidFill>
              <a:srgbClr val="A1503C">
                <a:alpha val="100000"/>
              </a:srgbClr>
            </a:solidFill>
            <a:ln w="4762" cap="rnd">
              <a:solidFill>
                <a:srgbClr val="A1503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l2140"/>
            <p:cNvSpPr/>
            <p:nvPr/>
          </p:nvSpPr>
          <p:spPr>
            <a:xfrm>
              <a:off x="2675476" y="4255902"/>
              <a:ext cx="6503742" cy="457942"/>
            </a:xfrm>
            <a:custGeom>
              <a:avLst/>
              <a:pathLst>
                <a:path w="6503742" h="457942">
                  <a:moveTo>
                    <a:pt x="0" y="457546"/>
                  </a:moveTo>
                  <a:lnTo>
                    <a:pt x="17721" y="456943"/>
                  </a:lnTo>
                  <a:lnTo>
                    <a:pt x="35442" y="456282"/>
                  </a:lnTo>
                  <a:lnTo>
                    <a:pt x="53164" y="455582"/>
                  </a:lnTo>
                  <a:lnTo>
                    <a:pt x="70885" y="454827"/>
                  </a:lnTo>
                  <a:lnTo>
                    <a:pt x="88606" y="454001"/>
                  </a:lnTo>
                  <a:lnTo>
                    <a:pt x="106328" y="453128"/>
                  </a:lnTo>
                  <a:lnTo>
                    <a:pt x="124049" y="452191"/>
                  </a:lnTo>
                  <a:lnTo>
                    <a:pt x="141770" y="451167"/>
                  </a:lnTo>
                  <a:lnTo>
                    <a:pt x="159492" y="450088"/>
                  </a:lnTo>
                  <a:lnTo>
                    <a:pt x="177213" y="448937"/>
                  </a:lnTo>
                  <a:lnTo>
                    <a:pt x="194935" y="447683"/>
                  </a:lnTo>
                  <a:lnTo>
                    <a:pt x="212656" y="446363"/>
                  </a:lnTo>
                  <a:lnTo>
                    <a:pt x="230377" y="444962"/>
                  </a:lnTo>
                  <a:lnTo>
                    <a:pt x="248099" y="443439"/>
                  </a:lnTo>
                  <a:lnTo>
                    <a:pt x="265820" y="441841"/>
                  </a:lnTo>
                  <a:lnTo>
                    <a:pt x="283541" y="440154"/>
                  </a:lnTo>
                  <a:lnTo>
                    <a:pt x="301263" y="438323"/>
                  </a:lnTo>
                  <a:lnTo>
                    <a:pt x="318984" y="436407"/>
                  </a:lnTo>
                  <a:lnTo>
                    <a:pt x="336705" y="434394"/>
                  </a:lnTo>
                  <a:lnTo>
                    <a:pt x="354427" y="432216"/>
                  </a:lnTo>
                  <a:lnTo>
                    <a:pt x="372148" y="429943"/>
                  </a:lnTo>
                  <a:lnTo>
                    <a:pt x="389870" y="427565"/>
                  </a:lnTo>
                  <a:lnTo>
                    <a:pt x="407591" y="425000"/>
                  </a:lnTo>
                  <a:lnTo>
                    <a:pt x="425312" y="422329"/>
                  </a:lnTo>
                  <a:lnTo>
                    <a:pt x="443034" y="419549"/>
                  </a:lnTo>
                  <a:lnTo>
                    <a:pt x="460755" y="416558"/>
                  </a:lnTo>
                  <a:lnTo>
                    <a:pt x="478476" y="413453"/>
                  </a:lnTo>
                  <a:lnTo>
                    <a:pt x="496198" y="410233"/>
                  </a:lnTo>
                  <a:lnTo>
                    <a:pt x="513919" y="406782"/>
                  </a:lnTo>
                  <a:lnTo>
                    <a:pt x="531641" y="403208"/>
                  </a:lnTo>
                  <a:lnTo>
                    <a:pt x="549362" y="399513"/>
                  </a:lnTo>
                  <a:lnTo>
                    <a:pt x="567083" y="395577"/>
                  </a:lnTo>
                  <a:lnTo>
                    <a:pt x="584805" y="391507"/>
                  </a:lnTo>
                  <a:lnTo>
                    <a:pt x="602526" y="387309"/>
                  </a:lnTo>
                  <a:lnTo>
                    <a:pt x="620247" y="382866"/>
                  </a:lnTo>
                  <a:lnTo>
                    <a:pt x="637969" y="378279"/>
                  </a:lnTo>
                  <a:lnTo>
                    <a:pt x="655690" y="373559"/>
                  </a:lnTo>
                  <a:lnTo>
                    <a:pt x="673411" y="368596"/>
                  </a:lnTo>
                  <a:lnTo>
                    <a:pt x="691133" y="363481"/>
                  </a:lnTo>
                  <a:lnTo>
                    <a:pt x="708854" y="358232"/>
                  </a:lnTo>
                  <a:lnTo>
                    <a:pt x="726576" y="352744"/>
                  </a:lnTo>
                  <a:lnTo>
                    <a:pt x="744297" y="347102"/>
                  </a:lnTo>
                  <a:lnTo>
                    <a:pt x="762018" y="341327"/>
                  </a:lnTo>
                  <a:lnTo>
                    <a:pt x="779740" y="335325"/>
                  </a:lnTo>
                  <a:lnTo>
                    <a:pt x="797461" y="329167"/>
                  </a:lnTo>
                  <a:lnTo>
                    <a:pt x="815182" y="322884"/>
                  </a:lnTo>
                  <a:lnTo>
                    <a:pt x="832904" y="316390"/>
                  </a:lnTo>
                  <a:lnTo>
                    <a:pt x="850625" y="309746"/>
                  </a:lnTo>
                  <a:lnTo>
                    <a:pt x="868347" y="302984"/>
                  </a:lnTo>
                  <a:lnTo>
                    <a:pt x="886068" y="296036"/>
                  </a:lnTo>
                  <a:lnTo>
                    <a:pt x="903789" y="288948"/>
                  </a:lnTo>
                  <a:lnTo>
                    <a:pt x="921511" y="281757"/>
                  </a:lnTo>
                  <a:lnTo>
                    <a:pt x="939232" y="274406"/>
                  </a:lnTo>
                  <a:lnTo>
                    <a:pt x="956953" y="266934"/>
                  </a:lnTo>
                  <a:lnTo>
                    <a:pt x="974675" y="259375"/>
                  </a:lnTo>
                  <a:lnTo>
                    <a:pt x="992396" y="251691"/>
                  </a:lnTo>
                  <a:lnTo>
                    <a:pt x="1010117" y="243909"/>
                  </a:lnTo>
                  <a:lnTo>
                    <a:pt x="1027839" y="236062"/>
                  </a:lnTo>
                  <a:lnTo>
                    <a:pt x="1045560" y="228126"/>
                  </a:lnTo>
                  <a:lnTo>
                    <a:pt x="1063282" y="220125"/>
                  </a:lnTo>
                  <a:lnTo>
                    <a:pt x="1081003" y="212083"/>
                  </a:lnTo>
                  <a:lnTo>
                    <a:pt x="1098724" y="203993"/>
                  </a:lnTo>
                  <a:lnTo>
                    <a:pt x="1116446" y="195875"/>
                  </a:lnTo>
                  <a:lnTo>
                    <a:pt x="1134167" y="187746"/>
                  </a:lnTo>
                  <a:lnTo>
                    <a:pt x="1151888" y="179610"/>
                  </a:lnTo>
                  <a:lnTo>
                    <a:pt x="1169610" y="171491"/>
                  </a:lnTo>
                  <a:lnTo>
                    <a:pt x="1187331" y="163392"/>
                  </a:lnTo>
                  <a:lnTo>
                    <a:pt x="1205053" y="155330"/>
                  </a:lnTo>
                  <a:lnTo>
                    <a:pt x="1222774" y="147335"/>
                  </a:lnTo>
                  <a:lnTo>
                    <a:pt x="1240495" y="139393"/>
                  </a:lnTo>
                  <a:lnTo>
                    <a:pt x="1258217" y="131530"/>
                  </a:lnTo>
                  <a:lnTo>
                    <a:pt x="1275938" y="123790"/>
                  </a:lnTo>
                  <a:lnTo>
                    <a:pt x="1293659" y="116136"/>
                  </a:lnTo>
                  <a:lnTo>
                    <a:pt x="1311381" y="108603"/>
                  </a:lnTo>
                  <a:lnTo>
                    <a:pt x="1329102" y="101250"/>
                  </a:lnTo>
                  <a:lnTo>
                    <a:pt x="1346823" y="94019"/>
                  </a:lnTo>
                  <a:lnTo>
                    <a:pt x="1364545" y="86946"/>
                  </a:lnTo>
                  <a:lnTo>
                    <a:pt x="1382266" y="80115"/>
                  </a:lnTo>
                  <a:lnTo>
                    <a:pt x="1399988" y="73437"/>
                  </a:lnTo>
                  <a:lnTo>
                    <a:pt x="1417709" y="66953"/>
                  </a:lnTo>
                  <a:lnTo>
                    <a:pt x="1435430" y="60770"/>
                  </a:lnTo>
                  <a:lnTo>
                    <a:pt x="1453152" y="54772"/>
                  </a:lnTo>
                  <a:lnTo>
                    <a:pt x="1470873" y="48997"/>
                  </a:lnTo>
                  <a:lnTo>
                    <a:pt x="1488594" y="43582"/>
                  </a:lnTo>
                  <a:lnTo>
                    <a:pt x="1506316" y="38381"/>
                  </a:lnTo>
                  <a:lnTo>
                    <a:pt x="1524037" y="33425"/>
                  </a:lnTo>
                  <a:lnTo>
                    <a:pt x="1541759" y="28885"/>
                  </a:lnTo>
                  <a:lnTo>
                    <a:pt x="1559480" y="24584"/>
                  </a:lnTo>
                  <a:lnTo>
                    <a:pt x="1577201" y="20545"/>
                  </a:lnTo>
                  <a:lnTo>
                    <a:pt x="1594923" y="16972"/>
                  </a:lnTo>
                  <a:lnTo>
                    <a:pt x="1612644" y="13658"/>
                  </a:lnTo>
                  <a:lnTo>
                    <a:pt x="1630365" y="10615"/>
                  </a:lnTo>
                  <a:lnTo>
                    <a:pt x="1648087" y="8082"/>
                  </a:lnTo>
                  <a:lnTo>
                    <a:pt x="1665808" y="5823"/>
                  </a:lnTo>
                  <a:lnTo>
                    <a:pt x="1683529" y="3837"/>
                  </a:lnTo>
                  <a:lnTo>
                    <a:pt x="1701251" y="2397"/>
                  </a:lnTo>
                  <a:lnTo>
                    <a:pt x="1718972" y="1239"/>
                  </a:lnTo>
                  <a:lnTo>
                    <a:pt x="1736694" y="363"/>
                  </a:lnTo>
                  <a:lnTo>
                    <a:pt x="1754415" y="33"/>
                  </a:lnTo>
                  <a:lnTo>
                    <a:pt x="1772136" y="0"/>
                  </a:lnTo>
                  <a:lnTo>
                    <a:pt x="1789858" y="252"/>
                  </a:lnTo>
                  <a:lnTo>
                    <a:pt x="1807579" y="1037"/>
                  </a:lnTo>
                  <a:lnTo>
                    <a:pt x="1825300" y="2129"/>
                  </a:lnTo>
                  <a:lnTo>
                    <a:pt x="1843022" y="3503"/>
                  </a:lnTo>
                  <a:lnTo>
                    <a:pt x="1860743" y="5386"/>
                  </a:lnTo>
                  <a:lnTo>
                    <a:pt x="1878465" y="7580"/>
                  </a:lnTo>
                  <a:lnTo>
                    <a:pt x="1896186" y="10045"/>
                  </a:lnTo>
                  <a:lnTo>
                    <a:pt x="1913907" y="12988"/>
                  </a:lnTo>
                  <a:lnTo>
                    <a:pt x="1931629" y="16236"/>
                  </a:lnTo>
                  <a:lnTo>
                    <a:pt x="1949350" y="19741"/>
                  </a:lnTo>
                  <a:lnTo>
                    <a:pt x="1967071" y="23682"/>
                  </a:lnTo>
                  <a:lnTo>
                    <a:pt x="1984793" y="27915"/>
                  </a:lnTo>
                  <a:lnTo>
                    <a:pt x="2002514" y="32385"/>
                  </a:lnTo>
                  <a:lnTo>
                    <a:pt x="2020235" y="37244"/>
                  </a:lnTo>
                  <a:lnTo>
                    <a:pt x="2037957" y="42374"/>
                  </a:lnTo>
                  <a:lnTo>
                    <a:pt x="2055678" y="47717"/>
                  </a:lnTo>
                  <a:lnTo>
                    <a:pt x="2073400" y="53394"/>
                  </a:lnTo>
                  <a:lnTo>
                    <a:pt x="2091121" y="59317"/>
                  </a:lnTo>
                  <a:lnTo>
                    <a:pt x="2108842" y="65422"/>
                  </a:lnTo>
                  <a:lnTo>
                    <a:pt x="2126564" y="71805"/>
                  </a:lnTo>
                  <a:lnTo>
                    <a:pt x="2144285" y="78400"/>
                  </a:lnTo>
                  <a:lnTo>
                    <a:pt x="2162006" y="85146"/>
                  </a:lnTo>
                  <a:lnTo>
                    <a:pt x="2179728" y="92111"/>
                  </a:lnTo>
                  <a:lnTo>
                    <a:pt x="2197449" y="99248"/>
                  </a:lnTo>
                  <a:lnTo>
                    <a:pt x="2215171" y="106500"/>
                  </a:lnTo>
                  <a:lnTo>
                    <a:pt x="2232892" y="113915"/>
                  </a:lnTo>
                  <a:lnTo>
                    <a:pt x="2250613" y="121456"/>
                  </a:lnTo>
                  <a:lnTo>
                    <a:pt x="2268335" y="129077"/>
                  </a:lnTo>
                  <a:lnTo>
                    <a:pt x="2286056" y="136803"/>
                  </a:lnTo>
                  <a:lnTo>
                    <a:pt x="2303777" y="144608"/>
                  </a:lnTo>
                  <a:lnTo>
                    <a:pt x="2321499" y="152456"/>
                  </a:lnTo>
                  <a:lnTo>
                    <a:pt x="2339220" y="160355"/>
                  </a:lnTo>
                  <a:lnTo>
                    <a:pt x="2356941" y="168282"/>
                  </a:lnTo>
                  <a:lnTo>
                    <a:pt x="2374663" y="176216"/>
                  </a:lnTo>
                  <a:lnTo>
                    <a:pt x="2392384" y="184152"/>
                  </a:lnTo>
                  <a:lnTo>
                    <a:pt x="2410106" y="192062"/>
                  </a:lnTo>
                  <a:lnTo>
                    <a:pt x="2427827" y="199947"/>
                  </a:lnTo>
                  <a:lnTo>
                    <a:pt x="2445548" y="207787"/>
                  </a:lnTo>
                  <a:lnTo>
                    <a:pt x="2463270" y="215549"/>
                  </a:lnTo>
                  <a:lnTo>
                    <a:pt x="2480991" y="223253"/>
                  </a:lnTo>
                  <a:lnTo>
                    <a:pt x="2498712" y="230873"/>
                  </a:lnTo>
                  <a:lnTo>
                    <a:pt x="2516434" y="238364"/>
                  </a:lnTo>
                  <a:lnTo>
                    <a:pt x="2534155" y="245767"/>
                  </a:lnTo>
                  <a:lnTo>
                    <a:pt x="2551877" y="253052"/>
                  </a:lnTo>
                  <a:lnTo>
                    <a:pt x="2569598" y="260159"/>
                  </a:lnTo>
                  <a:lnTo>
                    <a:pt x="2587319" y="267150"/>
                  </a:lnTo>
                  <a:lnTo>
                    <a:pt x="2605041" y="273997"/>
                  </a:lnTo>
                  <a:lnTo>
                    <a:pt x="2622762" y="280618"/>
                  </a:lnTo>
                  <a:lnTo>
                    <a:pt x="2640483" y="287101"/>
                  </a:lnTo>
                  <a:lnTo>
                    <a:pt x="2658205" y="293418"/>
                  </a:lnTo>
                  <a:lnTo>
                    <a:pt x="2675926" y="299467"/>
                  </a:lnTo>
                  <a:lnTo>
                    <a:pt x="2693647" y="305357"/>
                  </a:lnTo>
                  <a:lnTo>
                    <a:pt x="2711369" y="311066"/>
                  </a:lnTo>
                  <a:lnTo>
                    <a:pt x="2729090" y="316467"/>
                  </a:lnTo>
                  <a:lnTo>
                    <a:pt x="2746812" y="321693"/>
                  </a:lnTo>
                  <a:lnTo>
                    <a:pt x="2764533" y="326728"/>
                  </a:lnTo>
                  <a:lnTo>
                    <a:pt x="2782254" y="331421"/>
                  </a:lnTo>
                  <a:lnTo>
                    <a:pt x="2799976" y="335927"/>
                  </a:lnTo>
                  <a:lnTo>
                    <a:pt x="2817697" y="340235"/>
                  </a:lnTo>
                  <a:lnTo>
                    <a:pt x="2835418" y="344174"/>
                  </a:lnTo>
                  <a:lnTo>
                    <a:pt x="2853140" y="347914"/>
                  </a:lnTo>
                  <a:lnTo>
                    <a:pt x="2870861" y="351457"/>
                  </a:lnTo>
                  <a:lnTo>
                    <a:pt x="2888583" y="354605"/>
                  </a:lnTo>
                  <a:lnTo>
                    <a:pt x="2906304" y="357550"/>
                  </a:lnTo>
                  <a:lnTo>
                    <a:pt x="2924025" y="360290"/>
                  </a:lnTo>
                  <a:lnTo>
                    <a:pt x="2941747" y="362635"/>
                  </a:lnTo>
                  <a:lnTo>
                    <a:pt x="2959468" y="364764"/>
                  </a:lnTo>
                  <a:lnTo>
                    <a:pt x="2977189" y="366685"/>
                  </a:lnTo>
                  <a:lnTo>
                    <a:pt x="2994911" y="368217"/>
                  </a:lnTo>
                  <a:lnTo>
                    <a:pt x="3012632" y="369522"/>
                  </a:lnTo>
                  <a:lnTo>
                    <a:pt x="3030353" y="370619"/>
                  </a:lnTo>
                  <a:lnTo>
                    <a:pt x="3048075" y="371337"/>
                  </a:lnTo>
                  <a:lnTo>
                    <a:pt x="3065796" y="371822"/>
                  </a:lnTo>
                  <a:lnTo>
                    <a:pt x="3083518" y="372101"/>
                  </a:lnTo>
                  <a:lnTo>
                    <a:pt x="3101239" y="372016"/>
                  </a:lnTo>
                  <a:lnTo>
                    <a:pt x="3118960" y="371694"/>
                  </a:lnTo>
                  <a:lnTo>
                    <a:pt x="3136682" y="371171"/>
                  </a:lnTo>
                  <a:lnTo>
                    <a:pt x="3154403" y="370302"/>
                  </a:lnTo>
                  <a:lnTo>
                    <a:pt x="3172124" y="369197"/>
                  </a:lnTo>
                  <a:lnTo>
                    <a:pt x="3189846" y="367897"/>
                  </a:lnTo>
                  <a:lnTo>
                    <a:pt x="3207567" y="366275"/>
                  </a:lnTo>
                  <a:lnTo>
                    <a:pt x="3225289" y="364420"/>
                  </a:lnTo>
                  <a:lnTo>
                    <a:pt x="3243010" y="362381"/>
                  </a:lnTo>
                  <a:lnTo>
                    <a:pt x="3260731" y="360044"/>
                  </a:lnTo>
                  <a:lnTo>
                    <a:pt x="3278453" y="357482"/>
                  </a:lnTo>
                  <a:lnTo>
                    <a:pt x="3296174" y="354748"/>
                  </a:lnTo>
                  <a:lnTo>
                    <a:pt x="3313895" y="351746"/>
                  </a:lnTo>
                  <a:lnTo>
                    <a:pt x="3331617" y="348530"/>
                  </a:lnTo>
                  <a:lnTo>
                    <a:pt x="3349338" y="345157"/>
                  </a:lnTo>
                  <a:lnTo>
                    <a:pt x="3367059" y="341546"/>
                  </a:lnTo>
                  <a:lnTo>
                    <a:pt x="3384781" y="337737"/>
                  </a:lnTo>
                  <a:lnTo>
                    <a:pt x="3402502" y="333789"/>
                  </a:lnTo>
                  <a:lnTo>
                    <a:pt x="3420224" y="329637"/>
                  </a:lnTo>
                  <a:lnTo>
                    <a:pt x="3437945" y="325306"/>
                  </a:lnTo>
                  <a:lnTo>
                    <a:pt x="3455666" y="320855"/>
                  </a:lnTo>
                  <a:lnTo>
                    <a:pt x="3473388" y="316235"/>
                  </a:lnTo>
                  <a:lnTo>
                    <a:pt x="3491109" y="311461"/>
                  </a:lnTo>
                  <a:lnTo>
                    <a:pt x="3508830" y="306588"/>
                  </a:lnTo>
                  <a:lnTo>
                    <a:pt x="3526552" y="301581"/>
                  </a:lnTo>
                  <a:lnTo>
                    <a:pt x="3544273" y="296448"/>
                  </a:lnTo>
                  <a:lnTo>
                    <a:pt x="3561995" y="291240"/>
                  </a:lnTo>
                  <a:lnTo>
                    <a:pt x="3579716" y="285932"/>
                  </a:lnTo>
                  <a:lnTo>
                    <a:pt x="3597437" y="280532"/>
                  </a:lnTo>
                  <a:lnTo>
                    <a:pt x="3615159" y="275079"/>
                  </a:lnTo>
                  <a:lnTo>
                    <a:pt x="3632880" y="269561"/>
                  </a:lnTo>
                  <a:lnTo>
                    <a:pt x="3650601" y="263986"/>
                  </a:lnTo>
                  <a:lnTo>
                    <a:pt x="3668323" y="258383"/>
                  </a:lnTo>
                  <a:lnTo>
                    <a:pt x="3686044" y="252748"/>
                  </a:lnTo>
                  <a:lnTo>
                    <a:pt x="3703765" y="247092"/>
                  </a:lnTo>
                  <a:lnTo>
                    <a:pt x="3721487" y="241433"/>
                  </a:lnTo>
                  <a:lnTo>
                    <a:pt x="3739208" y="235772"/>
                  </a:lnTo>
                  <a:lnTo>
                    <a:pt x="3756930" y="230130"/>
                  </a:lnTo>
                  <a:lnTo>
                    <a:pt x="3774651" y="224506"/>
                  </a:lnTo>
                  <a:lnTo>
                    <a:pt x="3792372" y="218908"/>
                  </a:lnTo>
                  <a:lnTo>
                    <a:pt x="3810094" y="213368"/>
                  </a:lnTo>
                  <a:lnTo>
                    <a:pt x="3827815" y="207867"/>
                  </a:lnTo>
                  <a:lnTo>
                    <a:pt x="3845536" y="202417"/>
                  </a:lnTo>
                  <a:lnTo>
                    <a:pt x="3863258" y="197060"/>
                  </a:lnTo>
                  <a:lnTo>
                    <a:pt x="3880979" y="191763"/>
                  </a:lnTo>
                  <a:lnTo>
                    <a:pt x="3898701" y="186536"/>
                  </a:lnTo>
                  <a:lnTo>
                    <a:pt x="3916422" y="181436"/>
                  </a:lnTo>
                  <a:lnTo>
                    <a:pt x="3934143" y="176414"/>
                  </a:lnTo>
                  <a:lnTo>
                    <a:pt x="3951865" y="171477"/>
                  </a:lnTo>
                  <a:lnTo>
                    <a:pt x="3969586" y="166698"/>
                  </a:lnTo>
                  <a:lnTo>
                    <a:pt x="3987307" y="162011"/>
                  </a:lnTo>
                  <a:lnTo>
                    <a:pt x="4005029" y="157419"/>
                  </a:lnTo>
                  <a:lnTo>
                    <a:pt x="4022750" y="153013"/>
                  </a:lnTo>
                  <a:lnTo>
                    <a:pt x="4040471" y="148709"/>
                  </a:lnTo>
                  <a:lnTo>
                    <a:pt x="4058193" y="144507"/>
                  </a:lnTo>
                  <a:lnTo>
                    <a:pt x="4075914" y="140513"/>
                  </a:lnTo>
                  <a:lnTo>
                    <a:pt x="4093636" y="136628"/>
                  </a:lnTo>
                  <a:lnTo>
                    <a:pt x="4111357" y="132853"/>
                  </a:lnTo>
                  <a:lnTo>
                    <a:pt x="4129078" y="129293"/>
                  </a:lnTo>
                  <a:lnTo>
                    <a:pt x="4146800" y="125852"/>
                  </a:lnTo>
                  <a:lnTo>
                    <a:pt x="4164521" y="122525"/>
                  </a:lnTo>
                  <a:lnTo>
                    <a:pt x="4182242" y="119415"/>
                  </a:lnTo>
                  <a:lnTo>
                    <a:pt x="4199964" y="116431"/>
                  </a:lnTo>
                  <a:lnTo>
                    <a:pt x="4217685" y="113564"/>
                  </a:lnTo>
                  <a:lnTo>
                    <a:pt x="4235407" y="110910"/>
                  </a:lnTo>
                  <a:lnTo>
                    <a:pt x="4253128" y="108388"/>
                  </a:lnTo>
                  <a:lnTo>
                    <a:pt x="4270849" y="105983"/>
                  </a:lnTo>
                  <a:lnTo>
                    <a:pt x="4288571" y="103785"/>
                  </a:lnTo>
                  <a:lnTo>
                    <a:pt x="4306292" y="101722"/>
                  </a:lnTo>
                  <a:lnTo>
                    <a:pt x="4324013" y="99775"/>
                  </a:lnTo>
                  <a:lnTo>
                    <a:pt x="4341735" y="98027"/>
                  </a:lnTo>
                  <a:lnTo>
                    <a:pt x="4359456" y="96417"/>
                  </a:lnTo>
                  <a:lnTo>
                    <a:pt x="4377177" y="94921"/>
                  </a:lnTo>
                  <a:lnTo>
                    <a:pt x="4394899" y="93615"/>
                  </a:lnTo>
                  <a:lnTo>
                    <a:pt x="4412620" y="92449"/>
                  </a:lnTo>
                  <a:lnTo>
                    <a:pt x="4430342" y="91395"/>
                  </a:lnTo>
                  <a:lnTo>
                    <a:pt x="4448063" y="90522"/>
                  </a:lnTo>
                  <a:lnTo>
                    <a:pt x="4465784" y="89792"/>
                  </a:lnTo>
                  <a:lnTo>
                    <a:pt x="4483506" y="89171"/>
                  </a:lnTo>
                  <a:lnTo>
                    <a:pt x="4501227" y="88725"/>
                  </a:lnTo>
                  <a:lnTo>
                    <a:pt x="4518948" y="88425"/>
                  </a:lnTo>
                  <a:lnTo>
                    <a:pt x="4536670" y="88232"/>
                  </a:lnTo>
                  <a:lnTo>
                    <a:pt x="4554391" y="88209"/>
                  </a:lnTo>
                  <a:lnTo>
                    <a:pt x="4572113" y="88335"/>
                  </a:lnTo>
                  <a:lnTo>
                    <a:pt x="4589834" y="88569"/>
                  </a:lnTo>
                  <a:lnTo>
                    <a:pt x="4607555" y="88968"/>
                  </a:lnTo>
                  <a:lnTo>
                    <a:pt x="4625277" y="89522"/>
                  </a:lnTo>
                  <a:lnTo>
                    <a:pt x="4642998" y="90186"/>
                  </a:lnTo>
                  <a:lnTo>
                    <a:pt x="4660719" y="91010"/>
                  </a:lnTo>
                  <a:lnTo>
                    <a:pt x="4678441" y="91998"/>
                  </a:lnTo>
                  <a:lnTo>
                    <a:pt x="4696162" y="93096"/>
                  </a:lnTo>
                  <a:lnTo>
                    <a:pt x="4713883" y="94354"/>
                  </a:lnTo>
                  <a:lnTo>
                    <a:pt x="4731605" y="95782"/>
                  </a:lnTo>
                  <a:lnTo>
                    <a:pt x="4749326" y="97324"/>
                  </a:lnTo>
                  <a:lnTo>
                    <a:pt x="4767048" y="99024"/>
                  </a:lnTo>
                  <a:lnTo>
                    <a:pt x="4784769" y="100903"/>
                  </a:lnTo>
                  <a:lnTo>
                    <a:pt x="4802490" y="102898"/>
                  </a:lnTo>
                  <a:lnTo>
                    <a:pt x="4820212" y="105048"/>
                  </a:lnTo>
                  <a:lnTo>
                    <a:pt x="4837933" y="107387"/>
                  </a:lnTo>
                  <a:lnTo>
                    <a:pt x="4855654" y="109842"/>
                  </a:lnTo>
                  <a:lnTo>
                    <a:pt x="4873376" y="112451"/>
                  </a:lnTo>
                  <a:lnTo>
                    <a:pt x="4891097" y="115254"/>
                  </a:lnTo>
                  <a:lnTo>
                    <a:pt x="4908819" y="118175"/>
                  </a:lnTo>
                  <a:lnTo>
                    <a:pt x="4926540" y="121245"/>
                  </a:lnTo>
                  <a:lnTo>
                    <a:pt x="4944261" y="124513"/>
                  </a:lnTo>
                  <a:lnTo>
                    <a:pt x="4961983" y="127898"/>
                  </a:lnTo>
                  <a:lnTo>
                    <a:pt x="4979704" y="131424"/>
                  </a:lnTo>
                  <a:lnTo>
                    <a:pt x="4997425" y="135150"/>
                  </a:lnTo>
                  <a:lnTo>
                    <a:pt x="5015147" y="138990"/>
                  </a:lnTo>
                  <a:lnTo>
                    <a:pt x="5032868" y="142961"/>
                  </a:lnTo>
                  <a:lnTo>
                    <a:pt x="5050589" y="147128"/>
                  </a:lnTo>
                  <a:lnTo>
                    <a:pt x="5068311" y="151402"/>
                  </a:lnTo>
                  <a:lnTo>
                    <a:pt x="5086032" y="155796"/>
                  </a:lnTo>
                  <a:lnTo>
                    <a:pt x="5103754" y="160376"/>
                  </a:lnTo>
                  <a:lnTo>
                    <a:pt x="5121475" y="165055"/>
                  </a:lnTo>
                  <a:lnTo>
                    <a:pt x="5139196" y="169839"/>
                  </a:lnTo>
                  <a:lnTo>
                    <a:pt x="5156918" y="174795"/>
                  </a:lnTo>
                  <a:lnTo>
                    <a:pt x="5174639" y="179837"/>
                  </a:lnTo>
                  <a:lnTo>
                    <a:pt x="5192360" y="184969"/>
                  </a:lnTo>
                  <a:lnTo>
                    <a:pt x="5210082" y="190251"/>
                  </a:lnTo>
                  <a:lnTo>
                    <a:pt x="5227803" y="195605"/>
                  </a:lnTo>
                  <a:lnTo>
                    <a:pt x="5245525" y="201030"/>
                  </a:lnTo>
                  <a:lnTo>
                    <a:pt x="5263246" y="206579"/>
                  </a:lnTo>
                  <a:lnTo>
                    <a:pt x="5280967" y="212183"/>
                  </a:lnTo>
                  <a:lnTo>
                    <a:pt x="5298689" y="217842"/>
                  </a:lnTo>
                  <a:lnTo>
                    <a:pt x="5316410" y="223589"/>
                  </a:lnTo>
                  <a:lnTo>
                    <a:pt x="5334131" y="229376"/>
                  </a:lnTo>
                  <a:lnTo>
                    <a:pt x="5351853" y="235198"/>
                  </a:lnTo>
                  <a:lnTo>
                    <a:pt x="5369574" y="241072"/>
                  </a:lnTo>
                  <a:lnTo>
                    <a:pt x="5387295" y="246966"/>
                  </a:lnTo>
                  <a:lnTo>
                    <a:pt x="5405017" y="252877"/>
                  </a:lnTo>
                  <a:lnTo>
                    <a:pt x="5422738" y="258803"/>
                  </a:lnTo>
                  <a:lnTo>
                    <a:pt x="5440460" y="264728"/>
                  </a:lnTo>
                  <a:lnTo>
                    <a:pt x="5458181" y="270651"/>
                  </a:lnTo>
                  <a:lnTo>
                    <a:pt x="5475902" y="276554"/>
                  </a:lnTo>
                  <a:lnTo>
                    <a:pt x="5493624" y="282434"/>
                  </a:lnTo>
                  <a:lnTo>
                    <a:pt x="5511345" y="288293"/>
                  </a:lnTo>
                  <a:lnTo>
                    <a:pt x="5529066" y="294101"/>
                  </a:lnTo>
                  <a:lnTo>
                    <a:pt x="5546788" y="299863"/>
                  </a:lnTo>
                  <a:lnTo>
                    <a:pt x="5564509" y="305586"/>
                  </a:lnTo>
                  <a:lnTo>
                    <a:pt x="5582231" y="311230"/>
                  </a:lnTo>
                  <a:lnTo>
                    <a:pt x="5599952" y="316807"/>
                  </a:lnTo>
                  <a:lnTo>
                    <a:pt x="5617673" y="322328"/>
                  </a:lnTo>
                  <a:lnTo>
                    <a:pt x="5635395" y="327747"/>
                  </a:lnTo>
                  <a:lnTo>
                    <a:pt x="5653116" y="333079"/>
                  </a:lnTo>
                  <a:lnTo>
                    <a:pt x="5670837" y="338340"/>
                  </a:lnTo>
                  <a:lnTo>
                    <a:pt x="5688559" y="343482"/>
                  </a:lnTo>
                  <a:lnTo>
                    <a:pt x="5706280" y="348518"/>
                  </a:lnTo>
                  <a:lnTo>
                    <a:pt x="5724001" y="353472"/>
                  </a:lnTo>
                  <a:lnTo>
                    <a:pt x="5741723" y="358294"/>
                  </a:lnTo>
                  <a:lnTo>
                    <a:pt x="5759444" y="362994"/>
                  </a:lnTo>
                  <a:lnTo>
                    <a:pt x="5777166" y="367603"/>
                  </a:lnTo>
                  <a:lnTo>
                    <a:pt x="5794887" y="372074"/>
                  </a:lnTo>
                  <a:lnTo>
                    <a:pt x="5812608" y="376408"/>
                  </a:lnTo>
                  <a:lnTo>
                    <a:pt x="5830330" y="380648"/>
                  </a:lnTo>
                  <a:lnTo>
                    <a:pt x="5848051" y="384745"/>
                  </a:lnTo>
                  <a:lnTo>
                    <a:pt x="5865772" y="388697"/>
                  </a:lnTo>
                  <a:lnTo>
                    <a:pt x="5883494" y="392551"/>
                  </a:lnTo>
                  <a:lnTo>
                    <a:pt x="5901215" y="396263"/>
                  </a:lnTo>
                  <a:lnTo>
                    <a:pt x="5918937" y="399825"/>
                  </a:lnTo>
                  <a:lnTo>
                    <a:pt x="5936658" y="403289"/>
                  </a:lnTo>
                  <a:lnTo>
                    <a:pt x="5954379" y="406616"/>
                  </a:lnTo>
                  <a:lnTo>
                    <a:pt x="5972101" y="409790"/>
                  </a:lnTo>
                  <a:lnTo>
                    <a:pt x="5989822" y="412868"/>
                  </a:lnTo>
                  <a:lnTo>
                    <a:pt x="6007543" y="415817"/>
                  </a:lnTo>
                  <a:lnTo>
                    <a:pt x="6025265" y="418614"/>
                  </a:lnTo>
                  <a:lnTo>
                    <a:pt x="6042986" y="421318"/>
                  </a:lnTo>
                  <a:lnTo>
                    <a:pt x="6060707" y="423903"/>
                  </a:lnTo>
                  <a:lnTo>
                    <a:pt x="6078429" y="426341"/>
                  </a:lnTo>
                  <a:lnTo>
                    <a:pt x="6096150" y="428691"/>
                  </a:lnTo>
                  <a:lnTo>
                    <a:pt x="6113872" y="430933"/>
                  </a:lnTo>
                  <a:lnTo>
                    <a:pt x="6131593" y="433034"/>
                  </a:lnTo>
                  <a:lnTo>
                    <a:pt x="6149314" y="435055"/>
                  </a:lnTo>
                  <a:lnTo>
                    <a:pt x="6167036" y="436978"/>
                  </a:lnTo>
                  <a:lnTo>
                    <a:pt x="6184757" y="438769"/>
                  </a:lnTo>
                  <a:lnTo>
                    <a:pt x="6202478" y="440487"/>
                  </a:lnTo>
                  <a:lnTo>
                    <a:pt x="6220200" y="442120"/>
                  </a:lnTo>
                  <a:lnTo>
                    <a:pt x="6237921" y="443631"/>
                  </a:lnTo>
                  <a:lnTo>
                    <a:pt x="6255643" y="445076"/>
                  </a:lnTo>
                  <a:lnTo>
                    <a:pt x="6273364" y="446447"/>
                  </a:lnTo>
                  <a:lnTo>
                    <a:pt x="6291085" y="447708"/>
                  </a:lnTo>
                  <a:lnTo>
                    <a:pt x="6308807" y="448910"/>
                  </a:lnTo>
                  <a:lnTo>
                    <a:pt x="6326528" y="450051"/>
                  </a:lnTo>
                  <a:lnTo>
                    <a:pt x="6344249" y="451091"/>
                  </a:lnTo>
                  <a:lnTo>
                    <a:pt x="6361971" y="452081"/>
                  </a:lnTo>
                  <a:lnTo>
                    <a:pt x="6379692" y="453019"/>
                  </a:lnTo>
                  <a:lnTo>
                    <a:pt x="6397413" y="453869"/>
                  </a:lnTo>
                  <a:lnTo>
                    <a:pt x="6415135" y="454676"/>
                  </a:lnTo>
                  <a:lnTo>
                    <a:pt x="6432856" y="455440"/>
                  </a:lnTo>
                  <a:lnTo>
                    <a:pt x="6450578" y="456126"/>
                  </a:lnTo>
                  <a:lnTo>
                    <a:pt x="6468299" y="456777"/>
                  </a:lnTo>
                  <a:lnTo>
                    <a:pt x="6486020" y="457391"/>
                  </a:lnTo>
                  <a:lnTo>
                    <a:pt x="6503742" y="457942"/>
                  </a:lnTo>
                </a:path>
              </a:pathLst>
            </a:custGeom>
            <a:ln w="542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g2141"/>
            <p:cNvSpPr/>
            <p:nvPr/>
          </p:nvSpPr>
          <p:spPr>
            <a:xfrm>
              <a:off x="1807129" y="5056541"/>
              <a:ext cx="17721" cy="6750"/>
            </a:xfrm>
            <a:custGeom>
              <a:avLst/>
              <a:pathLst>
                <a:path w="17721" h="6750">
                  <a:moveTo>
                    <a:pt x="0" y="538"/>
                  </a:moveTo>
                  <a:lnTo>
                    <a:pt x="17721" y="0"/>
                  </a:lnTo>
                  <a:lnTo>
                    <a:pt x="17721" y="6750"/>
                  </a:lnTo>
                  <a:lnTo>
                    <a:pt x="0" y="6750"/>
                  </a:lnTo>
                  <a:close/>
                </a:path>
              </a:pathLst>
            </a:custGeom>
            <a:solidFill>
              <a:srgbClr val="E5DED2">
                <a:alpha val="100000"/>
              </a:srgbClr>
            </a:solidFill>
            <a:ln w="4762" cap="rnd">
              <a:solidFill>
                <a:srgbClr val="E5DE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g2142"/>
            <p:cNvSpPr/>
            <p:nvPr/>
          </p:nvSpPr>
          <p:spPr>
            <a:xfrm>
              <a:off x="1824850" y="5055946"/>
              <a:ext cx="17721" cy="7344"/>
            </a:xfrm>
            <a:custGeom>
              <a:avLst/>
              <a:pathLst>
                <a:path w="17721" h="7344">
                  <a:moveTo>
                    <a:pt x="0" y="594"/>
                  </a:moveTo>
                  <a:lnTo>
                    <a:pt x="17721" y="0"/>
                  </a:lnTo>
                  <a:lnTo>
                    <a:pt x="17721" y="7344"/>
                  </a:lnTo>
                  <a:lnTo>
                    <a:pt x="0" y="7344"/>
                  </a:lnTo>
                  <a:close/>
                </a:path>
              </a:pathLst>
            </a:custGeom>
            <a:solidFill>
              <a:srgbClr val="E5DFD2">
                <a:alpha val="100000"/>
              </a:srgbClr>
            </a:solidFill>
            <a:ln w="4762" cap="rnd">
              <a:solidFill>
                <a:srgbClr val="E5DF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g2143"/>
            <p:cNvSpPr/>
            <p:nvPr/>
          </p:nvSpPr>
          <p:spPr>
            <a:xfrm>
              <a:off x="1842572" y="5054654"/>
              <a:ext cx="35442" cy="8637"/>
            </a:xfrm>
            <a:custGeom>
              <a:avLst/>
              <a:pathLst>
                <a:path w="35442" h="8637">
                  <a:moveTo>
                    <a:pt x="0" y="1292"/>
                  </a:moveTo>
                  <a:lnTo>
                    <a:pt x="17721" y="664"/>
                  </a:lnTo>
                  <a:lnTo>
                    <a:pt x="35442" y="0"/>
                  </a:lnTo>
                  <a:lnTo>
                    <a:pt x="35442" y="8637"/>
                  </a:lnTo>
                  <a:lnTo>
                    <a:pt x="17721" y="8637"/>
                  </a:lnTo>
                  <a:lnTo>
                    <a:pt x="0" y="8637"/>
                  </a:lnTo>
                  <a:close/>
                </a:path>
              </a:pathLst>
            </a:custGeom>
            <a:solidFill>
              <a:srgbClr val="E6DFD2">
                <a:alpha val="100000"/>
              </a:srgbClr>
            </a:solidFill>
            <a:ln w="4762" cap="rnd">
              <a:solidFill>
                <a:srgbClr val="E6DF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g2144"/>
            <p:cNvSpPr/>
            <p:nvPr/>
          </p:nvSpPr>
          <p:spPr>
            <a:xfrm>
              <a:off x="1878014" y="5053152"/>
              <a:ext cx="35442" cy="10138"/>
            </a:xfrm>
            <a:custGeom>
              <a:avLst/>
              <a:pathLst>
                <a:path w="35442" h="10138">
                  <a:moveTo>
                    <a:pt x="0" y="1501"/>
                  </a:moveTo>
                  <a:lnTo>
                    <a:pt x="17721" y="770"/>
                  </a:lnTo>
                  <a:lnTo>
                    <a:pt x="35442" y="0"/>
                  </a:lnTo>
                  <a:lnTo>
                    <a:pt x="35442" y="10138"/>
                  </a:lnTo>
                  <a:lnTo>
                    <a:pt x="17721" y="10138"/>
                  </a:lnTo>
                  <a:lnTo>
                    <a:pt x="0" y="10138"/>
                  </a:lnTo>
                  <a:close/>
                </a:path>
              </a:pathLst>
            </a:custGeom>
            <a:solidFill>
              <a:srgbClr val="E7E0D3">
                <a:alpha val="100000"/>
              </a:srgbClr>
            </a:solidFill>
            <a:ln w="4762" cap="rnd">
              <a:solidFill>
                <a:srgbClr val="E7E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g2145"/>
            <p:cNvSpPr/>
            <p:nvPr/>
          </p:nvSpPr>
          <p:spPr>
            <a:xfrm>
              <a:off x="1913457" y="5052341"/>
              <a:ext cx="17721" cy="10949"/>
            </a:xfrm>
            <a:custGeom>
              <a:avLst/>
              <a:pathLst>
                <a:path w="17721" h="10949">
                  <a:moveTo>
                    <a:pt x="0" y="810"/>
                  </a:moveTo>
                  <a:lnTo>
                    <a:pt x="17721" y="0"/>
                  </a:lnTo>
                  <a:lnTo>
                    <a:pt x="17721" y="10949"/>
                  </a:lnTo>
                  <a:lnTo>
                    <a:pt x="0" y="10949"/>
                  </a:lnTo>
                  <a:close/>
                </a:path>
              </a:pathLst>
            </a:custGeom>
            <a:solidFill>
              <a:srgbClr val="E8E0D3">
                <a:alpha val="100000"/>
              </a:srgbClr>
            </a:solidFill>
            <a:ln w="4762" cap="rnd">
              <a:solidFill>
                <a:srgbClr val="E8E0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g2146"/>
            <p:cNvSpPr/>
            <p:nvPr/>
          </p:nvSpPr>
          <p:spPr>
            <a:xfrm>
              <a:off x="1931178" y="5050516"/>
              <a:ext cx="35442" cy="12775"/>
            </a:xfrm>
            <a:custGeom>
              <a:avLst/>
              <a:pathLst>
                <a:path w="35442" h="12775">
                  <a:moveTo>
                    <a:pt x="0" y="1825"/>
                  </a:moveTo>
                  <a:lnTo>
                    <a:pt x="17721" y="934"/>
                  </a:lnTo>
                  <a:lnTo>
                    <a:pt x="35442" y="0"/>
                  </a:lnTo>
                  <a:lnTo>
                    <a:pt x="35442" y="12775"/>
                  </a:lnTo>
                  <a:lnTo>
                    <a:pt x="17721" y="12775"/>
                  </a:lnTo>
                  <a:lnTo>
                    <a:pt x="0" y="12775"/>
                  </a:lnTo>
                  <a:close/>
                </a:path>
              </a:pathLst>
            </a:custGeom>
            <a:solidFill>
              <a:srgbClr val="E8E1D3">
                <a:alpha val="100000"/>
              </a:srgbClr>
            </a:solidFill>
            <a:ln w="4762" cap="rnd">
              <a:solidFill>
                <a:srgbClr val="E8E1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g2147"/>
            <p:cNvSpPr/>
            <p:nvPr/>
          </p:nvSpPr>
          <p:spPr>
            <a:xfrm>
              <a:off x="1966621" y="5049536"/>
              <a:ext cx="17721" cy="13754"/>
            </a:xfrm>
            <a:custGeom>
              <a:avLst/>
              <a:pathLst>
                <a:path w="17721" h="13754">
                  <a:moveTo>
                    <a:pt x="0" y="979"/>
                  </a:moveTo>
                  <a:lnTo>
                    <a:pt x="17721" y="0"/>
                  </a:lnTo>
                  <a:lnTo>
                    <a:pt x="17721" y="13754"/>
                  </a:lnTo>
                  <a:lnTo>
                    <a:pt x="0" y="13754"/>
                  </a:lnTo>
                  <a:close/>
                </a:path>
              </a:pathLst>
            </a:custGeom>
            <a:solidFill>
              <a:srgbClr val="E9E1D4">
                <a:alpha val="100000"/>
              </a:srgbClr>
            </a:solidFill>
            <a:ln w="4762" cap="rnd">
              <a:solidFill>
                <a:srgbClr val="E9E1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g2148"/>
            <p:cNvSpPr/>
            <p:nvPr/>
          </p:nvSpPr>
          <p:spPr>
            <a:xfrm>
              <a:off x="1984343" y="5048464"/>
              <a:ext cx="17721" cy="14826"/>
            </a:xfrm>
            <a:custGeom>
              <a:avLst/>
              <a:pathLst>
                <a:path w="17721" h="14826">
                  <a:moveTo>
                    <a:pt x="0" y="1072"/>
                  </a:moveTo>
                  <a:lnTo>
                    <a:pt x="17721" y="0"/>
                  </a:lnTo>
                  <a:lnTo>
                    <a:pt x="17721" y="14826"/>
                  </a:lnTo>
                  <a:lnTo>
                    <a:pt x="0" y="14826"/>
                  </a:lnTo>
                  <a:close/>
                </a:path>
              </a:pathLst>
            </a:custGeom>
            <a:solidFill>
              <a:srgbClr val="E9E2D4">
                <a:alpha val="100000"/>
              </a:srgbClr>
            </a:solidFill>
            <a:ln w="4762" cap="rnd">
              <a:solidFill>
                <a:srgbClr val="E9E2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g2149"/>
            <p:cNvSpPr/>
            <p:nvPr/>
          </p:nvSpPr>
          <p:spPr>
            <a:xfrm>
              <a:off x="2002064" y="5046169"/>
              <a:ext cx="35442" cy="17121"/>
            </a:xfrm>
            <a:custGeom>
              <a:avLst/>
              <a:pathLst>
                <a:path w="35442" h="17121">
                  <a:moveTo>
                    <a:pt x="0" y="2295"/>
                  </a:moveTo>
                  <a:lnTo>
                    <a:pt x="17721" y="1172"/>
                  </a:lnTo>
                  <a:lnTo>
                    <a:pt x="35442" y="0"/>
                  </a:lnTo>
                  <a:lnTo>
                    <a:pt x="35442" y="17121"/>
                  </a:lnTo>
                  <a:lnTo>
                    <a:pt x="17721" y="17121"/>
                  </a:lnTo>
                  <a:lnTo>
                    <a:pt x="0" y="17121"/>
                  </a:lnTo>
                  <a:close/>
                </a:path>
              </a:pathLst>
            </a:custGeom>
            <a:solidFill>
              <a:srgbClr val="EAE2D4">
                <a:alpha val="100000"/>
              </a:srgbClr>
            </a:solidFill>
            <a:ln w="4762" cap="rnd">
              <a:solidFill>
                <a:srgbClr val="EAE2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g2150"/>
            <p:cNvSpPr/>
            <p:nvPr/>
          </p:nvSpPr>
          <p:spPr>
            <a:xfrm>
              <a:off x="2037507" y="5043562"/>
              <a:ext cx="35442" cy="19728"/>
            </a:xfrm>
            <a:custGeom>
              <a:avLst/>
              <a:pathLst>
                <a:path w="35442" h="19728">
                  <a:moveTo>
                    <a:pt x="0" y="2606"/>
                  </a:moveTo>
                  <a:lnTo>
                    <a:pt x="17721" y="1332"/>
                  </a:lnTo>
                  <a:lnTo>
                    <a:pt x="35442" y="0"/>
                  </a:lnTo>
                  <a:lnTo>
                    <a:pt x="35442" y="19728"/>
                  </a:lnTo>
                  <a:lnTo>
                    <a:pt x="17721" y="19728"/>
                  </a:lnTo>
                  <a:lnTo>
                    <a:pt x="0" y="19728"/>
                  </a:lnTo>
                  <a:close/>
                </a:path>
              </a:pathLst>
            </a:custGeom>
            <a:solidFill>
              <a:srgbClr val="EBE3D5">
                <a:alpha val="100000"/>
              </a:srgbClr>
            </a:solidFill>
            <a:ln w="4762" cap="rnd">
              <a:solidFill>
                <a:srgbClr val="EBE3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g2151"/>
            <p:cNvSpPr/>
            <p:nvPr/>
          </p:nvSpPr>
          <p:spPr>
            <a:xfrm>
              <a:off x="2072949" y="5042173"/>
              <a:ext cx="17721" cy="21117"/>
            </a:xfrm>
            <a:custGeom>
              <a:avLst/>
              <a:pathLst>
                <a:path w="17721" h="21117">
                  <a:moveTo>
                    <a:pt x="0" y="1388"/>
                  </a:moveTo>
                  <a:lnTo>
                    <a:pt x="17721" y="0"/>
                  </a:lnTo>
                  <a:lnTo>
                    <a:pt x="17721" y="21117"/>
                  </a:lnTo>
                  <a:lnTo>
                    <a:pt x="0" y="21117"/>
                  </a:lnTo>
                  <a:close/>
                </a:path>
              </a:pathLst>
            </a:custGeom>
            <a:solidFill>
              <a:srgbClr val="ECE3D5">
                <a:alpha val="100000"/>
              </a:srgbClr>
            </a:solidFill>
            <a:ln w="4762" cap="rnd">
              <a:solidFill>
                <a:srgbClr val="ECE3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g2152"/>
            <p:cNvSpPr/>
            <p:nvPr/>
          </p:nvSpPr>
          <p:spPr>
            <a:xfrm>
              <a:off x="2090671" y="5039111"/>
              <a:ext cx="35442" cy="24179"/>
            </a:xfrm>
            <a:custGeom>
              <a:avLst/>
              <a:pathLst>
                <a:path w="35442" h="24179">
                  <a:moveTo>
                    <a:pt x="0" y="3062"/>
                  </a:moveTo>
                  <a:lnTo>
                    <a:pt x="17721" y="1564"/>
                  </a:lnTo>
                  <a:lnTo>
                    <a:pt x="35442" y="0"/>
                  </a:lnTo>
                  <a:lnTo>
                    <a:pt x="35442" y="24179"/>
                  </a:lnTo>
                  <a:lnTo>
                    <a:pt x="17721" y="24179"/>
                  </a:lnTo>
                  <a:lnTo>
                    <a:pt x="0" y="24179"/>
                  </a:lnTo>
                  <a:close/>
                </a:path>
              </a:pathLst>
            </a:custGeom>
            <a:solidFill>
              <a:srgbClr val="ECE4D5">
                <a:alpha val="100000"/>
              </a:srgbClr>
            </a:solidFill>
            <a:ln w="4762" cap="rnd">
              <a:solidFill>
                <a:srgbClr val="ECE4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g2153"/>
            <p:cNvSpPr/>
            <p:nvPr/>
          </p:nvSpPr>
          <p:spPr>
            <a:xfrm>
              <a:off x="2126113" y="5037485"/>
              <a:ext cx="17721" cy="25805"/>
            </a:xfrm>
            <a:custGeom>
              <a:avLst/>
              <a:pathLst>
                <a:path w="17721" h="25805">
                  <a:moveTo>
                    <a:pt x="0" y="1625"/>
                  </a:moveTo>
                  <a:lnTo>
                    <a:pt x="17721" y="0"/>
                  </a:lnTo>
                  <a:lnTo>
                    <a:pt x="17721" y="25805"/>
                  </a:lnTo>
                  <a:lnTo>
                    <a:pt x="0" y="25805"/>
                  </a:lnTo>
                  <a:close/>
                </a:path>
              </a:pathLst>
            </a:custGeom>
            <a:solidFill>
              <a:srgbClr val="EDE4D6">
                <a:alpha val="100000"/>
              </a:srgbClr>
            </a:solidFill>
            <a:ln w="4762" cap="rnd">
              <a:solidFill>
                <a:srgbClr val="EDE4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g2154"/>
            <p:cNvSpPr/>
            <p:nvPr/>
          </p:nvSpPr>
          <p:spPr>
            <a:xfrm>
              <a:off x="2143835" y="5035743"/>
              <a:ext cx="17721" cy="27547"/>
            </a:xfrm>
            <a:custGeom>
              <a:avLst/>
              <a:pathLst>
                <a:path w="17721" h="27547">
                  <a:moveTo>
                    <a:pt x="0" y="1741"/>
                  </a:moveTo>
                  <a:lnTo>
                    <a:pt x="17721" y="0"/>
                  </a:lnTo>
                  <a:lnTo>
                    <a:pt x="17721" y="27547"/>
                  </a:lnTo>
                  <a:lnTo>
                    <a:pt x="0" y="27547"/>
                  </a:lnTo>
                  <a:close/>
                </a:path>
              </a:pathLst>
            </a:custGeom>
            <a:solidFill>
              <a:srgbClr val="EDE5D6">
                <a:alpha val="100000"/>
              </a:srgbClr>
            </a:solidFill>
            <a:ln w="4762" cap="rnd">
              <a:solidFill>
                <a:srgbClr val="EDE5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g2155"/>
            <p:cNvSpPr/>
            <p:nvPr/>
          </p:nvSpPr>
          <p:spPr>
            <a:xfrm>
              <a:off x="2161556" y="5032046"/>
              <a:ext cx="35442" cy="31244"/>
            </a:xfrm>
            <a:custGeom>
              <a:avLst/>
              <a:pathLst>
                <a:path w="35442" h="31244">
                  <a:moveTo>
                    <a:pt x="0" y="3697"/>
                  </a:moveTo>
                  <a:lnTo>
                    <a:pt x="17721" y="1881"/>
                  </a:lnTo>
                  <a:lnTo>
                    <a:pt x="35442" y="0"/>
                  </a:lnTo>
                  <a:lnTo>
                    <a:pt x="35442" y="31244"/>
                  </a:lnTo>
                  <a:lnTo>
                    <a:pt x="17721" y="31244"/>
                  </a:lnTo>
                  <a:lnTo>
                    <a:pt x="0" y="31244"/>
                  </a:lnTo>
                  <a:close/>
                </a:path>
              </a:pathLst>
            </a:custGeom>
            <a:solidFill>
              <a:srgbClr val="EEE5D6">
                <a:alpha val="100000"/>
              </a:srgbClr>
            </a:solidFill>
            <a:ln w="4762" cap="rnd">
              <a:solidFill>
                <a:srgbClr val="EEE5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g2156"/>
            <p:cNvSpPr/>
            <p:nvPr/>
          </p:nvSpPr>
          <p:spPr>
            <a:xfrm>
              <a:off x="2196999" y="5030044"/>
              <a:ext cx="17721" cy="33246"/>
            </a:xfrm>
            <a:custGeom>
              <a:avLst/>
              <a:pathLst>
                <a:path w="17721" h="33246">
                  <a:moveTo>
                    <a:pt x="0" y="2002"/>
                  </a:moveTo>
                  <a:lnTo>
                    <a:pt x="17721" y="0"/>
                  </a:lnTo>
                  <a:lnTo>
                    <a:pt x="17721" y="33246"/>
                  </a:lnTo>
                  <a:lnTo>
                    <a:pt x="0" y="33246"/>
                  </a:lnTo>
                  <a:close/>
                </a:path>
              </a:pathLst>
            </a:custGeom>
            <a:solidFill>
              <a:srgbClr val="EFE6D6">
                <a:alpha val="100000"/>
              </a:srgbClr>
            </a:solidFill>
            <a:ln w="4762" cap="rnd">
              <a:solidFill>
                <a:srgbClr val="EFE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g2157"/>
            <p:cNvSpPr/>
            <p:nvPr/>
          </p:nvSpPr>
          <p:spPr>
            <a:xfrm>
              <a:off x="2214720" y="5027961"/>
              <a:ext cx="17721" cy="35330"/>
            </a:xfrm>
            <a:custGeom>
              <a:avLst/>
              <a:pathLst>
                <a:path w="17721" h="35330">
                  <a:moveTo>
                    <a:pt x="0" y="2083"/>
                  </a:moveTo>
                  <a:lnTo>
                    <a:pt x="17721" y="0"/>
                  </a:lnTo>
                  <a:lnTo>
                    <a:pt x="17721" y="35330"/>
                  </a:lnTo>
                  <a:lnTo>
                    <a:pt x="0" y="35330"/>
                  </a:lnTo>
                  <a:close/>
                </a:path>
              </a:pathLst>
            </a:custGeom>
            <a:solidFill>
              <a:srgbClr val="EFE6D7">
                <a:alpha val="100000"/>
              </a:srgbClr>
            </a:solidFill>
            <a:ln w="4762" cap="rnd">
              <a:solidFill>
                <a:srgbClr val="EFE6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g2158"/>
            <p:cNvSpPr/>
            <p:nvPr/>
          </p:nvSpPr>
          <p:spPr>
            <a:xfrm>
              <a:off x="2232442" y="5025808"/>
              <a:ext cx="17721" cy="37482"/>
            </a:xfrm>
            <a:custGeom>
              <a:avLst/>
              <a:pathLst>
                <a:path w="17721" h="37482">
                  <a:moveTo>
                    <a:pt x="0" y="2152"/>
                  </a:moveTo>
                  <a:lnTo>
                    <a:pt x="17721" y="0"/>
                  </a:lnTo>
                  <a:lnTo>
                    <a:pt x="17721" y="37482"/>
                  </a:lnTo>
                  <a:lnTo>
                    <a:pt x="0" y="37482"/>
                  </a:lnTo>
                  <a:close/>
                </a:path>
              </a:pathLst>
            </a:custGeom>
            <a:solidFill>
              <a:srgbClr val="F0E6D7">
                <a:alpha val="100000"/>
              </a:srgbClr>
            </a:solidFill>
            <a:ln w="4762" cap="rnd">
              <a:solidFill>
                <a:srgbClr val="F0E6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g2159"/>
            <p:cNvSpPr/>
            <p:nvPr/>
          </p:nvSpPr>
          <p:spPr>
            <a:xfrm>
              <a:off x="2250163" y="5021172"/>
              <a:ext cx="35442" cy="42119"/>
            </a:xfrm>
            <a:custGeom>
              <a:avLst/>
              <a:pathLst>
                <a:path w="35442" h="42119">
                  <a:moveTo>
                    <a:pt x="0" y="4636"/>
                  </a:moveTo>
                  <a:lnTo>
                    <a:pt x="17721" y="2361"/>
                  </a:lnTo>
                  <a:lnTo>
                    <a:pt x="35442" y="0"/>
                  </a:lnTo>
                  <a:lnTo>
                    <a:pt x="35442" y="42119"/>
                  </a:lnTo>
                  <a:lnTo>
                    <a:pt x="17721" y="42119"/>
                  </a:lnTo>
                  <a:lnTo>
                    <a:pt x="0" y="42119"/>
                  </a:lnTo>
                  <a:close/>
                </a:path>
              </a:pathLst>
            </a:custGeom>
            <a:solidFill>
              <a:srgbClr val="F0E7D7">
                <a:alpha val="100000"/>
              </a:srgbClr>
            </a:solidFill>
            <a:ln w="4762" cap="rnd">
              <a:solidFill>
                <a:srgbClr val="F0E7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g2160"/>
            <p:cNvSpPr/>
            <p:nvPr/>
          </p:nvSpPr>
          <p:spPr>
            <a:xfrm>
              <a:off x="2285606" y="5018739"/>
              <a:ext cx="17721" cy="44552"/>
            </a:xfrm>
            <a:custGeom>
              <a:avLst/>
              <a:pathLst>
                <a:path w="17721" h="44552">
                  <a:moveTo>
                    <a:pt x="0" y="2432"/>
                  </a:moveTo>
                  <a:lnTo>
                    <a:pt x="17721" y="0"/>
                  </a:lnTo>
                  <a:lnTo>
                    <a:pt x="17721" y="44552"/>
                  </a:lnTo>
                  <a:lnTo>
                    <a:pt x="0" y="44552"/>
                  </a:lnTo>
                  <a:close/>
                </a:path>
              </a:pathLst>
            </a:custGeom>
            <a:solidFill>
              <a:srgbClr val="F1E7D7">
                <a:alpha val="100000"/>
              </a:srgbClr>
            </a:solidFill>
            <a:ln w="4762" cap="rnd">
              <a:solidFill>
                <a:srgbClr val="F1E7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g2161"/>
            <p:cNvSpPr/>
            <p:nvPr/>
          </p:nvSpPr>
          <p:spPr>
            <a:xfrm>
              <a:off x="2303327" y="5016184"/>
              <a:ext cx="17721" cy="47106"/>
            </a:xfrm>
            <a:custGeom>
              <a:avLst/>
              <a:pathLst>
                <a:path w="17721" h="47106">
                  <a:moveTo>
                    <a:pt x="0" y="2554"/>
                  </a:moveTo>
                  <a:lnTo>
                    <a:pt x="17721" y="0"/>
                  </a:lnTo>
                  <a:lnTo>
                    <a:pt x="17721" y="47106"/>
                  </a:lnTo>
                  <a:lnTo>
                    <a:pt x="0" y="47106"/>
                  </a:lnTo>
                  <a:close/>
                </a:path>
              </a:pathLst>
            </a:custGeom>
            <a:solidFill>
              <a:srgbClr val="F1E8D8">
                <a:alpha val="100000"/>
              </a:srgbClr>
            </a:solidFill>
            <a:ln w="4762" cap="rnd">
              <a:solidFill>
                <a:srgbClr val="F1E8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g2162"/>
            <p:cNvSpPr/>
            <p:nvPr/>
          </p:nvSpPr>
          <p:spPr>
            <a:xfrm>
              <a:off x="2321049" y="5010823"/>
              <a:ext cx="35442" cy="52468"/>
            </a:xfrm>
            <a:custGeom>
              <a:avLst/>
              <a:pathLst>
                <a:path w="35442" h="52468">
                  <a:moveTo>
                    <a:pt x="0" y="5361"/>
                  </a:moveTo>
                  <a:lnTo>
                    <a:pt x="17721" y="2716"/>
                  </a:lnTo>
                  <a:lnTo>
                    <a:pt x="35442" y="0"/>
                  </a:lnTo>
                  <a:lnTo>
                    <a:pt x="35442" y="52468"/>
                  </a:lnTo>
                  <a:lnTo>
                    <a:pt x="17721" y="52468"/>
                  </a:lnTo>
                  <a:lnTo>
                    <a:pt x="0" y="52468"/>
                  </a:lnTo>
                  <a:close/>
                </a:path>
              </a:pathLst>
            </a:custGeom>
            <a:solidFill>
              <a:srgbClr val="F2E8D8">
                <a:alpha val="100000"/>
              </a:srgbClr>
            </a:solidFill>
            <a:ln w="4762" cap="rnd">
              <a:solidFill>
                <a:srgbClr val="F2E8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g2163"/>
            <p:cNvSpPr/>
            <p:nvPr/>
          </p:nvSpPr>
          <p:spPr>
            <a:xfrm>
              <a:off x="2356491" y="5005063"/>
              <a:ext cx="35442" cy="58228"/>
            </a:xfrm>
            <a:custGeom>
              <a:avLst/>
              <a:pathLst>
                <a:path w="35442" h="58228">
                  <a:moveTo>
                    <a:pt x="0" y="5759"/>
                  </a:moveTo>
                  <a:lnTo>
                    <a:pt x="17721" y="2925"/>
                  </a:lnTo>
                  <a:lnTo>
                    <a:pt x="35442" y="0"/>
                  </a:lnTo>
                  <a:lnTo>
                    <a:pt x="35442" y="58228"/>
                  </a:lnTo>
                  <a:lnTo>
                    <a:pt x="17721" y="58228"/>
                  </a:lnTo>
                  <a:lnTo>
                    <a:pt x="0" y="58228"/>
                  </a:lnTo>
                  <a:close/>
                </a:path>
              </a:pathLst>
            </a:custGeom>
            <a:solidFill>
              <a:srgbClr val="F2E7D7">
                <a:alpha val="100000"/>
              </a:srgbClr>
            </a:solidFill>
            <a:ln w="4762" cap="rnd">
              <a:solidFill>
                <a:srgbClr val="F2E7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g2164"/>
            <p:cNvSpPr/>
            <p:nvPr/>
          </p:nvSpPr>
          <p:spPr>
            <a:xfrm>
              <a:off x="2391934" y="5002068"/>
              <a:ext cx="17721" cy="61223"/>
            </a:xfrm>
            <a:custGeom>
              <a:avLst/>
              <a:pathLst>
                <a:path w="17721" h="61223">
                  <a:moveTo>
                    <a:pt x="0" y="2995"/>
                  </a:moveTo>
                  <a:lnTo>
                    <a:pt x="17721" y="0"/>
                  </a:lnTo>
                  <a:lnTo>
                    <a:pt x="17721" y="61223"/>
                  </a:lnTo>
                  <a:lnTo>
                    <a:pt x="0" y="61223"/>
                  </a:lnTo>
                  <a:close/>
                </a:path>
              </a:pathLst>
            </a:custGeom>
            <a:solidFill>
              <a:srgbClr val="F1E7D6">
                <a:alpha val="100000"/>
              </a:srgbClr>
            </a:solidFill>
            <a:ln w="4762" cap="rnd">
              <a:solidFill>
                <a:srgbClr val="F1E7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g2165"/>
            <p:cNvSpPr/>
            <p:nvPr/>
          </p:nvSpPr>
          <p:spPr>
            <a:xfrm>
              <a:off x="2409655" y="4995768"/>
              <a:ext cx="35442" cy="67523"/>
            </a:xfrm>
            <a:custGeom>
              <a:avLst/>
              <a:pathLst>
                <a:path w="35442" h="67523">
                  <a:moveTo>
                    <a:pt x="0" y="6299"/>
                  </a:moveTo>
                  <a:lnTo>
                    <a:pt x="17721" y="3194"/>
                  </a:lnTo>
                  <a:lnTo>
                    <a:pt x="35442" y="0"/>
                  </a:lnTo>
                  <a:lnTo>
                    <a:pt x="35442" y="67523"/>
                  </a:lnTo>
                  <a:lnTo>
                    <a:pt x="17721" y="67523"/>
                  </a:lnTo>
                  <a:lnTo>
                    <a:pt x="0" y="67523"/>
                  </a:lnTo>
                  <a:close/>
                </a:path>
              </a:pathLst>
            </a:custGeom>
            <a:solidFill>
              <a:srgbClr val="F1E6D6">
                <a:alpha val="100000"/>
              </a:srgbClr>
            </a:solidFill>
            <a:ln w="4762" cap="rnd">
              <a:solidFill>
                <a:srgbClr val="F1E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g2166"/>
            <p:cNvSpPr/>
            <p:nvPr/>
          </p:nvSpPr>
          <p:spPr>
            <a:xfrm>
              <a:off x="2445098" y="4989150"/>
              <a:ext cx="35442" cy="74141"/>
            </a:xfrm>
            <a:custGeom>
              <a:avLst/>
              <a:pathLst>
                <a:path w="35442" h="74141">
                  <a:moveTo>
                    <a:pt x="0" y="6618"/>
                  </a:moveTo>
                  <a:lnTo>
                    <a:pt x="17721" y="3358"/>
                  </a:lnTo>
                  <a:lnTo>
                    <a:pt x="35442" y="0"/>
                  </a:lnTo>
                  <a:lnTo>
                    <a:pt x="35442" y="74141"/>
                  </a:lnTo>
                  <a:lnTo>
                    <a:pt x="17721" y="74141"/>
                  </a:lnTo>
                  <a:lnTo>
                    <a:pt x="0" y="74141"/>
                  </a:lnTo>
                  <a:close/>
                </a:path>
              </a:pathLst>
            </a:custGeom>
            <a:solidFill>
              <a:srgbClr val="F1E5D5">
                <a:alpha val="100000"/>
              </a:srgbClr>
            </a:solidFill>
            <a:ln w="4762" cap="rnd">
              <a:solidFill>
                <a:srgbClr val="F1E5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g2167"/>
            <p:cNvSpPr/>
            <p:nvPr/>
          </p:nvSpPr>
          <p:spPr>
            <a:xfrm>
              <a:off x="2480541" y="4985708"/>
              <a:ext cx="17721" cy="77582"/>
            </a:xfrm>
            <a:custGeom>
              <a:avLst/>
              <a:pathLst>
                <a:path w="17721" h="77582">
                  <a:moveTo>
                    <a:pt x="0" y="3441"/>
                  </a:moveTo>
                  <a:lnTo>
                    <a:pt x="17721" y="0"/>
                  </a:lnTo>
                  <a:lnTo>
                    <a:pt x="17721" y="77582"/>
                  </a:lnTo>
                  <a:lnTo>
                    <a:pt x="0" y="77582"/>
                  </a:lnTo>
                  <a:close/>
                </a:path>
              </a:pathLst>
            </a:custGeom>
            <a:solidFill>
              <a:srgbClr val="F1E4D4">
                <a:alpha val="100000"/>
              </a:srgbClr>
            </a:solidFill>
            <a:ln w="4762" cap="rnd">
              <a:solidFill>
                <a:srgbClr val="F1E4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g2168"/>
            <p:cNvSpPr/>
            <p:nvPr/>
          </p:nvSpPr>
          <p:spPr>
            <a:xfrm>
              <a:off x="2498262" y="4982208"/>
              <a:ext cx="17721" cy="81082"/>
            </a:xfrm>
            <a:custGeom>
              <a:avLst/>
              <a:pathLst>
                <a:path w="17721" h="81082">
                  <a:moveTo>
                    <a:pt x="0" y="3499"/>
                  </a:moveTo>
                  <a:lnTo>
                    <a:pt x="17721" y="0"/>
                  </a:lnTo>
                  <a:lnTo>
                    <a:pt x="17721" y="81082"/>
                  </a:lnTo>
                  <a:lnTo>
                    <a:pt x="0" y="81082"/>
                  </a:lnTo>
                  <a:close/>
                </a:path>
              </a:pathLst>
            </a:custGeom>
            <a:solidFill>
              <a:srgbClr val="F0E4D4">
                <a:alpha val="100000"/>
              </a:srgbClr>
            </a:solidFill>
            <a:ln w="4762" cap="rnd">
              <a:solidFill>
                <a:srgbClr val="F0E4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g2169"/>
            <p:cNvSpPr/>
            <p:nvPr/>
          </p:nvSpPr>
          <p:spPr>
            <a:xfrm>
              <a:off x="2515984" y="4978624"/>
              <a:ext cx="17721" cy="84666"/>
            </a:xfrm>
            <a:custGeom>
              <a:avLst/>
              <a:pathLst>
                <a:path w="17721" h="84666">
                  <a:moveTo>
                    <a:pt x="0" y="3584"/>
                  </a:moveTo>
                  <a:lnTo>
                    <a:pt x="17721" y="0"/>
                  </a:lnTo>
                  <a:lnTo>
                    <a:pt x="17721" y="84666"/>
                  </a:lnTo>
                  <a:lnTo>
                    <a:pt x="0" y="84666"/>
                  </a:lnTo>
                  <a:close/>
                </a:path>
              </a:pathLst>
            </a:custGeom>
            <a:solidFill>
              <a:srgbClr val="F0E4D3">
                <a:alpha val="100000"/>
              </a:srgbClr>
            </a:solidFill>
            <a:ln w="4762" cap="rnd">
              <a:solidFill>
                <a:srgbClr val="F0E4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g2170"/>
            <p:cNvSpPr/>
            <p:nvPr/>
          </p:nvSpPr>
          <p:spPr>
            <a:xfrm>
              <a:off x="2533705" y="4974967"/>
              <a:ext cx="17721" cy="88323"/>
            </a:xfrm>
            <a:custGeom>
              <a:avLst/>
              <a:pathLst>
                <a:path w="17721" h="88323">
                  <a:moveTo>
                    <a:pt x="0" y="3656"/>
                  </a:moveTo>
                  <a:lnTo>
                    <a:pt x="17721" y="0"/>
                  </a:lnTo>
                  <a:lnTo>
                    <a:pt x="17721" y="88323"/>
                  </a:lnTo>
                  <a:lnTo>
                    <a:pt x="0" y="88323"/>
                  </a:lnTo>
                  <a:close/>
                </a:path>
              </a:pathLst>
            </a:custGeom>
            <a:solidFill>
              <a:srgbClr val="F0E3D3">
                <a:alpha val="100000"/>
              </a:srgbClr>
            </a:solidFill>
            <a:ln w="4762" cap="rnd">
              <a:solidFill>
                <a:srgbClr val="F0E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g2171"/>
            <p:cNvSpPr/>
            <p:nvPr/>
          </p:nvSpPr>
          <p:spPr>
            <a:xfrm>
              <a:off x="2551426" y="4971263"/>
              <a:ext cx="17721" cy="92028"/>
            </a:xfrm>
            <a:custGeom>
              <a:avLst/>
              <a:pathLst>
                <a:path w="17721" h="92028">
                  <a:moveTo>
                    <a:pt x="0" y="3704"/>
                  </a:moveTo>
                  <a:lnTo>
                    <a:pt x="17721" y="0"/>
                  </a:lnTo>
                  <a:lnTo>
                    <a:pt x="17721" y="92028"/>
                  </a:lnTo>
                  <a:lnTo>
                    <a:pt x="0" y="92028"/>
                  </a:lnTo>
                  <a:close/>
                </a:path>
              </a:pathLst>
            </a:custGeom>
            <a:solidFill>
              <a:srgbClr val="F0E3D2">
                <a:alpha val="100000"/>
              </a:srgbClr>
            </a:solidFill>
            <a:ln w="4762" cap="rnd">
              <a:solidFill>
                <a:srgbClr val="F0E3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g2172"/>
            <p:cNvSpPr/>
            <p:nvPr/>
          </p:nvSpPr>
          <p:spPr>
            <a:xfrm>
              <a:off x="2569148" y="4963662"/>
              <a:ext cx="35442" cy="99628"/>
            </a:xfrm>
            <a:custGeom>
              <a:avLst/>
              <a:pathLst>
                <a:path w="35442" h="99628">
                  <a:moveTo>
                    <a:pt x="0" y="7600"/>
                  </a:moveTo>
                  <a:lnTo>
                    <a:pt x="17721" y="3828"/>
                  </a:lnTo>
                  <a:lnTo>
                    <a:pt x="35442" y="0"/>
                  </a:lnTo>
                  <a:lnTo>
                    <a:pt x="35442" y="99628"/>
                  </a:lnTo>
                  <a:lnTo>
                    <a:pt x="17721" y="99628"/>
                  </a:lnTo>
                  <a:lnTo>
                    <a:pt x="0" y="99628"/>
                  </a:lnTo>
                  <a:close/>
                </a:path>
              </a:pathLst>
            </a:custGeom>
            <a:solidFill>
              <a:srgbClr val="F0E2D2">
                <a:alpha val="100000"/>
              </a:srgbClr>
            </a:solidFill>
            <a:ln w="4762" cap="rnd">
              <a:solidFill>
                <a:srgbClr val="F0E2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g2173"/>
            <p:cNvSpPr/>
            <p:nvPr/>
          </p:nvSpPr>
          <p:spPr>
            <a:xfrm>
              <a:off x="2604590" y="4959798"/>
              <a:ext cx="17721" cy="103492"/>
            </a:xfrm>
            <a:custGeom>
              <a:avLst/>
              <a:pathLst>
                <a:path w="17721" h="103492">
                  <a:moveTo>
                    <a:pt x="0" y="3863"/>
                  </a:moveTo>
                  <a:lnTo>
                    <a:pt x="17721" y="0"/>
                  </a:lnTo>
                  <a:lnTo>
                    <a:pt x="17721" y="103492"/>
                  </a:lnTo>
                  <a:lnTo>
                    <a:pt x="0" y="103492"/>
                  </a:lnTo>
                  <a:close/>
                </a:path>
              </a:pathLst>
            </a:custGeom>
            <a:solidFill>
              <a:srgbClr val="EFE2D1">
                <a:alpha val="100000"/>
              </a:srgbClr>
            </a:solidFill>
            <a:ln w="4762" cap="rnd">
              <a:solidFill>
                <a:srgbClr val="EFE2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g2174"/>
            <p:cNvSpPr/>
            <p:nvPr/>
          </p:nvSpPr>
          <p:spPr>
            <a:xfrm>
              <a:off x="2622312" y="4955889"/>
              <a:ext cx="17721" cy="107402"/>
            </a:xfrm>
            <a:custGeom>
              <a:avLst/>
              <a:pathLst>
                <a:path w="17721" h="107402">
                  <a:moveTo>
                    <a:pt x="0" y="3909"/>
                  </a:moveTo>
                  <a:lnTo>
                    <a:pt x="17721" y="0"/>
                  </a:lnTo>
                  <a:lnTo>
                    <a:pt x="17721" y="107402"/>
                  </a:lnTo>
                  <a:lnTo>
                    <a:pt x="0" y="107402"/>
                  </a:lnTo>
                  <a:close/>
                </a:path>
              </a:pathLst>
            </a:custGeom>
            <a:solidFill>
              <a:srgbClr val="EFE1D1">
                <a:alpha val="100000"/>
              </a:srgbClr>
            </a:solidFill>
            <a:ln w="4762" cap="rnd">
              <a:solidFill>
                <a:srgbClr val="EFE1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g2175"/>
            <p:cNvSpPr/>
            <p:nvPr/>
          </p:nvSpPr>
          <p:spPr>
            <a:xfrm>
              <a:off x="2640033" y="4951942"/>
              <a:ext cx="17721" cy="111349"/>
            </a:xfrm>
            <a:custGeom>
              <a:avLst/>
              <a:pathLst>
                <a:path w="17721" h="111349">
                  <a:moveTo>
                    <a:pt x="0" y="3946"/>
                  </a:moveTo>
                  <a:lnTo>
                    <a:pt x="17721" y="0"/>
                  </a:lnTo>
                  <a:lnTo>
                    <a:pt x="17721" y="111349"/>
                  </a:lnTo>
                  <a:lnTo>
                    <a:pt x="0" y="111349"/>
                  </a:lnTo>
                  <a:close/>
                </a:path>
              </a:pathLst>
            </a:custGeom>
            <a:solidFill>
              <a:srgbClr val="EFE1D0">
                <a:alpha val="100000"/>
              </a:srgbClr>
            </a:solidFill>
            <a:ln w="4762" cap="rnd">
              <a:solidFill>
                <a:srgbClr val="EFE1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g2176"/>
            <p:cNvSpPr/>
            <p:nvPr/>
          </p:nvSpPr>
          <p:spPr>
            <a:xfrm>
              <a:off x="2657755" y="4947975"/>
              <a:ext cx="17721" cy="115316"/>
            </a:xfrm>
            <a:custGeom>
              <a:avLst/>
              <a:pathLst>
                <a:path w="17721" h="115316">
                  <a:moveTo>
                    <a:pt x="0" y="3966"/>
                  </a:moveTo>
                  <a:lnTo>
                    <a:pt x="17721" y="0"/>
                  </a:lnTo>
                  <a:lnTo>
                    <a:pt x="17721" y="115316"/>
                  </a:lnTo>
                  <a:lnTo>
                    <a:pt x="0" y="115316"/>
                  </a:lnTo>
                  <a:close/>
                </a:path>
              </a:pathLst>
            </a:custGeom>
            <a:solidFill>
              <a:srgbClr val="EFE0D0">
                <a:alpha val="100000"/>
              </a:srgbClr>
            </a:solidFill>
            <a:ln w="4762" cap="rnd">
              <a:solidFill>
                <a:srgbClr val="EF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g2177"/>
            <p:cNvSpPr/>
            <p:nvPr/>
          </p:nvSpPr>
          <p:spPr>
            <a:xfrm>
              <a:off x="2675476" y="4943985"/>
              <a:ext cx="17721" cy="119305"/>
            </a:xfrm>
            <a:custGeom>
              <a:avLst/>
              <a:pathLst>
                <a:path w="17721" h="119305">
                  <a:moveTo>
                    <a:pt x="0" y="3989"/>
                  </a:moveTo>
                  <a:lnTo>
                    <a:pt x="17721" y="0"/>
                  </a:lnTo>
                  <a:lnTo>
                    <a:pt x="17721" y="119305"/>
                  </a:lnTo>
                  <a:lnTo>
                    <a:pt x="0" y="119305"/>
                  </a:lnTo>
                  <a:close/>
                </a:path>
              </a:pathLst>
            </a:custGeom>
            <a:solidFill>
              <a:srgbClr val="EFE0CF">
                <a:alpha val="100000"/>
              </a:srgbClr>
            </a:solidFill>
            <a:ln w="4762" cap="rnd">
              <a:solidFill>
                <a:srgbClr val="EFE0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g2178"/>
            <p:cNvSpPr/>
            <p:nvPr/>
          </p:nvSpPr>
          <p:spPr>
            <a:xfrm>
              <a:off x="2693197" y="4939984"/>
              <a:ext cx="17721" cy="123307"/>
            </a:xfrm>
            <a:custGeom>
              <a:avLst/>
              <a:pathLst>
                <a:path w="17721" h="123307">
                  <a:moveTo>
                    <a:pt x="0" y="4001"/>
                  </a:moveTo>
                  <a:lnTo>
                    <a:pt x="17721" y="0"/>
                  </a:lnTo>
                  <a:lnTo>
                    <a:pt x="17721" y="123307"/>
                  </a:lnTo>
                  <a:lnTo>
                    <a:pt x="0" y="123307"/>
                  </a:lnTo>
                  <a:close/>
                </a:path>
              </a:pathLst>
            </a:custGeom>
            <a:solidFill>
              <a:srgbClr val="EEE0CF">
                <a:alpha val="100000"/>
              </a:srgbClr>
            </a:solidFill>
            <a:ln w="4762" cap="rnd">
              <a:solidFill>
                <a:srgbClr val="EEE0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g2179"/>
            <p:cNvSpPr/>
            <p:nvPr/>
          </p:nvSpPr>
          <p:spPr>
            <a:xfrm>
              <a:off x="2710919" y="4935980"/>
              <a:ext cx="17721" cy="127310"/>
            </a:xfrm>
            <a:custGeom>
              <a:avLst/>
              <a:pathLst>
                <a:path w="17721" h="127310">
                  <a:moveTo>
                    <a:pt x="0" y="4003"/>
                  </a:moveTo>
                  <a:lnTo>
                    <a:pt x="17721" y="0"/>
                  </a:lnTo>
                  <a:lnTo>
                    <a:pt x="17721" y="127310"/>
                  </a:lnTo>
                  <a:lnTo>
                    <a:pt x="0" y="127310"/>
                  </a:lnTo>
                  <a:close/>
                </a:path>
              </a:pathLst>
            </a:custGeom>
            <a:solidFill>
              <a:srgbClr val="EEDFCF">
                <a:alpha val="100000"/>
              </a:srgbClr>
            </a:solidFill>
            <a:ln w="4762" cap="rnd">
              <a:solidFill>
                <a:srgbClr val="EED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g2180"/>
            <p:cNvSpPr/>
            <p:nvPr/>
          </p:nvSpPr>
          <p:spPr>
            <a:xfrm>
              <a:off x="2728640" y="4931978"/>
              <a:ext cx="17721" cy="131312"/>
            </a:xfrm>
            <a:custGeom>
              <a:avLst/>
              <a:pathLst>
                <a:path w="17721" h="131312">
                  <a:moveTo>
                    <a:pt x="0" y="4001"/>
                  </a:moveTo>
                  <a:lnTo>
                    <a:pt x="17721" y="0"/>
                  </a:lnTo>
                  <a:lnTo>
                    <a:pt x="17721" y="131312"/>
                  </a:lnTo>
                  <a:lnTo>
                    <a:pt x="0" y="131312"/>
                  </a:lnTo>
                  <a:close/>
                </a:path>
              </a:pathLst>
            </a:custGeom>
            <a:solidFill>
              <a:srgbClr val="EEDFCE">
                <a:alpha val="100000"/>
              </a:srgbClr>
            </a:solidFill>
            <a:ln w="4762" cap="rnd">
              <a:solidFill>
                <a:srgbClr val="EEDF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g2181"/>
            <p:cNvSpPr/>
            <p:nvPr/>
          </p:nvSpPr>
          <p:spPr>
            <a:xfrm>
              <a:off x="2746361" y="4927994"/>
              <a:ext cx="17721" cy="135297"/>
            </a:xfrm>
            <a:custGeom>
              <a:avLst/>
              <a:pathLst>
                <a:path w="17721" h="135297">
                  <a:moveTo>
                    <a:pt x="0" y="3984"/>
                  </a:moveTo>
                  <a:lnTo>
                    <a:pt x="17721" y="0"/>
                  </a:lnTo>
                  <a:lnTo>
                    <a:pt x="17721" y="135297"/>
                  </a:lnTo>
                  <a:lnTo>
                    <a:pt x="0" y="135297"/>
                  </a:lnTo>
                  <a:close/>
                </a:path>
              </a:pathLst>
            </a:custGeom>
            <a:solidFill>
              <a:srgbClr val="EEDECE">
                <a:alpha val="100000"/>
              </a:srgbClr>
            </a:solidFill>
            <a:ln w="4762" cap="rnd">
              <a:solidFill>
                <a:srgbClr val="EEDE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g2182"/>
            <p:cNvSpPr/>
            <p:nvPr/>
          </p:nvSpPr>
          <p:spPr>
            <a:xfrm>
              <a:off x="2764083" y="4924027"/>
              <a:ext cx="17721" cy="139263"/>
            </a:xfrm>
            <a:custGeom>
              <a:avLst/>
              <a:pathLst>
                <a:path w="17721" h="139263">
                  <a:moveTo>
                    <a:pt x="0" y="3966"/>
                  </a:moveTo>
                  <a:lnTo>
                    <a:pt x="17721" y="0"/>
                  </a:lnTo>
                  <a:lnTo>
                    <a:pt x="17721" y="139263"/>
                  </a:lnTo>
                  <a:lnTo>
                    <a:pt x="0" y="139263"/>
                  </a:lnTo>
                  <a:close/>
                </a:path>
              </a:pathLst>
            </a:custGeom>
            <a:solidFill>
              <a:srgbClr val="EEDECD">
                <a:alpha val="100000"/>
              </a:srgbClr>
            </a:solidFill>
            <a:ln w="4762" cap="rnd">
              <a:solidFill>
                <a:srgbClr val="EEDEC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g2183"/>
            <p:cNvSpPr/>
            <p:nvPr/>
          </p:nvSpPr>
          <p:spPr>
            <a:xfrm>
              <a:off x="2781804" y="4920088"/>
              <a:ext cx="17721" cy="143203"/>
            </a:xfrm>
            <a:custGeom>
              <a:avLst/>
              <a:pathLst>
                <a:path w="17721" h="143203">
                  <a:moveTo>
                    <a:pt x="0" y="3939"/>
                  </a:moveTo>
                  <a:lnTo>
                    <a:pt x="17721" y="0"/>
                  </a:lnTo>
                  <a:lnTo>
                    <a:pt x="17721" y="143203"/>
                  </a:lnTo>
                  <a:lnTo>
                    <a:pt x="0" y="143203"/>
                  </a:lnTo>
                  <a:close/>
                </a:path>
              </a:pathLst>
            </a:custGeom>
            <a:solidFill>
              <a:srgbClr val="EEDDCD">
                <a:alpha val="100000"/>
              </a:srgbClr>
            </a:solidFill>
            <a:ln w="4762" cap="rnd">
              <a:solidFill>
                <a:srgbClr val="EEDDC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g2184"/>
            <p:cNvSpPr/>
            <p:nvPr/>
          </p:nvSpPr>
          <p:spPr>
            <a:xfrm>
              <a:off x="2799525" y="4912349"/>
              <a:ext cx="35442" cy="150941"/>
            </a:xfrm>
            <a:custGeom>
              <a:avLst/>
              <a:pathLst>
                <a:path w="35442" h="150941">
                  <a:moveTo>
                    <a:pt x="0" y="7738"/>
                  </a:moveTo>
                  <a:lnTo>
                    <a:pt x="17721" y="3849"/>
                  </a:lnTo>
                  <a:lnTo>
                    <a:pt x="35442" y="0"/>
                  </a:lnTo>
                  <a:lnTo>
                    <a:pt x="35442" y="150941"/>
                  </a:lnTo>
                  <a:lnTo>
                    <a:pt x="17721" y="150941"/>
                  </a:lnTo>
                  <a:lnTo>
                    <a:pt x="0" y="150941"/>
                  </a:lnTo>
                  <a:close/>
                </a:path>
              </a:pathLst>
            </a:custGeom>
            <a:solidFill>
              <a:srgbClr val="EDDDCC">
                <a:alpha val="100000"/>
              </a:srgbClr>
            </a:solidFill>
            <a:ln w="4762" cap="rnd">
              <a:solidFill>
                <a:srgbClr val="EDDD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g2185"/>
            <p:cNvSpPr/>
            <p:nvPr/>
          </p:nvSpPr>
          <p:spPr>
            <a:xfrm>
              <a:off x="2834968" y="4904842"/>
              <a:ext cx="35442" cy="158448"/>
            </a:xfrm>
            <a:custGeom>
              <a:avLst/>
              <a:pathLst>
                <a:path w="35442" h="158448">
                  <a:moveTo>
                    <a:pt x="0" y="7507"/>
                  </a:moveTo>
                  <a:lnTo>
                    <a:pt x="17721" y="3709"/>
                  </a:lnTo>
                  <a:lnTo>
                    <a:pt x="35442" y="0"/>
                  </a:lnTo>
                  <a:lnTo>
                    <a:pt x="35442" y="158448"/>
                  </a:lnTo>
                  <a:lnTo>
                    <a:pt x="17721" y="158448"/>
                  </a:lnTo>
                  <a:lnTo>
                    <a:pt x="0" y="158448"/>
                  </a:lnTo>
                  <a:close/>
                </a:path>
              </a:pathLst>
            </a:custGeom>
            <a:solidFill>
              <a:srgbClr val="EDDCCB">
                <a:alpha val="100000"/>
              </a:srgbClr>
            </a:solidFill>
            <a:ln w="4762" cap="rnd">
              <a:solidFill>
                <a:srgbClr val="EDDC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g2186"/>
            <p:cNvSpPr/>
            <p:nvPr/>
          </p:nvSpPr>
          <p:spPr>
            <a:xfrm>
              <a:off x="2870411" y="4901192"/>
              <a:ext cx="17721" cy="162098"/>
            </a:xfrm>
            <a:custGeom>
              <a:avLst/>
              <a:pathLst>
                <a:path w="17721" h="162098">
                  <a:moveTo>
                    <a:pt x="0" y="3649"/>
                  </a:moveTo>
                  <a:lnTo>
                    <a:pt x="17721" y="0"/>
                  </a:lnTo>
                  <a:lnTo>
                    <a:pt x="17721" y="162098"/>
                  </a:lnTo>
                  <a:lnTo>
                    <a:pt x="0" y="162098"/>
                  </a:lnTo>
                  <a:close/>
                </a:path>
              </a:pathLst>
            </a:custGeom>
            <a:solidFill>
              <a:srgbClr val="EDDBCB">
                <a:alpha val="100000"/>
              </a:srgbClr>
            </a:solidFill>
            <a:ln w="4762" cap="rnd">
              <a:solidFill>
                <a:srgbClr val="EDDB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g2187"/>
            <p:cNvSpPr/>
            <p:nvPr/>
          </p:nvSpPr>
          <p:spPr>
            <a:xfrm>
              <a:off x="2888132" y="4897618"/>
              <a:ext cx="17721" cy="165672"/>
            </a:xfrm>
            <a:custGeom>
              <a:avLst/>
              <a:pathLst>
                <a:path w="17721" h="165672">
                  <a:moveTo>
                    <a:pt x="0" y="3573"/>
                  </a:moveTo>
                  <a:lnTo>
                    <a:pt x="17721" y="0"/>
                  </a:lnTo>
                  <a:lnTo>
                    <a:pt x="17721" y="165672"/>
                  </a:lnTo>
                  <a:lnTo>
                    <a:pt x="0" y="165672"/>
                  </a:lnTo>
                  <a:close/>
                </a:path>
              </a:pathLst>
            </a:custGeom>
            <a:solidFill>
              <a:srgbClr val="EDDBCA">
                <a:alpha val="100000"/>
              </a:srgbClr>
            </a:solidFill>
            <a:ln w="4762" cap="rnd">
              <a:solidFill>
                <a:srgbClr val="EDDBC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g2188"/>
            <p:cNvSpPr/>
            <p:nvPr/>
          </p:nvSpPr>
          <p:spPr>
            <a:xfrm>
              <a:off x="2905854" y="4894171"/>
              <a:ext cx="17721" cy="169119"/>
            </a:xfrm>
            <a:custGeom>
              <a:avLst/>
              <a:pathLst>
                <a:path w="17721" h="169119">
                  <a:moveTo>
                    <a:pt x="0" y="3447"/>
                  </a:moveTo>
                  <a:lnTo>
                    <a:pt x="17721" y="0"/>
                  </a:lnTo>
                  <a:lnTo>
                    <a:pt x="17721" y="169119"/>
                  </a:lnTo>
                  <a:lnTo>
                    <a:pt x="0" y="169119"/>
                  </a:lnTo>
                  <a:close/>
                </a:path>
              </a:pathLst>
            </a:custGeom>
            <a:solidFill>
              <a:srgbClr val="ECDBCA">
                <a:alpha val="100000"/>
              </a:srgbClr>
            </a:solidFill>
            <a:ln w="4762" cap="rnd">
              <a:solidFill>
                <a:srgbClr val="ECDBC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g2189"/>
            <p:cNvSpPr/>
            <p:nvPr/>
          </p:nvSpPr>
          <p:spPr>
            <a:xfrm>
              <a:off x="2923575" y="4887536"/>
              <a:ext cx="35442" cy="175754"/>
            </a:xfrm>
            <a:custGeom>
              <a:avLst/>
              <a:pathLst>
                <a:path w="35442" h="175754">
                  <a:moveTo>
                    <a:pt x="0" y="6634"/>
                  </a:moveTo>
                  <a:lnTo>
                    <a:pt x="17721" y="3268"/>
                  </a:lnTo>
                  <a:lnTo>
                    <a:pt x="35442" y="0"/>
                  </a:lnTo>
                  <a:lnTo>
                    <a:pt x="35442" y="175754"/>
                  </a:lnTo>
                  <a:lnTo>
                    <a:pt x="17721" y="175754"/>
                  </a:lnTo>
                  <a:lnTo>
                    <a:pt x="0" y="175754"/>
                  </a:lnTo>
                  <a:close/>
                </a:path>
              </a:pathLst>
            </a:custGeom>
            <a:solidFill>
              <a:srgbClr val="ECDAC9">
                <a:alpha val="100000"/>
              </a:srgbClr>
            </a:solidFill>
            <a:ln w="4762" cap="rnd">
              <a:solidFill>
                <a:srgbClr val="ECDAC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g2190"/>
            <p:cNvSpPr/>
            <p:nvPr/>
          </p:nvSpPr>
          <p:spPr>
            <a:xfrm>
              <a:off x="2959018" y="4881431"/>
              <a:ext cx="35442" cy="181859"/>
            </a:xfrm>
            <a:custGeom>
              <a:avLst/>
              <a:pathLst>
                <a:path w="35442" h="181859">
                  <a:moveTo>
                    <a:pt x="0" y="6104"/>
                  </a:moveTo>
                  <a:lnTo>
                    <a:pt x="17721" y="3001"/>
                  </a:lnTo>
                  <a:lnTo>
                    <a:pt x="35442" y="0"/>
                  </a:lnTo>
                  <a:lnTo>
                    <a:pt x="35442" y="181859"/>
                  </a:lnTo>
                  <a:lnTo>
                    <a:pt x="17721" y="181859"/>
                  </a:lnTo>
                  <a:lnTo>
                    <a:pt x="0" y="181859"/>
                  </a:lnTo>
                  <a:close/>
                </a:path>
              </a:pathLst>
            </a:custGeom>
            <a:solidFill>
              <a:srgbClr val="ECD9C8">
                <a:alpha val="100000"/>
              </a:srgbClr>
            </a:solidFill>
            <a:ln w="4762" cap="rnd">
              <a:solidFill>
                <a:srgbClr val="ECD9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g2191"/>
            <p:cNvSpPr/>
            <p:nvPr/>
          </p:nvSpPr>
          <p:spPr>
            <a:xfrm>
              <a:off x="2994461" y="4878546"/>
              <a:ext cx="17721" cy="184745"/>
            </a:xfrm>
            <a:custGeom>
              <a:avLst/>
              <a:pathLst>
                <a:path w="17721" h="184745">
                  <a:moveTo>
                    <a:pt x="0" y="2885"/>
                  </a:moveTo>
                  <a:lnTo>
                    <a:pt x="17721" y="0"/>
                  </a:lnTo>
                  <a:lnTo>
                    <a:pt x="17721" y="184745"/>
                  </a:lnTo>
                  <a:lnTo>
                    <a:pt x="0" y="184745"/>
                  </a:lnTo>
                  <a:close/>
                </a:path>
              </a:pathLst>
            </a:custGeom>
            <a:solidFill>
              <a:srgbClr val="EBD9C8">
                <a:alpha val="100000"/>
              </a:srgbClr>
            </a:solidFill>
            <a:ln w="4762" cap="rnd">
              <a:solidFill>
                <a:srgbClr val="EBD9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g2192"/>
            <p:cNvSpPr/>
            <p:nvPr/>
          </p:nvSpPr>
          <p:spPr>
            <a:xfrm>
              <a:off x="3012182" y="4873301"/>
              <a:ext cx="35442" cy="189989"/>
            </a:xfrm>
            <a:custGeom>
              <a:avLst/>
              <a:pathLst>
                <a:path w="35442" h="189989">
                  <a:moveTo>
                    <a:pt x="0" y="5244"/>
                  </a:moveTo>
                  <a:lnTo>
                    <a:pt x="17721" y="2562"/>
                  </a:lnTo>
                  <a:lnTo>
                    <a:pt x="35442" y="0"/>
                  </a:lnTo>
                  <a:lnTo>
                    <a:pt x="35442" y="189989"/>
                  </a:lnTo>
                  <a:lnTo>
                    <a:pt x="17721" y="189989"/>
                  </a:lnTo>
                  <a:lnTo>
                    <a:pt x="0" y="189989"/>
                  </a:lnTo>
                  <a:close/>
                </a:path>
              </a:pathLst>
            </a:custGeom>
            <a:solidFill>
              <a:srgbClr val="EBD8C7">
                <a:alpha val="100000"/>
              </a:srgbClr>
            </a:solidFill>
            <a:ln w="4762" cap="rnd">
              <a:solidFill>
                <a:srgbClr val="EBD8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g2193"/>
            <p:cNvSpPr/>
            <p:nvPr/>
          </p:nvSpPr>
          <p:spPr>
            <a:xfrm>
              <a:off x="3047625" y="4868676"/>
              <a:ext cx="35442" cy="194614"/>
            </a:xfrm>
            <a:custGeom>
              <a:avLst/>
              <a:pathLst>
                <a:path w="35442" h="194614">
                  <a:moveTo>
                    <a:pt x="0" y="4625"/>
                  </a:moveTo>
                  <a:lnTo>
                    <a:pt x="17721" y="2193"/>
                  </a:lnTo>
                  <a:lnTo>
                    <a:pt x="35442" y="0"/>
                  </a:lnTo>
                  <a:lnTo>
                    <a:pt x="35442" y="194614"/>
                  </a:lnTo>
                  <a:lnTo>
                    <a:pt x="17721" y="194614"/>
                  </a:lnTo>
                  <a:lnTo>
                    <a:pt x="0" y="194614"/>
                  </a:lnTo>
                  <a:close/>
                </a:path>
              </a:pathLst>
            </a:custGeom>
            <a:solidFill>
              <a:srgbClr val="EBD7C6">
                <a:alpha val="100000"/>
              </a:srgbClr>
            </a:solidFill>
            <a:ln w="4762" cap="rnd">
              <a:solidFill>
                <a:srgbClr val="EBD7C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g2194"/>
            <p:cNvSpPr/>
            <p:nvPr/>
          </p:nvSpPr>
          <p:spPr>
            <a:xfrm>
              <a:off x="3083067" y="4866617"/>
              <a:ext cx="17721" cy="196673"/>
            </a:xfrm>
            <a:custGeom>
              <a:avLst/>
              <a:pathLst>
                <a:path w="17721" h="196673">
                  <a:moveTo>
                    <a:pt x="0" y="2058"/>
                  </a:moveTo>
                  <a:lnTo>
                    <a:pt x="17721" y="0"/>
                  </a:lnTo>
                  <a:lnTo>
                    <a:pt x="17721" y="196673"/>
                  </a:lnTo>
                  <a:lnTo>
                    <a:pt x="0" y="196673"/>
                  </a:lnTo>
                  <a:close/>
                </a:path>
              </a:pathLst>
            </a:custGeom>
            <a:solidFill>
              <a:srgbClr val="EBD7C5">
                <a:alpha val="100000"/>
              </a:srgbClr>
            </a:solidFill>
            <a:ln w="4762" cap="rnd">
              <a:solidFill>
                <a:srgbClr val="EBD7C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g2195"/>
            <p:cNvSpPr/>
            <p:nvPr/>
          </p:nvSpPr>
          <p:spPr>
            <a:xfrm>
              <a:off x="3100789" y="4864700"/>
              <a:ext cx="17721" cy="198591"/>
            </a:xfrm>
            <a:custGeom>
              <a:avLst/>
              <a:pathLst>
                <a:path w="17721" h="198591">
                  <a:moveTo>
                    <a:pt x="0" y="1917"/>
                  </a:moveTo>
                  <a:lnTo>
                    <a:pt x="17721" y="0"/>
                  </a:lnTo>
                  <a:lnTo>
                    <a:pt x="17721" y="198591"/>
                  </a:lnTo>
                  <a:lnTo>
                    <a:pt x="0" y="198591"/>
                  </a:lnTo>
                  <a:close/>
                </a:path>
              </a:pathLst>
            </a:custGeom>
            <a:solidFill>
              <a:srgbClr val="EAD6C5">
                <a:alpha val="100000"/>
              </a:srgbClr>
            </a:solidFill>
            <a:ln w="4762" cap="rnd">
              <a:solidFill>
                <a:srgbClr val="EAD6C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g2196"/>
            <p:cNvSpPr/>
            <p:nvPr/>
          </p:nvSpPr>
          <p:spPr>
            <a:xfrm>
              <a:off x="3118510" y="4863052"/>
              <a:ext cx="17721" cy="200238"/>
            </a:xfrm>
            <a:custGeom>
              <a:avLst/>
              <a:pathLst>
                <a:path w="17721" h="200238">
                  <a:moveTo>
                    <a:pt x="0" y="1647"/>
                  </a:moveTo>
                  <a:lnTo>
                    <a:pt x="17721" y="0"/>
                  </a:lnTo>
                  <a:lnTo>
                    <a:pt x="17721" y="200238"/>
                  </a:lnTo>
                  <a:lnTo>
                    <a:pt x="0" y="200238"/>
                  </a:lnTo>
                  <a:close/>
                </a:path>
              </a:pathLst>
            </a:custGeom>
            <a:solidFill>
              <a:srgbClr val="EAD6C4">
                <a:alpha val="100000"/>
              </a:srgbClr>
            </a:solidFill>
            <a:ln w="4762" cap="rnd">
              <a:solidFill>
                <a:srgbClr val="EAD6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g2197"/>
            <p:cNvSpPr/>
            <p:nvPr/>
          </p:nvSpPr>
          <p:spPr>
            <a:xfrm>
              <a:off x="3136231" y="4860195"/>
              <a:ext cx="35442" cy="203095"/>
            </a:xfrm>
            <a:custGeom>
              <a:avLst/>
              <a:pathLst>
                <a:path w="35442" h="203095">
                  <a:moveTo>
                    <a:pt x="0" y="2856"/>
                  </a:moveTo>
                  <a:lnTo>
                    <a:pt x="17721" y="1355"/>
                  </a:lnTo>
                  <a:lnTo>
                    <a:pt x="35442" y="0"/>
                  </a:lnTo>
                  <a:lnTo>
                    <a:pt x="35442" y="203095"/>
                  </a:lnTo>
                  <a:lnTo>
                    <a:pt x="17721" y="203095"/>
                  </a:lnTo>
                  <a:lnTo>
                    <a:pt x="0" y="203095"/>
                  </a:lnTo>
                  <a:close/>
                </a:path>
              </a:pathLst>
            </a:custGeom>
            <a:solidFill>
              <a:srgbClr val="EAD5C4">
                <a:alpha val="100000"/>
              </a:srgbClr>
            </a:solidFill>
            <a:ln w="4762" cap="rnd">
              <a:solidFill>
                <a:srgbClr val="EAD5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g2198"/>
            <p:cNvSpPr/>
            <p:nvPr/>
          </p:nvSpPr>
          <p:spPr>
            <a:xfrm>
              <a:off x="3171674" y="4859135"/>
              <a:ext cx="17721" cy="204156"/>
            </a:xfrm>
            <a:custGeom>
              <a:avLst/>
              <a:pathLst>
                <a:path w="17721" h="204156">
                  <a:moveTo>
                    <a:pt x="0" y="1060"/>
                  </a:moveTo>
                  <a:lnTo>
                    <a:pt x="17721" y="0"/>
                  </a:lnTo>
                  <a:lnTo>
                    <a:pt x="17721" y="204156"/>
                  </a:lnTo>
                  <a:lnTo>
                    <a:pt x="0" y="204156"/>
                  </a:lnTo>
                  <a:close/>
                </a:path>
              </a:pathLst>
            </a:custGeom>
            <a:solidFill>
              <a:srgbClr val="EAD5C3">
                <a:alpha val="100000"/>
              </a:srgbClr>
            </a:solidFill>
            <a:ln w="4762" cap="rnd">
              <a:solidFill>
                <a:srgbClr val="EAD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g2199"/>
            <p:cNvSpPr/>
            <p:nvPr/>
          </p:nvSpPr>
          <p:spPr>
            <a:xfrm>
              <a:off x="3189396" y="4858228"/>
              <a:ext cx="17721" cy="205063"/>
            </a:xfrm>
            <a:custGeom>
              <a:avLst/>
              <a:pathLst>
                <a:path w="17721" h="205063">
                  <a:moveTo>
                    <a:pt x="0" y="906"/>
                  </a:moveTo>
                  <a:lnTo>
                    <a:pt x="17721" y="0"/>
                  </a:lnTo>
                  <a:lnTo>
                    <a:pt x="17721" y="205063"/>
                  </a:lnTo>
                  <a:lnTo>
                    <a:pt x="0" y="205063"/>
                  </a:lnTo>
                  <a:close/>
                </a:path>
              </a:pathLst>
            </a:custGeom>
            <a:solidFill>
              <a:srgbClr val="EAD4C3">
                <a:alpha val="100000"/>
              </a:srgbClr>
            </a:solidFill>
            <a:ln w="4762" cap="rnd">
              <a:solidFill>
                <a:srgbClr val="EAD4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g2200"/>
            <p:cNvSpPr/>
            <p:nvPr/>
          </p:nvSpPr>
          <p:spPr>
            <a:xfrm>
              <a:off x="3207117" y="4857475"/>
              <a:ext cx="17721" cy="205816"/>
            </a:xfrm>
            <a:custGeom>
              <a:avLst/>
              <a:pathLst>
                <a:path w="17721" h="205816">
                  <a:moveTo>
                    <a:pt x="0" y="752"/>
                  </a:moveTo>
                  <a:lnTo>
                    <a:pt x="17721" y="0"/>
                  </a:lnTo>
                  <a:lnTo>
                    <a:pt x="17721" y="205816"/>
                  </a:lnTo>
                  <a:lnTo>
                    <a:pt x="0" y="205816"/>
                  </a:lnTo>
                  <a:close/>
                </a:path>
              </a:pathLst>
            </a:custGeom>
            <a:solidFill>
              <a:srgbClr val="E9D4C2">
                <a:alpha val="100000"/>
              </a:srgbClr>
            </a:solidFill>
            <a:ln w="4762" cap="rnd">
              <a:solidFill>
                <a:srgbClr val="E9D4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g2201"/>
            <p:cNvSpPr/>
            <p:nvPr/>
          </p:nvSpPr>
          <p:spPr>
            <a:xfrm>
              <a:off x="3224838" y="4857020"/>
              <a:ext cx="17721" cy="206270"/>
            </a:xfrm>
            <a:custGeom>
              <a:avLst/>
              <a:pathLst>
                <a:path w="17721" h="206270">
                  <a:moveTo>
                    <a:pt x="0" y="454"/>
                  </a:moveTo>
                  <a:lnTo>
                    <a:pt x="17721" y="0"/>
                  </a:lnTo>
                  <a:lnTo>
                    <a:pt x="17721" y="206270"/>
                  </a:lnTo>
                  <a:lnTo>
                    <a:pt x="0" y="206270"/>
                  </a:lnTo>
                  <a:close/>
                </a:path>
              </a:pathLst>
            </a:custGeom>
            <a:solidFill>
              <a:srgbClr val="E9D3C2">
                <a:alpha val="100000"/>
              </a:srgbClr>
            </a:solidFill>
            <a:ln w="4762" cap="rnd">
              <a:solidFill>
                <a:srgbClr val="E9D3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g2202"/>
            <p:cNvSpPr/>
            <p:nvPr/>
          </p:nvSpPr>
          <p:spPr>
            <a:xfrm>
              <a:off x="3242560" y="4856729"/>
              <a:ext cx="17721" cy="206561"/>
            </a:xfrm>
            <a:custGeom>
              <a:avLst/>
              <a:pathLst>
                <a:path w="17721" h="206561">
                  <a:moveTo>
                    <a:pt x="0" y="291"/>
                  </a:moveTo>
                  <a:lnTo>
                    <a:pt x="17721" y="0"/>
                  </a:lnTo>
                  <a:lnTo>
                    <a:pt x="17721" y="206561"/>
                  </a:lnTo>
                  <a:lnTo>
                    <a:pt x="0" y="206561"/>
                  </a:lnTo>
                  <a:close/>
                </a:path>
              </a:pathLst>
            </a:custGeom>
            <a:solidFill>
              <a:srgbClr val="E9D3C1">
                <a:alpha val="100000"/>
              </a:srgbClr>
            </a:solidFill>
            <a:ln w="4762" cap="rnd">
              <a:solidFill>
                <a:srgbClr val="E9D3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g2203"/>
            <p:cNvSpPr/>
            <p:nvPr/>
          </p:nvSpPr>
          <p:spPr>
            <a:xfrm>
              <a:off x="3260281" y="4856595"/>
              <a:ext cx="35442" cy="206696"/>
            </a:xfrm>
            <a:custGeom>
              <a:avLst/>
              <a:pathLst>
                <a:path w="35442" h="206696">
                  <a:moveTo>
                    <a:pt x="0" y="134"/>
                  </a:moveTo>
                  <a:lnTo>
                    <a:pt x="17721" y="0"/>
                  </a:lnTo>
                  <a:lnTo>
                    <a:pt x="35442" y="158"/>
                  </a:lnTo>
                  <a:lnTo>
                    <a:pt x="35442" y="206696"/>
                  </a:lnTo>
                  <a:lnTo>
                    <a:pt x="17721" y="206696"/>
                  </a:lnTo>
                  <a:lnTo>
                    <a:pt x="0" y="206696"/>
                  </a:lnTo>
                  <a:close/>
                </a:path>
              </a:pathLst>
            </a:custGeom>
            <a:solidFill>
              <a:srgbClr val="E9D2C1">
                <a:alpha val="100000"/>
              </a:srgbClr>
            </a:solidFill>
            <a:ln w="4762" cap="rnd">
              <a:solidFill>
                <a:srgbClr val="E9D2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g2204"/>
            <p:cNvSpPr/>
            <p:nvPr/>
          </p:nvSpPr>
          <p:spPr>
            <a:xfrm>
              <a:off x="3295724" y="4856753"/>
              <a:ext cx="17721" cy="206537"/>
            </a:xfrm>
            <a:custGeom>
              <a:avLst/>
              <a:pathLst>
                <a:path w="17721" h="206537">
                  <a:moveTo>
                    <a:pt x="0" y="0"/>
                  </a:moveTo>
                  <a:lnTo>
                    <a:pt x="17721" y="326"/>
                  </a:lnTo>
                  <a:lnTo>
                    <a:pt x="17721" y="206537"/>
                  </a:lnTo>
                  <a:lnTo>
                    <a:pt x="0" y="206537"/>
                  </a:lnTo>
                  <a:close/>
                </a:path>
              </a:pathLst>
            </a:custGeom>
            <a:solidFill>
              <a:srgbClr val="E8D2C0">
                <a:alpha val="100000"/>
              </a:srgbClr>
            </a:solidFill>
            <a:ln w="4762" cap="rnd">
              <a:solidFill>
                <a:srgbClr val="E8D2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g2205"/>
            <p:cNvSpPr/>
            <p:nvPr/>
          </p:nvSpPr>
          <p:spPr>
            <a:xfrm>
              <a:off x="3313445" y="4857080"/>
              <a:ext cx="17721" cy="206210"/>
            </a:xfrm>
            <a:custGeom>
              <a:avLst/>
              <a:pathLst>
                <a:path w="17721" h="206210">
                  <a:moveTo>
                    <a:pt x="0" y="0"/>
                  </a:moveTo>
                  <a:lnTo>
                    <a:pt x="17721" y="481"/>
                  </a:lnTo>
                  <a:lnTo>
                    <a:pt x="17721" y="206210"/>
                  </a:lnTo>
                  <a:lnTo>
                    <a:pt x="0" y="206210"/>
                  </a:lnTo>
                  <a:close/>
                </a:path>
              </a:pathLst>
            </a:custGeom>
            <a:solidFill>
              <a:srgbClr val="E8D1C0">
                <a:alpha val="100000"/>
              </a:srgbClr>
            </a:solidFill>
            <a:ln w="4762" cap="rnd">
              <a:solidFill>
                <a:srgbClr val="E8D1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g2206"/>
            <p:cNvSpPr/>
            <p:nvPr/>
          </p:nvSpPr>
          <p:spPr>
            <a:xfrm>
              <a:off x="3331167" y="4857562"/>
              <a:ext cx="17721" cy="205729"/>
            </a:xfrm>
            <a:custGeom>
              <a:avLst/>
              <a:pathLst>
                <a:path w="17721" h="205729">
                  <a:moveTo>
                    <a:pt x="0" y="0"/>
                  </a:moveTo>
                  <a:lnTo>
                    <a:pt x="17721" y="760"/>
                  </a:lnTo>
                  <a:lnTo>
                    <a:pt x="17721" y="205729"/>
                  </a:lnTo>
                  <a:lnTo>
                    <a:pt x="0" y="205729"/>
                  </a:lnTo>
                  <a:close/>
                </a:path>
              </a:pathLst>
            </a:custGeom>
            <a:solidFill>
              <a:srgbClr val="E8D1BF">
                <a:alpha val="100000"/>
              </a:srgbClr>
            </a:solidFill>
            <a:ln w="4762" cap="rnd">
              <a:solidFill>
                <a:srgbClr val="E8D1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g2207"/>
            <p:cNvSpPr/>
            <p:nvPr/>
          </p:nvSpPr>
          <p:spPr>
            <a:xfrm>
              <a:off x="3348888" y="4858323"/>
              <a:ext cx="17721" cy="204968"/>
            </a:xfrm>
            <a:custGeom>
              <a:avLst/>
              <a:pathLst>
                <a:path w="17721" h="204968">
                  <a:moveTo>
                    <a:pt x="0" y="0"/>
                  </a:moveTo>
                  <a:lnTo>
                    <a:pt x="17721" y="928"/>
                  </a:lnTo>
                  <a:lnTo>
                    <a:pt x="17721" y="204968"/>
                  </a:lnTo>
                  <a:lnTo>
                    <a:pt x="0" y="204968"/>
                  </a:lnTo>
                  <a:close/>
                </a:path>
              </a:pathLst>
            </a:custGeom>
            <a:solidFill>
              <a:srgbClr val="E8D0BF">
                <a:alpha val="100000"/>
              </a:srgbClr>
            </a:solidFill>
            <a:ln w="4762" cap="rnd">
              <a:solidFill>
                <a:srgbClr val="E8D0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g2208"/>
            <p:cNvSpPr/>
            <p:nvPr/>
          </p:nvSpPr>
          <p:spPr>
            <a:xfrm>
              <a:off x="3366609" y="4859251"/>
              <a:ext cx="35442" cy="204039"/>
            </a:xfrm>
            <a:custGeom>
              <a:avLst/>
              <a:pathLst>
                <a:path w="35442" h="204039">
                  <a:moveTo>
                    <a:pt x="0" y="0"/>
                  </a:moveTo>
                  <a:lnTo>
                    <a:pt x="17721" y="1076"/>
                  </a:lnTo>
                  <a:lnTo>
                    <a:pt x="35442" y="2410"/>
                  </a:lnTo>
                  <a:lnTo>
                    <a:pt x="35442" y="204039"/>
                  </a:lnTo>
                  <a:lnTo>
                    <a:pt x="17721" y="204039"/>
                  </a:lnTo>
                  <a:lnTo>
                    <a:pt x="0" y="204039"/>
                  </a:lnTo>
                  <a:close/>
                </a:path>
              </a:pathLst>
            </a:custGeom>
            <a:solidFill>
              <a:srgbClr val="E8D0BE">
                <a:alpha val="100000"/>
              </a:srgbClr>
            </a:solidFill>
            <a:ln w="4762" cap="rnd">
              <a:solidFill>
                <a:srgbClr val="E8D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g2209"/>
            <p:cNvSpPr/>
            <p:nvPr/>
          </p:nvSpPr>
          <p:spPr>
            <a:xfrm>
              <a:off x="3402052" y="4861662"/>
              <a:ext cx="17721" cy="201628"/>
            </a:xfrm>
            <a:custGeom>
              <a:avLst/>
              <a:pathLst>
                <a:path w="17721" h="201628">
                  <a:moveTo>
                    <a:pt x="0" y="0"/>
                  </a:moveTo>
                  <a:lnTo>
                    <a:pt x="17721" y="1495"/>
                  </a:lnTo>
                  <a:lnTo>
                    <a:pt x="17721" y="201628"/>
                  </a:lnTo>
                  <a:lnTo>
                    <a:pt x="0" y="201628"/>
                  </a:lnTo>
                  <a:close/>
                </a:path>
              </a:pathLst>
            </a:custGeom>
            <a:solidFill>
              <a:srgbClr val="E7CFBE">
                <a:alpha val="100000"/>
              </a:srgbClr>
            </a:solidFill>
            <a:ln w="4762" cap="rnd">
              <a:solidFill>
                <a:srgbClr val="E7CF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g2210"/>
            <p:cNvSpPr/>
            <p:nvPr/>
          </p:nvSpPr>
          <p:spPr>
            <a:xfrm>
              <a:off x="3419773" y="4863158"/>
              <a:ext cx="17721" cy="200132"/>
            </a:xfrm>
            <a:custGeom>
              <a:avLst/>
              <a:pathLst>
                <a:path w="17721" h="200132">
                  <a:moveTo>
                    <a:pt x="0" y="0"/>
                  </a:moveTo>
                  <a:lnTo>
                    <a:pt x="17721" y="1632"/>
                  </a:lnTo>
                  <a:lnTo>
                    <a:pt x="17721" y="200132"/>
                  </a:lnTo>
                  <a:lnTo>
                    <a:pt x="0" y="200132"/>
                  </a:lnTo>
                  <a:close/>
                </a:path>
              </a:pathLst>
            </a:custGeom>
            <a:solidFill>
              <a:srgbClr val="E7CFBD">
                <a:alpha val="100000"/>
              </a:srgbClr>
            </a:solidFill>
            <a:ln w="4762" cap="rnd">
              <a:solidFill>
                <a:srgbClr val="E7CF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g2211"/>
            <p:cNvSpPr/>
            <p:nvPr/>
          </p:nvSpPr>
          <p:spPr>
            <a:xfrm>
              <a:off x="3437495" y="4864790"/>
              <a:ext cx="17721" cy="198500"/>
            </a:xfrm>
            <a:custGeom>
              <a:avLst/>
              <a:pathLst>
                <a:path w="17721" h="198500">
                  <a:moveTo>
                    <a:pt x="0" y="0"/>
                  </a:moveTo>
                  <a:lnTo>
                    <a:pt x="17721" y="1860"/>
                  </a:lnTo>
                  <a:lnTo>
                    <a:pt x="17721" y="198500"/>
                  </a:lnTo>
                  <a:lnTo>
                    <a:pt x="0" y="198500"/>
                  </a:lnTo>
                  <a:close/>
                </a:path>
              </a:pathLst>
            </a:custGeom>
            <a:solidFill>
              <a:srgbClr val="E7CEBD">
                <a:alpha val="100000"/>
              </a:srgbClr>
            </a:solidFill>
            <a:ln w="4762" cap="rnd">
              <a:solidFill>
                <a:srgbClr val="E7CE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g2212"/>
            <p:cNvSpPr/>
            <p:nvPr/>
          </p:nvSpPr>
          <p:spPr>
            <a:xfrm>
              <a:off x="3455216" y="4866651"/>
              <a:ext cx="35442" cy="196640"/>
            </a:xfrm>
            <a:custGeom>
              <a:avLst/>
              <a:pathLst>
                <a:path w="35442" h="196640">
                  <a:moveTo>
                    <a:pt x="0" y="0"/>
                  </a:moveTo>
                  <a:lnTo>
                    <a:pt x="17721" y="2010"/>
                  </a:lnTo>
                  <a:lnTo>
                    <a:pt x="35442" y="4141"/>
                  </a:lnTo>
                  <a:lnTo>
                    <a:pt x="35442" y="196640"/>
                  </a:lnTo>
                  <a:lnTo>
                    <a:pt x="17721" y="196640"/>
                  </a:lnTo>
                  <a:lnTo>
                    <a:pt x="0" y="196640"/>
                  </a:lnTo>
                  <a:close/>
                </a:path>
              </a:pathLst>
            </a:custGeom>
            <a:solidFill>
              <a:srgbClr val="E7CEBC">
                <a:alpha val="100000"/>
              </a:srgbClr>
            </a:solidFill>
            <a:ln w="4762" cap="rnd">
              <a:solidFill>
                <a:srgbClr val="E7CEB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g2213"/>
            <p:cNvSpPr/>
            <p:nvPr/>
          </p:nvSpPr>
          <p:spPr>
            <a:xfrm>
              <a:off x="3490659" y="4870792"/>
              <a:ext cx="35442" cy="192499"/>
            </a:xfrm>
            <a:custGeom>
              <a:avLst/>
              <a:pathLst>
                <a:path w="35442" h="192499">
                  <a:moveTo>
                    <a:pt x="0" y="0"/>
                  </a:moveTo>
                  <a:lnTo>
                    <a:pt x="17721" y="2324"/>
                  </a:lnTo>
                  <a:lnTo>
                    <a:pt x="35442" y="4780"/>
                  </a:lnTo>
                  <a:lnTo>
                    <a:pt x="35442" y="192499"/>
                  </a:lnTo>
                  <a:lnTo>
                    <a:pt x="17721" y="192499"/>
                  </a:lnTo>
                  <a:lnTo>
                    <a:pt x="0" y="192499"/>
                  </a:lnTo>
                  <a:close/>
                </a:path>
              </a:pathLst>
            </a:custGeom>
            <a:solidFill>
              <a:srgbClr val="E6CDBB">
                <a:alpha val="100000"/>
              </a:srgbClr>
            </a:solidFill>
            <a:ln w="4762" cap="rnd">
              <a:solidFill>
                <a:srgbClr val="E6CD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g2214"/>
            <p:cNvSpPr/>
            <p:nvPr/>
          </p:nvSpPr>
          <p:spPr>
            <a:xfrm>
              <a:off x="3526102" y="4875572"/>
              <a:ext cx="17721" cy="187718"/>
            </a:xfrm>
            <a:custGeom>
              <a:avLst/>
              <a:pathLst>
                <a:path w="17721" h="187718">
                  <a:moveTo>
                    <a:pt x="0" y="0"/>
                  </a:moveTo>
                  <a:lnTo>
                    <a:pt x="17721" y="2557"/>
                  </a:lnTo>
                  <a:lnTo>
                    <a:pt x="17721" y="187718"/>
                  </a:lnTo>
                  <a:lnTo>
                    <a:pt x="0" y="187718"/>
                  </a:lnTo>
                  <a:close/>
                </a:path>
              </a:pathLst>
            </a:custGeom>
            <a:solidFill>
              <a:srgbClr val="E6CCBB">
                <a:alpha val="100000"/>
              </a:srgbClr>
            </a:solidFill>
            <a:ln w="4762" cap="rnd">
              <a:solidFill>
                <a:srgbClr val="E6CC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g2215"/>
            <p:cNvSpPr/>
            <p:nvPr/>
          </p:nvSpPr>
          <p:spPr>
            <a:xfrm>
              <a:off x="3543823" y="4878130"/>
              <a:ext cx="35442" cy="185161"/>
            </a:xfrm>
            <a:custGeom>
              <a:avLst/>
              <a:pathLst>
                <a:path w="35442" h="185161">
                  <a:moveTo>
                    <a:pt x="0" y="0"/>
                  </a:moveTo>
                  <a:lnTo>
                    <a:pt x="17721" y="2712"/>
                  </a:lnTo>
                  <a:lnTo>
                    <a:pt x="35442" y="5531"/>
                  </a:lnTo>
                  <a:lnTo>
                    <a:pt x="35442" y="185161"/>
                  </a:lnTo>
                  <a:lnTo>
                    <a:pt x="17721" y="185161"/>
                  </a:lnTo>
                  <a:lnTo>
                    <a:pt x="0" y="185161"/>
                  </a:lnTo>
                  <a:close/>
                </a:path>
              </a:pathLst>
            </a:custGeom>
            <a:solidFill>
              <a:srgbClr val="E6CCBA">
                <a:alpha val="100000"/>
              </a:srgbClr>
            </a:solidFill>
            <a:ln w="4762" cap="rnd">
              <a:solidFill>
                <a:srgbClr val="E6CCB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g2216"/>
            <p:cNvSpPr/>
            <p:nvPr/>
          </p:nvSpPr>
          <p:spPr>
            <a:xfrm>
              <a:off x="3579266" y="4883661"/>
              <a:ext cx="17721" cy="179629"/>
            </a:xfrm>
            <a:custGeom>
              <a:avLst/>
              <a:pathLst>
                <a:path w="17721" h="179629">
                  <a:moveTo>
                    <a:pt x="0" y="0"/>
                  </a:moveTo>
                  <a:lnTo>
                    <a:pt x="17721" y="2897"/>
                  </a:lnTo>
                  <a:lnTo>
                    <a:pt x="17721" y="179629"/>
                  </a:lnTo>
                  <a:lnTo>
                    <a:pt x="0" y="179629"/>
                  </a:lnTo>
                  <a:close/>
                </a:path>
              </a:pathLst>
            </a:custGeom>
            <a:solidFill>
              <a:srgbClr val="E6CBB9">
                <a:alpha val="100000"/>
              </a:srgbClr>
            </a:solidFill>
            <a:ln w="4762" cap="rnd">
              <a:solidFill>
                <a:srgbClr val="E6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g2217"/>
            <p:cNvSpPr/>
            <p:nvPr/>
          </p:nvSpPr>
          <p:spPr>
            <a:xfrm>
              <a:off x="3596987" y="4886559"/>
              <a:ext cx="17721" cy="176732"/>
            </a:xfrm>
            <a:custGeom>
              <a:avLst/>
              <a:pathLst>
                <a:path w="17721" h="176732">
                  <a:moveTo>
                    <a:pt x="0" y="0"/>
                  </a:moveTo>
                  <a:lnTo>
                    <a:pt x="17721" y="3011"/>
                  </a:lnTo>
                  <a:lnTo>
                    <a:pt x="17721" y="176732"/>
                  </a:lnTo>
                  <a:lnTo>
                    <a:pt x="0" y="176732"/>
                  </a:lnTo>
                  <a:close/>
                </a:path>
              </a:pathLst>
            </a:custGeom>
            <a:solidFill>
              <a:srgbClr val="E5CBB9">
                <a:alpha val="100000"/>
              </a:srgbClr>
            </a:solidFill>
            <a:ln w="4762" cap="rnd">
              <a:solidFill>
                <a:srgbClr val="E5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g2218"/>
            <p:cNvSpPr/>
            <p:nvPr/>
          </p:nvSpPr>
          <p:spPr>
            <a:xfrm>
              <a:off x="3614708" y="4889570"/>
              <a:ext cx="53164" cy="173720"/>
            </a:xfrm>
            <a:custGeom>
              <a:avLst/>
              <a:pathLst>
                <a:path w="53164" h="173720">
                  <a:moveTo>
                    <a:pt x="0" y="0"/>
                  </a:moveTo>
                  <a:lnTo>
                    <a:pt x="17721" y="3089"/>
                  </a:lnTo>
                  <a:lnTo>
                    <a:pt x="35442" y="6231"/>
                  </a:lnTo>
                  <a:lnTo>
                    <a:pt x="53164" y="9444"/>
                  </a:lnTo>
                  <a:lnTo>
                    <a:pt x="53164" y="173720"/>
                  </a:lnTo>
                  <a:lnTo>
                    <a:pt x="35442" y="173720"/>
                  </a:lnTo>
                  <a:lnTo>
                    <a:pt x="17721" y="173720"/>
                  </a:lnTo>
                  <a:lnTo>
                    <a:pt x="0" y="173720"/>
                  </a:lnTo>
                  <a:close/>
                </a:path>
              </a:pathLst>
            </a:custGeom>
            <a:solidFill>
              <a:srgbClr val="E5CAB8">
                <a:alpha val="100000"/>
              </a:srgbClr>
            </a:solidFill>
            <a:ln w="4762" cap="rnd">
              <a:solidFill>
                <a:srgbClr val="E5CA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g2219"/>
            <p:cNvSpPr/>
            <p:nvPr/>
          </p:nvSpPr>
          <p:spPr>
            <a:xfrm>
              <a:off x="3667873" y="4899014"/>
              <a:ext cx="17721" cy="164276"/>
            </a:xfrm>
            <a:custGeom>
              <a:avLst/>
              <a:pathLst>
                <a:path w="17721" h="164276">
                  <a:moveTo>
                    <a:pt x="0" y="0"/>
                  </a:moveTo>
                  <a:lnTo>
                    <a:pt x="17721" y="3256"/>
                  </a:lnTo>
                  <a:lnTo>
                    <a:pt x="17721" y="164276"/>
                  </a:lnTo>
                  <a:lnTo>
                    <a:pt x="0" y="164276"/>
                  </a:lnTo>
                  <a:close/>
                </a:path>
              </a:pathLst>
            </a:custGeom>
            <a:solidFill>
              <a:srgbClr val="E5C9B7">
                <a:alpha val="100000"/>
              </a:srgbClr>
            </a:solidFill>
            <a:ln w="4762" cap="rnd">
              <a:solidFill>
                <a:srgbClr val="E5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g2220"/>
            <p:cNvSpPr/>
            <p:nvPr/>
          </p:nvSpPr>
          <p:spPr>
            <a:xfrm>
              <a:off x="3685594" y="4902271"/>
              <a:ext cx="17721" cy="161020"/>
            </a:xfrm>
            <a:custGeom>
              <a:avLst/>
              <a:pathLst>
                <a:path w="17721" h="161020">
                  <a:moveTo>
                    <a:pt x="0" y="0"/>
                  </a:moveTo>
                  <a:lnTo>
                    <a:pt x="17721" y="3282"/>
                  </a:lnTo>
                  <a:lnTo>
                    <a:pt x="17721" y="161020"/>
                  </a:lnTo>
                  <a:lnTo>
                    <a:pt x="0" y="161020"/>
                  </a:lnTo>
                  <a:close/>
                </a:path>
              </a:pathLst>
            </a:custGeom>
            <a:solidFill>
              <a:srgbClr val="E4C9B7">
                <a:alpha val="100000"/>
              </a:srgbClr>
            </a:solidFill>
            <a:ln w="4762" cap="rnd">
              <a:solidFill>
                <a:srgbClr val="E4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g2221"/>
            <p:cNvSpPr/>
            <p:nvPr/>
          </p:nvSpPr>
          <p:spPr>
            <a:xfrm>
              <a:off x="3703315" y="4905554"/>
              <a:ext cx="35442" cy="157737"/>
            </a:xfrm>
            <a:custGeom>
              <a:avLst/>
              <a:pathLst>
                <a:path w="35442" h="157737">
                  <a:moveTo>
                    <a:pt x="0" y="0"/>
                  </a:moveTo>
                  <a:lnTo>
                    <a:pt x="17721" y="3310"/>
                  </a:lnTo>
                  <a:lnTo>
                    <a:pt x="35442" y="6627"/>
                  </a:lnTo>
                  <a:lnTo>
                    <a:pt x="35442" y="157737"/>
                  </a:lnTo>
                  <a:lnTo>
                    <a:pt x="17721" y="157737"/>
                  </a:lnTo>
                  <a:lnTo>
                    <a:pt x="0" y="157737"/>
                  </a:lnTo>
                  <a:close/>
                </a:path>
              </a:pathLst>
            </a:custGeom>
            <a:solidFill>
              <a:srgbClr val="E4C8B6">
                <a:alpha val="100000"/>
              </a:srgbClr>
            </a:solidFill>
            <a:ln w="4762" cap="rnd">
              <a:solidFill>
                <a:srgbClr val="E4C8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g2222"/>
            <p:cNvSpPr/>
            <p:nvPr/>
          </p:nvSpPr>
          <p:spPr>
            <a:xfrm>
              <a:off x="3738758" y="4912181"/>
              <a:ext cx="17721" cy="151109"/>
            </a:xfrm>
            <a:custGeom>
              <a:avLst/>
              <a:pathLst>
                <a:path w="17721" h="151109">
                  <a:moveTo>
                    <a:pt x="0" y="0"/>
                  </a:moveTo>
                  <a:lnTo>
                    <a:pt x="17721" y="3314"/>
                  </a:lnTo>
                  <a:lnTo>
                    <a:pt x="17721" y="151109"/>
                  </a:lnTo>
                  <a:lnTo>
                    <a:pt x="0" y="151109"/>
                  </a:lnTo>
                  <a:close/>
                </a:path>
              </a:pathLst>
            </a:custGeom>
            <a:solidFill>
              <a:srgbClr val="E4C8B5">
                <a:alpha val="100000"/>
              </a:srgbClr>
            </a:solidFill>
            <a:ln w="4762" cap="rnd">
              <a:solidFill>
                <a:srgbClr val="E4C8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g2223"/>
            <p:cNvSpPr/>
            <p:nvPr/>
          </p:nvSpPr>
          <p:spPr>
            <a:xfrm>
              <a:off x="3756479" y="4915496"/>
              <a:ext cx="17721" cy="147794"/>
            </a:xfrm>
            <a:custGeom>
              <a:avLst/>
              <a:pathLst>
                <a:path w="17721" h="147794">
                  <a:moveTo>
                    <a:pt x="0" y="0"/>
                  </a:moveTo>
                  <a:lnTo>
                    <a:pt x="17721" y="3301"/>
                  </a:lnTo>
                  <a:lnTo>
                    <a:pt x="17721" y="147794"/>
                  </a:lnTo>
                  <a:lnTo>
                    <a:pt x="0" y="147794"/>
                  </a:lnTo>
                  <a:close/>
                </a:path>
              </a:pathLst>
            </a:custGeom>
            <a:solidFill>
              <a:srgbClr val="E4C7B5">
                <a:alpha val="100000"/>
              </a:srgbClr>
            </a:solidFill>
            <a:ln w="4762" cap="rnd">
              <a:solidFill>
                <a:srgbClr val="E4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g2224"/>
            <p:cNvSpPr/>
            <p:nvPr/>
          </p:nvSpPr>
          <p:spPr>
            <a:xfrm>
              <a:off x="3774201" y="4918797"/>
              <a:ext cx="17721" cy="144493"/>
            </a:xfrm>
            <a:custGeom>
              <a:avLst/>
              <a:pathLst>
                <a:path w="17721" h="144493">
                  <a:moveTo>
                    <a:pt x="0" y="0"/>
                  </a:moveTo>
                  <a:lnTo>
                    <a:pt x="17721" y="3266"/>
                  </a:lnTo>
                  <a:lnTo>
                    <a:pt x="17721" y="144493"/>
                  </a:lnTo>
                  <a:lnTo>
                    <a:pt x="0" y="144493"/>
                  </a:lnTo>
                  <a:close/>
                </a:path>
              </a:pathLst>
            </a:custGeom>
            <a:solidFill>
              <a:srgbClr val="E3C7B5">
                <a:alpha val="100000"/>
              </a:srgbClr>
            </a:solidFill>
            <a:ln w="4762" cap="rnd">
              <a:solidFill>
                <a:srgbClr val="E3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g2225"/>
            <p:cNvSpPr/>
            <p:nvPr/>
          </p:nvSpPr>
          <p:spPr>
            <a:xfrm>
              <a:off x="3791922" y="4922064"/>
              <a:ext cx="35442" cy="141226"/>
            </a:xfrm>
            <a:custGeom>
              <a:avLst/>
              <a:pathLst>
                <a:path w="35442" h="141226">
                  <a:moveTo>
                    <a:pt x="0" y="0"/>
                  </a:moveTo>
                  <a:lnTo>
                    <a:pt x="17721" y="3236"/>
                  </a:lnTo>
                  <a:lnTo>
                    <a:pt x="35442" y="6419"/>
                  </a:lnTo>
                  <a:lnTo>
                    <a:pt x="35442" y="141226"/>
                  </a:lnTo>
                  <a:lnTo>
                    <a:pt x="17721" y="141226"/>
                  </a:lnTo>
                  <a:lnTo>
                    <a:pt x="0" y="141226"/>
                  </a:lnTo>
                  <a:close/>
                </a:path>
              </a:pathLst>
            </a:custGeom>
            <a:solidFill>
              <a:srgbClr val="E3C6B4">
                <a:alpha val="100000"/>
              </a:srgbClr>
            </a:solidFill>
            <a:ln w="4762" cap="rnd">
              <a:solidFill>
                <a:srgbClr val="E3C6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g2226"/>
            <p:cNvSpPr/>
            <p:nvPr/>
          </p:nvSpPr>
          <p:spPr>
            <a:xfrm>
              <a:off x="3827365" y="4928484"/>
              <a:ext cx="17721" cy="134807"/>
            </a:xfrm>
            <a:custGeom>
              <a:avLst/>
              <a:pathLst>
                <a:path w="17721" h="134807">
                  <a:moveTo>
                    <a:pt x="0" y="0"/>
                  </a:moveTo>
                  <a:lnTo>
                    <a:pt x="17721" y="3106"/>
                  </a:lnTo>
                  <a:lnTo>
                    <a:pt x="17721" y="134807"/>
                  </a:lnTo>
                  <a:lnTo>
                    <a:pt x="0" y="134807"/>
                  </a:lnTo>
                  <a:close/>
                </a:path>
              </a:pathLst>
            </a:custGeom>
            <a:solidFill>
              <a:srgbClr val="E3C6B3">
                <a:alpha val="100000"/>
              </a:srgbClr>
            </a:solidFill>
            <a:ln w="4762" cap="rnd">
              <a:solidFill>
                <a:srgbClr val="E3C6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g2227"/>
            <p:cNvSpPr/>
            <p:nvPr/>
          </p:nvSpPr>
          <p:spPr>
            <a:xfrm>
              <a:off x="3845086" y="4931590"/>
              <a:ext cx="17721" cy="131701"/>
            </a:xfrm>
            <a:custGeom>
              <a:avLst/>
              <a:pathLst>
                <a:path w="17721" h="131701">
                  <a:moveTo>
                    <a:pt x="0" y="0"/>
                  </a:moveTo>
                  <a:lnTo>
                    <a:pt x="17721" y="3047"/>
                  </a:lnTo>
                  <a:lnTo>
                    <a:pt x="17721" y="131701"/>
                  </a:lnTo>
                  <a:lnTo>
                    <a:pt x="0" y="131701"/>
                  </a:lnTo>
                  <a:close/>
                </a:path>
              </a:pathLst>
            </a:custGeom>
            <a:solidFill>
              <a:srgbClr val="E3C5B3">
                <a:alpha val="100000"/>
              </a:srgbClr>
            </a:solidFill>
            <a:ln w="4762" cap="rnd">
              <a:solidFill>
                <a:srgbClr val="E3C5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g2228"/>
            <p:cNvSpPr/>
            <p:nvPr/>
          </p:nvSpPr>
          <p:spPr>
            <a:xfrm>
              <a:off x="3862808" y="4934638"/>
              <a:ext cx="17721" cy="128653"/>
            </a:xfrm>
            <a:custGeom>
              <a:avLst/>
              <a:pathLst>
                <a:path w="17721" h="128653">
                  <a:moveTo>
                    <a:pt x="0" y="0"/>
                  </a:moveTo>
                  <a:lnTo>
                    <a:pt x="17721" y="2958"/>
                  </a:lnTo>
                  <a:lnTo>
                    <a:pt x="17721" y="128653"/>
                  </a:lnTo>
                  <a:lnTo>
                    <a:pt x="0" y="128653"/>
                  </a:lnTo>
                  <a:close/>
                </a:path>
              </a:pathLst>
            </a:custGeom>
            <a:solidFill>
              <a:srgbClr val="E3C5B2">
                <a:alpha val="100000"/>
              </a:srgbClr>
            </a:solidFill>
            <a:ln w="4762" cap="rnd">
              <a:solidFill>
                <a:srgbClr val="E3C5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g2229"/>
            <p:cNvSpPr/>
            <p:nvPr/>
          </p:nvSpPr>
          <p:spPr>
            <a:xfrm>
              <a:off x="3880529" y="4937596"/>
              <a:ext cx="35442" cy="125694"/>
            </a:xfrm>
            <a:custGeom>
              <a:avLst/>
              <a:pathLst>
                <a:path w="35442" h="125694">
                  <a:moveTo>
                    <a:pt x="0" y="0"/>
                  </a:moveTo>
                  <a:lnTo>
                    <a:pt x="17721" y="2837"/>
                  </a:lnTo>
                  <a:lnTo>
                    <a:pt x="35442" y="5589"/>
                  </a:lnTo>
                  <a:lnTo>
                    <a:pt x="35442" y="125694"/>
                  </a:lnTo>
                  <a:lnTo>
                    <a:pt x="17721" y="125694"/>
                  </a:lnTo>
                  <a:lnTo>
                    <a:pt x="0" y="125694"/>
                  </a:lnTo>
                  <a:close/>
                </a:path>
              </a:pathLst>
            </a:custGeom>
            <a:solidFill>
              <a:srgbClr val="E2C4B2">
                <a:alpha val="100000"/>
              </a:srgbClr>
            </a:solidFill>
            <a:ln w="4762" cap="rnd">
              <a:solidFill>
                <a:srgbClr val="E2C4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g2230"/>
            <p:cNvSpPr/>
            <p:nvPr/>
          </p:nvSpPr>
          <p:spPr>
            <a:xfrm>
              <a:off x="3915972" y="4943186"/>
              <a:ext cx="17721" cy="120105"/>
            </a:xfrm>
            <a:custGeom>
              <a:avLst/>
              <a:pathLst>
                <a:path w="17721" h="120105">
                  <a:moveTo>
                    <a:pt x="0" y="0"/>
                  </a:moveTo>
                  <a:lnTo>
                    <a:pt x="17721" y="2630"/>
                  </a:lnTo>
                  <a:lnTo>
                    <a:pt x="17721" y="120105"/>
                  </a:lnTo>
                  <a:lnTo>
                    <a:pt x="0" y="120105"/>
                  </a:lnTo>
                  <a:close/>
                </a:path>
              </a:pathLst>
            </a:custGeom>
            <a:solidFill>
              <a:srgbClr val="E2C4B1">
                <a:alpha val="100000"/>
              </a:srgbClr>
            </a:solidFill>
            <a:ln w="4762" cap="rnd">
              <a:solidFill>
                <a:srgbClr val="E2C4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g2231"/>
            <p:cNvSpPr/>
            <p:nvPr/>
          </p:nvSpPr>
          <p:spPr>
            <a:xfrm>
              <a:off x="3933693" y="4945816"/>
              <a:ext cx="17721" cy="117475"/>
            </a:xfrm>
            <a:custGeom>
              <a:avLst/>
              <a:pathLst>
                <a:path w="17721" h="117475">
                  <a:moveTo>
                    <a:pt x="0" y="0"/>
                  </a:moveTo>
                  <a:lnTo>
                    <a:pt x="17721" y="2464"/>
                  </a:lnTo>
                  <a:lnTo>
                    <a:pt x="17721" y="117475"/>
                  </a:lnTo>
                  <a:lnTo>
                    <a:pt x="0" y="117475"/>
                  </a:lnTo>
                  <a:close/>
                </a:path>
              </a:pathLst>
            </a:custGeom>
            <a:solidFill>
              <a:srgbClr val="E2C3B1">
                <a:alpha val="100000"/>
              </a:srgbClr>
            </a:solidFill>
            <a:ln w="4762" cap="rnd">
              <a:solidFill>
                <a:srgbClr val="E2C3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g2232"/>
            <p:cNvSpPr/>
            <p:nvPr/>
          </p:nvSpPr>
          <p:spPr>
            <a:xfrm>
              <a:off x="3951414" y="4948280"/>
              <a:ext cx="17721" cy="115010"/>
            </a:xfrm>
            <a:custGeom>
              <a:avLst/>
              <a:pathLst>
                <a:path w="17721" h="115010">
                  <a:moveTo>
                    <a:pt x="0" y="0"/>
                  </a:moveTo>
                  <a:lnTo>
                    <a:pt x="17721" y="2353"/>
                  </a:lnTo>
                  <a:lnTo>
                    <a:pt x="17721" y="115010"/>
                  </a:lnTo>
                  <a:lnTo>
                    <a:pt x="0" y="115010"/>
                  </a:lnTo>
                  <a:close/>
                </a:path>
              </a:pathLst>
            </a:custGeom>
            <a:solidFill>
              <a:srgbClr val="E2C3B0">
                <a:alpha val="100000"/>
              </a:srgbClr>
            </a:solidFill>
            <a:ln w="4762" cap="rnd">
              <a:solidFill>
                <a:srgbClr val="E2C3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g2233"/>
            <p:cNvSpPr/>
            <p:nvPr/>
          </p:nvSpPr>
          <p:spPr>
            <a:xfrm>
              <a:off x="3969136" y="4950634"/>
              <a:ext cx="17721" cy="112657"/>
            </a:xfrm>
            <a:custGeom>
              <a:avLst/>
              <a:pathLst>
                <a:path w="17721" h="112657">
                  <a:moveTo>
                    <a:pt x="0" y="0"/>
                  </a:moveTo>
                  <a:lnTo>
                    <a:pt x="17721" y="2203"/>
                  </a:lnTo>
                  <a:lnTo>
                    <a:pt x="17721" y="112657"/>
                  </a:lnTo>
                  <a:lnTo>
                    <a:pt x="0" y="112657"/>
                  </a:lnTo>
                  <a:close/>
                </a:path>
              </a:pathLst>
            </a:custGeom>
            <a:solidFill>
              <a:srgbClr val="E1C2B0">
                <a:alpha val="100000"/>
              </a:srgbClr>
            </a:solidFill>
            <a:ln w="4762" cap="rnd">
              <a:solidFill>
                <a:srgbClr val="E1C2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g2234"/>
            <p:cNvSpPr/>
            <p:nvPr/>
          </p:nvSpPr>
          <p:spPr>
            <a:xfrm>
              <a:off x="3986857" y="4952837"/>
              <a:ext cx="17721" cy="110454"/>
            </a:xfrm>
            <a:custGeom>
              <a:avLst/>
              <a:pathLst>
                <a:path w="17721" h="110454">
                  <a:moveTo>
                    <a:pt x="0" y="0"/>
                  </a:moveTo>
                  <a:lnTo>
                    <a:pt x="17721" y="1993"/>
                  </a:lnTo>
                  <a:lnTo>
                    <a:pt x="17721" y="110454"/>
                  </a:lnTo>
                  <a:lnTo>
                    <a:pt x="0" y="110454"/>
                  </a:lnTo>
                  <a:close/>
                </a:path>
              </a:pathLst>
            </a:custGeom>
            <a:solidFill>
              <a:srgbClr val="E1C2AF">
                <a:alpha val="100000"/>
              </a:srgbClr>
            </a:solidFill>
            <a:ln w="4762" cap="rnd">
              <a:solidFill>
                <a:srgbClr val="E1C2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g2235"/>
            <p:cNvSpPr/>
            <p:nvPr/>
          </p:nvSpPr>
          <p:spPr>
            <a:xfrm>
              <a:off x="4004579" y="4954830"/>
              <a:ext cx="35442" cy="108461"/>
            </a:xfrm>
            <a:custGeom>
              <a:avLst/>
              <a:pathLst>
                <a:path w="35442" h="108461">
                  <a:moveTo>
                    <a:pt x="0" y="0"/>
                  </a:moveTo>
                  <a:lnTo>
                    <a:pt x="17721" y="1858"/>
                  </a:lnTo>
                  <a:lnTo>
                    <a:pt x="35442" y="3541"/>
                  </a:lnTo>
                  <a:lnTo>
                    <a:pt x="35442" y="108461"/>
                  </a:lnTo>
                  <a:lnTo>
                    <a:pt x="17721" y="108461"/>
                  </a:lnTo>
                  <a:lnTo>
                    <a:pt x="0" y="108461"/>
                  </a:lnTo>
                  <a:close/>
                </a:path>
              </a:pathLst>
            </a:custGeom>
            <a:solidFill>
              <a:srgbClr val="E1C1AF">
                <a:alpha val="100000"/>
              </a:srgbClr>
            </a:solidFill>
            <a:ln w="4762" cap="rnd">
              <a:solidFill>
                <a:srgbClr val="E1C1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g2236"/>
            <p:cNvSpPr/>
            <p:nvPr/>
          </p:nvSpPr>
          <p:spPr>
            <a:xfrm>
              <a:off x="4040021" y="4958371"/>
              <a:ext cx="17721" cy="104919"/>
            </a:xfrm>
            <a:custGeom>
              <a:avLst/>
              <a:pathLst>
                <a:path w="17721" h="104919">
                  <a:moveTo>
                    <a:pt x="0" y="0"/>
                  </a:moveTo>
                  <a:lnTo>
                    <a:pt x="17721" y="1430"/>
                  </a:lnTo>
                  <a:lnTo>
                    <a:pt x="17721" y="104919"/>
                  </a:lnTo>
                  <a:lnTo>
                    <a:pt x="0" y="104919"/>
                  </a:lnTo>
                  <a:close/>
                </a:path>
              </a:pathLst>
            </a:custGeom>
            <a:solidFill>
              <a:srgbClr val="E1C1AE">
                <a:alpha val="100000"/>
              </a:srgbClr>
            </a:solidFill>
            <a:ln w="4762" cap="rnd">
              <a:solidFill>
                <a:srgbClr val="E1C1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g2237"/>
            <p:cNvSpPr/>
            <p:nvPr/>
          </p:nvSpPr>
          <p:spPr>
            <a:xfrm>
              <a:off x="4057743" y="4959801"/>
              <a:ext cx="17721" cy="103489"/>
            </a:xfrm>
            <a:custGeom>
              <a:avLst/>
              <a:pathLst>
                <a:path w="17721" h="103489">
                  <a:moveTo>
                    <a:pt x="0" y="0"/>
                  </a:moveTo>
                  <a:lnTo>
                    <a:pt x="17721" y="1273"/>
                  </a:lnTo>
                  <a:lnTo>
                    <a:pt x="17721" y="103489"/>
                  </a:lnTo>
                  <a:lnTo>
                    <a:pt x="0" y="103489"/>
                  </a:lnTo>
                  <a:close/>
                </a:path>
              </a:pathLst>
            </a:custGeom>
            <a:solidFill>
              <a:srgbClr val="E0C0AE">
                <a:alpha val="100000"/>
              </a:srgbClr>
            </a:solidFill>
            <a:ln w="4762" cap="rnd">
              <a:solidFill>
                <a:srgbClr val="E0C0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g2238"/>
            <p:cNvSpPr/>
            <p:nvPr/>
          </p:nvSpPr>
          <p:spPr>
            <a:xfrm>
              <a:off x="4075464" y="4961074"/>
              <a:ext cx="17721" cy="102216"/>
            </a:xfrm>
            <a:custGeom>
              <a:avLst/>
              <a:pathLst>
                <a:path w="17721" h="102216">
                  <a:moveTo>
                    <a:pt x="0" y="0"/>
                  </a:moveTo>
                  <a:lnTo>
                    <a:pt x="17721" y="1078"/>
                  </a:lnTo>
                  <a:lnTo>
                    <a:pt x="17721" y="102216"/>
                  </a:lnTo>
                  <a:lnTo>
                    <a:pt x="0" y="102216"/>
                  </a:lnTo>
                  <a:close/>
                </a:path>
              </a:pathLst>
            </a:custGeom>
            <a:solidFill>
              <a:srgbClr val="E0C0AD">
                <a:alpha val="100000"/>
              </a:srgbClr>
            </a:solidFill>
            <a:ln w="4762" cap="rnd">
              <a:solidFill>
                <a:srgbClr val="E0C0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g2239"/>
            <p:cNvSpPr/>
            <p:nvPr/>
          </p:nvSpPr>
          <p:spPr>
            <a:xfrm>
              <a:off x="4093185" y="4962153"/>
              <a:ext cx="17721" cy="101138"/>
            </a:xfrm>
            <a:custGeom>
              <a:avLst/>
              <a:pathLst>
                <a:path w="17721" h="101138">
                  <a:moveTo>
                    <a:pt x="0" y="0"/>
                  </a:moveTo>
                  <a:lnTo>
                    <a:pt x="17721" y="783"/>
                  </a:lnTo>
                  <a:lnTo>
                    <a:pt x="17721" y="101138"/>
                  </a:lnTo>
                  <a:lnTo>
                    <a:pt x="0" y="101138"/>
                  </a:lnTo>
                  <a:close/>
                </a:path>
              </a:pathLst>
            </a:custGeom>
            <a:solidFill>
              <a:srgbClr val="E0BFAD">
                <a:alpha val="100000"/>
              </a:srgbClr>
            </a:solidFill>
            <a:ln w="4762" cap="rnd">
              <a:solidFill>
                <a:srgbClr val="E0BF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g2240"/>
            <p:cNvSpPr/>
            <p:nvPr/>
          </p:nvSpPr>
          <p:spPr>
            <a:xfrm>
              <a:off x="4110907" y="4962936"/>
              <a:ext cx="35442" cy="100355"/>
            </a:xfrm>
            <a:custGeom>
              <a:avLst/>
              <a:pathLst>
                <a:path w="35442" h="100355">
                  <a:moveTo>
                    <a:pt x="0" y="0"/>
                  </a:moveTo>
                  <a:lnTo>
                    <a:pt x="17721" y="605"/>
                  </a:lnTo>
                  <a:lnTo>
                    <a:pt x="35442" y="1001"/>
                  </a:lnTo>
                  <a:lnTo>
                    <a:pt x="35442" y="100355"/>
                  </a:lnTo>
                  <a:lnTo>
                    <a:pt x="17721" y="100355"/>
                  </a:lnTo>
                  <a:lnTo>
                    <a:pt x="0" y="100355"/>
                  </a:lnTo>
                  <a:close/>
                </a:path>
              </a:pathLst>
            </a:custGeom>
            <a:solidFill>
              <a:srgbClr val="E0BFAC">
                <a:alpha val="100000"/>
              </a:srgbClr>
            </a:solidFill>
            <a:ln w="4762" cap="rnd">
              <a:solidFill>
                <a:srgbClr val="E0BF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g2241"/>
            <p:cNvSpPr/>
            <p:nvPr/>
          </p:nvSpPr>
          <p:spPr>
            <a:xfrm>
              <a:off x="4146349" y="4963937"/>
              <a:ext cx="17721" cy="99354"/>
            </a:xfrm>
            <a:custGeom>
              <a:avLst/>
              <a:pathLst>
                <a:path w="17721" h="99354">
                  <a:moveTo>
                    <a:pt x="0" y="0"/>
                  </a:moveTo>
                  <a:lnTo>
                    <a:pt x="17721" y="59"/>
                  </a:lnTo>
                  <a:lnTo>
                    <a:pt x="17721" y="99354"/>
                  </a:lnTo>
                  <a:lnTo>
                    <a:pt x="0" y="99354"/>
                  </a:lnTo>
                  <a:close/>
                </a:path>
              </a:pathLst>
            </a:custGeom>
            <a:solidFill>
              <a:srgbClr val="DFBEAC">
                <a:alpha val="100000"/>
              </a:srgbClr>
            </a:solidFill>
            <a:ln w="4762" cap="rnd">
              <a:solidFill>
                <a:srgbClr val="DFBE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g2242"/>
            <p:cNvSpPr/>
            <p:nvPr/>
          </p:nvSpPr>
          <p:spPr>
            <a:xfrm>
              <a:off x="4164071" y="4963862"/>
              <a:ext cx="17721" cy="99429"/>
            </a:xfrm>
            <a:custGeom>
              <a:avLst/>
              <a:pathLst>
                <a:path w="17721" h="99429">
                  <a:moveTo>
                    <a:pt x="0" y="135"/>
                  </a:moveTo>
                  <a:lnTo>
                    <a:pt x="17721" y="0"/>
                  </a:lnTo>
                  <a:lnTo>
                    <a:pt x="17721" y="99429"/>
                  </a:lnTo>
                  <a:lnTo>
                    <a:pt x="0" y="99429"/>
                  </a:lnTo>
                  <a:close/>
                </a:path>
              </a:pathLst>
            </a:custGeom>
            <a:solidFill>
              <a:srgbClr val="DFBEAB">
                <a:alpha val="100000"/>
              </a:srgbClr>
            </a:solidFill>
            <a:ln w="4762" cap="rnd">
              <a:solidFill>
                <a:srgbClr val="DFBE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g2243"/>
            <p:cNvSpPr/>
            <p:nvPr/>
          </p:nvSpPr>
          <p:spPr>
            <a:xfrm>
              <a:off x="4181792" y="4963504"/>
              <a:ext cx="17721" cy="99786"/>
            </a:xfrm>
            <a:custGeom>
              <a:avLst/>
              <a:pathLst>
                <a:path w="17721" h="99786">
                  <a:moveTo>
                    <a:pt x="0" y="357"/>
                  </a:moveTo>
                  <a:lnTo>
                    <a:pt x="17721" y="0"/>
                  </a:lnTo>
                  <a:lnTo>
                    <a:pt x="17721" y="99786"/>
                  </a:lnTo>
                  <a:lnTo>
                    <a:pt x="0" y="99786"/>
                  </a:lnTo>
                  <a:close/>
                </a:path>
              </a:pathLst>
            </a:custGeom>
            <a:solidFill>
              <a:srgbClr val="DFBDAB">
                <a:alpha val="100000"/>
              </a:srgbClr>
            </a:solidFill>
            <a:ln w="4762" cap="rnd">
              <a:solidFill>
                <a:srgbClr val="DFBD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g2244"/>
            <p:cNvSpPr/>
            <p:nvPr/>
          </p:nvSpPr>
          <p:spPr>
            <a:xfrm>
              <a:off x="4199514" y="4961832"/>
              <a:ext cx="35442" cy="101458"/>
            </a:xfrm>
            <a:custGeom>
              <a:avLst/>
              <a:pathLst>
                <a:path w="35442" h="101458">
                  <a:moveTo>
                    <a:pt x="0" y="1671"/>
                  </a:moveTo>
                  <a:lnTo>
                    <a:pt x="17721" y="941"/>
                  </a:lnTo>
                  <a:lnTo>
                    <a:pt x="35442" y="0"/>
                  </a:lnTo>
                  <a:lnTo>
                    <a:pt x="35442" y="101458"/>
                  </a:lnTo>
                  <a:lnTo>
                    <a:pt x="17721" y="101458"/>
                  </a:lnTo>
                  <a:lnTo>
                    <a:pt x="0" y="101458"/>
                  </a:lnTo>
                  <a:close/>
                </a:path>
              </a:pathLst>
            </a:custGeom>
            <a:solidFill>
              <a:srgbClr val="DFBDAA">
                <a:alpha val="100000"/>
              </a:srgbClr>
            </a:solidFill>
            <a:ln w="4762" cap="rnd">
              <a:solidFill>
                <a:srgbClr val="DFBD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g2245"/>
            <p:cNvSpPr/>
            <p:nvPr/>
          </p:nvSpPr>
          <p:spPr>
            <a:xfrm>
              <a:off x="4234956" y="4960660"/>
              <a:ext cx="17721" cy="102630"/>
            </a:xfrm>
            <a:custGeom>
              <a:avLst/>
              <a:pathLst>
                <a:path w="17721" h="102630">
                  <a:moveTo>
                    <a:pt x="0" y="1171"/>
                  </a:moveTo>
                  <a:lnTo>
                    <a:pt x="17721" y="0"/>
                  </a:lnTo>
                  <a:lnTo>
                    <a:pt x="17721" y="102630"/>
                  </a:lnTo>
                  <a:lnTo>
                    <a:pt x="0" y="102630"/>
                  </a:lnTo>
                  <a:close/>
                </a:path>
              </a:pathLst>
            </a:custGeom>
            <a:solidFill>
              <a:srgbClr val="DFBCA9">
                <a:alpha val="100000"/>
              </a:srgbClr>
            </a:solidFill>
            <a:ln w="4762" cap="rnd">
              <a:solidFill>
                <a:srgbClr val="DF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g2246"/>
            <p:cNvSpPr/>
            <p:nvPr/>
          </p:nvSpPr>
          <p:spPr>
            <a:xfrm>
              <a:off x="4252678" y="4959081"/>
              <a:ext cx="17721" cy="104210"/>
            </a:xfrm>
            <a:custGeom>
              <a:avLst/>
              <a:pathLst>
                <a:path w="17721" h="104210">
                  <a:moveTo>
                    <a:pt x="0" y="1579"/>
                  </a:moveTo>
                  <a:lnTo>
                    <a:pt x="17721" y="0"/>
                  </a:lnTo>
                  <a:lnTo>
                    <a:pt x="17721" y="104210"/>
                  </a:lnTo>
                  <a:lnTo>
                    <a:pt x="0" y="104210"/>
                  </a:lnTo>
                  <a:close/>
                </a:path>
              </a:pathLst>
            </a:custGeom>
            <a:solidFill>
              <a:srgbClr val="DEBCA9">
                <a:alpha val="100000"/>
              </a:srgbClr>
            </a:solidFill>
            <a:ln w="4762" cap="rnd">
              <a:solidFill>
                <a:srgbClr val="DE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g2247"/>
            <p:cNvSpPr/>
            <p:nvPr/>
          </p:nvSpPr>
          <p:spPr>
            <a:xfrm>
              <a:off x="4270399" y="4957277"/>
              <a:ext cx="17721" cy="106014"/>
            </a:xfrm>
            <a:custGeom>
              <a:avLst/>
              <a:pathLst>
                <a:path w="17721" h="106014">
                  <a:moveTo>
                    <a:pt x="0" y="1803"/>
                  </a:moveTo>
                  <a:lnTo>
                    <a:pt x="17721" y="0"/>
                  </a:lnTo>
                  <a:lnTo>
                    <a:pt x="17721" y="106014"/>
                  </a:lnTo>
                  <a:lnTo>
                    <a:pt x="0" y="106014"/>
                  </a:lnTo>
                  <a:close/>
                </a:path>
              </a:pathLst>
            </a:custGeom>
            <a:solidFill>
              <a:srgbClr val="DEBBA9">
                <a:alpha val="100000"/>
              </a:srgbClr>
            </a:solidFill>
            <a:ln w="4762" cap="rnd">
              <a:solidFill>
                <a:srgbClr val="DEBB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g2248"/>
            <p:cNvSpPr/>
            <p:nvPr/>
          </p:nvSpPr>
          <p:spPr>
            <a:xfrm>
              <a:off x="4288120" y="4952760"/>
              <a:ext cx="35442" cy="110531"/>
            </a:xfrm>
            <a:custGeom>
              <a:avLst/>
              <a:pathLst>
                <a:path w="35442" h="110531">
                  <a:moveTo>
                    <a:pt x="0" y="4516"/>
                  </a:moveTo>
                  <a:lnTo>
                    <a:pt x="17721" y="2478"/>
                  </a:lnTo>
                  <a:lnTo>
                    <a:pt x="35442" y="0"/>
                  </a:lnTo>
                  <a:lnTo>
                    <a:pt x="35442" y="110531"/>
                  </a:lnTo>
                  <a:lnTo>
                    <a:pt x="17721" y="110531"/>
                  </a:lnTo>
                  <a:lnTo>
                    <a:pt x="0" y="110531"/>
                  </a:lnTo>
                  <a:close/>
                </a:path>
              </a:pathLst>
            </a:custGeom>
            <a:solidFill>
              <a:srgbClr val="DEBBA8">
                <a:alpha val="100000"/>
              </a:srgbClr>
            </a:solidFill>
            <a:ln w="4762" cap="rnd">
              <a:solidFill>
                <a:srgbClr val="DEBBA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g2249"/>
            <p:cNvSpPr/>
            <p:nvPr/>
          </p:nvSpPr>
          <p:spPr>
            <a:xfrm>
              <a:off x="4323563" y="4950046"/>
              <a:ext cx="17721" cy="113244"/>
            </a:xfrm>
            <a:custGeom>
              <a:avLst/>
              <a:pathLst>
                <a:path w="17721" h="113244">
                  <a:moveTo>
                    <a:pt x="0" y="2713"/>
                  </a:moveTo>
                  <a:lnTo>
                    <a:pt x="17721" y="0"/>
                  </a:lnTo>
                  <a:lnTo>
                    <a:pt x="17721" y="113244"/>
                  </a:lnTo>
                  <a:lnTo>
                    <a:pt x="0" y="113244"/>
                  </a:lnTo>
                  <a:close/>
                </a:path>
              </a:pathLst>
            </a:custGeom>
            <a:solidFill>
              <a:srgbClr val="DEBAA7">
                <a:alpha val="100000"/>
              </a:srgbClr>
            </a:solidFill>
            <a:ln w="4762" cap="rnd">
              <a:solidFill>
                <a:srgbClr val="DE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g2250"/>
            <p:cNvSpPr/>
            <p:nvPr/>
          </p:nvSpPr>
          <p:spPr>
            <a:xfrm>
              <a:off x="4341285" y="4947098"/>
              <a:ext cx="17721" cy="116193"/>
            </a:xfrm>
            <a:custGeom>
              <a:avLst/>
              <a:pathLst>
                <a:path w="17721" h="116193">
                  <a:moveTo>
                    <a:pt x="0" y="2948"/>
                  </a:moveTo>
                  <a:lnTo>
                    <a:pt x="17721" y="0"/>
                  </a:lnTo>
                  <a:lnTo>
                    <a:pt x="17721" y="116193"/>
                  </a:lnTo>
                  <a:lnTo>
                    <a:pt x="0" y="116193"/>
                  </a:lnTo>
                  <a:close/>
                </a:path>
              </a:pathLst>
            </a:custGeom>
            <a:solidFill>
              <a:srgbClr val="DDBAA7">
                <a:alpha val="100000"/>
              </a:srgbClr>
            </a:solidFill>
            <a:ln w="4762" cap="rnd">
              <a:solidFill>
                <a:srgbClr val="DD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g2251"/>
            <p:cNvSpPr/>
            <p:nvPr/>
          </p:nvSpPr>
          <p:spPr>
            <a:xfrm>
              <a:off x="4359006" y="4943681"/>
              <a:ext cx="17721" cy="119610"/>
            </a:xfrm>
            <a:custGeom>
              <a:avLst/>
              <a:pathLst>
                <a:path w="17721" h="119610">
                  <a:moveTo>
                    <a:pt x="0" y="3416"/>
                  </a:moveTo>
                  <a:lnTo>
                    <a:pt x="17721" y="0"/>
                  </a:lnTo>
                  <a:lnTo>
                    <a:pt x="17721" y="119610"/>
                  </a:lnTo>
                  <a:lnTo>
                    <a:pt x="0" y="119610"/>
                  </a:lnTo>
                  <a:close/>
                </a:path>
              </a:pathLst>
            </a:custGeom>
            <a:solidFill>
              <a:srgbClr val="DDB9A7">
                <a:alpha val="100000"/>
              </a:srgbClr>
            </a:solidFill>
            <a:ln w="4762" cap="rnd">
              <a:solidFill>
                <a:srgbClr val="DDB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g2252"/>
            <p:cNvSpPr/>
            <p:nvPr/>
          </p:nvSpPr>
          <p:spPr>
            <a:xfrm>
              <a:off x="4376727" y="4936117"/>
              <a:ext cx="35442" cy="127173"/>
            </a:xfrm>
            <a:custGeom>
              <a:avLst/>
              <a:pathLst>
                <a:path w="35442" h="127173">
                  <a:moveTo>
                    <a:pt x="0" y="7563"/>
                  </a:moveTo>
                  <a:lnTo>
                    <a:pt x="17721" y="3903"/>
                  </a:lnTo>
                  <a:lnTo>
                    <a:pt x="35442" y="0"/>
                  </a:lnTo>
                  <a:lnTo>
                    <a:pt x="35442" y="127173"/>
                  </a:lnTo>
                  <a:lnTo>
                    <a:pt x="17721" y="127173"/>
                  </a:lnTo>
                  <a:lnTo>
                    <a:pt x="0" y="127173"/>
                  </a:lnTo>
                  <a:close/>
                </a:path>
              </a:pathLst>
            </a:custGeom>
            <a:solidFill>
              <a:srgbClr val="DDB9A6">
                <a:alpha val="100000"/>
              </a:srgbClr>
            </a:solidFill>
            <a:ln w="4762" cap="rnd">
              <a:solidFill>
                <a:srgbClr val="DDB9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g2253"/>
            <p:cNvSpPr/>
            <p:nvPr/>
          </p:nvSpPr>
          <p:spPr>
            <a:xfrm>
              <a:off x="4412170" y="4931743"/>
              <a:ext cx="17721" cy="131547"/>
            </a:xfrm>
            <a:custGeom>
              <a:avLst/>
              <a:pathLst>
                <a:path w="17721" h="131547">
                  <a:moveTo>
                    <a:pt x="0" y="4374"/>
                  </a:moveTo>
                  <a:lnTo>
                    <a:pt x="17721" y="0"/>
                  </a:lnTo>
                  <a:lnTo>
                    <a:pt x="17721" y="131547"/>
                  </a:lnTo>
                  <a:lnTo>
                    <a:pt x="0" y="131547"/>
                  </a:lnTo>
                  <a:close/>
                </a:path>
              </a:pathLst>
            </a:custGeom>
            <a:solidFill>
              <a:srgbClr val="DDB8A5">
                <a:alpha val="100000"/>
              </a:srgbClr>
            </a:solidFill>
            <a:ln w="4762" cap="rnd">
              <a:solidFill>
                <a:srgbClr val="DD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g2254"/>
            <p:cNvSpPr/>
            <p:nvPr/>
          </p:nvSpPr>
          <p:spPr>
            <a:xfrm>
              <a:off x="4429891" y="4927110"/>
              <a:ext cx="17721" cy="136181"/>
            </a:xfrm>
            <a:custGeom>
              <a:avLst/>
              <a:pathLst>
                <a:path w="17721" h="136181">
                  <a:moveTo>
                    <a:pt x="0" y="4633"/>
                  </a:moveTo>
                  <a:lnTo>
                    <a:pt x="17721" y="0"/>
                  </a:lnTo>
                  <a:lnTo>
                    <a:pt x="17721" y="136181"/>
                  </a:lnTo>
                  <a:lnTo>
                    <a:pt x="0" y="136181"/>
                  </a:lnTo>
                  <a:close/>
                </a:path>
              </a:pathLst>
            </a:custGeom>
            <a:solidFill>
              <a:srgbClr val="DCB8A5">
                <a:alpha val="100000"/>
              </a:srgbClr>
            </a:solidFill>
            <a:ln w="4762" cap="rnd">
              <a:solidFill>
                <a:srgbClr val="DC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g2255"/>
            <p:cNvSpPr/>
            <p:nvPr/>
          </p:nvSpPr>
          <p:spPr>
            <a:xfrm>
              <a:off x="4447613" y="4911257"/>
              <a:ext cx="53164" cy="152033"/>
            </a:xfrm>
            <a:custGeom>
              <a:avLst/>
              <a:pathLst>
                <a:path w="53164" h="152033">
                  <a:moveTo>
                    <a:pt x="0" y="15852"/>
                  </a:moveTo>
                  <a:lnTo>
                    <a:pt x="17721" y="10970"/>
                  </a:lnTo>
                  <a:lnTo>
                    <a:pt x="35442" y="5621"/>
                  </a:lnTo>
                  <a:lnTo>
                    <a:pt x="53164" y="0"/>
                  </a:lnTo>
                  <a:lnTo>
                    <a:pt x="53164" y="152033"/>
                  </a:lnTo>
                  <a:lnTo>
                    <a:pt x="35442" y="152033"/>
                  </a:lnTo>
                  <a:lnTo>
                    <a:pt x="17721" y="152033"/>
                  </a:lnTo>
                  <a:lnTo>
                    <a:pt x="0" y="152033"/>
                  </a:lnTo>
                  <a:close/>
                </a:path>
              </a:pathLst>
            </a:custGeom>
            <a:solidFill>
              <a:srgbClr val="DCB7A4">
                <a:alpha val="100000"/>
              </a:srgbClr>
            </a:solidFill>
            <a:ln w="4762" cap="rnd">
              <a:solidFill>
                <a:srgbClr val="DCB7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g2256"/>
            <p:cNvSpPr/>
            <p:nvPr/>
          </p:nvSpPr>
          <p:spPr>
            <a:xfrm>
              <a:off x="4500777" y="4905385"/>
              <a:ext cx="17721" cy="157906"/>
            </a:xfrm>
            <a:custGeom>
              <a:avLst/>
              <a:pathLst>
                <a:path w="17721" h="157906">
                  <a:moveTo>
                    <a:pt x="0" y="5872"/>
                  </a:moveTo>
                  <a:lnTo>
                    <a:pt x="17721" y="0"/>
                  </a:lnTo>
                  <a:lnTo>
                    <a:pt x="17721" y="157906"/>
                  </a:lnTo>
                  <a:lnTo>
                    <a:pt x="0" y="157906"/>
                  </a:lnTo>
                  <a:close/>
                </a:path>
              </a:pathLst>
            </a:custGeom>
            <a:solidFill>
              <a:srgbClr val="DCB6A3">
                <a:alpha val="100000"/>
              </a:srgbClr>
            </a:solidFill>
            <a:ln w="4762" cap="rnd">
              <a:solidFill>
                <a:srgbClr val="DC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g2257"/>
            <p:cNvSpPr/>
            <p:nvPr/>
          </p:nvSpPr>
          <p:spPr>
            <a:xfrm>
              <a:off x="4518498" y="4899055"/>
              <a:ext cx="17721" cy="164236"/>
            </a:xfrm>
            <a:custGeom>
              <a:avLst/>
              <a:pathLst>
                <a:path w="17721" h="164236">
                  <a:moveTo>
                    <a:pt x="0" y="6330"/>
                  </a:moveTo>
                  <a:lnTo>
                    <a:pt x="17721" y="0"/>
                  </a:lnTo>
                  <a:lnTo>
                    <a:pt x="17721" y="164236"/>
                  </a:lnTo>
                  <a:lnTo>
                    <a:pt x="0" y="164236"/>
                  </a:lnTo>
                  <a:close/>
                </a:path>
              </a:pathLst>
            </a:custGeom>
            <a:solidFill>
              <a:srgbClr val="DBB6A3">
                <a:alpha val="100000"/>
              </a:srgbClr>
            </a:solidFill>
            <a:ln w="4762" cap="rnd">
              <a:solidFill>
                <a:srgbClr val="DB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g2258"/>
            <p:cNvSpPr/>
            <p:nvPr/>
          </p:nvSpPr>
          <p:spPr>
            <a:xfrm>
              <a:off x="4536220" y="4885581"/>
              <a:ext cx="35442" cy="177710"/>
            </a:xfrm>
            <a:custGeom>
              <a:avLst/>
              <a:pathLst>
                <a:path w="35442" h="177710">
                  <a:moveTo>
                    <a:pt x="0" y="13473"/>
                  </a:moveTo>
                  <a:lnTo>
                    <a:pt x="17721" y="6861"/>
                  </a:lnTo>
                  <a:lnTo>
                    <a:pt x="35442" y="0"/>
                  </a:lnTo>
                  <a:lnTo>
                    <a:pt x="35442" y="177710"/>
                  </a:lnTo>
                  <a:lnTo>
                    <a:pt x="17721" y="177710"/>
                  </a:lnTo>
                  <a:lnTo>
                    <a:pt x="0" y="177710"/>
                  </a:lnTo>
                  <a:close/>
                </a:path>
              </a:pathLst>
            </a:custGeom>
            <a:solidFill>
              <a:srgbClr val="DBB5A2">
                <a:alpha val="100000"/>
              </a:srgbClr>
            </a:solidFill>
            <a:ln w="4762" cap="rnd">
              <a:solidFill>
                <a:srgbClr val="DBB5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g2259"/>
            <p:cNvSpPr/>
            <p:nvPr/>
          </p:nvSpPr>
          <p:spPr>
            <a:xfrm>
              <a:off x="4571662" y="4878277"/>
              <a:ext cx="17721" cy="185013"/>
            </a:xfrm>
            <a:custGeom>
              <a:avLst/>
              <a:pathLst>
                <a:path w="17721" h="185013">
                  <a:moveTo>
                    <a:pt x="0" y="7303"/>
                  </a:moveTo>
                  <a:lnTo>
                    <a:pt x="17721" y="0"/>
                  </a:lnTo>
                  <a:lnTo>
                    <a:pt x="17721" y="185013"/>
                  </a:lnTo>
                  <a:lnTo>
                    <a:pt x="0" y="185013"/>
                  </a:lnTo>
                  <a:close/>
                </a:path>
              </a:pathLst>
            </a:custGeom>
            <a:solidFill>
              <a:srgbClr val="DBB5A1">
                <a:alpha val="100000"/>
              </a:srgbClr>
            </a:solidFill>
            <a:ln w="4762" cap="rnd">
              <a:solidFill>
                <a:srgbClr val="DBB5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g2260"/>
            <p:cNvSpPr/>
            <p:nvPr/>
          </p:nvSpPr>
          <p:spPr>
            <a:xfrm>
              <a:off x="4589384" y="4870686"/>
              <a:ext cx="17721" cy="192604"/>
            </a:xfrm>
            <a:custGeom>
              <a:avLst/>
              <a:pathLst>
                <a:path w="17721" h="192604">
                  <a:moveTo>
                    <a:pt x="0" y="7590"/>
                  </a:moveTo>
                  <a:lnTo>
                    <a:pt x="17721" y="0"/>
                  </a:lnTo>
                  <a:lnTo>
                    <a:pt x="17721" y="192604"/>
                  </a:lnTo>
                  <a:lnTo>
                    <a:pt x="0" y="192604"/>
                  </a:lnTo>
                  <a:close/>
                </a:path>
              </a:pathLst>
            </a:custGeom>
            <a:solidFill>
              <a:srgbClr val="DBB4A1">
                <a:alpha val="100000"/>
              </a:srgbClr>
            </a:solidFill>
            <a:ln w="4762" cap="rnd">
              <a:solidFill>
                <a:srgbClr val="DB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g2261"/>
            <p:cNvSpPr/>
            <p:nvPr/>
          </p:nvSpPr>
          <p:spPr>
            <a:xfrm>
              <a:off x="4607105" y="4862851"/>
              <a:ext cx="17721" cy="200439"/>
            </a:xfrm>
            <a:custGeom>
              <a:avLst/>
              <a:pathLst>
                <a:path w="17721" h="200439">
                  <a:moveTo>
                    <a:pt x="0" y="7835"/>
                  </a:moveTo>
                  <a:lnTo>
                    <a:pt x="17721" y="0"/>
                  </a:lnTo>
                  <a:lnTo>
                    <a:pt x="17721" y="200439"/>
                  </a:lnTo>
                  <a:lnTo>
                    <a:pt x="0" y="200439"/>
                  </a:lnTo>
                  <a:close/>
                </a:path>
              </a:pathLst>
            </a:custGeom>
            <a:solidFill>
              <a:srgbClr val="DAB4A1">
                <a:alpha val="100000"/>
              </a:srgbClr>
            </a:solidFill>
            <a:ln w="4762" cap="rnd">
              <a:solidFill>
                <a:srgbClr val="DA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g2262"/>
            <p:cNvSpPr/>
            <p:nvPr/>
          </p:nvSpPr>
          <p:spPr>
            <a:xfrm>
              <a:off x="4624826" y="4846055"/>
              <a:ext cx="35442" cy="217236"/>
            </a:xfrm>
            <a:custGeom>
              <a:avLst/>
              <a:pathLst>
                <a:path w="35442" h="217236">
                  <a:moveTo>
                    <a:pt x="0" y="16796"/>
                  </a:moveTo>
                  <a:lnTo>
                    <a:pt x="17721" y="8542"/>
                  </a:lnTo>
                  <a:lnTo>
                    <a:pt x="35442" y="0"/>
                  </a:lnTo>
                  <a:lnTo>
                    <a:pt x="35442" y="217236"/>
                  </a:lnTo>
                  <a:lnTo>
                    <a:pt x="17721" y="217236"/>
                  </a:lnTo>
                  <a:lnTo>
                    <a:pt x="0" y="217236"/>
                  </a:lnTo>
                  <a:close/>
                </a:path>
              </a:pathLst>
            </a:custGeom>
            <a:solidFill>
              <a:srgbClr val="DAB3A0">
                <a:alpha val="100000"/>
              </a:srgbClr>
            </a:solidFill>
            <a:ln w="4762" cap="rnd">
              <a:solidFill>
                <a:srgbClr val="DAB3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g2263"/>
            <p:cNvSpPr/>
            <p:nvPr/>
          </p:nvSpPr>
          <p:spPr>
            <a:xfrm>
              <a:off x="4660269" y="4837278"/>
              <a:ext cx="17721" cy="226013"/>
            </a:xfrm>
            <a:custGeom>
              <a:avLst/>
              <a:pathLst>
                <a:path w="17721" h="226013">
                  <a:moveTo>
                    <a:pt x="0" y="8776"/>
                  </a:moveTo>
                  <a:lnTo>
                    <a:pt x="17721" y="0"/>
                  </a:lnTo>
                  <a:lnTo>
                    <a:pt x="17721" y="226013"/>
                  </a:lnTo>
                  <a:lnTo>
                    <a:pt x="0" y="226013"/>
                  </a:lnTo>
                  <a:close/>
                </a:path>
              </a:pathLst>
            </a:custGeom>
            <a:solidFill>
              <a:srgbClr val="DAB39F">
                <a:alpha val="100000"/>
              </a:srgbClr>
            </a:solidFill>
            <a:ln w="4762" cap="rnd">
              <a:solidFill>
                <a:srgbClr val="DAB3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g2264"/>
            <p:cNvSpPr/>
            <p:nvPr/>
          </p:nvSpPr>
          <p:spPr>
            <a:xfrm>
              <a:off x="4677991" y="4828110"/>
              <a:ext cx="17721" cy="235180"/>
            </a:xfrm>
            <a:custGeom>
              <a:avLst/>
              <a:pathLst>
                <a:path w="17721" h="235180">
                  <a:moveTo>
                    <a:pt x="0" y="9167"/>
                  </a:moveTo>
                  <a:lnTo>
                    <a:pt x="17721" y="0"/>
                  </a:lnTo>
                  <a:lnTo>
                    <a:pt x="17721" y="235180"/>
                  </a:lnTo>
                  <a:lnTo>
                    <a:pt x="0" y="235180"/>
                  </a:lnTo>
                  <a:close/>
                </a:path>
              </a:pathLst>
            </a:custGeom>
            <a:solidFill>
              <a:srgbClr val="DAB29F">
                <a:alpha val="100000"/>
              </a:srgbClr>
            </a:solidFill>
            <a:ln w="4762" cap="rnd">
              <a:solidFill>
                <a:srgbClr val="DA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g2265"/>
            <p:cNvSpPr/>
            <p:nvPr/>
          </p:nvSpPr>
          <p:spPr>
            <a:xfrm>
              <a:off x="4695712" y="4818662"/>
              <a:ext cx="17721" cy="244628"/>
            </a:xfrm>
            <a:custGeom>
              <a:avLst/>
              <a:pathLst>
                <a:path w="17721" h="244628">
                  <a:moveTo>
                    <a:pt x="0" y="9448"/>
                  </a:moveTo>
                  <a:lnTo>
                    <a:pt x="17721" y="0"/>
                  </a:lnTo>
                  <a:lnTo>
                    <a:pt x="17721" y="244628"/>
                  </a:lnTo>
                  <a:lnTo>
                    <a:pt x="0" y="244628"/>
                  </a:lnTo>
                  <a:close/>
                </a:path>
              </a:pathLst>
            </a:custGeom>
            <a:solidFill>
              <a:srgbClr val="D9B29F">
                <a:alpha val="100000"/>
              </a:srgbClr>
            </a:solidFill>
            <a:ln w="4762" cap="rnd">
              <a:solidFill>
                <a:srgbClr val="D9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g2266"/>
            <p:cNvSpPr/>
            <p:nvPr/>
          </p:nvSpPr>
          <p:spPr>
            <a:xfrm>
              <a:off x="4713433" y="4798970"/>
              <a:ext cx="35442" cy="264320"/>
            </a:xfrm>
            <a:custGeom>
              <a:avLst/>
              <a:pathLst>
                <a:path w="35442" h="264320">
                  <a:moveTo>
                    <a:pt x="0" y="19692"/>
                  </a:moveTo>
                  <a:lnTo>
                    <a:pt x="17721" y="10023"/>
                  </a:lnTo>
                  <a:lnTo>
                    <a:pt x="35442" y="0"/>
                  </a:lnTo>
                  <a:lnTo>
                    <a:pt x="35442" y="264320"/>
                  </a:lnTo>
                  <a:lnTo>
                    <a:pt x="17721" y="264320"/>
                  </a:lnTo>
                  <a:lnTo>
                    <a:pt x="0" y="264320"/>
                  </a:lnTo>
                  <a:close/>
                </a:path>
              </a:pathLst>
            </a:custGeom>
            <a:solidFill>
              <a:srgbClr val="D9B19E">
                <a:alpha val="100000"/>
              </a:srgbClr>
            </a:solidFill>
            <a:ln w="4762" cap="rnd">
              <a:solidFill>
                <a:srgbClr val="D9B1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g2267"/>
            <p:cNvSpPr/>
            <p:nvPr/>
          </p:nvSpPr>
          <p:spPr>
            <a:xfrm>
              <a:off x="4748876" y="4788679"/>
              <a:ext cx="17721" cy="274611"/>
            </a:xfrm>
            <a:custGeom>
              <a:avLst/>
              <a:pathLst>
                <a:path w="17721" h="274611">
                  <a:moveTo>
                    <a:pt x="0" y="10290"/>
                  </a:moveTo>
                  <a:lnTo>
                    <a:pt x="17721" y="0"/>
                  </a:lnTo>
                  <a:lnTo>
                    <a:pt x="17721" y="274611"/>
                  </a:lnTo>
                  <a:lnTo>
                    <a:pt x="0" y="274611"/>
                  </a:lnTo>
                  <a:close/>
                </a:path>
              </a:pathLst>
            </a:custGeom>
            <a:solidFill>
              <a:srgbClr val="D9B19D">
                <a:alpha val="100000"/>
              </a:srgbClr>
            </a:solidFill>
            <a:ln w="4762" cap="rnd">
              <a:solidFill>
                <a:srgbClr val="D9B1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g2268"/>
            <p:cNvSpPr/>
            <p:nvPr/>
          </p:nvSpPr>
          <p:spPr>
            <a:xfrm>
              <a:off x="4766597" y="4778187"/>
              <a:ext cx="17721" cy="285103"/>
            </a:xfrm>
            <a:custGeom>
              <a:avLst/>
              <a:pathLst>
                <a:path w="17721" h="285103">
                  <a:moveTo>
                    <a:pt x="0" y="10491"/>
                  </a:moveTo>
                  <a:lnTo>
                    <a:pt x="17721" y="0"/>
                  </a:lnTo>
                  <a:lnTo>
                    <a:pt x="17721" y="285103"/>
                  </a:lnTo>
                  <a:lnTo>
                    <a:pt x="0" y="285103"/>
                  </a:lnTo>
                  <a:close/>
                </a:path>
              </a:pathLst>
            </a:custGeom>
            <a:solidFill>
              <a:srgbClr val="D9B09D">
                <a:alpha val="100000"/>
              </a:srgbClr>
            </a:solidFill>
            <a:ln w="4762" cap="rnd">
              <a:solidFill>
                <a:srgbClr val="D9B0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g2269"/>
            <p:cNvSpPr/>
            <p:nvPr/>
          </p:nvSpPr>
          <p:spPr>
            <a:xfrm>
              <a:off x="4784319" y="4756334"/>
              <a:ext cx="35442" cy="306956"/>
            </a:xfrm>
            <a:custGeom>
              <a:avLst/>
              <a:pathLst>
                <a:path w="35442" h="306956">
                  <a:moveTo>
                    <a:pt x="0" y="21853"/>
                  </a:moveTo>
                  <a:lnTo>
                    <a:pt x="17721" y="11048"/>
                  </a:lnTo>
                  <a:lnTo>
                    <a:pt x="35442" y="0"/>
                  </a:lnTo>
                  <a:lnTo>
                    <a:pt x="35442" y="306956"/>
                  </a:lnTo>
                  <a:lnTo>
                    <a:pt x="17721" y="306956"/>
                  </a:lnTo>
                  <a:lnTo>
                    <a:pt x="0" y="306956"/>
                  </a:lnTo>
                  <a:close/>
                </a:path>
              </a:pathLst>
            </a:custGeom>
            <a:solidFill>
              <a:srgbClr val="D8B09C">
                <a:alpha val="100000"/>
              </a:srgbClr>
            </a:solidFill>
            <a:ln w="4762" cap="rnd">
              <a:solidFill>
                <a:srgbClr val="D8B0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g2270"/>
            <p:cNvSpPr/>
            <p:nvPr/>
          </p:nvSpPr>
          <p:spPr>
            <a:xfrm>
              <a:off x="4819761" y="4745109"/>
              <a:ext cx="17721" cy="318181"/>
            </a:xfrm>
            <a:custGeom>
              <a:avLst/>
              <a:pathLst>
                <a:path w="17721" h="318181">
                  <a:moveTo>
                    <a:pt x="0" y="11225"/>
                  </a:moveTo>
                  <a:lnTo>
                    <a:pt x="17721" y="0"/>
                  </a:lnTo>
                  <a:lnTo>
                    <a:pt x="17721" y="318181"/>
                  </a:lnTo>
                  <a:lnTo>
                    <a:pt x="0" y="318181"/>
                  </a:lnTo>
                  <a:close/>
                </a:path>
              </a:pathLst>
            </a:custGeom>
            <a:solidFill>
              <a:srgbClr val="D8AF9C">
                <a:alpha val="100000"/>
              </a:srgbClr>
            </a:solidFill>
            <a:ln w="4762" cap="rnd">
              <a:solidFill>
                <a:srgbClr val="D8AF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g2271"/>
            <p:cNvSpPr/>
            <p:nvPr/>
          </p:nvSpPr>
          <p:spPr>
            <a:xfrm>
              <a:off x="4837483" y="4733620"/>
              <a:ext cx="17721" cy="329670"/>
            </a:xfrm>
            <a:custGeom>
              <a:avLst/>
              <a:pathLst>
                <a:path w="17721" h="329670">
                  <a:moveTo>
                    <a:pt x="0" y="11488"/>
                  </a:moveTo>
                  <a:lnTo>
                    <a:pt x="17721" y="0"/>
                  </a:lnTo>
                  <a:lnTo>
                    <a:pt x="17721" y="329670"/>
                  </a:lnTo>
                  <a:lnTo>
                    <a:pt x="0" y="329670"/>
                  </a:lnTo>
                  <a:close/>
                </a:path>
              </a:pathLst>
            </a:custGeom>
            <a:solidFill>
              <a:srgbClr val="D8AF9B">
                <a:alpha val="100000"/>
              </a:srgbClr>
            </a:solidFill>
            <a:ln w="4762" cap="rnd">
              <a:solidFill>
                <a:srgbClr val="D8AF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g2272"/>
            <p:cNvSpPr/>
            <p:nvPr/>
          </p:nvSpPr>
          <p:spPr>
            <a:xfrm>
              <a:off x="4855204" y="4721918"/>
              <a:ext cx="17721" cy="341372"/>
            </a:xfrm>
            <a:custGeom>
              <a:avLst/>
              <a:pathLst>
                <a:path w="17721" h="341372">
                  <a:moveTo>
                    <a:pt x="0" y="11701"/>
                  </a:moveTo>
                  <a:lnTo>
                    <a:pt x="17721" y="0"/>
                  </a:lnTo>
                  <a:lnTo>
                    <a:pt x="17721" y="341372"/>
                  </a:lnTo>
                  <a:lnTo>
                    <a:pt x="0" y="341372"/>
                  </a:lnTo>
                  <a:close/>
                </a:path>
              </a:pathLst>
            </a:custGeom>
            <a:solidFill>
              <a:srgbClr val="D8AE9B">
                <a:alpha val="100000"/>
              </a:srgbClr>
            </a:solidFill>
            <a:ln w="4762" cap="rnd">
              <a:solidFill>
                <a:srgbClr val="D8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g2273"/>
            <p:cNvSpPr/>
            <p:nvPr/>
          </p:nvSpPr>
          <p:spPr>
            <a:xfrm>
              <a:off x="4872926" y="4698014"/>
              <a:ext cx="35442" cy="365276"/>
            </a:xfrm>
            <a:custGeom>
              <a:avLst/>
              <a:pathLst>
                <a:path w="35442" h="365276">
                  <a:moveTo>
                    <a:pt x="0" y="23904"/>
                  </a:moveTo>
                  <a:lnTo>
                    <a:pt x="17721" y="12056"/>
                  </a:lnTo>
                  <a:lnTo>
                    <a:pt x="35442" y="0"/>
                  </a:lnTo>
                  <a:lnTo>
                    <a:pt x="35442" y="365276"/>
                  </a:lnTo>
                  <a:lnTo>
                    <a:pt x="17721" y="365276"/>
                  </a:lnTo>
                  <a:lnTo>
                    <a:pt x="0" y="365276"/>
                  </a:lnTo>
                  <a:close/>
                </a:path>
              </a:pathLst>
            </a:custGeom>
            <a:solidFill>
              <a:srgbClr val="D7AE9A">
                <a:alpha val="100000"/>
              </a:srgbClr>
            </a:solidFill>
            <a:ln w="4762" cap="rnd">
              <a:solidFill>
                <a:srgbClr val="D7AE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g2274"/>
            <p:cNvSpPr/>
            <p:nvPr/>
          </p:nvSpPr>
          <p:spPr>
            <a:xfrm>
              <a:off x="4908368" y="4685786"/>
              <a:ext cx="17721" cy="377504"/>
            </a:xfrm>
            <a:custGeom>
              <a:avLst/>
              <a:pathLst>
                <a:path w="17721" h="377504">
                  <a:moveTo>
                    <a:pt x="0" y="12227"/>
                  </a:moveTo>
                  <a:lnTo>
                    <a:pt x="17721" y="0"/>
                  </a:lnTo>
                  <a:lnTo>
                    <a:pt x="17721" y="377504"/>
                  </a:lnTo>
                  <a:lnTo>
                    <a:pt x="0" y="377504"/>
                  </a:lnTo>
                  <a:close/>
                </a:path>
              </a:pathLst>
            </a:custGeom>
            <a:solidFill>
              <a:srgbClr val="D7AD9A">
                <a:alpha val="100000"/>
              </a:srgbClr>
            </a:solidFill>
            <a:ln w="4762" cap="rnd">
              <a:solidFill>
                <a:srgbClr val="D7A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g2275"/>
            <p:cNvSpPr/>
            <p:nvPr/>
          </p:nvSpPr>
          <p:spPr>
            <a:xfrm>
              <a:off x="4926090" y="4673449"/>
              <a:ext cx="17721" cy="389842"/>
            </a:xfrm>
            <a:custGeom>
              <a:avLst/>
              <a:pathLst>
                <a:path w="17721" h="389842">
                  <a:moveTo>
                    <a:pt x="0" y="12337"/>
                  </a:moveTo>
                  <a:lnTo>
                    <a:pt x="17721" y="0"/>
                  </a:lnTo>
                  <a:lnTo>
                    <a:pt x="17721" y="389842"/>
                  </a:lnTo>
                  <a:lnTo>
                    <a:pt x="0" y="389842"/>
                  </a:lnTo>
                  <a:close/>
                </a:path>
              </a:pathLst>
            </a:custGeom>
            <a:solidFill>
              <a:srgbClr val="D7AD99">
                <a:alpha val="100000"/>
              </a:srgbClr>
            </a:solidFill>
            <a:ln w="4762" cap="rnd">
              <a:solidFill>
                <a:srgbClr val="D7AD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g2276"/>
            <p:cNvSpPr/>
            <p:nvPr/>
          </p:nvSpPr>
          <p:spPr>
            <a:xfrm>
              <a:off x="4943811" y="4660962"/>
              <a:ext cx="17721" cy="402328"/>
            </a:xfrm>
            <a:custGeom>
              <a:avLst/>
              <a:pathLst>
                <a:path w="17721" h="402328">
                  <a:moveTo>
                    <a:pt x="0" y="12486"/>
                  </a:moveTo>
                  <a:lnTo>
                    <a:pt x="17721" y="0"/>
                  </a:lnTo>
                  <a:lnTo>
                    <a:pt x="17721" y="402328"/>
                  </a:lnTo>
                  <a:lnTo>
                    <a:pt x="0" y="402328"/>
                  </a:lnTo>
                  <a:close/>
                </a:path>
              </a:pathLst>
            </a:custGeom>
            <a:solidFill>
              <a:srgbClr val="D7AC99">
                <a:alpha val="100000"/>
              </a:srgbClr>
            </a:solidFill>
            <a:ln w="4762" cap="rnd">
              <a:solidFill>
                <a:srgbClr val="D7AC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g2277"/>
            <p:cNvSpPr/>
            <p:nvPr/>
          </p:nvSpPr>
          <p:spPr>
            <a:xfrm>
              <a:off x="4961532" y="4635685"/>
              <a:ext cx="35442" cy="427606"/>
            </a:xfrm>
            <a:custGeom>
              <a:avLst/>
              <a:pathLst>
                <a:path w="35442" h="427606">
                  <a:moveTo>
                    <a:pt x="0" y="25277"/>
                  </a:moveTo>
                  <a:lnTo>
                    <a:pt x="17721" y="12673"/>
                  </a:lnTo>
                  <a:lnTo>
                    <a:pt x="35442" y="0"/>
                  </a:lnTo>
                  <a:lnTo>
                    <a:pt x="35442" y="427606"/>
                  </a:lnTo>
                  <a:lnTo>
                    <a:pt x="17721" y="427606"/>
                  </a:lnTo>
                  <a:lnTo>
                    <a:pt x="0" y="427606"/>
                  </a:lnTo>
                  <a:close/>
                </a:path>
              </a:pathLst>
            </a:custGeom>
            <a:solidFill>
              <a:srgbClr val="D6AC98">
                <a:alpha val="100000"/>
              </a:srgbClr>
            </a:solidFill>
            <a:ln w="4762" cap="rnd">
              <a:solidFill>
                <a:srgbClr val="D6AC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g2278"/>
            <p:cNvSpPr/>
            <p:nvPr/>
          </p:nvSpPr>
          <p:spPr>
            <a:xfrm>
              <a:off x="4996975" y="4610116"/>
              <a:ext cx="35442" cy="453174"/>
            </a:xfrm>
            <a:custGeom>
              <a:avLst/>
              <a:pathLst>
                <a:path w="35442" h="453174">
                  <a:moveTo>
                    <a:pt x="0" y="25568"/>
                  </a:moveTo>
                  <a:lnTo>
                    <a:pt x="17721" y="12811"/>
                  </a:lnTo>
                  <a:lnTo>
                    <a:pt x="35442" y="0"/>
                  </a:lnTo>
                  <a:lnTo>
                    <a:pt x="35442" y="453174"/>
                  </a:lnTo>
                  <a:lnTo>
                    <a:pt x="17721" y="453174"/>
                  </a:lnTo>
                  <a:lnTo>
                    <a:pt x="0" y="453174"/>
                  </a:lnTo>
                  <a:close/>
                </a:path>
              </a:pathLst>
            </a:custGeom>
            <a:solidFill>
              <a:srgbClr val="D6AB97">
                <a:alpha val="100000"/>
              </a:srgbClr>
            </a:solidFill>
            <a:ln w="4762" cap="rnd">
              <a:solidFill>
                <a:srgbClr val="D6AB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g2279"/>
            <p:cNvSpPr/>
            <p:nvPr/>
          </p:nvSpPr>
          <p:spPr>
            <a:xfrm>
              <a:off x="5032418" y="4597282"/>
              <a:ext cx="17721" cy="466008"/>
            </a:xfrm>
            <a:custGeom>
              <a:avLst/>
              <a:pathLst>
                <a:path w="17721" h="466008">
                  <a:moveTo>
                    <a:pt x="0" y="12833"/>
                  </a:moveTo>
                  <a:lnTo>
                    <a:pt x="17721" y="0"/>
                  </a:lnTo>
                  <a:lnTo>
                    <a:pt x="17721" y="466008"/>
                  </a:lnTo>
                  <a:lnTo>
                    <a:pt x="0" y="466008"/>
                  </a:lnTo>
                  <a:close/>
                </a:path>
              </a:pathLst>
            </a:custGeom>
            <a:solidFill>
              <a:srgbClr val="D6AA97">
                <a:alpha val="100000"/>
              </a:srgbClr>
            </a:solidFill>
            <a:ln w="4762" cap="rnd">
              <a:solidFill>
                <a:srgbClr val="D6AA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g2280"/>
            <p:cNvSpPr/>
            <p:nvPr/>
          </p:nvSpPr>
          <p:spPr>
            <a:xfrm>
              <a:off x="5050139" y="4571601"/>
              <a:ext cx="35442" cy="491689"/>
            </a:xfrm>
            <a:custGeom>
              <a:avLst/>
              <a:pathLst>
                <a:path w="35442" h="491689">
                  <a:moveTo>
                    <a:pt x="0" y="25680"/>
                  </a:moveTo>
                  <a:lnTo>
                    <a:pt x="17721" y="12830"/>
                  </a:lnTo>
                  <a:lnTo>
                    <a:pt x="35442" y="0"/>
                  </a:lnTo>
                  <a:lnTo>
                    <a:pt x="35442" y="491689"/>
                  </a:lnTo>
                  <a:lnTo>
                    <a:pt x="17721" y="491689"/>
                  </a:lnTo>
                  <a:lnTo>
                    <a:pt x="0" y="491689"/>
                  </a:lnTo>
                  <a:close/>
                </a:path>
              </a:pathLst>
            </a:custGeom>
            <a:solidFill>
              <a:srgbClr val="D5AA96">
                <a:alpha val="100000"/>
              </a:srgbClr>
            </a:solidFill>
            <a:ln w="4762" cap="rnd">
              <a:solidFill>
                <a:srgbClr val="D5AA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g2281"/>
            <p:cNvSpPr/>
            <p:nvPr/>
          </p:nvSpPr>
          <p:spPr>
            <a:xfrm>
              <a:off x="5085582" y="4546050"/>
              <a:ext cx="35442" cy="517240"/>
            </a:xfrm>
            <a:custGeom>
              <a:avLst/>
              <a:pathLst>
                <a:path w="35442" h="517240">
                  <a:moveTo>
                    <a:pt x="0" y="25551"/>
                  </a:moveTo>
                  <a:lnTo>
                    <a:pt x="17721" y="12749"/>
                  </a:lnTo>
                  <a:lnTo>
                    <a:pt x="35442" y="0"/>
                  </a:lnTo>
                  <a:lnTo>
                    <a:pt x="35442" y="517240"/>
                  </a:lnTo>
                  <a:lnTo>
                    <a:pt x="17721" y="517240"/>
                  </a:lnTo>
                  <a:lnTo>
                    <a:pt x="0" y="517240"/>
                  </a:lnTo>
                  <a:close/>
                </a:path>
              </a:pathLst>
            </a:custGeom>
            <a:solidFill>
              <a:srgbClr val="D5A995">
                <a:alpha val="100000"/>
              </a:srgbClr>
            </a:solidFill>
            <a:ln w="4762" cap="rnd">
              <a:solidFill>
                <a:srgbClr val="D5A9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g2282"/>
            <p:cNvSpPr/>
            <p:nvPr/>
          </p:nvSpPr>
          <p:spPr>
            <a:xfrm>
              <a:off x="5121025" y="4533406"/>
              <a:ext cx="17721" cy="529885"/>
            </a:xfrm>
            <a:custGeom>
              <a:avLst/>
              <a:pathLst>
                <a:path w="17721" h="529885">
                  <a:moveTo>
                    <a:pt x="0" y="12644"/>
                  </a:moveTo>
                  <a:lnTo>
                    <a:pt x="17721" y="0"/>
                  </a:lnTo>
                  <a:lnTo>
                    <a:pt x="17721" y="529885"/>
                  </a:lnTo>
                  <a:lnTo>
                    <a:pt x="0" y="529885"/>
                  </a:lnTo>
                  <a:close/>
                </a:path>
              </a:pathLst>
            </a:custGeom>
            <a:solidFill>
              <a:srgbClr val="D5A895">
                <a:alpha val="100000"/>
              </a:srgbClr>
            </a:solidFill>
            <a:ln w="4762" cap="rnd">
              <a:solidFill>
                <a:srgbClr val="D5A8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g2283"/>
            <p:cNvSpPr/>
            <p:nvPr/>
          </p:nvSpPr>
          <p:spPr>
            <a:xfrm>
              <a:off x="5138746" y="4508404"/>
              <a:ext cx="35442" cy="554886"/>
            </a:xfrm>
            <a:custGeom>
              <a:avLst/>
              <a:pathLst>
                <a:path w="35442" h="554886">
                  <a:moveTo>
                    <a:pt x="0" y="25001"/>
                  </a:moveTo>
                  <a:lnTo>
                    <a:pt x="17721" y="12440"/>
                  </a:lnTo>
                  <a:lnTo>
                    <a:pt x="35442" y="0"/>
                  </a:lnTo>
                  <a:lnTo>
                    <a:pt x="35442" y="554886"/>
                  </a:lnTo>
                  <a:lnTo>
                    <a:pt x="17721" y="554886"/>
                  </a:lnTo>
                  <a:lnTo>
                    <a:pt x="0" y="554886"/>
                  </a:lnTo>
                  <a:close/>
                </a:path>
              </a:pathLst>
            </a:custGeom>
            <a:solidFill>
              <a:srgbClr val="D4A894">
                <a:alpha val="100000"/>
              </a:srgbClr>
            </a:solidFill>
            <a:ln w="4762" cap="rnd">
              <a:solidFill>
                <a:srgbClr val="D4A8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g2284"/>
            <p:cNvSpPr/>
            <p:nvPr/>
          </p:nvSpPr>
          <p:spPr>
            <a:xfrm>
              <a:off x="5174189" y="4484062"/>
              <a:ext cx="35442" cy="579228"/>
            </a:xfrm>
            <a:custGeom>
              <a:avLst/>
              <a:pathLst>
                <a:path w="35442" h="579228">
                  <a:moveTo>
                    <a:pt x="0" y="24342"/>
                  </a:moveTo>
                  <a:lnTo>
                    <a:pt x="17721" y="12100"/>
                  </a:lnTo>
                  <a:lnTo>
                    <a:pt x="35442" y="0"/>
                  </a:lnTo>
                  <a:lnTo>
                    <a:pt x="35442" y="579228"/>
                  </a:lnTo>
                  <a:lnTo>
                    <a:pt x="17721" y="579228"/>
                  </a:lnTo>
                  <a:lnTo>
                    <a:pt x="0" y="579228"/>
                  </a:lnTo>
                  <a:close/>
                </a:path>
              </a:pathLst>
            </a:custGeom>
            <a:solidFill>
              <a:srgbClr val="D4A793">
                <a:alpha val="100000"/>
              </a:srgbClr>
            </a:solidFill>
            <a:ln w="4762" cap="rnd">
              <a:solidFill>
                <a:srgbClr val="D4A7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g2285"/>
            <p:cNvSpPr/>
            <p:nvPr/>
          </p:nvSpPr>
          <p:spPr>
            <a:xfrm>
              <a:off x="5209632" y="4472149"/>
              <a:ext cx="17721" cy="591141"/>
            </a:xfrm>
            <a:custGeom>
              <a:avLst/>
              <a:pathLst>
                <a:path w="17721" h="591141">
                  <a:moveTo>
                    <a:pt x="0" y="11913"/>
                  </a:moveTo>
                  <a:lnTo>
                    <a:pt x="17721" y="0"/>
                  </a:lnTo>
                  <a:lnTo>
                    <a:pt x="17721" y="591141"/>
                  </a:lnTo>
                  <a:lnTo>
                    <a:pt x="0" y="591141"/>
                  </a:lnTo>
                  <a:close/>
                </a:path>
              </a:pathLst>
            </a:custGeom>
            <a:solidFill>
              <a:srgbClr val="D4A692">
                <a:alpha val="100000"/>
              </a:srgbClr>
            </a:solidFill>
            <a:ln w="4762" cap="rnd">
              <a:solidFill>
                <a:srgbClr val="D4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g2286"/>
            <p:cNvSpPr/>
            <p:nvPr/>
          </p:nvSpPr>
          <p:spPr>
            <a:xfrm>
              <a:off x="5227353" y="4449121"/>
              <a:ext cx="35442" cy="614170"/>
            </a:xfrm>
            <a:custGeom>
              <a:avLst/>
              <a:pathLst>
                <a:path w="35442" h="614170">
                  <a:moveTo>
                    <a:pt x="0" y="23028"/>
                  </a:moveTo>
                  <a:lnTo>
                    <a:pt x="17721" y="11415"/>
                  </a:lnTo>
                  <a:lnTo>
                    <a:pt x="35442" y="0"/>
                  </a:lnTo>
                  <a:lnTo>
                    <a:pt x="35442" y="614170"/>
                  </a:lnTo>
                  <a:lnTo>
                    <a:pt x="17721" y="614170"/>
                  </a:lnTo>
                  <a:lnTo>
                    <a:pt x="0" y="614170"/>
                  </a:lnTo>
                  <a:close/>
                </a:path>
              </a:pathLst>
            </a:custGeom>
            <a:solidFill>
              <a:srgbClr val="D3A692">
                <a:alpha val="100000"/>
              </a:srgbClr>
            </a:solidFill>
            <a:ln w="4762" cap="rnd">
              <a:solidFill>
                <a:srgbClr val="D3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g2287"/>
            <p:cNvSpPr/>
            <p:nvPr/>
          </p:nvSpPr>
          <p:spPr>
            <a:xfrm>
              <a:off x="5262796" y="4427197"/>
              <a:ext cx="35442" cy="636093"/>
            </a:xfrm>
            <a:custGeom>
              <a:avLst/>
              <a:pathLst>
                <a:path w="35442" h="636093">
                  <a:moveTo>
                    <a:pt x="0" y="21923"/>
                  </a:moveTo>
                  <a:lnTo>
                    <a:pt x="17721" y="10758"/>
                  </a:lnTo>
                  <a:lnTo>
                    <a:pt x="35442" y="0"/>
                  </a:lnTo>
                  <a:lnTo>
                    <a:pt x="35442" y="636093"/>
                  </a:lnTo>
                  <a:lnTo>
                    <a:pt x="17721" y="636093"/>
                  </a:lnTo>
                  <a:lnTo>
                    <a:pt x="0" y="636093"/>
                  </a:lnTo>
                  <a:close/>
                </a:path>
              </a:pathLst>
            </a:custGeom>
            <a:solidFill>
              <a:srgbClr val="D3A591">
                <a:alpha val="100000"/>
              </a:srgbClr>
            </a:solidFill>
            <a:ln w="4762" cap="rnd">
              <a:solidFill>
                <a:srgbClr val="D3A5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g2288"/>
            <p:cNvSpPr/>
            <p:nvPr/>
          </p:nvSpPr>
          <p:spPr>
            <a:xfrm>
              <a:off x="5298238" y="4416694"/>
              <a:ext cx="17721" cy="646597"/>
            </a:xfrm>
            <a:custGeom>
              <a:avLst/>
              <a:pathLst>
                <a:path w="17721" h="646597">
                  <a:moveTo>
                    <a:pt x="0" y="10503"/>
                  </a:moveTo>
                  <a:lnTo>
                    <a:pt x="17721" y="0"/>
                  </a:lnTo>
                  <a:lnTo>
                    <a:pt x="17721" y="646597"/>
                  </a:lnTo>
                  <a:lnTo>
                    <a:pt x="0" y="646597"/>
                  </a:lnTo>
                  <a:close/>
                </a:path>
              </a:pathLst>
            </a:custGeom>
            <a:solidFill>
              <a:srgbClr val="D3A490">
                <a:alpha val="100000"/>
              </a:srgbClr>
            </a:solidFill>
            <a:ln w="4762" cap="rnd">
              <a:solidFill>
                <a:srgbClr val="D3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g2289"/>
            <p:cNvSpPr/>
            <p:nvPr/>
          </p:nvSpPr>
          <p:spPr>
            <a:xfrm>
              <a:off x="5315960" y="4396816"/>
              <a:ext cx="35442" cy="666474"/>
            </a:xfrm>
            <a:custGeom>
              <a:avLst/>
              <a:pathLst>
                <a:path w="35442" h="666474">
                  <a:moveTo>
                    <a:pt x="0" y="19877"/>
                  </a:moveTo>
                  <a:lnTo>
                    <a:pt x="17721" y="9681"/>
                  </a:lnTo>
                  <a:lnTo>
                    <a:pt x="35442" y="0"/>
                  </a:lnTo>
                  <a:lnTo>
                    <a:pt x="35442" y="666474"/>
                  </a:lnTo>
                  <a:lnTo>
                    <a:pt x="17721" y="666474"/>
                  </a:lnTo>
                  <a:lnTo>
                    <a:pt x="0" y="666474"/>
                  </a:lnTo>
                  <a:close/>
                </a:path>
              </a:pathLst>
            </a:custGeom>
            <a:solidFill>
              <a:srgbClr val="D2A490">
                <a:alpha val="100000"/>
              </a:srgbClr>
            </a:solidFill>
            <a:ln w="4762" cap="rnd">
              <a:solidFill>
                <a:srgbClr val="D2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g2290"/>
            <p:cNvSpPr/>
            <p:nvPr/>
          </p:nvSpPr>
          <p:spPr>
            <a:xfrm>
              <a:off x="5351403" y="4378430"/>
              <a:ext cx="35442" cy="684860"/>
            </a:xfrm>
            <a:custGeom>
              <a:avLst/>
              <a:pathLst>
                <a:path w="35442" h="684860">
                  <a:moveTo>
                    <a:pt x="0" y="18386"/>
                  </a:moveTo>
                  <a:lnTo>
                    <a:pt x="17721" y="9014"/>
                  </a:lnTo>
                  <a:lnTo>
                    <a:pt x="35442" y="0"/>
                  </a:lnTo>
                  <a:lnTo>
                    <a:pt x="35442" y="684860"/>
                  </a:lnTo>
                  <a:lnTo>
                    <a:pt x="17721" y="684860"/>
                  </a:lnTo>
                  <a:lnTo>
                    <a:pt x="0" y="684860"/>
                  </a:lnTo>
                  <a:close/>
                </a:path>
              </a:pathLst>
            </a:custGeom>
            <a:solidFill>
              <a:srgbClr val="D2A38F">
                <a:alpha val="100000"/>
              </a:srgbClr>
            </a:solidFill>
            <a:ln w="4762" cap="rnd">
              <a:solidFill>
                <a:srgbClr val="D2A3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g2291"/>
            <p:cNvSpPr/>
            <p:nvPr/>
          </p:nvSpPr>
          <p:spPr>
            <a:xfrm>
              <a:off x="5386845" y="4370037"/>
              <a:ext cx="17721" cy="693254"/>
            </a:xfrm>
            <a:custGeom>
              <a:avLst/>
              <a:pathLst>
                <a:path w="17721" h="693254">
                  <a:moveTo>
                    <a:pt x="0" y="8393"/>
                  </a:moveTo>
                  <a:lnTo>
                    <a:pt x="17721" y="0"/>
                  </a:lnTo>
                  <a:lnTo>
                    <a:pt x="17721" y="693254"/>
                  </a:lnTo>
                  <a:lnTo>
                    <a:pt x="0" y="693254"/>
                  </a:lnTo>
                  <a:close/>
                </a:path>
              </a:pathLst>
            </a:custGeom>
            <a:solidFill>
              <a:srgbClr val="D2A28E">
                <a:alpha val="100000"/>
              </a:srgbClr>
            </a:solidFill>
            <a:ln w="4762" cap="rnd">
              <a:solidFill>
                <a:srgbClr val="D2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g2292"/>
            <p:cNvSpPr/>
            <p:nvPr/>
          </p:nvSpPr>
          <p:spPr>
            <a:xfrm>
              <a:off x="5404567" y="4354368"/>
              <a:ext cx="35442" cy="708922"/>
            </a:xfrm>
            <a:custGeom>
              <a:avLst/>
              <a:pathLst>
                <a:path w="35442" h="708922">
                  <a:moveTo>
                    <a:pt x="0" y="15668"/>
                  </a:moveTo>
                  <a:lnTo>
                    <a:pt x="17721" y="7635"/>
                  </a:lnTo>
                  <a:lnTo>
                    <a:pt x="35442" y="0"/>
                  </a:lnTo>
                  <a:lnTo>
                    <a:pt x="35442" y="708922"/>
                  </a:lnTo>
                  <a:lnTo>
                    <a:pt x="17721" y="708922"/>
                  </a:lnTo>
                  <a:lnTo>
                    <a:pt x="0" y="708922"/>
                  </a:lnTo>
                  <a:close/>
                </a:path>
              </a:pathLst>
            </a:custGeom>
            <a:solidFill>
              <a:srgbClr val="D1A28E">
                <a:alpha val="100000"/>
              </a:srgbClr>
            </a:solidFill>
            <a:ln w="4762" cap="rnd">
              <a:solidFill>
                <a:srgbClr val="D1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g2293"/>
            <p:cNvSpPr/>
            <p:nvPr/>
          </p:nvSpPr>
          <p:spPr>
            <a:xfrm>
              <a:off x="5440009" y="4340950"/>
              <a:ext cx="35442" cy="722341"/>
            </a:xfrm>
            <a:custGeom>
              <a:avLst/>
              <a:pathLst>
                <a:path w="35442" h="722341">
                  <a:moveTo>
                    <a:pt x="0" y="13418"/>
                  </a:moveTo>
                  <a:lnTo>
                    <a:pt x="17721" y="6506"/>
                  </a:lnTo>
                  <a:lnTo>
                    <a:pt x="35442" y="0"/>
                  </a:lnTo>
                  <a:lnTo>
                    <a:pt x="35442" y="722341"/>
                  </a:lnTo>
                  <a:lnTo>
                    <a:pt x="17721" y="722341"/>
                  </a:lnTo>
                  <a:lnTo>
                    <a:pt x="0" y="722341"/>
                  </a:lnTo>
                  <a:close/>
                </a:path>
              </a:pathLst>
            </a:custGeom>
            <a:solidFill>
              <a:srgbClr val="D1A18D">
                <a:alpha val="100000"/>
              </a:srgbClr>
            </a:solidFill>
            <a:ln w="4762" cap="rnd">
              <a:solidFill>
                <a:srgbClr val="D1A1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g2294"/>
            <p:cNvSpPr/>
            <p:nvPr/>
          </p:nvSpPr>
          <p:spPr>
            <a:xfrm>
              <a:off x="5475452" y="4334869"/>
              <a:ext cx="17721" cy="728421"/>
            </a:xfrm>
            <a:custGeom>
              <a:avLst/>
              <a:pathLst>
                <a:path w="17721" h="728421">
                  <a:moveTo>
                    <a:pt x="0" y="6080"/>
                  </a:moveTo>
                  <a:lnTo>
                    <a:pt x="17721" y="0"/>
                  </a:lnTo>
                  <a:lnTo>
                    <a:pt x="17721" y="728421"/>
                  </a:lnTo>
                  <a:lnTo>
                    <a:pt x="0" y="728421"/>
                  </a:lnTo>
                  <a:close/>
                </a:path>
              </a:pathLst>
            </a:custGeom>
            <a:solidFill>
              <a:srgbClr val="D1A08C">
                <a:alpha val="100000"/>
              </a:srgbClr>
            </a:solidFill>
            <a:ln w="4762" cap="rnd">
              <a:solidFill>
                <a:srgbClr val="D1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g2295"/>
            <p:cNvSpPr/>
            <p:nvPr/>
          </p:nvSpPr>
          <p:spPr>
            <a:xfrm>
              <a:off x="5493173" y="4324785"/>
              <a:ext cx="35442" cy="738506"/>
            </a:xfrm>
            <a:custGeom>
              <a:avLst/>
              <a:pathLst>
                <a:path w="35442" h="738506">
                  <a:moveTo>
                    <a:pt x="0" y="10084"/>
                  </a:moveTo>
                  <a:lnTo>
                    <a:pt x="17721" y="4820"/>
                  </a:lnTo>
                  <a:lnTo>
                    <a:pt x="35442" y="0"/>
                  </a:lnTo>
                  <a:lnTo>
                    <a:pt x="35442" y="738506"/>
                  </a:lnTo>
                  <a:lnTo>
                    <a:pt x="17721" y="738506"/>
                  </a:lnTo>
                  <a:lnTo>
                    <a:pt x="0" y="738506"/>
                  </a:lnTo>
                  <a:close/>
                </a:path>
              </a:pathLst>
            </a:custGeom>
            <a:solidFill>
              <a:srgbClr val="D0A08C">
                <a:alpha val="100000"/>
              </a:srgbClr>
            </a:solidFill>
            <a:ln w="4762" cap="rnd">
              <a:solidFill>
                <a:srgbClr val="D0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g2296"/>
            <p:cNvSpPr/>
            <p:nvPr/>
          </p:nvSpPr>
          <p:spPr>
            <a:xfrm>
              <a:off x="5528616" y="4316929"/>
              <a:ext cx="35442" cy="746361"/>
            </a:xfrm>
            <a:custGeom>
              <a:avLst/>
              <a:pathLst>
                <a:path w="35442" h="746361">
                  <a:moveTo>
                    <a:pt x="0" y="7855"/>
                  </a:moveTo>
                  <a:lnTo>
                    <a:pt x="17721" y="3479"/>
                  </a:lnTo>
                  <a:lnTo>
                    <a:pt x="35442" y="0"/>
                  </a:lnTo>
                  <a:lnTo>
                    <a:pt x="35442" y="746361"/>
                  </a:lnTo>
                  <a:lnTo>
                    <a:pt x="17721" y="746361"/>
                  </a:lnTo>
                  <a:lnTo>
                    <a:pt x="0" y="746361"/>
                  </a:lnTo>
                  <a:close/>
                </a:path>
              </a:pathLst>
            </a:custGeom>
            <a:solidFill>
              <a:srgbClr val="D09F8B">
                <a:alpha val="100000"/>
              </a:srgbClr>
            </a:solidFill>
            <a:ln w="4762" cap="rnd">
              <a:solidFill>
                <a:srgbClr val="D09F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g2297"/>
            <p:cNvSpPr/>
            <p:nvPr/>
          </p:nvSpPr>
          <p:spPr>
            <a:xfrm>
              <a:off x="5564059" y="4313921"/>
              <a:ext cx="17721" cy="749369"/>
            </a:xfrm>
            <a:custGeom>
              <a:avLst/>
              <a:pathLst>
                <a:path w="17721" h="749369">
                  <a:moveTo>
                    <a:pt x="0" y="3008"/>
                  </a:moveTo>
                  <a:lnTo>
                    <a:pt x="17721" y="0"/>
                  </a:lnTo>
                  <a:lnTo>
                    <a:pt x="17721" y="749369"/>
                  </a:lnTo>
                  <a:lnTo>
                    <a:pt x="0" y="749369"/>
                  </a:lnTo>
                  <a:close/>
                </a:path>
              </a:pathLst>
            </a:custGeom>
            <a:solidFill>
              <a:srgbClr val="D09F8A">
                <a:alpha val="100000"/>
              </a:srgbClr>
            </a:solidFill>
            <a:ln w="4762" cap="rnd">
              <a:solidFill>
                <a:srgbClr val="D09F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g2298"/>
            <p:cNvSpPr/>
            <p:nvPr/>
          </p:nvSpPr>
          <p:spPr>
            <a:xfrm>
              <a:off x="5581780" y="4311385"/>
              <a:ext cx="17721" cy="751906"/>
            </a:xfrm>
            <a:custGeom>
              <a:avLst/>
              <a:pathLst>
                <a:path w="17721" h="751906">
                  <a:moveTo>
                    <a:pt x="0" y="2536"/>
                  </a:moveTo>
                  <a:lnTo>
                    <a:pt x="17721" y="0"/>
                  </a:lnTo>
                  <a:lnTo>
                    <a:pt x="17721" y="751906"/>
                  </a:lnTo>
                  <a:lnTo>
                    <a:pt x="0" y="751906"/>
                  </a:lnTo>
                  <a:close/>
                </a:path>
              </a:pathLst>
            </a:custGeom>
            <a:solidFill>
              <a:srgbClr val="CF9E8A">
                <a:alpha val="100000"/>
              </a:srgbClr>
            </a:solidFill>
            <a:ln w="4762" cap="rnd">
              <a:solidFill>
                <a:srgbClr val="CF9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g2299"/>
            <p:cNvSpPr/>
            <p:nvPr/>
          </p:nvSpPr>
          <p:spPr>
            <a:xfrm>
              <a:off x="5599502" y="4309768"/>
              <a:ext cx="17721" cy="753522"/>
            </a:xfrm>
            <a:custGeom>
              <a:avLst/>
              <a:pathLst>
                <a:path w="17721" h="753522">
                  <a:moveTo>
                    <a:pt x="0" y="1616"/>
                  </a:moveTo>
                  <a:lnTo>
                    <a:pt x="17721" y="0"/>
                  </a:lnTo>
                  <a:lnTo>
                    <a:pt x="17721" y="753522"/>
                  </a:lnTo>
                  <a:lnTo>
                    <a:pt x="0" y="753522"/>
                  </a:lnTo>
                  <a:close/>
                </a:path>
              </a:pathLst>
            </a:custGeom>
            <a:solidFill>
              <a:srgbClr val="CF9E89">
                <a:alpha val="100000"/>
              </a:srgbClr>
            </a:solidFill>
            <a:ln w="4762" cap="rnd">
              <a:solidFill>
                <a:srgbClr val="CF9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g2300"/>
            <p:cNvSpPr/>
            <p:nvPr/>
          </p:nvSpPr>
          <p:spPr>
            <a:xfrm>
              <a:off x="5617223" y="4308042"/>
              <a:ext cx="35442" cy="755249"/>
            </a:xfrm>
            <a:custGeom>
              <a:avLst/>
              <a:pathLst>
                <a:path w="35442" h="755249">
                  <a:moveTo>
                    <a:pt x="0" y="1726"/>
                  </a:moveTo>
                  <a:lnTo>
                    <a:pt x="17721" y="619"/>
                  </a:lnTo>
                  <a:lnTo>
                    <a:pt x="35442" y="0"/>
                  </a:lnTo>
                  <a:lnTo>
                    <a:pt x="35442" y="755249"/>
                  </a:lnTo>
                  <a:lnTo>
                    <a:pt x="17721" y="755249"/>
                  </a:lnTo>
                  <a:lnTo>
                    <a:pt x="0" y="755249"/>
                  </a:lnTo>
                  <a:close/>
                </a:path>
              </a:pathLst>
            </a:custGeom>
            <a:solidFill>
              <a:srgbClr val="CF9D89">
                <a:alpha val="100000"/>
              </a:srgbClr>
            </a:solidFill>
            <a:ln w="4762" cap="rnd">
              <a:solidFill>
                <a:srgbClr val="CF9D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g2301"/>
            <p:cNvSpPr/>
            <p:nvPr/>
          </p:nvSpPr>
          <p:spPr>
            <a:xfrm>
              <a:off x="5652666" y="4308042"/>
              <a:ext cx="17721" cy="755249"/>
            </a:xfrm>
            <a:custGeom>
              <a:avLst/>
              <a:pathLst>
                <a:path w="17721" h="755249">
                  <a:moveTo>
                    <a:pt x="0" y="0"/>
                  </a:moveTo>
                  <a:lnTo>
                    <a:pt x="17721" y="301"/>
                  </a:lnTo>
                  <a:lnTo>
                    <a:pt x="17721" y="755249"/>
                  </a:lnTo>
                  <a:lnTo>
                    <a:pt x="0" y="755249"/>
                  </a:lnTo>
                  <a:close/>
                </a:path>
              </a:pathLst>
            </a:custGeom>
            <a:solidFill>
              <a:srgbClr val="CF9D88">
                <a:alpha val="100000"/>
              </a:srgbClr>
            </a:solidFill>
            <a:ln w="4762" cap="rnd">
              <a:solidFill>
                <a:srgbClr val="CF9D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g2302"/>
            <p:cNvSpPr/>
            <p:nvPr/>
          </p:nvSpPr>
          <p:spPr>
            <a:xfrm>
              <a:off x="5670387" y="4308344"/>
              <a:ext cx="17721" cy="754947"/>
            </a:xfrm>
            <a:custGeom>
              <a:avLst/>
              <a:pathLst>
                <a:path w="17721" h="754947">
                  <a:moveTo>
                    <a:pt x="0" y="0"/>
                  </a:moveTo>
                  <a:lnTo>
                    <a:pt x="17721" y="838"/>
                  </a:lnTo>
                  <a:lnTo>
                    <a:pt x="17721" y="754947"/>
                  </a:lnTo>
                  <a:lnTo>
                    <a:pt x="0" y="754947"/>
                  </a:lnTo>
                  <a:close/>
                </a:path>
              </a:pathLst>
            </a:custGeom>
            <a:solidFill>
              <a:srgbClr val="CE9C88">
                <a:alpha val="100000"/>
              </a:srgbClr>
            </a:solidFill>
            <a:ln w="4762" cap="rnd">
              <a:solidFill>
                <a:srgbClr val="CE9C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g2303"/>
            <p:cNvSpPr/>
            <p:nvPr/>
          </p:nvSpPr>
          <p:spPr>
            <a:xfrm>
              <a:off x="5688109" y="4309182"/>
              <a:ext cx="17721" cy="754108"/>
            </a:xfrm>
            <a:custGeom>
              <a:avLst/>
              <a:pathLst>
                <a:path w="17721" h="754108">
                  <a:moveTo>
                    <a:pt x="0" y="0"/>
                  </a:moveTo>
                  <a:lnTo>
                    <a:pt x="17721" y="1332"/>
                  </a:lnTo>
                  <a:lnTo>
                    <a:pt x="17721" y="754108"/>
                  </a:lnTo>
                  <a:lnTo>
                    <a:pt x="0" y="754108"/>
                  </a:lnTo>
                  <a:close/>
                </a:path>
              </a:pathLst>
            </a:custGeom>
            <a:solidFill>
              <a:srgbClr val="CE9C87">
                <a:alpha val="100000"/>
              </a:srgbClr>
            </a:solidFill>
            <a:ln w="4762" cap="rnd">
              <a:solidFill>
                <a:srgbClr val="CE9C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g2304"/>
            <p:cNvSpPr/>
            <p:nvPr/>
          </p:nvSpPr>
          <p:spPr>
            <a:xfrm>
              <a:off x="5705830" y="4310515"/>
              <a:ext cx="35442" cy="752776"/>
            </a:xfrm>
            <a:custGeom>
              <a:avLst/>
              <a:pathLst>
                <a:path w="35442" h="752776">
                  <a:moveTo>
                    <a:pt x="0" y="0"/>
                  </a:moveTo>
                  <a:lnTo>
                    <a:pt x="17721" y="2232"/>
                  </a:lnTo>
                  <a:lnTo>
                    <a:pt x="35442" y="5017"/>
                  </a:lnTo>
                  <a:lnTo>
                    <a:pt x="35442" y="752776"/>
                  </a:lnTo>
                  <a:lnTo>
                    <a:pt x="17721" y="752776"/>
                  </a:lnTo>
                  <a:lnTo>
                    <a:pt x="0" y="752776"/>
                  </a:lnTo>
                  <a:close/>
                </a:path>
              </a:pathLst>
            </a:custGeom>
            <a:solidFill>
              <a:srgbClr val="CE9B87">
                <a:alpha val="100000"/>
              </a:srgbClr>
            </a:solidFill>
            <a:ln w="4762" cap="rnd">
              <a:solidFill>
                <a:srgbClr val="CE9B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g2305"/>
            <p:cNvSpPr/>
            <p:nvPr/>
          </p:nvSpPr>
          <p:spPr>
            <a:xfrm>
              <a:off x="5741273" y="4315532"/>
              <a:ext cx="17721" cy="747759"/>
            </a:xfrm>
            <a:custGeom>
              <a:avLst/>
              <a:pathLst>
                <a:path w="17721" h="747759">
                  <a:moveTo>
                    <a:pt x="0" y="0"/>
                  </a:moveTo>
                  <a:lnTo>
                    <a:pt x="17721" y="3272"/>
                  </a:lnTo>
                  <a:lnTo>
                    <a:pt x="17721" y="747759"/>
                  </a:lnTo>
                  <a:lnTo>
                    <a:pt x="0" y="747759"/>
                  </a:lnTo>
                  <a:close/>
                </a:path>
              </a:pathLst>
            </a:custGeom>
            <a:solidFill>
              <a:srgbClr val="CD9B86">
                <a:alpha val="100000"/>
              </a:srgbClr>
            </a:solidFill>
            <a:ln w="4762" cap="rnd">
              <a:solidFill>
                <a:srgbClr val="CD9B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g2306"/>
            <p:cNvSpPr/>
            <p:nvPr/>
          </p:nvSpPr>
          <p:spPr>
            <a:xfrm>
              <a:off x="5758994" y="4318804"/>
              <a:ext cx="17721" cy="744487"/>
            </a:xfrm>
            <a:custGeom>
              <a:avLst/>
              <a:pathLst>
                <a:path w="17721" h="744487">
                  <a:moveTo>
                    <a:pt x="0" y="0"/>
                  </a:moveTo>
                  <a:lnTo>
                    <a:pt x="17721" y="4130"/>
                  </a:lnTo>
                  <a:lnTo>
                    <a:pt x="17721" y="744487"/>
                  </a:lnTo>
                  <a:lnTo>
                    <a:pt x="0" y="744487"/>
                  </a:lnTo>
                  <a:close/>
                </a:path>
              </a:pathLst>
            </a:custGeom>
            <a:solidFill>
              <a:srgbClr val="CD9A86">
                <a:alpha val="100000"/>
              </a:srgbClr>
            </a:solidFill>
            <a:ln w="4762" cap="rnd">
              <a:solidFill>
                <a:srgbClr val="CD9A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g2307"/>
            <p:cNvSpPr/>
            <p:nvPr/>
          </p:nvSpPr>
          <p:spPr>
            <a:xfrm>
              <a:off x="5776715" y="4322935"/>
              <a:ext cx="17721" cy="740356"/>
            </a:xfrm>
            <a:custGeom>
              <a:avLst/>
              <a:pathLst>
                <a:path w="17721" h="740356">
                  <a:moveTo>
                    <a:pt x="0" y="0"/>
                  </a:moveTo>
                  <a:lnTo>
                    <a:pt x="17721" y="4684"/>
                  </a:lnTo>
                  <a:lnTo>
                    <a:pt x="17721" y="740356"/>
                  </a:lnTo>
                  <a:lnTo>
                    <a:pt x="0" y="740356"/>
                  </a:lnTo>
                  <a:close/>
                </a:path>
              </a:pathLst>
            </a:custGeom>
            <a:solidFill>
              <a:srgbClr val="CD9A85">
                <a:alpha val="100000"/>
              </a:srgbClr>
            </a:solidFill>
            <a:ln w="4762" cap="rnd">
              <a:solidFill>
                <a:srgbClr val="CD9A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g2308"/>
            <p:cNvSpPr/>
            <p:nvPr/>
          </p:nvSpPr>
          <p:spPr>
            <a:xfrm>
              <a:off x="5794437" y="4327619"/>
              <a:ext cx="35442" cy="735671"/>
            </a:xfrm>
            <a:custGeom>
              <a:avLst/>
              <a:pathLst>
                <a:path w="35442" h="735671">
                  <a:moveTo>
                    <a:pt x="0" y="0"/>
                  </a:moveTo>
                  <a:lnTo>
                    <a:pt x="17721" y="5153"/>
                  </a:lnTo>
                  <a:lnTo>
                    <a:pt x="35442" y="11106"/>
                  </a:lnTo>
                  <a:lnTo>
                    <a:pt x="35442" y="735671"/>
                  </a:lnTo>
                  <a:lnTo>
                    <a:pt x="17721" y="735671"/>
                  </a:lnTo>
                  <a:lnTo>
                    <a:pt x="0" y="735671"/>
                  </a:lnTo>
                  <a:close/>
                </a:path>
              </a:pathLst>
            </a:custGeom>
            <a:solidFill>
              <a:srgbClr val="CD9985">
                <a:alpha val="100000"/>
              </a:srgbClr>
            </a:solidFill>
            <a:ln w="4762" cap="rnd">
              <a:solidFill>
                <a:srgbClr val="CD99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g2309"/>
            <p:cNvSpPr/>
            <p:nvPr/>
          </p:nvSpPr>
          <p:spPr>
            <a:xfrm>
              <a:off x="5829879" y="4338726"/>
              <a:ext cx="17721" cy="724564"/>
            </a:xfrm>
            <a:custGeom>
              <a:avLst/>
              <a:pathLst>
                <a:path w="17721" h="724564">
                  <a:moveTo>
                    <a:pt x="0" y="0"/>
                  </a:moveTo>
                  <a:lnTo>
                    <a:pt x="17721" y="6493"/>
                  </a:lnTo>
                  <a:lnTo>
                    <a:pt x="17721" y="724564"/>
                  </a:lnTo>
                  <a:lnTo>
                    <a:pt x="0" y="724564"/>
                  </a:lnTo>
                  <a:close/>
                </a:path>
              </a:pathLst>
            </a:custGeom>
            <a:solidFill>
              <a:srgbClr val="CC9984">
                <a:alpha val="100000"/>
              </a:srgbClr>
            </a:solidFill>
            <a:ln w="4762" cap="rnd">
              <a:solidFill>
                <a:srgbClr val="CC99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g2310"/>
            <p:cNvSpPr/>
            <p:nvPr/>
          </p:nvSpPr>
          <p:spPr>
            <a:xfrm>
              <a:off x="5847601" y="4345219"/>
              <a:ext cx="17721" cy="718071"/>
            </a:xfrm>
            <a:custGeom>
              <a:avLst/>
              <a:pathLst>
                <a:path w="17721" h="718071">
                  <a:moveTo>
                    <a:pt x="0" y="0"/>
                  </a:moveTo>
                  <a:lnTo>
                    <a:pt x="17721" y="6933"/>
                  </a:lnTo>
                  <a:lnTo>
                    <a:pt x="17721" y="718071"/>
                  </a:lnTo>
                  <a:lnTo>
                    <a:pt x="0" y="718071"/>
                  </a:lnTo>
                  <a:close/>
                </a:path>
              </a:pathLst>
            </a:custGeom>
            <a:solidFill>
              <a:srgbClr val="CC9884">
                <a:alpha val="100000"/>
              </a:srgbClr>
            </a:solidFill>
            <a:ln w="4762" cap="rnd">
              <a:solidFill>
                <a:srgbClr val="CC98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g2311"/>
            <p:cNvSpPr/>
            <p:nvPr/>
          </p:nvSpPr>
          <p:spPr>
            <a:xfrm>
              <a:off x="5865322" y="4352152"/>
              <a:ext cx="17721" cy="711138"/>
            </a:xfrm>
            <a:custGeom>
              <a:avLst/>
              <a:pathLst>
                <a:path w="17721" h="711138">
                  <a:moveTo>
                    <a:pt x="0" y="0"/>
                  </a:moveTo>
                  <a:lnTo>
                    <a:pt x="17721" y="7656"/>
                  </a:lnTo>
                  <a:lnTo>
                    <a:pt x="17721" y="711138"/>
                  </a:lnTo>
                  <a:lnTo>
                    <a:pt x="0" y="711138"/>
                  </a:lnTo>
                  <a:close/>
                </a:path>
              </a:pathLst>
            </a:custGeom>
            <a:solidFill>
              <a:srgbClr val="CC9883">
                <a:alpha val="100000"/>
              </a:srgbClr>
            </a:solidFill>
            <a:ln w="4762" cap="rnd">
              <a:solidFill>
                <a:srgbClr val="CC98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g2312"/>
            <p:cNvSpPr/>
            <p:nvPr/>
          </p:nvSpPr>
          <p:spPr>
            <a:xfrm>
              <a:off x="5883044" y="4359809"/>
              <a:ext cx="35442" cy="703482"/>
            </a:xfrm>
            <a:custGeom>
              <a:avLst/>
              <a:pathLst>
                <a:path w="35442" h="703482">
                  <a:moveTo>
                    <a:pt x="0" y="0"/>
                  </a:moveTo>
                  <a:lnTo>
                    <a:pt x="17721" y="8168"/>
                  </a:lnTo>
                  <a:lnTo>
                    <a:pt x="35442" y="16736"/>
                  </a:lnTo>
                  <a:lnTo>
                    <a:pt x="35442" y="703482"/>
                  </a:lnTo>
                  <a:lnTo>
                    <a:pt x="17721" y="703482"/>
                  </a:lnTo>
                  <a:lnTo>
                    <a:pt x="0" y="703482"/>
                  </a:lnTo>
                  <a:close/>
                </a:path>
              </a:pathLst>
            </a:custGeom>
            <a:solidFill>
              <a:srgbClr val="CC9783">
                <a:alpha val="100000"/>
              </a:srgbClr>
            </a:solidFill>
            <a:ln w="4762" cap="rnd">
              <a:solidFill>
                <a:srgbClr val="CC97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g2313"/>
            <p:cNvSpPr/>
            <p:nvPr/>
          </p:nvSpPr>
          <p:spPr>
            <a:xfrm>
              <a:off x="5918486" y="4376546"/>
              <a:ext cx="17721" cy="686745"/>
            </a:xfrm>
            <a:custGeom>
              <a:avLst/>
              <a:pathLst>
                <a:path w="17721" h="686745">
                  <a:moveTo>
                    <a:pt x="0" y="0"/>
                  </a:moveTo>
                  <a:lnTo>
                    <a:pt x="17721" y="9203"/>
                  </a:lnTo>
                  <a:lnTo>
                    <a:pt x="17721" y="686745"/>
                  </a:lnTo>
                  <a:lnTo>
                    <a:pt x="0" y="686745"/>
                  </a:lnTo>
                  <a:close/>
                </a:path>
              </a:pathLst>
            </a:custGeom>
            <a:solidFill>
              <a:srgbClr val="CB9782">
                <a:alpha val="100000"/>
              </a:srgbClr>
            </a:solidFill>
            <a:ln w="4762" cap="rnd">
              <a:solidFill>
                <a:srgbClr val="CB97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g2314"/>
            <p:cNvSpPr/>
            <p:nvPr/>
          </p:nvSpPr>
          <p:spPr>
            <a:xfrm>
              <a:off x="5936208" y="4385749"/>
              <a:ext cx="17721" cy="677542"/>
            </a:xfrm>
            <a:custGeom>
              <a:avLst/>
              <a:pathLst>
                <a:path w="17721" h="677542">
                  <a:moveTo>
                    <a:pt x="0" y="0"/>
                  </a:moveTo>
                  <a:lnTo>
                    <a:pt x="17721" y="9672"/>
                  </a:lnTo>
                  <a:lnTo>
                    <a:pt x="17721" y="677542"/>
                  </a:lnTo>
                  <a:lnTo>
                    <a:pt x="0" y="677542"/>
                  </a:lnTo>
                  <a:close/>
                </a:path>
              </a:pathLst>
            </a:custGeom>
            <a:solidFill>
              <a:srgbClr val="CB9682">
                <a:alpha val="100000"/>
              </a:srgbClr>
            </a:solidFill>
            <a:ln w="4762" cap="rnd">
              <a:solidFill>
                <a:srgbClr val="CB96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g2315"/>
            <p:cNvSpPr/>
            <p:nvPr/>
          </p:nvSpPr>
          <p:spPr>
            <a:xfrm>
              <a:off x="5953929" y="4395421"/>
              <a:ext cx="17721" cy="667869"/>
            </a:xfrm>
            <a:custGeom>
              <a:avLst/>
              <a:pathLst>
                <a:path w="17721" h="667869">
                  <a:moveTo>
                    <a:pt x="0" y="0"/>
                  </a:moveTo>
                  <a:lnTo>
                    <a:pt x="17721" y="10023"/>
                  </a:lnTo>
                  <a:lnTo>
                    <a:pt x="17721" y="667869"/>
                  </a:lnTo>
                  <a:lnTo>
                    <a:pt x="0" y="667869"/>
                  </a:lnTo>
                  <a:close/>
                </a:path>
              </a:pathLst>
            </a:custGeom>
            <a:solidFill>
              <a:srgbClr val="CB9681">
                <a:alpha val="100000"/>
              </a:srgbClr>
            </a:solidFill>
            <a:ln w="4762" cap="rnd">
              <a:solidFill>
                <a:srgbClr val="CB9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g2316"/>
            <p:cNvSpPr/>
            <p:nvPr/>
          </p:nvSpPr>
          <p:spPr>
            <a:xfrm>
              <a:off x="5971650" y="4405444"/>
              <a:ext cx="35442" cy="657846"/>
            </a:xfrm>
            <a:custGeom>
              <a:avLst/>
              <a:pathLst>
                <a:path w="35442" h="657846">
                  <a:moveTo>
                    <a:pt x="0" y="0"/>
                  </a:moveTo>
                  <a:lnTo>
                    <a:pt x="17721" y="10560"/>
                  </a:lnTo>
                  <a:lnTo>
                    <a:pt x="35442" y="21533"/>
                  </a:lnTo>
                  <a:lnTo>
                    <a:pt x="35442" y="657846"/>
                  </a:lnTo>
                  <a:lnTo>
                    <a:pt x="17721" y="657846"/>
                  </a:lnTo>
                  <a:lnTo>
                    <a:pt x="0" y="657846"/>
                  </a:lnTo>
                  <a:close/>
                </a:path>
              </a:pathLst>
            </a:custGeom>
            <a:solidFill>
              <a:srgbClr val="CB9581">
                <a:alpha val="100000"/>
              </a:srgbClr>
            </a:solidFill>
            <a:ln w="4762" cap="rnd">
              <a:solidFill>
                <a:srgbClr val="CB95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g2317"/>
            <p:cNvSpPr/>
            <p:nvPr/>
          </p:nvSpPr>
          <p:spPr>
            <a:xfrm>
              <a:off x="6007093" y="4426978"/>
              <a:ext cx="17721" cy="636313"/>
            </a:xfrm>
            <a:custGeom>
              <a:avLst/>
              <a:pathLst>
                <a:path w="17721" h="636313">
                  <a:moveTo>
                    <a:pt x="0" y="0"/>
                  </a:moveTo>
                  <a:lnTo>
                    <a:pt x="17721" y="11268"/>
                  </a:lnTo>
                  <a:lnTo>
                    <a:pt x="17721" y="636313"/>
                  </a:lnTo>
                  <a:lnTo>
                    <a:pt x="0" y="636313"/>
                  </a:lnTo>
                  <a:close/>
                </a:path>
              </a:pathLst>
            </a:custGeom>
            <a:solidFill>
              <a:srgbClr val="CA9580">
                <a:alpha val="100000"/>
              </a:srgbClr>
            </a:solidFill>
            <a:ln w="4762" cap="rnd">
              <a:solidFill>
                <a:srgbClr val="CA95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g2318"/>
            <p:cNvSpPr/>
            <p:nvPr/>
          </p:nvSpPr>
          <p:spPr>
            <a:xfrm>
              <a:off x="6024815" y="4438246"/>
              <a:ext cx="17721" cy="625044"/>
            </a:xfrm>
            <a:custGeom>
              <a:avLst/>
              <a:pathLst>
                <a:path w="17721" h="625044">
                  <a:moveTo>
                    <a:pt x="0" y="0"/>
                  </a:moveTo>
                  <a:lnTo>
                    <a:pt x="17721" y="11702"/>
                  </a:lnTo>
                  <a:lnTo>
                    <a:pt x="17721" y="625044"/>
                  </a:lnTo>
                  <a:lnTo>
                    <a:pt x="0" y="625044"/>
                  </a:lnTo>
                  <a:close/>
                </a:path>
              </a:pathLst>
            </a:custGeom>
            <a:solidFill>
              <a:srgbClr val="CA9480">
                <a:alpha val="100000"/>
              </a:srgbClr>
            </a:solidFill>
            <a:ln w="4762" cap="rnd">
              <a:solidFill>
                <a:srgbClr val="CA94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g2319"/>
            <p:cNvSpPr/>
            <p:nvPr/>
          </p:nvSpPr>
          <p:spPr>
            <a:xfrm>
              <a:off x="6042536" y="4449948"/>
              <a:ext cx="35442" cy="613342"/>
            </a:xfrm>
            <a:custGeom>
              <a:avLst/>
              <a:pathLst>
                <a:path w="35442" h="613342">
                  <a:moveTo>
                    <a:pt x="0" y="0"/>
                  </a:moveTo>
                  <a:lnTo>
                    <a:pt x="17721" y="12046"/>
                  </a:lnTo>
                  <a:lnTo>
                    <a:pt x="35442" y="24326"/>
                  </a:lnTo>
                  <a:lnTo>
                    <a:pt x="35442" y="613342"/>
                  </a:lnTo>
                  <a:lnTo>
                    <a:pt x="17721" y="613342"/>
                  </a:lnTo>
                  <a:lnTo>
                    <a:pt x="0" y="613342"/>
                  </a:lnTo>
                  <a:close/>
                </a:path>
              </a:pathLst>
            </a:custGeom>
            <a:solidFill>
              <a:srgbClr val="CA947F">
                <a:alpha val="100000"/>
              </a:srgbClr>
            </a:solidFill>
            <a:ln w="4762" cap="rnd">
              <a:solidFill>
                <a:srgbClr val="CA94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g2320"/>
            <p:cNvSpPr/>
            <p:nvPr/>
          </p:nvSpPr>
          <p:spPr>
            <a:xfrm>
              <a:off x="6077979" y="4474275"/>
              <a:ext cx="17721" cy="589016"/>
            </a:xfrm>
            <a:custGeom>
              <a:avLst/>
              <a:pathLst>
                <a:path w="17721" h="589016">
                  <a:moveTo>
                    <a:pt x="0" y="0"/>
                  </a:moveTo>
                  <a:lnTo>
                    <a:pt x="17721" y="12609"/>
                  </a:lnTo>
                  <a:lnTo>
                    <a:pt x="17721" y="589016"/>
                  </a:lnTo>
                  <a:lnTo>
                    <a:pt x="0" y="589016"/>
                  </a:lnTo>
                  <a:close/>
                </a:path>
              </a:pathLst>
            </a:custGeom>
            <a:solidFill>
              <a:srgbClr val="C9937F">
                <a:alpha val="100000"/>
              </a:srgbClr>
            </a:solidFill>
            <a:ln w="4762" cap="rnd">
              <a:solidFill>
                <a:srgbClr val="C99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g2321"/>
            <p:cNvSpPr/>
            <p:nvPr/>
          </p:nvSpPr>
          <p:spPr>
            <a:xfrm>
              <a:off x="6095700" y="4486885"/>
              <a:ext cx="17721" cy="576406"/>
            </a:xfrm>
            <a:custGeom>
              <a:avLst/>
              <a:pathLst>
                <a:path w="17721" h="576406">
                  <a:moveTo>
                    <a:pt x="0" y="0"/>
                  </a:moveTo>
                  <a:lnTo>
                    <a:pt x="17721" y="12875"/>
                  </a:lnTo>
                  <a:lnTo>
                    <a:pt x="17721" y="576406"/>
                  </a:lnTo>
                  <a:lnTo>
                    <a:pt x="0" y="576406"/>
                  </a:lnTo>
                  <a:close/>
                </a:path>
              </a:pathLst>
            </a:custGeom>
            <a:solidFill>
              <a:srgbClr val="C9937E">
                <a:alpha val="100000"/>
              </a:srgbClr>
            </a:solidFill>
            <a:ln w="4762" cap="rnd">
              <a:solidFill>
                <a:srgbClr val="C99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g2322"/>
            <p:cNvSpPr/>
            <p:nvPr/>
          </p:nvSpPr>
          <p:spPr>
            <a:xfrm>
              <a:off x="6113421" y="4499761"/>
              <a:ext cx="17721" cy="563530"/>
            </a:xfrm>
            <a:custGeom>
              <a:avLst/>
              <a:pathLst>
                <a:path w="17721" h="563530">
                  <a:moveTo>
                    <a:pt x="0" y="0"/>
                  </a:moveTo>
                  <a:lnTo>
                    <a:pt x="17721" y="13045"/>
                  </a:lnTo>
                  <a:lnTo>
                    <a:pt x="17721" y="563530"/>
                  </a:lnTo>
                  <a:lnTo>
                    <a:pt x="0" y="563530"/>
                  </a:lnTo>
                  <a:close/>
                </a:path>
              </a:pathLst>
            </a:custGeom>
            <a:solidFill>
              <a:srgbClr val="C9927E">
                <a:alpha val="100000"/>
              </a:srgbClr>
            </a:solidFill>
            <a:ln w="4762" cap="rnd">
              <a:solidFill>
                <a:srgbClr val="C992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g2323"/>
            <p:cNvSpPr/>
            <p:nvPr/>
          </p:nvSpPr>
          <p:spPr>
            <a:xfrm>
              <a:off x="6131143" y="4512807"/>
              <a:ext cx="35442" cy="550484"/>
            </a:xfrm>
            <a:custGeom>
              <a:avLst/>
              <a:pathLst>
                <a:path w="35442" h="550484">
                  <a:moveTo>
                    <a:pt x="0" y="0"/>
                  </a:moveTo>
                  <a:lnTo>
                    <a:pt x="17721" y="13273"/>
                  </a:lnTo>
                  <a:lnTo>
                    <a:pt x="35442" y="26726"/>
                  </a:lnTo>
                  <a:lnTo>
                    <a:pt x="35442" y="550484"/>
                  </a:lnTo>
                  <a:lnTo>
                    <a:pt x="17721" y="550484"/>
                  </a:lnTo>
                  <a:lnTo>
                    <a:pt x="0" y="550484"/>
                  </a:lnTo>
                  <a:close/>
                </a:path>
              </a:pathLst>
            </a:custGeom>
            <a:solidFill>
              <a:srgbClr val="C9927D">
                <a:alpha val="100000"/>
              </a:srgbClr>
            </a:solidFill>
            <a:ln w="4762" cap="rnd">
              <a:solidFill>
                <a:srgbClr val="C992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g2324"/>
            <p:cNvSpPr/>
            <p:nvPr/>
          </p:nvSpPr>
          <p:spPr>
            <a:xfrm>
              <a:off x="6166585" y="4539533"/>
              <a:ext cx="17721" cy="523757"/>
            </a:xfrm>
            <a:custGeom>
              <a:avLst/>
              <a:pathLst>
                <a:path w="17721" h="523757">
                  <a:moveTo>
                    <a:pt x="0" y="0"/>
                  </a:moveTo>
                  <a:lnTo>
                    <a:pt x="17721" y="13559"/>
                  </a:lnTo>
                  <a:lnTo>
                    <a:pt x="17721" y="523757"/>
                  </a:lnTo>
                  <a:lnTo>
                    <a:pt x="0" y="523757"/>
                  </a:lnTo>
                  <a:close/>
                </a:path>
              </a:pathLst>
            </a:custGeom>
            <a:solidFill>
              <a:srgbClr val="C8917D">
                <a:alpha val="100000"/>
              </a:srgbClr>
            </a:solidFill>
            <a:ln w="4762" cap="rnd">
              <a:solidFill>
                <a:srgbClr val="C891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g2325"/>
            <p:cNvSpPr/>
            <p:nvPr/>
          </p:nvSpPr>
          <p:spPr>
            <a:xfrm>
              <a:off x="6184307" y="4553093"/>
              <a:ext cx="17721" cy="510198"/>
            </a:xfrm>
            <a:custGeom>
              <a:avLst/>
              <a:pathLst>
                <a:path w="17721" h="510198">
                  <a:moveTo>
                    <a:pt x="0" y="0"/>
                  </a:moveTo>
                  <a:lnTo>
                    <a:pt x="17721" y="13689"/>
                  </a:lnTo>
                  <a:lnTo>
                    <a:pt x="17721" y="510198"/>
                  </a:lnTo>
                  <a:lnTo>
                    <a:pt x="0" y="510198"/>
                  </a:lnTo>
                  <a:close/>
                </a:path>
              </a:pathLst>
            </a:custGeom>
            <a:solidFill>
              <a:srgbClr val="C8917C">
                <a:alpha val="100000"/>
              </a:srgbClr>
            </a:solidFill>
            <a:ln w="4762" cap="rnd">
              <a:solidFill>
                <a:srgbClr val="C891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g2326"/>
            <p:cNvSpPr/>
            <p:nvPr/>
          </p:nvSpPr>
          <p:spPr>
            <a:xfrm>
              <a:off x="6202028" y="4566783"/>
              <a:ext cx="17721" cy="496508"/>
            </a:xfrm>
            <a:custGeom>
              <a:avLst/>
              <a:pathLst>
                <a:path w="17721" h="496508">
                  <a:moveTo>
                    <a:pt x="0" y="0"/>
                  </a:moveTo>
                  <a:lnTo>
                    <a:pt x="17721" y="13780"/>
                  </a:lnTo>
                  <a:lnTo>
                    <a:pt x="17721" y="496508"/>
                  </a:lnTo>
                  <a:lnTo>
                    <a:pt x="0" y="496508"/>
                  </a:lnTo>
                  <a:close/>
                </a:path>
              </a:pathLst>
            </a:custGeom>
            <a:solidFill>
              <a:srgbClr val="C8907C">
                <a:alpha val="100000"/>
              </a:srgbClr>
            </a:solidFill>
            <a:ln w="4762" cap="rnd">
              <a:solidFill>
                <a:srgbClr val="C890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g2327"/>
            <p:cNvSpPr/>
            <p:nvPr/>
          </p:nvSpPr>
          <p:spPr>
            <a:xfrm>
              <a:off x="6219750" y="4580563"/>
              <a:ext cx="35442" cy="482727"/>
            </a:xfrm>
            <a:custGeom>
              <a:avLst/>
              <a:pathLst>
                <a:path w="35442" h="482727">
                  <a:moveTo>
                    <a:pt x="0" y="0"/>
                  </a:moveTo>
                  <a:lnTo>
                    <a:pt x="17721" y="13823"/>
                  </a:lnTo>
                  <a:lnTo>
                    <a:pt x="35442" y="27688"/>
                  </a:lnTo>
                  <a:lnTo>
                    <a:pt x="35442" y="482727"/>
                  </a:lnTo>
                  <a:lnTo>
                    <a:pt x="17721" y="482727"/>
                  </a:lnTo>
                  <a:lnTo>
                    <a:pt x="0" y="482727"/>
                  </a:lnTo>
                  <a:close/>
                </a:path>
              </a:pathLst>
            </a:custGeom>
            <a:solidFill>
              <a:srgbClr val="C8907B">
                <a:alpha val="100000"/>
              </a:srgbClr>
            </a:solidFill>
            <a:ln w="4762" cap="rnd">
              <a:solidFill>
                <a:srgbClr val="C890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g2328"/>
            <p:cNvSpPr/>
            <p:nvPr/>
          </p:nvSpPr>
          <p:spPr>
            <a:xfrm>
              <a:off x="6255192" y="4608252"/>
              <a:ext cx="17721" cy="455039"/>
            </a:xfrm>
            <a:custGeom>
              <a:avLst/>
              <a:pathLst>
                <a:path w="17721" h="455039">
                  <a:moveTo>
                    <a:pt x="0" y="0"/>
                  </a:moveTo>
                  <a:lnTo>
                    <a:pt x="17721" y="13865"/>
                  </a:lnTo>
                  <a:lnTo>
                    <a:pt x="17721" y="455039"/>
                  </a:lnTo>
                  <a:lnTo>
                    <a:pt x="0" y="455039"/>
                  </a:lnTo>
                  <a:close/>
                </a:path>
              </a:pathLst>
            </a:custGeom>
            <a:solidFill>
              <a:srgbClr val="C78F7B">
                <a:alpha val="100000"/>
              </a:srgbClr>
            </a:solidFill>
            <a:ln w="4762" cap="rnd">
              <a:solidFill>
                <a:srgbClr val="C78F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g2329"/>
            <p:cNvSpPr/>
            <p:nvPr/>
          </p:nvSpPr>
          <p:spPr>
            <a:xfrm>
              <a:off x="6272914" y="4622118"/>
              <a:ext cx="17721" cy="441173"/>
            </a:xfrm>
            <a:custGeom>
              <a:avLst/>
              <a:pathLst>
                <a:path w="17721" h="441173">
                  <a:moveTo>
                    <a:pt x="0" y="0"/>
                  </a:moveTo>
                  <a:lnTo>
                    <a:pt x="17721" y="13849"/>
                  </a:lnTo>
                  <a:lnTo>
                    <a:pt x="17721" y="441173"/>
                  </a:lnTo>
                  <a:lnTo>
                    <a:pt x="0" y="441173"/>
                  </a:lnTo>
                  <a:close/>
                </a:path>
              </a:pathLst>
            </a:custGeom>
            <a:solidFill>
              <a:srgbClr val="C78F7A">
                <a:alpha val="100000"/>
              </a:srgbClr>
            </a:solidFill>
            <a:ln w="4762" cap="rnd">
              <a:solidFill>
                <a:srgbClr val="C78F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g2330"/>
            <p:cNvSpPr/>
            <p:nvPr/>
          </p:nvSpPr>
          <p:spPr>
            <a:xfrm>
              <a:off x="6290635" y="4635967"/>
              <a:ext cx="17721" cy="427323"/>
            </a:xfrm>
            <a:custGeom>
              <a:avLst/>
              <a:pathLst>
                <a:path w="17721" h="427323">
                  <a:moveTo>
                    <a:pt x="0" y="0"/>
                  </a:moveTo>
                  <a:lnTo>
                    <a:pt x="17721" y="13812"/>
                  </a:lnTo>
                  <a:lnTo>
                    <a:pt x="17721" y="427323"/>
                  </a:lnTo>
                  <a:lnTo>
                    <a:pt x="0" y="427323"/>
                  </a:lnTo>
                  <a:close/>
                </a:path>
              </a:pathLst>
            </a:custGeom>
            <a:solidFill>
              <a:srgbClr val="C78E7A">
                <a:alpha val="100000"/>
              </a:srgbClr>
            </a:solidFill>
            <a:ln w="4762" cap="rnd">
              <a:solidFill>
                <a:srgbClr val="C78E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g2331"/>
            <p:cNvSpPr/>
            <p:nvPr/>
          </p:nvSpPr>
          <p:spPr>
            <a:xfrm>
              <a:off x="6308356" y="4649779"/>
              <a:ext cx="17721" cy="413511"/>
            </a:xfrm>
            <a:custGeom>
              <a:avLst/>
              <a:pathLst>
                <a:path w="17721" h="413511">
                  <a:moveTo>
                    <a:pt x="0" y="0"/>
                  </a:moveTo>
                  <a:lnTo>
                    <a:pt x="17721" y="13724"/>
                  </a:lnTo>
                  <a:lnTo>
                    <a:pt x="17721" y="413511"/>
                  </a:lnTo>
                  <a:lnTo>
                    <a:pt x="0" y="413511"/>
                  </a:lnTo>
                  <a:close/>
                </a:path>
              </a:pathLst>
            </a:custGeom>
            <a:solidFill>
              <a:srgbClr val="C78E79">
                <a:alpha val="100000"/>
              </a:srgbClr>
            </a:solidFill>
            <a:ln w="4762" cap="rnd">
              <a:solidFill>
                <a:srgbClr val="C7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g2332"/>
            <p:cNvSpPr/>
            <p:nvPr/>
          </p:nvSpPr>
          <p:spPr>
            <a:xfrm>
              <a:off x="6326078" y="4663504"/>
              <a:ext cx="17721" cy="399786"/>
            </a:xfrm>
            <a:custGeom>
              <a:avLst/>
              <a:pathLst>
                <a:path w="17721" h="399786">
                  <a:moveTo>
                    <a:pt x="0" y="0"/>
                  </a:moveTo>
                  <a:lnTo>
                    <a:pt x="17721" y="13654"/>
                  </a:lnTo>
                  <a:lnTo>
                    <a:pt x="17721" y="399786"/>
                  </a:lnTo>
                  <a:lnTo>
                    <a:pt x="0" y="399786"/>
                  </a:lnTo>
                  <a:close/>
                </a:path>
              </a:pathLst>
            </a:custGeom>
            <a:solidFill>
              <a:srgbClr val="C68E79">
                <a:alpha val="100000"/>
              </a:srgbClr>
            </a:solidFill>
            <a:ln w="4762" cap="rnd">
              <a:solidFill>
                <a:srgbClr val="C6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g2333"/>
            <p:cNvSpPr/>
            <p:nvPr/>
          </p:nvSpPr>
          <p:spPr>
            <a:xfrm>
              <a:off x="6343799" y="4677158"/>
              <a:ext cx="17721" cy="386132"/>
            </a:xfrm>
            <a:custGeom>
              <a:avLst/>
              <a:pathLst>
                <a:path w="17721" h="386132">
                  <a:moveTo>
                    <a:pt x="0" y="0"/>
                  </a:moveTo>
                  <a:lnTo>
                    <a:pt x="17721" y="13550"/>
                  </a:lnTo>
                  <a:lnTo>
                    <a:pt x="17721" y="386132"/>
                  </a:lnTo>
                  <a:lnTo>
                    <a:pt x="0" y="386132"/>
                  </a:lnTo>
                  <a:close/>
                </a:path>
              </a:pathLst>
            </a:custGeom>
            <a:solidFill>
              <a:srgbClr val="C68D79">
                <a:alpha val="100000"/>
              </a:srgbClr>
            </a:solidFill>
            <a:ln w="4762" cap="rnd">
              <a:solidFill>
                <a:srgbClr val="C68D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g2334"/>
            <p:cNvSpPr/>
            <p:nvPr/>
          </p:nvSpPr>
          <p:spPr>
            <a:xfrm>
              <a:off x="6361521" y="4690709"/>
              <a:ext cx="35442" cy="372582"/>
            </a:xfrm>
            <a:custGeom>
              <a:avLst/>
              <a:pathLst>
                <a:path w="35442" h="372582">
                  <a:moveTo>
                    <a:pt x="0" y="0"/>
                  </a:moveTo>
                  <a:lnTo>
                    <a:pt x="17721" y="13380"/>
                  </a:lnTo>
                  <a:lnTo>
                    <a:pt x="35442" y="26641"/>
                  </a:lnTo>
                  <a:lnTo>
                    <a:pt x="35442" y="372582"/>
                  </a:lnTo>
                  <a:lnTo>
                    <a:pt x="17721" y="372582"/>
                  </a:lnTo>
                  <a:lnTo>
                    <a:pt x="0" y="372582"/>
                  </a:lnTo>
                  <a:close/>
                </a:path>
              </a:pathLst>
            </a:custGeom>
            <a:solidFill>
              <a:srgbClr val="C68D78">
                <a:alpha val="100000"/>
              </a:srgbClr>
            </a:solidFill>
            <a:ln w="4762" cap="rnd">
              <a:solidFill>
                <a:srgbClr val="C68D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g2335"/>
            <p:cNvSpPr/>
            <p:nvPr/>
          </p:nvSpPr>
          <p:spPr>
            <a:xfrm>
              <a:off x="6396963" y="4717350"/>
              <a:ext cx="17721" cy="345940"/>
            </a:xfrm>
            <a:custGeom>
              <a:avLst/>
              <a:pathLst>
                <a:path w="17721" h="345940">
                  <a:moveTo>
                    <a:pt x="0" y="0"/>
                  </a:moveTo>
                  <a:lnTo>
                    <a:pt x="17721" y="13104"/>
                  </a:lnTo>
                  <a:lnTo>
                    <a:pt x="17721" y="345940"/>
                  </a:lnTo>
                  <a:lnTo>
                    <a:pt x="0" y="345940"/>
                  </a:lnTo>
                  <a:close/>
                </a:path>
              </a:pathLst>
            </a:custGeom>
            <a:solidFill>
              <a:srgbClr val="C68C77">
                <a:alpha val="100000"/>
              </a:srgbClr>
            </a:solidFill>
            <a:ln w="4762" cap="rnd">
              <a:solidFill>
                <a:srgbClr val="C6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g2336"/>
            <p:cNvSpPr/>
            <p:nvPr/>
          </p:nvSpPr>
          <p:spPr>
            <a:xfrm>
              <a:off x="6414685" y="4730454"/>
              <a:ext cx="17721" cy="332836"/>
            </a:xfrm>
            <a:custGeom>
              <a:avLst/>
              <a:pathLst>
                <a:path w="17721" h="332836">
                  <a:moveTo>
                    <a:pt x="0" y="0"/>
                  </a:moveTo>
                  <a:lnTo>
                    <a:pt x="17721" y="12858"/>
                  </a:lnTo>
                  <a:lnTo>
                    <a:pt x="17721" y="332836"/>
                  </a:lnTo>
                  <a:lnTo>
                    <a:pt x="0" y="332836"/>
                  </a:lnTo>
                  <a:close/>
                </a:path>
              </a:pathLst>
            </a:custGeom>
            <a:solidFill>
              <a:srgbClr val="C58C77">
                <a:alpha val="100000"/>
              </a:srgbClr>
            </a:solidFill>
            <a:ln w="4762" cap="rnd">
              <a:solidFill>
                <a:srgbClr val="C5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g2337"/>
            <p:cNvSpPr/>
            <p:nvPr/>
          </p:nvSpPr>
          <p:spPr>
            <a:xfrm>
              <a:off x="6432406" y="4743313"/>
              <a:ext cx="17721" cy="319978"/>
            </a:xfrm>
            <a:custGeom>
              <a:avLst/>
              <a:pathLst>
                <a:path w="17721" h="319978">
                  <a:moveTo>
                    <a:pt x="0" y="0"/>
                  </a:moveTo>
                  <a:lnTo>
                    <a:pt x="17721" y="12699"/>
                  </a:lnTo>
                  <a:lnTo>
                    <a:pt x="17721" y="319978"/>
                  </a:lnTo>
                  <a:lnTo>
                    <a:pt x="0" y="319978"/>
                  </a:lnTo>
                  <a:close/>
                </a:path>
              </a:pathLst>
            </a:custGeom>
            <a:solidFill>
              <a:srgbClr val="C58B77">
                <a:alpha val="100000"/>
              </a:srgbClr>
            </a:solidFill>
            <a:ln w="4762" cap="rnd">
              <a:solidFill>
                <a:srgbClr val="C58B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g2338"/>
            <p:cNvSpPr/>
            <p:nvPr/>
          </p:nvSpPr>
          <p:spPr>
            <a:xfrm>
              <a:off x="6450127" y="4756012"/>
              <a:ext cx="35442" cy="307278"/>
            </a:xfrm>
            <a:custGeom>
              <a:avLst/>
              <a:pathLst>
                <a:path w="35442" h="307278">
                  <a:moveTo>
                    <a:pt x="0" y="0"/>
                  </a:moveTo>
                  <a:lnTo>
                    <a:pt x="17721" y="12501"/>
                  </a:lnTo>
                  <a:lnTo>
                    <a:pt x="35442" y="24690"/>
                  </a:lnTo>
                  <a:lnTo>
                    <a:pt x="35442" y="307278"/>
                  </a:lnTo>
                  <a:lnTo>
                    <a:pt x="17721" y="307278"/>
                  </a:lnTo>
                  <a:lnTo>
                    <a:pt x="0" y="307278"/>
                  </a:lnTo>
                  <a:close/>
                </a:path>
              </a:pathLst>
            </a:custGeom>
            <a:solidFill>
              <a:srgbClr val="C58B76">
                <a:alpha val="100000"/>
              </a:srgbClr>
            </a:solidFill>
            <a:ln w="4762" cap="rnd">
              <a:solidFill>
                <a:srgbClr val="C58B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g2339"/>
            <p:cNvSpPr/>
            <p:nvPr/>
          </p:nvSpPr>
          <p:spPr>
            <a:xfrm>
              <a:off x="6485570" y="4780702"/>
              <a:ext cx="35442" cy="282588"/>
            </a:xfrm>
            <a:custGeom>
              <a:avLst/>
              <a:pathLst>
                <a:path w="35442" h="282588">
                  <a:moveTo>
                    <a:pt x="0" y="0"/>
                  </a:moveTo>
                  <a:lnTo>
                    <a:pt x="17721" y="11998"/>
                  </a:lnTo>
                  <a:lnTo>
                    <a:pt x="35442" y="23770"/>
                  </a:lnTo>
                  <a:lnTo>
                    <a:pt x="35442" y="282588"/>
                  </a:lnTo>
                  <a:lnTo>
                    <a:pt x="17721" y="282588"/>
                  </a:lnTo>
                  <a:lnTo>
                    <a:pt x="0" y="282588"/>
                  </a:lnTo>
                  <a:close/>
                </a:path>
              </a:pathLst>
            </a:custGeom>
            <a:solidFill>
              <a:srgbClr val="C48A75">
                <a:alpha val="100000"/>
              </a:srgbClr>
            </a:solidFill>
            <a:ln w="4762" cap="rnd">
              <a:solidFill>
                <a:srgbClr val="C48A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g2340"/>
            <p:cNvSpPr/>
            <p:nvPr/>
          </p:nvSpPr>
          <p:spPr>
            <a:xfrm>
              <a:off x="6521013" y="4804473"/>
              <a:ext cx="17721" cy="258818"/>
            </a:xfrm>
            <a:custGeom>
              <a:avLst/>
              <a:pathLst>
                <a:path w="17721" h="258818">
                  <a:moveTo>
                    <a:pt x="0" y="0"/>
                  </a:moveTo>
                  <a:lnTo>
                    <a:pt x="17721" y="11404"/>
                  </a:lnTo>
                  <a:lnTo>
                    <a:pt x="17721" y="258818"/>
                  </a:lnTo>
                  <a:lnTo>
                    <a:pt x="0" y="258818"/>
                  </a:lnTo>
                  <a:close/>
                </a:path>
              </a:pathLst>
            </a:custGeom>
            <a:solidFill>
              <a:srgbClr val="C48975">
                <a:alpha val="100000"/>
              </a:srgbClr>
            </a:solidFill>
            <a:ln w="4762" cap="rnd">
              <a:solidFill>
                <a:srgbClr val="C489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g2341"/>
            <p:cNvSpPr/>
            <p:nvPr/>
          </p:nvSpPr>
          <p:spPr>
            <a:xfrm>
              <a:off x="6538734" y="4815878"/>
              <a:ext cx="35442" cy="247413"/>
            </a:xfrm>
            <a:custGeom>
              <a:avLst/>
              <a:pathLst>
                <a:path w="35442" h="247413">
                  <a:moveTo>
                    <a:pt x="0" y="0"/>
                  </a:moveTo>
                  <a:lnTo>
                    <a:pt x="17721" y="11190"/>
                  </a:lnTo>
                  <a:lnTo>
                    <a:pt x="35442" y="22137"/>
                  </a:lnTo>
                  <a:lnTo>
                    <a:pt x="35442" y="247413"/>
                  </a:lnTo>
                  <a:lnTo>
                    <a:pt x="17721" y="247413"/>
                  </a:lnTo>
                  <a:lnTo>
                    <a:pt x="0" y="247413"/>
                  </a:lnTo>
                  <a:close/>
                </a:path>
              </a:pathLst>
            </a:custGeom>
            <a:solidFill>
              <a:srgbClr val="C48974">
                <a:alpha val="100000"/>
              </a:srgbClr>
            </a:solidFill>
            <a:ln w="4762" cap="rnd">
              <a:solidFill>
                <a:srgbClr val="C489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g2342"/>
            <p:cNvSpPr/>
            <p:nvPr/>
          </p:nvSpPr>
          <p:spPr>
            <a:xfrm>
              <a:off x="6574177" y="4838015"/>
              <a:ext cx="35442" cy="225275"/>
            </a:xfrm>
            <a:custGeom>
              <a:avLst/>
              <a:pathLst>
                <a:path w="35442" h="225275">
                  <a:moveTo>
                    <a:pt x="0" y="0"/>
                  </a:moveTo>
                  <a:lnTo>
                    <a:pt x="17721" y="10537"/>
                  </a:lnTo>
                  <a:lnTo>
                    <a:pt x="35442" y="20844"/>
                  </a:lnTo>
                  <a:lnTo>
                    <a:pt x="35442" y="225275"/>
                  </a:lnTo>
                  <a:lnTo>
                    <a:pt x="17721" y="225275"/>
                  </a:lnTo>
                  <a:lnTo>
                    <a:pt x="0" y="225275"/>
                  </a:lnTo>
                  <a:close/>
                </a:path>
              </a:pathLst>
            </a:custGeom>
            <a:solidFill>
              <a:srgbClr val="C38873">
                <a:alpha val="100000"/>
              </a:srgbClr>
            </a:solidFill>
            <a:ln w="4762" cap="rnd">
              <a:solidFill>
                <a:srgbClr val="C388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g2343"/>
            <p:cNvSpPr/>
            <p:nvPr/>
          </p:nvSpPr>
          <p:spPr>
            <a:xfrm>
              <a:off x="6609620" y="4858860"/>
              <a:ext cx="17721" cy="204431"/>
            </a:xfrm>
            <a:custGeom>
              <a:avLst/>
              <a:pathLst>
                <a:path w="17721" h="204431">
                  <a:moveTo>
                    <a:pt x="0" y="0"/>
                  </a:moveTo>
                  <a:lnTo>
                    <a:pt x="17721" y="10056"/>
                  </a:lnTo>
                  <a:lnTo>
                    <a:pt x="17721" y="204431"/>
                  </a:lnTo>
                  <a:lnTo>
                    <a:pt x="0" y="204431"/>
                  </a:lnTo>
                  <a:close/>
                </a:path>
              </a:pathLst>
            </a:custGeom>
            <a:solidFill>
              <a:srgbClr val="C38773">
                <a:alpha val="100000"/>
              </a:srgbClr>
            </a:solidFill>
            <a:ln w="4762" cap="rnd">
              <a:solidFill>
                <a:srgbClr val="C387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g2344"/>
            <p:cNvSpPr/>
            <p:nvPr/>
          </p:nvSpPr>
          <p:spPr>
            <a:xfrm>
              <a:off x="6627341" y="4868917"/>
              <a:ext cx="35442" cy="194374"/>
            </a:xfrm>
            <a:custGeom>
              <a:avLst/>
              <a:pathLst>
                <a:path w="35442" h="194374">
                  <a:moveTo>
                    <a:pt x="0" y="0"/>
                  </a:moveTo>
                  <a:lnTo>
                    <a:pt x="17721" y="9617"/>
                  </a:lnTo>
                  <a:lnTo>
                    <a:pt x="35442" y="18996"/>
                  </a:lnTo>
                  <a:lnTo>
                    <a:pt x="35442" y="194374"/>
                  </a:lnTo>
                  <a:lnTo>
                    <a:pt x="17721" y="194374"/>
                  </a:lnTo>
                  <a:lnTo>
                    <a:pt x="0" y="194374"/>
                  </a:lnTo>
                  <a:close/>
                </a:path>
              </a:pathLst>
            </a:custGeom>
            <a:solidFill>
              <a:srgbClr val="C38772">
                <a:alpha val="100000"/>
              </a:srgbClr>
            </a:solidFill>
            <a:ln w="4762" cap="rnd">
              <a:solidFill>
                <a:srgbClr val="C387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g2345"/>
            <p:cNvSpPr/>
            <p:nvPr/>
          </p:nvSpPr>
          <p:spPr>
            <a:xfrm>
              <a:off x="6662784" y="4887914"/>
              <a:ext cx="53164" cy="175377"/>
            </a:xfrm>
            <a:custGeom>
              <a:avLst/>
              <a:pathLst>
                <a:path w="53164" h="175377">
                  <a:moveTo>
                    <a:pt x="0" y="0"/>
                  </a:moveTo>
                  <a:lnTo>
                    <a:pt x="17721" y="9131"/>
                  </a:lnTo>
                  <a:lnTo>
                    <a:pt x="35442" y="17805"/>
                  </a:lnTo>
                  <a:lnTo>
                    <a:pt x="53164" y="26239"/>
                  </a:lnTo>
                  <a:lnTo>
                    <a:pt x="53164" y="175377"/>
                  </a:lnTo>
                  <a:lnTo>
                    <a:pt x="35442" y="175377"/>
                  </a:lnTo>
                  <a:lnTo>
                    <a:pt x="17721" y="175377"/>
                  </a:lnTo>
                  <a:lnTo>
                    <a:pt x="0" y="175377"/>
                  </a:lnTo>
                  <a:close/>
                </a:path>
              </a:pathLst>
            </a:custGeom>
            <a:solidFill>
              <a:srgbClr val="C28671">
                <a:alpha val="100000"/>
              </a:srgbClr>
            </a:solidFill>
            <a:ln w="4762" cap="rnd">
              <a:solidFill>
                <a:srgbClr val="C286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g2346"/>
            <p:cNvSpPr/>
            <p:nvPr/>
          </p:nvSpPr>
          <p:spPr>
            <a:xfrm>
              <a:off x="6715948" y="4914154"/>
              <a:ext cx="17721" cy="149137"/>
            </a:xfrm>
            <a:custGeom>
              <a:avLst/>
              <a:pathLst>
                <a:path w="17721" h="149137">
                  <a:moveTo>
                    <a:pt x="0" y="0"/>
                  </a:moveTo>
                  <a:lnTo>
                    <a:pt x="17721" y="8195"/>
                  </a:lnTo>
                  <a:lnTo>
                    <a:pt x="17721" y="149137"/>
                  </a:lnTo>
                  <a:lnTo>
                    <a:pt x="0" y="149137"/>
                  </a:lnTo>
                  <a:close/>
                </a:path>
              </a:pathLst>
            </a:custGeom>
            <a:solidFill>
              <a:srgbClr val="C28570">
                <a:alpha val="100000"/>
              </a:srgbClr>
            </a:solidFill>
            <a:ln w="4762" cap="rnd">
              <a:solidFill>
                <a:srgbClr val="C2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g2347"/>
            <p:cNvSpPr/>
            <p:nvPr/>
          </p:nvSpPr>
          <p:spPr>
            <a:xfrm>
              <a:off x="6733669" y="4922350"/>
              <a:ext cx="17721" cy="140941"/>
            </a:xfrm>
            <a:custGeom>
              <a:avLst/>
              <a:pathLst>
                <a:path w="17721" h="140941">
                  <a:moveTo>
                    <a:pt x="0" y="0"/>
                  </a:moveTo>
                  <a:lnTo>
                    <a:pt x="17721" y="7732"/>
                  </a:lnTo>
                  <a:lnTo>
                    <a:pt x="17721" y="140941"/>
                  </a:lnTo>
                  <a:lnTo>
                    <a:pt x="0" y="140941"/>
                  </a:lnTo>
                  <a:close/>
                </a:path>
              </a:pathLst>
            </a:custGeom>
            <a:solidFill>
              <a:srgbClr val="C18570">
                <a:alpha val="100000"/>
              </a:srgbClr>
            </a:solidFill>
            <a:ln w="4762" cap="rnd">
              <a:solidFill>
                <a:srgbClr val="C1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g2348"/>
            <p:cNvSpPr/>
            <p:nvPr/>
          </p:nvSpPr>
          <p:spPr>
            <a:xfrm>
              <a:off x="6751391" y="4930082"/>
              <a:ext cx="53164" cy="133209"/>
            </a:xfrm>
            <a:custGeom>
              <a:avLst/>
              <a:pathLst>
                <a:path w="53164" h="133209">
                  <a:moveTo>
                    <a:pt x="0" y="0"/>
                  </a:moveTo>
                  <a:lnTo>
                    <a:pt x="17721" y="7497"/>
                  </a:lnTo>
                  <a:lnTo>
                    <a:pt x="35442" y="14762"/>
                  </a:lnTo>
                  <a:lnTo>
                    <a:pt x="53164" y="21586"/>
                  </a:lnTo>
                  <a:lnTo>
                    <a:pt x="53164" y="133209"/>
                  </a:lnTo>
                  <a:lnTo>
                    <a:pt x="35442" y="133209"/>
                  </a:lnTo>
                  <a:lnTo>
                    <a:pt x="17721" y="133209"/>
                  </a:lnTo>
                  <a:lnTo>
                    <a:pt x="0" y="133209"/>
                  </a:lnTo>
                  <a:close/>
                </a:path>
              </a:pathLst>
            </a:custGeom>
            <a:solidFill>
              <a:srgbClr val="C1846F">
                <a:alpha val="100000"/>
              </a:srgbClr>
            </a:solidFill>
            <a:ln w="4762" cap="rnd">
              <a:solidFill>
                <a:srgbClr val="C184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g2349"/>
            <p:cNvSpPr/>
            <p:nvPr/>
          </p:nvSpPr>
          <p:spPr>
            <a:xfrm>
              <a:off x="6804555" y="4951668"/>
              <a:ext cx="17721" cy="111622"/>
            </a:xfrm>
            <a:custGeom>
              <a:avLst/>
              <a:pathLst>
                <a:path w="17721" h="111622">
                  <a:moveTo>
                    <a:pt x="0" y="0"/>
                  </a:moveTo>
                  <a:lnTo>
                    <a:pt x="17721" y="6589"/>
                  </a:lnTo>
                  <a:lnTo>
                    <a:pt x="17721" y="111622"/>
                  </a:lnTo>
                  <a:lnTo>
                    <a:pt x="0" y="111622"/>
                  </a:lnTo>
                  <a:close/>
                </a:path>
              </a:pathLst>
            </a:custGeom>
            <a:solidFill>
              <a:srgbClr val="C1836E">
                <a:alpha val="100000"/>
              </a:srgbClr>
            </a:solidFill>
            <a:ln w="4762" cap="rnd">
              <a:solidFill>
                <a:srgbClr val="C1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g2350"/>
            <p:cNvSpPr/>
            <p:nvPr/>
          </p:nvSpPr>
          <p:spPr>
            <a:xfrm>
              <a:off x="6822276" y="4958258"/>
              <a:ext cx="17721" cy="105032"/>
            </a:xfrm>
            <a:custGeom>
              <a:avLst/>
              <a:pathLst>
                <a:path w="17721" h="105032">
                  <a:moveTo>
                    <a:pt x="0" y="0"/>
                  </a:moveTo>
                  <a:lnTo>
                    <a:pt x="17721" y="6365"/>
                  </a:lnTo>
                  <a:lnTo>
                    <a:pt x="17721" y="105032"/>
                  </a:lnTo>
                  <a:lnTo>
                    <a:pt x="0" y="105032"/>
                  </a:lnTo>
                  <a:close/>
                </a:path>
              </a:pathLst>
            </a:custGeom>
            <a:solidFill>
              <a:srgbClr val="C0836E">
                <a:alpha val="100000"/>
              </a:srgbClr>
            </a:solidFill>
            <a:ln w="4762" cap="rnd">
              <a:solidFill>
                <a:srgbClr val="C0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g2351"/>
            <p:cNvSpPr/>
            <p:nvPr/>
          </p:nvSpPr>
          <p:spPr>
            <a:xfrm>
              <a:off x="6839997" y="4964624"/>
              <a:ext cx="53164" cy="98666"/>
            </a:xfrm>
            <a:custGeom>
              <a:avLst/>
              <a:pathLst>
                <a:path w="53164" h="98666">
                  <a:moveTo>
                    <a:pt x="0" y="0"/>
                  </a:moveTo>
                  <a:lnTo>
                    <a:pt x="17721" y="5957"/>
                  </a:lnTo>
                  <a:lnTo>
                    <a:pt x="35442" y="11685"/>
                  </a:lnTo>
                  <a:lnTo>
                    <a:pt x="53164" y="17202"/>
                  </a:lnTo>
                  <a:lnTo>
                    <a:pt x="53164" y="98666"/>
                  </a:lnTo>
                  <a:lnTo>
                    <a:pt x="35442" y="98666"/>
                  </a:lnTo>
                  <a:lnTo>
                    <a:pt x="17721" y="98666"/>
                  </a:lnTo>
                  <a:lnTo>
                    <a:pt x="0" y="98666"/>
                  </a:lnTo>
                  <a:close/>
                </a:path>
              </a:pathLst>
            </a:custGeom>
            <a:solidFill>
              <a:srgbClr val="C0826D">
                <a:alpha val="100000"/>
              </a:srgbClr>
            </a:solidFill>
            <a:ln w="4762" cap="rnd">
              <a:solidFill>
                <a:srgbClr val="C082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g2352"/>
            <p:cNvSpPr/>
            <p:nvPr/>
          </p:nvSpPr>
          <p:spPr>
            <a:xfrm>
              <a:off x="6893162" y="4981826"/>
              <a:ext cx="35442" cy="81464"/>
            </a:xfrm>
            <a:custGeom>
              <a:avLst/>
              <a:pathLst>
                <a:path w="35442" h="81464">
                  <a:moveTo>
                    <a:pt x="0" y="0"/>
                  </a:moveTo>
                  <a:lnTo>
                    <a:pt x="17721" y="5145"/>
                  </a:lnTo>
                  <a:lnTo>
                    <a:pt x="35442" y="10068"/>
                  </a:lnTo>
                  <a:lnTo>
                    <a:pt x="35442" y="81464"/>
                  </a:lnTo>
                  <a:lnTo>
                    <a:pt x="17721" y="81464"/>
                  </a:lnTo>
                  <a:lnTo>
                    <a:pt x="0" y="81464"/>
                  </a:lnTo>
                  <a:close/>
                </a:path>
              </a:pathLst>
            </a:custGeom>
            <a:solidFill>
              <a:srgbClr val="BF816C">
                <a:alpha val="100000"/>
              </a:srgbClr>
            </a:solidFill>
            <a:ln w="4762" cap="rnd">
              <a:solidFill>
                <a:srgbClr val="BF81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g2353"/>
            <p:cNvSpPr/>
            <p:nvPr/>
          </p:nvSpPr>
          <p:spPr>
            <a:xfrm>
              <a:off x="6928604" y="4991895"/>
              <a:ext cx="53164" cy="71395"/>
            </a:xfrm>
            <a:custGeom>
              <a:avLst/>
              <a:pathLst>
                <a:path w="53164" h="71395">
                  <a:moveTo>
                    <a:pt x="0" y="0"/>
                  </a:moveTo>
                  <a:lnTo>
                    <a:pt x="17721" y="4729"/>
                  </a:lnTo>
                  <a:lnTo>
                    <a:pt x="35442" y="9125"/>
                  </a:lnTo>
                  <a:lnTo>
                    <a:pt x="53164" y="13312"/>
                  </a:lnTo>
                  <a:lnTo>
                    <a:pt x="53164" y="71395"/>
                  </a:lnTo>
                  <a:lnTo>
                    <a:pt x="35442" y="71395"/>
                  </a:lnTo>
                  <a:lnTo>
                    <a:pt x="17721" y="71395"/>
                  </a:lnTo>
                  <a:lnTo>
                    <a:pt x="0" y="71395"/>
                  </a:lnTo>
                  <a:close/>
                </a:path>
              </a:pathLst>
            </a:custGeom>
            <a:solidFill>
              <a:srgbClr val="BF806B">
                <a:alpha val="100000"/>
              </a:srgbClr>
            </a:solidFill>
            <a:ln w="4762" cap="rnd">
              <a:solidFill>
                <a:srgbClr val="BF8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g2354"/>
            <p:cNvSpPr/>
            <p:nvPr/>
          </p:nvSpPr>
          <p:spPr>
            <a:xfrm>
              <a:off x="6981768" y="5005208"/>
              <a:ext cx="35442" cy="58083"/>
            </a:xfrm>
            <a:custGeom>
              <a:avLst/>
              <a:pathLst>
                <a:path w="35442" h="58083">
                  <a:moveTo>
                    <a:pt x="0" y="0"/>
                  </a:moveTo>
                  <a:lnTo>
                    <a:pt x="17721" y="4010"/>
                  </a:lnTo>
                  <a:lnTo>
                    <a:pt x="35442" y="7727"/>
                  </a:lnTo>
                  <a:lnTo>
                    <a:pt x="35442" y="58083"/>
                  </a:lnTo>
                  <a:lnTo>
                    <a:pt x="17721" y="58083"/>
                  </a:lnTo>
                  <a:lnTo>
                    <a:pt x="0" y="58083"/>
                  </a:lnTo>
                  <a:close/>
                </a:path>
              </a:pathLst>
            </a:custGeom>
            <a:solidFill>
              <a:srgbClr val="BE7F6A">
                <a:alpha val="100000"/>
              </a:srgbClr>
            </a:solidFill>
            <a:ln w="4762" cap="rnd">
              <a:solidFill>
                <a:srgbClr val="BE7F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g2355"/>
            <p:cNvSpPr/>
            <p:nvPr/>
          </p:nvSpPr>
          <p:spPr>
            <a:xfrm>
              <a:off x="7017211" y="5012936"/>
              <a:ext cx="17721" cy="50355"/>
            </a:xfrm>
            <a:custGeom>
              <a:avLst/>
              <a:pathLst>
                <a:path w="17721" h="50355">
                  <a:moveTo>
                    <a:pt x="0" y="0"/>
                  </a:moveTo>
                  <a:lnTo>
                    <a:pt x="17721" y="3522"/>
                  </a:lnTo>
                  <a:lnTo>
                    <a:pt x="17721" y="50355"/>
                  </a:lnTo>
                  <a:lnTo>
                    <a:pt x="0" y="50355"/>
                  </a:lnTo>
                  <a:close/>
                </a:path>
              </a:pathLst>
            </a:custGeom>
            <a:solidFill>
              <a:srgbClr val="BE7F69">
                <a:alpha val="100000"/>
              </a:srgbClr>
            </a:solidFill>
            <a:ln w="4762" cap="rnd">
              <a:solidFill>
                <a:srgbClr val="BE7F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g2356"/>
            <p:cNvSpPr/>
            <p:nvPr/>
          </p:nvSpPr>
          <p:spPr>
            <a:xfrm>
              <a:off x="7034932" y="5016458"/>
              <a:ext cx="17721" cy="46832"/>
            </a:xfrm>
            <a:custGeom>
              <a:avLst/>
              <a:pathLst>
                <a:path w="17721" h="46832">
                  <a:moveTo>
                    <a:pt x="0" y="0"/>
                  </a:moveTo>
                  <a:lnTo>
                    <a:pt x="17721" y="3365"/>
                  </a:lnTo>
                  <a:lnTo>
                    <a:pt x="17721" y="46832"/>
                  </a:lnTo>
                  <a:lnTo>
                    <a:pt x="0" y="46832"/>
                  </a:lnTo>
                  <a:close/>
                </a:path>
              </a:pathLst>
            </a:custGeom>
            <a:solidFill>
              <a:srgbClr val="BE7E69">
                <a:alpha val="100000"/>
              </a:srgbClr>
            </a:solidFill>
            <a:ln w="4762" cap="rnd">
              <a:solidFill>
                <a:srgbClr val="BE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g2357"/>
            <p:cNvSpPr/>
            <p:nvPr/>
          </p:nvSpPr>
          <p:spPr>
            <a:xfrm>
              <a:off x="7052654" y="5019823"/>
              <a:ext cx="17721" cy="43467"/>
            </a:xfrm>
            <a:custGeom>
              <a:avLst/>
              <a:pathLst>
                <a:path w="17721" h="43467">
                  <a:moveTo>
                    <a:pt x="0" y="0"/>
                  </a:moveTo>
                  <a:lnTo>
                    <a:pt x="17721" y="3110"/>
                  </a:lnTo>
                  <a:lnTo>
                    <a:pt x="17721" y="43467"/>
                  </a:lnTo>
                  <a:lnTo>
                    <a:pt x="0" y="43467"/>
                  </a:lnTo>
                  <a:close/>
                </a:path>
              </a:pathLst>
            </a:custGeom>
            <a:solidFill>
              <a:srgbClr val="BD7E69">
                <a:alpha val="100000"/>
              </a:srgbClr>
            </a:solidFill>
            <a:ln w="4762" cap="rnd">
              <a:solidFill>
                <a:srgbClr val="BD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g2358"/>
            <p:cNvSpPr/>
            <p:nvPr/>
          </p:nvSpPr>
          <p:spPr>
            <a:xfrm>
              <a:off x="7070375" y="5022933"/>
              <a:ext cx="53164" cy="40357"/>
            </a:xfrm>
            <a:custGeom>
              <a:avLst/>
              <a:pathLst>
                <a:path w="53164" h="40357">
                  <a:moveTo>
                    <a:pt x="0" y="0"/>
                  </a:moveTo>
                  <a:lnTo>
                    <a:pt x="17721" y="2932"/>
                  </a:lnTo>
                  <a:lnTo>
                    <a:pt x="35442" y="5725"/>
                  </a:lnTo>
                  <a:lnTo>
                    <a:pt x="53164" y="8301"/>
                  </a:lnTo>
                  <a:lnTo>
                    <a:pt x="53164" y="40357"/>
                  </a:lnTo>
                  <a:lnTo>
                    <a:pt x="35442" y="40357"/>
                  </a:lnTo>
                  <a:lnTo>
                    <a:pt x="17721" y="40357"/>
                  </a:lnTo>
                  <a:lnTo>
                    <a:pt x="0" y="40357"/>
                  </a:lnTo>
                  <a:close/>
                </a:path>
              </a:pathLst>
            </a:custGeom>
            <a:solidFill>
              <a:srgbClr val="BD7D68">
                <a:alpha val="100000"/>
              </a:srgbClr>
            </a:solidFill>
            <a:ln w="4762" cap="rnd">
              <a:solidFill>
                <a:srgbClr val="BD7D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g2359"/>
            <p:cNvSpPr/>
            <p:nvPr/>
          </p:nvSpPr>
          <p:spPr>
            <a:xfrm>
              <a:off x="7123539" y="5031235"/>
              <a:ext cx="35442" cy="32056"/>
            </a:xfrm>
            <a:custGeom>
              <a:avLst/>
              <a:pathLst>
                <a:path w="35442" h="32056">
                  <a:moveTo>
                    <a:pt x="0" y="0"/>
                  </a:moveTo>
                  <a:lnTo>
                    <a:pt x="17721" y="2415"/>
                  </a:lnTo>
                  <a:lnTo>
                    <a:pt x="35442" y="4710"/>
                  </a:lnTo>
                  <a:lnTo>
                    <a:pt x="35442" y="32056"/>
                  </a:lnTo>
                  <a:lnTo>
                    <a:pt x="17721" y="32056"/>
                  </a:lnTo>
                  <a:lnTo>
                    <a:pt x="0" y="32056"/>
                  </a:lnTo>
                  <a:close/>
                </a:path>
              </a:pathLst>
            </a:custGeom>
            <a:solidFill>
              <a:srgbClr val="BC7C67">
                <a:alpha val="100000"/>
              </a:srgbClr>
            </a:solidFill>
            <a:ln w="4762" cap="rnd">
              <a:solidFill>
                <a:srgbClr val="BC7C6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g2360"/>
            <p:cNvSpPr/>
            <p:nvPr/>
          </p:nvSpPr>
          <p:spPr>
            <a:xfrm>
              <a:off x="7158982" y="5035945"/>
              <a:ext cx="53164" cy="27346"/>
            </a:xfrm>
            <a:custGeom>
              <a:avLst/>
              <a:pathLst>
                <a:path w="53164" h="27346">
                  <a:moveTo>
                    <a:pt x="0" y="0"/>
                  </a:moveTo>
                  <a:lnTo>
                    <a:pt x="17721" y="2111"/>
                  </a:lnTo>
                  <a:lnTo>
                    <a:pt x="35442" y="4079"/>
                  </a:lnTo>
                  <a:lnTo>
                    <a:pt x="53164" y="5945"/>
                  </a:lnTo>
                  <a:lnTo>
                    <a:pt x="53164" y="27346"/>
                  </a:lnTo>
                  <a:lnTo>
                    <a:pt x="35442" y="27346"/>
                  </a:lnTo>
                  <a:lnTo>
                    <a:pt x="17721" y="27346"/>
                  </a:lnTo>
                  <a:lnTo>
                    <a:pt x="0" y="27346"/>
                  </a:lnTo>
                  <a:close/>
                </a:path>
              </a:pathLst>
            </a:custGeom>
            <a:solidFill>
              <a:srgbClr val="BC7B66">
                <a:alpha val="100000"/>
              </a:srgbClr>
            </a:solidFill>
            <a:ln w="4762" cap="rnd">
              <a:solidFill>
                <a:srgbClr val="BC7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g2361"/>
            <p:cNvSpPr/>
            <p:nvPr/>
          </p:nvSpPr>
          <p:spPr>
            <a:xfrm>
              <a:off x="7212146" y="5041891"/>
              <a:ext cx="35442" cy="21400"/>
            </a:xfrm>
            <a:custGeom>
              <a:avLst/>
              <a:pathLst>
                <a:path w="35442" h="21400">
                  <a:moveTo>
                    <a:pt x="0" y="0"/>
                  </a:moveTo>
                  <a:lnTo>
                    <a:pt x="17721" y="1713"/>
                  </a:lnTo>
                  <a:lnTo>
                    <a:pt x="35442" y="3301"/>
                  </a:lnTo>
                  <a:lnTo>
                    <a:pt x="35442" y="21400"/>
                  </a:lnTo>
                  <a:lnTo>
                    <a:pt x="17721" y="21400"/>
                  </a:lnTo>
                  <a:lnTo>
                    <a:pt x="0" y="21400"/>
                  </a:lnTo>
                  <a:close/>
                </a:path>
              </a:pathLst>
            </a:custGeom>
            <a:solidFill>
              <a:srgbClr val="BB7A65">
                <a:alpha val="100000"/>
              </a:srgbClr>
            </a:solidFill>
            <a:ln w="4762" cap="rnd">
              <a:solidFill>
                <a:srgbClr val="BB7A6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g2362"/>
            <p:cNvSpPr/>
            <p:nvPr/>
          </p:nvSpPr>
          <p:spPr>
            <a:xfrm>
              <a:off x="7247589" y="5045192"/>
              <a:ext cx="17721" cy="18098"/>
            </a:xfrm>
            <a:custGeom>
              <a:avLst/>
              <a:pathLst>
                <a:path w="17721" h="18098">
                  <a:moveTo>
                    <a:pt x="0" y="0"/>
                  </a:moveTo>
                  <a:lnTo>
                    <a:pt x="17721" y="1501"/>
                  </a:lnTo>
                  <a:lnTo>
                    <a:pt x="17721" y="18098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BB7A64">
                <a:alpha val="100000"/>
              </a:srgbClr>
            </a:solidFill>
            <a:ln w="4762" cap="rnd">
              <a:solidFill>
                <a:srgbClr val="BB7A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g2363"/>
            <p:cNvSpPr/>
            <p:nvPr/>
          </p:nvSpPr>
          <p:spPr>
            <a:xfrm>
              <a:off x="7265310" y="5046694"/>
              <a:ext cx="17721" cy="16597"/>
            </a:xfrm>
            <a:custGeom>
              <a:avLst/>
              <a:pathLst>
                <a:path w="17721" h="16597">
                  <a:moveTo>
                    <a:pt x="0" y="0"/>
                  </a:moveTo>
                  <a:lnTo>
                    <a:pt x="17721" y="1376"/>
                  </a:lnTo>
                  <a:lnTo>
                    <a:pt x="17721" y="16597"/>
                  </a:lnTo>
                  <a:lnTo>
                    <a:pt x="0" y="16597"/>
                  </a:lnTo>
                  <a:close/>
                </a:path>
              </a:pathLst>
            </a:custGeom>
            <a:solidFill>
              <a:srgbClr val="BB7964">
                <a:alpha val="100000"/>
              </a:srgbClr>
            </a:solidFill>
            <a:ln w="4762" cap="rnd">
              <a:solidFill>
                <a:srgbClr val="BB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g2364"/>
            <p:cNvSpPr/>
            <p:nvPr/>
          </p:nvSpPr>
          <p:spPr>
            <a:xfrm>
              <a:off x="7283032" y="5048070"/>
              <a:ext cx="17721" cy="15221"/>
            </a:xfrm>
            <a:custGeom>
              <a:avLst/>
              <a:pathLst>
                <a:path w="17721" h="15221">
                  <a:moveTo>
                    <a:pt x="0" y="0"/>
                  </a:moveTo>
                  <a:lnTo>
                    <a:pt x="17721" y="1268"/>
                  </a:lnTo>
                  <a:lnTo>
                    <a:pt x="17721" y="15221"/>
                  </a:lnTo>
                  <a:lnTo>
                    <a:pt x="0" y="15221"/>
                  </a:lnTo>
                  <a:close/>
                </a:path>
              </a:pathLst>
            </a:custGeom>
            <a:solidFill>
              <a:srgbClr val="BA7964">
                <a:alpha val="100000"/>
              </a:srgbClr>
            </a:solidFill>
            <a:ln w="4762" cap="rnd">
              <a:solidFill>
                <a:srgbClr val="BA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g2365"/>
            <p:cNvSpPr/>
            <p:nvPr/>
          </p:nvSpPr>
          <p:spPr>
            <a:xfrm>
              <a:off x="7300753" y="5049338"/>
              <a:ext cx="35442" cy="13952"/>
            </a:xfrm>
            <a:custGeom>
              <a:avLst/>
              <a:pathLst>
                <a:path w="35442" h="13952">
                  <a:moveTo>
                    <a:pt x="0" y="0"/>
                  </a:moveTo>
                  <a:lnTo>
                    <a:pt x="17721" y="1195"/>
                  </a:lnTo>
                  <a:lnTo>
                    <a:pt x="35442" y="2290"/>
                  </a:lnTo>
                  <a:lnTo>
                    <a:pt x="35442" y="13952"/>
                  </a:lnTo>
                  <a:lnTo>
                    <a:pt x="17721" y="13952"/>
                  </a:lnTo>
                  <a:lnTo>
                    <a:pt x="0" y="13952"/>
                  </a:lnTo>
                  <a:close/>
                </a:path>
              </a:pathLst>
            </a:custGeom>
            <a:solidFill>
              <a:srgbClr val="BA7863">
                <a:alpha val="100000"/>
              </a:srgbClr>
            </a:solidFill>
            <a:ln w="4762" cap="rnd">
              <a:solidFill>
                <a:srgbClr val="BA78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g2366"/>
            <p:cNvSpPr/>
            <p:nvPr/>
          </p:nvSpPr>
          <p:spPr>
            <a:xfrm>
              <a:off x="7336196" y="5051628"/>
              <a:ext cx="17721" cy="11662"/>
            </a:xfrm>
            <a:custGeom>
              <a:avLst/>
              <a:pathLst>
                <a:path w="17721" h="11662">
                  <a:moveTo>
                    <a:pt x="0" y="0"/>
                  </a:moveTo>
                  <a:lnTo>
                    <a:pt x="17721" y="1002"/>
                  </a:lnTo>
                  <a:lnTo>
                    <a:pt x="17721" y="11662"/>
                  </a:lnTo>
                  <a:lnTo>
                    <a:pt x="0" y="11662"/>
                  </a:lnTo>
                  <a:close/>
                </a:path>
              </a:pathLst>
            </a:custGeom>
            <a:solidFill>
              <a:srgbClr val="BA7862">
                <a:alpha val="100000"/>
              </a:srgbClr>
            </a:solidFill>
            <a:ln w="4762" cap="rnd">
              <a:solidFill>
                <a:srgbClr val="BA78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g2367"/>
            <p:cNvSpPr/>
            <p:nvPr/>
          </p:nvSpPr>
          <p:spPr>
            <a:xfrm>
              <a:off x="7353917" y="5052631"/>
              <a:ext cx="17721" cy="10660"/>
            </a:xfrm>
            <a:custGeom>
              <a:avLst/>
              <a:pathLst>
                <a:path w="17721" h="10660">
                  <a:moveTo>
                    <a:pt x="0" y="0"/>
                  </a:moveTo>
                  <a:lnTo>
                    <a:pt x="17721" y="942"/>
                  </a:lnTo>
                  <a:lnTo>
                    <a:pt x="17721" y="10660"/>
                  </a:lnTo>
                  <a:lnTo>
                    <a:pt x="0" y="10660"/>
                  </a:lnTo>
                  <a:close/>
                </a:path>
              </a:pathLst>
            </a:custGeom>
            <a:solidFill>
              <a:srgbClr val="BA7762">
                <a:alpha val="100000"/>
              </a:srgbClr>
            </a:solidFill>
            <a:ln w="4762" cap="rnd">
              <a:solidFill>
                <a:srgbClr val="BA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g2368"/>
            <p:cNvSpPr/>
            <p:nvPr/>
          </p:nvSpPr>
          <p:spPr>
            <a:xfrm>
              <a:off x="7371638" y="5053574"/>
              <a:ext cx="17721" cy="9717"/>
            </a:xfrm>
            <a:custGeom>
              <a:avLst/>
              <a:pathLst>
                <a:path w="17721" h="9717">
                  <a:moveTo>
                    <a:pt x="0" y="0"/>
                  </a:moveTo>
                  <a:lnTo>
                    <a:pt x="17721" y="861"/>
                  </a:lnTo>
                  <a:lnTo>
                    <a:pt x="17721" y="9717"/>
                  </a:lnTo>
                  <a:lnTo>
                    <a:pt x="0" y="9717"/>
                  </a:lnTo>
                  <a:close/>
                </a:path>
              </a:pathLst>
            </a:custGeom>
            <a:solidFill>
              <a:srgbClr val="B97762">
                <a:alpha val="100000"/>
              </a:srgbClr>
            </a:solidFill>
            <a:ln w="4762" cap="rnd">
              <a:solidFill>
                <a:srgbClr val="B9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g2369"/>
            <p:cNvSpPr/>
            <p:nvPr/>
          </p:nvSpPr>
          <p:spPr>
            <a:xfrm>
              <a:off x="7389360" y="5054435"/>
              <a:ext cx="53164" cy="8855"/>
            </a:xfrm>
            <a:custGeom>
              <a:avLst/>
              <a:pathLst>
                <a:path w="53164" h="8855">
                  <a:moveTo>
                    <a:pt x="0" y="0"/>
                  </a:moveTo>
                  <a:lnTo>
                    <a:pt x="17721" y="784"/>
                  </a:lnTo>
                  <a:lnTo>
                    <a:pt x="35442" y="1520"/>
                  </a:lnTo>
                  <a:lnTo>
                    <a:pt x="53164" y="2191"/>
                  </a:lnTo>
                  <a:lnTo>
                    <a:pt x="53164" y="8855"/>
                  </a:lnTo>
                  <a:lnTo>
                    <a:pt x="35442" y="8855"/>
                  </a:lnTo>
                  <a:lnTo>
                    <a:pt x="17721" y="8855"/>
                  </a:lnTo>
                  <a:lnTo>
                    <a:pt x="0" y="8855"/>
                  </a:lnTo>
                  <a:close/>
                </a:path>
              </a:pathLst>
            </a:custGeom>
            <a:solidFill>
              <a:srgbClr val="B97661">
                <a:alpha val="100000"/>
              </a:srgbClr>
            </a:solidFill>
            <a:ln w="4762" cap="rnd">
              <a:solidFill>
                <a:srgbClr val="B976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g2370"/>
            <p:cNvSpPr/>
            <p:nvPr/>
          </p:nvSpPr>
          <p:spPr>
            <a:xfrm>
              <a:off x="7442524" y="5056627"/>
              <a:ext cx="17721" cy="6663"/>
            </a:xfrm>
            <a:custGeom>
              <a:avLst/>
              <a:pathLst>
                <a:path w="17721" h="6663">
                  <a:moveTo>
                    <a:pt x="0" y="0"/>
                  </a:moveTo>
                  <a:lnTo>
                    <a:pt x="17721" y="607"/>
                  </a:lnTo>
                  <a:lnTo>
                    <a:pt x="17721" y="6663"/>
                  </a:lnTo>
                  <a:lnTo>
                    <a:pt x="0" y="6663"/>
                  </a:lnTo>
                  <a:close/>
                </a:path>
              </a:pathLst>
            </a:custGeom>
            <a:solidFill>
              <a:srgbClr val="B87560">
                <a:alpha val="100000"/>
              </a:srgbClr>
            </a:solidFill>
            <a:ln w="4762" cap="rnd">
              <a:solidFill>
                <a:srgbClr val="B875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l2371"/>
            <p:cNvSpPr/>
            <p:nvPr/>
          </p:nvSpPr>
          <p:spPr>
            <a:xfrm>
              <a:off x="1807129" y="4308042"/>
              <a:ext cx="5653116" cy="749192"/>
            </a:xfrm>
            <a:custGeom>
              <a:avLst/>
              <a:pathLst>
                <a:path w="5653116" h="749192">
                  <a:moveTo>
                    <a:pt x="0" y="749037"/>
                  </a:moveTo>
                  <a:lnTo>
                    <a:pt x="17721" y="748498"/>
                  </a:lnTo>
                  <a:lnTo>
                    <a:pt x="35442" y="747904"/>
                  </a:lnTo>
                  <a:lnTo>
                    <a:pt x="53164" y="747276"/>
                  </a:lnTo>
                  <a:lnTo>
                    <a:pt x="70885" y="746612"/>
                  </a:lnTo>
                  <a:lnTo>
                    <a:pt x="88606" y="745880"/>
                  </a:lnTo>
                  <a:lnTo>
                    <a:pt x="106328" y="745110"/>
                  </a:lnTo>
                  <a:lnTo>
                    <a:pt x="124049" y="744299"/>
                  </a:lnTo>
                  <a:lnTo>
                    <a:pt x="141770" y="743408"/>
                  </a:lnTo>
                  <a:lnTo>
                    <a:pt x="159492" y="742473"/>
                  </a:lnTo>
                  <a:lnTo>
                    <a:pt x="177213" y="741494"/>
                  </a:lnTo>
                  <a:lnTo>
                    <a:pt x="194935" y="740422"/>
                  </a:lnTo>
                  <a:lnTo>
                    <a:pt x="212656" y="739299"/>
                  </a:lnTo>
                  <a:lnTo>
                    <a:pt x="230377" y="738127"/>
                  </a:lnTo>
                  <a:lnTo>
                    <a:pt x="248099" y="736852"/>
                  </a:lnTo>
                  <a:lnTo>
                    <a:pt x="265820" y="735520"/>
                  </a:lnTo>
                  <a:lnTo>
                    <a:pt x="283541" y="734131"/>
                  </a:lnTo>
                  <a:lnTo>
                    <a:pt x="301263" y="732633"/>
                  </a:lnTo>
                  <a:lnTo>
                    <a:pt x="318984" y="731069"/>
                  </a:lnTo>
                  <a:lnTo>
                    <a:pt x="336705" y="729443"/>
                  </a:lnTo>
                  <a:lnTo>
                    <a:pt x="354427" y="727701"/>
                  </a:lnTo>
                  <a:lnTo>
                    <a:pt x="372148" y="725885"/>
                  </a:lnTo>
                  <a:lnTo>
                    <a:pt x="389870" y="724004"/>
                  </a:lnTo>
                  <a:lnTo>
                    <a:pt x="407591" y="722002"/>
                  </a:lnTo>
                  <a:lnTo>
                    <a:pt x="425312" y="719919"/>
                  </a:lnTo>
                  <a:lnTo>
                    <a:pt x="443034" y="717766"/>
                  </a:lnTo>
                  <a:lnTo>
                    <a:pt x="460755" y="715491"/>
                  </a:lnTo>
                  <a:lnTo>
                    <a:pt x="478476" y="713129"/>
                  </a:lnTo>
                  <a:lnTo>
                    <a:pt x="496198" y="710697"/>
                  </a:lnTo>
                  <a:lnTo>
                    <a:pt x="513919" y="708142"/>
                  </a:lnTo>
                  <a:lnTo>
                    <a:pt x="531641" y="705497"/>
                  </a:lnTo>
                  <a:lnTo>
                    <a:pt x="549362" y="702780"/>
                  </a:lnTo>
                  <a:lnTo>
                    <a:pt x="567083" y="699946"/>
                  </a:lnTo>
                  <a:lnTo>
                    <a:pt x="584805" y="697020"/>
                  </a:lnTo>
                  <a:lnTo>
                    <a:pt x="602526" y="694025"/>
                  </a:lnTo>
                  <a:lnTo>
                    <a:pt x="620247" y="690920"/>
                  </a:lnTo>
                  <a:lnTo>
                    <a:pt x="637969" y="687726"/>
                  </a:lnTo>
                  <a:lnTo>
                    <a:pt x="655690" y="684466"/>
                  </a:lnTo>
                  <a:lnTo>
                    <a:pt x="673411" y="681107"/>
                  </a:lnTo>
                  <a:lnTo>
                    <a:pt x="691133" y="677666"/>
                  </a:lnTo>
                  <a:lnTo>
                    <a:pt x="708854" y="674166"/>
                  </a:lnTo>
                  <a:lnTo>
                    <a:pt x="726576" y="670582"/>
                  </a:lnTo>
                  <a:lnTo>
                    <a:pt x="744297" y="666925"/>
                  </a:lnTo>
                  <a:lnTo>
                    <a:pt x="762018" y="663220"/>
                  </a:lnTo>
                  <a:lnTo>
                    <a:pt x="779740" y="659449"/>
                  </a:lnTo>
                  <a:lnTo>
                    <a:pt x="797461" y="655620"/>
                  </a:lnTo>
                  <a:lnTo>
                    <a:pt x="815182" y="651756"/>
                  </a:lnTo>
                  <a:lnTo>
                    <a:pt x="832904" y="647846"/>
                  </a:lnTo>
                  <a:lnTo>
                    <a:pt x="850625" y="643899"/>
                  </a:lnTo>
                  <a:lnTo>
                    <a:pt x="868347" y="639933"/>
                  </a:lnTo>
                  <a:lnTo>
                    <a:pt x="886068" y="635943"/>
                  </a:lnTo>
                  <a:lnTo>
                    <a:pt x="903789" y="631941"/>
                  </a:lnTo>
                  <a:lnTo>
                    <a:pt x="921511" y="627938"/>
                  </a:lnTo>
                  <a:lnTo>
                    <a:pt x="939232" y="623936"/>
                  </a:lnTo>
                  <a:lnTo>
                    <a:pt x="956953" y="619952"/>
                  </a:lnTo>
                  <a:lnTo>
                    <a:pt x="974675" y="615985"/>
                  </a:lnTo>
                  <a:lnTo>
                    <a:pt x="992396" y="612045"/>
                  </a:lnTo>
                  <a:lnTo>
                    <a:pt x="1010117" y="608157"/>
                  </a:lnTo>
                  <a:lnTo>
                    <a:pt x="1027839" y="604307"/>
                  </a:lnTo>
                  <a:lnTo>
                    <a:pt x="1045560" y="600509"/>
                  </a:lnTo>
                  <a:lnTo>
                    <a:pt x="1063282" y="596800"/>
                  </a:lnTo>
                  <a:lnTo>
                    <a:pt x="1081003" y="593150"/>
                  </a:lnTo>
                  <a:lnTo>
                    <a:pt x="1098724" y="589576"/>
                  </a:lnTo>
                  <a:lnTo>
                    <a:pt x="1116446" y="586129"/>
                  </a:lnTo>
                  <a:lnTo>
                    <a:pt x="1134167" y="582762"/>
                  </a:lnTo>
                  <a:lnTo>
                    <a:pt x="1151888" y="579494"/>
                  </a:lnTo>
                  <a:lnTo>
                    <a:pt x="1169610" y="576391"/>
                  </a:lnTo>
                  <a:lnTo>
                    <a:pt x="1187331" y="573389"/>
                  </a:lnTo>
                  <a:lnTo>
                    <a:pt x="1205053" y="570503"/>
                  </a:lnTo>
                  <a:lnTo>
                    <a:pt x="1222774" y="567822"/>
                  </a:lnTo>
                  <a:lnTo>
                    <a:pt x="1240495" y="565259"/>
                  </a:lnTo>
                  <a:lnTo>
                    <a:pt x="1258217" y="562827"/>
                  </a:lnTo>
                  <a:lnTo>
                    <a:pt x="1275938" y="560634"/>
                  </a:lnTo>
                  <a:lnTo>
                    <a:pt x="1293659" y="558575"/>
                  </a:lnTo>
                  <a:lnTo>
                    <a:pt x="1311381" y="556657"/>
                  </a:lnTo>
                  <a:lnTo>
                    <a:pt x="1329102" y="555010"/>
                  </a:lnTo>
                  <a:lnTo>
                    <a:pt x="1346823" y="553508"/>
                  </a:lnTo>
                  <a:lnTo>
                    <a:pt x="1364545" y="552153"/>
                  </a:lnTo>
                  <a:lnTo>
                    <a:pt x="1382266" y="551092"/>
                  </a:lnTo>
                  <a:lnTo>
                    <a:pt x="1399988" y="550185"/>
                  </a:lnTo>
                  <a:lnTo>
                    <a:pt x="1417709" y="549433"/>
                  </a:lnTo>
                  <a:lnTo>
                    <a:pt x="1435430" y="548978"/>
                  </a:lnTo>
                  <a:lnTo>
                    <a:pt x="1453152" y="548687"/>
                  </a:lnTo>
                  <a:lnTo>
                    <a:pt x="1470873" y="548552"/>
                  </a:lnTo>
                  <a:lnTo>
                    <a:pt x="1488594" y="548711"/>
                  </a:lnTo>
                  <a:lnTo>
                    <a:pt x="1506316" y="549038"/>
                  </a:lnTo>
                  <a:lnTo>
                    <a:pt x="1524037" y="549520"/>
                  </a:lnTo>
                  <a:lnTo>
                    <a:pt x="1541759" y="550280"/>
                  </a:lnTo>
                  <a:lnTo>
                    <a:pt x="1559480" y="551209"/>
                  </a:lnTo>
                  <a:lnTo>
                    <a:pt x="1577201" y="552286"/>
                  </a:lnTo>
                  <a:lnTo>
                    <a:pt x="1594923" y="553620"/>
                  </a:lnTo>
                  <a:lnTo>
                    <a:pt x="1612644" y="555116"/>
                  </a:lnTo>
                  <a:lnTo>
                    <a:pt x="1630365" y="556748"/>
                  </a:lnTo>
                  <a:lnTo>
                    <a:pt x="1648087" y="558608"/>
                  </a:lnTo>
                  <a:lnTo>
                    <a:pt x="1665808" y="560619"/>
                  </a:lnTo>
                  <a:lnTo>
                    <a:pt x="1683529" y="562750"/>
                  </a:lnTo>
                  <a:lnTo>
                    <a:pt x="1701251" y="565074"/>
                  </a:lnTo>
                  <a:lnTo>
                    <a:pt x="1718972" y="567530"/>
                  </a:lnTo>
                  <a:lnTo>
                    <a:pt x="1736694" y="570087"/>
                  </a:lnTo>
                  <a:lnTo>
                    <a:pt x="1754415" y="572799"/>
                  </a:lnTo>
                  <a:lnTo>
                    <a:pt x="1772136" y="575619"/>
                  </a:lnTo>
                  <a:lnTo>
                    <a:pt x="1789858" y="578516"/>
                  </a:lnTo>
                  <a:lnTo>
                    <a:pt x="1807579" y="581528"/>
                  </a:lnTo>
                  <a:lnTo>
                    <a:pt x="1825300" y="584617"/>
                  </a:lnTo>
                  <a:lnTo>
                    <a:pt x="1843022" y="587759"/>
                  </a:lnTo>
                  <a:lnTo>
                    <a:pt x="1860743" y="590972"/>
                  </a:lnTo>
                  <a:lnTo>
                    <a:pt x="1878465" y="594229"/>
                  </a:lnTo>
                  <a:lnTo>
                    <a:pt x="1896186" y="597511"/>
                  </a:lnTo>
                  <a:lnTo>
                    <a:pt x="1913907" y="600822"/>
                  </a:lnTo>
                  <a:lnTo>
                    <a:pt x="1931629" y="604139"/>
                  </a:lnTo>
                  <a:lnTo>
                    <a:pt x="1949350" y="607454"/>
                  </a:lnTo>
                  <a:lnTo>
                    <a:pt x="1967071" y="610755"/>
                  </a:lnTo>
                  <a:lnTo>
                    <a:pt x="1984793" y="614022"/>
                  </a:lnTo>
                  <a:lnTo>
                    <a:pt x="2002514" y="617258"/>
                  </a:lnTo>
                  <a:lnTo>
                    <a:pt x="2020235" y="620441"/>
                  </a:lnTo>
                  <a:lnTo>
                    <a:pt x="2037957" y="623547"/>
                  </a:lnTo>
                  <a:lnTo>
                    <a:pt x="2055678" y="626595"/>
                  </a:lnTo>
                  <a:lnTo>
                    <a:pt x="2073400" y="629554"/>
                  </a:lnTo>
                  <a:lnTo>
                    <a:pt x="2091121" y="632391"/>
                  </a:lnTo>
                  <a:lnTo>
                    <a:pt x="2108842" y="635143"/>
                  </a:lnTo>
                  <a:lnTo>
                    <a:pt x="2126564" y="637773"/>
                  </a:lnTo>
                  <a:lnTo>
                    <a:pt x="2144285" y="640238"/>
                  </a:lnTo>
                  <a:lnTo>
                    <a:pt x="2162006" y="642591"/>
                  </a:lnTo>
                  <a:lnTo>
                    <a:pt x="2179728" y="644794"/>
                  </a:lnTo>
                  <a:lnTo>
                    <a:pt x="2197449" y="646787"/>
                  </a:lnTo>
                  <a:lnTo>
                    <a:pt x="2215171" y="648646"/>
                  </a:lnTo>
                  <a:lnTo>
                    <a:pt x="2232892" y="650329"/>
                  </a:lnTo>
                  <a:lnTo>
                    <a:pt x="2250613" y="651759"/>
                  </a:lnTo>
                  <a:lnTo>
                    <a:pt x="2268335" y="653032"/>
                  </a:lnTo>
                  <a:lnTo>
                    <a:pt x="2286056" y="654110"/>
                  </a:lnTo>
                  <a:lnTo>
                    <a:pt x="2303777" y="654893"/>
                  </a:lnTo>
                  <a:lnTo>
                    <a:pt x="2321499" y="655499"/>
                  </a:lnTo>
                  <a:lnTo>
                    <a:pt x="2339220" y="655895"/>
                  </a:lnTo>
                  <a:lnTo>
                    <a:pt x="2356941" y="655954"/>
                  </a:lnTo>
                  <a:lnTo>
                    <a:pt x="2374663" y="655819"/>
                  </a:lnTo>
                  <a:lnTo>
                    <a:pt x="2392384" y="655462"/>
                  </a:lnTo>
                  <a:lnTo>
                    <a:pt x="2410106" y="654731"/>
                  </a:lnTo>
                  <a:lnTo>
                    <a:pt x="2427827" y="653790"/>
                  </a:lnTo>
                  <a:lnTo>
                    <a:pt x="2445548" y="652618"/>
                  </a:lnTo>
                  <a:lnTo>
                    <a:pt x="2463270" y="651038"/>
                  </a:lnTo>
                  <a:lnTo>
                    <a:pt x="2480991" y="649234"/>
                  </a:lnTo>
                  <a:lnTo>
                    <a:pt x="2498712" y="647196"/>
                  </a:lnTo>
                  <a:lnTo>
                    <a:pt x="2516434" y="644718"/>
                  </a:lnTo>
                  <a:lnTo>
                    <a:pt x="2534155" y="642004"/>
                  </a:lnTo>
                  <a:lnTo>
                    <a:pt x="2551877" y="639055"/>
                  </a:lnTo>
                  <a:lnTo>
                    <a:pt x="2569598" y="635638"/>
                  </a:lnTo>
                  <a:lnTo>
                    <a:pt x="2587319" y="631978"/>
                  </a:lnTo>
                  <a:lnTo>
                    <a:pt x="2605041" y="628075"/>
                  </a:lnTo>
                  <a:lnTo>
                    <a:pt x="2622762" y="623701"/>
                  </a:lnTo>
                  <a:lnTo>
                    <a:pt x="2640483" y="619068"/>
                  </a:lnTo>
                  <a:lnTo>
                    <a:pt x="2658205" y="614186"/>
                  </a:lnTo>
                  <a:lnTo>
                    <a:pt x="2675926" y="608836"/>
                  </a:lnTo>
                  <a:lnTo>
                    <a:pt x="2693647" y="603215"/>
                  </a:lnTo>
                  <a:lnTo>
                    <a:pt x="2711369" y="597342"/>
                  </a:lnTo>
                  <a:lnTo>
                    <a:pt x="2729090" y="591012"/>
                  </a:lnTo>
                  <a:lnTo>
                    <a:pt x="2746812" y="584400"/>
                  </a:lnTo>
                  <a:lnTo>
                    <a:pt x="2764533" y="577539"/>
                  </a:lnTo>
                  <a:lnTo>
                    <a:pt x="2782254" y="570235"/>
                  </a:lnTo>
                  <a:lnTo>
                    <a:pt x="2799976" y="562644"/>
                  </a:lnTo>
                  <a:lnTo>
                    <a:pt x="2817697" y="554809"/>
                  </a:lnTo>
                  <a:lnTo>
                    <a:pt x="2835418" y="546554"/>
                  </a:lnTo>
                  <a:lnTo>
                    <a:pt x="2853140" y="538012"/>
                  </a:lnTo>
                  <a:lnTo>
                    <a:pt x="2870861" y="529235"/>
                  </a:lnTo>
                  <a:lnTo>
                    <a:pt x="2888583" y="520068"/>
                  </a:lnTo>
                  <a:lnTo>
                    <a:pt x="2906304" y="510620"/>
                  </a:lnTo>
                  <a:lnTo>
                    <a:pt x="2924025" y="500951"/>
                  </a:lnTo>
                  <a:lnTo>
                    <a:pt x="2941747" y="490928"/>
                  </a:lnTo>
                  <a:lnTo>
                    <a:pt x="2959468" y="480637"/>
                  </a:lnTo>
                  <a:lnTo>
                    <a:pt x="2977189" y="470145"/>
                  </a:lnTo>
                  <a:lnTo>
                    <a:pt x="2994911" y="459341"/>
                  </a:lnTo>
                  <a:lnTo>
                    <a:pt x="3012632" y="448292"/>
                  </a:lnTo>
                  <a:lnTo>
                    <a:pt x="3030353" y="437067"/>
                  </a:lnTo>
                  <a:lnTo>
                    <a:pt x="3048075" y="425578"/>
                  </a:lnTo>
                  <a:lnTo>
                    <a:pt x="3065796" y="413876"/>
                  </a:lnTo>
                  <a:lnTo>
                    <a:pt x="3083518" y="402028"/>
                  </a:lnTo>
                  <a:lnTo>
                    <a:pt x="3101239" y="389972"/>
                  </a:lnTo>
                  <a:lnTo>
                    <a:pt x="3118960" y="377744"/>
                  </a:lnTo>
                  <a:lnTo>
                    <a:pt x="3136682" y="365406"/>
                  </a:lnTo>
                  <a:lnTo>
                    <a:pt x="3154403" y="352920"/>
                  </a:lnTo>
                  <a:lnTo>
                    <a:pt x="3172124" y="340316"/>
                  </a:lnTo>
                  <a:lnTo>
                    <a:pt x="3189846" y="327642"/>
                  </a:lnTo>
                  <a:lnTo>
                    <a:pt x="3207567" y="314885"/>
                  </a:lnTo>
                  <a:lnTo>
                    <a:pt x="3225289" y="302074"/>
                  </a:lnTo>
                  <a:lnTo>
                    <a:pt x="3243010" y="289240"/>
                  </a:lnTo>
                  <a:lnTo>
                    <a:pt x="3260731" y="276389"/>
                  </a:lnTo>
                  <a:lnTo>
                    <a:pt x="3278453" y="263559"/>
                  </a:lnTo>
                  <a:lnTo>
                    <a:pt x="3296174" y="250757"/>
                  </a:lnTo>
                  <a:lnTo>
                    <a:pt x="3313895" y="238008"/>
                  </a:lnTo>
                  <a:lnTo>
                    <a:pt x="3331617" y="225363"/>
                  </a:lnTo>
                  <a:lnTo>
                    <a:pt x="3349338" y="212802"/>
                  </a:lnTo>
                  <a:lnTo>
                    <a:pt x="3367059" y="200362"/>
                  </a:lnTo>
                  <a:lnTo>
                    <a:pt x="3384781" y="188121"/>
                  </a:lnTo>
                  <a:lnTo>
                    <a:pt x="3402502" y="176020"/>
                  </a:lnTo>
                  <a:lnTo>
                    <a:pt x="3420224" y="164107"/>
                  </a:lnTo>
                  <a:lnTo>
                    <a:pt x="3437945" y="152493"/>
                  </a:lnTo>
                  <a:lnTo>
                    <a:pt x="3455666" y="141078"/>
                  </a:lnTo>
                  <a:lnTo>
                    <a:pt x="3473388" y="129913"/>
                  </a:lnTo>
                  <a:lnTo>
                    <a:pt x="3491109" y="119155"/>
                  </a:lnTo>
                  <a:lnTo>
                    <a:pt x="3508830" y="108652"/>
                  </a:lnTo>
                  <a:lnTo>
                    <a:pt x="3526552" y="98455"/>
                  </a:lnTo>
                  <a:lnTo>
                    <a:pt x="3544273" y="88774"/>
                  </a:lnTo>
                  <a:lnTo>
                    <a:pt x="3561995" y="79403"/>
                  </a:lnTo>
                  <a:lnTo>
                    <a:pt x="3579716" y="70388"/>
                  </a:lnTo>
                  <a:lnTo>
                    <a:pt x="3597437" y="61994"/>
                  </a:lnTo>
                  <a:lnTo>
                    <a:pt x="3615159" y="53962"/>
                  </a:lnTo>
                  <a:lnTo>
                    <a:pt x="3632880" y="46326"/>
                  </a:lnTo>
                  <a:lnTo>
                    <a:pt x="3650601" y="39414"/>
                  </a:lnTo>
                  <a:lnTo>
                    <a:pt x="3668323" y="32907"/>
                  </a:lnTo>
                  <a:lnTo>
                    <a:pt x="3686044" y="26827"/>
                  </a:lnTo>
                  <a:lnTo>
                    <a:pt x="3703765" y="21563"/>
                  </a:lnTo>
                  <a:lnTo>
                    <a:pt x="3721487" y="16742"/>
                  </a:lnTo>
                  <a:lnTo>
                    <a:pt x="3739208" y="12366"/>
                  </a:lnTo>
                  <a:lnTo>
                    <a:pt x="3756930" y="8887"/>
                  </a:lnTo>
                  <a:lnTo>
                    <a:pt x="3774651" y="5879"/>
                  </a:lnTo>
                  <a:lnTo>
                    <a:pt x="3792372" y="3342"/>
                  </a:lnTo>
                  <a:lnTo>
                    <a:pt x="3810094" y="1726"/>
                  </a:lnTo>
                  <a:lnTo>
                    <a:pt x="3827815" y="619"/>
                  </a:lnTo>
                  <a:lnTo>
                    <a:pt x="3845536" y="0"/>
                  </a:lnTo>
                  <a:lnTo>
                    <a:pt x="3863258" y="301"/>
                  </a:lnTo>
                  <a:lnTo>
                    <a:pt x="3880979" y="1140"/>
                  </a:lnTo>
                  <a:lnTo>
                    <a:pt x="3898701" y="2472"/>
                  </a:lnTo>
                  <a:lnTo>
                    <a:pt x="3916422" y="4705"/>
                  </a:lnTo>
                  <a:lnTo>
                    <a:pt x="3934143" y="7489"/>
                  </a:lnTo>
                  <a:lnTo>
                    <a:pt x="3951865" y="10761"/>
                  </a:lnTo>
                  <a:lnTo>
                    <a:pt x="3969586" y="14892"/>
                  </a:lnTo>
                  <a:lnTo>
                    <a:pt x="3987307" y="19577"/>
                  </a:lnTo>
                  <a:lnTo>
                    <a:pt x="4005029" y="24731"/>
                  </a:lnTo>
                  <a:lnTo>
                    <a:pt x="4022750" y="30684"/>
                  </a:lnTo>
                  <a:lnTo>
                    <a:pt x="4040471" y="37177"/>
                  </a:lnTo>
                  <a:lnTo>
                    <a:pt x="4058193" y="44110"/>
                  </a:lnTo>
                  <a:lnTo>
                    <a:pt x="4075914" y="51766"/>
                  </a:lnTo>
                  <a:lnTo>
                    <a:pt x="4093636" y="59935"/>
                  </a:lnTo>
                  <a:lnTo>
                    <a:pt x="4111357" y="68503"/>
                  </a:lnTo>
                  <a:lnTo>
                    <a:pt x="4129078" y="77706"/>
                  </a:lnTo>
                  <a:lnTo>
                    <a:pt x="4146800" y="87379"/>
                  </a:lnTo>
                  <a:lnTo>
                    <a:pt x="4164521" y="97402"/>
                  </a:lnTo>
                  <a:lnTo>
                    <a:pt x="4182242" y="107962"/>
                  </a:lnTo>
                  <a:lnTo>
                    <a:pt x="4199964" y="118936"/>
                  </a:lnTo>
                  <a:lnTo>
                    <a:pt x="4217685" y="130204"/>
                  </a:lnTo>
                  <a:lnTo>
                    <a:pt x="4235407" y="141906"/>
                  </a:lnTo>
                  <a:lnTo>
                    <a:pt x="4253128" y="153952"/>
                  </a:lnTo>
                  <a:lnTo>
                    <a:pt x="4270849" y="166233"/>
                  </a:lnTo>
                  <a:lnTo>
                    <a:pt x="4288571" y="178843"/>
                  </a:lnTo>
                  <a:lnTo>
                    <a:pt x="4306292" y="191718"/>
                  </a:lnTo>
                  <a:lnTo>
                    <a:pt x="4324013" y="204764"/>
                  </a:lnTo>
                  <a:lnTo>
                    <a:pt x="4341735" y="218037"/>
                  </a:lnTo>
                  <a:lnTo>
                    <a:pt x="4359456" y="231491"/>
                  </a:lnTo>
                  <a:lnTo>
                    <a:pt x="4377177" y="245051"/>
                  </a:lnTo>
                  <a:lnTo>
                    <a:pt x="4394899" y="258740"/>
                  </a:lnTo>
                  <a:lnTo>
                    <a:pt x="4412620" y="272521"/>
                  </a:lnTo>
                  <a:lnTo>
                    <a:pt x="4430342" y="286345"/>
                  </a:lnTo>
                  <a:lnTo>
                    <a:pt x="4448063" y="300210"/>
                  </a:lnTo>
                  <a:lnTo>
                    <a:pt x="4465784" y="314075"/>
                  </a:lnTo>
                  <a:lnTo>
                    <a:pt x="4483506" y="327925"/>
                  </a:lnTo>
                  <a:lnTo>
                    <a:pt x="4501227" y="341737"/>
                  </a:lnTo>
                  <a:lnTo>
                    <a:pt x="4518948" y="355462"/>
                  </a:lnTo>
                  <a:lnTo>
                    <a:pt x="4536670" y="369116"/>
                  </a:lnTo>
                  <a:lnTo>
                    <a:pt x="4554391" y="382666"/>
                  </a:lnTo>
                  <a:lnTo>
                    <a:pt x="4572113" y="396046"/>
                  </a:lnTo>
                  <a:lnTo>
                    <a:pt x="4589834" y="409308"/>
                  </a:lnTo>
                  <a:lnTo>
                    <a:pt x="4607555" y="422412"/>
                  </a:lnTo>
                  <a:lnTo>
                    <a:pt x="4625277" y="435270"/>
                  </a:lnTo>
                  <a:lnTo>
                    <a:pt x="4642998" y="447970"/>
                  </a:lnTo>
                  <a:lnTo>
                    <a:pt x="4660719" y="460471"/>
                  </a:lnTo>
                  <a:lnTo>
                    <a:pt x="4678441" y="472660"/>
                  </a:lnTo>
                  <a:lnTo>
                    <a:pt x="4696162" y="484659"/>
                  </a:lnTo>
                  <a:lnTo>
                    <a:pt x="4713883" y="496430"/>
                  </a:lnTo>
                  <a:lnTo>
                    <a:pt x="4731605" y="507835"/>
                  </a:lnTo>
                  <a:lnTo>
                    <a:pt x="4749326" y="519026"/>
                  </a:lnTo>
                  <a:lnTo>
                    <a:pt x="4767048" y="529973"/>
                  </a:lnTo>
                  <a:lnTo>
                    <a:pt x="4784769" y="540510"/>
                  </a:lnTo>
                  <a:lnTo>
                    <a:pt x="4802490" y="550818"/>
                  </a:lnTo>
                  <a:lnTo>
                    <a:pt x="4820212" y="560875"/>
                  </a:lnTo>
                  <a:lnTo>
                    <a:pt x="4837933" y="570492"/>
                  </a:lnTo>
                  <a:lnTo>
                    <a:pt x="4855654" y="579871"/>
                  </a:lnTo>
                  <a:lnTo>
                    <a:pt x="4873376" y="589003"/>
                  </a:lnTo>
                  <a:lnTo>
                    <a:pt x="4891097" y="597676"/>
                  </a:lnTo>
                  <a:lnTo>
                    <a:pt x="4908819" y="606111"/>
                  </a:lnTo>
                  <a:lnTo>
                    <a:pt x="4926540" y="614307"/>
                  </a:lnTo>
                  <a:lnTo>
                    <a:pt x="4944261" y="622039"/>
                  </a:lnTo>
                  <a:lnTo>
                    <a:pt x="4961983" y="629537"/>
                  </a:lnTo>
                  <a:lnTo>
                    <a:pt x="4979704" y="636801"/>
                  </a:lnTo>
                  <a:lnTo>
                    <a:pt x="4997425" y="643626"/>
                  </a:lnTo>
                  <a:lnTo>
                    <a:pt x="5015147" y="650216"/>
                  </a:lnTo>
                  <a:lnTo>
                    <a:pt x="5032868" y="656582"/>
                  </a:lnTo>
                  <a:lnTo>
                    <a:pt x="5050589" y="662539"/>
                  </a:lnTo>
                  <a:lnTo>
                    <a:pt x="5068311" y="668267"/>
                  </a:lnTo>
                  <a:lnTo>
                    <a:pt x="5086032" y="673784"/>
                  </a:lnTo>
                  <a:lnTo>
                    <a:pt x="5103754" y="678929"/>
                  </a:lnTo>
                  <a:lnTo>
                    <a:pt x="5121475" y="683853"/>
                  </a:lnTo>
                  <a:lnTo>
                    <a:pt x="5139196" y="688582"/>
                  </a:lnTo>
                  <a:lnTo>
                    <a:pt x="5156918" y="692979"/>
                  </a:lnTo>
                  <a:lnTo>
                    <a:pt x="5174639" y="697166"/>
                  </a:lnTo>
                  <a:lnTo>
                    <a:pt x="5192360" y="701176"/>
                  </a:lnTo>
                  <a:lnTo>
                    <a:pt x="5210082" y="704893"/>
                  </a:lnTo>
                  <a:lnTo>
                    <a:pt x="5227803" y="708416"/>
                  </a:lnTo>
                  <a:lnTo>
                    <a:pt x="5245525" y="711781"/>
                  </a:lnTo>
                  <a:lnTo>
                    <a:pt x="5263246" y="714891"/>
                  </a:lnTo>
                  <a:lnTo>
                    <a:pt x="5280967" y="717823"/>
                  </a:lnTo>
                  <a:lnTo>
                    <a:pt x="5298689" y="720617"/>
                  </a:lnTo>
                  <a:lnTo>
                    <a:pt x="5316410" y="723192"/>
                  </a:lnTo>
                  <a:lnTo>
                    <a:pt x="5334131" y="725607"/>
                  </a:lnTo>
                  <a:lnTo>
                    <a:pt x="5351853" y="727902"/>
                  </a:lnTo>
                  <a:lnTo>
                    <a:pt x="5369574" y="730014"/>
                  </a:lnTo>
                  <a:lnTo>
                    <a:pt x="5387295" y="731982"/>
                  </a:lnTo>
                  <a:lnTo>
                    <a:pt x="5405017" y="733848"/>
                  </a:lnTo>
                  <a:lnTo>
                    <a:pt x="5422738" y="735562"/>
                  </a:lnTo>
                  <a:lnTo>
                    <a:pt x="5440460" y="737150"/>
                  </a:lnTo>
                  <a:lnTo>
                    <a:pt x="5458181" y="738651"/>
                  </a:lnTo>
                  <a:lnTo>
                    <a:pt x="5475902" y="740028"/>
                  </a:lnTo>
                  <a:lnTo>
                    <a:pt x="5493624" y="741296"/>
                  </a:lnTo>
                  <a:lnTo>
                    <a:pt x="5511345" y="742492"/>
                  </a:lnTo>
                  <a:lnTo>
                    <a:pt x="5529066" y="743586"/>
                  </a:lnTo>
                  <a:lnTo>
                    <a:pt x="5546788" y="744588"/>
                  </a:lnTo>
                  <a:lnTo>
                    <a:pt x="5564509" y="745531"/>
                  </a:lnTo>
                  <a:lnTo>
                    <a:pt x="5582231" y="746393"/>
                  </a:lnTo>
                  <a:lnTo>
                    <a:pt x="5599952" y="747177"/>
                  </a:lnTo>
                  <a:lnTo>
                    <a:pt x="5617673" y="747913"/>
                  </a:lnTo>
                  <a:lnTo>
                    <a:pt x="5635395" y="748585"/>
                  </a:lnTo>
                  <a:lnTo>
                    <a:pt x="5653116" y="749192"/>
                  </a:lnTo>
                </a:path>
              </a:pathLst>
            </a:custGeom>
            <a:ln w="542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g2372"/>
            <p:cNvSpPr/>
            <p:nvPr/>
          </p:nvSpPr>
          <p:spPr>
            <a:xfrm>
              <a:off x="2728640" y="5399853"/>
              <a:ext cx="17721" cy="6732"/>
            </a:xfrm>
            <a:custGeom>
              <a:avLst/>
              <a:pathLst>
                <a:path w="17721" h="6732">
                  <a:moveTo>
                    <a:pt x="0" y="553"/>
                  </a:moveTo>
                  <a:lnTo>
                    <a:pt x="17721" y="0"/>
                  </a:lnTo>
                  <a:lnTo>
                    <a:pt x="17721" y="6732"/>
                  </a:lnTo>
                  <a:lnTo>
                    <a:pt x="0" y="6732"/>
                  </a:lnTo>
                  <a:close/>
                </a:path>
              </a:pathLst>
            </a:custGeom>
            <a:solidFill>
              <a:srgbClr val="EEDFCE">
                <a:alpha val="100000"/>
              </a:srgbClr>
            </a:solidFill>
            <a:ln w="4762" cap="rnd">
              <a:solidFill>
                <a:srgbClr val="EEDF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g2373"/>
            <p:cNvSpPr/>
            <p:nvPr/>
          </p:nvSpPr>
          <p:spPr>
            <a:xfrm>
              <a:off x="2746361" y="5399246"/>
              <a:ext cx="17721" cy="7339"/>
            </a:xfrm>
            <a:custGeom>
              <a:avLst/>
              <a:pathLst>
                <a:path w="17721" h="7339">
                  <a:moveTo>
                    <a:pt x="0" y="606"/>
                  </a:moveTo>
                  <a:lnTo>
                    <a:pt x="17721" y="0"/>
                  </a:lnTo>
                  <a:lnTo>
                    <a:pt x="17721" y="7339"/>
                  </a:lnTo>
                  <a:lnTo>
                    <a:pt x="0" y="7339"/>
                  </a:lnTo>
                  <a:close/>
                </a:path>
              </a:pathLst>
            </a:custGeom>
            <a:solidFill>
              <a:srgbClr val="EEDECE">
                <a:alpha val="100000"/>
              </a:srgbClr>
            </a:solidFill>
            <a:ln w="4762" cap="rnd">
              <a:solidFill>
                <a:srgbClr val="EEDE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g2374"/>
            <p:cNvSpPr/>
            <p:nvPr/>
          </p:nvSpPr>
          <p:spPr>
            <a:xfrm>
              <a:off x="2764083" y="5398604"/>
              <a:ext cx="17721" cy="7981"/>
            </a:xfrm>
            <a:custGeom>
              <a:avLst/>
              <a:pathLst>
                <a:path w="17721" h="7981">
                  <a:moveTo>
                    <a:pt x="0" y="642"/>
                  </a:moveTo>
                  <a:lnTo>
                    <a:pt x="17721" y="0"/>
                  </a:lnTo>
                  <a:lnTo>
                    <a:pt x="17721" y="7981"/>
                  </a:lnTo>
                  <a:lnTo>
                    <a:pt x="0" y="7981"/>
                  </a:lnTo>
                  <a:close/>
                </a:path>
              </a:pathLst>
            </a:custGeom>
            <a:solidFill>
              <a:srgbClr val="EEDECD">
                <a:alpha val="100000"/>
              </a:srgbClr>
            </a:solidFill>
            <a:ln w="4762" cap="rnd">
              <a:solidFill>
                <a:srgbClr val="EEDEC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g2375"/>
            <p:cNvSpPr/>
            <p:nvPr/>
          </p:nvSpPr>
          <p:spPr>
            <a:xfrm>
              <a:off x="2781804" y="5397915"/>
              <a:ext cx="17721" cy="8671"/>
            </a:xfrm>
            <a:custGeom>
              <a:avLst/>
              <a:pathLst>
                <a:path w="17721" h="8671">
                  <a:moveTo>
                    <a:pt x="0" y="689"/>
                  </a:moveTo>
                  <a:lnTo>
                    <a:pt x="17721" y="0"/>
                  </a:lnTo>
                  <a:lnTo>
                    <a:pt x="17721" y="8671"/>
                  </a:lnTo>
                  <a:lnTo>
                    <a:pt x="0" y="8671"/>
                  </a:lnTo>
                  <a:close/>
                </a:path>
              </a:pathLst>
            </a:custGeom>
            <a:solidFill>
              <a:srgbClr val="EEDDCD">
                <a:alpha val="100000"/>
              </a:srgbClr>
            </a:solidFill>
            <a:ln w="4762" cap="rnd">
              <a:solidFill>
                <a:srgbClr val="EEDDC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g2376"/>
            <p:cNvSpPr/>
            <p:nvPr/>
          </p:nvSpPr>
          <p:spPr>
            <a:xfrm>
              <a:off x="2799525" y="5396363"/>
              <a:ext cx="35442" cy="10223"/>
            </a:xfrm>
            <a:custGeom>
              <a:avLst/>
              <a:pathLst>
                <a:path w="35442" h="10223">
                  <a:moveTo>
                    <a:pt x="0" y="1552"/>
                  </a:moveTo>
                  <a:lnTo>
                    <a:pt x="17721" y="797"/>
                  </a:lnTo>
                  <a:lnTo>
                    <a:pt x="35442" y="0"/>
                  </a:lnTo>
                  <a:lnTo>
                    <a:pt x="35442" y="10223"/>
                  </a:lnTo>
                  <a:lnTo>
                    <a:pt x="17721" y="10223"/>
                  </a:lnTo>
                  <a:lnTo>
                    <a:pt x="0" y="10223"/>
                  </a:lnTo>
                  <a:close/>
                </a:path>
              </a:pathLst>
            </a:custGeom>
            <a:solidFill>
              <a:srgbClr val="EDDDCC">
                <a:alpha val="100000"/>
              </a:srgbClr>
            </a:solidFill>
            <a:ln w="4762" cap="rnd">
              <a:solidFill>
                <a:srgbClr val="EDDD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g2377"/>
            <p:cNvSpPr/>
            <p:nvPr/>
          </p:nvSpPr>
          <p:spPr>
            <a:xfrm>
              <a:off x="2834968" y="5394580"/>
              <a:ext cx="35442" cy="12005"/>
            </a:xfrm>
            <a:custGeom>
              <a:avLst/>
              <a:pathLst>
                <a:path w="35442" h="12005">
                  <a:moveTo>
                    <a:pt x="0" y="1782"/>
                  </a:moveTo>
                  <a:lnTo>
                    <a:pt x="17721" y="930"/>
                  </a:lnTo>
                  <a:lnTo>
                    <a:pt x="35442" y="0"/>
                  </a:lnTo>
                  <a:lnTo>
                    <a:pt x="35442" y="12005"/>
                  </a:lnTo>
                  <a:lnTo>
                    <a:pt x="17721" y="12005"/>
                  </a:lnTo>
                  <a:lnTo>
                    <a:pt x="0" y="12005"/>
                  </a:lnTo>
                  <a:close/>
                </a:path>
              </a:pathLst>
            </a:custGeom>
            <a:solidFill>
              <a:srgbClr val="EDDCCB">
                <a:alpha val="100000"/>
              </a:srgbClr>
            </a:solidFill>
            <a:ln w="4762" cap="rnd">
              <a:solidFill>
                <a:srgbClr val="EDDC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g2378"/>
            <p:cNvSpPr/>
            <p:nvPr/>
          </p:nvSpPr>
          <p:spPr>
            <a:xfrm>
              <a:off x="2870411" y="5393600"/>
              <a:ext cx="17721" cy="12985"/>
            </a:xfrm>
            <a:custGeom>
              <a:avLst/>
              <a:pathLst>
                <a:path w="17721" h="12985">
                  <a:moveTo>
                    <a:pt x="0" y="980"/>
                  </a:moveTo>
                  <a:lnTo>
                    <a:pt x="17721" y="0"/>
                  </a:lnTo>
                  <a:lnTo>
                    <a:pt x="17721" y="12985"/>
                  </a:lnTo>
                  <a:lnTo>
                    <a:pt x="0" y="12985"/>
                  </a:lnTo>
                  <a:close/>
                </a:path>
              </a:pathLst>
            </a:custGeom>
            <a:solidFill>
              <a:srgbClr val="EDDBCB">
                <a:alpha val="100000"/>
              </a:srgbClr>
            </a:solidFill>
            <a:ln w="4762" cap="rnd">
              <a:solidFill>
                <a:srgbClr val="EDDB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g2379"/>
            <p:cNvSpPr/>
            <p:nvPr/>
          </p:nvSpPr>
          <p:spPr>
            <a:xfrm>
              <a:off x="2888132" y="5392558"/>
              <a:ext cx="17721" cy="14027"/>
            </a:xfrm>
            <a:custGeom>
              <a:avLst/>
              <a:pathLst>
                <a:path w="17721" h="14027">
                  <a:moveTo>
                    <a:pt x="0" y="1041"/>
                  </a:moveTo>
                  <a:lnTo>
                    <a:pt x="17721" y="0"/>
                  </a:lnTo>
                  <a:lnTo>
                    <a:pt x="17721" y="14027"/>
                  </a:lnTo>
                  <a:lnTo>
                    <a:pt x="0" y="14027"/>
                  </a:lnTo>
                  <a:close/>
                </a:path>
              </a:pathLst>
            </a:custGeom>
            <a:solidFill>
              <a:srgbClr val="EDDBCA">
                <a:alpha val="100000"/>
              </a:srgbClr>
            </a:solidFill>
            <a:ln w="4762" cap="rnd">
              <a:solidFill>
                <a:srgbClr val="EDDBC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g2380"/>
            <p:cNvSpPr/>
            <p:nvPr/>
          </p:nvSpPr>
          <p:spPr>
            <a:xfrm>
              <a:off x="2905854" y="5391421"/>
              <a:ext cx="17721" cy="15164"/>
            </a:xfrm>
            <a:custGeom>
              <a:avLst/>
              <a:pathLst>
                <a:path w="17721" h="15164">
                  <a:moveTo>
                    <a:pt x="0" y="1136"/>
                  </a:moveTo>
                  <a:lnTo>
                    <a:pt x="17721" y="0"/>
                  </a:lnTo>
                  <a:lnTo>
                    <a:pt x="17721" y="15164"/>
                  </a:lnTo>
                  <a:lnTo>
                    <a:pt x="0" y="15164"/>
                  </a:lnTo>
                  <a:close/>
                </a:path>
              </a:pathLst>
            </a:custGeom>
            <a:solidFill>
              <a:srgbClr val="ECDBCA">
                <a:alpha val="100000"/>
              </a:srgbClr>
            </a:solidFill>
            <a:ln w="4762" cap="rnd">
              <a:solidFill>
                <a:srgbClr val="ECDBC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g2381"/>
            <p:cNvSpPr/>
            <p:nvPr/>
          </p:nvSpPr>
          <p:spPr>
            <a:xfrm>
              <a:off x="2923575" y="5388964"/>
              <a:ext cx="35442" cy="17622"/>
            </a:xfrm>
            <a:custGeom>
              <a:avLst/>
              <a:pathLst>
                <a:path w="35442" h="17622">
                  <a:moveTo>
                    <a:pt x="0" y="2457"/>
                  </a:moveTo>
                  <a:lnTo>
                    <a:pt x="17721" y="1263"/>
                  </a:lnTo>
                  <a:lnTo>
                    <a:pt x="35442" y="0"/>
                  </a:lnTo>
                  <a:lnTo>
                    <a:pt x="35442" y="17622"/>
                  </a:lnTo>
                  <a:lnTo>
                    <a:pt x="17721" y="17622"/>
                  </a:lnTo>
                  <a:lnTo>
                    <a:pt x="0" y="17622"/>
                  </a:lnTo>
                  <a:close/>
                </a:path>
              </a:pathLst>
            </a:custGeom>
            <a:solidFill>
              <a:srgbClr val="ECDAC9">
                <a:alpha val="100000"/>
              </a:srgbClr>
            </a:solidFill>
            <a:ln w="4762" cap="rnd">
              <a:solidFill>
                <a:srgbClr val="ECDAC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g2382"/>
            <p:cNvSpPr/>
            <p:nvPr/>
          </p:nvSpPr>
          <p:spPr>
            <a:xfrm>
              <a:off x="2959018" y="5386147"/>
              <a:ext cx="35442" cy="20438"/>
            </a:xfrm>
            <a:custGeom>
              <a:avLst/>
              <a:pathLst>
                <a:path w="35442" h="20438">
                  <a:moveTo>
                    <a:pt x="0" y="2816"/>
                  </a:moveTo>
                  <a:lnTo>
                    <a:pt x="17721" y="1441"/>
                  </a:lnTo>
                  <a:lnTo>
                    <a:pt x="35442" y="0"/>
                  </a:lnTo>
                  <a:lnTo>
                    <a:pt x="35442" y="20438"/>
                  </a:lnTo>
                  <a:lnTo>
                    <a:pt x="17721" y="20438"/>
                  </a:lnTo>
                  <a:lnTo>
                    <a:pt x="0" y="20438"/>
                  </a:lnTo>
                  <a:close/>
                </a:path>
              </a:pathLst>
            </a:custGeom>
            <a:solidFill>
              <a:srgbClr val="ECD9C8">
                <a:alpha val="100000"/>
              </a:srgbClr>
            </a:solidFill>
            <a:ln w="4762" cap="rnd">
              <a:solidFill>
                <a:srgbClr val="ECD9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g2383"/>
            <p:cNvSpPr/>
            <p:nvPr/>
          </p:nvSpPr>
          <p:spPr>
            <a:xfrm>
              <a:off x="2994461" y="5384630"/>
              <a:ext cx="17721" cy="21956"/>
            </a:xfrm>
            <a:custGeom>
              <a:avLst/>
              <a:pathLst>
                <a:path w="17721" h="21956">
                  <a:moveTo>
                    <a:pt x="0" y="1517"/>
                  </a:moveTo>
                  <a:lnTo>
                    <a:pt x="17721" y="0"/>
                  </a:lnTo>
                  <a:lnTo>
                    <a:pt x="17721" y="21956"/>
                  </a:lnTo>
                  <a:lnTo>
                    <a:pt x="0" y="21956"/>
                  </a:lnTo>
                  <a:close/>
                </a:path>
              </a:pathLst>
            </a:custGeom>
            <a:solidFill>
              <a:srgbClr val="EBD9C8">
                <a:alpha val="100000"/>
              </a:srgbClr>
            </a:solidFill>
            <a:ln w="4762" cap="rnd">
              <a:solidFill>
                <a:srgbClr val="EBD9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g2384"/>
            <p:cNvSpPr/>
            <p:nvPr/>
          </p:nvSpPr>
          <p:spPr>
            <a:xfrm>
              <a:off x="3012182" y="5381259"/>
              <a:ext cx="35442" cy="25327"/>
            </a:xfrm>
            <a:custGeom>
              <a:avLst/>
              <a:pathLst>
                <a:path w="35442" h="25327">
                  <a:moveTo>
                    <a:pt x="0" y="3371"/>
                  </a:moveTo>
                  <a:lnTo>
                    <a:pt x="17721" y="1723"/>
                  </a:lnTo>
                  <a:lnTo>
                    <a:pt x="35442" y="0"/>
                  </a:lnTo>
                  <a:lnTo>
                    <a:pt x="35442" y="25327"/>
                  </a:lnTo>
                  <a:lnTo>
                    <a:pt x="17721" y="25327"/>
                  </a:lnTo>
                  <a:lnTo>
                    <a:pt x="0" y="25327"/>
                  </a:lnTo>
                  <a:close/>
                </a:path>
              </a:pathLst>
            </a:custGeom>
            <a:solidFill>
              <a:srgbClr val="EBD8C7">
                <a:alpha val="100000"/>
              </a:srgbClr>
            </a:solidFill>
            <a:ln w="4762" cap="rnd">
              <a:solidFill>
                <a:srgbClr val="EBD8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g2385"/>
            <p:cNvSpPr/>
            <p:nvPr/>
          </p:nvSpPr>
          <p:spPr>
            <a:xfrm>
              <a:off x="3047625" y="5377497"/>
              <a:ext cx="35442" cy="29089"/>
            </a:xfrm>
            <a:custGeom>
              <a:avLst/>
              <a:pathLst>
                <a:path w="35442" h="29089">
                  <a:moveTo>
                    <a:pt x="0" y="3761"/>
                  </a:moveTo>
                  <a:lnTo>
                    <a:pt x="17721" y="1956"/>
                  </a:lnTo>
                  <a:lnTo>
                    <a:pt x="35442" y="0"/>
                  </a:lnTo>
                  <a:lnTo>
                    <a:pt x="35442" y="29089"/>
                  </a:lnTo>
                  <a:lnTo>
                    <a:pt x="17721" y="29089"/>
                  </a:lnTo>
                  <a:lnTo>
                    <a:pt x="0" y="29089"/>
                  </a:lnTo>
                  <a:close/>
                </a:path>
              </a:pathLst>
            </a:custGeom>
            <a:solidFill>
              <a:srgbClr val="EBD7C6">
                <a:alpha val="100000"/>
              </a:srgbClr>
            </a:solidFill>
            <a:ln w="4762" cap="rnd">
              <a:solidFill>
                <a:srgbClr val="EBD7C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g2386"/>
            <p:cNvSpPr/>
            <p:nvPr/>
          </p:nvSpPr>
          <p:spPr>
            <a:xfrm>
              <a:off x="3083067" y="5375456"/>
              <a:ext cx="17721" cy="31129"/>
            </a:xfrm>
            <a:custGeom>
              <a:avLst/>
              <a:pathLst>
                <a:path w="17721" h="31129">
                  <a:moveTo>
                    <a:pt x="0" y="2040"/>
                  </a:moveTo>
                  <a:lnTo>
                    <a:pt x="17721" y="0"/>
                  </a:lnTo>
                  <a:lnTo>
                    <a:pt x="17721" y="31129"/>
                  </a:lnTo>
                  <a:lnTo>
                    <a:pt x="0" y="31129"/>
                  </a:lnTo>
                  <a:close/>
                </a:path>
              </a:pathLst>
            </a:custGeom>
            <a:solidFill>
              <a:srgbClr val="EBD7C5">
                <a:alpha val="100000"/>
              </a:srgbClr>
            </a:solidFill>
            <a:ln w="4762" cap="rnd">
              <a:solidFill>
                <a:srgbClr val="EBD7C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g2387"/>
            <p:cNvSpPr/>
            <p:nvPr/>
          </p:nvSpPr>
          <p:spPr>
            <a:xfrm>
              <a:off x="3100789" y="5373327"/>
              <a:ext cx="17721" cy="33258"/>
            </a:xfrm>
            <a:custGeom>
              <a:avLst/>
              <a:pathLst>
                <a:path w="17721" h="33258">
                  <a:moveTo>
                    <a:pt x="0" y="2129"/>
                  </a:moveTo>
                  <a:lnTo>
                    <a:pt x="17721" y="0"/>
                  </a:lnTo>
                  <a:lnTo>
                    <a:pt x="17721" y="33258"/>
                  </a:lnTo>
                  <a:lnTo>
                    <a:pt x="0" y="33258"/>
                  </a:lnTo>
                  <a:close/>
                </a:path>
              </a:pathLst>
            </a:custGeom>
            <a:solidFill>
              <a:srgbClr val="EAD6C5">
                <a:alpha val="100000"/>
              </a:srgbClr>
            </a:solidFill>
            <a:ln w="4762" cap="rnd">
              <a:solidFill>
                <a:srgbClr val="EAD6C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g2388"/>
            <p:cNvSpPr/>
            <p:nvPr/>
          </p:nvSpPr>
          <p:spPr>
            <a:xfrm>
              <a:off x="3118510" y="5371027"/>
              <a:ext cx="17721" cy="35558"/>
            </a:xfrm>
            <a:custGeom>
              <a:avLst/>
              <a:pathLst>
                <a:path w="17721" h="35558">
                  <a:moveTo>
                    <a:pt x="0" y="2299"/>
                  </a:moveTo>
                  <a:lnTo>
                    <a:pt x="17721" y="0"/>
                  </a:lnTo>
                  <a:lnTo>
                    <a:pt x="17721" y="35558"/>
                  </a:lnTo>
                  <a:lnTo>
                    <a:pt x="0" y="35558"/>
                  </a:lnTo>
                  <a:close/>
                </a:path>
              </a:pathLst>
            </a:custGeom>
            <a:solidFill>
              <a:srgbClr val="EAD6C4">
                <a:alpha val="100000"/>
              </a:srgbClr>
            </a:solidFill>
            <a:ln w="4762" cap="rnd">
              <a:solidFill>
                <a:srgbClr val="EAD6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g2389"/>
            <p:cNvSpPr/>
            <p:nvPr/>
          </p:nvSpPr>
          <p:spPr>
            <a:xfrm>
              <a:off x="3136231" y="5366147"/>
              <a:ext cx="35442" cy="40438"/>
            </a:xfrm>
            <a:custGeom>
              <a:avLst/>
              <a:pathLst>
                <a:path w="35442" h="40438">
                  <a:moveTo>
                    <a:pt x="0" y="4880"/>
                  </a:moveTo>
                  <a:lnTo>
                    <a:pt x="17721" y="2486"/>
                  </a:lnTo>
                  <a:lnTo>
                    <a:pt x="35442" y="0"/>
                  </a:lnTo>
                  <a:lnTo>
                    <a:pt x="35442" y="40438"/>
                  </a:lnTo>
                  <a:lnTo>
                    <a:pt x="17721" y="40438"/>
                  </a:lnTo>
                  <a:lnTo>
                    <a:pt x="0" y="40438"/>
                  </a:lnTo>
                  <a:close/>
                </a:path>
              </a:pathLst>
            </a:custGeom>
            <a:solidFill>
              <a:srgbClr val="EAD5C4">
                <a:alpha val="100000"/>
              </a:srgbClr>
            </a:solidFill>
            <a:ln w="4762" cap="rnd">
              <a:solidFill>
                <a:srgbClr val="EAD5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g2390"/>
            <p:cNvSpPr/>
            <p:nvPr/>
          </p:nvSpPr>
          <p:spPr>
            <a:xfrm>
              <a:off x="3171674" y="5363469"/>
              <a:ext cx="17721" cy="43116"/>
            </a:xfrm>
            <a:custGeom>
              <a:avLst/>
              <a:pathLst>
                <a:path w="17721" h="43116">
                  <a:moveTo>
                    <a:pt x="0" y="2678"/>
                  </a:moveTo>
                  <a:lnTo>
                    <a:pt x="17721" y="0"/>
                  </a:lnTo>
                  <a:lnTo>
                    <a:pt x="17721" y="43116"/>
                  </a:lnTo>
                  <a:lnTo>
                    <a:pt x="0" y="43116"/>
                  </a:lnTo>
                  <a:close/>
                </a:path>
              </a:pathLst>
            </a:custGeom>
            <a:solidFill>
              <a:srgbClr val="EAD5C3">
                <a:alpha val="100000"/>
              </a:srgbClr>
            </a:solidFill>
            <a:ln w="4762" cap="rnd">
              <a:solidFill>
                <a:srgbClr val="EAD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g2391"/>
            <p:cNvSpPr/>
            <p:nvPr/>
          </p:nvSpPr>
          <p:spPr>
            <a:xfrm>
              <a:off x="3189396" y="5360689"/>
              <a:ext cx="17721" cy="45896"/>
            </a:xfrm>
            <a:custGeom>
              <a:avLst/>
              <a:pathLst>
                <a:path w="17721" h="45896">
                  <a:moveTo>
                    <a:pt x="0" y="2779"/>
                  </a:moveTo>
                  <a:lnTo>
                    <a:pt x="17721" y="0"/>
                  </a:lnTo>
                  <a:lnTo>
                    <a:pt x="17721" y="45896"/>
                  </a:lnTo>
                  <a:lnTo>
                    <a:pt x="0" y="45896"/>
                  </a:lnTo>
                  <a:close/>
                </a:path>
              </a:pathLst>
            </a:custGeom>
            <a:solidFill>
              <a:srgbClr val="EAD4C3">
                <a:alpha val="100000"/>
              </a:srgbClr>
            </a:solidFill>
            <a:ln w="4762" cap="rnd">
              <a:solidFill>
                <a:srgbClr val="EAD4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g2392"/>
            <p:cNvSpPr/>
            <p:nvPr/>
          </p:nvSpPr>
          <p:spPr>
            <a:xfrm>
              <a:off x="3207117" y="5357807"/>
              <a:ext cx="17721" cy="48778"/>
            </a:xfrm>
            <a:custGeom>
              <a:avLst/>
              <a:pathLst>
                <a:path w="17721" h="48778">
                  <a:moveTo>
                    <a:pt x="0" y="2881"/>
                  </a:moveTo>
                  <a:lnTo>
                    <a:pt x="17721" y="0"/>
                  </a:lnTo>
                  <a:lnTo>
                    <a:pt x="17721" y="48778"/>
                  </a:lnTo>
                  <a:lnTo>
                    <a:pt x="0" y="48778"/>
                  </a:lnTo>
                  <a:close/>
                </a:path>
              </a:pathLst>
            </a:custGeom>
            <a:solidFill>
              <a:srgbClr val="E9D4C2">
                <a:alpha val="100000"/>
              </a:srgbClr>
            </a:solidFill>
            <a:ln w="4762" cap="rnd">
              <a:solidFill>
                <a:srgbClr val="E9D4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g2393"/>
            <p:cNvSpPr/>
            <p:nvPr/>
          </p:nvSpPr>
          <p:spPr>
            <a:xfrm>
              <a:off x="3224838" y="5354723"/>
              <a:ext cx="17721" cy="51862"/>
            </a:xfrm>
            <a:custGeom>
              <a:avLst/>
              <a:pathLst>
                <a:path w="17721" h="51862">
                  <a:moveTo>
                    <a:pt x="0" y="3083"/>
                  </a:moveTo>
                  <a:lnTo>
                    <a:pt x="17721" y="0"/>
                  </a:lnTo>
                  <a:lnTo>
                    <a:pt x="17721" y="51862"/>
                  </a:lnTo>
                  <a:lnTo>
                    <a:pt x="0" y="51862"/>
                  </a:lnTo>
                  <a:close/>
                </a:path>
              </a:pathLst>
            </a:custGeom>
            <a:solidFill>
              <a:srgbClr val="E9D3C2">
                <a:alpha val="100000"/>
              </a:srgbClr>
            </a:solidFill>
            <a:ln w="4762" cap="rnd">
              <a:solidFill>
                <a:srgbClr val="E9D3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g2394"/>
            <p:cNvSpPr/>
            <p:nvPr/>
          </p:nvSpPr>
          <p:spPr>
            <a:xfrm>
              <a:off x="3242560" y="5351526"/>
              <a:ext cx="17721" cy="55060"/>
            </a:xfrm>
            <a:custGeom>
              <a:avLst/>
              <a:pathLst>
                <a:path w="17721" h="55060">
                  <a:moveTo>
                    <a:pt x="0" y="3197"/>
                  </a:moveTo>
                  <a:lnTo>
                    <a:pt x="17721" y="0"/>
                  </a:lnTo>
                  <a:lnTo>
                    <a:pt x="17721" y="55060"/>
                  </a:lnTo>
                  <a:lnTo>
                    <a:pt x="0" y="55060"/>
                  </a:lnTo>
                  <a:close/>
                </a:path>
              </a:pathLst>
            </a:custGeom>
            <a:solidFill>
              <a:srgbClr val="E9D3C1">
                <a:alpha val="100000"/>
              </a:srgbClr>
            </a:solidFill>
            <a:ln w="4762" cap="rnd">
              <a:solidFill>
                <a:srgbClr val="E9D3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g2395"/>
            <p:cNvSpPr/>
            <p:nvPr/>
          </p:nvSpPr>
          <p:spPr>
            <a:xfrm>
              <a:off x="3260281" y="5344701"/>
              <a:ext cx="35442" cy="61884"/>
            </a:xfrm>
            <a:custGeom>
              <a:avLst/>
              <a:pathLst>
                <a:path w="35442" h="61884">
                  <a:moveTo>
                    <a:pt x="0" y="6824"/>
                  </a:moveTo>
                  <a:lnTo>
                    <a:pt x="17721" y="3517"/>
                  </a:lnTo>
                  <a:lnTo>
                    <a:pt x="35442" y="0"/>
                  </a:lnTo>
                  <a:lnTo>
                    <a:pt x="35442" y="61884"/>
                  </a:lnTo>
                  <a:lnTo>
                    <a:pt x="17721" y="61884"/>
                  </a:lnTo>
                  <a:lnTo>
                    <a:pt x="0" y="61884"/>
                  </a:lnTo>
                  <a:close/>
                </a:path>
              </a:pathLst>
            </a:custGeom>
            <a:solidFill>
              <a:srgbClr val="E9D2C1">
                <a:alpha val="100000"/>
              </a:srgbClr>
            </a:solidFill>
            <a:ln w="4762" cap="rnd">
              <a:solidFill>
                <a:srgbClr val="E9D2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g2396"/>
            <p:cNvSpPr/>
            <p:nvPr/>
          </p:nvSpPr>
          <p:spPr>
            <a:xfrm>
              <a:off x="3295724" y="5341059"/>
              <a:ext cx="17721" cy="65526"/>
            </a:xfrm>
            <a:custGeom>
              <a:avLst/>
              <a:pathLst>
                <a:path w="17721" h="65526">
                  <a:moveTo>
                    <a:pt x="0" y="3642"/>
                  </a:moveTo>
                  <a:lnTo>
                    <a:pt x="17721" y="0"/>
                  </a:lnTo>
                  <a:lnTo>
                    <a:pt x="17721" y="65526"/>
                  </a:lnTo>
                  <a:lnTo>
                    <a:pt x="0" y="65526"/>
                  </a:lnTo>
                  <a:close/>
                </a:path>
              </a:pathLst>
            </a:custGeom>
            <a:solidFill>
              <a:srgbClr val="E8D2C0">
                <a:alpha val="100000"/>
              </a:srgbClr>
            </a:solidFill>
            <a:ln w="4762" cap="rnd">
              <a:solidFill>
                <a:srgbClr val="E8D2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g2397"/>
            <p:cNvSpPr/>
            <p:nvPr/>
          </p:nvSpPr>
          <p:spPr>
            <a:xfrm>
              <a:off x="3313445" y="5337301"/>
              <a:ext cx="17721" cy="69284"/>
            </a:xfrm>
            <a:custGeom>
              <a:avLst/>
              <a:pathLst>
                <a:path w="17721" h="69284">
                  <a:moveTo>
                    <a:pt x="0" y="3757"/>
                  </a:moveTo>
                  <a:lnTo>
                    <a:pt x="17721" y="0"/>
                  </a:lnTo>
                  <a:lnTo>
                    <a:pt x="17721" y="69284"/>
                  </a:lnTo>
                  <a:lnTo>
                    <a:pt x="0" y="69284"/>
                  </a:lnTo>
                  <a:close/>
                </a:path>
              </a:pathLst>
            </a:custGeom>
            <a:solidFill>
              <a:srgbClr val="E8D1C0">
                <a:alpha val="100000"/>
              </a:srgbClr>
            </a:solidFill>
            <a:ln w="4762" cap="rnd">
              <a:solidFill>
                <a:srgbClr val="E8D1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g2398"/>
            <p:cNvSpPr/>
            <p:nvPr/>
          </p:nvSpPr>
          <p:spPr>
            <a:xfrm>
              <a:off x="3331167" y="5333329"/>
              <a:ext cx="17721" cy="73257"/>
            </a:xfrm>
            <a:custGeom>
              <a:avLst/>
              <a:pathLst>
                <a:path w="17721" h="73257">
                  <a:moveTo>
                    <a:pt x="0" y="3972"/>
                  </a:moveTo>
                  <a:lnTo>
                    <a:pt x="17721" y="0"/>
                  </a:lnTo>
                  <a:lnTo>
                    <a:pt x="17721" y="73257"/>
                  </a:lnTo>
                  <a:lnTo>
                    <a:pt x="0" y="73257"/>
                  </a:lnTo>
                  <a:close/>
                </a:path>
              </a:pathLst>
            </a:custGeom>
            <a:solidFill>
              <a:srgbClr val="E8D1BF">
                <a:alpha val="100000"/>
              </a:srgbClr>
            </a:solidFill>
            <a:ln w="4762" cap="rnd">
              <a:solidFill>
                <a:srgbClr val="E8D1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g2399"/>
            <p:cNvSpPr/>
            <p:nvPr/>
          </p:nvSpPr>
          <p:spPr>
            <a:xfrm>
              <a:off x="3348888" y="5329221"/>
              <a:ext cx="17721" cy="77365"/>
            </a:xfrm>
            <a:custGeom>
              <a:avLst/>
              <a:pathLst>
                <a:path w="17721" h="77365">
                  <a:moveTo>
                    <a:pt x="0" y="4107"/>
                  </a:moveTo>
                  <a:lnTo>
                    <a:pt x="17721" y="0"/>
                  </a:lnTo>
                  <a:lnTo>
                    <a:pt x="17721" y="77365"/>
                  </a:lnTo>
                  <a:lnTo>
                    <a:pt x="0" y="77365"/>
                  </a:lnTo>
                  <a:close/>
                </a:path>
              </a:pathLst>
            </a:custGeom>
            <a:solidFill>
              <a:srgbClr val="E8D0BF">
                <a:alpha val="100000"/>
              </a:srgbClr>
            </a:solidFill>
            <a:ln w="4762" cap="rnd">
              <a:solidFill>
                <a:srgbClr val="E8D0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g2400"/>
            <p:cNvSpPr/>
            <p:nvPr/>
          </p:nvSpPr>
          <p:spPr>
            <a:xfrm>
              <a:off x="3366609" y="5320550"/>
              <a:ext cx="35442" cy="86036"/>
            </a:xfrm>
            <a:custGeom>
              <a:avLst/>
              <a:pathLst>
                <a:path w="35442" h="86036">
                  <a:moveTo>
                    <a:pt x="0" y="8670"/>
                  </a:moveTo>
                  <a:lnTo>
                    <a:pt x="17721" y="4443"/>
                  </a:lnTo>
                  <a:lnTo>
                    <a:pt x="35442" y="0"/>
                  </a:lnTo>
                  <a:lnTo>
                    <a:pt x="35442" y="86036"/>
                  </a:lnTo>
                  <a:lnTo>
                    <a:pt x="17721" y="86036"/>
                  </a:lnTo>
                  <a:lnTo>
                    <a:pt x="0" y="86036"/>
                  </a:lnTo>
                  <a:close/>
                </a:path>
              </a:pathLst>
            </a:custGeom>
            <a:solidFill>
              <a:srgbClr val="E8D0BE">
                <a:alpha val="100000"/>
              </a:srgbClr>
            </a:solidFill>
            <a:ln w="4762" cap="rnd">
              <a:solidFill>
                <a:srgbClr val="E8D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g2401"/>
            <p:cNvSpPr/>
            <p:nvPr/>
          </p:nvSpPr>
          <p:spPr>
            <a:xfrm>
              <a:off x="3402052" y="5315964"/>
              <a:ext cx="17721" cy="90622"/>
            </a:xfrm>
            <a:custGeom>
              <a:avLst/>
              <a:pathLst>
                <a:path w="17721" h="90622">
                  <a:moveTo>
                    <a:pt x="0" y="4586"/>
                  </a:moveTo>
                  <a:lnTo>
                    <a:pt x="17721" y="0"/>
                  </a:lnTo>
                  <a:lnTo>
                    <a:pt x="17721" y="90622"/>
                  </a:lnTo>
                  <a:lnTo>
                    <a:pt x="0" y="90622"/>
                  </a:lnTo>
                  <a:close/>
                </a:path>
              </a:pathLst>
            </a:custGeom>
            <a:solidFill>
              <a:srgbClr val="E7CFBE">
                <a:alpha val="100000"/>
              </a:srgbClr>
            </a:solidFill>
            <a:ln w="4762" cap="rnd">
              <a:solidFill>
                <a:srgbClr val="E7CF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g2402"/>
            <p:cNvSpPr/>
            <p:nvPr/>
          </p:nvSpPr>
          <p:spPr>
            <a:xfrm>
              <a:off x="3419773" y="5311256"/>
              <a:ext cx="17721" cy="95330"/>
            </a:xfrm>
            <a:custGeom>
              <a:avLst/>
              <a:pathLst>
                <a:path w="17721" h="95330">
                  <a:moveTo>
                    <a:pt x="0" y="4708"/>
                  </a:moveTo>
                  <a:lnTo>
                    <a:pt x="17721" y="0"/>
                  </a:lnTo>
                  <a:lnTo>
                    <a:pt x="17721" y="95330"/>
                  </a:lnTo>
                  <a:lnTo>
                    <a:pt x="0" y="95330"/>
                  </a:lnTo>
                  <a:close/>
                </a:path>
              </a:pathLst>
            </a:custGeom>
            <a:solidFill>
              <a:srgbClr val="E7CFBD">
                <a:alpha val="100000"/>
              </a:srgbClr>
            </a:solidFill>
            <a:ln w="4762" cap="rnd">
              <a:solidFill>
                <a:srgbClr val="E7CF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g2403"/>
            <p:cNvSpPr/>
            <p:nvPr/>
          </p:nvSpPr>
          <p:spPr>
            <a:xfrm>
              <a:off x="3437495" y="5306335"/>
              <a:ext cx="17721" cy="100250"/>
            </a:xfrm>
            <a:custGeom>
              <a:avLst/>
              <a:pathLst>
                <a:path w="17721" h="100250">
                  <a:moveTo>
                    <a:pt x="0" y="4920"/>
                  </a:moveTo>
                  <a:lnTo>
                    <a:pt x="17721" y="0"/>
                  </a:lnTo>
                  <a:lnTo>
                    <a:pt x="17721" y="100250"/>
                  </a:lnTo>
                  <a:lnTo>
                    <a:pt x="0" y="100250"/>
                  </a:lnTo>
                  <a:close/>
                </a:path>
              </a:pathLst>
            </a:custGeom>
            <a:solidFill>
              <a:srgbClr val="E7CEBD">
                <a:alpha val="100000"/>
              </a:srgbClr>
            </a:solidFill>
            <a:ln w="4762" cap="rnd">
              <a:solidFill>
                <a:srgbClr val="E7CE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g2404"/>
            <p:cNvSpPr/>
            <p:nvPr/>
          </p:nvSpPr>
          <p:spPr>
            <a:xfrm>
              <a:off x="3455216" y="5296078"/>
              <a:ext cx="35442" cy="110508"/>
            </a:xfrm>
            <a:custGeom>
              <a:avLst/>
              <a:pathLst>
                <a:path w="35442" h="110508">
                  <a:moveTo>
                    <a:pt x="0" y="10257"/>
                  </a:moveTo>
                  <a:lnTo>
                    <a:pt x="17721" y="5189"/>
                  </a:lnTo>
                  <a:lnTo>
                    <a:pt x="35442" y="0"/>
                  </a:lnTo>
                  <a:lnTo>
                    <a:pt x="35442" y="110508"/>
                  </a:lnTo>
                  <a:lnTo>
                    <a:pt x="17721" y="110508"/>
                  </a:lnTo>
                  <a:lnTo>
                    <a:pt x="0" y="110508"/>
                  </a:lnTo>
                  <a:close/>
                </a:path>
              </a:pathLst>
            </a:custGeom>
            <a:solidFill>
              <a:srgbClr val="E7CEBC">
                <a:alpha val="100000"/>
              </a:srgbClr>
            </a:solidFill>
            <a:ln w="4762" cap="rnd">
              <a:solidFill>
                <a:srgbClr val="E7CEB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g2405"/>
            <p:cNvSpPr/>
            <p:nvPr/>
          </p:nvSpPr>
          <p:spPr>
            <a:xfrm>
              <a:off x="3490659" y="5285141"/>
              <a:ext cx="35442" cy="121444"/>
            </a:xfrm>
            <a:custGeom>
              <a:avLst/>
              <a:pathLst>
                <a:path w="35442" h="121444">
                  <a:moveTo>
                    <a:pt x="0" y="10936"/>
                  </a:moveTo>
                  <a:lnTo>
                    <a:pt x="17721" y="5542"/>
                  </a:lnTo>
                  <a:lnTo>
                    <a:pt x="35442" y="0"/>
                  </a:lnTo>
                  <a:lnTo>
                    <a:pt x="35442" y="121444"/>
                  </a:lnTo>
                  <a:lnTo>
                    <a:pt x="17721" y="121444"/>
                  </a:lnTo>
                  <a:lnTo>
                    <a:pt x="0" y="121444"/>
                  </a:lnTo>
                  <a:close/>
                </a:path>
              </a:pathLst>
            </a:custGeom>
            <a:solidFill>
              <a:srgbClr val="E6CDBB">
                <a:alpha val="100000"/>
              </a:srgbClr>
            </a:solidFill>
            <a:ln w="4762" cap="rnd">
              <a:solidFill>
                <a:srgbClr val="E6CD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g2406"/>
            <p:cNvSpPr/>
            <p:nvPr/>
          </p:nvSpPr>
          <p:spPr>
            <a:xfrm>
              <a:off x="3526102" y="5279481"/>
              <a:ext cx="17721" cy="127104"/>
            </a:xfrm>
            <a:custGeom>
              <a:avLst/>
              <a:pathLst>
                <a:path w="17721" h="127104">
                  <a:moveTo>
                    <a:pt x="0" y="5660"/>
                  </a:moveTo>
                  <a:lnTo>
                    <a:pt x="17721" y="0"/>
                  </a:lnTo>
                  <a:lnTo>
                    <a:pt x="17721" y="127104"/>
                  </a:lnTo>
                  <a:lnTo>
                    <a:pt x="0" y="127104"/>
                  </a:lnTo>
                  <a:close/>
                </a:path>
              </a:pathLst>
            </a:custGeom>
            <a:solidFill>
              <a:srgbClr val="E6CCBB">
                <a:alpha val="100000"/>
              </a:srgbClr>
            </a:solidFill>
            <a:ln w="4762" cap="rnd">
              <a:solidFill>
                <a:srgbClr val="E6CC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g2407"/>
            <p:cNvSpPr/>
            <p:nvPr/>
          </p:nvSpPr>
          <p:spPr>
            <a:xfrm>
              <a:off x="3543823" y="5267633"/>
              <a:ext cx="35442" cy="138953"/>
            </a:xfrm>
            <a:custGeom>
              <a:avLst/>
              <a:pathLst>
                <a:path w="35442" h="138953">
                  <a:moveTo>
                    <a:pt x="0" y="11848"/>
                  </a:moveTo>
                  <a:lnTo>
                    <a:pt x="17721" y="5997"/>
                  </a:lnTo>
                  <a:lnTo>
                    <a:pt x="35442" y="0"/>
                  </a:lnTo>
                  <a:lnTo>
                    <a:pt x="35442" y="138953"/>
                  </a:lnTo>
                  <a:lnTo>
                    <a:pt x="17721" y="138953"/>
                  </a:lnTo>
                  <a:lnTo>
                    <a:pt x="0" y="138953"/>
                  </a:lnTo>
                  <a:close/>
                </a:path>
              </a:pathLst>
            </a:custGeom>
            <a:solidFill>
              <a:srgbClr val="E6CCBA">
                <a:alpha val="100000"/>
              </a:srgbClr>
            </a:solidFill>
            <a:ln w="4762" cap="rnd">
              <a:solidFill>
                <a:srgbClr val="E6CCB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g2408"/>
            <p:cNvSpPr/>
            <p:nvPr/>
          </p:nvSpPr>
          <p:spPr>
            <a:xfrm>
              <a:off x="3579266" y="5261525"/>
              <a:ext cx="17721" cy="145060"/>
            </a:xfrm>
            <a:custGeom>
              <a:avLst/>
              <a:pathLst>
                <a:path w="17721" h="145060">
                  <a:moveTo>
                    <a:pt x="0" y="6107"/>
                  </a:moveTo>
                  <a:lnTo>
                    <a:pt x="17721" y="0"/>
                  </a:lnTo>
                  <a:lnTo>
                    <a:pt x="17721" y="145060"/>
                  </a:lnTo>
                  <a:lnTo>
                    <a:pt x="0" y="145060"/>
                  </a:lnTo>
                  <a:close/>
                </a:path>
              </a:pathLst>
            </a:custGeom>
            <a:solidFill>
              <a:srgbClr val="E6CBB9">
                <a:alpha val="100000"/>
              </a:srgbClr>
            </a:solidFill>
            <a:ln w="4762" cap="rnd">
              <a:solidFill>
                <a:srgbClr val="E6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g2409"/>
            <p:cNvSpPr/>
            <p:nvPr/>
          </p:nvSpPr>
          <p:spPr>
            <a:xfrm>
              <a:off x="3596987" y="5255245"/>
              <a:ext cx="17721" cy="151341"/>
            </a:xfrm>
            <a:custGeom>
              <a:avLst/>
              <a:pathLst>
                <a:path w="17721" h="151341">
                  <a:moveTo>
                    <a:pt x="0" y="6280"/>
                  </a:moveTo>
                  <a:lnTo>
                    <a:pt x="17721" y="0"/>
                  </a:lnTo>
                  <a:lnTo>
                    <a:pt x="17721" y="151341"/>
                  </a:lnTo>
                  <a:lnTo>
                    <a:pt x="0" y="151341"/>
                  </a:lnTo>
                  <a:close/>
                </a:path>
              </a:pathLst>
            </a:custGeom>
            <a:solidFill>
              <a:srgbClr val="E5CBB9">
                <a:alpha val="100000"/>
              </a:srgbClr>
            </a:solidFill>
            <a:ln w="4762" cap="rnd">
              <a:solidFill>
                <a:srgbClr val="E5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g2410"/>
            <p:cNvSpPr/>
            <p:nvPr/>
          </p:nvSpPr>
          <p:spPr>
            <a:xfrm>
              <a:off x="3614708" y="5235640"/>
              <a:ext cx="53164" cy="170946"/>
            </a:xfrm>
            <a:custGeom>
              <a:avLst/>
              <a:pathLst>
                <a:path w="53164" h="170946">
                  <a:moveTo>
                    <a:pt x="0" y="19604"/>
                  </a:moveTo>
                  <a:lnTo>
                    <a:pt x="17721" y="13186"/>
                  </a:lnTo>
                  <a:lnTo>
                    <a:pt x="35442" y="6668"/>
                  </a:lnTo>
                  <a:lnTo>
                    <a:pt x="53164" y="0"/>
                  </a:lnTo>
                  <a:lnTo>
                    <a:pt x="53164" y="170946"/>
                  </a:lnTo>
                  <a:lnTo>
                    <a:pt x="35442" y="170946"/>
                  </a:lnTo>
                  <a:lnTo>
                    <a:pt x="17721" y="170946"/>
                  </a:lnTo>
                  <a:lnTo>
                    <a:pt x="0" y="170946"/>
                  </a:lnTo>
                  <a:close/>
                </a:path>
              </a:pathLst>
            </a:custGeom>
            <a:solidFill>
              <a:srgbClr val="E5CAB8">
                <a:alpha val="100000"/>
              </a:srgbClr>
            </a:solidFill>
            <a:ln w="4762" cap="rnd">
              <a:solidFill>
                <a:srgbClr val="E5CA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g2411"/>
            <p:cNvSpPr/>
            <p:nvPr/>
          </p:nvSpPr>
          <p:spPr>
            <a:xfrm>
              <a:off x="3667873" y="5228848"/>
              <a:ext cx="17721" cy="177737"/>
            </a:xfrm>
            <a:custGeom>
              <a:avLst/>
              <a:pathLst>
                <a:path w="17721" h="177737">
                  <a:moveTo>
                    <a:pt x="0" y="6791"/>
                  </a:moveTo>
                  <a:lnTo>
                    <a:pt x="17721" y="0"/>
                  </a:lnTo>
                  <a:lnTo>
                    <a:pt x="17721" y="177737"/>
                  </a:lnTo>
                  <a:lnTo>
                    <a:pt x="0" y="177737"/>
                  </a:lnTo>
                  <a:close/>
                </a:path>
              </a:pathLst>
            </a:custGeom>
            <a:solidFill>
              <a:srgbClr val="E5C9B7">
                <a:alpha val="100000"/>
              </a:srgbClr>
            </a:solidFill>
            <a:ln w="4762" cap="rnd">
              <a:solidFill>
                <a:srgbClr val="E5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g2412"/>
            <p:cNvSpPr/>
            <p:nvPr/>
          </p:nvSpPr>
          <p:spPr>
            <a:xfrm>
              <a:off x="3685594" y="5221971"/>
              <a:ext cx="17721" cy="184615"/>
            </a:xfrm>
            <a:custGeom>
              <a:avLst/>
              <a:pathLst>
                <a:path w="17721" h="184615">
                  <a:moveTo>
                    <a:pt x="0" y="6877"/>
                  </a:moveTo>
                  <a:lnTo>
                    <a:pt x="17721" y="0"/>
                  </a:lnTo>
                  <a:lnTo>
                    <a:pt x="17721" y="184615"/>
                  </a:lnTo>
                  <a:lnTo>
                    <a:pt x="0" y="184615"/>
                  </a:lnTo>
                  <a:close/>
                </a:path>
              </a:pathLst>
            </a:custGeom>
            <a:solidFill>
              <a:srgbClr val="E4C9B7">
                <a:alpha val="100000"/>
              </a:srgbClr>
            </a:solidFill>
            <a:ln w="4762" cap="rnd">
              <a:solidFill>
                <a:srgbClr val="E4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g2413"/>
            <p:cNvSpPr/>
            <p:nvPr/>
          </p:nvSpPr>
          <p:spPr>
            <a:xfrm>
              <a:off x="3703315" y="5207866"/>
              <a:ext cx="35442" cy="198719"/>
            </a:xfrm>
            <a:custGeom>
              <a:avLst/>
              <a:pathLst>
                <a:path w="35442" h="198719">
                  <a:moveTo>
                    <a:pt x="0" y="14104"/>
                  </a:moveTo>
                  <a:lnTo>
                    <a:pt x="17721" y="7103"/>
                  </a:lnTo>
                  <a:lnTo>
                    <a:pt x="35442" y="0"/>
                  </a:lnTo>
                  <a:lnTo>
                    <a:pt x="35442" y="198719"/>
                  </a:lnTo>
                  <a:lnTo>
                    <a:pt x="17721" y="198719"/>
                  </a:lnTo>
                  <a:lnTo>
                    <a:pt x="0" y="198719"/>
                  </a:lnTo>
                  <a:close/>
                </a:path>
              </a:pathLst>
            </a:custGeom>
            <a:solidFill>
              <a:srgbClr val="E4C8B6">
                <a:alpha val="100000"/>
              </a:srgbClr>
            </a:solidFill>
            <a:ln w="4762" cap="rnd">
              <a:solidFill>
                <a:srgbClr val="E4C8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g2414"/>
            <p:cNvSpPr/>
            <p:nvPr/>
          </p:nvSpPr>
          <p:spPr>
            <a:xfrm>
              <a:off x="3738758" y="5200695"/>
              <a:ext cx="17721" cy="205890"/>
            </a:xfrm>
            <a:custGeom>
              <a:avLst/>
              <a:pathLst>
                <a:path w="17721" h="205890">
                  <a:moveTo>
                    <a:pt x="0" y="7171"/>
                  </a:moveTo>
                  <a:lnTo>
                    <a:pt x="17721" y="0"/>
                  </a:lnTo>
                  <a:lnTo>
                    <a:pt x="17721" y="205890"/>
                  </a:lnTo>
                  <a:lnTo>
                    <a:pt x="0" y="205890"/>
                  </a:lnTo>
                  <a:close/>
                </a:path>
              </a:pathLst>
            </a:custGeom>
            <a:solidFill>
              <a:srgbClr val="E4C8B5">
                <a:alpha val="100000"/>
              </a:srgbClr>
            </a:solidFill>
            <a:ln w="4762" cap="rnd">
              <a:solidFill>
                <a:srgbClr val="E4C8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g2415"/>
            <p:cNvSpPr/>
            <p:nvPr/>
          </p:nvSpPr>
          <p:spPr>
            <a:xfrm>
              <a:off x="3756479" y="5193432"/>
              <a:ext cx="17721" cy="213153"/>
            </a:xfrm>
            <a:custGeom>
              <a:avLst/>
              <a:pathLst>
                <a:path w="17721" h="213153">
                  <a:moveTo>
                    <a:pt x="0" y="7263"/>
                  </a:moveTo>
                  <a:lnTo>
                    <a:pt x="17721" y="0"/>
                  </a:lnTo>
                  <a:lnTo>
                    <a:pt x="17721" y="213153"/>
                  </a:lnTo>
                  <a:lnTo>
                    <a:pt x="0" y="213153"/>
                  </a:lnTo>
                  <a:close/>
                </a:path>
              </a:pathLst>
            </a:custGeom>
            <a:solidFill>
              <a:srgbClr val="E4C7B5">
                <a:alpha val="100000"/>
              </a:srgbClr>
            </a:solidFill>
            <a:ln w="4762" cap="rnd">
              <a:solidFill>
                <a:srgbClr val="E4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g2416"/>
            <p:cNvSpPr/>
            <p:nvPr/>
          </p:nvSpPr>
          <p:spPr>
            <a:xfrm>
              <a:off x="3774201" y="5186092"/>
              <a:ext cx="17721" cy="220493"/>
            </a:xfrm>
            <a:custGeom>
              <a:avLst/>
              <a:pathLst>
                <a:path w="17721" h="220493">
                  <a:moveTo>
                    <a:pt x="0" y="7339"/>
                  </a:moveTo>
                  <a:lnTo>
                    <a:pt x="17721" y="0"/>
                  </a:lnTo>
                  <a:lnTo>
                    <a:pt x="17721" y="220493"/>
                  </a:lnTo>
                  <a:lnTo>
                    <a:pt x="0" y="220493"/>
                  </a:lnTo>
                  <a:close/>
                </a:path>
              </a:pathLst>
            </a:custGeom>
            <a:solidFill>
              <a:srgbClr val="E3C7B5">
                <a:alpha val="100000"/>
              </a:srgbClr>
            </a:solidFill>
            <a:ln w="4762" cap="rnd">
              <a:solidFill>
                <a:srgbClr val="E3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g2417"/>
            <p:cNvSpPr/>
            <p:nvPr/>
          </p:nvSpPr>
          <p:spPr>
            <a:xfrm>
              <a:off x="3791922" y="5171262"/>
              <a:ext cx="35442" cy="235323"/>
            </a:xfrm>
            <a:custGeom>
              <a:avLst/>
              <a:pathLst>
                <a:path w="35442" h="235323">
                  <a:moveTo>
                    <a:pt x="0" y="14829"/>
                  </a:moveTo>
                  <a:lnTo>
                    <a:pt x="17721" y="7444"/>
                  </a:lnTo>
                  <a:lnTo>
                    <a:pt x="35442" y="0"/>
                  </a:lnTo>
                  <a:lnTo>
                    <a:pt x="35442" y="235323"/>
                  </a:lnTo>
                  <a:lnTo>
                    <a:pt x="17721" y="235323"/>
                  </a:lnTo>
                  <a:lnTo>
                    <a:pt x="0" y="235323"/>
                  </a:lnTo>
                  <a:close/>
                </a:path>
              </a:pathLst>
            </a:custGeom>
            <a:solidFill>
              <a:srgbClr val="E3C6B4">
                <a:alpha val="100000"/>
              </a:srgbClr>
            </a:solidFill>
            <a:ln w="4762" cap="rnd">
              <a:solidFill>
                <a:srgbClr val="E3C6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g2418"/>
            <p:cNvSpPr/>
            <p:nvPr/>
          </p:nvSpPr>
          <p:spPr>
            <a:xfrm>
              <a:off x="3827365" y="5163775"/>
              <a:ext cx="17721" cy="242811"/>
            </a:xfrm>
            <a:custGeom>
              <a:avLst/>
              <a:pathLst>
                <a:path w="17721" h="242811">
                  <a:moveTo>
                    <a:pt x="0" y="7487"/>
                  </a:moveTo>
                  <a:lnTo>
                    <a:pt x="17721" y="0"/>
                  </a:lnTo>
                  <a:lnTo>
                    <a:pt x="17721" y="242811"/>
                  </a:lnTo>
                  <a:lnTo>
                    <a:pt x="0" y="242811"/>
                  </a:lnTo>
                  <a:close/>
                </a:path>
              </a:pathLst>
            </a:custGeom>
            <a:solidFill>
              <a:srgbClr val="E3C6B3">
                <a:alpha val="100000"/>
              </a:srgbClr>
            </a:solidFill>
            <a:ln w="4762" cap="rnd">
              <a:solidFill>
                <a:srgbClr val="E3C6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g2419"/>
            <p:cNvSpPr/>
            <p:nvPr/>
          </p:nvSpPr>
          <p:spPr>
            <a:xfrm>
              <a:off x="3845086" y="5156266"/>
              <a:ext cx="17721" cy="250320"/>
            </a:xfrm>
            <a:custGeom>
              <a:avLst/>
              <a:pathLst>
                <a:path w="17721" h="250320">
                  <a:moveTo>
                    <a:pt x="0" y="7509"/>
                  </a:moveTo>
                  <a:lnTo>
                    <a:pt x="17721" y="0"/>
                  </a:lnTo>
                  <a:lnTo>
                    <a:pt x="17721" y="250320"/>
                  </a:lnTo>
                  <a:lnTo>
                    <a:pt x="0" y="250320"/>
                  </a:lnTo>
                  <a:close/>
                </a:path>
              </a:pathLst>
            </a:custGeom>
            <a:solidFill>
              <a:srgbClr val="E3C5B3">
                <a:alpha val="100000"/>
              </a:srgbClr>
            </a:solidFill>
            <a:ln w="4762" cap="rnd">
              <a:solidFill>
                <a:srgbClr val="E3C5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g2420"/>
            <p:cNvSpPr/>
            <p:nvPr/>
          </p:nvSpPr>
          <p:spPr>
            <a:xfrm>
              <a:off x="3862808" y="5148734"/>
              <a:ext cx="17721" cy="257851"/>
            </a:xfrm>
            <a:custGeom>
              <a:avLst/>
              <a:pathLst>
                <a:path w="17721" h="257851">
                  <a:moveTo>
                    <a:pt x="0" y="7531"/>
                  </a:moveTo>
                  <a:lnTo>
                    <a:pt x="17721" y="0"/>
                  </a:lnTo>
                  <a:lnTo>
                    <a:pt x="17721" y="257851"/>
                  </a:lnTo>
                  <a:lnTo>
                    <a:pt x="0" y="257851"/>
                  </a:lnTo>
                  <a:close/>
                </a:path>
              </a:pathLst>
            </a:custGeom>
            <a:solidFill>
              <a:srgbClr val="E3C5B2">
                <a:alpha val="100000"/>
              </a:srgbClr>
            </a:solidFill>
            <a:ln w="4762" cap="rnd">
              <a:solidFill>
                <a:srgbClr val="E3C5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g2421"/>
            <p:cNvSpPr/>
            <p:nvPr/>
          </p:nvSpPr>
          <p:spPr>
            <a:xfrm>
              <a:off x="3880529" y="5133669"/>
              <a:ext cx="35442" cy="272917"/>
            </a:xfrm>
            <a:custGeom>
              <a:avLst/>
              <a:pathLst>
                <a:path w="35442" h="272917">
                  <a:moveTo>
                    <a:pt x="0" y="15065"/>
                  </a:moveTo>
                  <a:lnTo>
                    <a:pt x="17721" y="7529"/>
                  </a:lnTo>
                  <a:lnTo>
                    <a:pt x="35442" y="0"/>
                  </a:lnTo>
                  <a:lnTo>
                    <a:pt x="35442" y="272917"/>
                  </a:lnTo>
                  <a:lnTo>
                    <a:pt x="17721" y="272917"/>
                  </a:lnTo>
                  <a:lnTo>
                    <a:pt x="0" y="272917"/>
                  </a:lnTo>
                  <a:close/>
                </a:path>
              </a:pathLst>
            </a:custGeom>
            <a:solidFill>
              <a:srgbClr val="E2C4B2">
                <a:alpha val="100000"/>
              </a:srgbClr>
            </a:solidFill>
            <a:ln w="4762" cap="rnd">
              <a:solidFill>
                <a:srgbClr val="E2C4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g2422"/>
            <p:cNvSpPr/>
            <p:nvPr/>
          </p:nvSpPr>
          <p:spPr>
            <a:xfrm>
              <a:off x="3915972" y="5126154"/>
              <a:ext cx="17721" cy="280432"/>
            </a:xfrm>
            <a:custGeom>
              <a:avLst/>
              <a:pathLst>
                <a:path w="17721" h="280432">
                  <a:moveTo>
                    <a:pt x="0" y="7515"/>
                  </a:moveTo>
                  <a:lnTo>
                    <a:pt x="17721" y="0"/>
                  </a:lnTo>
                  <a:lnTo>
                    <a:pt x="17721" y="280432"/>
                  </a:lnTo>
                  <a:lnTo>
                    <a:pt x="0" y="280432"/>
                  </a:lnTo>
                  <a:close/>
                </a:path>
              </a:pathLst>
            </a:custGeom>
            <a:solidFill>
              <a:srgbClr val="E2C4B1">
                <a:alpha val="100000"/>
              </a:srgbClr>
            </a:solidFill>
            <a:ln w="4762" cap="rnd">
              <a:solidFill>
                <a:srgbClr val="E2C4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g2423"/>
            <p:cNvSpPr/>
            <p:nvPr/>
          </p:nvSpPr>
          <p:spPr>
            <a:xfrm>
              <a:off x="3933693" y="5118679"/>
              <a:ext cx="17721" cy="287907"/>
            </a:xfrm>
            <a:custGeom>
              <a:avLst/>
              <a:pathLst>
                <a:path w="17721" h="287907">
                  <a:moveTo>
                    <a:pt x="0" y="7475"/>
                  </a:moveTo>
                  <a:lnTo>
                    <a:pt x="17721" y="0"/>
                  </a:lnTo>
                  <a:lnTo>
                    <a:pt x="17721" y="287907"/>
                  </a:lnTo>
                  <a:lnTo>
                    <a:pt x="0" y="287907"/>
                  </a:lnTo>
                  <a:close/>
                </a:path>
              </a:pathLst>
            </a:custGeom>
            <a:solidFill>
              <a:srgbClr val="E2C3B1">
                <a:alpha val="100000"/>
              </a:srgbClr>
            </a:solidFill>
            <a:ln w="4762" cap="rnd">
              <a:solidFill>
                <a:srgbClr val="E2C3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g2424"/>
            <p:cNvSpPr/>
            <p:nvPr/>
          </p:nvSpPr>
          <p:spPr>
            <a:xfrm>
              <a:off x="3951414" y="5111238"/>
              <a:ext cx="17721" cy="295347"/>
            </a:xfrm>
            <a:custGeom>
              <a:avLst/>
              <a:pathLst>
                <a:path w="17721" h="295347">
                  <a:moveTo>
                    <a:pt x="0" y="7440"/>
                  </a:moveTo>
                  <a:lnTo>
                    <a:pt x="17721" y="0"/>
                  </a:lnTo>
                  <a:lnTo>
                    <a:pt x="17721" y="295347"/>
                  </a:lnTo>
                  <a:lnTo>
                    <a:pt x="0" y="295347"/>
                  </a:lnTo>
                  <a:close/>
                </a:path>
              </a:pathLst>
            </a:custGeom>
            <a:solidFill>
              <a:srgbClr val="E2C3B0">
                <a:alpha val="100000"/>
              </a:srgbClr>
            </a:solidFill>
            <a:ln w="4762" cap="rnd">
              <a:solidFill>
                <a:srgbClr val="E2C3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g2425"/>
            <p:cNvSpPr/>
            <p:nvPr/>
          </p:nvSpPr>
          <p:spPr>
            <a:xfrm>
              <a:off x="3969136" y="5103849"/>
              <a:ext cx="17721" cy="302737"/>
            </a:xfrm>
            <a:custGeom>
              <a:avLst/>
              <a:pathLst>
                <a:path w="17721" h="302737">
                  <a:moveTo>
                    <a:pt x="0" y="7389"/>
                  </a:moveTo>
                  <a:lnTo>
                    <a:pt x="17721" y="0"/>
                  </a:lnTo>
                  <a:lnTo>
                    <a:pt x="17721" y="302737"/>
                  </a:lnTo>
                  <a:lnTo>
                    <a:pt x="0" y="302737"/>
                  </a:lnTo>
                  <a:close/>
                </a:path>
              </a:pathLst>
            </a:custGeom>
            <a:solidFill>
              <a:srgbClr val="E1C2B0">
                <a:alpha val="100000"/>
              </a:srgbClr>
            </a:solidFill>
            <a:ln w="4762" cap="rnd">
              <a:solidFill>
                <a:srgbClr val="E1C2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g2426"/>
            <p:cNvSpPr/>
            <p:nvPr/>
          </p:nvSpPr>
          <p:spPr>
            <a:xfrm>
              <a:off x="3986857" y="5096549"/>
              <a:ext cx="17721" cy="310036"/>
            </a:xfrm>
            <a:custGeom>
              <a:avLst/>
              <a:pathLst>
                <a:path w="17721" h="310036">
                  <a:moveTo>
                    <a:pt x="0" y="7299"/>
                  </a:moveTo>
                  <a:lnTo>
                    <a:pt x="17721" y="0"/>
                  </a:lnTo>
                  <a:lnTo>
                    <a:pt x="17721" y="310036"/>
                  </a:lnTo>
                  <a:lnTo>
                    <a:pt x="0" y="310036"/>
                  </a:lnTo>
                  <a:close/>
                </a:path>
              </a:pathLst>
            </a:custGeom>
            <a:solidFill>
              <a:srgbClr val="E1C2AF">
                <a:alpha val="100000"/>
              </a:srgbClr>
            </a:solidFill>
            <a:ln w="4762" cap="rnd">
              <a:solidFill>
                <a:srgbClr val="E1C2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g2427"/>
            <p:cNvSpPr/>
            <p:nvPr/>
          </p:nvSpPr>
          <p:spPr>
            <a:xfrm>
              <a:off x="4004579" y="5082164"/>
              <a:ext cx="35442" cy="324421"/>
            </a:xfrm>
            <a:custGeom>
              <a:avLst/>
              <a:pathLst>
                <a:path w="35442" h="324421">
                  <a:moveTo>
                    <a:pt x="0" y="14384"/>
                  </a:moveTo>
                  <a:lnTo>
                    <a:pt x="17721" y="7148"/>
                  </a:lnTo>
                  <a:lnTo>
                    <a:pt x="35442" y="0"/>
                  </a:lnTo>
                  <a:lnTo>
                    <a:pt x="35442" y="324421"/>
                  </a:lnTo>
                  <a:lnTo>
                    <a:pt x="17721" y="324421"/>
                  </a:lnTo>
                  <a:lnTo>
                    <a:pt x="0" y="324421"/>
                  </a:lnTo>
                  <a:close/>
                </a:path>
              </a:pathLst>
            </a:custGeom>
            <a:solidFill>
              <a:srgbClr val="E1C1AF">
                <a:alpha val="100000"/>
              </a:srgbClr>
            </a:solidFill>
            <a:ln w="4762" cap="rnd">
              <a:solidFill>
                <a:srgbClr val="E1C1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g2428"/>
            <p:cNvSpPr/>
            <p:nvPr/>
          </p:nvSpPr>
          <p:spPr>
            <a:xfrm>
              <a:off x="4040021" y="5075157"/>
              <a:ext cx="17721" cy="331429"/>
            </a:xfrm>
            <a:custGeom>
              <a:avLst/>
              <a:pathLst>
                <a:path w="17721" h="331429">
                  <a:moveTo>
                    <a:pt x="0" y="7007"/>
                  </a:moveTo>
                  <a:lnTo>
                    <a:pt x="17721" y="0"/>
                  </a:lnTo>
                  <a:lnTo>
                    <a:pt x="17721" y="331429"/>
                  </a:lnTo>
                  <a:lnTo>
                    <a:pt x="0" y="331429"/>
                  </a:lnTo>
                  <a:close/>
                </a:path>
              </a:pathLst>
            </a:custGeom>
            <a:solidFill>
              <a:srgbClr val="E1C1AE">
                <a:alpha val="100000"/>
              </a:srgbClr>
            </a:solidFill>
            <a:ln w="4762" cap="rnd">
              <a:solidFill>
                <a:srgbClr val="E1C1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g2429"/>
            <p:cNvSpPr/>
            <p:nvPr/>
          </p:nvSpPr>
          <p:spPr>
            <a:xfrm>
              <a:off x="4057743" y="5068243"/>
              <a:ext cx="17721" cy="338342"/>
            </a:xfrm>
            <a:custGeom>
              <a:avLst/>
              <a:pathLst>
                <a:path w="17721" h="338342">
                  <a:moveTo>
                    <a:pt x="0" y="6913"/>
                  </a:moveTo>
                  <a:lnTo>
                    <a:pt x="17721" y="0"/>
                  </a:lnTo>
                  <a:lnTo>
                    <a:pt x="17721" y="338342"/>
                  </a:lnTo>
                  <a:lnTo>
                    <a:pt x="0" y="338342"/>
                  </a:lnTo>
                  <a:close/>
                </a:path>
              </a:pathLst>
            </a:custGeom>
            <a:solidFill>
              <a:srgbClr val="E0C0AE">
                <a:alpha val="100000"/>
              </a:srgbClr>
            </a:solidFill>
            <a:ln w="4762" cap="rnd">
              <a:solidFill>
                <a:srgbClr val="E0C0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g2430"/>
            <p:cNvSpPr/>
            <p:nvPr/>
          </p:nvSpPr>
          <p:spPr>
            <a:xfrm>
              <a:off x="4075464" y="5061449"/>
              <a:ext cx="17721" cy="345136"/>
            </a:xfrm>
            <a:custGeom>
              <a:avLst/>
              <a:pathLst>
                <a:path w="17721" h="345136">
                  <a:moveTo>
                    <a:pt x="0" y="6794"/>
                  </a:moveTo>
                  <a:lnTo>
                    <a:pt x="17721" y="0"/>
                  </a:lnTo>
                  <a:lnTo>
                    <a:pt x="17721" y="345136"/>
                  </a:lnTo>
                  <a:lnTo>
                    <a:pt x="0" y="345136"/>
                  </a:lnTo>
                  <a:close/>
                </a:path>
              </a:pathLst>
            </a:custGeom>
            <a:solidFill>
              <a:srgbClr val="E0C0AD">
                <a:alpha val="100000"/>
              </a:srgbClr>
            </a:solidFill>
            <a:ln w="4762" cap="rnd">
              <a:solidFill>
                <a:srgbClr val="E0C0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g2431"/>
            <p:cNvSpPr/>
            <p:nvPr/>
          </p:nvSpPr>
          <p:spPr>
            <a:xfrm>
              <a:off x="4093185" y="5054850"/>
              <a:ext cx="17721" cy="351736"/>
            </a:xfrm>
            <a:custGeom>
              <a:avLst/>
              <a:pathLst>
                <a:path w="17721" h="351736">
                  <a:moveTo>
                    <a:pt x="0" y="6599"/>
                  </a:moveTo>
                  <a:lnTo>
                    <a:pt x="17721" y="0"/>
                  </a:lnTo>
                  <a:lnTo>
                    <a:pt x="17721" y="351736"/>
                  </a:lnTo>
                  <a:lnTo>
                    <a:pt x="0" y="351736"/>
                  </a:lnTo>
                  <a:close/>
                </a:path>
              </a:pathLst>
            </a:custGeom>
            <a:solidFill>
              <a:srgbClr val="E0BFAD">
                <a:alpha val="100000"/>
              </a:srgbClr>
            </a:solidFill>
            <a:ln w="4762" cap="rnd">
              <a:solidFill>
                <a:srgbClr val="E0BF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g2432"/>
            <p:cNvSpPr/>
            <p:nvPr/>
          </p:nvSpPr>
          <p:spPr>
            <a:xfrm>
              <a:off x="4110907" y="5042045"/>
              <a:ext cx="35442" cy="364540"/>
            </a:xfrm>
            <a:custGeom>
              <a:avLst/>
              <a:pathLst>
                <a:path w="35442" h="364540">
                  <a:moveTo>
                    <a:pt x="0" y="12804"/>
                  </a:moveTo>
                  <a:lnTo>
                    <a:pt x="17721" y="6328"/>
                  </a:lnTo>
                  <a:lnTo>
                    <a:pt x="35442" y="0"/>
                  </a:lnTo>
                  <a:lnTo>
                    <a:pt x="35442" y="364540"/>
                  </a:lnTo>
                  <a:lnTo>
                    <a:pt x="17721" y="364540"/>
                  </a:lnTo>
                  <a:lnTo>
                    <a:pt x="0" y="364540"/>
                  </a:lnTo>
                  <a:close/>
                </a:path>
              </a:pathLst>
            </a:custGeom>
            <a:solidFill>
              <a:srgbClr val="E0BFAC">
                <a:alpha val="100000"/>
              </a:srgbClr>
            </a:solidFill>
            <a:ln w="4762" cap="rnd">
              <a:solidFill>
                <a:srgbClr val="E0BF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g2433"/>
            <p:cNvSpPr/>
            <p:nvPr/>
          </p:nvSpPr>
          <p:spPr>
            <a:xfrm>
              <a:off x="4146349" y="5035965"/>
              <a:ext cx="17721" cy="370620"/>
            </a:xfrm>
            <a:custGeom>
              <a:avLst/>
              <a:pathLst>
                <a:path w="17721" h="370620">
                  <a:moveTo>
                    <a:pt x="0" y="6079"/>
                  </a:moveTo>
                  <a:lnTo>
                    <a:pt x="17721" y="0"/>
                  </a:lnTo>
                  <a:lnTo>
                    <a:pt x="17721" y="370620"/>
                  </a:lnTo>
                  <a:lnTo>
                    <a:pt x="0" y="370620"/>
                  </a:lnTo>
                  <a:close/>
                </a:path>
              </a:pathLst>
            </a:custGeom>
            <a:solidFill>
              <a:srgbClr val="DFBEAC">
                <a:alpha val="100000"/>
              </a:srgbClr>
            </a:solidFill>
            <a:ln w="4762" cap="rnd">
              <a:solidFill>
                <a:srgbClr val="DFBE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g2434"/>
            <p:cNvSpPr/>
            <p:nvPr/>
          </p:nvSpPr>
          <p:spPr>
            <a:xfrm>
              <a:off x="4164071" y="5030035"/>
              <a:ext cx="17721" cy="376550"/>
            </a:xfrm>
            <a:custGeom>
              <a:avLst/>
              <a:pathLst>
                <a:path w="17721" h="376550">
                  <a:moveTo>
                    <a:pt x="0" y="5930"/>
                  </a:moveTo>
                  <a:lnTo>
                    <a:pt x="17721" y="0"/>
                  </a:lnTo>
                  <a:lnTo>
                    <a:pt x="17721" y="376550"/>
                  </a:lnTo>
                  <a:lnTo>
                    <a:pt x="0" y="376550"/>
                  </a:lnTo>
                  <a:close/>
                </a:path>
              </a:pathLst>
            </a:custGeom>
            <a:solidFill>
              <a:srgbClr val="DFBEAB">
                <a:alpha val="100000"/>
              </a:srgbClr>
            </a:solidFill>
            <a:ln w="4762" cap="rnd">
              <a:solidFill>
                <a:srgbClr val="DFBE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g2435"/>
            <p:cNvSpPr/>
            <p:nvPr/>
          </p:nvSpPr>
          <p:spPr>
            <a:xfrm>
              <a:off x="4181792" y="5024277"/>
              <a:ext cx="17721" cy="382308"/>
            </a:xfrm>
            <a:custGeom>
              <a:avLst/>
              <a:pathLst>
                <a:path w="17721" h="382308">
                  <a:moveTo>
                    <a:pt x="0" y="5758"/>
                  </a:moveTo>
                  <a:lnTo>
                    <a:pt x="17721" y="0"/>
                  </a:lnTo>
                  <a:lnTo>
                    <a:pt x="17721" y="382308"/>
                  </a:lnTo>
                  <a:lnTo>
                    <a:pt x="0" y="382308"/>
                  </a:lnTo>
                  <a:close/>
                </a:path>
              </a:pathLst>
            </a:custGeom>
            <a:solidFill>
              <a:srgbClr val="DFBDAB">
                <a:alpha val="100000"/>
              </a:srgbClr>
            </a:solidFill>
            <a:ln w="4762" cap="rnd">
              <a:solidFill>
                <a:srgbClr val="DFBD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g2436"/>
            <p:cNvSpPr/>
            <p:nvPr/>
          </p:nvSpPr>
          <p:spPr>
            <a:xfrm>
              <a:off x="4199514" y="5013533"/>
              <a:ext cx="35442" cy="393052"/>
            </a:xfrm>
            <a:custGeom>
              <a:avLst/>
              <a:pathLst>
                <a:path w="35442" h="393052">
                  <a:moveTo>
                    <a:pt x="0" y="10743"/>
                  </a:moveTo>
                  <a:lnTo>
                    <a:pt x="17721" y="5285"/>
                  </a:lnTo>
                  <a:lnTo>
                    <a:pt x="35442" y="0"/>
                  </a:lnTo>
                  <a:lnTo>
                    <a:pt x="35442" y="393052"/>
                  </a:lnTo>
                  <a:lnTo>
                    <a:pt x="17721" y="393052"/>
                  </a:lnTo>
                  <a:lnTo>
                    <a:pt x="0" y="393052"/>
                  </a:lnTo>
                  <a:close/>
                </a:path>
              </a:pathLst>
            </a:custGeom>
            <a:solidFill>
              <a:srgbClr val="DFBDAA">
                <a:alpha val="100000"/>
              </a:srgbClr>
            </a:solidFill>
            <a:ln w="4762" cap="rnd">
              <a:solidFill>
                <a:srgbClr val="DFBD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g2437"/>
            <p:cNvSpPr/>
            <p:nvPr/>
          </p:nvSpPr>
          <p:spPr>
            <a:xfrm>
              <a:off x="4234956" y="5008438"/>
              <a:ext cx="17721" cy="398147"/>
            </a:xfrm>
            <a:custGeom>
              <a:avLst/>
              <a:pathLst>
                <a:path w="17721" h="398147">
                  <a:moveTo>
                    <a:pt x="0" y="5094"/>
                  </a:moveTo>
                  <a:lnTo>
                    <a:pt x="17721" y="0"/>
                  </a:lnTo>
                  <a:lnTo>
                    <a:pt x="17721" y="398147"/>
                  </a:lnTo>
                  <a:lnTo>
                    <a:pt x="0" y="398147"/>
                  </a:lnTo>
                  <a:close/>
                </a:path>
              </a:pathLst>
            </a:custGeom>
            <a:solidFill>
              <a:srgbClr val="DFBCA9">
                <a:alpha val="100000"/>
              </a:srgbClr>
            </a:solidFill>
            <a:ln w="4762" cap="rnd">
              <a:solidFill>
                <a:srgbClr val="DF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g2438"/>
            <p:cNvSpPr/>
            <p:nvPr/>
          </p:nvSpPr>
          <p:spPr>
            <a:xfrm>
              <a:off x="4252678" y="5003689"/>
              <a:ext cx="17721" cy="402896"/>
            </a:xfrm>
            <a:custGeom>
              <a:avLst/>
              <a:pathLst>
                <a:path w="17721" h="402896">
                  <a:moveTo>
                    <a:pt x="0" y="4748"/>
                  </a:moveTo>
                  <a:lnTo>
                    <a:pt x="17721" y="0"/>
                  </a:lnTo>
                  <a:lnTo>
                    <a:pt x="17721" y="402896"/>
                  </a:lnTo>
                  <a:lnTo>
                    <a:pt x="0" y="402896"/>
                  </a:lnTo>
                  <a:close/>
                </a:path>
              </a:pathLst>
            </a:custGeom>
            <a:solidFill>
              <a:srgbClr val="DEBCA9">
                <a:alpha val="100000"/>
              </a:srgbClr>
            </a:solidFill>
            <a:ln w="4762" cap="rnd">
              <a:solidFill>
                <a:srgbClr val="DE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g2439"/>
            <p:cNvSpPr/>
            <p:nvPr/>
          </p:nvSpPr>
          <p:spPr>
            <a:xfrm>
              <a:off x="4270399" y="4999134"/>
              <a:ext cx="17721" cy="407452"/>
            </a:xfrm>
            <a:custGeom>
              <a:avLst/>
              <a:pathLst>
                <a:path w="17721" h="407452">
                  <a:moveTo>
                    <a:pt x="0" y="4555"/>
                  </a:moveTo>
                  <a:lnTo>
                    <a:pt x="17721" y="0"/>
                  </a:lnTo>
                  <a:lnTo>
                    <a:pt x="17721" y="407452"/>
                  </a:lnTo>
                  <a:lnTo>
                    <a:pt x="0" y="407452"/>
                  </a:lnTo>
                  <a:close/>
                </a:path>
              </a:pathLst>
            </a:custGeom>
            <a:solidFill>
              <a:srgbClr val="DEBBA9">
                <a:alpha val="100000"/>
              </a:srgbClr>
            </a:solidFill>
            <a:ln w="4762" cap="rnd">
              <a:solidFill>
                <a:srgbClr val="DEBB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g2440"/>
            <p:cNvSpPr/>
            <p:nvPr/>
          </p:nvSpPr>
          <p:spPr>
            <a:xfrm>
              <a:off x="4288120" y="4990814"/>
              <a:ext cx="35442" cy="415772"/>
            </a:xfrm>
            <a:custGeom>
              <a:avLst/>
              <a:pathLst>
                <a:path w="35442" h="415772">
                  <a:moveTo>
                    <a:pt x="0" y="8320"/>
                  </a:moveTo>
                  <a:lnTo>
                    <a:pt x="17721" y="3967"/>
                  </a:lnTo>
                  <a:lnTo>
                    <a:pt x="35442" y="0"/>
                  </a:lnTo>
                  <a:lnTo>
                    <a:pt x="35442" y="415772"/>
                  </a:lnTo>
                  <a:lnTo>
                    <a:pt x="17721" y="415772"/>
                  </a:lnTo>
                  <a:lnTo>
                    <a:pt x="0" y="415772"/>
                  </a:lnTo>
                  <a:close/>
                </a:path>
              </a:pathLst>
            </a:custGeom>
            <a:solidFill>
              <a:srgbClr val="DEBBA8">
                <a:alpha val="100000"/>
              </a:srgbClr>
            </a:solidFill>
            <a:ln w="4762" cap="rnd">
              <a:solidFill>
                <a:srgbClr val="DEBBA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g2441"/>
            <p:cNvSpPr/>
            <p:nvPr/>
          </p:nvSpPr>
          <p:spPr>
            <a:xfrm>
              <a:off x="4323563" y="4987055"/>
              <a:ext cx="17721" cy="419531"/>
            </a:xfrm>
            <a:custGeom>
              <a:avLst/>
              <a:pathLst>
                <a:path w="17721" h="419531">
                  <a:moveTo>
                    <a:pt x="0" y="3759"/>
                  </a:moveTo>
                  <a:lnTo>
                    <a:pt x="17721" y="0"/>
                  </a:lnTo>
                  <a:lnTo>
                    <a:pt x="17721" y="419531"/>
                  </a:lnTo>
                  <a:lnTo>
                    <a:pt x="0" y="419531"/>
                  </a:lnTo>
                  <a:close/>
                </a:path>
              </a:pathLst>
            </a:custGeom>
            <a:solidFill>
              <a:srgbClr val="DEBAA7">
                <a:alpha val="100000"/>
              </a:srgbClr>
            </a:solidFill>
            <a:ln w="4762" cap="rnd">
              <a:solidFill>
                <a:srgbClr val="DE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g2442"/>
            <p:cNvSpPr/>
            <p:nvPr/>
          </p:nvSpPr>
          <p:spPr>
            <a:xfrm>
              <a:off x="4341285" y="4983504"/>
              <a:ext cx="17721" cy="423081"/>
            </a:xfrm>
            <a:custGeom>
              <a:avLst/>
              <a:pathLst>
                <a:path w="17721" h="423081">
                  <a:moveTo>
                    <a:pt x="0" y="3550"/>
                  </a:moveTo>
                  <a:lnTo>
                    <a:pt x="17721" y="0"/>
                  </a:lnTo>
                  <a:lnTo>
                    <a:pt x="17721" y="423081"/>
                  </a:lnTo>
                  <a:lnTo>
                    <a:pt x="0" y="423081"/>
                  </a:lnTo>
                  <a:close/>
                </a:path>
              </a:pathLst>
            </a:custGeom>
            <a:solidFill>
              <a:srgbClr val="DDBAA7">
                <a:alpha val="100000"/>
              </a:srgbClr>
            </a:solidFill>
            <a:ln w="4762" cap="rnd">
              <a:solidFill>
                <a:srgbClr val="DD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g2443"/>
            <p:cNvSpPr/>
            <p:nvPr/>
          </p:nvSpPr>
          <p:spPr>
            <a:xfrm>
              <a:off x="4359006" y="4980371"/>
              <a:ext cx="17721" cy="426214"/>
            </a:xfrm>
            <a:custGeom>
              <a:avLst/>
              <a:pathLst>
                <a:path w="17721" h="426214">
                  <a:moveTo>
                    <a:pt x="0" y="3133"/>
                  </a:moveTo>
                  <a:lnTo>
                    <a:pt x="17721" y="0"/>
                  </a:lnTo>
                  <a:lnTo>
                    <a:pt x="17721" y="426214"/>
                  </a:lnTo>
                  <a:lnTo>
                    <a:pt x="0" y="426214"/>
                  </a:lnTo>
                  <a:close/>
                </a:path>
              </a:pathLst>
            </a:custGeom>
            <a:solidFill>
              <a:srgbClr val="DDB9A7">
                <a:alpha val="100000"/>
              </a:srgbClr>
            </a:solidFill>
            <a:ln w="4762" cap="rnd">
              <a:solidFill>
                <a:srgbClr val="DDB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g2444"/>
            <p:cNvSpPr/>
            <p:nvPr/>
          </p:nvSpPr>
          <p:spPr>
            <a:xfrm>
              <a:off x="4376727" y="4974757"/>
              <a:ext cx="35442" cy="431829"/>
            </a:xfrm>
            <a:custGeom>
              <a:avLst/>
              <a:pathLst>
                <a:path w="35442" h="431829">
                  <a:moveTo>
                    <a:pt x="0" y="5614"/>
                  </a:moveTo>
                  <a:lnTo>
                    <a:pt x="17721" y="2698"/>
                  </a:lnTo>
                  <a:lnTo>
                    <a:pt x="35442" y="0"/>
                  </a:lnTo>
                  <a:lnTo>
                    <a:pt x="35442" y="431829"/>
                  </a:lnTo>
                  <a:lnTo>
                    <a:pt x="17721" y="431829"/>
                  </a:lnTo>
                  <a:lnTo>
                    <a:pt x="0" y="431829"/>
                  </a:lnTo>
                  <a:close/>
                </a:path>
              </a:pathLst>
            </a:custGeom>
            <a:solidFill>
              <a:srgbClr val="DDB9A6">
                <a:alpha val="100000"/>
              </a:srgbClr>
            </a:solidFill>
            <a:ln w="4762" cap="rnd">
              <a:solidFill>
                <a:srgbClr val="DDB9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g2445"/>
            <p:cNvSpPr/>
            <p:nvPr/>
          </p:nvSpPr>
          <p:spPr>
            <a:xfrm>
              <a:off x="4412170" y="4972478"/>
              <a:ext cx="17721" cy="434107"/>
            </a:xfrm>
            <a:custGeom>
              <a:avLst/>
              <a:pathLst>
                <a:path w="17721" h="434107">
                  <a:moveTo>
                    <a:pt x="0" y="2278"/>
                  </a:moveTo>
                  <a:lnTo>
                    <a:pt x="17721" y="0"/>
                  </a:lnTo>
                  <a:lnTo>
                    <a:pt x="17721" y="434107"/>
                  </a:lnTo>
                  <a:lnTo>
                    <a:pt x="0" y="434107"/>
                  </a:lnTo>
                  <a:close/>
                </a:path>
              </a:pathLst>
            </a:custGeom>
            <a:solidFill>
              <a:srgbClr val="DDB8A5">
                <a:alpha val="100000"/>
              </a:srgbClr>
            </a:solidFill>
            <a:ln w="4762" cap="rnd">
              <a:solidFill>
                <a:srgbClr val="DD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g2446"/>
            <p:cNvSpPr/>
            <p:nvPr/>
          </p:nvSpPr>
          <p:spPr>
            <a:xfrm>
              <a:off x="4429891" y="4970429"/>
              <a:ext cx="17721" cy="436156"/>
            </a:xfrm>
            <a:custGeom>
              <a:avLst/>
              <a:pathLst>
                <a:path w="17721" h="436156">
                  <a:moveTo>
                    <a:pt x="0" y="2048"/>
                  </a:moveTo>
                  <a:lnTo>
                    <a:pt x="17721" y="0"/>
                  </a:lnTo>
                  <a:lnTo>
                    <a:pt x="17721" y="436156"/>
                  </a:lnTo>
                  <a:lnTo>
                    <a:pt x="0" y="436156"/>
                  </a:lnTo>
                  <a:close/>
                </a:path>
              </a:pathLst>
            </a:custGeom>
            <a:solidFill>
              <a:srgbClr val="DCB8A5">
                <a:alpha val="100000"/>
              </a:srgbClr>
            </a:solidFill>
            <a:ln w="4762" cap="rnd">
              <a:solidFill>
                <a:srgbClr val="DC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g2447"/>
            <p:cNvSpPr/>
            <p:nvPr/>
          </p:nvSpPr>
          <p:spPr>
            <a:xfrm>
              <a:off x="4447613" y="4966000"/>
              <a:ext cx="53164" cy="440585"/>
            </a:xfrm>
            <a:custGeom>
              <a:avLst/>
              <a:pathLst>
                <a:path w="53164" h="440585">
                  <a:moveTo>
                    <a:pt x="0" y="4429"/>
                  </a:moveTo>
                  <a:lnTo>
                    <a:pt x="17721" y="2600"/>
                  </a:lnTo>
                  <a:lnTo>
                    <a:pt x="35442" y="1182"/>
                  </a:lnTo>
                  <a:lnTo>
                    <a:pt x="53164" y="0"/>
                  </a:lnTo>
                  <a:lnTo>
                    <a:pt x="53164" y="440585"/>
                  </a:lnTo>
                  <a:lnTo>
                    <a:pt x="35442" y="440585"/>
                  </a:lnTo>
                  <a:lnTo>
                    <a:pt x="17721" y="440585"/>
                  </a:lnTo>
                  <a:lnTo>
                    <a:pt x="0" y="440585"/>
                  </a:lnTo>
                  <a:close/>
                </a:path>
              </a:pathLst>
            </a:custGeom>
            <a:solidFill>
              <a:srgbClr val="DCB7A4">
                <a:alpha val="100000"/>
              </a:srgbClr>
            </a:solidFill>
            <a:ln w="4762" cap="rnd">
              <a:solidFill>
                <a:srgbClr val="DCB7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g2448"/>
            <p:cNvSpPr/>
            <p:nvPr/>
          </p:nvSpPr>
          <p:spPr>
            <a:xfrm>
              <a:off x="4500777" y="4965035"/>
              <a:ext cx="17721" cy="441551"/>
            </a:xfrm>
            <a:custGeom>
              <a:avLst/>
              <a:pathLst>
                <a:path w="17721" h="441551">
                  <a:moveTo>
                    <a:pt x="0" y="965"/>
                  </a:moveTo>
                  <a:lnTo>
                    <a:pt x="17721" y="0"/>
                  </a:lnTo>
                  <a:lnTo>
                    <a:pt x="17721" y="441551"/>
                  </a:lnTo>
                  <a:lnTo>
                    <a:pt x="0" y="441551"/>
                  </a:lnTo>
                  <a:close/>
                </a:path>
              </a:pathLst>
            </a:custGeom>
            <a:solidFill>
              <a:srgbClr val="DCB6A3">
                <a:alpha val="100000"/>
              </a:srgbClr>
            </a:solidFill>
            <a:ln w="4762" cap="rnd">
              <a:solidFill>
                <a:srgbClr val="DC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g2449"/>
            <p:cNvSpPr/>
            <p:nvPr/>
          </p:nvSpPr>
          <p:spPr>
            <a:xfrm>
              <a:off x="4518498" y="4964459"/>
              <a:ext cx="17721" cy="442126"/>
            </a:xfrm>
            <a:custGeom>
              <a:avLst/>
              <a:pathLst>
                <a:path w="17721" h="442126">
                  <a:moveTo>
                    <a:pt x="0" y="575"/>
                  </a:moveTo>
                  <a:lnTo>
                    <a:pt x="17721" y="0"/>
                  </a:lnTo>
                  <a:lnTo>
                    <a:pt x="17721" y="442126"/>
                  </a:lnTo>
                  <a:lnTo>
                    <a:pt x="0" y="442126"/>
                  </a:lnTo>
                  <a:close/>
                </a:path>
              </a:pathLst>
            </a:custGeom>
            <a:solidFill>
              <a:srgbClr val="DBB6A3">
                <a:alpha val="100000"/>
              </a:srgbClr>
            </a:solidFill>
            <a:ln w="4762" cap="rnd">
              <a:solidFill>
                <a:srgbClr val="DB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g2450"/>
            <p:cNvSpPr/>
            <p:nvPr/>
          </p:nvSpPr>
          <p:spPr>
            <a:xfrm>
              <a:off x="4536220" y="4963986"/>
              <a:ext cx="35442" cy="442600"/>
            </a:xfrm>
            <a:custGeom>
              <a:avLst/>
              <a:pathLst>
                <a:path w="35442" h="442600">
                  <a:moveTo>
                    <a:pt x="0" y="473"/>
                  </a:moveTo>
                  <a:lnTo>
                    <a:pt x="17721" y="133"/>
                  </a:lnTo>
                  <a:lnTo>
                    <a:pt x="35442" y="0"/>
                  </a:lnTo>
                  <a:lnTo>
                    <a:pt x="35442" y="442600"/>
                  </a:lnTo>
                  <a:lnTo>
                    <a:pt x="17721" y="442600"/>
                  </a:lnTo>
                  <a:lnTo>
                    <a:pt x="0" y="442600"/>
                  </a:lnTo>
                  <a:close/>
                </a:path>
              </a:pathLst>
            </a:custGeom>
            <a:solidFill>
              <a:srgbClr val="DBB5A2">
                <a:alpha val="100000"/>
              </a:srgbClr>
            </a:solidFill>
            <a:ln w="4762" cap="rnd">
              <a:solidFill>
                <a:srgbClr val="DBB5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g2451"/>
            <p:cNvSpPr/>
            <p:nvPr/>
          </p:nvSpPr>
          <p:spPr>
            <a:xfrm>
              <a:off x="4571662" y="4963986"/>
              <a:ext cx="17721" cy="442600"/>
            </a:xfrm>
            <a:custGeom>
              <a:avLst/>
              <a:pathLst>
                <a:path w="17721" h="442600">
                  <a:moveTo>
                    <a:pt x="0" y="0"/>
                  </a:moveTo>
                  <a:lnTo>
                    <a:pt x="17721" y="226"/>
                  </a:lnTo>
                  <a:lnTo>
                    <a:pt x="17721" y="442600"/>
                  </a:lnTo>
                  <a:lnTo>
                    <a:pt x="0" y="442600"/>
                  </a:lnTo>
                  <a:close/>
                </a:path>
              </a:pathLst>
            </a:custGeom>
            <a:solidFill>
              <a:srgbClr val="DBB5A1">
                <a:alpha val="100000"/>
              </a:srgbClr>
            </a:solidFill>
            <a:ln w="4762" cap="rnd">
              <a:solidFill>
                <a:srgbClr val="DBB5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g2452"/>
            <p:cNvSpPr/>
            <p:nvPr/>
          </p:nvSpPr>
          <p:spPr>
            <a:xfrm>
              <a:off x="4589384" y="4964212"/>
              <a:ext cx="17721" cy="442374"/>
            </a:xfrm>
            <a:custGeom>
              <a:avLst/>
              <a:pathLst>
                <a:path w="17721" h="442374">
                  <a:moveTo>
                    <a:pt x="0" y="0"/>
                  </a:moveTo>
                  <a:lnTo>
                    <a:pt x="17721" y="453"/>
                  </a:lnTo>
                  <a:lnTo>
                    <a:pt x="17721" y="442374"/>
                  </a:lnTo>
                  <a:lnTo>
                    <a:pt x="0" y="442374"/>
                  </a:lnTo>
                  <a:close/>
                </a:path>
              </a:pathLst>
            </a:custGeom>
            <a:solidFill>
              <a:srgbClr val="DBB4A1">
                <a:alpha val="100000"/>
              </a:srgbClr>
            </a:solidFill>
            <a:ln w="4762" cap="rnd">
              <a:solidFill>
                <a:srgbClr val="DB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g2453"/>
            <p:cNvSpPr/>
            <p:nvPr/>
          </p:nvSpPr>
          <p:spPr>
            <a:xfrm>
              <a:off x="4607105" y="4964665"/>
              <a:ext cx="17721" cy="441920"/>
            </a:xfrm>
            <a:custGeom>
              <a:avLst/>
              <a:pathLst>
                <a:path w="17721" h="441920">
                  <a:moveTo>
                    <a:pt x="0" y="0"/>
                  </a:moveTo>
                  <a:lnTo>
                    <a:pt x="17721" y="644"/>
                  </a:lnTo>
                  <a:lnTo>
                    <a:pt x="17721" y="441920"/>
                  </a:lnTo>
                  <a:lnTo>
                    <a:pt x="0" y="441920"/>
                  </a:lnTo>
                  <a:close/>
                </a:path>
              </a:pathLst>
            </a:custGeom>
            <a:solidFill>
              <a:srgbClr val="DAB4A1">
                <a:alpha val="100000"/>
              </a:srgbClr>
            </a:solidFill>
            <a:ln w="4762" cap="rnd">
              <a:solidFill>
                <a:srgbClr val="DA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g2454"/>
            <p:cNvSpPr/>
            <p:nvPr/>
          </p:nvSpPr>
          <p:spPr>
            <a:xfrm>
              <a:off x="4624826" y="4965310"/>
              <a:ext cx="35442" cy="441276"/>
            </a:xfrm>
            <a:custGeom>
              <a:avLst/>
              <a:pathLst>
                <a:path w="35442" h="441276">
                  <a:moveTo>
                    <a:pt x="0" y="0"/>
                  </a:moveTo>
                  <a:lnTo>
                    <a:pt x="17721" y="964"/>
                  </a:lnTo>
                  <a:lnTo>
                    <a:pt x="35442" y="2140"/>
                  </a:lnTo>
                  <a:lnTo>
                    <a:pt x="35442" y="441276"/>
                  </a:lnTo>
                  <a:lnTo>
                    <a:pt x="17721" y="441276"/>
                  </a:lnTo>
                  <a:lnTo>
                    <a:pt x="0" y="441276"/>
                  </a:lnTo>
                  <a:close/>
                </a:path>
              </a:pathLst>
            </a:custGeom>
            <a:solidFill>
              <a:srgbClr val="DAB3A0">
                <a:alpha val="100000"/>
              </a:srgbClr>
            </a:solidFill>
            <a:ln w="4762" cap="rnd">
              <a:solidFill>
                <a:srgbClr val="DAB3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g2455"/>
            <p:cNvSpPr/>
            <p:nvPr/>
          </p:nvSpPr>
          <p:spPr>
            <a:xfrm>
              <a:off x="4660269" y="4967450"/>
              <a:ext cx="17721" cy="439135"/>
            </a:xfrm>
            <a:custGeom>
              <a:avLst/>
              <a:pathLst>
                <a:path w="17721" h="439135">
                  <a:moveTo>
                    <a:pt x="0" y="0"/>
                  </a:moveTo>
                  <a:lnTo>
                    <a:pt x="17721" y="1346"/>
                  </a:lnTo>
                  <a:lnTo>
                    <a:pt x="17721" y="439135"/>
                  </a:lnTo>
                  <a:lnTo>
                    <a:pt x="0" y="439135"/>
                  </a:lnTo>
                  <a:close/>
                </a:path>
              </a:pathLst>
            </a:custGeom>
            <a:solidFill>
              <a:srgbClr val="DAB39F">
                <a:alpha val="100000"/>
              </a:srgbClr>
            </a:solidFill>
            <a:ln w="4762" cap="rnd">
              <a:solidFill>
                <a:srgbClr val="DAB3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g2456"/>
            <p:cNvSpPr/>
            <p:nvPr/>
          </p:nvSpPr>
          <p:spPr>
            <a:xfrm>
              <a:off x="4677991" y="4968797"/>
              <a:ext cx="17721" cy="437789"/>
            </a:xfrm>
            <a:custGeom>
              <a:avLst/>
              <a:pathLst>
                <a:path w="17721" h="437789">
                  <a:moveTo>
                    <a:pt x="0" y="0"/>
                  </a:moveTo>
                  <a:lnTo>
                    <a:pt x="17721" y="1620"/>
                  </a:lnTo>
                  <a:lnTo>
                    <a:pt x="17721" y="437789"/>
                  </a:lnTo>
                  <a:lnTo>
                    <a:pt x="0" y="437789"/>
                  </a:lnTo>
                  <a:close/>
                </a:path>
              </a:pathLst>
            </a:custGeom>
            <a:solidFill>
              <a:srgbClr val="DAB29F">
                <a:alpha val="100000"/>
              </a:srgbClr>
            </a:solidFill>
            <a:ln w="4762" cap="rnd">
              <a:solidFill>
                <a:srgbClr val="DA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g2457"/>
            <p:cNvSpPr/>
            <p:nvPr/>
          </p:nvSpPr>
          <p:spPr>
            <a:xfrm>
              <a:off x="4695712" y="4970417"/>
              <a:ext cx="17721" cy="436168"/>
            </a:xfrm>
            <a:custGeom>
              <a:avLst/>
              <a:pathLst>
                <a:path w="17721" h="436168">
                  <a:moveTo>
                    <a:pt x="0" y="0"/>
                  </a:moveTo>
                  <a:lnTo>
                    <a:pt x="17721" y="1808"/>
                  </a:lnTo>
                  <a:lnTo>
                    <a:pt x="17721" y="436168"/>
                  </a:lnTo>
                  <a:lnTo>
                    <a:pt x="0" y="436168"/>
                  </a:lnTo>
                  <a:close/>
                </a:path>
              </a:pathLst>
            </a:custGeom>
            <a:solidFill>
              <a:srgbClr val="D9B29F">
                <a:alpha val="100000"/>
              </a:srgbClr>
            </a:solidFill>
            <a:ln w="4762" cap="rnd">
              <a:solidFill>
                <a:srgbClr val="D9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g2458"/>
            <p:cNvSpPr/>
            <p:nvPr/>
          </p:nvSpPr>
          <p:spPr>
            <a:xfrm>
              <a:off x="4713433" y="4972226"/>
              <a:ext cx="35442" cy="434360"/>
            </a:xfrm>
            <a:custGeom>
              <a:avLst/>
              <a:pathLst>
                <a:path w="35442" h="434360">
                  <a:moveTo>
                    <a:pt x="0" y="0"/>
                  </a:moveTo>
                  <a:lnTo>
                    <a:pt x="17721" y="1953"/>
                  </a:lnTo>
                  <a:lnTo>
                    <a:pt x="35442" y="4130"/>
                  </a:lnTo>
                  <a:lnTo>
                    <a:pt x="35442" y="434360"/>
                  </a:lnTo>
                  <a:lnTo>
                    <a:pt x="17721" y="434360"/>
                  </a:lnTo>
                  <a:lnTo>
                    <a:pt x="0" y="434360"/>
                  </a:lnTo>
                  <a:close/>
                </a:path>
              </a:pathLst>
            </a:custGeom>
            <a:solidFill>
              <a:srgbClr val="D9B19E">
                <a:alpha val="100000"/>
              </a:srgbClr>
            </a:solidFill>
            <a:ln w="4762" cap="rnd">
              <a:solidFill>
                <a:srgbClr val="D9B1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g2459"/>
            <p:cNvSpPr/>
            <p:nvPr/>
          </p:nvSpPr>
          <p:spPr>
            <a:xfrm>
              <a:off x="4748876" y="4976356"/>
              <a:ext cx="17721" cy="430229"/>
            </a:xfrm>
            <a:custGeom>
              <a:avLst/>
              <a:pathLst>
                <a:path w="17721" h="430229">
                  <a:moveTo>
                    <a:pt x="0" y="0"/>
                  </a:moveTo>
                  <a:lnTo>
                    <a:pt x="17721" y="2334"/>
                  </a:lnTo>
                  <a:lnTo>
                    <a:pt x="17721" y="430229"/>
                  </a:lnTo>
                  <a:lnTo>
                    <a:pt x="0" y="430229"/>
                  </a:lnTo>
                  <a:close/>
                </a:path>
              </a:pathLst>
            </a:custGeom>
            <a:solidFill>
              <a:srgbClr val="D9B19D">
                <a:alpha val="100000"/>
              </a:srgbClr>
            </a:solidFill>
            <a:ln w="4762" cap="rnd">
              <a:solidFill>
                <a:srgbClr val="D9B1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g2460"/>
            <p:cNvSpPr/>
            <p:nvPr/>
          </p:nvSpPr>
          <p:spPr>
            <a:xfrm>
              <a:off x="4766597" y="4978691"/>
              <a:ext cx="17721" cy="427895"/>
            </a:xfrm>
            <a:custGeom>
              <a:avLst/>
              <a:pathLst>
                <a:path w="17721" h="427895">
                  <a:moveTo>
                    <a:pt x="0" y="0"/>
                  </a:moveTo>
                  <a:lnTo>
                    <a:pt x="17721" y="2450"/>
                  </a:lnTo>
                  <a:lnTo>
                    <a:pt x="17721" y="427895"/>
                  </a:lnTo>
                  <a:lnTo>
                    <a:pt x="0" y="427895"/>
                  </a:lnTo>
                  <a:close/>
                </a:path>
              </a:pathLst>
            </a:custGeom>
            <a:solidFill>
              <a:srgbClr val="D9B09D">
                <a:alpha val="100000"/>
              </a:srgbClr>
            </a:solidFill>
            <a:ln w="4762" cap="rnd">
              <a:solidFill>
                <a:srgbClr val="D9B0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g2461"/>
            <p:cNvSpPr/>
            <p:nvPr/>
          </p:nvSpPr>
          <p:spPr>
            <a:xfrm>
              <a:off x="4784319" y="4981141"/>
              <a:ext cx="35442" cy="425444"/>
            </a:xfrm>
            <a:custGeom>
              <a:avLst/>
              <a:pathLst>
                <a:path w="35442" h="425444">
                  <a:moveTo>
                    <a:pt x="0" y="0"/>
                  </a:moveTo>
                  <a:lnTo>
                    <a:pt x="17721" y="2621"/>
                  </a:lnTo>
                  <a:lnTo>
                    <a:pt x="35442" y="5364"/>
                  </a:lnTo>
                  <a:lnTo>
                    <a:pt x="35442" y="425444"/>
                  </a:lnTo>
                  <a:lnTo>
                    <a:pt x="17721" y="425444"/>
                  </a:lnTo>
                  <a:lnTo>
                    <a:pt x="0" y="425444"/>
                  </a:lnTo>
                  <a:close/>
                </a:path>
              </a:pathLst>
            </a:custGeom>
            <a:solidFill>
              <a:srgbClr val="D8B09C">
                <a:alpha val="100000"/>
              </a:srgbClr>
            </a:solidFill>
            <a:ln w="4762" cap="rnd">
              <a:solidFill>
                <a:srgbClr val="D8B0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g2462"/>
            <p:cNvSpPr/>
            <p:nvPr/>
          </p:nvSpPr>
          <p:spPr>
            <a:xfrm>
              <a:off x="4819761" y="4986506"/>
              <a:ext cx="17721" cy="420080"/>
            </a:xfrm>
            <a:custGeom>
              <a:avLst/>
              <a:pathLst>
                <a:path w="17721" h="420080">
                  <a:moveTo>
                    <a:pt x="0" y="0"/>
                  </a:moveTo>
                  <a:lnTo>
                    <a:pt x="17721" y="2827"/>
                  </a:lnTo>
                  <a:lnTo>
                    <a:pt x="17721" y="420080"/>
                  </a:lnTo>
                  <a:lnTo>
                    <a:pt x="0" y="420080"/>
                  </a:lnTo>
                  <a:close/>
                </a:path>
              </a:pathLst>
            </a:custGeom>
            <a:solidFill>
              <a:srgbClr val="D8AF9C">
                <a:alpha val="100000"/>
              </a:srgbClr>
            </a:solidFill>
            <a:ln w="4762" cap="rnd">
              <a:solidFill>
                <a:srgbClr val="D8AF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g2463"/>
            <p:cNvSpPr/>
            <p:nvPr/>
          </p:nvSpPr>
          <p:spPr>
            <a:xfrm>
              <a:off x="4837483" y="4989333"/>
              <a:ext cx="17721" cy="417252"/>
            </a:xfrm>
            <a:custGeom>
              <a:avLst/>
              <a:pathLst>
                <a:path w="17721" h="417252">
                  <a:moveTo>
                    <a:pt x="0" y="0"/>
                  </a:moveTo>
                  <a:lnTo>
                    <a:pt x="17721" y="2944"/>
                  </a:lnTo>
                  <a:lnTo>
                    <a:pt x="17721" y="417252"/>
                  </a:lnTo>
                  <a:lnTo>
                    <a:pt x="0" y="417252"/>
                  </a:lnTo>
                  <a:close/>
                </a:path>
              </a:pathLst>
            </a:custGeom>
            <a:solidFill>
              <a:srgbClr val="D8AF9B">
                <a:alpha val="100000"/>
              </a:srgbClr>
            </a:solidFill>
            <a:ln w="4762" cap="rnd">
              <a:solidFill>
                <a:srgbClr val="D8AF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g2464"/>
            <p:cNvSpPr/>
            <p:nvPr/>
          </p:nvSpPr>
          <p:spPr>
            <a:xfrm>
              <a:off x="4855204" y="4992278"/>
              <a:ext cx="17721" cy="414307"/>
            </a:xfrm>
            <a:custGeom>
              <a:avLst/>
              <a:pathLst>
                <a:path w="17721" h="414307">
                  <a:moveTo>
                    <a:pt x="0" y="0"/>
                  </a:moveTo>
                  <a:lnTo>
                    <a:pt x="17721" y="3026"/>
                  </a:lnTo>
                  <a:lnTo>
                    <a:pt x="17721" y="414307"/>
                  </a:lnTo>
                  <a:lnTo>
                    <a:pt x="0" y="414307"/>
                  </a:lnTo>
                  <a:close/>
                </a:path>
              </a:pathLst>
            </a:custGeom>
            <a:solidFill>
              <a:srgbClr val="D8AE9B">
                <a:alpha val="100000"/>
              </a:srgbClr>
            </a:solidFill>
            <a:ln w="4762" cap="rnd">
              <a:solidFill>
                <a:srgbClr val="D8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g2465"/>
            <p:cNvSpPr/>
            <p:nvPr/>
          </p:nvSpPr>
          <p:spPr>
            <a:xfrm>
              <a:off x="4872926" y="4995305"/>
              <a:ext cx="35442" cy="411281"/>
            </a:xfrm>
            <a:custGeom>
              <a:avLst/>
              <a:pathLst>
                <a:path w="35442" h="411281">
                  <a:moveTo>
                    <a:pt x="0" y="0"/>
                  </a:moveTo>
                  <a:lnTo>
                    <a:pt x="17721" y="3078"/>
                  </a:lnTo>
                  <a:lnTo>
                    <a:pt x="35442" y="6222"/>
                  </a:lnTo>
                  <a:lnTo>
                    <a:pt x="35442" y="411281"/>
                  </a:lnTo>
                  <a:lnTo>
                    <a:pt x="17721" y="411281"/>
                  </a:lnTo>
                  <a:lnTo>
                    <a:pt x="0" y="411281"/>
                  </a:lnTo>
                  <a:close/>
                </a:path>
              </a:pathLst>
            </a:custGeom>
            <a:solidFill>
              <a:srgbClr val="D7AE9A">
                <a:alpha val="100000"/>
              </a:srgbClr>
            </a:solidFill>
            <a:ln w="4762" cap="rnd">
              <a:solidFill>
                <a:srgbClr val="D7AE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g2466"/>
            <p:cNvSpPr/>
            <p:nvPr/>
          </p:nvSpPr>
          <p:spPr>
            <a:xfrm>
              <a:off x="4908368" y="5001527"/>
              <a:ext cx="17721" cy="405058"/>
            </a:xfrm>
            <a:custGeom>
              <a:avLst/>
              <a:pathLst>
                <a:path w="17721" h="405058">
                  <a:moveTo>
                    <a:pt x="0" y="0"/>
                  </a:moveTo>
                  <a:lnTo>
                    <a:pt x="17721" y="3183"/>
                  </a:lnTo>
                  <a:lnTo>
                    <a:pt x="17721" y="405058"/>
                  </a:lnTo>
                  <a:lnTo>
                    <a:pt x="0" y="405058"/>
                  </a:lnTo>
                  <a:close/>
                </a:path>
              </a:pathLst>
            </a:custGeom>
            <a:solidFill>
              <a:srgbClr val="D7AD9A">
                <a:alpha val="100000"/>
              </a:srgbClr>
            </a:solidFill>
            <a:ln w="4762" cap="rnd">
              <a:solidFill>
                <a:srgbClr val="D7A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g2467"/>
            <p:cNvSpPr/>
            <p:nvPr/>
          </p:nvSpPr>
          <p:spPr>
            <a:xfrm>
              <a:off x="4926090" y="5004711"/>
              <a:ext cx="17721" cy="401875"/>
            </a:xfrm>
            <a:custGeom>
              <a:avLst/>
              <a:pathLst>
                <a:path w="17721" h="401875">
                  <a:moveTo>
                    <a:pt x="0" y="0"/>
                  </a:moveTo>
                  <a:lnTo>
                    <a:pt x="17721" y="3203"/>
                  </a:lnTo>
                  <a:lnTo>
                    <a:pt x="17721" y="401875"/>
                  </a:lnTo>
                  <a:lnTo>
                    <a:pt x="0" y="401875"/>
                  </a:lnTo>
                  <a:close/>
                </a:path>
              </a:pathLst>
            </a:custGeom>
            <a:solidFill>
              <a:srgbClr val="D7AD99">
                <a:alpha val="100000"/>
              </a:srgbClr>
            </a:solidFill>
            <a:ln w="4762" cap="rnd">
              <a:solidFill>
                <a:srgbClr val="D7AD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g2468"/>
            <p:cNvSpPr/>
            <p:nvPr/>
          </p:nvSpPr>
          <p:spPr>
            <a:xfrm>
              <a:off x="4943811" y="5007914"/>
              <a:ext cx="17721" cy="398672"/>
            </a:xfrm>
            <a:custGeom>
              <a:avLst/>
              <a:pathLst>
                <a:path w="17721" h="398672">
                  <a:moveTo>
                    <a:pt x="0" y="0"/>
                  </a:moveTo>
                  <a:lnTo>
                    <a:pt x="17721" y="3220"/>
                  </a:lnTo>
                  <a:lnTo>
                    <a:pt x="17721" y="398672"/>
                  </a:lnTo>
                  <a:lnTo>
                    <a:pt x="0" y="398672"/>
                  </a:lnTo>
                  <a:close/>
                </a:path>
              </a:pathLst>
            </a:custGeom>
            <a:solidFill>
              <a:srgbClr val="D7AC99">
                <a:alpha val="100000"/>
              </a:srgbClr>
            </a:solidFill>
            <a:ln w="4762" cap="rnd">
              <a:solidFill>
                <a:srgbClr val="D7AC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g2469"/>
            <p:cNvSpPr/>
            <p:nvPr/>
          </p:nvSpPr>
          <p:spPr>
            <a:xfrm>
              <a:off x="4961532" y="5011134"/>
              <a:ext cx="35442" cy="395451"/>
            </a:xfrm>
            <a:custGeom>
              <a:avLst/>
              <a:pathLst>
                <a:path w="35442" h="395451">
                  <a:moveTo>
                    <a:pt x="0" y="0"/>
                  </a:moveTo>
                  <a:lnTo>
                    <a:pt x="17721" y="3215"/>
                  </a:lnTo>
                  <a:lnTo>
                    <a:pt x="35442" y="6421"/>
                  </a:lnTo>
                  <a:lnTo>
                    <a:pt x="35442" y="395451"/>
                  </a:lnTo>
                  <a:lnTo>
                    <a:pt x="17721" y="395451"/>
                  </a:lnTo>
                  <a:lnTo>
                    <a:pt x="0" y="395451"/>
                  </a:lnTo>
                  <a:close/>
                </a:path>
              </a:pathLst>
            </a:custGeom>
            <a:solidFill>
              <a:srgbClr val="D6AC98">
                <a:alpha val="100000"/>
              </a:srgbClr>
            </a:solidFill>
            <a:ln w="4762" cap="rnd">
              <a:solidFill>
                <a:srgbClr val="D6AC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g2470"/>
            <p:cNvSpPr/>
            <p:nvPr/>
          </p:nvSpPr>
          <p:spPr>
            <a:xfrm>
              <a:off x="4996975" y="5017556"/>
              <a:ext cx="35442" cy="389030"/>
            </a:xfrm>
            <a:custGeom>
              <a:avLst/>
              <a:pathLst>
                <a:path w="35442" h="389030">
                  <a:moveTo>
                    <a:pt x="0" y="0"/>
                  </a:moveTo>
                  <a:lnTo>
                    <a:pt x="17721" y="3180"/>
                  </a:lnTo>
                  <a:lnTo>
                    <a:pt x="35442" y="6313"/>
                  </a:lnTo>
                  <a:lnTo>
                    <a:pt x="35442" y="389030"/>
                  </a:lnTo>
                  <a:lnTo>
                    <a:pt x="17721" y="389030"/>
                  </a:lnTo>
                  <a:lnTo>
                    <a:pt x="0" y="389030"/>
                  </a:lnTo>
                  <a:close/>
                </a:path>
              </a:pathLst>
            </a:custGeom>
            <a:solidFill>
              <a:srgbClr val="D6AB97">
                <a:alpha val="100000"/>
              </a:srgbClr>
            </a:solidFill>
            <a:ln w="4762" cap="rnd">
              <a:solidFill>
                <a:srgbClr val="D6AB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g2471"/>
            <p:cNvSpPr/>
            <p:nvPr/>
          </p:nvSpPr>
          <p:spPr>
            <a:xfrm>
              <a:off x="5032418" y="5023869"/>
              <a:ext cx="17721" cy="382717"/>
            </a:xfrm>
            <a:custGeom>
              <a:avLst/>
              <a:pathLst>
                <a:path w="17721" h="382717">
                  <a:moveTo>
                    <a:pt x="0" y="0"/>
                  </a:moveTo>
                  <a:lnTo>
                    <a:pt x="17721" y="3094"/>
                  </a:lnTo>
                  <a:lnTo>
                    <a:pt x="17721" y="382717"/>
                  </a:lnTo>
                  <a:lnTo>
                    <a:pt x="0" y="382717"/>
                  </a:lnTo>
                  <a:close/>
                </a:path>
              </a:pathLst>
            </a:custGeom>
            <a:solidFill>
              <a:srgbClr val="D6AA97">
                <a:alpha val="100000"/>
              </a:srgbClr>
            </a:solidFill>
            <a:ln w="4762" cap="rnd">
              <a:solidFill>
                <a:srgbClr val="D6AA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g2472"/>
            <p:cNvSpPr/>
            <p:nvPr/>
          </p:nvSpPr>
          <p:spPr>
            <a:xfrm>
              <a:off x="5050139" y="5026964"/>
              <a:ext cx="35442" cy="379622"/>
            </a:xfrm>
            <a:custGeom>
              <a:avLst/>
              <a:pathLst>
                <a:path w="35442" h="379622">
                  <a:moveTo>
                    <a:pt x="0" y="0"/>
                  </a:moveTo>
                  <a:lnTo>
                    <a:pt x="17721" y="3033"/>
                  </a:lnTo>
                  <a:lnTo>
                    <a:pt x="35442" y="5981"/>
                  </a:lnTo>
                  <a:lnTo>
                    <a:pt x="35442" y="379622"/>
                  </a:lnTo>
                  <a:lnTo>
                    <a:pt x="17721" y="379622"/>
                  </a:lnTo>
                  <a:lnTo>
                    <a:pt x="0" y="379622"/>
                  </a:lnTo>
                  <a:close/>
                </a:path>
              </a:pathLst>
            </a:custGeom>
            <a:solidFill>
              <a:srgbClr val="D5AA96">
                <a:alpha val="100000"/>
              </a:srgbClr>
            </a:solidFill>
            <a:ln w="4762" cap="rnd">
              <a:solidFill>
                <a:srgbClr val="D5AA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g2473"/>
            <p:cNvSpPr/>
            <p:nvPr/>
          </p:nvSpPr>
          <p:spPr>
            <a:xfrm>
              <a:off x="5085582" y="5032945"/>
              <a:ext cx="35442" cy="373641"/>
            </a:xfrm>
            <a:custGeom>
              <a:avLst/>
              <a:pathLst>
                <a:path w="35442" h="373641">
                  <a:moveTo>
                    <a:pt x="0" y="0"/>
                  </a:moveTo>
                  <a:lnTo>
                    <a:pt x="17721" y="2885"/>
                  </a:lnTo>
                  <a:lnTo>
                    <a:pt x="35442" y="5681"/>
                  </a:lnTo>
                  <a:lnTo>
                    <a:pt x="35442" y="373641"/>
                  </a:lnTo>
                  <a:lnTo>
                    <a:pt x="17721" y="373641"/>
                  </a:lnTo>
                  <a:lnTo>
                    <a:pt x="0" y="373641"/>
                  </a:lnTo>
                  <a:close/>
                </a:path>
              </a:pathLst>
            </a:custGeom>
            <a:solidFill>
              <a:srgbClr val="D5A995">
                <a:alpha val="100000"/>
              </a:srgbClr>
            </a:solidFill>
            <a:ln w="4762" cap="rnd">
              <a:solidFill>
                <a:srgbClr val="D5A9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g2474"/>
            <p:cNvSpPr/>
            <p:nvPr/>
          </p:nvSpPr>
          <p:spPr>
            <a:xfrm>
              <a:off x="5121025" y="5038626"/>
              <a:ext cx="17721" cy="367959"/>
            </a:xfrm>
            <a:custGeom>
              <a:avLst/>
              <a:pathLst>
                <a:path w="17721" h="367959">
                  <a:moveTo>
                    <a:pt x="0" y="0"/>
                  </a:moveTo>
                  <a:lnTo>
                    <a:pt x="17721" y="2674"/>
                  </a:lnTo>
                  <a:lnTo>
                    <a:pt x="17721" y="367959"/>
                  </a:lnTo>
                  <a:lnTo>
                    <a:pt x="0" y="367959"/>
                  </a:lnTo>
                  <a:close/>
                </a:path>
              </a:pathLst>
            </a:custGeom>
            <a:solidFill>
              <a:srgbClr val="D5A895">
                <a:alpha val="100000"/>
              </a:srgbClr>
            </a:solidFill>
            <a:ln w="4762" cap="rnd">
              <a:solidFill>
                <a:srgbClr val="D5A8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g2475"/>
            <p:cNvSpPr/>
            <p:nvPr/>
          </p:nvSpPr>
          <p:spPr>
            <a:xfrm>
              <a:off x="5138746" y="5041301"/>
              <a:ext cx="35442" cy="365284"/>
            </a:xfrm>
            <a:custGeom>
              <a:avLst/>
              <a:pathLst>
                <a:path w="35442" h="365284">
                  <a:moveTo>
                    <a:pt x="0" y="0"/>
                  </a:moveTo>
                  <a:lnTo>
                    <a:pt x="17721" y="2594"/>
                  </a:lnTo>
                  <a:lnTo>
                    <a:pt x="35442" y="5079"/>
                  </a:lnTo>
                  <a:lnTo>
                    <a:pt x="35442" y="365284"/>
                  </a:lnTo>
                  <a:lnTo>
                    <a:pt x="17721" y="365284"/>
                  </a:lnTo>
                  <a:lnTo>
                    <a:pt x="0" y="365284"/>
                  </a:lnTo>
                  <a:close/>
                </a:path>
              </a:pathLst>
            </a:custGeom>
            <a:solidFill>
              <a:srgbClr val="D4A894">
                <a:alpha val="100000"/>
              </a:srgbClr>
            </a:solidFill>
            <a:ln w="4762" cap="rnd">
              <a:solidFill>
                <a:srgbClr val="D4A8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g2476"/>
            <p:cNvSpPr/>
            <p:nvPr/>
          </p:nvSpPr>
          <p:spPr>
            <a:xfrm>
              <a:off x="5174189" y="5046380"/>
              <a:ext cx="35442" cy="360205"/>
            </a:xfrm>
            <a:custGeom>
              <a:avLst/>
              <a:pathLst>
                <a:path w="35442" h="360205">
                  <a:moveTo>
                    <a:pt x="0" y="0"/>
                  </a:moveTo>
                  <a:lnTo>
                    <a:pt x="17721" y="2335"/>
                  </a:lnTo>
                  <a:lnTo>
                    <a:pt x="35442" y="4577"/>
                  </a:lnTo>
                  <a:lnTo>
                    <a:pt x="35442" y="360205"/>
                  </a:lnTo>
                  <a:lnTo>
                    <a:pt x="17721" y="360205"/>
                  </a:lnTo>
                  <a:lnTo>
                    <a:pt x="0" y="360205"/>
                  </a:lnTo>
                  <a:close/>
                </a:path>
              </a:pathLst>
            </a:custGeom>
            <a:solidFill>
              <a:srgbClr val="D4A793">
                <a:alpha val="100000"/>
              </a:srgbClr>
            </a:solidFill>
            <a:ln w="4762" cap="rnd">
              <a:solidFill>
                <a:srgbClr val="D4A7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g2477"/>
            <p:cNvSpPr/>
            <p:nvPr/>
          </p:nvSpPr>
          <p:spPr>
            <a:xfrm>
              <a:off x="5209632" y="5050958"/>
              <a:ext cx="17721" cy="355627"/>
            </a:xfrm>
            <a:custGeom>
              <a:avLst/>
              <a:pathLst>
                <a:path w="17721" h="355627">
                  <a:moveTo>
                    <a:pt x="0" y="0"/>
                  </a:moveTo>
                  <a:lnTo>
                    <a:pt x="17721" y="2121"/>
                  </a:lnTo>
                  <a:lnTo>
                    <a:pt x="17721" y="355627"/>
                  </a:lnTo>
                  <a:lnTo>
                    <a:pt x="0" y="355627"/>
                  </a:lnTo>
                  <a:close/>
                </a:path>
              </a:pathLst>
            </a:custGeom>
            <a:solidFill>
              <a:srgbClr val="D4A692">
                <a:alpha val="100000"/>
              </a:srgbClr>
            </a:solidFill>
            <a:ln w="4762" cap="rnd">
              <a:solidFill>
                <a:srgbClr val="D4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g2478"/>
            <p:cNvSpPr/>
            <p:nvPr/>
          </p:nvSpPr>
          <p:spPr>
            <a:xfrm>
              <a:off x="5227353" y="5053079"/>
              <a:ext cx="35442" cy="353506"/>
            </a:xfrm>
            <a:custGeom>
              <a:avLst/>
              <a:pathLst>
                <a:path w="35442" h="353506">
                  <a:moveTo>
                    <a:pt x="0" y="0"/>
                  </a:moveTo>
                  <a:lnTo>
                    <a:pt x="17721" y="1952"/>
                  </a:lnTo>
                  <a:lnTo>
                    <a:pt x="35442" y="3802"/>
                  </a:lnTo>
                  <a:lnTo>
                    <a:pt x="35442" y="353506"/>
                  </a:lnTo>
                  <a:lnTo>
                    <a:pt x="17721" y="353506"/>
                  </a:lnTo>
                  <a:lnTo>
                    <a:pt x="0" y="353506"/>
                  </a:lnTo>
                  <a:close/>
                </a:path>
              </a:pathLst>
            </a:custGeom>
            <a:solidFill>
              <a:srgbClr val="D3A692">
                <a:alpha val="100000"/>
              </a:srgbClr>
            </a:solidFill>
            <a:ln w="4762" cap="rnd">
              <a:solidFill>
                <a:srgbClr val="D3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g2479"/>
            <p:cNvSpPr/>
            <p:nvPr/>
          </p:nvSpPr>
          <p:spPr>
            <a:xfrm>
              <a:off x="5262796" y="5056882"/>
              <a:ext cx="35442" cy="349704"/>
            </a:xfrm>
            <a:custGeom>
              <a:avLst/>
              <a:pathLst>
                <a:path w="35442" h="349704">
                  <a:moveTo>
                    <a:pt x="0" y="0"/>
                  </a:moveTo>
                  <a:lnTo>
                    <a:pt x="17721" y="1726"/>
                  </a:lnTo>
                  <a:lnTo>
                    <a:pt x="35442" y="3273"/>
                  </a:lnTo>
                  <a:lnTo>
                    <a:pt x="35442" y="349704"/>
                  </a:lnTo>
                  <a:lnTo>
                    <a:pt x="17721" y="349704"/>
                  </a:lnTo>
                  <a:lnTo>
                    <a:pt x="0" y="349704"/>
                  </a:lnTo>
                  <a:close/>
                </a:path>
              </a:pathLst>
            </a:custGeom>
            <a:solidFill>
              <a:srgbClr val="D3A591">
                <a:alpha val="100000"/>
              </a:srgbClr>
            </a:solidFill>
            <a:ln w="4762" cap="rnd">
              <a:solidFill>
                <a:srgbClr val="D3A5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g2480"/>
            <p:cNvSpPr/>
            <p:nvPr/>
          </p:nvSpPr>
          <p:spPr>
            <a:xfrm>
              <a:off x="5298238" y="5060155"/>
              <a:ext cx="17721" cy="346431"/>
            </a:xfrm>
            <a:custGeom>
              <a:avLst/>
              <a:pathLst>
                <a:path w="17721" h="346431">
                  <a:moveTo>
                    <a:pt x="0" y="0"/>
                  </a:moveTo>
                  <a:lnTo>
                    <a:pt x="17721" y="1444"/>
                  </a:lnTo>
                  <a:lnTo>
                    <a:pt x="17721" y="346431"/>
                  </a:lnTo>
                  <a:lnTo>
                    <a:pt x="0" y="346431"/>
                  </a:lnTo>
                  <a:close/>
                </a:path>
              </a:pathLst>
            </a:custGeom>
            <a:solidFill>
              <a:srgbClr val="D3A490">
                <a:alpha val="100000"/>
              </a:srgbClr>
            </a:solidFill>
            <a:ln w="4762" cap="rnd">
              <a:solidFill>
                <a:srgbClr val="D3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g2481"/>
            <p:cNvSpPr/>
            <p:nvPr/>
          </p:nvSpPr>
          <p:spPr>
            <a:xfrm>
              <a:off x="5315960" y="5061599"/>
              <a:ext cx="35442" cy="344987"/>
            </a:xfrm>
            <a:custGeom>
              <a:avLst/>
              <a:pathLst>
                <a:path w="35442" h="344987">
                  <a:moveTo>
                    <a:pt x="0" y="0"/>
                  </a:moveTo>
                  <a:lnTo>
                    <a:pt x="17721" y="1323"/>
                  </a:lnTo>
                  <a:lnTo>
                    <a:pt x="35442" y="2466"/>
                  </a:lnTo>
                  <a:lnTo>
                    <a:pt x="35442" y="344987"/>
                  </a:lnTo>
                  <a:lnTo>
                    <a:pt x="17721" y="344987"/>
                  </a:lnTo>
                  <a:lnTo>
                    <a:pt x="0" y="344987"/>
                  </a:lnTo>
                  <a:close/>
                </a:path>
              </a:pathLst>
            </a:custGeom>
            <a:solidFill>
              <a:srgbClr val="D2A490">
                <a:alpha val="100000"/>
              </a:srgbClr>
            </a:solidFill>
            <a:ln w="4762" cap="rnd">
              <a:solidFill>
                <a:srgbClr val="D2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g2482"/>
            <p:cNvSpPr/>
            <p:nvPr/>
          </p:nvSpPr>
          <p:spPr>
            <a:xfrm>
              <a:off x="5351403" y="5064066"/>
              <a:ext cx="35442" cy="342520"/>
            </a:xfrm>
            <a:custGeom>
              <a:avLst/>
              <a:pathLst>
                <a:path w="35442" h="342520">
                  <a:moveTo>
                    <a:pt x="0" y="0"/>
                  </a:moveTo>
                  <a:lnTo>
                    <a:pt x="17721" y="1045"/>
                  </a:lnTo>
                  <a:lnTo>
                    <a:pt x="35442" y="1980"/>
                  </a:lnTo>
                  <a:lnTo>
                    <a:pt x="35442" y="342520"/>
                  </a:lnTo>
                  <a:lnTo>
                    <a:pt x="17721" y="342520"/>
                  </a:lnTo>
                  <a:lnTo>
                    <a:pt x="0" y="342520"/>
                  </a:lnTo>
                  <a:close/>
                </a:path>
              </a:pathLst>
            </a:custGeom>
            <a:solidFill>
              <a:srgbClr val="D2A38F">
                <a:alpha val="100000"/>
              </a:srgbClr>
            </a:solidFill>
            <a:ln w="4762" cap="rnd">
              <a:solidFill>
                <a:srgbClr val="D2A3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g2483"/>
            <p:cNvSpPr/>
            <p:nvPr/>
          </p:nvSpPr>
          <p:spPr>
            <a:xfrm>
              <a:off x="5386845" y="5066046"/>
              <a:ext cx="17721" cy="340540"/>
            </a:xfrm>
            <a:custGeom>
              <a:avLst/>
              <a:pathLst>
                <a:path w="17721" h="340540">
                  <a:moveTo>
                    <a:pt x="0" y="0"/>
                  </a:moveTo>
                  <a:lnTo>
                    <a:pt x="17721" y="764"/>
                  </a:lnTo>
                  <a:lnTo>
                    <a:pt x="17721" y="340540"/>
                  </a:lnTo>
                  <a:lnTo>
                    <a:pt x="0" y="340540"/>
                  </a:lnTo>
                  <a:close/>
                </a:path>
              </a:pathLst>
            </a:custGeom>
            <a:solidFill>
              <a:srgbClr val="D2A28E">
                <a:alpha val="100000"/>
              </a:srgbClr>
            </a:solidFill>
            <a:ln w="4762" cap="rnd">
              <a:solidFill>
                <a:srgbClr val="D2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g2484"/>
            <p:cNvSpPr/>
            <p:nvPr/>
          </p:nvSpPr>
          <p:spPr>
            <a:xfrm>
              <a:off x="5404567" y="5066811"/>
              <a:ext cx="35442" cy="339775"/>
            </a:xfrm>
            <a:custGeom>
              <a:avLst/>
              <a:pathLst>
                <a:path w="35442" h="339775">
                  <a:moveTo>
                    <a:pt x="0" y="0"/>
                  </a:moveTo>
                  <a:lnTo>
                    <a:pt x="17721" y="676"/>
                  </a:lnTo>
                  <a:lnTo>
                    <a:pt x="35442" y="1258"/>
                  </a:lnTo>
                  <a:lnTo>
                    <a:pt x="35442" y="339775"/>
                  </a:lnTo>
                  <a:lnTo>
                    <a:pt x="17721" y="339775"/>
                  </a:lnTo>
                  <a:lnTo>
                    <a:pt x="0" y="339775"/>
                  </a:lnTo>
                  <a:close/>
                </a:path>
              </a:pathLst>
            </a:custGeom>
            <a:solidFill>
              <a:srgbClr val="D1A28E">
                <a:alpha val="100000"/>
              </a:srgbClr>
            </a:solidFill>
            <a:ln w="4762" cap="rnd">
              <a:solidFill>
                <a:srgbClr val="D1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g2485"/>
            <p:cNvSpPr/>
            <p:nvPr/>
          </p:nvSpPr>
          <p:spPr>
            <a:xfrm>
              <a:off x="5440009" y="5068069"/>
              <a:ext cx="35442" cy="338517"/>
            </a:xfrm>
            <a:custGeom>
              <a:avLst/>
              <a:pathLst>
                <a:path w="35442" h="338517">
                  <a:moveTo>
                    <a:pt x="0" y="0"/>
                  </a:moveTo>
                  <a:lnTo>
                    <a:pt x="17721" y="431"/>
                  </a:lnTo>
                  <a:lnTo>
                    <a:pt x="35442" y="789"/>
                  </a:lnTo>
                  <a:lnTo>
                    <a:pt x="35442" y="338517"/>
                  </a:lnTo>
                  <a:lnTo>
                    <a:pt x="17721" y="338517"/>
                  </a:lnTo>
                  <a:lnTo>
                    <a:pt x="0" y="338517"/>
                  </a:lnTo>
                  <a:close/>
                </a:path>
              </a:pathLst>
            </a:custGeom>
            <a:solidFill>
              <a:srgbClr val="D1A18D">
                <a:alpha val="100000"/>
              </a:srgbClr>
            </a:solidFill>
            <a:ln w="4762" cap="rnd">
              <a:solidFill>
                <a:srgbClr val="D1A1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g2486"/>
            <p:cNvSpPr/>
            <p:nvPr/>
          </p:nvSpPr>
          <p:spPr>
            <a:xfrm>
              <a:off x="5475452" y="5068859"/>
              <a:ext cx="17721" cy="337727"/>
            </a:xfrm>
            <a:custGeom>
              <a:avLst/>
              <a:pathLst>
                <a:path w="17721" h="337727">
                  <a:moveTo>
                    <a:pt x="0" y="0"/>
                  </a:moveTo>
                  <a:lnTo>
                    <a:pt x="17721" y="282"/>
                  </a:lnTo>
                  <a:lnTo>
                    <a:pt x="17721" y="337727"/>
                  </a:lnTo>
                  <a:lnTo>
                    <a:pt x="0" y="337727"/>
                  </a:lnTo>
                  <a:close/>
                </a:path>
              </a:pathLst>
            </a:custGeom>
            <a:solidFill>
              <a:srgbClr val="D1A08C">
                <a:alpha val="100000"/>
              </a:srgbClr>
            </a:solidFill>
            <a:ln w="4762" cap="rnd">
              <a:solidFill>
                <a:srgbClr val="D1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g2487"/>
            <p:cNvSpPr/>
            <p:nvPr/>
          </p:nvSpPr>
          <p:spPr>
            <a:xfrm>
              <a:off x="5493173" y="5069141"/>
              <a:ext cx="35442" cy="337444"/>
            </a:xfrm>
            <a:custGeom>
              <a:avLst/>
              <a:pathLst>
                <a:path w="35442" h="337444">
                  <a:moveTo>
                    <a:pt x="0" y="0"/>
                  </a:moveTo>
                  <a:lnTo>
                    <a:pt x="17721" y="161"/>
                  </a:lnTo>
                  <a:lnTo>
                    <a:pt x="35442" y="269"/>
                  </a:lnTo>
                  <a:lnTo>
                    <a:pt x="35442" y="337444"/>
                  </a:lnTo>
                  <a:lnTo>
                    <a:pt x="17721" y="337444"/>
                  </a:lnTo>
                  <a:lnTo>
                    <a:pt x="0" y="337444"/>
                  </a:lnTo>
                  <a:close/>
                </a:path>
              </a:pathLst>
            </a:custGeom>
            <a:solidFill>
              <a:srgbClr val="D0A08C">
                <a:alpha val="100000"/>
              </a:srgbClr>
            </a:solidFill>
            <a:ln w="4762" cap="rnd">
              <a:solidFill>
                <a:srgbClr val="D0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g2488"/>
            <p:cNvSpPr/>
            <p:nvPr/>
          </p:nvSpPr>
          <p:spPr>
            <a:xfrm>
              <a:off x="5528616" y="5069411"/>
              <a:ext cx="35442" cy="337175"/>
            </a:xfrm>
            <a:custGeom>
              <a:avLst/>
              <a:pathLst>
                <a:path w="35442" h="337175">
                  <a:moveTo>
                    <a:pt x="0" y="0"/>
                  </a:moveTo>
                  <a:lnTo>
                    <a:pt x="17721" y="54"/>
                  </a:lnTo>
                  <a:lnTo>
                    <a:pt x="35442" y="24"/>
                  </a:lnTo>
                  <a:lnTo>
                    <a:pt x="35442" y="337175"/>
                  </a:lnTo>
                  <a:lnTo>
                    <a:pt x="17721" y="337175"/>
                  </a:lnTo>
                  <a:lnTo>
                    <a:pt x="0" y="337175"/>
                  </a:lnTo>
                  <a:close/>
                </a:path>
              </a:pathLst>
            </a:custGeom>
            <a:solidFill>
              <a:srgbClr val="D09F8B">
                <a:alpha val="100000"/>
              </a:srgbClr>
            </a:solidFill>
            <a:ln w="4762" cap="rnd">
              <a:solidFill>
                <a:srgbClr val="D09F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g2489"/>
            <p:cNvSpPr/>
            <p:nvPr/>
          </p:nvSpPr>
          <p:spPr>
            <a:xfrm>
              <a:off x="5564059" y="5069374"/>
              <a:ext cx="17721" cy="337211"/>
            </a:xfrm>
            <a:custGeom>
              <a:avLst/>
              <a:pathLst>
                <a:path w="17721" h="337211">
                  <a:moveTo>
                    <a:pt x="0" y="61"/>
                  </a:moveTo>
                  <a:lnTo>
                    <a:pt x="17721" y="0"/>
                  </a:lnTo>
                  <a:lnTo>
                    <a:pt x="17721" y="337211"/>
                  </a:lnTo>
                  <a:lnTo>
                    <a:pt x="0" y="337211"/>
                  </a:lnTo>
                  <a:close/>
                </a:path>
              </a:pathLst>
            </a:custGeom>
            <a:solidFill>
              <a:srgbClr val="D09F8A">
                <a:alpha val="100000"/>
              </a:srgbClr>
            </a:solidFill>
            <a:ln w="4762" cap="rnd">
              <a:solidFill>
                <a:srgbClr val="D09F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g2490"/>
            <p:cNvSpPr/>
            <p:nvPr/>
          </p:nvSpPr>
          <p:spPr>
            <a:xfrm>
              <a:off x="5581780" y="5069282"/>
              <a:ext cx="17721" cy="337304"/>
            </a:xfrm>
            <a:custGeom>
              <a:avLst/>
              <a:pathLst>
                <a:path w="17721" h="337304">
                  <a:moveTo>
                    <a:pt x="0" y="92"/>
                  </a:moveTo>
                  <a:lnTo>
                    <a:pt x="17721" y="0"/>
                  </a:lnTo>
                  <a:lnTo>
                    <a:pt x="17721" y="337304"/>
                  </a:lnTo>
                  <a:lnTo>
                    <a:pt x="0" y="337304"/>
                  </a:lnTo>
                  <a:close/>
                </a:path>
              </a:pathLst>
            </a:custGeom>
            <a:solidFill>
              <a:srgbClr val="CF9E8A">
                <a:alpha val="100000"/>
              </a:srgbClr>
            </a:solidFill>
            <a:ln w="4762" cap="rnd">
              <a:solidFill>
                <a:srgbClr val="CF9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g2491"/>
            <p:cNvSpPr/>
            <p:nvPr/>
          </p:nvSpPr>
          <p:spPr>
            <a:xfrm>
              <a:off x="5599502" y="5069151"/>
              <a:ext cx="17721" cy="337434"/>
            </a:xfrm>
            <a:custGeom>
              <a:avLst/>
              <a:pathLst>
                <a:path w="17721" h="337434">
                  <a:moveTo>
                    <a:pt x="0" y="130"/>
                  </a:moveTo>
                  <a:lnTo>
                    <a:pt x="17721" y="0"/>
                  </a:lnTo>
                  <a:lnTo>
                    <a:pt x="17721" y="337434"/>
                  </a:lnTo>
                  <a:lnTo>
                    <a:pt x="0" y="337434"/>
                  </a:lnTo>
                  <a:close/>
                </a:path>
              </a:pathLst>
            </a:custGeom>
            <a:solidFill>
              <a:srgbClr val="CF9E89">
                <a:alpha val="100000"/>
              </a:srgbClr>
            </a:solidFill>
            <a:ln w="4762" cap="rnd">
              <a:solidFill>
                <a:srgbClr val="CF9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g2492"/>
            <p:cNvSpPr/>
            <p:nvPr/>
          </p:nvSpPr>
          <p:spPr>
            <a:xfrm>
              <a:off x="5617223" y="5068866"/>
              <a:ext cx="35442" cy="337719"/>
            </a:xfrm>
            <a:custGeom>
              <a:avLst/>
              <a:pathLst>
                <a:path w="35442" h="337719">
                  <a:moveTo>
                    <a:pt x="0" y="284"/>
                  </a:moveTo>
                  <a:lnTo>
                    <a:pt x="17721" y="145"/>
                  </a:lnTo>
                  <a:lnTo>
                    <a:pt x="35442" y="0"/>
                  </a:lnTo>
                  <a:lnTo>
                    <a:pt x="35442" y="337719"/>
                  </a:lnTo>
                  <a:lnTo>
                    <a:pt x="17721" y="337719"/>
                  </a:lnTo>
                  <a:lnTo>
                    <a:pt x="0" y="337719"/>
                  </a:lnTo>
                  <a:close/>
                </a:path>
              </a:pathLst>
            </a:custGeom>
            <a:solidFill>
              <a:srgbClr val="CF9D89">
                <a:alpha val="100000"/>
              </a:srgbClr>
            </a:solidFill>
            <a:ln w="4762" cap="rnd">
              <a:solidFill>
                <a:srgbClr val="CF9D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g2493"/>
            <p:cNvSpPr/>
            <p:nvPr/>
          </p:nvSpPr>
          <p:spPr>
            <a:xfrm>
              <a:off x="5652666" y="5068729"/>
              <a:ext cx="17721" cy="337857"/>
            </a:xfrm>
            <a:custGeom>
              <a:avLst/>
              <a:pathLst>
                <a:path w="17721" h="337857">
                  <a:moveTo>
                    <a:pt x="0" y="137"/>
                  </a:moveTo>
                  <a:lnTo>
                    <a:pt x="17721" y="0"/>
                  </a:lnTo>
                  <a:lnTo>
                    <a:pt x="17721" y="337857"/>
                  </a:lnTo>
                  <a:lnTo>
                    <a:pt x="0" y="337857"/>
                  </a:lnTo>
                  <a:close/>
                </a:path>
              </a:pathLst>
            </a:custGeom>
            <a:solidFill>
              <a:srgbClr val="CF9D88">
                <a:alpha val="100000"/>
              </a:srgbClr>
            </a:solidFill>
            <a:ln w="4762" cap="rnd">
              <a:solidFill>
                <a:srgbClr val="CF9D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g2494"/>
            <p:cNvSpPr/>
            <p:nvPr/>
          </p:nvSpPr>
          <p:spPr>
            <a:xfrm>
              <a:off x="5670387" y="5068609"/>
              <a:ext cx="17721" cy="337977"/>
            </a:xfrm>
            <a:custGeom>
              <a:avLst/>
              <a:pathLst>
                <a:path w="17721" h="337977">
                  <a:moveTo>
                    <a:pt x="0" y="119"/>
                  </a:moveTo>
                  <a:lnTo>
                    <a:pt x="17721" y="0"/>
                  </a:lnTo>
                  <a:lnTo>
                    <a:pt x="17721" y="337977"/>
                  </a:lnTo>
                  <a:lnTo>
                    <a:pt x="0" y="337977"/>
                  </a:lnTo>
                  <a:close/>
                </a:path>
              </a:pathLst>
            </a:custGeom>
            <a:solidFill>
              <a:srgbClr val="CE9C88">
                <a:alpha val="100000"/>
              </a:srgbClr>
            </a:solidFill>
            <a:ln w="4762" cap="rnd">
              <a:solidFill>
                <a:srgbClr val="CE9C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g2495"/>
            <p:cNvSpPr/>
            <p:nvPr/>
          </p:nvSpPr>
          <p:spPr>
            <a:xfrm>
              <a:off x="5688109" y="5068507"/>
              <a:ext cx="17721" cy="338078"/>
            </a:xfrm>
            <a:custGeom>
              <a:avLst/>
              <a:pathLst>
                <a:path w="17721" h="338078">
                  <a:moveTo>
                    <a:pt x="0" y="101"/>
                  </a:moveTo>
                  <a:lnTo>
                    <a:pt x="17721" y="0"/>
                  </a:lnTo>
                  <a:lnTo>
                    <a:pt x="17721" y="338078"/>
                  </a:lnTo>
                  <a:lnTo>
                    <a:pt x="0" y="338078"/>
                  </a:lnTo>
                  <a:close/>
                </a:path>
              </a:pathLst>
            </a:custGeom>
            <a:solidFill>
              <a:srgbClr val="CE9C87">
                <a:alpha val="100000"/>
              </a:srgbClr>
            </a:solidFill>
            <a:ln w="4762" cap="rnd">
              <a:solidFill>
                <a:srgbClr val="CE9C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g2496"/>
            <p:cNvSpPr/>
            <p:nvPr/>
          </p:nvSpPr>
          <p:spPr>
            <a:xfrm>
              <a:off x="5705830" y="5068455"/>
              <a:ext cx="35442" cy="338130"/>
            </a:xfrm>
            <a:custGeom>
              <a:avLst/>
              <a:pathLst>
                <a:path w="35442" h="338130">
                  <a:moveTo>
                    <a:pt x="0" y="51"/>
                  </a:moveTo>
                  <a:lnTo>
                    <a:pt x="17721" y="2"/>
                  </a:lnTo>
                  <a:lnTo>
                    <a:pt x="35442" y="0"/>
                  </a:lnTo>
                  <a:lnTo>
                    <a:pt x="35442" y="338130"/>
                  </a:lnTo>
                  <a:lnTo>
                    <a:pt x="17721" y="338130"/>
                  </a:lnTo>
                  <a:lnTo>
                    <a:pt x="0" y="338130"/>
                  </a:lnTo>
                  <a:close/>
                </a:path>
              </a:pathLst>
            </a:custGeom>
            <a:solidFill>
              <a:srgbClr val="CE9B87">
                <a:alpha val="100000"/>
              </a:srgbClr>
            </a:solidFill>
            <a:ln w="4762" cap="rnd">
              <a:solidFill>
                <a:srgbClr val="CE9B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g2497"/>
            <p:cNvSpPr/>
            <p:nvPr/>
          </p:nvSpPr>
          <p:spPr>
            <a:xfrm>
              <a:off x="5741273" y="5068455"/>
              <a:ext cx="17721" cy="338130"/>
            </a:xfrm>
            <a:custGeom>
              <a:avLst/>
              <a:pathLst>
                <a:path w="17721" h="338130">
                  <a:moveTo>
                    <a:pt x="0" y="0"/>
                  </a:moveTo>
                  <a:lnTo>
                    <a:pt x="17721" y="39"/>
                  </a:lnTo>
                  <a:lnTo>
                    <a:pt x="17721" y="338130"/>
                  </a:lnTo>
                  <a:lnTo>
                    <a:pt x="0" y="338130"/>
                  </a:lnTo>
                  <a:close/>
                </a:path>
              </a:pathLst>
            </a:custGeom>
            <a:solidFill>
              <a:srgbClr val="CD9B86">
                <a:alpha val="100000"/>
              </a:srgbClr>
            </a:solidFill>
            <a:ln w="4762" cap="rnd">
              <a:solidFill>
                <a:srgbClr val="CD9B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g2498"/>
            <p:cNvSpPr/>
            <p:nvPr/>
          </p:nvSpPr>
          <p:spPr>
            <a:xfrm>
              <a:off x="5758994" y="5068495"/>
              <a:ext cx="17721" cy="338090"/>
            </a:xfrm>
            <a:custGeom>
              <a:avLst/>
              <a:pathLst>
                <a:path w="17721" h="338090">
                  <a:moveTo>
                    <a:pt x="0" y="0"/>
                  </a:moveTo>
                  <a:lnTo>
                    <a:pt x="17721" y="133"/>
                  </a:lnTo>
                  <a:lnTo>
                    <a:pt x="17721" y="338090"/>
                  </a:lnTo>
                  <a:lnTo>
                    <a:pt x="0" y="338090"/>
                  </a:lnTo>
                  <a:close/>
                </a:path>
              </a:pathLst>
            </a:custGeom>
            <a:solidFill>
              <a:srgbClr val="CD9A86">
                <a:alpha val="100000"/>
              </a:srgbClr>
            </a:solidFill>
            <a:ln w="4762" cap="rnd">
              <a:solidFill>
                <a:srgbClr val="CD9A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g2499"/>
            <p:cNvSpPr/>
            <p:nvPr/>
          </p:nvSpPr>
          <p:spPr>
            <a:xfrm>
              <a:off x="5776715" y="5068629"/>
              <a:ext cx="17721" cy="337957"/>
            </a:xfrm>
            <a:custGeom>
              <a:avLst/>
              <a:pathLst>
                <a:path w="17721" h="337957">
                  <a:moveTo>
                    <a:pt x="0" y="0"/>
                  </a:moveTo>
                  <a:lnTo>
                    <a:pt x="17721" y="208"/>
                  </a:lnTo>
                  <a:lnTo>
                    <a:pt x="17721" y="337957"/>
                  </a:lnTo>
                  <a:lnTo>
                    <a:pt x="0" y="337957"/>
                  </a:lnTo>
                  <a:close/>
                </a:path>
              </a:pathLst>
            </a:custGeom>
            <a:solidFill>
              <a:srgbClr val="CD9A85">
                <a:alpha val="100000"/>
              </a:srgbClr>
            </a:solidFill>
            <a:ln w="4762" cap="rnd">
              <a:solidFill>
                <a:srgbClr val="CD9A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g2500"/>
            <p:cNvSpPr/>
            <p:nvPr/>
          </p:nvSpPr>
          <p:spPr>
            <a:xfrm>
              <a:off x="5794437" y="5068837"/>
              <a:ext cx="35442" cy="337749"/>
            </a:xfrm>
            <a:custGeom>
              <a:avLst/>
              <a:pathLst>
                <a:path w="35442" h="337749">
                  <a:moveTo>
                    <a:pt x="0" y="0"/>
                  </a:moveTo>
                  <a:lnTo>
                    <a:pt x="17721" y="273"/>
                  </a:lnTo>
                  <a:lnTo>
                    <a:pt x="35442" y="676"/>
                  </a:lnTo>
                  <a:lnTo>
                    <a:pt x="35442" y="337749"/>
                  </a:lnTo>
                  <a:lnTo>
                    <a:pt x="17721" y="337749"/>
                  </a:lnTo>
                  <a:lnTo>
                    <a:pt x="0" y="337749"/>
                  </a:lnTo>
                  <a:close/>
                </a:path>
              </a:pathLst>
            </a:custGeom>
            <a:solidFill>
              <a:srgbClr val="CD9985">
                <a:alpha val="100000"/>
              </a:srgbClr>
            </a:solidFill>
            <a:ln w="4762" cap="rnd">
              <a:solidFill>
                <a:srgbClr val="CD99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g2501"/>
            <p:cNvSpPr/>
            <p:nvPr/>
          </p:nvSpPr>
          <p:spPr>
            <a:xfrm>
              <a:off x="5829879" y="5069513"/>
              <a:ext cx="17721" cy="337072"/>
            </a:xfrm>
            <a:custGeom>
              <a:avLst/>
              <a:pathLst>
                <a:path w="17721" h="337072">
                  <a:moveTo>
                    <a:pt x="0" y="0"/>
                  </a:moveTo>
                  <a:lnTo>
                    <a:pt x="17721" y="505"/>
                  </a:lnTo>
                  <a:lnTo>
                    <a:pt x="17721" y="337072"/>
                  </a:lnTo>
                  <a:lnTo>
                    <a:pt x="0" y="337072"/>
                  </a:lnTo>
                  <a:close/>
                </a:path>
              </a:pathLst>
            </a:custGeom>
            <a:solidFill>
              <a:srgbClr val="CC9984">
                <a:alpha val="100000"/>
              </a:srgbClr>
            </a:solidFill>
            <a:ln w="4762" cap="rnd">
              <a:solidFill>
                <a:srgbClr val="CC99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g2502"/>
            <p:cNvSpPr/>
            <p:nvPr/>
          </p:nvSpPr>
          <p:spPr>
            <a:xfrm>
              <a:off x="5847601" y="5070019"/>
              <a:ext cx="17721" cy="336567"/>
            </a:xfrm>
            <a:custGeom>
              <a:avLst/>
              <a:pathLst>
                <a:path w="17721" h="336567">
                  <a:moveTo>
                    <a:pt x="0" y="0"/>
                  </a:moveTo>
                  <a:lnTo>
                    <a:pt x="17721" y="591"/>
                  </a:lnTo>
                  <a:lnTo>
                    <a:pt x="17721" y="336567"/>
                  </a:lnTo>
                  <a:lnTo>
                    <a:pt x="0" y="336567"/>
                  </a:lnTo>
                  <a:close/>
                </a:path>
              </a:pathLst>
            </a:custGeom>
            <a:solidFill>
              <a:srgbClr val="CC9884">
                <a:alpha val="100000"/>
              </a:srgbClr>
            </a:solidFill>
            <a:ln w="4762" cap="rnd">
              <a:solidFill>
                <a:srgbClr val="CC98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g2503"/>
            <p:cNvSpPr/>
            <p:nvPr/>
          </p:nvSpPr>
          <p:spPr>
            <a:xfrm>
              <a:off x="5865322" y="5070610"/>
              <a:ext cx="17721" cy="335975"/>
            </a:xfrm>
            <a:custGeom>
              <a:avLst/>
              <a:pathLst>
                <a:path w="17721" h="335975">
                  <a:moveTo>
                    <a:pt x="0" y="0"/>
                  </a:moveTo>
                  <a:lnTo>
                    <a:pt x="17721" y="749"/>
                  </a:lnTo>
                  <a:lnTo>
                    <a:pt x="17721" y="335975"/>
                  </a:lnTo>
                  <a:lnTo>
                    <a:pt x="0" y="335975"/>
                  </a:lnTo>
                  <a:close/>
                </a:path>
              </a:pathLst>
            </a:custGeom>
            <a:solidFill>
              <a:srgbClr val="CC9883">
                <a:alpha val="100000"/>
              </a:srgbClr>
            </a:solidFill>
            <a:ln w="4762" cap="rnd">
              <a:solidFill>
                <a:srgbClr val="CC98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g2504"/>
            <p:cNvSpPr/>
            <p:nvPr/>
          </p:nvSpPr>
          <p:spPr>
            <a:xfrm>
              <a:off x="5883044" y="5071360"/>
              <a:ext cx="35442" cy="335226"/>
            </a:xfrm>
            <a:custGeom>
              <a:avLst/>
              <a:pathLst>
                <a:path w="35442" h="335226">
                  <a:moveTo>
                    <a:pt x="0" y="0"/>
                  </a:moveTo>
                  <a:lnTo>
                    <a:pt x="17721" y="876"/>
                  </a:lnTo>
                  <a:lnTo>
                    <a:pt x="35442" y="1857"/>
                  </a:lnTo>
                  <a:lnTo>
                    <a:pt x="35442" y="335226"/>
                  </a:lnTo>
                  <a:lnTo>
                    <a:pt x="17721" y="335226"/>
                  </a:lnTo>
                  <a:lnTo>
                    <a:pt x="0" y="335226"/>
                  </a:lnTo>
                  <a:close/>
                </a:path>
              </a:pathLst>
            </a:custGeom>
            <a:solidFill>
              <a:srgbClr val="CC9783">
                <a:alpha val="100000"/>
              </a:srgbClr>
            </a:solidFill>
            <a:ln w="4762" cap="rnd">
              <a:solidFill>
                <a:srgbClr val="CC97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g2505"/>
            <p:cNvSpPr/>
            <p:nvPr/>
          </p:nvSpPr>
          <p:spPr>
            <a:xfrm>
              <a:off x="5918486" y="5073217"/>
              <a:ext cx="17721" cy="333369"/>
            </a:xfrm>
            <a:custGeom>
              <a:avLst/>
              <a:pathLst>
                <a:path w="17721" h="333369">
                  <a:moveTo>
                    <a:pt x="0" y="0"/>
                  </a:moveTo>
                  <a:lnTo>
                    <a:pt x="17721" y="1159"/>
                  </a:lnTo>
                  <a:lnTo>
                    <a:pt x="17721" y="333369"/>
                  </a:lnTo>
                  <a:lnTo>
                    <a:pt x="0" y="333369"/>
                  </a:lnTo>
                  <a:close/>
                </a:path>
              </a:pathLst>
            </a:custGeom>
            <a:solidFill>
              <a:srgbClr val="CB9782">
                <a:alpha val="100000"/>
              </a:srgbClr>
            </a:solidFill>
            <a:ln w="4762" cap="rnd">
              <a:solidFill>
                <a:srgbClr val="CB97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g2506"/>
            <p:cNvSpPr/>
            <p:nvPr/>
          </p:nvSpPr>
          <p:spPr>
            <a:xfrm>
              <a:off x="5936208" y="5074376"/>
              <a:ext cx="17721" cy="332210"/>
            </a:xfrm>
            <a:custGeom>
              <a:avLst/>
              <a:pathLst>
                <a:path w="17721" h="332210">
                  <a:moveTo>
                    <a:pt x="0" y="0"/>
                  </a:moveTo>
                  <a:lnTo>
                    <a:pt x="17721" y="1308"/>
                  </a:lnTo>
                  <a:lnTo>
                    <a:pt x="17721" y="332210"/>
                  </a:lnTo>
                  <a:lnTo>
                    <a:pt x="0" y="332210"/>
                  </a:lnTo>
                  <a:close/>
                </a:path>
              </a:pathLst>
            </a:custGeom>
            <a:solidFill>
              <a:srgbClr val="CB9682">
                <a:alpha val="100000"/>
              </a:srgbClr>
            </a:solidFill>
            <a:ln w="4762" cap="rnd">
              <a:solidFill>
                <a:srgbClr val="CB96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g2507"/>
            <p:cNvSpPr/>
            <p:nvPr/>
          </p:nvSpPr>
          <p:spPr>
            <a:xfrm>
              <a:off x="5953929" y="5075684"/>
              <a:ext cx="17721" cy="330902"/>
            </a:xfrm>
            <a:custGeom>
              <a:avLst/>
              <a:pathLst>
                <a:path w="17721" h="330902">
                  <a:moveTo>
                    <a:pt x="0" y="0"/>
                  </a:moveTo>
                  <a:lnTo>
                    <a:pt x="17721" y="1424"/>
                  </a:lnTo>
                  <a:lnTo>
                    <a:pt x="17721" y="330902"/>
                  </a:lnTo>
                  <a:lnTo>
                    <a:pt x="0" y="330902"/>
                  </a:lnTo>
                  <a:close/>
                </a:path>
              </a:pathLst>
            </a:custGeom>
            <a:solidFill>
              <a:srgbClr val="CB9681">
                <a:alpha val="100000"/>
              </a:srgbClr>
            </a:solidFill>
            <a:ln w="4762" cap="rnd">
              <a:solidFill>
                <a:srgbClr val="CB9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g2508"/>
            <p:cNvSpPr/>
            <p:nvPr/>
          </p:nvSpPr>
          <p:spPr>
            <a:xfrm>
              <a:off x="5971650" y="5077108"/>
              <a:ext cx="35442" cy="329478"/>
            </a:xfrm>
            <a:custGeom>
              <a:avLst/>
              <a:pathLst>
                <a:path w="35442" h="329478">
                  <a:moveTo>
                    <a:pt x="0" y="0"/>
                  </a:moveTo>
                  <a:lnTo>
                    <a:pt x="17721" y="1615"/>
                  </a:lnTo>
                  <a:lnTo>
                    <a:pt x="35442" y="3397"/>
                  </a:lnTo>
                  <a:lnTo>
                    <a:pt x="35442" y="329478"/>
                  </a:lnTo>
                  <a:lnTo>
                    <a:pt x="17721" y="329478"/>
                  </a:lnTo>
                  <a:lnTo>
                    <a:pt x="0" y="329478"/>
                  </a:lnTo>
                  <a:close/>
                </a:path>
              </a:pathLst>
            </a:custGeom>
            <a:solidFill>
              <a:srgbClr val="CB9581">
                <a:alpha val="100000"/>
              </a:srgbClr>
            </a:solidFill>
            <a:ln w="4762" cap="rnd">
              <a:solidFill>
                <a:srgbClr val="CB95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g2509"/>
            <p:cNvSpPr/>
            <p:nvPr/>
          </p:nvSpPr>
          <p:spPr>
            <a:xfrm>
              <a:off x="6007093" y="5080505"/>
              <a:ext cx="17721" cy="326080"/>
            </a:xfrm>
            <a:custGeom>
              <a:avLst/>
              <a:pathLst>
                <a:path w="17721" h="326080">
                  <a:moveTo>
                    <a:pt x="0" y="0"/>
                  </a:moveTo>
                  <a:lnTo>
                    <a:pt x="17721" y="1905"/>
                  </a:lnTo>
                  <a:lnTo>
                    <a:pt x="17721" y="326080"/>
                  </a:lnTo>
                  <a:lnTo>
                    <a:pt x="0" y="326080"/>
                  </a:lnTo>
                  <a:close/>
                </a:path>
              </a:pathLst>
            </a:custGeom>
            <a:solidFill>
              <a:srgbClr val="CA9580">
                <a:alpha val="100000"/>
              </a:srgbClr>
            </a:solidFill>
            <a:ln w="4762" cap="rnd">
              <a:solidFill>
                <a:srgbClr val="CA95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g2510"/>
            <p:cNvSpPr/>
            <p:nvPr/>
          </p:nvSpPr>
          <p:spPr>
            <a:xfrm>
              <a:off x="6024815" y="5082410"/>
              <a:ext cx="17721" cy="324175"/>
            </a:xfrm>
            <a:custGeom>
              <a:avLst/>
              <a:pathLst>
                <a:path w="17721" h="324175">
                  <a:moveTo>
                    <a:pt x="0" y="0"/>
                  </a:moveTo>
                  <a:lnTo>
                    <a:pt x="17721" y="2101"/>
                  </a:lnTo>
                  <a:lnTo>
                    <a:pt x="17721" y="324175"/>
                  </a:lnTo>
                  <a:lnTo>
                    <a:pt x="0" y="324175"/>
                  </a:lnTo>
                  <a:close/>
                </a:path>
              </a:pathLst>
            </a:custGeom>
            <a:solidFill>
              <a:srgbClr val="CA9480">
                <a:alpha val="100000"/>
              </a:srgbClr>
            </a:solidFill>
            <a:ln w="4762" cap="rnd">
              <a:solidFill>
                <a:srgbClr val="CA94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g2511"/>
            <p:cNvSpPr/>
            <p:nvPr/>
          </p:nvSpPr>
          <p:spPr>
            <a:xfrm>
              <a:off x="6042536" y="5084512"/>
              <a:ext cx="35442" cy="322074"/>
            </a:xfrm>
            <a:custGeom>
              <a:avLst/>
              <a:pathLst>
                <a:path w="35442" h="322074">
                  <a:moveTo>
                    <a:pt x="0" y="0"/>
                  </a:moveTo>
                  <a:lnTo>
                    <a:pt x="17721" y="2277"/>
                  </a:lnTo>
                  <a:lnTo>
                    <a:pt x="35442" y="4681"/>
                  </a:lnTo>
                  <a:lnTo>
                    <a:pt x="35442" y="322074"/>
                  </a:lnTo>
                  <a:lnTo>
                    <a:pt x="17721" y="322074"/>
                  </a:lnTo>
                  <a:lnTo>
                    <a:pt x="0" y="322074"/>
                  </a:lnTo>
                  <a:close/>
                </a:path>
              </a:pathLst>
            </a:custGeom>
            <a:solidFill>
              <a:srgbClr val="CA947F">
                <a:alpha val="100000"/>
              </a:srgbClr>
            </a:solidFill>
            <a:ln w="4762" cap="rnd">
              <a:solidFill>
                <a:srgbClr val="CA94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g2512"/>
            <p:cNvSpPr/>
            <p:nvPr/>
          </p:nvSpPr>
          <p:spPr>
            <a:xfrm>
              <a:off x="6077979" y="5089193"/>
              <a:ext cx="17721" cy="317392"/>
            </a:xfrm>
            <a:custGeom>
              <a:avLst/>
              <a:pathLst>
                <a:path w="17721" h="317392">
                  <a:moveTo>
                    <a:pt x="0" y="0"/>
                  </a:moveTo>
                  <a:lnTo>
                    <a:pt x="17721" y="2596"/>
                  </a:lnTo>
                  <a:lnTo>
                    <a:pt x="17721" y="317392"/>
                  </a:lnTo>
                  <a:lnTo>
                    <a:pt x="0" y="317392"/>
                  </a:lnTo>
                  <a:close/>
                </a:path>
              </a:pathLst>
            </a:custGeom>
            <a:solidFill>
              <a:srgbClr val="C9937F">
                <a:alpha val="100000"/>
              </a:srgbClr>
            </a:solidFill>
            <a:ln w="4762" cap="rnd">
              <a:solidFill>
                <a:srgbClr val="C99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g2513"/>
            <p:cNvSpPr/>
            <p:nvPr/>
          </p:nvSpPr>
          <p:spPr>
            <a:xfrm>
              <a:off x="6095700" y="5091789"/>
              <a:ext cx="17721" cy="314796"/>
            </a:xfrm>
            <a:custGeom>
              <a:avLst/>
              <a:pathLst>
                <a:path w="17721" h="314796">
                  <a:moveTo>
                    <a:pt x="0" y="0"/>
                  </a:moveTo>
                  <a:lnTo>
                    <a:pt x="17721" y="2775"/>
                  </a:lnTo>
                  <a:lnTo>
                    <a:pt x="17721" y="314796"/>
                  </a:lnTo>
                  <a:lnTo>
                    <a:pt x="0" y="314796"/>
                  </a:lnTo>
                  <a:close/>
                </a:path>
              </a:pathLst>
            </a:custGeom>
            <a:solidFill>
              <a:srgbClr val="C9937E">
                <a:alpha val="100000"/>
              </a:srgbClr>
            </a:solidFill>
            <a:ln w="4762" cap="rnd">
              <a:solidFill>
                <a:srgbClr val="C99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g2514"/>
            <p:cNvSpPr/>
            <p:nvPr/>
          </p:nvSpPr>
          <p:spPr>
            <a:xfrm>
              <a:off x="6113421" y="5094565"/>
              <a:ext cx="17721" cy="312020"/>
            </a:xfrm>
            <a:custGeom>
              <a:avLst/>
              <a:pathLst>
                <a:path w="17721" h="312020">
                  <a:moveTo>
                    <a:pt x="0" y="0"/>
                  </a:moveTo>
                  <a:lnTo>
                    <a:pt x="17721" y="2899"/>
                  </a:lnTo>
                  <a:lnTo>
                    <a:pt x="17721" y="312020"/>
                  </a:lnTo>
                  <a:lnTo>
                    <a:pt x="0" y="312020"/>
                  </a:lnTo>
                  <a:close/>
                </a:path>
              </a:pathLst>
            </a:custGeom>
            <a:solidFill>
              <a:srgbClr val="C9927E">
                <a:alpha val="100000"/>
              </a:srgbClr>
            </a:solidFill>
            <a:ln w="4762" cap="rnd">
              <a:solidFill>
                <a:srgbClr val="C992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g2515"/>
            <p:cNvSpPr/>
            <p:nvPr/>
          </p:nvSpPr>
          <p:spPr>
            <a:xfrm>
              <a:off x="6131143" y="5097465"/>
              <a:ext cx="35442" cy="309120"/>
            </a:xfrm>
            <a:custGeom>
              <a:avLst/>
              <a:pathLst>
                <a:path w="35442" h="309120">
                  <a:moveTo>
                    <a:pt x="0" y="0"/>
                  </a:moveTo>
                  <a:lnTo>
                    <a:pt x="17721" y="3080"/>
                  </a:lnTo>
                  <a:lnTo>
                    <a:pt x="35442" y="6337"/>
                  </a:lnTo>
                  <a:lnTo>
                    <a:pt x="35442" y="309120"/>
                  </a:lnTo>
                  <a:lnTo>
                    <a:pt x="17721" y="309120"/>
                  </a:lnTo>
                  <a:lnTo>
                    <a:pt x="0" y="309120"/>
                  </a:lnTo>
                  <a:close/>
                </a:path>
              </a:pathLst>
            </a:custGeom>
            <a:solidFill>
              <a:srgbClr val="C9927D">
                <a:alpha val="100000"/>
              </a:srgbClr>
            </a:solidFill>
            <a:ln w="4762" cap="rnd">
              <a:solidFill>
                <a:srgbClr val="C992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g2516"/>
            <p:cNvSpPr/>
            <p:nvPr/>
          </p:nvSpPr>
          <p:spPr>
            <a:xfrm>
              <a:off x="6166585" y="5103803"/>
              <a:ext cx="17721" cy="302783"/>
            </a:xfrm>
            <a:custGeom>
              <a:avLst/>
              <a:pathLst>
                <a:path w="17721" h="302783">
                  <a:moveTo>
                    <a:pt x="0" y="0"/>
                  </a:moveTo>
                  <a:lnTo>
                    <a:pt x="17721" y="3372"/>
                  </a:lnTo>
                  <a:lnTo>
                    <a:pt x="17721" y="302783"/>
                  </a:lnTo>
                  <a:lnTo>
                    <a:pt x="0" y="302783"/>
                  </a:lnTo>
                  <a:close/>
                </a:path>
              </a:pathLst>
            </a:custGeom>
            <a:solidFill>
              <a:srgbClr val="C8917D">
                <a:alpha val="100000"/>
              </a:srgbClr>
            </a:solidFill>
            <a:ln w="4762" cap="rnd">
              <a:solidFill>
                <a:srgbClr val="C891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g2517"/>
            <p:cNvSpPr/>
            <p:nvPr/>
          </p:nvSpPr>
          <p:spPr>
            <a:xfrm>
              <a:off x="6184307" y="5107175"/>
              <a:ext cx="17721" cy="299410"/>
            </a:xfrm>
            <a:custGeom>
              <a:avLst/>
              <a:pathLst>
                <a:path w="17721" h="299410">
                  <a:moveTo>
                    <a:pt x="0" y="0"/>
                  </a:moveTo>
                  <a:lnTo>
                    <a:pt x="17721" y="3536"/>
                  </a:lnTo>
                  <a:lnTo>
                    <a:pt x="17721" y="299410"/>
                  </a:lnTo>
                  <a:lnTo>
                    <a:pt x="0" y="299410"/>
                  </a:lnTo>
                  <a:close/>
                </a:path>
              </a:pathLst>
            </a:custGeom>
            <a:solidFill>
              <a:srgbClr val="C8917C">
                <a:alpha val="100000"/>
              </a:srgbClr>
            </a:solidFill>
            <a:ln w="4762" cap="rnd">
              <a:solidFill>
                <a:srgbClr val="C891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g2518"/>
            <p:cNvSpPr/>
            <p:nvPr/>
          </p:nvSpPr>
          <p:spPr>
            <a:xfrm>
              <a:off x="6202028" y="5110712"/>
              <a:ext cx="17721" cy="295874"/>
            </a:xfrm>
            <a:custGeom>
              <a:avLst/>
              <a:pathLst>
                <a:path w="17721" h="295874">
                  <a:moveTo>
                    <a:pt x="0" y="0"/>
                  </a:moveTo>
                  <a:lnTo>
                    <a:pt x="17721" y="3700"/>
                  </a:lnTo>
                  <a:lnTo>
                    <a:pt x="17721" y="295874"/>
                  </a:lnTo>
                  <a:lnTo>
                    <a:pt x="0" y="295874"/>
                  </a:lnTo>
                  <a:close/>
                </a:path>
              </a:pathLst>
            </a:custGeom>
            <a:solidFill>
              <a:srgbClr val="C8907C">
                <a:alpha val="100000"/>
              </a:srgbClr>
            </a:solidFill>
            <a:ln w="4762" cap="rnd">
              <a:solidFill>
                <a:srgbClr val="C890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g2519"/>
            <p:cNvSpPr/>
            <p:nvPr/>
          </p:nvSpPr>
          <p:spPr>
            <a:xfrm>
              <a:off x="6219750" y="5114412"/>
              <a:ext cx="35442" cy="292174"/>
            </a:xfrm>
            <a:custGeom>
              <a:avLst/>
              <a:pathLst>
                <a:path w="35442" h="292174">
                  <a:moveTo>
                    <a:pt x="0" y="0"/>
                  </a:moveTo>
                  <a:lnTo>
                    <a:pt x="17721" y="3803"/>
                  </a:lnTo>
                  <a:lnTo>
                    <a:pt x="35442" y="7747"/>
                  </a:lnTo>
                  <a:lnTo>
                    <a:pt x="35442" y="292174"/>
                  </a:lnTo>
                  <a:lnTo>
                    <a:pt x="17721" y="292174"/>
                  </a:lnTo>
                  <a:lnTo>
                    <a:pt x="0" y="292174"/>
                  </a:lnTo>
                  <a:close/>
                </a:path>
              </a:pathLst>
            </a:custGeom>
            <a:solidFill>
              <a:srgbClr val="C8907B">
                <a:alpha val="100000"/>
              </a:srgbClr>
            </a:solidFill>
            <a:ln w="4762" cap="rnd">
              <a:solidFill>
                <a:srgbClr val="C890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g2520"/>
            <p:cNvSpPr/>
            <p:nvPr/>
          </p:nvSpPr>
          <p:spPr>
            <a:xfrm>
              <a:off x="6255192" y="5122159"/>
              <a:ext cx="17721" cy="284426"/>
            </a:xfrm>
            <a:custGeom>
              <a:avLst/>
              <a:pathLst>
                <a:path w="17721" h="284426">
                  <a:moveTo>
                    <a:pt x="0" y="0"/>
                  </a:moveTo>
                  <a:lnTo>
                    <a:pt x="17721" y="4088"/>
                  </a:lnTo>
                  <a:lnTo>
                    <a:pt x="17721" y="284426"/>
                  </a:lnTo>
                  <a:lnTo>
                    <a:pt x="0" y="284426"/>
                  </a:lnTo>
                  <a:close/>
                </a:path>
              </a:pathLst>
            </a:custGeom>
            <a:solidFill>
              <a:srgbClr val="C78F7B">
                <a:alpha val="100000"/>
              </a:srgbClr>
            </a:solidFill>
            <a:ln w="4762" cap="rnd">
              <a:solidFill>
                <a:srgbClr val="C78F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g2521"/>
            <p:cNvSpPr/>
            <p:nvPr/>
          </p:nvSpPr>
          <p:spPr>
            <a:xfrm>
              <a:off x="6272914" y="5126248"/>
              <a:ext cx="17721" cy="280337"/>
            </a:xfrm>
            <a:custGeom>
              <a:avLst/>
              <a:pathLst>
                <a:path w="17721" h="280337">
                  <a:moveTo>
                    <a:pt x="0" y="0"/>
                  </a:moveTo>
                  <a:lnTo>
                    <a:pt x="17721" y="4175"/>
                  </a:lnTo>
                  <a:lnTo>
                    <a:pt x="17721" y="280337"/>
                  </a:lnTo>
                  <a:lnTo>
                    <a:pt x="0" y="280337"/>
                  </a:lnTo>
                  <a:close/>
                </a:path>
              </a:pathLst>
            </a:custGeom>
            <a:solidFill>
              <a:srgbClr val="C78F7A">
                <a:alpha val="100000"/>
              </a:srgbClr>
            </a:solidFill>
            <a:ln w="4762" cap="rnd">
              <a:solidFill>
                <a:srgbClr val="C78F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g2522"/>
            <p:cNvSpPr/>
            <p:nvPr/>
          </p:nvSpPr>
          <p:spPr>
            <a:xfrm>
              <a:off x="6290635" y="5130424"/>
              <a:ext cx="17721" cy="276161"/>
            </a:xfrm>
            <a:custGeom>
              <a:avLst/>
              <a:pathLst>
                <a:path w="17721" h="276161">
                  <a:moveTo>
                    <a:pt x="0" y="0"/>
                  </a:moveTo>
                  <a:lnTo>
                    <a:pt x="17721" y="4288"/>
                  </a:lnTo>
                  <a:lnTo>
                    <a:pt x="17721" y="276161"/>
                  </a:lnTo>
                  <a:lnTo>
                    <a:pt x="0" y="276161"/>
                  </a:lnTo>
                  <a:close/>
                </a:path>
              </a:pathLst>
            </a:custGeom>
            <a:solidFill>
              <a:srgbClr val="C78E7A">
                <a:alpha val="100000"/>
              </a:srgbClr>
            </a:solidFill>
            <a:ln w="4762" cap="rnd">
              <a:solidFill>
                <a:srgbClr val="C78E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g2523"/>
            <p:cNvSpPr/>
            <p:nvPr/>
          </p:nvSpPr>
          <p:spPr>
            <a:xfrm>
              <a:off x="6308356" y="5134712"/>
              <a:ext cx="17721" cy="271873"/>
            </a:xfrm>
            <a:custGeom>
              <a:avLst/>
              <a:pathLst>
                <a:path w="17721" h="271873">
                  <a:moveTo>
                    <a:pt x="0" y="0"/>
                  </a:moveTo>
                  <a:lnTo>
                    <a:pt x="17721" y="4407"/>
                  </a:lnTo>
                  <a:lnTo>
                    <a:pt x="17721" y="271873"/>
                  </a:lnTo>
                  <a:lnTo>
                    <a:pt x="0" y="271873"/>
                  </a:lnTo>
                  <a:close/>
                </a:path>
              </a:pathLst>
            </a:custGeom>
            <a:solidFill>
              <a:srgbClr val="C78E79">
                <a:alpha val="100000"/>
              </a:srgbClr>
            </a:solidFill>
            <a:ln w="4762" cap="rnd">
              <a:solidFill>
                <a:srgbClr val="C7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g2524"/>
            <p:cNvSpPr/>
            <p:nvPr/>
          </p:nvSpPr>
          <p:spPr>
            <a:xfrm>
              <a:off x="6326078" y="5139120"/>
              <a:ext cx="17721" cy="267466"/>
            </a:xfrm>
            <a:custGeom>
              <a:avLst/>
              <a:pathLst>
                <a:path w="17721" h="267466">
                  <a:moveTo>
                    <a:pt x="0" y="0"/>
                  </a:moveTo>
                  <a:lnTo>
                    <a:pt x="17721" y="4474"/>
                  </a:lnTo>
                  <a:lnTo>
                    <a:pt x="17721" y="267466"/>
                  </a:lnTo>
                  <a:lnTo>
                    <a:pt x="0" y="267466"/>
                  </a:lnTo>
                  <a:close/>
                </a:path>
              </a:pathLst>
            </a:custGeom>
            <a:solidFill>
              <a:srgbClr val="C68E79">
                <a:alpha val="100000"/>
              </a:srgbClr>
            </a:solidFill>
            <a:ln w="4762" cap="rnd">
              <a:solidFill>
                <a:srgbClr val="C6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g2525"/>
            <p:cNvSpPr/>
            <p:nvPr/>
          </p:nvSpPr>
          <p:spPr>
            <a:xfrm>
              <a:off x="6343799" y="5143594"/>
              <a:ext cx="17721" cy="262992"/>
            </a:xfrm>
            <a:custGeom>
              <a:avLst/>
              <a:pathLst>
                <a:path w="17721" h="262992">
                  <a:moveTo>
                    <a:pt x="0" y="0"/>
                  </a:moveTo>
                  <a:lnTo>
                    <a:pt x="17721" y="4556"/>
                  </a:lnTo>
                  <a:lnTo>
                    <a:pt x="17721" y="262992"/>
                  </a:lnTo>
                  <a:lnTo>
                    <a:pt x="0" y="262992"/>
                  </a:lnTo>
                  <a:close/>
                </a:path>
              </a:pathLst>
            </a:custGeom>
            <a:solidFill>
              <a:srgbClr val="C68D79">
                <a:alpha val="100000"/>
              </a:srgbClr>
            </a:solidFill>
            <a:ln w="4762" cap="rnd">
              <a:solidFill>
                <a:srgbClr val="C68D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g2526"/>
            <p:cNvSpPr/>
            <p:nvPr/>
          </p:nvSpPr>
          <p:spPr>
            <a:xfrm>
              <a:off x="6361521" y="5148150"/>
              <a:ext cx="35442" cy="258435"/>
            </a:xfrm>
            <a:custGeom>
              <a:avLst/>
              <a:pathLst>
                <a:path w="35442" h="258435">
                  <a:moveTo>
                    <a:pt x="0" y="0"/>
                  </a:moveTo>
                  <a:lnTo>
                    <a:pt x="17721" y="4642"/>
                  </a:lnTo>
                  <a:lnTo>
                    <a:pt x="35442" y="9329"/>
                  </a:lnTo>
                  <a:lnTo>
                    <a:pt x="35442" y="258435"/>
                  </a:lnTo>
                  <a:lnTo>
                    <a:pt x="17721" y="258435"/>
                  </a:lnTo>
                  <a:lnTo>
                    <a:pt x="0" y="258435"/>
                  </a:lnTo>
                  <a:close/>
                </a:path>
              </a:pathLst>
            </a:custGeom>
            <a:solidFill>
              <a:srgbClr val="C68D78">
                <a:alpha val="100000"/>
              </a:srgbClr>
            </a:solidFill>
            <a:ln w="4762" cap="rnd">
              <a:solidFill>
                <a:srgbClr val="C68D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g2527"/>
            <p:cNvSpPr/>
            <p:nvPr/>
          </p:nvSpPr>
          <p:spPr>
            <a:xfrm>
              <a:off x="6396963" y="5157480"/>
              <a:ext cx="17721" cy="249105"/>
            </a:xfrm>
            <a:custGeom>
              <a:avLst/>
              <a:pathLst>
                <a:path w="17721" h="249105">
                  <a:moveTo>
                    <a:pt x="0" y="0"/>
                  </a:moveTo>
                  <a:lnTo>
                    <a:pt x="17721" y="4738"/>
                  </a:lnTo>
                  <a:lnTo>
                    <a:pt x="17721" y="249105"/>
                  </a:lnTo>
                  <a:lnTo>
                    <a:pt x="0" y="249105"/>
                  </a:lnTo>
                  <a:close/>
                </a:path>
              </a:pathLst>
            </a:custGeom>
            <a:solidFill>
              <a:srgbClr val="C68C77">
                <a:alpha val="100000"/>
              </a:srgbClr>
            </a:solidFill>
            <a:ln w="4762" cap="rnd">
              <a:solidFill>
                <a:srgbClr val="C6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g2528"/>
            <p:cNvSpPr/>
            <p:nvPr/>
          </p:nvSpPr>
          <p:spPr>
            <a:xfrm>
              <a:off x="6414685" y="5162219"/>
              <a:ext cx="17721" cy="244367"/>
            </a:xfrm>
            <a:custGeom>
              <a:avLst/>
              <a:pathLst>
                <a:path w="17721" h="244367">
                  <a:moveTo>
                    <a:pt x="0" y="0"/>
                  </a:moveTo>
                  <a:lnTo>
                    <a:pt x="17721" y="4787"/>
                  </a:lnTo>
                  <a:lnTo>
                    <a:pt x="17721" y="244367"/>
                  </a:lnTo>
                  <a:lnTo>
                    <a:pt x="0" y="244367"/>
                  </a:lnTo>
                  <a:close/>
                </a:path>
              </a:pathLst>
            </a:custGeom>
            <a:solidFill>
              <a:srgbClr val="C58C77">
                <a:alpha val="100000"/>
              </a:srgbClr>
            </a:solidFill>
            <a:ln w="4762" cap="rnd">
              <a:solidFill>
                <a:srgbClr val="C5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g2529"/>
            <p:cNvSpPr/>
            <p:nvPr/>
          </p:nvSpPr>
          <p:spPr>
            <a:xfrm>
              <a:off x="6432406" y="5167006"/>
              <a:ext cx="17721" cy="239580"/>
            </a:xfrm>
            <a:custGeom>
              <a:avLst/>
              <a:pathLst>
                <a:path w="17721" h="239580">
                  <a:moveTo>
                    <a:pt x="0" y="0"/>
                  </a:moveTo>
                  <a:lnTo>
                    <a:pt x="17721" y="4807"/>
                  </a:lnTo>
                  <a:lnTo>
                    <a:pt x="17721" y="239580"/>
                  </a:lnTo>
                  <a:lnTo>
                    <a:pt x="0" y="239580"/>
                  </a:lnTo>
                  <a:close/>
                </a:path>
              </a:pathLst>
            </a:custGeom>
            <a:solidFill>
              <a:srgbClr val="C58B77">
                <a:alpha val="100000"/>
              </a:srgbClr>
            </a:solidFill>
            <a:ln w="4762" cap="rnd">
              <a:solidFill>
                <a:srgbClr val="C58B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g2530"/>
            <p:cNvSpPr/>
            <p:nvPr/>
          </p:nvSpPr>
          <p:spPr>
            <a:xfrm>
              <a:off x="6450127" y="5171813"/>
              <a:ext cx="35442" cy="234773"/>
            </a:xfrm>
            <a:custGeom>
              <a:avLst/>
              <a:pathLst>
                <a:path w="35442" h="234773">
                  <a:moveTo>
                    <a:pt x="0" y="0"/>
                  </a:moveTo>
                  <a:lnTo>
                    <a:pt x="17721" y="4827"/>
                  </a:lnTo>
                  <a:lnTo>
                    <a:pt x="35442" y="9662"/>
                  </a:lnTo>
                  <a:lnTo>
                    <a:pt x="35442" y="234773"/>
                  </a:lnTo>
                  <a:lnTo>
                    <a:pt x="17721" y="234773"/>
                  </a:lnTo>
                  <a:lnTo>
                    <a:pt x="0" y="234773"/>
                  </a:lnTo>
                  <a:close/>
                </a:path>
              </a:pathLst>
            </a:custGeom>
            <a:solidFill>
              <a:srgbClr val="C58B76">
                <a:alpha val="100000"/>
              </a:srgbClr>
            </a:solidFill>
            <a:ln w="4762" cap="rnd">
              <a:solidFill>
                <a:srgbClr val="C58B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g2531"/>
            <p:cNvSpPr/>
            <p:nvPr/>
          </p:nvSpPr>
          <p:spPr>
            <a:xfrm>
              <a:off x="6485570" y="5181475"/>
              <a:ext cx="35442" cy="225110"/>
            </a:xfrm>
            <a:custGeom>
              <a:avLst/>
              <a:pathLst>
                <a:path w="35442" h="225110">
                  <a:moveTo>
                    <a:pt x="0" y="0"/>
                  </a:moveTo>
                  <a:lnTo>
                    <a:pt x="17721" y="4829"/>
                  </a:lnTo>
                  <a:lnTo>
                    <a:pt x="35442" y="9650"/>
                  </a:lnTo>
                  <a:lnTo>
                    <a:pt x="35442" y="225110"/>
                  </a:lnTo>
                  <a:lnTo>
                    <a:pt x="17721" y="225110"/>
                  </a:lnTo>
                  <a:lnTo>
                    <a:pt x="0" y="225110"/>
                  </a:lnTo>
                  <a:close/>
                </a:path>
              </a:pathLst>
            </a:custGeom>
            <a:solidFill>
              <a:srgbClr val="C48A75">
                <a:alpha val="100000"/>
              </a:srgbClr>
            </a:solidFill>
            <a:ln w="4762" cap="rnd">
              <a:solidFill>
                <a:srgbClr val="C48A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g2532"/>
            <p:cNvSpPr/>
            <p:nvPr/>
          </p:nvSpPr>
          <p:spPr>
            <a:xfrm>
              <a:off x="6521013" y="5191126"/>
              <a:ext cx="17721" cy="215460"/>
            </a:xfrm>
            <a:custGeom>
              <a:avLst/>
              <a:pathLst>
                <a:path w="17721" h="215460">
                  <a:moveTo>
                    <a:pt x="0" y="0"/>
                  </a:moveTo>
                  <a:lnTo>
                    <a:pt x="17721" y="4785"/>
                  </a:lnTo>
                  <a:lnTo>
                    <a:pt x="17721" y="215460"/>
                  </a:lnTo>
                  <a:lnTo>
                    <a:pt x="0" y="215460"/>
                  </a:lnTo>
                  <a:close/>
                </a:path>
              </a:pathLst>
            </a:custGeom>
            <a:solidFill>
              <a:srgbClr val="C48975">
                <a:alpha val="100000"/>
              </a:srgbClr>
            </a:solidFill>
            <a:ln w="4762" cap="rnd">
              <a:solidFill>
                <a:srgbClr val="C489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g2533"/>
            <p:cNvSpPr/>
            <p:nvPr/>
          </p:nvSpPr>
          <p:spPr>
            <a:xfrm>
              <a:off x="6538734" y="5195911"/>
              <a:ext cx="35442" cy="210675"/>
            </a:xfrm>
            <a:custGeom>
              <a:avLst/>
              <a:pathLst>
                <a:path w="35442" h="210675">
                  <a:moveTo>
                    <a:pt x="0" y="0"/>
                  </a:moveTo>
                  <a:lnTo>
                    <a:pt x="17721" y="4755"/>
                  </a:lnTo>
                  <a:lnTo>
                    <a:pt x="35442" y="9474"/>
                  </a:lnTo>
                  <a:lnTo>
                    <a:pt x="35442" y="210675"/>
                  </a:lnTo>
                  <a:lnTo>
                    <a:pt x="17721" y="210675"/>
                  </a:lnTo>
                  <a:lnTo>
                    <a:pt x="0" y="210675"/>
                  </a:lnTo>
                  <a:close/>
                </a:path>
              </a:pathLst>
            </a:custGeom>
            <a:solidFill>
              <a:srgbClr val="C48974">
                <a:alpha val="100000"/>
              </a:srgbClr>
            </a:solidFill>
            <a:ln w="4762" cap="rnd">
              <a:solidFill>
                <a:srgbClr val="C489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g2534"/>
            <p:cNvSpPr/>
            <p:nvPr/>
          </p:nvSpPr>
          <p:spPr>
            <a:xfrm>
              <a:off x="6574177" y="5205385"/>
              <a:ext cx="35442" cy="201200"/>
            </a:xfrm>
            <a:custGeom>
              <a:avLst/>
              <a:pathLst>
                <a:path w="35442" h="201200">
                  <a:moveTo>
                    <a:pt x="0" y="0"/>
                  </a:moveTo>
                  <a:lnTo>
                    <a:pt x="17721" y="4640"/>
                  </a:lnTo>
                  <a:lnTo>
                    <a:pt x="35442" y="9227"/>
                  </a:lnTo>
                  <a:lnTo>
                    <a:pt x="35442" y="201200"/>
                  </a:lnTo>
                  <a:lnTo>
                    <a:pt x="17721" y="201200"/>
                  </a:lnTo>
                  <a:lnTo>
                    <a:pt x="0" y="201200"/>
                  </a:lnTo>
                  <a:close/>
                </a:path>
              </a:pathLst>
            </a:custGeom>
            <a:solidFill>
              <a:srgbClr val="C38873">
                <a:alpha val="100000"/>
              </a:srgbClr>
            </a:solidFill>
            <a:ln w="4762" cap="rnd">
              <a:solidFill>
                <a:srgbClr val="C388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g2535"/>
            <p:cNvSpPr/>
            <p:nvPr/>
          </p:nvSpPr>
          <p:spPr>
            <a:xfrm>
              <a:off x="6609620" y="5214613"/>
              <a:ext cx="17721" cy="191973"/>
            </a:xfrm>
            <a:custGeom>
              <a:avLst/>
              <a:pathLst>
                <a:path w="17721" h="191973">
                  <a:moveTo>
                    <a:pt x="0" y="0"/>
                  </a:moveTo>
                  <a:lnTo>
                    <a:pt x="17721" y="4527"/>
                  </a:lnTo>
                  <a:lnTo>
                    <a:pt x="17721" y="191973"/>
                  </a:lnTo>
                  <a:lnTo>
                    <a:pt x="0" y="191973"/>
                  </a:lnTo>
                  <a:close/>
                </a:path>
              </a:pathLst>
            </a:custGeom>
            <a:solidFill>
              <a:srgbClr val="C38773">
                <a:alpha val="100000"/>
              </a:srgbClr>
            </a:solidFill>
            <a:ln w="4762" cap="rnd">
              <a:solidFill>
                <a:srgbClr val="C387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g2536"/>
            <p:cNvSpPr/>
            <p:nvPr/>
          </p:nvSpPr>
          <p:spPr>
            <a:xfrm>
              <a:off x="6627341" y="5219141"/>
              <a:ext cx="35442" cy="187445"/>
            </a:xfrm>
            <a:custGeom>
              <a:avLst/>
              <a:pathLst>
                <a:path w="35442" h="187445">
                  <a:moveTo>
                    <a:pt x="0" y="0"/>
                  </a:moveTo>
                  <a:lnTo>
                    <a:pt x="17721" y="4406"/>
                  </a:lnTo>
                  <a:lnTo>
                    <a:pt x="35442" y="8738"/>
                  </a:lnTo>
                  <a:lnTo>
                    <a:pt x="35442" y="187445"/>
                  </a:lnTo>
                  <a:lnTo>
                    <a:pt x="17721" y="187445"/>
                  </a:lnTo>
                  <a:lnTo>
                    <a:pt x="0" y="187445"/>
                  </a:lnTo>
                  <a:close/>
                </a:path>
              </a:pathLst>
            </a:custGeom>
            <a:solidFill>
              <a:srgbClr val="C38772">
                <a:alpha val="100000"/>
              </a:srgbClr>
            </a:solidFill>
            <a:ln w="4762" cap="rnd">
              <a:solidFill>
                <a:srgbClr val="C387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g2537"/>
            <p:cNvSpPr/>
            <p:nvPr/>
          </p:nvSpPr>
          <p:spPr>
            <a:xfrm>
              <a:off x="6662784" y="5227879"/>
              <a:ext cx="53164" cy="178706"/>
            </a:xfrm>
            <a:custGeom>
              <a:avLst/>
              <a:pathLst>
                <a:path w="53164" h="178706">
                  <a:moveTo>
                    <a:pt x="0" y="0"/>
                  </a:moveTo>
                  <a:lnTo>
                    <a:pt x="17721" y="4254"/>
                  </a:lnTo>
                  <a:lnTo>
                    <a:pt x="35442" y="8347"/>
                  </a:lnTo>
                  <a:lnTo>
                    <a:pt x="53164" y="12349"/>
                  </a:lnTo>
                  <a:lnTo>
                    <a:pt x="53164" y="178706"/>
                  </a:lnTo>
                  <a:lnTo>
                    <a:pt x="35442" y="178706"/>
                  </a:lnTo>
                  <a:lnTo>
                    <a:pt x="17721" y="178706"/>
                  </a:lnTo>
                  <a:lnTo>
                    <a:pt x="0" y="178706"/>
                  </a:lnTo>
                  <a:close/>
                </a:path>
              </a:pathLst>
            </a:custGeom>
            <a:solidFill>
              <a:srgbClr val="C28671">
                <a:alpha val="100000"/>
              </a:srgbClr>
            </a:solidFill>
            <a:ln w="4762" cap="rnd">
              <a:solidFill>
                <a:srgbClr val="C286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g2538"/>
            <p:cNvSpPr/>
            <p:nvPr/>
          </p:nvSpPr>
          <p:spPr>
            <a:xfrm>
              <a:off x="6715948" y="5240229"/>
              <a:ext cx="17721" cy="166356"/>
            </a:xfrm>
            <a:custGeom>
              <a:avLst/>
              <a:pathLst>
                <a:path w="17721" h="166356">
                  <a:moveTo>
                    <a:pt x="0" y="0"/>
                  </a:moveTo>
                  <a:lnTo>
                    <a:pt x="17721" y="3909"/>
                  </a:lnTo>
                  <a:lnTo>
                    <a:pt x="17721" y="166356"/>
                  </a:lnTo>
                  <a:lnTo>
                    <a:pt x="0" y="166356"/>
                  </a:lnTo>
                  <a:close/>
                </a:path>
              </a:pathLst>
            </a:custGeom>
            <a:solidFill>
              <a:srgbClr val="C28570">
                <a:alpha val="100000"/>
              </a:srgbClr>
            </a:solidFill>
            <a:ln w="4762" cap="rnd">
              <a:solidFill>
                <a:srgbClr val="C2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g2539"/>
            <p:cNvSpPr/>
            <p:nvPr/>
          </p:nvSpPr>
          <p:spPr>
            <a:xfrm>
              <a:off x="6733669" y="5244138"/>
              <a:ext cx="17721" cy="162447"/>
            </a:xfrm>
            <a:custGeom>
              <a:avLst/>
              <a:pathLst>
                <a:path w="17721" h="162447">
                  <a:moveTo>
                    <a:pt x="0" y="0"/>
                  </a:moveTo>
                  <a:lnTo>
                    <a:pt x="17721" y="3714"/>
                  </a:lnTo>
                  <a:lnTo>
                    <a:pt x="17721" y="162447"/>
                  </a:lnTo>
                  <a:lnTo>
                    <a:pt x="0" y="162447"/>
                  </a:lnTo>
                  <a:close/>
                </a:path>
              </a:pathLst>
            </a:custGeom>
            <a:solidFill>
              <a:srgbClr val="C18570">
                <a:alpha val="100000"/>
              </a:srgbClr>
            </a:solidFill>
            <a:ln w="4762" cap="rnd">
              <a:solidFill>
                <a:srgbClr val="C1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g2540"/>
            <p:cNvSpPr/>
            <p:nvPr/>
          </p:nvSpPr>
          <p:spPr>
            <a:xfrm>
              <a:off x="6751391" y="5247852"/>
              <a:ext cx="53164" cy="158733"/>
            </a:xfrm>
            <a:custGeom>
              <a:avLst/>
              <a:pathLst>
                <a:path w="53164" h="158733">
                  <a:moveTo>
                    <a:pt x="0" y="0"/>
                  </a:moveTo>
                  <a:lnTo>
                    <a:pt x="17721" y="3607"/>
                  </a:lnTo>
                  <a:lnTo>
                    <a:pt x="35442" y="7108"/>
                  </a:lnTo>
                  <a:lnTo>
                    <a:pt x="53164" y="10395"/>
                  </a:lnTo>
                  <a:lnTo>
                    <a:pt x="53164" y="158733"/>
                  </a:lnTo>
                  <a:lnTo>
                    <a:pt x="35442" y="158733"/>
                  </a:lnTo>
                  <a:lnTo>
                    <a:pt x="17721" y="158733"/>
                  </a:lnTo>
                  <a:lnTo>
                    <a:pt x="0" y="158733"/>
                  </a:lnTo>
                  <a:close/>
                </a:path>
              </a:pathLst>
            </a:custGeom>
            <a:solidFill>
              <a:srgbClr val="C1846F">
                <a:alpha val="100000"/>
              </a:srgbClr>
            </a:solidFill>
            <a:ln w="4762" cap="rnd">
              <a:solidFill>
                <a:srgbClr val="C184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g2541"/>
            <p:cNvSpPr/>
            <p:nvPr/>
          </p:nvSpPr>
          <p:spPr>
            <a:xfrm>
              <a:off x="6804555" y="5258248"/>
              <a:ext cx="17721" cy="148337"/>
            </a:xfrm>
            <a:custGeom>
              <a:avLst/>
              <a:pathLst>
                <a:path w="17721" h="148337">
                  <a:moveTo>
                    <a:pt x="0" y="0"/>
                  </a:moveTo>
                  <a:lnTo>
                    <a:pt x="17721" y="3165"/>
                  </a:lnTo>
                  <a:lnTo>
                    <a:pt x="17721" y="148337"/>
                  </a:lnTo>
                  <a:lnTo>
                    <a:pt x="0" y="148337"/>
                  </a:lnTo>
                  <a:close/>
                </a:path>
              </a:pathLst>
            </a:custGeom>
            <a:solidFill>
              <a:srgbClr val="C1836E">
                <a:alpha val="100000"/>
              </a:srgbClr>
            </a:solidFill>
            <a:ln w="4762" cap="rnd">
              <a:solidFill>
                <a:srgbClr val="C1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g2542"/>
            <p:cNvSpPr/>
            <p:nvPr/>
          </p:nvSpPr>
          <p:spPr>
            <a:xfrm>
              <a:off x="6822276" y="5261413"/>
              <a:ext cx="17721" cy="145172"/>
            </a:xfrm>
            <a:custGeom>
              <a:avLst/>
              <a:pathLst>
                <a:path w="17721" h="145172">
                  <a:moveTo>
                    <a:pt x="0" y="0"/>
                  </a:moveTo>
                  <a:lnTo>
                    <a:pt x="17721" y="3048"/>
                  </a:lnTo>
                  <a:lnTo>
                    <a:pt x="17721" y="145172"/>
                  </a:lnTo>
                  <a:lnTo>
                    <a:pt x="0" y="145172"/>
                  </a:lnTo>
                  <a:close/>
                </a:path>
              </a:pathLst>
            </a:custGeom>
            <a:solidFill>
              <a:srgbClr val="C0836E">
                <a:alpha val="100000"/>
              </a:srgbClr>
            </a:solidFill>
            <a:ln w="4762" cap="rnd">
              <a:solidFill>
                <a:srgbClr val="C0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g2543"/>
            <p:cNvSpPr/>
            <p:nvPr/>
          </p:nvSpPr>
          <p:spPr>
            <a:xfrm>
              <a:off x="6839997" y="5264462"/>
              <a:ext cx="53164" cy="142123"/>
            </a:xfrm>
            <a:custGeom>
              <a:avLst/>
              <a:pathLst>
                <a:path w="53164" h="142123">
                  <a:moveTo>
                    <a:pt x="0" y="0"/>
                  </a:moveTo>
                  <a:lnTo>
                    <a:pt x="17721" y="2824"/>
                  </a:lnTo>
                  <a:lnTo>
                    <a:pt x="35442" y="5516"/>
                  </a:lnTo>
                  <a:lnTo>
                    <a:pt x="53164" y="8085"/>
                  </a:lnTo>
                  <a:lnTo>
                    <a:pt x="53164" y="142123"/>
                  </a:lnTo>
                  <a:lnTo>
                    <a:pt x="35442" y="142123"/>
                  </a:lnTo>
                  <a:lnTo>
                    <a:pt x="17721" y="142123"/>
                  </a:lnTo>
                  <a:lnTo>
                    <a:pt x="0" y="142123"/>
                  </a:lnTo>
                  <a:close/>
                </a:path>
              </a:pathLst>
            </a:custGeom>
            <a:solidFill>
              <a:srgbClr val="C0826D">
                <a:alpha val="100000"/>
              </a:srgbClr>
            </a:solidFill>
            <a:ln w="4762" cap="rnd">
              <a:solidFill>
                <a:srgbClr val="C082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g2544"/>
            <p:cNvSpPr/>
            <p:nvPr/>
          </p:nvSpPr>
          <p:spPr>
            <a:xfrm>
              <a:off x="6893162" y="5272547"/>
              <a:ext cx="35442" cy="134038"/>
            </a:xfrm>
            <a:custGeom>
              <a:avLst/>
              <a:pathLst>
                <a:path w="35442" h="134038">
                  <a:moveTo>
                    <a:pt x="0" y="0"/>
                  </a:moveTo>
                  <a:lnTo>
                    <a:pt x="17721" y="2343"/>
                  </a:lnTo>
                  <a:lnTo>
                    <a:pt x="35442" y="4545"/>
                  </a:lnTo>
                  <a:lnTo>
                    <a:pt x="35442" y="134038"/>
                  </a:lnTo>
                  <a:lnTo>
                    <a:pt x="17721" y="134038"/>
                  </a:lnTo>
                  <a:lnTo>
                    <a:pt x="0" y="134038"/>
                  </a:lnTo>
                  <a:close/>
                </a:path>
              </a:pathLst>
            </a:custGeom>
            <a:solidFill>
              <a:srgbClr val="BF816C">
                <a:alpha val="100000"/>
              </a:srgbClr>
            </a:solidFill>
            <a:ln w="4762" cap="rnd">
              <a:solidFill>
                <a:srgbClr val="BF81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g2545"/>
            <p:cNvSpPr/>
            <p:nvPr/>
          </p:nvSpPr>
          <p:spPr>
            <a:xfrm>
              <a:off x="6928604" y="5277093"/>
              <a:ext cx="53164" cy="129492"/>
            </a:xfrm>
            <a:custGeom>
              <a:avLst/>
              <a:pathLst>
                <a:path w="53164" h="129492">
                  <a:moveTo>
                    <a:pt x="0" y="0"/>
                  </a:moveTo>
                  <a:lnTo>
                    <a:pt x="17721" y="2078"/>
                  </a:lnTo>
                  <a:lnTo>
                    <a:pt x="35442" y="3937"/>
                  </a:lnTo>
                  <a:lnTo>
                    <a:pt x="53164" y="5654"/>
                  </a:lnTo>
                  <a:lnTo>
                    <a:pt x="53164" y="129492"/>
                  </a:lnTo>
                  <a:lnTo>
                    <a:pt x="35442" y="129492"/>
                  </a:lnTo>
                  <a:lnTo>
                    <a:pt x="17721" y="129492"/>
                  </a:lnTo>
                  <a:lnTo>
                    <a:pt x="0" y="129492"/>
                  </a:lnTo>
                  <a:close/>
                </a:path>
              </a:pathLst>
            </a:custGeom>
            <a:solidFill>
              <a:srgbClr val="BF806B">
                <a:alpha val="100000"/>
              </a:srgbClr>
            </a:solidFill>
            <a:ln w="4762" cap="rnd">
              <a:solidFill>
                <a:srgbClr val="BF8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g2546"/>
            <p:cNvSpPr/>
            <p:nvPr/>
          </p:nvSpPr>
          <p:spPr>
            <a:xfrm>
              <a:off x="6981768" y="5282747"/>
              <a:ext cx="35442" cy="123838"/>
            </a:xfrm>
            <a:custGeom>
              <a:avLst/>
              <a:pathLst>
                <a:path w="35442" h="123838">
                  <a:moveTo>
                    <a:pt x="0" y="0"/>
                  </a:moveTo>
                  <a:lnTo>
                    <a:pt x="17721" y="1595"/>
                  </a:lnTo>
                  <a:lnTo>
                    <a:pt x="35442" y="2983"/>
                  </a:lnTo>
                  <a:lnTo>
                    <a:pt x="35442" y="123838"/>
                  </a:lnTo>
                  <a:lnTo>
                    <a:pt x="17721" y="123838"/>
                  </a:lnTo>
                  <a:lnTo>
                    <a:pt x="0" y="123838"/>
                  </a:lnTo>
                  <a:close/>
                </a:path>
              </a:pathLst>
            </a:custGeom>
            <a:solidFill>
              <a:srgbClr val="BE7F6A">
                <a:alpha val="100000"/>
              </a:srgbClr>
            </a:solidFill>
            <a:ln w="4762" cap="rnd">
              <a:solidFill>
                <a:srgbClr val="BE7F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g2547"/>
            <p:cNvSpPr/>
            <p:nvPr/>
          </p:nvSpPr>
          <p:spPr>
            <a:xfrm>
              <a:off x="7017211" y="5285731"/>
              <a:ext cx="17721" cy="120855"/>
            </a:xfrm>
            <a:custGeom>
              <a:avLst/>
              <a:pathLst>
                <a:path w="17721" h="120855">
                  <a:moveTo>
                    <a:pt x="0" y="0"/>
                  </a:moveTo>
                  <a:lnTo>
                    <a:pt x="17721" y="1247"/>
                  </a:lnTo>
                  <a:lnTo>
                    <a:pt x="17721" y="120855"/>
                  </a:lnTo>
                  <a:lnTo>
                    <a:pt x="0" y="120855"/>
                  </a:lnTo>
                  <a:close/>
                </a:path>
              </a:pathLst>
            </a:custGeom>
            <a:solidFill>
              <a:srgbClr val="BE7F69">
                <a:alpha val="100000"/>
              </a:srgbClr>
            </a:solidFill>
            <a:ln w="4762" cap="rnd">
              <a:solidFill>
                <a:srgbClr val="BE7F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g2548"/>
            <p:cNvSpPr/>
            <p:nvPr/>
          </p:nvSpPr>
          <p:spPr>
            <a:xfrm>
              <a:off x="7034932" y="5286978"/>
              <a:ext cx="17721" cy="119607"/>
            </a:xfrm>
            <a:custGeom>
              <a:avLst/>
              <a:pathLst>
                <a:path w="17721" h="119607">
                  <a:moveTo>
                    <a:pt x="0" y="0"/>
                  </a:moveTo>
                  <a:lnTo>
                    <a:pt x="17721" y="1133"/>
                  </a:lnTo>
                  <a:lnTo>
                    <a:pt x="17721" y="119607"/>
                  </a:lnTo>
                  <a:lnTo>
                    <a:pt x="0" y="119607"/>
                  </a:lnTo>
                  <a:close/>
                </a:path>
              </a:pathLst>
            </a:custGeom>
            <a:solidFill>
              <a:srgbClr val="BE7E69">
                <a:alpha val="100000"/>
              </a:srgbClr>
            </a:solidFill>
            <a:ln w="4762" cap="rnd">
              <a:solidFill>
                <a:srgbClr val="BE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g2549"/>
            <p:cNvSpPr/>
            <p:nvPr/>
          </p:nvSpPr>
          <p:spPr>
            <a:xfrm>
              <a:off x="7052654" y="5288112"/>
              <a:ext cx="17721" cy="118474"/>
            </a:xfrm>
            <a:custGeom>
              <a:avLst/>
              <a:pathLst>
                <a:path w="17721" h="118474">
                  <a:moveTo>
                    <a:pt x="0" y="0"/>
                  </a:moveTo>
                  <a:lnTo>
                    <a:pt x="17721" y="945"/>
                  </a:lnTo>
                  <a:lnTo>
                    <a:pt x="17721" y="118474"/>
                  </a:lnTo>
                  <a:lnTo>
                    <a:pt x="0" y="118474"/>
                  </a:lnTo>
                  <a:close/>
                </a:path>
              </a:pathLst>
            </a:custGeom>
            <a:solidFill>
              <a:srgbClr val="BD7E69">
                <a:alpha val="100000"/>
              </a:srgbClr>
            </a:solidFill>
            <a:ln w="4762" cap="rnd">
              <a:solidFill>
                <a:srgbClr val="BD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g2550"/>
            <p:cNvSpPr/>
            <p:nvPr/>
          </p:nvSpPr>
          <p:spPr>
            <a:xfrm>
              <a:off x="7070375" y="5289057"/>
              <a:ext cx="53164" cy="117528"/>
            </a:xfrm>
            <a:custGeom>
              <a:avLst/>
              <a:pathLst>
                <a:path w="53164" h="117528">
                  <a:moveTo>
                    <a:pt x="0" y="0"/>
                  </a:moveTo>
                  <a:lnTo>
                    <a:pt x="17721" y="812"/>
                  </a:lnTo>
                  <a:lnTo>
                    <a:pt x="35442" y="1520"/>
                  </a:lnTo>
                  <a:lnTo>
                    <a:pt x="53164" y="2063"/>
                  </a:lnTo>
                  <a:lnTo>
                    <a:pt x="53164" y="117528"/>
                  </a:lnTo>
                  <a:lnTo>
                    <a:pt x="35442" y="117528"/>
                  </a:lnTo>
                  <a:lnTo>
                    <a:pt x="17721" y="117528"/>
                  </a:lnTo>
                  <a:lnTo>
                    <a:pt x="0" y="117528"/>
                  </a:lnTo>
                  <a:close/>
                </a:path>
              </a:pathLst>
            </a:custGeom>
            <a:solidFill>
              <a:srgbClr val="BD7D68">
                <a:alpha val="100000"/>
              </a:srgbClr>
            </a:solidFill>
            <a:ln w="4762" cap="rnd">
              <a:solidFill>
                <a:srgbClr val="BD7D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g2551"/>
            <p:cNvSpPr/>
            <p:nvPr/>
          </p:nvSpPr>
          <p:spPr>
            <a:xfrm>
              <a:off x="7123539" y="5291121"/>
              <a:ext cx="35442" cy="115465"/>
            </a:xfrm>
            <a:custGeom>
              <a:avLst/>
              <a:pathLst>
                <a:path w="35442" h="115465">
                  <a:moveTo>
                    <a:pt x="0" y="0"/>
                  </a:moveTo>
                  <a:lnTo>
                    <a:pt x="17721" y="422"/>
                  </a:lnTo>
                  <a:lnTo>
                    <a:pt x="35442" y="753"/>
                  </a:lnTo>
                  <a:lnTo>
                    <a:pt x="35442" y="115465"/>
                  </a:lnTo>
                  <a:lnTo>
                    <a:pt x="17721" y="115465"/>
                  </a:lnTo>
                  <a:lnTo>
                    <a:pt x="0" y="115465"/>
                  </a:lnTo>
                  <a:close/>
                </a:path>
              </a:pathLst>
            </a:custGeom>
            <a:solidFill>
              <a:srgbClr val="BC7C67">
                <a:alpha val="100000"/>
              </a:srgbClr>
            </a:solidFill>
            <a:ln w="4762" cap="rnd">
              <a:solidFill>
                <a:srgbClr val="BC7C6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g2552"/>
            <p:cNvSpPr/>
            <p:nvPr/>
          </p:nvSpPr>
          <p:spPr>
            <a:xfrm>
              <a:off x="7158982" y="5291874"/>
              <a:ext cx="53164" cy="114711"/>
            </a:xfrm>
            <a:custGeom>
              <a:avLst/>
              <a:pathLst>
                <a:path w="53164" h="114711">
                  <a:moveTo>
                    <a:pt x="0" y="0"/>
                  </a:moveTo>
                  <a:lnTo>
                    <a:pt x="17721" y="193"/>
                  </a:lnTo>
                  <a:lnTo>
                    <a:pt x="35442" y="281"/>
                  </a:lnTo>
                  <a:lnTo>
                    <a:pt x="53164" y="294"/>
                  </a:lnTo>
                  <a:lnTo>
                    <a:pt x="53164" y="114711"/>
                  </a:lnTo>
                  <a:lnTo>
                    <a:pt x="35442" y="114711"/>
                  </a:lnTo>
                  <a:lnTo>
                    <a:pt x="17721" y="114711"/>
                  </a:lnTo>
                  <a:lnTo>
                    <a:pt x="0" y="114711"/>
                  </a:lnTo>
                  <a:close/>
                </a:path>
              </a:pathLst>
            </a:custGeom>
            <a:solidFill>
              <a:srgbClr val="BC7B66">
                <a:alpha val="100000"/>
              </a:srgbClr>
            </a:solidFill>
            <a:ln w="4762" cap="rnd">
              <a:solidFill>
                <a:srgbClr val="BC7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g2553"/>
            <p:cNvSpPr/>
            <p:nvPr/>
          </p:nvSpPr>
          <p:spPr>
            <a:xfrm>
              <a:off x="7212146" y="5291889"/>
              <a:ext cx="35442" cy="114696"/>
            </a:xfrm>
            <a:custGeom>
              <a:avLst/>
              <a:pathLst>
                <a:path w="35442" h="114696">
                  <a:moveTo>
                    <a:pt x="0" y="279"/>
                  </a:moveTo>
                  <a:lnTo>
                    <a:pt x="17721" y="182"/>
                  </a:lnTo>
                  <a:lnTo>
                    <a:pt x="35442" y="0"/>
                  </a:lnTo>
                  <a:lnTo>
                    <a:pt x="35442" y="114696"/>
                  </a:lnTo>
                  <a:lnTo>
                    <a:pt x="17721" y="114696"/>
                  </a:lnTo>
                  <a:lnTo>
                    <a:pt x="0" y="114696"/>
                  </a:lnTo>
                  <a:close/>
                </a:path>
              </a:pathLst>
            </a:custGeom>
            <a:solidFill>
              <a:srgbClr val="BB7A65">
                <a:alpha val="100000"/>
              </a:srgbClr>
            </a:solidFill>
            <a:ln w="4762" cap="rnd">
              <a:solidFill>
                <a:srgbClr val="BB7A6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g2554"/>
            <p:cNvSpPr/>
            <p:nvPr/>
          </p:nvSpPr>
          <p:spPr>
            <a:xfrm>
              <a:off x="7247589" y="5291648"/>
              <a:ext cx="17721" cy="114937"/>
            </a:xfrm>
            <a:custGeom>
              <a:avLst/>
              <a:pathLst>
                <a:path w="17721" h="114937">
                  <a:moveTo>
                    <a:pt x="0" y="240"/>
                  </a:moveTo>
                  <a:lnTo>
                    <a:pt x="17721" y="0"/>
                  </a:lnTo>
                  <a:lnTo>
                    <a:pt x="17721" y="114937"/>
                  </a:lnTo>
                  <a:lnTo>
                    <a:pt x="0" y="114937"/>
                  </a:lnTo>
                  <a:close/>
                </a:path>
              </a:pathLst>
            </a:custGeom>
            <a:solidFill>
              <a:srgbClr val="BB7A64">
                <a:alpha val="100000"/>
              </a:srgbClr>
            </a:solidFill>
            <a:ln w="4762" cap="rnd">
              <a:solidFill>
                <a:srgbClr val="BB7A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g2555"/>
            <p:cNvSpPr/>
            <p:nvPr/>
          </p:nvSpPr>
          <p:spPr>
            <a:xfrm>
              <a:off x="7265310" y="5291327"/>
              <a:ext cx="17721" cy="115258"/>
            </a:xfrm>
            <a:custGeom>
              <a:avLst/>
              <a:pathLst>
                <a:path w="17721" h="115258">
                  <a:moveTo>
                    <a:pt x="0" y="321"/>
                  </a:moveTo>
                  <a:lnTo>
                    <a:pt x="17721" y="0"/>
                  </a:lnTo>
                  <a:lnTo>
                    <a:pt x="17721" y="115258"/>
                  </a:lnTo>
                  <a:lnTo>
                    <a:pt x="0" y="115258"/>
                  </a:lnTo>
                  <a:close/>
                </a:path>
              </a:pathLst>
            </a:custGeom>
            <a:solidFill>
              <a:srgbClr val="BB7964">
                <a:alpha val="100000"/>
              </a:srgbClr>
            </a:solidFill>
            <a:ln w="4762" cap="rnd">
              <a:solidFill>
                <a:srgbClr val="BB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g2556"/>
            <p:cNvSpPr/>
            <p:nvPr/>
          </p:nvSpPr>
          <p:spPr>
            <a:xfrm>
              <a:off x="7283032" y="5290942"/>
              <a:ext cx="17721" cy="115644"/>
            </a:xfrm>
            <a:custGeom>
              <a:avLst/>
              <a:pathLst>
                <a:path w="17721" h="115644">
                  <a:moveTo>
                    <a:pt x="0" y="385"/>
                  </a:moveTo>
                  <a:lnTo>
                    <a:pt x="17721" y="0"/>
                  </a:lnTo>
                  <a:lnTo>
                    <a:pt x="17721" y="115644"/>
                  </a:lnTo>
                  <a:lnTo>
                    <a:pt x="0" y="115644"/>
                  </a:lnTo>
                  <a:close/>
                </a:path>
              </a:pathLst>
            </a:custGeom>
            <a:solidFill>
              <a:srgbClr val="BA7964">
                <a:alpha val="100000"/>
              </a:srgbClr>
            </a:solidFill>
            <a:ln w="4762" cap="rnd">
              <a:solidFill>
                <a:srgbClr val="BA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g2557"/>
            <p:cNvSpPr/>
            <p:nvPr/>
          </p:nvSpPr>
          <p:spPr>
            <a:xfrm>
              <a:off x="7300753" y="5290037"/>
              <a:ext cx="35442" cy="116548"/>
            </a:xfrm>
            <a:custGeom>
              <a:avLst/>
              <a:pathLst>
                <a:path w="35442" h="116548">
                  <a:moveTo>
                    <a:pt x="0" y="904"/>
                  </a:moveTo>
                  <a:lnTo>
                    <a:pt x="17721" y="478"/>
                  </a:lnTo>
                  <a:lnTo>
                    <a:pt x="35442" y="0"/>
                  </a:lnTo>
                  <a:lnTo>
                    <a:pt x="35442" y="116548"/>
                  </a:lnTo>
                  <a:lnTo>
                    <a:pt x="17721" y="116548"/>
                  </a:lnTo>
                  <a:lnTo>
                    <a:pt x="0" y="116548"/>
                  </a:lnTo>
                  <a:close/>
                </a:path>
              </a:pathLst>
            </a:custGeom>
            <a:solidFill>
              <a:srgbClr val="BA7863">
                <a:alpha val="100000"/>
              </a:srgbClr>
            </a:solidFill>
            <a:ln w="4762" cap="rnd">
              <a:solidFill>
                <a:srgbClr val="BA78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g2558"/>
            <p:cNvSpPr/>
            <p:nvPr/>
          </p:nvSpPr>
          <p:spPr>
            <a:xfrm>
              <a:off x="7336196" y="5289518"/>
              <a:ext cx="17721" cy="117067"/>
            </a:xfrm>
            <a:custGeom>
              <a:avLst/>
              <a:pathLst>
                <a:path w="17721" h="117067">
                  <a:moveTo>
                    <a:pt x="0" y="519"/>
                  </a:moveTo>
                  <a:lnTo>
                    <a:pt x="17721" y="0"/>
                  </a:lnTo>
                  <a:lnTo>
                    <a:pt x="17721" y="117067"/>
                  </a:lnTo>
                  <a:lnTo>
                    <a:pt x="0" y="117067"/>
                  </a:lnTo>
                  <a:close/>
                </a:path>
              </a:pathLst>
            </a:custGeom>
            <a:solidFill>
              <a:srgbClr val="BA7862">
                <a:alpha val="100000"/>
              </a:srgbClr>
            </a:solidFill>
            <a:ln w="4762" cap="rnd">
              <a:solidFill>
                <a:srgbClr val="BA78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g2559"/>
            <p:cNvSpPr/>
            <p:nvPr/>
          </p:nvSpPr>
          <p:spPr>
            <a:xfrm>
              <a:off x="7353917" y="5288976"/>
              <a:ext cx="17721" cy="117609"/>
            </a:xfrm>
            <a:custGeom>
              <a:avLst/>
              <a:pathLst>
                <a:path w="17721" h="117609">
                  <a:moveTo>
                    <a:pt x="0" y="541"/>
                  </a:moveTo>
                  <a:lnTo>
                    <a:pt x="17721" y="0"/>
                  </a:lnTo>
                  <a:lnTo>
                    <a:pt x="17721" y="117609"/>
                  </a:lnTo>
                  <a:lnTo>
                    <a:pt x="0" y="117609"/>
                  </a:lnTo>
                  <a:close/>
                </a:path>
              </a:pathLst>
            </a:custGeom>
            <a:solidFill>
              <a:srgbClr val="BA7762">
                <a:alpha val="100000"/>
              </a:srgbClr>
            </a:solidFill>
            <a:ln w="4762" cap="rnd">
              <a:solidFill>
                <a:srgbClr val="BA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g2560"/>
            <p:cNvSpPr/>
            <p:nvPr/>
          </p:nvSpPr>
          <p:spPr>
            <a:xfrm>
              <a:off x="7371638" y="5288407"/>
              <a:ext cx="17721" cy="118178"/>
            </a:xfrm>
            <a:custGeom>
              <a:avLst/>
              <a:pathLst>
                <a:path w="17721" h="118178">
                  <a:moveTo>
                    <a:pt x="0" y="568"/>
                  </a:moveTo>
                  <a:lnTo>
                    <a:pt x="17721" y="0"/>
                  </a:lnTo>
                  <a:lnTo>
                    <a:pt x="17721" y="118178"/>
                  </a:lnTo>
                  <a:lnTo>
                    <a:pt x="0" y="118178"/>
                  </a:lnTo>
                  <a:close/>
                </a:path>
              </a:pathLst>
            </a:custGeom>
            <a:solidFill>
              <a:srgbClr val="B97762">
                <a:alpha val="100000"/>
              </a:srgbClr>
            </a:solidFill>
            <a:ln w="4762" cap="rnd">
              <a:solidFill>
                <a:srgbClr val="B9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g2561"/>
            <p:cNvSpPr/>
            <p:nvPr/>
          </p:nvSpPr>
          <p:spPr>
            <a:xfrm>
              <a:off x="7389360" y="5286635"/>
              <a:ext cx="53164" cy="119950"/>
            </a:xfrm>
            <a:custGeom>
              <a:avLst/>
              <a:pathLst>
                <a:path w="53164" h="119950">
                  <a:moveTo>
                    <a:pt x="0" y="1772"/>
                  </a:moveTo>
                  <a:lnTo>
                    <a:pt x="17721" y="1187"/>
                  </a:lnTo>
                  <a:lnTo>
                    <a:pt x="35442" y="595"/>
                  </a:lnTo>
                  <a:lnTo>
                    <a:pt x="53164" y="0"/>
                  </a:lnTo>
                  <a:lnTo>
                    <a:pt x="53164" y="119950"/>
                  </a:lnTo>
                  <a:lnTo>
                    <a:pt x="35442" y="119950"/>
                  </a:lnTo>
                  <a:lnTo>
                    <a:pt x="17721" y="119950"/>
                  </a:lnTo>
                  <a:lnTo>
                    <a:pt x="0" y="119950"/>
                  </a:lnTo>
                  <a:close/>
                </a:path>
              </a:pathLst>
            </a:custGeom>
            <a:solidFill>
              <a:srgbClr val="B97661">
                <a:alpha val="100000"/>
              </a:srgbClr>
            </a:solidFill>
            <a:ln w="4762" cap="rnd">
              <a:solidFill>
                <a:srgbClr val="B976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g2562"/>
            <p:cNvSpPr/>
            <p:nvPr/>
          </p:nvSpPr>
          <p:spPr>
            <a:xfrm>
              <a:off x="7442524" y="5285466"/>
              <a:ext cx="35442" cy="121119"/>
            </a:xfrm>
            <a:custGeom>
              <a:avLst/>
              <a:pathLst>
                <a:path w="35442" h="121119">
                  <a:moveTo>
                    <a:pt x="0" y="1168"/>
                  </a:moveTo>
                  <a:lnTo>
                    <a:pt x="17721" y="580"/>
                  </a:lnTo>
                  <a:lnTo>
                    <a:pt x="35442" y="0"/>
                  </a:lnTo>
                  <a:lnTo>
                    <a:pt x="35442" y="121119"/>
                  </a:lnTo>
                  <a:lnTo>
                    <a:pt x="17721" y="121119"/>
                  </a:lnTo>
                  <a:lnTo>
                    <a:pt x="0" y="121119"/>
                  </a:lnTo>
                  <a:close/>
                </a:path>
              </a:pathLst>
            </a:custGeom>
            <a:solidFill>
              <a:srgbClr val="B87560">
                <a:alpha val="100000"/>
              </a:srgbClr>
            </a:solidFill>
            <a:ln w="4762" cap="rnd">
              <a:solidFill>
                <a:srgbClr val="B875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g2563"/>
            <p:cNvSpPr/>
            <p:nvPr/>
          </p:nvSpPr>
          <p:spPr>
            <a:xfrm>
              <a:off x="7477967" y="5284901"/>
              <a:ext cx="17721" cy="121684"/>
            </a:xfrm>
            <a:custGeom>
              <a:avLst/>
              <a:pathLst>
                <a:path w="17721" h="121684">
                  <a:moveTo>
                    <a:pt x="0" y="564"/>
                  </a:moveTo>
                  <a:lnTo>
                    <a:pt x="17721" y="0"/>
                  </a:lnTo>
                  <a:lnTo>
                    <a:pt x="17721" y="121684"/>
                  </a:lnTo>
                  <a:lnTo>
                    <a:pt x="0" y="121684"/>
                  </a:lnTo>
                  <a:close/>
                </a:path>
              </a:pathLst>
            </a:custGeom>
            <a:solidFill>
              <a:srgbClr val="B8755F">
                <a:alpha val="100000"/>
              </a:srgbClr>
            </a:solidFill>
            <a:ln w="4762" cap="rnd">
              <a:solidFill>
                <a:srgbClr val="B875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g2564"/>
            <p:cNvSpPr/>
            <p:nvPr/>
          </p:nvSpPr>
          <p:spPr>
            <a:xfrm>
              <a:off x="7495688" y="5284364"/>
              <a:ext cx="17721" cy="122221"/>
            </a:xfrm>
            <a:custGeom>
              <a:avLst/>
              <a:pathLst>
                <a:path w="17721" h="122221">
                  <a:moveTo>
                    <a:pt x="0" y="536"/>
                  </a:moveTo>
                  <a:lnTo>
                    <a:pt x="17721" y="0"/>
                  </a:lnTo>
                  <a:lnTo>
                    <a:pt x="17721" y="122221"/>
                  </a:lnTo>
                  <a:lnTo>
                    <a:pt x="0" y="122221"/>
                  </a:lnTo>
                  <a:close/>
                </a:path>
              </a:pathLst>
            </a:custGeom>
            <a:solidFill>
              <a:srgbClr val="B8745F">
                <a:alpha val="100000"/>
              </a:srgbClr>
            </a:solidFill>
            <a:ln w="4762" cap="rnd">
              <a:solidFill>
                <a:srgbClr val="B8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g2565"/>
            <p:cNvSpPr/>
            <p:nvPr/>
          </p:nvSpPr>
          <p:spPr>
            <a:xfrm>
              <a:off x="7513409" y="5283849"/>
              <a:ext cx="17721" cy="122737"/>
            </a:xfrm>
            <a:custGeom>
              <a:avLst/>
              <a:pathLst>
                <a:path w="17721" h="122737">
                  <a:moveTo>
                    <a:pt x="0" y="515"/>
                  </a:moveTo>
                  <a:lnTo>
                    <a:pt x="17721" y="0"/>
                  </a:lnTo>
                  <a:lnTo>
                    <a:pt x="17721" y="122737"/>
                  </a:lnTo>
                  <a:lnTo>
                    <a:pt x="0" y="122737"/>
                  </a:lnTo>
                  <a:close/>
                </a:path>
              </a:pathLst>
            </a:custGeom>
            <a:solidFill>
              <a:srgbClr val="B7745F">
                <a:alpha val="100000"/>
              </a:srgbClr>
            </a:solidFill>
            <a:ln w="4762" cap="rnd">
              <a:solidFill>
                <a:srgbClr val="B7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g2566"/>
            <p:cNvSpPr/>
            <p:nvPr/>
          </p:nvSpPr>
          <p:spPr>
            <a:xfrm>
              <a:off x="7531131" y="5282924"/>
              <a:ext cx="35442" cy="123661"/>
            </a:xfrm>
            <a:custGeom>
              <a:avLst/>
              <a:pathLst>
                <a:path w="35442" h="123661">
                  <a:moveTo>
                    <a:pt x="0" y="924"/>
                  </a:moveTo>
                  <a:lnTo>
                    <a:pt x="17721" y="439"/>
                  </a:lnTo>
                  <a:lnTo>
                    <a:pt x="35442" y="0"/>
                  </a:lnTo>
                  <a:lnTo>
                    <a:pt x="35442" y="123661"/>
                  </a:lnTo>
                  <a:lnTo>
                    <a:pt x="17721" y="123661"/>
                  </a:lnTo>
                  <a:lnTo>
                    <a:pt x="0" y="123661"/>
                  </a:lnTo>
                  <a:close/>
                </a:path>
              </a:pathLst>
            </a:custGeom>
            <a:solidFill>
              <a:srgbClr val="B7735E">
                <a:alpha val="100000"/>
              </a:srgbClr>
            </a:solidFill>
            <a:ln w="4762" cap="rnd">
              <a:solidFill>
                <a:srgbClr val="B773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g2567"/>
            <p:cNvSpPr/>
            <p:nvPr/>
          </p:nvSpPr>
          <p:spPr>
            <a:xfrm>
              <a:off x="7566574" y="5282516"/>
              <a:ext cx="17721" cy="124069"/>
            </a:xfrm>
            <a:custGeom>
              <a:avLst/>
              <a:pathLst>
                <a:path w="17721" h="124069">
                  <a:moveTo>
                    <a:pt x="0" y="408"/>
                  </a:moveTo>
                  <a:lnTo>
                    <a:pt x="17721" y="0"/>
                  </a:lnTo>
                  <a:lnTo>
                    <a:pt x="17721" y="124069"/>
                  </a:lnTo>
                  <a:lnTo>
                    <a:pt x="0" y="124069"/>
                  </a:lnTo>
                  <a:close/>
                </a:path>
              </a:pathLst>
            </a:custGeom>
            <a:solidFill>
              <a:srgbClr val="B7735D">
                <a:alpha val="100000"/>
              </a:srgbClr>
            </a:solidFill>
            <a:ln w="4762" cap="rnd">
              <a:solidFill>
                <a:srgbClr val="B773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g2568"/>
            <p:cNvSpPr/>
            <p:nvPr/>
          </p:nvSpPr>
          <p:spPr>
            <a:xfrm>
              <a:off x="7584295" y="5282149"/>
              <a:ext cx="17721" cy="124436"/>
            </a:xfrm>
            <a:custGeom>
              <a:avLst/>
              <a:pathLst>
                <a:path w="17721" h="124436">
                  <a:moveTo>
                    <a:pt x="0" y="367"/>
                  </a:moveTo>
                  <a:lnTo>
                    <a:pt x="17721" y="0"/>
                  </a:lnTo>
                  <a:lnTo>
                    <a:pt x="17721" y="124436"/>
                  </a:lnTo>
                  <a:lnTo>
                    <a:pt x="0" y="124436"/>
                  </a:lnTo>
                  <a:close/>
                </a:path>
              </a:pathLst>
            </a:custGeom>
            <a:solidFill>
              <a:srgbClr val="B7725D">
                <a:alpha val="100000"/>
              </a:srgbClr>
            </a:solidFill>
            <a:ln w="4762" cap="rnd">
              <a:solidFill>
                <a:srgbClr val="B7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g2569"/>
            <p:cNvSpPr/>
            <p:nvPr/>
          </p:nvSpPr>
          <p:spPr>
            <a:xfrm>
              <a:off x="7602016" y="5281842"/>
              <a:ext cx="17721" cy="124743"/>
            </a:xfrm>
            <a:custGeom>
              <a:avLst/>
              <a:pathLst>
                <a:path w="17721" h="124743">
                  <a:moveTo>
                    <a:pt x="0" y="306"/>
                  </a:moveTo>
                  <a:lnTo>
                    <a:pt x="17721" y="0"/>
                  </a:lnTo>
                  <a:lnTo>
                    <a:pt x="17721" y="124743"/>
                  </a:lnTo>
                  <a:lnTo>
                    <a:pt x="0" y="124743"/>
                  </a:lnTo>
                  <a:close/>
                </a:path>
              </a:pathLst>
            </a:custGeom>
            <a:solidFill>
              <a:srgbClr val="B6725D">
                <a:alpha val="100000"/>
              </a:srgbClr>
            </a:solidFill>
            <a:ln w="4762" cap="rnd">
              <a:solidFill>
                <a:srgbClr val="B6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g2570"/>
            <p:cNvSpPr/>
            <p:nvPr/>
          </p:nvSpPr>
          <p:spPr>
            <a:xfrm>
              <a:off x="7619738" y="5281199"/>
              <a:ext cx="53164" cy="125386"/>
            </a:xfrm>
            <a:custGeom>
              <a:avLst/>
              <a:pathLst>
                <a:path w="53164" h="125386">
                  <a:moveTo>
                    <a:pt x="0" y="642"/>
                  </a:moveTo>
                  <a:lnTo>
                    <a:pt x="17721" y="374"/>
                  </a:lnTo>
                  <a:lnTo>
                    <a:pt x="35442" y="151"/>
                  </a:lnTo>
                  <a:lnTo>
                    <a:pt x="53164" y="0"/>
                  </a:lnTo>
                  <a:lnTo>
                    <a:pt x="53164" y="125386"/>
                  </a:lnTo>
                  <a:lnTo>
                    <a:pt x="35442" y="125386"/>
                  </a:lnTo>
                  <a:lnTo>
                    <a:pt x="17721" y="125386"/>
                  </a:lnTo>
                  <a:lnTo>
                    <a:pt x="0" y="125386"/>
                  </a:lnTo>
                  <a:close/>
                </a:path>
              </a:pathLst>
            </a:custGeom>
            <a:solidFill>
              <a:srgbClr val="B6715C">
                <a:alpha val="100000"/>
              </a:srgbClr>
            </a:solidFill>
            <a:ln w="4762" cap="rnd">
              <a:solidFill>
                <a:srgbClr val="B671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g2571"/>
            <p:cNvSpPr/>
            <p:nvPr/>
          </p:nvSpPr>
          <p:spPr>
            <a:xfrm>
              <a:off x="7672902" y="5281027"/>
              <a:ext cx="35442" cy="125559"/>
            </a:xfrm>
            <a:custGeom>
              <a:avLst/>
              <a:pathLst>
                <a:path w="35442" h="125559">
                  <a:moveTo>
                    <a:pt x="0" y="172"/>
                  </a:moveTo>
                  <a:lnTo>
                    <a:pt x="17721" y="62"/>
                  </a:lnTo>
                  <a:lnTo>
                    <a:pt x="35442" y="0"/>
                  </a:lnTo>
                  <a:lnTo>
                    <a:pt x="35442" y="125559"/>
                  </a:lnTo>
                  <a:lnTo>
                    <a:pt x="17721" y="125559"/>
                  </a:lnTo>
                  <a:lnTo>
                    <a:pt x="0" y="125559"/>
                  </a:lnTo>
                  <a:close/>
                </a:path>
              </a:pathLst>
            </a:custGeom>
            <a:solidFill>
              <a:srgbClr val="B5705B">
                <a:alpha val="100000"/>
              </a:srgbClr>
            </a:solidFill>
            <a:ln w="4762" cap="rnd">
              <a:solidFill>
                <a:srgbClr val="B5705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g2572"/>
            <p:cNvSpPr/>
            <p:nvPr/>
          </p:nvSpPr>
          <p:spPr>
            <a:xfrm>
              <a:off x="7708344" y="5281027"/>
              <a:ext cx="17721" cy="125559"/>
            </a:xfrm>
            <a:custGeom>
              <a:avLst/>
              <a:pathLst>
                <a:path w="17721" h="125559">
                  <a:moveTo>
                    <a:pt x="0" y="0"/>
                  </a:moveTo>
                  <a:lnTo>
                    <a:pt x="17721" y="12"/>
                  </a:lnTo>
                  <a:lnTo>
                    <a:pt x="17721" y="125559"/>
                  </a:lnTo>
                  <a:lnTo>
                    <a:pt x="0" y="125559"/>
                  </a:lnTo>
                  <a:close/>
                </a:path>
              </a:pathLst>
            </a:custGeom>
            <a:solidFill>
              <a:srgbClr val="B5705A">
                <a:alpha val="100000"/>
              </a:srgbClr>
            </a:solidFill>
            <a:ln w="4762" cap="rnd">
              <a:solidFill>
                <a:srgbClr val="B570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g2573"/>
            <p:cNvSpPr/>
            <p:nvPr/>
          </p:nvSpPr>
          <p:spPr>
            <a:xfrm>
              <a:off x="7726066" y="5281039"/>
              <a:ext cx="17721" cy="125546"/>
            </a:xfrm>
            <a:custGeom>
              <a:avLst/>
              <a:pathLst>
                <a:path w="17721" h="125546">
                  <a:moveTo>
                    <a:pt x="0" y="0"/>
                  </a:moveTo>
                  <a:lnTo>
                    <a:pt x="17721" y="53"/>
                  </a:lnTo>
                  <a:lnTo>
                    <a:pt x="17721" y="125546"/>
                  </a:lnTo>
                  <a:lnTo>
                    <a:pt x="0" y="125546"/>
                  </a:lnTo>
                  <a:close/>
                </a:path>
              </a:pathLst>
            </a:custGeom>
            <a:solidFill>
              <a:srgbClr val="B56F5A">
                <a:alpha val="100000"/>
              </a:srgbClr>
            </a:solidFill>
            <a:ln w="4762" cap="rnd">
              <a:solidFill>
                <a:srgbClr val="B5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g2574"/>
            <p:cNvSpPr/>
            <p:nvPr/>
          </p:nvSpPr>
          <p:spPr>
            <a:xfrm>
              <a:off x="7743787" y="5281093"/>
              <a:ext cx="17721" cy="125492"/>
            </a:xfrm>
            <a:custGeom>
              <a:avLst/>
              <a:pathLst>
                <a:path w="17721" h="125492">
                  <a:moveTo>
                    <a:pt x="0" y="0"/>
                  </a:moveTo>
                  <a:lnTo>
                    <a:pt x="17721" y="100"/>
                  </a:lnTo>
                  <a:lnTo>
                    <a:pt x="17721" y="125492"/>
                  </a:lnTo>
                  <a:lnTo>
                    <a:pt x="0" y="125492"/>
                  </a:lnTo>
                  <a:close/>
                </a:path>
              </a:pathLst>
            </a:custGeom>
            <a:solidFill>
              <a:srgbClr val="B46F5A">
                <a:alpha val="100000"/>
              </a:srgbClr>
            </a:solidFill>
            <a:ln w="4762" cap="rnd">
              <a:solidFill>
                <a:srgbClr val="B4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g2575"/>
            <p:cNvSpPr/>
            <p:nvPr/>
          </p:nvSpPr>
          <p:spPr>
            <a:xfrm>
              <a:off x="7761509" y="5281193"/>
              <a:ext cx="35442" cy="125392"/>
            </a:xfrm>
            <a:custGeom>
              <a:avLst/>
              <a:pathLst>
                <a:path w="35442" h="125392">
                  <a:moveTo>
                    <a:pt x="0" y="0"/>
                  </a:moveTo>
                  <a:lnTo>
                    <a:pt x="17721" y="173"/>
                  </a:lnTo>
                  <a:lnTo>
                    <a:pt x="35442" y="386"/>
                  </a:lnTo>
                  <a:lnTo>
                    <a:pt x="35442" y="125392"/>
                  </a:lnTo>
                  <a:lnTo>
                    <a:pt x="17721" y="125392"/>
                  </a:lnTo>
                  <a:lnTo>
                    <a:pt x="0" y="125392"/>
                  </a:lnTo>
                  <a:close/>
                </a:path>
              </a:pathLst>
            </a:custGeom>
            <a:solidFill>
              <a:srgbClr val="B46E59">
                <a:alpha val="100000"/>
              </a:srgbClr>
            </a:solidFill>
            <a:ln w="4762" cap="rnd">
              <a:solidFill>
                <a:srgbClr val="B46E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g2576"/>
            <p:cNvSpPr/>
            <p:nvPr/>
          </p:nvSpPr>
          <p:spPr>
            <a:xfrm>
              <a:off x="7796951" y="5281580"/>
              <a:ext cx="17721" cy="125006"/>
            </a:xfrm>
            <a:custGeom>
              <a:avLst/>
              <a:pathLst>
                <a:path w="17721" h="125006">
                  <a:moveTo>
                    <a:pt x="0" y="0"/>
                  </a:moveTo>
                  <a:lnTo>
                    <a:pt x="17721" y="254"/>
                  </a:lnTo>
                  <a:lnTo>
                    <a:pt x="17721" y="125006"/>
                  </a:lnTo>
                  <a:lnTo>
                    <a:pt x="0" y="125006"/>
                  </a:lnTo>
                  <a:close/>
                </a:path>
              </a:pathLst>
            </a:custGeom>
            <a:solidFill>
              <a:srgbClr val="B46E58">
                <a:alpha val="100000"/>
              </a:srgbClr>
            </a:solidFill>
            <a:ln w="4762" cap="rnd">
              <a:solidFill>
                <a:srgbClr val="B46E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g2577"/>
            <p:cNvSpPr/>
            <p:nvPr/>
          </p:nvSpPr>
          <p:spPr>
            <a:xfrm>
              <a:off x="7814673" y="5281834"/>
              <a:ext cx="17721" cy="124752"/>
            </a:xfrm>
            <a:custGeom>
              <a:avLst/>
              <a:pathLst>
                <a:path w="17721" h="124752">
                  <a:moveTo>
                    <a:pt x="0" y="0"/>
                  </a:moveTo>
                  <a:lnTo>
                    <a:pt x="17721" y="320"/>
                  </a:lnTo>
                  <a:lnTo>
                    <a:pt x="17721" y="124752"/>
                  </a:lnTo>
                  <a:lnTo>
                    <a:pt x="0" y="124752"/>
                  </a:lnTo>
                  <a:close/>
                </a:path>
              </a:pathLst>
            </a:custGeom>
            <a:solidFill>
              <a:srgbClr val="B46D58">
                <a:alpha val="100000"/>
              </a:srgbClr>
            </a:solidFill>
            <a:ln w="4762" cap="rnd">
              <a:solidFill>
                <a:srgbClr val="B4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g2578"/>
            <p:cNvSpPr/>
            <p:nvPr/>
          </p:nvSpPr>
          <p:spPr>
            <a:xfrm>
              <a:off x="7832394" y="5282155"/>
              <a:ext cx="17721" cy="124431"/>
            </a:xfrm>
            <a:custGeom>
              <a:avLst/>
              <a:pathLst>
                <a:path w="17721" h="124431">
                  <a:moveTo>
                    <a:pt x="0" y="0"/>
                  </a:moveTo>
                  <a:lnTo>
                    <a:pt x="17721" y="353"/>
                  </a:lnTo>
                  <a:lnTo>
                    <a:pt x="17721" y="124431"/>
                  </a:lnTo>
                  <a:lnTo>
                    <a:pt x="0" y="124431"/>
                  </a:lnTo>
                  <a:close/>
                </a:path>
              </a:pathLst>
            </a:custGeom>
            <a:solidFill>
              <a:srgbClr val="B36D58">
                <a:alpha val="100000"/>
              </a:srgbClr>
            </a:solidFill>
            <a:ln w="4762" cap="rnd">
              <a:solidFill>
                <a:srgbClr val="B3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g2579"/>
            <p:cNvSpPr/>
            <p:nvPr/>
          </p:nvSpPr>
          <p:spPr>
            <a:xfrm>
              <a:off x="7850115" y="5282509"/>
              <a:ext cx="53164" cy="124077"/>
            </a:xfrm>
            <a:custGeom>
              <a:avLst/>
              <a:pathLst>
                <a:path w="53164" h="124077">
                  <a:moveTo>
                    <a:pt x="0" y="0"/>
                  </a:moveTo>
                  <a:lnTo>
                    <a:pt x="17721" y="387"/>
                  </a:lnTo>
                  <a:lnTo>
                    <a:pt x="35442" y="831"/>
                  </a:lnTo>
                  <a:lnTo>
                    <a:pt x="53164" y="1300"/>
                  </a:lnTo>
                  <a:lnTo>
                    <a:pt x="53164" y="124077"/>
                  </a:lnTo>
                  <a:lnTo>
                    <a:pt x="35442" y="124077"/>
                  </a:lnTo>
                  <a:lnTo>
                    <a:pt x="17721" y="124077"/>
                  </a:lnTo>
                  <a:lnTo>
                    <a:pt x="0" y="124077"/>
                  </a:lnTo>
                  <a:close/>
                </a:path>
              </a:pathLst>
            </a:custGeom>
            <a:solidFill>
              <a:srgbClr val="B36C57">
                <a:alpha val="100000"/>
              </a:srgbClr>
            </a:solidFill>
            <a:ln w="4762" cap="rnd">
              <a:solidFill>
                <a:srgbClr val="B36C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g2580"/>
            <p:cNvSpPr/>
            <p:nvPr/>
          </p:nvSpPr>
          <p:spPr>
            <a:xfrm>
              <a:off x="7903280" y="5283809"/>
              <a:ext cx="35442" cy="122777"/>
            </a:xfrm>
            <a:custGeom>
              <a:avLst/>
              <a:pathLst>
                <a:path w="35442" h="122777">
                  <a:moveTo>
                    <a:pt x="0" y="0"/>
                  </a:moveTo>
                  <a:lnTo>
                    <a:pt x="17721" y="493"/>
                  </a:lnTo>
                  <a:lnTo>
                    <a:pt x="35442" y="1026"/>
                  </a:lnTo>
                  <a:lnTo>
                    <a:pt x="35442" y="122777"/>
                  </a:lnTo>
                  <a:lnTo>
                    <a:pt x="17721" y="122777"/>
                  </a:lnTo>
                  <a:lnTo>
                    <a:pt x="0" y="122777"/>
                  </a:lnTo>
                  <a:close/>
                </a:path>
              </a:pathLst>
            </a:custGeom>
            <a:solidFill>
              <a:srgbClr val="B26B56">
                <a:alpha val="100000"/>
              </a:srgbClr>
            </a:solidFill>
            <a:ln w="4762" cap="rnd">
              <a:solidFill>
                <a:srgbClr val="B26B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g2581"/>
            <p:cNvSpPr/>
            <p:nvPr/>
          </p:nvSpPr>
          <p:spPr>
            <a:xfrm>
              <a:off x="7938722" y="5284836"/>
              <a:ext cx="17721" cy="121750"/>
            </a:xfrm>
            <a:custGeom>
              <a:avLst/>
              <a:pathLst>
                <a:path w="17721" h="121750">
                  <a:moveTo>
                    <a:pt x="0" y="0"/>
                  </a:moveTo>
                  <a:lnTo>
                    <a:pt x="17721" y="549"/>
                  </a:lnTo>
                  <a:lnTo>
                    <a:pt x="17721" y="121750"/>
                  </a:lnTo>
                  <a:lnTo>
                    <a:pt x="0" y="121750"/>
                  </a:lnTo>
                  <a:close/>
                </a:path>
              </a:pathLst>
            </a:custGeom>
            <a:solidFill>
              <a:srgbClr val="B26B55">
                <a:alpha val="100000"/>
              </a:srgbClr>
            </a:solidFill>
            <a:ln w="4762" cap="rnd">
              <a:solidFill>
                <a:srgbClr val="B26B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g2582"/>
            <p:cNvSpPr/>
            <p:nvPr/>
          </p:nvSpPr>
          <p:spPr>
            <a:xfrm>
              <a:off x="7956444" y="5285385"/>
              <a:ext cx="17721" cy="121200"/>
            </a:xfrm>
            <a:custGeom>
              <a:avLst/>
              <a:pathLst>
                <a:path w="17721" h="121200">
                  <a:moveTo>
                    <a:pt x="0" y="0"/>
                  </a:moveTo>
                  <a:lnTo>
                    <a:pt x="17721" y="564"/>
                  </a:lnTo>
                  <a:lnTo>
                    <a:pt x="17721" y="121200"/>
                  </a:lnTo>
                  <a:lnTo>
                    <a:pt x="0" y="121200"/>
                  </a:lnTo>
                  <a:close/>
                </a:path>
              </a:pathLst>
            </a:custGeom>
            <a:solidFill>
              <a:srgbClr val="B26A55">
                <a:alpha val="100000"/>
              </a:srgbClr>
            </a:solidFill>
            <a:ln w="4762" cap="rnd">
              <a:solidFill>
                <a:srgbClr val="B2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g2583"/>
            <p:cNvSpPr/>
            <p:nvPr/>
          </p:nvSpPr>
          <p:spPr>
            <a:xfrm>
              <a:off x="7974165" y="5285949"/>
              <a:ext cx="17721" cy="120636"/>
            </a:xfrm>
            <a:custGeom>
              <a:avLst/>
              <a:pathLst>
                <a:path w="17721" h="120636">
                  <a:moveTo>
                    <a:pt x="0" y="0"/>
                  </a:moveTo>
                  <a:lnTo>
                    <a:pt x="17721" y="584"/>
                  </a:lnTo>
                  <a:lnTo>
                    <a:pt x="17721" y="120636"/>
                  </a:lnTo>
                  <a:lnTo>
                    <a:pt x="0" y="120636"/>
                  </a:lnTo>
                  <a:close/>
                </a:path>
              </a:pathLst>
            </a:custGeom>
            <a:solidFill>
              <a:srgbClr val="B16A55">
                <a:alpha val="100000"/>
              </a:srgbClr>
            </a:solidFill>
            <a:ln w="4762" cap="rnd">
              <a:solidFill>
                <a:srgbClr val="B1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g2584"/>
            <p:cNvSpPr/>
            <p:nvPr/>
          </p:nvSpPr>
          <p:spPr>
            <a:xfrm>
              <a:off x="7991886" y="5286534"/>
              <a:ext cx="53164" cy="120051"/>
            </a:xfrm>
            <a:custGeom>
              <a:avLst/>
              <a:pathLst>
                <a:path w="53164" h="120051">
                  <a:moveTo>
                    <a:pt x="0" y="0"/>
                  </a:moveTo>
                  <a:lnTo>
                    <a:pt x="17721" y="590"/>
                  </a:lnTo>
                  <a:lnTo>
                    <a:pt x="35442" y="1185"/>
                  </a:lnTo>
                  <a:lnTo>
                    <a:pt x="53164" y="1781"/>
                  </a:lnTo>
                  <a:lnTo>
                    <a:pt x="53164" y="120051"/>
                  </a:lnTo>
                  <a:lnTo>
                    <a:pt x="35442" y="120051"/>
                  </a:lnTo>
                  <a:lnTo>
                    <a:pt x="17721" y="120051"/>
                  </a:lnTo>
                  <a:lnTo>
                    <a:pt x="0" y="120051"/>
                  </a:lnTo>
                  <a:close/>
                </a:path>
              </a:pathLst>
            </a:custGeom>
            <a:solidFill>
              <a:srgbClr val="B16954">
                <a:alpha val="100000"/>
              </a:srgbClr>
            </a:solidFill>
            <a:ln w="4762" cap="rnd">
              <a:solidFill>
                <a:srgbClr val="B169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g2585"/>
            <p:cNvSpPr/>
            <p:nvPr/>
          </p:nvSpPr>
          <p:spPr>
            <a:xfrm>
              <a:off x="8045050" y="5288315"/>
              <a:ext cx="35442" cy="118270"/>
            </a:xfrm>
            <a:custGeom>
              <a:avLst/>
              <a:pathLst>
                <a:path w="35442" h="118270">
                  <a:moveTo>
                    <a:pt x="0" y="0"/>
                  </a:moveTo>
                  <a:lnTo>
                    <a:pt x="17721" y="590"/>
                  </a:lnTo>
                  <a:lnTo>
                    <a:pt x="35442" y="1174"/>
                  </a:lnTo>
                  <a:lnTo>
                    <a:pt x="35442" y="118270"/>
                  </a:lnTo>
                  <a:lnTo>
                    <a:pt x="17721" y="118270"/>
                  </a:lnTo>
                  <a:lnTo>
                    <a:pt x="0" y="118270"/>
                  </a:lnTo>
                  <a:close/>
                </a:path>
              </a:pathLst>
            </a:custGeom>
            <a:solidFill>
              <a:srgbClr val="B06853">
                <a:alpha val="100000"/>
              </a:srgbClr>
            </a:solidFill>
            <a:ln w="4762" cap="rnd">
              <a:solidFill>
                <a:srgbClr val="B0685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g2586"/>
            <p:cNvSpPr/>
            <p:nvPr/>
          </p:nvSpPr>
          <p:spPr>
            <a:xfrm>
              <a:off x="8080493" y="5289490"/>
              <a:ext cx="35442" cy="117095"/>
            </a:xfrm>
            <a:custGeom>
              <a:avLst/>
              <a:pathLst>
                <a:path w="35442" h="117095">
                  <a:moveTo>
                    <a:pt x="0" y="0"/>
                  </a:moveTo>
                  <a:lnTo>
                    <a:pt x="17721" y="566"/>
                  </a:lnTo>
                  <a:lnTo>
                    <a:pt x="35442" y="1115"/>
                  </a:lnTo>
                  <a:lnTo>
                    <a:pt x="35442" y="117095"/>
                  </a:lnTo>
                  <a:lnTo>
                    <a:pt x="17721" y="117095"/>
                  </a:lnTo>
                  <a:lnTo>
                    <a:pt x="0" y="117095"/>
                  </a:lnTo>
                  <a:close/>
                </a:path>
              </a:pathLst>
            </a:custGeom>
            <a:solidFill>
              <a:srgbClr val="B06752">
                <a:alpha val="100000"/>
              </a:srgbClr>
            </a:solidFill>
            <a:ln w="4762" cap="rnd">
              <a:solidFill>
                <a:srgbClr val="B0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g2587"/>
            <p:cNvSpPr/>
            <p:nvPr/>
          </p:nvSpPr>
          <p:spPr>
            <a:xfrm>
              <a:off x="8115936" y="5290606"/>
              <a:ext cx="17721" cy="115980"/>
            </a:xfrm>
            <a:custGeom>
              <a:avLst/>
              <a:pathLst>
                <a:path w="17721" h="115980">
                  <a:moveTo>
                    <a:pt x="0" y="0"/>
                  </a:moveTo>
                  <a:lnTo>
                    <a:pt x="17721" y="533"/>
                  </a:lnTo>
                  <a:lnTo>
                    <a:pt x="17721" y="115980"/>
                  </a:lnTo>
                  <a:lnTo>
                    <a:pt x="0" y="115980"/>
                  </a:lnTo>
                  <a:close/>
                </a:path>
              </a:pathLst>
            </a:custGeom>
            <a:solidFill>
              <a:srgbClr val="AF6752">
                <a:alpha val="100000"/>
              </a:srgbClr>
            </a:solidFill>
            <a:ln w="4762" cap="rnd">
              <a:solidFill>
                <a:srgbClr val="AF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g2588"/>
            <p:cNvSpPr/>
            <p:nvPr/>
          </p:nvSpPr>
          <p:spPr>
            <a:xfrm>
              <a:off x="8133657" y="5291139"/>
              <a:ext cx="53164" cy="115446"/>
            </a:xfrm>
            <a:custGeom>
              <a:avLst/>
              <a:pathLst>
                <a:path w="53164" h="115446">
                  <a:moveTo>
                    <a:pt x="0" y="0"/>
                  </a:moveTo>
                  <a:lnTo>
                    <a:pt x="17721" y="498"/>
                  </a:lnTo>
                  <a:lnTo>
                    <a:pt x="35442" y="969"/>
                  </a:lnTo>
                  <a:lnTo>
                    <a:pt x="53164" y="1415"/>
                  </a:lnTo>
                  <a:lnTo>
                    <a:pt x="53164" y="115446"/>
                  </a:lnTo>
                  <a:lnTo>
                    <a:pt x="35442" y="115446"/>
                  </a:lnTo>
                  <a:lnTo>
                    <a:pt x="17721" y="115446"/>
                  </a:lnTo>
                  <a:lnTo>
                    <a:pt x="0" y="115446"/>
                  </a:lnTo>
                  <a:close/>
                </a:path>
              </a:pathLst>
            </a:custGeom>
            <a:solidFill>
              <a:srgbClr val="AF6651">
                <a:alpha val="100000"/>
              </a:srgbClr>
            </a:solidFill>
            <a:ln w="4762" cap="rnd">
              <a:solidFill>
                <a:srgbClr val="AF66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g2589"/>
            <p:cNvSpPr/>
            <p:nvPr/>
          </p:nvSpPr>
          <p:spPr>
            <a:xfrm>
              <a:off x="8186821" y="5292555"/>
              <a:ext cx="17721" cy="114031"/>
            </a:xfrm>
            <a:custGeom>
              <a:avLst/>
              <a:pathLst>
                <a:path w="17721" h="114031">
                  <a:moveTo>
                    <a:pt x="0" y="0"/>
                  </a:moveTo>
                  <a:lnTo>
                    <a:pt x="17721" y="398"/>
                  </a:lnTo>
                  <a:lnTo>
                    <a:pt x="17721" y="114031"/>
                  </a:lnTo>
                  <a:lnTo>
                    <a:pt x="0" y="114031"/>
                  </a:lnTo>
                  <a:close/>
                </a:path>
              </a:pathLst>
            </a:custGeom>
            <a:solidFill>
              <a:srgbClr val="AF6550">
                <a:alpha val="100000"/>
              </a:srgbClr>
            </a:solidFill>
            <a:ln w="4762" cap="rnd">
              <a:solidFill>
                <a:srgbClr val="AF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g2590"/>
            <p:cNvSpPr/>
            <p:nvPr/>
          </p:nvSpPr>
          <p:spPr>
            <a:xfrm>
              <a:off x="8204543" y="5292953"/>
              <a:ext cx="17721" cy="113633"/>
            </a:xfrm>
            <a:custGeom>
              <a:avLst/>
              <a:pathLst>
                <a:path w="17721" h="113633">
                  <a:moveTo>
                    <a:pt x="0" y="0"/>
                  </a:moveTo>
                  <a:lnTo>
                    <a:pt x="17721" y="360"/>
                  </a:lnTo>
                  <a:lnTo>
                    <a:pt x="17721" y="113633"/>
                  </a:lnTo>
                  <a:lnTo>
                    <a:pt x="0" y="113633"/>
                  </a:lnTo>
                  <a:close/>
                </a:path>
              </a:pathLst>
            </a:custGeom>
            <a:solidFill>
              <a:srgbClr val="AE6550">
                <a:alpha val="100000"/>
              </a:srgbClr>
            </a:solidFill>
            <a:ln w="4762" cap="rnd">
              <a:solidFill>
                <a:srgbClr val="AE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g2591"/>
            <p:cNvSpPr/>
            <p:nvPr/>
          </p:nvSpPr>
          <p:spPr>
            <a:xfrm>
              <a:off x="8222264" y="5293313"/>
              <a:ext cx="53164" cy="113272"/>
            </a:xfrm>
            <a:custGeom>
              <a:avLst/>
              <a:pathLst>
                <a:path w="53164" h="113272">
                  <a:moveTo>
                    <a:pt x="0" y="0"/>
                  </a:moveTo>
                  <a:lnTo>
                    <a:pt x="17721" y="328"/>
                  </a:lnTo>
                  <a:lnTo>
                    <a:pt x="35442" y="600"/>
                  </a:lnTo>
                  <a:lnTo>
                    <a:pt x="53164" y="826"/>
                  </a:lnTo>
                  <a:lnTo>
                    <a:pt x="53164" y="113272"/>
                  </a:lnTo>
                  <a:lnTo>
                    <a:pt x="35442" y="113272"/>
                  </a:lnTo>
                  <a:lnTo>
                    <a:pt x="17721" y="113272"/>
                  </a:lnTo>
                  <a:lnTo>
                    <a:pt x="0" y="113272"/>
                  </a:lnTo>
                  <a:close/>
                </a:path>
              </a:pathLst>
            </a:custGeom>
            <a:solidFill>
              <a:srgbClr val="AE644F">
                <a:alpha val="100000"/>
              </a:srgbClr>
            </a:solidFill>
            <a:ln w="4762" cap="rnd">
              <a:solidFill>
                <a:srgbClr val="AE64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g2592"/>
            <p:cNvSpPr/>
            <p:nvPr/>
          </p:nvSpPr>
          <p:spPr>
            <a:xfrm>
              <a:off x="8275428" y="5294140"/>
              <a:ext cx="35442" cy="112445"/>
            </a:xfrm>
            <a:custGeom>
              <a:avLst/>
              <a:pathLst>
                <a:path w="35442" h="112445">
                  <a:moveTo>
                    <a:pt x="0" y="0"/>
                  </a:moveTo>
                  <a:lnTo>
                    <a:pt x="17721" y="190"/>
                  </a:lnTo>
                  <a:lnTo>
                    <a:pt x="35442" y="318"/>
                  </a:lnTo>
                  <a:lnTo>
                    <a:pt x="35442" y="112445"/>
                  </a:lnTo>
                  <a:lnTo>
                    <a:pt x="17721" y="112445"/>
                  </a:lnTo>
                  <a:lnTo>
                    <a:pt x="0" y="112445"/>
                  </a:lnTo>
                  <a:close/>
                </a:path>
              </a:pathLst>
            </a:custGeom>
            <a:solidFill>
              <a:srgbClr val="AD634E">
                <a:alpha val="100000"/>
              </a:srgbClr>
            </a:solidFill>
            <a:ln w="4762" cap="rnd">
              <a:solidFill>
                <a:srgbClr val="AD63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g2593"/>
            <p:cNvSpPr/>
            <p:nvPr/>
          </p:nvSpPr>
          <p:spPr>
            <a:xfrm>
              <a:off x="8310871" y="5294458"/>
              <a:ext cx="17721" cy="112127"/>
            </a:xfrm>
            <a:custGeom>
              <a:avLst/>
              <a:pathLst>
                <a:path w="17721" h="112127">
                  <a:moveTo>
                    <a:pt x="0" y="0"/>
                  </a:moveTo>
                  <a:lnTo>
                    <a:pt x="17721" y="78"/>
                  </a:lnTo>
                  <a:lnTo>
                    <a:pt x="17721" y="112127"/>
                  </a:lnTo>
                  <a:lnTo>
                    <a:pt x="0" y="112127"/>
                  </a:lnTo>
                  <a:close/>
                </a:path>
              </a:pathLst>
            </a:custGeom>
            <a:solidFill>
              <a:srgbClr val="AD624E">
                <a:alpha val="100000"/>
              </a:srgbClr>
            </a:solidFill>
            <a:ln w="4762" cap="rnd">
              <a:solidFill>
                <a:srgbClr val="AD62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g2594"/>
            <p:cNvSpPr/>
            <p:nvPr/>
          </p:nvSpPr>
          <p:spPr>
            <a:xfrm>
              <a:off x="8328592" y="5294536"/>
              <a:ext cx="17721" cy="112049"/>
            </a:xfrm>
            <a:custGeom>
              <a:avLst/>
              <a:pathLst>
                <a:path w="17721" h="112049">
                  <a:moveTo>
                    <a:pt x="0" y="0"/>
                  </a:moveTo>
                  <a:lnTo>
                    <a:pt x="17721" y="39"/>
                  </a:lnTo>
                  <a:lnTo>
                    <a:pt x="17721" y="112049"/>
                  </a:lnTo>
                  <a:lnTo>
                    <a:pt x="0" y="112049"/>
                  </a:lnTo>
                  <a:close/>
                </a:path>
              </a:pathLst>
            </a:custGeom>
            <a:solidFill>
              <a:srgbClr val="AD624D">
                <a:alpha val="100000"/>
              </a:srgbClr>
            </a:solidFill>
            <a:ln w="4762" cap="rnd">
              <a:solidFill>
                <a:srgbClr val="AD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g2595"/>
            <p:cNvSpPr/>
            <p:nvPr/>
          </p:nvSpPr>
          <p:spPr>
            <a:xfrm>
              <a:off x="8346314" y="5294553"/>
              <a:ext cx="17721" cy="112032"/>
            </a:xfrm>
            <a:custGeom>
              <a:avLst/>
              <a:pathLst>
                <a:path w="17721" h="112032">
                  <a:moveTo>
                    <a:pt x="0" y="22"/>
                  </a:moveTo>
                  <a:lnTo>
                    <a:pt x="17721" y="0"/>
                  </a:lnTo>
                  <a:lnTo>
                    <a:pt x="17721" y="112032"/>
                  </a:lnTo>
                  <a:lnTo>
                    <a:pt x="0" y="112032"/>
                  </a:lnTo>
                  <a:close/>
                </a:path>
              </a:pathLst>
            </a:custGeom>
            <a:solidFill>
              <a:srgbClr val="AC624D">
                <a:alpha val="100000"/>
              </a:srgbClr>
            </a:solidFill>
            <a:ln w="4762" cap="rnd">
              <a:solidFill>
                <a:srgbClr val="AC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g2596"/>
            <p:cNvSpPr/>
            <p:nvPr/>
          </p:nvSpPr>
          <p:spPr>
            <a:xfrm>
              <a:off x="8364035" y="5294198"/>
              <a:ext cx="53164" cy="112388"/>
            </a:xfrm>
            <a:custGeom>
              <a:avLst/>
              <a:pathLst>
                <a:path w="53164" h="112388">
                  <a:moveTo>
                    <a:pt x="0" y="355"/>
                  </a:moveTo>
                  <a:lnTo>
                    <a:pt x="17721" y="281"/>
                  </a:lnTo>
                  <a:lnTo>
                    <a:pt x="35442" y="169"/>
                  </a:lnTo>
                  <a:lnTo>
                    <a:pt x="53164" y="0"/>
                  </a:lnTo>
                  <a:lnTo>
                    <a:pt x="53164" y="112388"/>
                  </a:lnTo>
                  <a:lnTo>
                    <a:pt x="35442" y="112388"/>
                  </a:lnTo>
                  <a:lnTo>
                    <a:pt x="17721" y="112388"/>
                  </a:lnTo>
                  <a:lnTo>
                    <a:pt x="0" y="112388"/>
                  </a:lnTo>
                  <a:close/>
                </a:path>
              </a:pathLst>
            </a:custGeom>
            <a:solidFill>
              <a:srgbClr val="AC614C">
                <a:alpha val="100000"/>
              </a:srgbClr>
            </a:solidFill>
            <a:ln w="4762" cap="rnd">
              <a:solidFill>
                <a:srgbClr val="AC614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g2597"/>
            <p:cNvSpPr/>
            <p:nvPr/>
          </p:nvSpPr>
          <p:spPr>
            <a:xfrm>
              <a:off x="8417199" y="5293725"/>
              <a:ext cx="35442" cy="112860"/>
            </a:xfrm>
            <a:custGeom>
              <a:avLst/>
              <a:pathLst>
                <a:path w="35442" h="112860">
                  <a:moveTo>
                    <a:pt x="0" y="472"/>
                  </a:moveTo>
                  <a:lnTo>
                    <a:pt x="17721" y="253"/>
                  </a:lnTo>
                  <a:lnTo>
                    <a:pt x="35442" y="0"/>
                  </a:lnTo>
                  <a:lnTo>
                    <a:pt x="35442" y="112860"/>
                  </a:lnTo>
                  <a:lnTo>
                    <a:pt x="17721" y="112860"/>
                  </a:lnTo>
                  <a:lnTo>
                    <a:pt x="0" y="112860"/>
                  </a:lnTo>
                  <a:close/>
                </a:path>
              </a:pathLst>
            </a:custGeom>
            <a:solidFill>
              <a:srgbClr val="AB604B">
                <a:alpha val="100000"/>
              </a:srgbClr>
            </a:solidFill>
            <a:ln w="4762" cap="rnd">
              <a:solidFill>
                <a:srgbClr val="AB60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g2598"/>
            <p:cNvSpPr/>
            <p:nvPr/>
          </p:nvSpPr>
          <p:spPr>
            <a:xfrm>
              <a:off x="8452642" y="5293422"/>
              <a:ext cx="17721" cy="113164"/>
            </a:xfrm>
            <a:custGeom>
              <a:avLst/>
              <a:pathLst>
                <a:path w="17721" h="113164">
                  <a:moveTo>
                    <a:pt x="0" y="303"/>
                  </a:moveTo>
                  <a:lnTo>
                    <a:pt x="17721" y="0"/>
                  </a:lnTo>
                  <a:lnTo>
                    <a:pt x="17721" y="113164"/>
                  </a:lnTo>
                  <a:lnTo>
                    <a:pt x="0" y="113164"/>
                  </a:lnTo>
                  <a:close/>
                </a:path>
              </a:pathLst>
            </a:custGeom>
            <a:solidFill>
              <a:srgbClr val="AB5F4B">
                <a:alpha val="100000"/>
              </a:srgbClr>
            </a:solidFill>
            <a:ln w="4762" cap="rnd">
              <a:solidFill>
                <a:srgbClr val="AB5F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g2599"/>
            <p:cNvSpPr/>
            <p:nvPr/>
          </p:nvSpPr>
          <p:spPr>
            <a:xfrm>
              <a:off x="8470363" y="5293075"/>
              <a:ext cx="17721" cy="113510"/>
            </a:xfrm>
            <a:custGeom>
              <a:avLst/>
              <a:pathLst>
                <a:path w="17721" h="113510">
                  <a:moveTo>
                    <a:pt x="0" y="346"/>
                  </a:moveTo>
                  <a:lnTo>
                    <a:pt x="17721" y="0"/>
                  </a:lnTo>
                  <a:lnTo>
                    <a:pt x="17721" y="113510"/>
                  </a:lnTo>
                  <a:lnTo>
                    <a:pt x="0" y="113510"/>
                  </a:lnTo>
                  <a:close/>
                </a:path>
              </a:pathLst>
            </a:custGeom>
            <a:solidFill>
              <a:srgbClr val="AB5F4A">
                <a:alpha val="100000"/>
              </a:srgbClr>
            </a:solidFill>
            <a:ln w="4762" cap="rnd">
              <a:solidFill>
                <a:srgbClr val="AB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g2600"/>
            <p:cNvSpPr/>
            <p:nvPr/>
          </p:nvSpPr>
          <p:spPr>
            <a:xfrm>
              <a:off x="8488085" y="5292701"/>
              <a:ext cx="17721" cy="113884"/>
            </a:xfrm>
            <a:custGeom>
              <a:avLst/>
              <a:pathLst>
                <a:path w="17721" h="113884">
                  <a:moveTo>
                    <a:pt x="0" y="374"/>
                  </a:moveTo>
                  <a:lnTo>
                    <a:pt x="17721" y="0"/>
                  </a:lnTo>
                  <a:lnTo>
                    <a:pt x="17721" y="113884"/>
                  </a:lnTo>
                  <a:lnTo>
                    <a:pt x="0" y="113884"/>
                  </a:lnTo>
                  <a:close/>
                </a:path>
              </a:pathLst>
            </a:custGeom>
            <a:solidFill>
              <a:srgbClr val="AA5F4A">
                <a:alpha val="100000"/>
              </a:srgbClr>
            </a:solidFill>
            <a:ln w="4762" cap="rnd">
              <a:solidFill>
                <a:srgbClr val="AA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g2601"/>
            <p:cNvSpPr/>
            <p:nvPr/>
          </p:nvSpPr>
          <p:spPr>
            <a:xfrm>
              <a:off x="8505806" y="5291842"/>
              <a:ext cx="35442" cy="114743"/>
            </a:xfrm>
            <a:custGeom>
              <a:avLst/>
              <a:pathLst>
                <a:path w="35442" h="114743">
                  <a:moveTo>
                    <a:pt x="0" y="858"/>
                  </a:moveTo>
                  <a:lnTo>
                    <a:pt x="17721" y="445"/>
                  </a:lnTo>
                  <a:lnTo>
                    <a:pt x="35442" y="0"/>
                  </a:lnTo>
                  <a:lnTo>
                    <a:pt x="35442" y="114743"/>
                  </a:lnTo>
                  <a:lnTo>
                    <a:pt x="17721" y="114743"/>
                  </a:lnTo>
                  <a:lnTo>
                    <a:pt x="0" y="114743"/>
                  </a:lnTo>
                  <a:close/>
                </a:path>
              </a:pathLst>
            </a:custGeom>
            <a:solidFill>
              <a:srgbClr val="AA5E49">
                <a:alpha val="100000"/>
              </a:srgbClr>
            </a:solidFill>
            <a:ln w="4762" cap="rnd">
              <a:solidFill>
                <a:srgbClr val="AA5E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g2602"/>
            <p:cNvSpPr/>
            <p:nvPr/>
          </p:nvSpPr>
          <p:spPr>
            <a:xfrm>
              <a:off x="8541249" y="5291377"/>
              <a:ext cx="17721" cy="115209"/>
            </a:xfrm>
            <a:custGeom>
              <a:avLst/>
              <a:pathLst>
                <a:path w="17721" h="115209">
                  <a:moveTo>
                    <a:pt x="0" y="465"/>
                  </a:moveTo>
                  <a:lnTo>
                    <a:pt x="17721" y="0"/>
                  </a:lnTo>
                  <a:lnTo>
                    <a:pt x="17721" y="115209"/>
                  </a:lnTo>
                  <a:lnTo>
                    <a:pt x="0" y="115209"/>
                  </a:lnTo>
                  <a:close/>
                </a:path>
              </a:pathLst>
            </a:custGeom>
            <a:solidFill>
              <a:srgbClr val="AA5D49">
                <a:alpha val="100000"/>
              </a:srgbClr>
            </a:solidFill>
            <a:ln w="4762" cap="rnd">
              <a:solidFill>
                <a:srgbClr val="AA5D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g2603"/>
            <p:cNvSpPr/>
            <p:nvPr/>
          </p:nvSpPr>
          <p:spPr>
            <a:xfrm>
              <a:off x="8558970" y="5290377"/>
              <a:ext cx="35442" cy="116209"/>
            </a:xfrm>
            <a:custGeom>
              <a:avLst/>
              <a:pathLst>
                <a:path w="35442" h="116209">
                  <a:moveTo>
                    <a:pt x="0" y="999"/>
                  </a:moveTo>
                  <a:lnTo>
                    <a:pt x="17721" y="509"/>
                  </a:lnTo>
                  <a:lnTo>
                    <a:pt x="35442" y="0"/>
                  </a:lnTo>
                  <a:lnTo>
                    <a:pt x="35442" y="116209"/>
                  </a:lnTo>
                  <a:lnTo>
                    <a:pt x="17721" y="116209"/>
                  </a:lnTo>
                  <a:lnTo>
                    <a:pt x="0" y="116209"/>
                  </a:lnTo>
                  <a:close/>
                </a:path>
              </a:pathLst>
            </a:custGeom>
            <a:solidFill>
              <a:srgbClr val="A95D48">
                <a:alpha val="100000"/>
              </a:srgbClr>
            </a:solidFill>
            <a:ln w="4762" cap="rnd">
              <a:solidFill>
                <a:srgbClr val="A95D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g2604"/>
            <p:cNvSpPr/>
            <p:nvPr/>
          </p:nvSpPr>
          <p:spPr>
            <a:xfrm>
              <a:off x="8594413" y="5289858"/>
              <a:ext cx="17721" cy="116727"/>
            </a:xfrm>
            <a:custGeom>
              <a:avLst/>
              <a:pathLst>
                <a:path w="17721" h="116727">
                  <a:moveTo>
                    <a:pt x="0" y="518"/>
                  </a:moveTo>
                  <a:lnTo>
                    <a:pt x="17721" y="0"/>
                  </a:lnTo>
                  <a:lnTo>
                    <a:pt x="17721" y="116727"/>
                  </a:lnTo>
                  <a:lnTo>
                    <a:pt x="0" y="116727"/>
                  </a:lnTo>
                  <a:close/>
                </a:path>
              </a:pathLst>
            </a:custGeom>
            <a:solidFill>
              <a:srgbClr val="A95C48">
                <a:alpha val="100000"/>
              </a:srgbClr>
            </a:solidFill>
            <a:ln w="4762" cap="rnd">
              <a:solidFill>
                <a:srgbClr val="A95C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g2605"/>
            <p:cNvSpPr/>
            <p:nvPr/>
          </p:nvSpPr>
          <p:spPr>
            <a:xfrm>
              <a:off x="8612134" y="5288799"/>
              <a:ext cx="35442" cy="117787"/>
            </a:xfrm>
            <a:custGeom>
              <a:avLst/>
              <a:pathLst>
                <a:path w="35442" h="117787">
                  <a:moveTo>
                    <a:pt x="0" y="1059"/>
                  </a:moveTo>
                  <a:lnTo>
                    <a:pt x="17721" y="530"/>
                  </a:lnTo>
                  <a:lnTo>
                    <a:pt x="35442" y="0"/>
                  </a:lnTo>
                  <a:lnTo>
                    <a:pt x="35442" y="117787"/>
                  </a:lnTo>
                  <a:lnTo>
                    <a:pt x="17721" y="117787"/>
                  </a:lnTo>
                  <a:lnTo>
                    <a:pt x="0" y="117787"/>
                  </a:lnTo>
                  <a:close/>
                </a:path>
              </a:pathLst>
            </a:custGeom>
            <a:solidFill>
              <a:srgbClr val="A95C47">
                <a:alpha val="100000"/>
              </a:srgbClr>
            </a:solidFill>
            <a:ln w="4762" cap="rnd">
              <a:solidFill>
                <a:srgbClr val="A95C4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g2606"/>
            <p:cNvSpPr/>
            <p:nvPr/>
          </p:nvSpPr>
          <p:spPr>
            <a:xfrm>
              <a:off x="8647577" y="5287747"/>
              <a:ext cx="35442" cy="118838"/>
            </a:xfrm>
            <a:custGeom>
              <a:avLst/>
              <a:pathLst>
                <a:path w="35442" h="118838">
                  <a:moveTo>
                    <a:pt x="0" y="1051"/>
                  </a:moveTo>
                  <a:lnTo>
                    <a:pt x="17721" y="522"/>
                  </a:lnTo>
                  <a:lnTo>
                    <a:pt x="35442" y="0"/>
                  </a:lnTo>
                  <a:lnTo>
                    <a:pt x="35442" y="118838"/>
                  </a:lnTo>
                  <a:lnTo>
                    <a:pt x="17721" y="118838"/>
                  </a:lnTo>
                  <a:lnTo>
                    <a:pt x="0" y="118838"/>
                  </a:lnTo>
                  <a:close/>
                </a:path>
              </a:pathLst>
            </a:custGeom>
            <a:solidFill>
              <a:srgbClr val="A85B46">
                <a:alpha val="100000"/>
              </a:srgbClr>
            </a:solidFill>
            <a:ln w="4762" cap="rnd">
              <a:solidFill>
                <a:srgbClr val="A85B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g2607"/>
            <p:cNvSpPr/>
            <p:nvPr/>
          </p:nvSpPr>
          <p:spPr>
            <a:xfrm>
              <a:off x="8683020" y="5287242"/>
              <a:ext cx="17721" cy="119344"/>
            </a:xfrm>
            <a:custGeom>
              <a:avLst/>
              <a:pathLst>
                <a:path w="17721" h="119344">
                  <a:moveTo>
                    <a:pt x="0" y="505"/>
                  </a:moveTo>
                  <a:lnTo>
                    <a:pt x="17721" y="0"/>
                  </a:lnTo>
                  <a:lnTo>
                    <a:pt x="17721" y="119344"/>
                  </a:lnTo>
                  <a:lnTo>
                    <a:pt x="0" y="119344"/>
                  </a:lnTo>
                  <a:close/>
                </a:path>
              </a:pathLst>
            </a:custGeom>
            <a:solidFill>
              <a:srgbClr val="A85A46">
                <a:alpha val="100000"/>
              </a:srgbClr>
            </a:solidFill>
            <a:ln w="4762" cap="rnd">
              <a:solidFill>
                <a:srgbClr val="A85A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g2608"/>
            <p:cNvSpPr/>
            <p:nvPr/>
          </p:nvSpPr>
          <p:spPr>
            <a:xfrm>
              <a:off x="8700741" y="5286750"/>
              <a:ext cx="17721" cy="119835"/>
            </a:xfrm>
            <a:custGeom>
              <a:avLst/>
              <a:pathLst>
                <a:path w="17721" h="119835">
                  <a:moveTo>
                    <a:pt x="0" y="491"/>
                  </a:moveTo>
                  <a:lnTo>
                    <a:pt x="17721" y="0"/>
                  </a:lnTo>
                  <a:lnTo>
                    <a:pt x="17721" y="119835"/>
                  </a:lnTo>
                  <a:lnTo>
                    <a:pt x="0" y="119835"/>
                  </a:lnTo>
                  <a:close/>
                </a:path>
              </a:pathLst>
            </a:custGeom>
            <a:solidFill>
              <a:srgbClr val="A85A45">
                <a:alpha val="100000"/>
              </a:srgbClr>
            </a:solidFill>
            <a:ln w="4762" cap="rnd">
              <a:solidFill>
                <a:srgbClr val="A85A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g2609"/>
            <p:cNvSpPr/>
            <p:nvPr/>
          </p:nvSpPr>
          <p:spPr>
            <a:xfrm>
              <a:off x="8718462" y="5286280"/>
              <a:ext cx="17721" cy="120305"/>
            </a:xfrm>
            <a:custGeom>
              <a:avLst/>
              <a:pathLst>
                <a:path w="17721" h="120305">
                  <a:moveTo>
                    <a:pt x="0" y="469"/>
                  </a:moveTo>
                  <a:lnTo>
                    <a:pt x="17721" y="0"/>
                  </a:lnTo>
                  <a:lnTo>
                    <a:pt x="17721" y="120305"/>
                  </a:lnTo>
                  <a:lnTo>
                    <a:pt x="0" y="120305"/>
                  </a:lnTo>
                  <a:close/>
                </a:path>
              </a:pathLst>
            </a:custGeom>
            <a:solidFill>
              <a:srgbClr val="A75A45">
                <a:alpha val="100000"/>
              </a:srgbClr>
            </a:solidFill>
            <a:ln w="4762" cap="rnd">
              <a:solidFill>
                <a:srgbClr val="A75A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g2610"/>
            <p:cNvSpPr/>
            <p:nvPr/>
          </p:nvSpPr>
          <p:spPr>
            <a:xfrm>
              <a:off x="8736184" y="5285847"/>
              <a:ext cx="17721" cy="120738"/>
            </a:xfrm>
            <a:custGeom>
              <a:avLst/>
              <a:pathLst>
                <a:path w="17721" h="120738">
                  <a:moveTo>
                    <a:pt x="0" y="432"/>
                  </a:moveTo>
                  <a:lnTo>
                    <a:pt x="17721" y="0"/>
                  </a:lnTo>
                  <a:lnTo>
                    <a:pt x="17721" y="120738"/>
                  </a:lnTo>
                  <a:lnTo>
                    <a:pt x="0" y="120738"/>
                  </a:lnTo>
                  <a:close/>
                </a:path>
              </a:pathLst>
            </a:custGeom>
            <a:solidFill>
              <a:srgbClr val="A75945">
                <a:alpha val="100000"/>
              </a:srgbClr>
            </a:solidFill>
            <a:ln w="4762" cap="rnd">
              <a:solidFill>
                <a:srgbClr val="A759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g2611"/>
            <p:cNvSpPr/>
            <p:nvPr/>
          </p:nvSpPr>
          <p:spPr>
            <a:xfrm>
              <a:off x="8753905" y="5285441"/>
              <a:ext cx="17721" cy="121144"/>
            </a:xfrm>
            <a:custGeom>
              <a:avLst/>
              <a:pathLst>
                <a:path w="17721" h="121144">
                  <a:moveTo>
                    <a:pt x="0" y="406"/>
                  </a:moveTo>
                  <a:lnTo>
                    <a:pt x="17721" y="0"/>
                  </a:lnTo>
                  <a:lnTo>
                    <a:pt x="17721" y="121144"/>
                  </a:lnTo>
                  <a:lnTo>
                    <a:pt x="0" y="121144"/>
                  </a:lnTo>
                  <a:close/>
                </a:path>
              </a:pathLst>
            </a:custGeom>
            <a:solidFill>
              <a:srgbClr val="A75944">
                <a:alpha val="100000"/>
              </a:srgbClr>
            </a:solidFill>
            <a:ln w="4762" cap="rnd">
              <a:solidFill>
                <a:srgbClr val="A759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g2612"/>
            <p:cNvSpPr/>
            <p:nvPr/>
          </p:nvSpPr>
          <p:spPr>
            <a:xfrm>
              <a:off x="8771627" y="5285070"/>
              <a:ext cx="17721" cy="121515"/>
            </a:xfrm>
            <a:custGeom>
              <a:avLst/>
              <a:pathLst>
                <a:path w="17721" h="121515">
                  <a:moveTo>
                    <a:pt x="0" y="370"/>
                  </a:moveTo>
                  <a:lnTo>
                    <a:pt x="17721" y="0"/>
                  </a:lnTo>
                  <a:lnTo>
                    <a:pt x="17721" y="121515"/>
                  </a:lnTo>
                  <a:lnTo>
                    <a:pt x="0" y="121515"/>
                  </a:lnTo>
                  <a:close/>
                </a:path>
              </a:pathLst>
            </a:custGeom>
            <a:solidFill>
              <a:srgbClr val="A75844">
                <a:alpha val="100000"/>
              </a:srgbClr>
            </a:solidFill>
            <a:ln w="4762" cap="rnd">
              <a:solidFill>
                <a:srgbClr val="A758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g2613"/>
            <p:cNvSpPr/>
            <p:nvPr/>
          </p:nvSpPr>
          <p:spPr>
            <a:xfrm>
              <a:off x="8789348" y="5284757"/>
              <a:ext cx="17721" cy="121828"/>
            </a:xfrm>
            <a:custGeom>
              <a:avLst/>
              <a:pathLst>
                <a:path w="17721" h="121828">
                  <a:moveTo>
                    <a:pt x="0" y="313"/>
                  </a:moveTo>
                  <a:lnTo>
                    <a:pt x="17721" y="0"/>
                  </a:lnTo>
                  <a:lnTo>
                    <a:pt x="17721" y="121828"/>
                  </a:lnTo>
                  <a:lnTo>
                    <a:pt x="0" y="121828"/>
                  </a:lnTo>
                  <a:close/>
                </a:path>
              </a:pathLst>
            </a:custGeom>
            <a:solidFill>
              <a:srgbClr val="A65844">
                <a:alpha val="100000"/>
              </a:srgbClr>
            </a:solidFill>
            <a:ln w="4762" cap="rnd">
              <a:solidFill>
                <a:srgbClr val="A658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g2614"/>
            <p:cNvSpPr/>
            <p:nvPr/>
          </p:nvSpPr>
          <p:spPr>
            <a:xfrm>
              <a:off x="8807069" y="5284482"/>
              <a:ext cx="17721" cy="122103"/>
            </a:xfrm>
            <a:custGeom>
              <a:avLst/>
              <a:pathLst>
                <a:path w="17721" h="122103">
                  <a:moveTo>
                    <a:pt x="0" y="275"/>
                  </a:moveTo>
                  <a:lnTo>
                    <a:pt x="17721" y="0"/>
                  </a:lnTo>
                  <a:lnTo>
                    <a:pt x="17721" y="122103"/>
                  </a:lnTo>
                  <a:lnTo>
                    <a:pt x="0" y="122103"/>
                  </a:lnTo>
                  <a:close/>
                </a:path>
              </a:pathLst>
            </a:custGeom>
            <a:solidFill>
              <a:srgbClr val="A65843">
                <a:alpha val="100000"/>
              </a:srgbClr>
            </a:solidFill>
            <a:ln w="4762" cap="rnd">
              <a:solidFill>
                <a:srgbClr val="A658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g2615"/>
            <p:cNvSpPr/>
            <p:nvPr/>
          </p:nvSpPr>
          <p:spPr>
            <a:xfrm>
              <a:off x="8824791" y="5284255"/>
              <a:ext cx="17721" cy="122331"/>
            </a:xfrm>
            <a:custGeom>
              <a:avLst/>
              <a:pathLst>
                <a:path w="17721" h="122331">
                  <a:moveTo>
                    <a:pt x="0" y="227"/>
                  </a:moveTo>
                  <a:lnTo>
                    <a:pt x="17721" y="0"/>
                  </a:lnTo>
                  <a:lnTo>
                    <a:pt x="17721" y="122331"/>
                  </a:lnTo>
                  <a:lnTo>
                    <a:pt x="0" y="122331"/>
                  </a:lnTo>
                  <a:close/>
                </a:path>
              </a:pathLst>
            </a:custGeom>
            <a:solidFill>
              <a:srgbClr val="A65743">
                <a:alpha val="100000"/>
              </a:srgbClr>
            </a:solidFill>
            <a:ln w="4762" cap="rnd">
              <a:solidFill>
                <a:srgbClr val="A657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g2616"/>
            <p:cNvSpPr/>
            <p:nvPr/>
          </p:nvSpPr>
          <p:spPr>
            <a:xfrm>
              <a:off x="8842512" y="5284105"/>
              <a:ext cx="17721" cy="122480"/>
            </a:xfrm>
            <a:custGeom>
              <a:avLst/>
              <a:pathLst>
                <a:path w="17721" h="122480">
                  <a:moveTo>
                    <a:pt x="0" y="149"/>
                  </a:moveTo>
                  <a:lnTo>
                    <a:pt x="17721" y="0"/>
                  </a:lnTo>
                  <a:lnTo>
                    <a:pt x="17721" y="122480"/>
                  </a:lnTo>
                  <a:lnTo>
                    <a:pt x="0" y="122480"/>
                  </a:lnTo>
                  <a:close/>
                </a:path>
              </a:pathLst>
            </a:custGeom>
            <a:solidFill>
              <a:srgbClr val="A65742">
                <a:alpha val="100000"/>
              </a:srgbClr>
            </a:solidFill>
            <a:ln w="4762" cap="rnd">
              <a:solidFill>
                <a:srgbClr val="A657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g2617"/>
            <p:cNvSpPr/>
            <p:nvPr/>
          </p:nvSpPr>
          <p:spPr>
            <a:xfrm>
              <a:off x="8860233" y="5284003"/>
              <a:ext cx="17721" cy="122582"/>
            </a:xfrm>
            <a:custGeom>
              <a:avLst/>
              <a:pathLst>
                <a:path w="17721" h="122582">
                  <a:moveTo>
                    <a:pt x="0" y="101"/>
                  </a:moveTo>
                  <a:lnTo>
                    <a:pt x="17721" y="0"/>
                  </a:lnTo>
                  <a:lnTo>
                    <a:pt x="17721" y="122582"/>
                  </a:lnTo>
                  <a:lnTo>
                    <a:pt x="0" y="122582"/>
                  </a:lnTo>
                  <a:close/>
                </a:path>
              </a:pathLst>
            </a:custGeom>
            <a:solidFill>
              <a:srgbClr val="A55742">
                <a:alpha val="100000"/>
              </a:srgbClr>
            </a:solidFill>
            <a:ln w="4762" cap="rnd">
              <a:solidFill>
                <a:srgbClr val="A557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g2618"/>
            <p:cNvSpPr/>
            <p:nvPr/>
          </p:nvSpPr>
          <p:spPr>
            <a:xfrm>
              <a:off x="8877955" y="5283959"/>
              <a:ext cx="17721" cy="122626"/>
            </a:xfrm>
            <a:custGeom>
              <a:avLst/>
              <a:pathLst>
                <a:path w="17721" h="122626">
                  <a:moveTo>
                    <a:pt x="0" y="44"/>
                  </a:moveTo>
                  <a:lnTo>
                    <a:pt x="17721" y="0"/>
                  </a:lnTo>
                  <a:lnTo>
                    <a:pt x="17721" y="122626"/>
                  </a:lnTo>
                  <a:lnTo>
                    <a:pt x="0" y="122626"/>
                  </a:lnTo>
                  <a:close/>
                </a:path>
              </a:pathLst>
            </a:custGeom>
            <a:solidFill>
              <a:srgbClr val="A55642">
                <a:alpha val="100000"/>
              </a:srgbClr>
            </a:solidFill>
            <a:ln w="4762" cap="rnd">
              <a:solidFill>
                <a:srgbClr val="A556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g2619"/>
            <p:cNvSpPr/>
            <p:nvPr/>
          </p:nvSpPr>
          <p:spPr>
            <a:xfrm>
              <a:off x="8895676" y="5283959"/>
              <a:ext cx="17721" cy="122626"/>
            </a:xfrm>
            <a:custGeom>
              <a:avLst/>
              <a:pathLst>
                <a:path w="17721" h="122626">
                  <a:moveTo>
                    <a:pt x="0" y="0"/>
                  </a:moveTo>
                  <a:lnTo>
                    <a:pt x="17721" y="51"/>
                  </a:lnTo>
                  <a:lnTo>
                    <a:pt x="17721" y="122626"/>
                  </a:lnTo>
                  <a:lnTo>
                    <a:pt x="0" y="122626"/>
                  </a:lnTo>
                  <a:close/>
                </a:path>
              </a:pathLst>
            </a:custGeom>
            <a:solidFill>
              <a:srgbClr val="A55641">
                <a:alpha val="100000"/>
              </a:srgbClr>
            </a:solidFill>
            <a:ln w="4762" cap="rnd">
              <a:solidFill>
                <a:srgbClr val="A556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g2620"/>
            <p:cNvSpPr/>
            <p:nvPr/>
          </p:nvSpPr>
          <p:spPr>
            <a:xfrm>
              <a:off x="8913398" y="5284010"/>
              <a:ext cx="17721" cy="122575"/>
            </a:xfrm>
            <a:custGeom>
              <a:avLst/>
              <a:pathLst>
                <a:path w="17721" h="122575">
                  <a:moveTo>
                    <a:pt x="0" y="0"/>
                  </a:moveTo>
                  <a:lnTo>
                    <a:pt x="17721" y="107"/>
                  </a:lnTo>
                  <a:lnTo>
                    <a:pt x="17721" y="122575"/>
                  </a:lnTo>
                  <a:lnTo>
                    <a:pt x="0" y="122575"/>
                  </a:lnTo>
                  <a:close/>
                </a:path>
              </a:pathLst>
            </a:custGeom>
            <a:solidFill>
              <a:srgbClr val="A55541">
                <a:alpha val="100000"/>
              </a:srgbClr>
            </a:solidFill>
            <a:ln w="4762" cap="rnd">
              <a:solidFill>
                <a:srgbClr val="A555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g2621"/>
            <p:cNvSpPr/>
            <p:nvPr/>
          </p:nvSpPr>
          <p:spPr>
            <a:xfrm>
              <a:off x="8931119" y="5284118"/>
              <a:ext cx="17721" cy="122467"/>
            </a:xfrm>
            <a:custGeom>
              <a:avLst/>
              <a:pathLst>
                <a:path w="17721" h="122467">
                  <a:moveTo>
                    <a:pt x="0" y="0"/>
                  </a:moveTo>
                  <a:lnTo>
                    <a:pt x="17721" y="172"/>
                  </a:lnTo>
                  <a:lnTo>
                    <a:pt x="17721" y="122467"/>
                  </a:lnTo>
                  <a:lnTo>
                    <a:pt x="0" y="122467"/>
                  </a:lnTo>
                  <a:close/>
                </a:path>
              </a:pathLst>
            </a:custGeom>
            <a:solidFill>
              <a:srgbClr val="A45541">
                <a:alpha val="100000"/>
              </a:srgbClr>
            </a:solidFill>
            <a:ln w="4762" cap="rnd">
              <a:solidFill>
                <a:srgbClr val="A455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g2622"/>
            <p:cNvSpPr/>
            <p:nvPr/>
          </p:nvSpPr>
          <p:spPr>
            <a:xfrm>
              <a:off x="8948840" y="5284290"/>
              <a:ext cx="17721" cy="122295"/>
            </a:xfrm>
            <a:custGeom>
              <a:avLst/>
              <a:pathLst>
                <a:path w="17721" h="122295">
                  <a:moveTo>
                    <a:pt x="0" y="0"/>
                  </a:moveTo>
                  <a:lnTo>
                    <a:pt x="17721" y="282"/>
                  </a:lnTo>
                  <a:lnTo>
                    <a:pt x="17721" y="122295"/>
                  </a:lnTo>
                  <a:lnTo>
                    <a:pt x="0" y="122295"/>
                  </a:lnTo>
                  <a:close/>
                </a:path>
              </a:pathLst>
            </a:custGeom>
            <a:solidFill>
              <a:srgbClr val="A45540">
                <a:alpha val="100000"/>
              </a:srgbClr>
            </a:solidFill>
            <a:ln w="4762" cap="rnd">
              <a:solidFill>
                <a:srgbClr val="A455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g2623"/>
            <p:cNvSpPr/>
            <p:nvPr/>
          </p:nvSpPr>
          <p:spPr>
            <a:xfrm>
              <a:off x="8966562" y="5284573"/>
              <a:ext cx="35442" cy="122013"/>
            </a:xfrm>
            <a:custGeom>
              <a:avLst/>
              <a:pathLst>
                <a:path w="35442" h="122013">
                  <a:moveTo>
                    <a:pt x="0" y="0"/>
                  </a:moveTo>
                  <a:lnTo>
                    <a:pt x="17721" y="345"/>
                  </a:lnTo>
                  <a:lnTo>
                    <a:pt x="35442" y="758"/>
                  </a:lnTo>
                  <a:lnTo>
                    <a:pt x="35442" y="122013"/>
                  </a:lnTo>
                  <a:lnTo>
                    <a:pt x="17721" y="122013"/>
                  </a:lnTo>
                  <a:lnTo>
                    <a:pt x="0" y="122013"/>
                  </a:lnTo>
                  <a:close/>
                </a:path>
              </a:pathLst>
            </a:custGeom>
            <a:solidFill>
              <a:srgbClr val="A45440">
                <a:alpha val="100000"/>
              </a:srgbClr>
            </a:solidFill>
            <a:ln w="4762" cap="rnd">
              <a:solidFill>
                <a:srgbClr val="A454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g2624"/>
            <p:cNvSpPr/>
            <p:nvPr/>
          </p:nvSpPr>
          <p:spPr>
            <a:xfrm>
              <a:off x="9002004" y="5285331"/>
              <a:ext cx="35442" cy="121254"/>
            </a:xfrm>
            <a:custGeom>
              <a:avLst/>
              <a:pathLst>
                <a:path w="35442" h="121254">
                  <a:moveTo>
                    <a:pt x="0" y="0"/>
                  </a:moveTo>
                  <a:lnTo>
                    <a:pt x="17721" y="534"/>
                  </a:lnTo>
                  <a:lnTo>
                    <a:pt x="35442" y="1135"/>
                  </a:lnTo>
                  <a:lnTo>
                    <a:pt x="35442" y="121254"/>
                  </a:lnTo>
                  <a:lnTo>
                    <a:pt x="17721" y="121254"/>
                  </a:lnTo>
                  <a:lnTo>
                    <a:pt x="0" y="121254"/>
                  </a:lnTo>
                  <a:close/>
                </a:path>
              </a:pathLst>
            </a:custGeom>
            <a:solidFill>
              <a:srgbClr val="A3533F">
                <a:alpha val="100000"/>
              </a:srgbClr>
            </a:solidFill>
            <a:ln w="4762" cap="rnd">
              <a:solidFill>
                <a:srgbClr val="A3533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g2625"/>
            <p:cNvSpPr/>
            <p:nvPr/>
          </p:nvSpPr>
          <p:spPr>
            <a:xfrm>
              <a:off x="9037447" y="5286467"/>
              <a:ext cx="17721" cy="120118"/>
            </a:xfrm>
            <a:custGeom>
              <a:avLst/>
              <a:pathLst>
                <a:path w="17721" h="120118">
                  <a:moveTo>
                    <a:pt x="0" y="0"/>
                  </a:moveTo>
                  <a:lnTo>
                    <a:pt x="17721" y="670"/>
                  </a:lnTo>
                  <a:lnTo>
                    <a:pt x="17721" y="120118"/>
                  </a:lnTo>
                  <a:lnTo>
                    <a:pt x="0" y="120118"/>
                  </a:lnTo>
                  <a:close/>
                </a:path>
              </a:pathLst>
            </a:custGeom>
            <a:solidFill>
              <a:srgbClr val="A3533E">
                <a:alpha val="100000"/>
              </a:srgbClr>
            </a:solidFill>
            <a:ln w="4762" cap="rnd">
              <a:solidFill>
                <a:srgbClr val="A353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g2626"/>
            <p:cNvSpPr/>
            <p:nvPr/>
          </p:nvSpPr>
          <p:spPr>
            <a:xfrm>
              <a:off x="9055168" y="5287137"/>
              <a:ext cx="17721" cy="119448"/>
            </a:xfrm>
            <a:custGeom>
              <a:avLst/>
              <a:pathLst>
                <a:path w="17721" h="119448">
                  <a:moveTo>
                    <a:pt x="0" y="0"/>
                  </a:moveTo>
                  <a:lnTo>
                    <a:pt x="17721" y="798"/>
                  </a:lnTo>
                  <a:lnTo>
                    <a:pt x="17721" y="119448"/>
                  </a:lnTo>
                  <a:lnTo>
                    <a:pt x="0" y="119448"/>
                  </a:lnTo>
                  <a:close/>
                </a:path>
              </a:pathLst>
            </a:custGeom>
            <a:solidFill>
              <a:srgbClr val="A3523E">
                <a:alpha val="100000"/>
              </a:srgbClr>
            </a:solidFill>
            <a:ln w="4762" cap="rnd">
              <a:solidFill>
                <a:srgbClr val="A352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g2627"/>
            <p:cNvSpPr/>
            <p:nvPr/>
          </p:nvSpPr>
          <p:spPr>
            <a:xfrm>
              <a:off x="9072890" y="5287936"/>
              <a:ext cx="17721" cy="118649"/>
            </a:xfrm>
            <a:custGeom>
              <a:avLst/>
              <a:pathLst>
                <a:path w="17721" h="118649">
                  <a:moveTo>
                    <a:pt x="0" y="0"/>
                  </a:moveTo>
                  <a:lnTo>
                    <a:pt x="17721" y="865"/>
                  </a:lnTo>
                  <a:lnTo>
                    <a:pt x="17721" y="118649"/>
                  </a:lnTo>
                  <a:lnTo>
                    <a:pt x="0" y="118649"/>
                  </a:lnTo>
                  <a:close/>
                </a:path>
              </a:pathLst>
            </a:custGeom>
            <a:solidFill>
              <a:srgbClr val="A2523E">
                <a:alpha val="100000"/>
              </a:srgbClr>
            </a:solidFill>
            <a:ln w="4762" cap="rnd">
              <a:solidFill>
                <a:srgbClr val="A252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g2628"/>
            <p:cNvSpPr/>
            <p:nvPr/>
          </p:nvSpPr>
          <p:spPr>
            <a:xfrm>
              <a:off x="9090611" y="5288802"/>
              <a:ext cx="17721" cy="117784"/>
            </a:xfrm>
            <a:custGeom>
              <a:avLst/>
              <a:pathLst>
                <a:path w="17721" h="117784">
                  <a:moveTo>
                    <a:pt x="0" y="0"/>
                  </a:moveTo>
                  <a:lnTo>
                    <a:pt x="17721" y="933"/>
                  </a:lnTo>
                  <a:lnTo>
                    <a:pt x="17721" y="117784"/>
                  </a:lnTo>
                  <a:lnTo>
                    <a:pt x="0" y="117784"/>
                  </a:lnTo>
                  <a:close/>
                </a:path>
              </a:pathLst>
            </a:custGeom>
            <a:solidFill>
              <a:srgbClr val="A2523D">
                <a:alpha val="100000"/>
              </a:srgbClr>
            </a:solidFill>
            <a:ln w="4762" cap="rnd">
              <a:solidFill>
                <a:srgbClr val="A252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g2629"/>
            <p:cNvSpPr/>
            <p:nvPr/>
          </p:nvSpPr>
          <p:spPr>
            <a:xfrm>
              <a:off x="9108333" y="5289735"/>
              <a:ext cx="35442" cy="116850"/>
            </a:xfrm>
            <a:custGeom>
              <a:avLst/>
              <a:pathLst>
                <a:path w="35442" h="116850">
                  <a:moveTo>
                    <a:pt x="0" y="0"/>
                  </a:moveTo>
                  <a:lnTo>
                    <a:pt x="17721" y="1063"/>
                  </a:lnTo>
                  <a:lnTo>
                    <a:pt x="35442" y="2192"/>
                  </a:lnTo>
                  <a:lnTo>
                    <a:pt x="35442" y="116850"/>
                  </a:lnTo>
                  <a:lnTo>
                    <a:pt x="17721" y="116850"/>
                  </a:lnTo>
                  <a:lnTo>
                    <a:pt x="0" y="116850"/>
                  </a:lnTo>
                  <a:close/>
                </a:path>
              </a:pathLst>
            </a:custGeom>
            <a:solidFill>
              <a:srgbClr val="A2513D">
                <a:alpha val="100000"/>
              </a:srgbClr>
            </a:solidFill>
            <a:ln w="4762" cap="rnd">
              <a:solidFill>
                <a:srgbClr val="A251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g2630"/>
            <p:cNvSpPr/>
            <p:nvPr/>
          </p:nvSpPr>
          <p:spPr>
            <a:xfrm>
              <a:off x="9143775" y="5291928"/>
              <a:ext cx="53164" cy="114658"/>
            </a:xfrm>
            <a:custGeom>
              <a:avLst/>
              <a:pathLst>
                <a:path w="53164" h="114658">
                  <a:moveTo>
                    <a:pt x="0" y="0"/>
                  </a:moveTo>
                  <a:lnTo>
                    <a:pt x="17721" y="1194"/>
                  </a:lnTo>
                  <a:lnTo>
                    <a:pt x="35442" y="2511"/>
                  </a:lnTo>
                  <a:lnTo>
                    <a:pt x="53164" y="3892"/>
                  </a:lnTo>
                  <a:lnTo>
                    <a:pt x="53164" y="114658"/>
                  </a:lnTo>
                  <a:lnTo>
                    <a:pt x="35442" y="114658"/>
                  </a:lnTo>
                  <a:lnTo>
                    <a:pt x="17721" y="114658"/>
                  </a:lnTo>
                  <a:lnTo>
                    <a:pt x="0" y="114658"/>
                  </a:lnTo>
                  <a:close/>
                </a:path>
              </a:pathLst>
            </a:custGeom>
            <a:solidFill>
              <a:srgbClr val="A1503C">
                <a:alpha val="100000"/>
              </a:srgbClr>
            </a:solidFill>
            <a:ln w="4762" cap="rnd">
              <a:solidFill>
                <a:srgbClr val="A1503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g2631"/>
            <p:cNvSpPr/>
            <p:nvPr/>
          </p:nvSpPr>
          <p:spPr>
            <a:xfrm>
              <a:off x="9196939" y="5295821"/>
              <a:ext cx="17721" cy="110765"/>
            </a:xfrm>
            <a:custGeom>
              <a:avLst/>
              <a:pathLst>
                <a:path w="17721" h="110765">
                  <a:moveTo>
                    <a:pt x="0" y="0"/>
                  </a:moveTo>
                  <a:lnTo>
                    <a:pt x="17721" y="1442"/>
                  </a:lnTo>
                  <a:lnTo>
                    <a:pt x="17721" y="110765"/>
                  </a:lnTo>
                  <a:lnTo>
                    <a:pt x="0" y="110765"/>
                  </a:lnTo>
                  <a:close/>
                </a:path>
              </a:pathLst>
            </a:custGeom>
            <a:solidFill>
              <a:srgbClr val="A14F3B">
                <a:alpha val="100000"/>
              </a:srgbClr>
            </a:solidFill>
            <a:ln w="4762" cap="rnd">
              <a:solidFill>
                <a:srgbClr val="A14F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g2632"/>
            <p:cNvSpPr/>
            <p:nvPr/>
          </p:nvSpPr>
          <p:spPr>
            <a:xfrm>
              <a:off x="9214661" y="5297263"/>
              <a:ext cx="17721" cy="109322"/>
            </a:xfrm>
            <a:custGeom>
              <a:avLst/>
              <a:pathLst>
                <a:path w="17721" h="109322">
                  <a:moveTo>
                    <a:pt x="0" y="0"/>
                  </a:moveTo>
                  <a:lnTo>
                    <a:pt x="17721" y="1552"/>
                  </a:lnTo>
                  <a:lnTo>
                    <a:pt x="17721" y="109322"/>
                  </a:lnTo>
                  <a:lnTo>
                    <a:pt x="0" y="109322"/>
                  </a:lnTo>
                  <a:close/>
                </a:path>
              </a:pathLst>
            </a:custGeom>
            <a:solidFill>
              <a:srgbClr val="A04F3B">
                <a:alpha val="100000"/>
              </a:srgbClr>
            </a:solidFill>
            <a:ln w="4762" cap="rnd">
              <a:solidFill>
                <a:srgbClr val="A04F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g2633"/>
            <p:cNvSpPr/>
            <p:nvPr/>
          </p:nvSpPr>
          <p:spPr>
            <a:xfrm>
              <a:off x="9232382" y="5298816"/>
              <a:ext cx="53164" cy="107769"/>
            </a:xfrm>
            <a:custGeom>
              <a:avLst/>
              <a:pathLst>
                <a:path w="53164" h="107769">
                  <a:moveTo>
                    <a:pt x="0" y="0"/>
                  </a:moveTo>
                  <a:lnTo>
                    <a:pt x="17721" y="1613"/>
                  </a:lnTo>
                  <a:lnTo>
                    <a:pt x="35442" y="3281"/>
                  </a:lnTo>
                  <a:lnTo>
                    <a:pt x="53164" y="5043"/>
                  </a:lnTo>
                  <a:lnTo>
                    <a:pt x="53164" y="107769"/>
                  </a:lnTo>
                  <a:lnTo>
                    <a:pt x="35442" y="107769"/>
                  </a:lnTo>
                  <a:lnTo>
                    <a:pt x="17721" y="107769"/>
                  </a:lnTo>
                  <a:lnTo>
                    <a:pt x="0" y="107769"/>
                  </a:lnTo>
                  <a:close/>
                </a:path>
              </a:pathLst>
            </a:custGeom>
            <a:solidFill>
              <a:srgbClr val="A04E3A">
                <a:alpha val="100000"/>
              </a:srgbClr>
            </a:solidFill>
            <a:ln w="4762" cap="rnd">
              <a:solidFill>
                <a:srgbClr val="A04E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g2634"/>
            <p:cNvSpPr/>
            <p:nvPr/>
          </p:nvSpPr>
          <p:spPr>
            <a:xfrm>
              <a:off x="9285546" y="5303860"/>
              <a:ext cx="53164" cy="102725"/>
            </a:xfrm>
            <a:custGeom>
              <a:avLst/>
              <a:pathLst>
                <a:path w="53164" h="102725">
                  <a:moveTo>
                    <a:pt x="0" y="0"/>
                  </a:moveTo>
                  <a:lnTo>
                    <a:pt x="17721" y="1816"/>
                  </a:lnTo>
                  <a:lnTo>
                    <a:pt x="35442" y="3680"/>
                  </a:lnTo>
                  <a:lnTo>
                    <a:pt x="53164" y="5621"/>
                  </a:lnTo>
                  <a:lnTo>
                    <a:pt x="53164" y="102725"/>
                  </a:lnTo>
                  <a:lnTo>
                    <a:pt x="35442" y="102725"/>
                  </a:lnTo>
                  <a:lnTo>
                    <a:pt x="17721" y="102725"/>
                  </a:lnTo>
                  <a:lnTo>
                    <a:pt x="0" y="102725"/>
                  </a:lnTo>
                  <a:close/>
                </a:path>
              </a:pathLst>
            </a:custGeom>
            <a:solidFill>
              <a:srgbClr val="9F4D39">
                <a:alpha val="100000"/>
              </a:srgbClr>
            </a:solidFill>
            <a:ln w="4762" cap="rnd">
              <a:solidFill>
                <a:srgbClr val="9F4D3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g2635"/>
            <p:cNvSpPr/>
            <p:nvPr/>
          </p:nvSpPr>
          <p:spPr>
            <a:xfrm>
              <a:off x="9338710" y="5309482"/>
              <a:ext cx="17721" cy="97104"/>
            </a:xfrm>
            <a:custGeom>
              <a:avLst/>
              <a:pathLst>
                <a:path w="17721" h="97104">
                  <a:moveTo>
                    <a:pt x="0" y="0"/>
                  </a:moveTo>
                  <a:lnTo>
                    <a:pt x="17721" y="1986"/>
                  </a:lnTo>
                  <a:lnTo>
                    <a:pt x="17721" y="97104"/>
                  </a:lnTo>
                  <a:lnTo>
                    <a:pt x="0" y="97104"/>
                  </a:lnTo>
                  <a:close/>
                </a:path>
              </a:pathLst>
            </a:custGeom>
            <a:solidFill>
              <a:srgbClr val="9F4C38">
                <a:alpha val="100000"/>
              </a:srgbClr>
            </a:solidFill>
            <a:ln w="4762" cap="rnd">
              <a:solidFill>
                <a:srgbClr val="9F4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g2636"/>
            <p:cNvSpPr/>
            <p:nvPr/>
          </p:nvSpPr>
          <p:spPr>
            <a:xfrm>
              <a:off x="9356432" y="5311468"/>
              <a:ext cx="17721" cy="95118"/>
            </a:xfrm>
            <a:custGeom>
              <a:avLst/>
              <a:pathLst>
                <a:path w="17721" h="95118">
                  <a:moveTo>
                    <a:pt x="0" y="0"/>
                  </a:moveTo>
                  <a:lnTo>
                    <a:pt x="17721" y="2023"/>
                  </a:lnTo>
                  <a:lnTo>
                    <a:pt x="17721" y="95118"/>
                  </a:lnTo>
                  <a:lnTo>
                    <a:pt x="0" y="95118"/>
                  </a:lnTo>
                  <a:close/>
                </a:path>
              </a:pathLst>
            </a:custGeom>
            <a:solidFill>
              <a:srgbClr val="9E4C38">
                <a:alpha val="100000"/>
              </a:srgbClr>
            </a:solidFill>
            <a:ln w="4762" cap="rnd">
              <a:solidFill>
                <a:srgbClr val="9E4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g2637"/>
            <p:cNvSpPr/>
            <p:nvPr/>
          </p:nvSpPr>
          <p:spPr>
            <a:xfrm>
              <a:off x="9374153" y="5313492"/>
              <a:ext cx="17721" cy="93094"/>
            </a:xfrm>
            <a:custGeom>
              <a:avLst/>
              <a:pathLst>
                <a:path w="17721" h="93094">
                  <a:moveTo>
                    <a:pt x="0" y="0"/>
                  </a:moveTo>
                  <a:lnTo>
                    <a:pt x="17721" y="2082"/>
                  </a:lnTo>
                  <a:lnTo>
                    <a:pt x="17721" y="93094"/>
                  </a:lnTo>
                  <a:lnTo>
                    <a:pt x="0" y="93094"/>
                  </a:lnTo>
                  <a:close/>
                </a:path>
              </a:pathLst>
            </a:custGeom>
            <a:solidFill>
              <a:srgbClr val="9E4B38">
                <a:alpha val="100000"/>
              </a:srgbClr>
            </a:solidFill>
            <a:ln w="4762" cap="rnd">
              <a:solidFill>
                <a:srgbClr val="9E4B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g2638"/>
            <p:cNvSpPr/>
            <p:nvPr/>
          </p:nvSpPr>
          <p:spPr>
            <a:xfrm>
              <a:off x="9391874" y="5315574"/>
              <a:ext cx="35442" cy="91011"/>
            </a:xfrm>
            <a:custGeom>
              <a:avLst/>
              <a:pathLst>
                <a:path w="35442" h="91011">
                  <a:moveTo>
                    <a:pt x="0" y="0"/>
                  </a:moveTo>
                  <a:lnTo>
                    <a:pt x="17721" y="2117"/>
                  </a:lnTo>
                  <a:lnTo>
                    <a:pt x="35442" y="4261"/>
                  </a:lnTo>
                  <a:lnTo>
                    <a:pt x="35442" y="91011"/>
                  </a:lnTo>
                  <a:lnTo>
                    <a:pt x="17721" y="91011"/>
                  </a:lnTo>
                  <a:lnTo>
                    <a:pt x="0" y="91011"/>
                  </a:lnTo>
                  <a:close/>
                </a:path>
              </a:pathLst>
            </a:custGeom>
            <a:solidFill>
              <a:srgbClr val="9E4B37">
                <a:alpha val="100000"/>
              </a:srgbClr>
            </a:solidFill>
            <a:ln w="4762" cap="rnd">
              <a:solidFill>
                <a:srgbClr val="9E4B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g2639"/>
            <p:cNvSpPr/>
            <p:nvPr/>
          </p:nvSpPr>
          <p:spPr>
            <a:xfrm>
              <a:off x="9427317" y="5319836"/>
              <a:ext cx="35442" cy="86749"/>
            </a:xfrm>
            <a:custGeom>
              <a:avLst/>
              <a:pathLst>
                <a:path w="35442" h="86749">
                  <a:moveTo>
                    <a:pt x="0" y="0"/>
                  </a:moveTo>
                  <a:lnTo>
                    <a:pt x="17721" y="2184"/>
                  </a:lnTo>
                  <a:lnTo>
                    <a:pt x="35442" y="4391"/>
                  </a:lnTo>
                  <a:lnTo>
                    <a:pt x="35442" y="86749"/>
                  </a:lnTo>
                  <a:lnTo>
                    <a:pt x="17721" y="86749"/>
                  </a:lnTo>
                  <a:lnTo>
                    <a:pt x="0" y="86749"/>
                  </a:lnTo>
                  <a:close/>
                </a:path>
              </a:pathLst>
            </a:custGeom>
            <a:solidFill>
              <a:srgbClr val="9D4A36">
                <a:alpha val="100000"/>
              </a:srgbClr>
            </a:solidFill>
            <a:ln w="4762" cap="rnd">
              <a:solidFill>
                <a:srgbClr val="9D4A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g2640"/>
            <p:cNvSpPr/>
            <p:nvPr/>
          </p:nvSpPr>
          <p:spPr>
            <a:xfrm>
              <a:off x="9462760" y="5324227"/>
              <a:ext cx="17721" cy="82358"/>
            </a:xfrm>
            <a:custGeom>
              <a:avLst/>
              <a:pathLst>
                <a:path w="17721" h="82358">
                  <a:moveTo>
                    <a:pt x="0" y="0"/>
                  </a:moveTo>
                  <a:lnTo>
                    <a:pt x="17721" y="2223"/>
                  </a:lnTo>
                  <a:lnTo>
                    <a:pt x="17721" y="82358"/>
                  </a:lnTo>
                  <a:lnTo>
                    <a:pt x="0" y="82358"/>
                  </a:lnTo>
                  <a:close/>
                </a:path>
              </a:pathLst>
            </a:custGeom>
            <a:solidFill>
              <a:srgbClr val="9D4936">
                <a:alpha val="100000"/>
              </a:srgbClr>
            </a:solidFill>
            <a:ln w="4762" cap="rnd">
              <a:solidFill>
                <a:srgbClr val="9D49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g2641"/>
            <p:cNvSpPr/>
            <p:nvPr/>
          </p:nvSpPr>
          <p:spPr>
            <a:xfrm>
              <a:off x="9480481" y="5326451"/>
              <a:ext cx="17721" cy="80134"/>
            </a:xfrm>
            <a:custGeom>
              <a:avLst/>
              <a:pathLst>
                <a:path w="17721" h="80134">
                  <a:moveTo>
                    <a:pt x="0" y="0"/>
                  </a:moveTo>
                  <a:lnTo>
                    <a:pt x="17721" y="2245"/>
                  </a:lnTo>
                  <a:lnTo>
                    <a:pt x="17721" y="80134"/>
                  </a:lnTo>
                  <a:lnTo>
                    <a:pt x="0" y="80134"/>
                  </a:lnTo>
                  <a:close/>
                </a:path>
              </a:pathLst>
            </a:custGeom>
            <a:solidFill>
              <a:srgbClr val="9D4935">
                <a:alpha val="100000"/>
              </a:srgbClr>
            </a:solidFill>
            <a:ln w="4762" cap="rnd">
              <a:solidFill>
                <a:srgbClr val="9D49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g2642"/>
            <p:cNvSpPr/>
            <p:nvPr/>
          </p:nvSpPr>
          <p:spPr>
            <a:xfrm>
              <a:off x="9498203" y="5328696"/>
              <a:ext cx="17721" cy="77889"/>
            </a:xfrm>
            <a:custGeom>
              <a:avLst/>
              <a:pathLst>
                <a:path w="17721" h="77889">
                  <a:moveTo>
                    <a:pt x="0" y="0"/>
                  </a:moveTo>
                  <a:lnTo>
                    <a:pt x="17721" y="2255"/>
                  </a:lnTo>
                  <a:lnTo>
                    <a:pt x="17721" y="77889"/>
                  </a:lnTo>
                  <a:lnTo>
                    <a:pt x="0" y="77889"/>
                  </a:lnTo>
                  <a:close/>
                </a:path>
              </a:pathLst>
            </a:custGeom>
            <a:solidFill>
              <a:srgbClr val="9C4935">
                <a:alpha val="100000"/>
              </a:srgbClr>
            </a:solidFill>
            <a:ln w="4762" cap="rnd">
              <a:solidFill>
                <a:srgbClr val="9C49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g2643"/>
            <p:cNvSpPr/>
            <p:nvPr/>
          </p:nvSpPr>
          <p:spPr>
            <a:xfrm>
              <a:off x="9515924" y="5330952"/>
              <a:ext cx="17721" cy="75634"/>
            </a:xfrm>
            <a:custGeom>
              <a:avLst/>
              <a:pathLst>
                <a:path w="17721" h="75634">
                  <a:moveTo>
                    <a:pt x="0" y="0"/>
                  </a:moveTo>
                  <a:lnTo>
                    <a:pt x="17721" y="2261"/>
                  </a:lnTo>
                  <a:lnTo>
                    <a:pt x="17721" y="75634"/>
                  </a:lnTo>
                  <a:lnTo>
                    <a:pt x="0" y="75634"/>
                  </a:lnTo>
                  <a:close/>
                </a:path>
              </a:pathLst>
            </a:custGeom>
            <a:solidFill>
              <a:srgbClr val="9C4835">
                <a:alpha val="100000"/>
              </a:srgbClr>
            </a:solidFill>
            <a:ln w="4762" cap="rnd">
              <a:solidFill>
                <a:srgbClr val="9C48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g2644"/>
            <p:cNvSpPr/>
            <p:nvPr/>
          </p:nvSpPr>
          <p:spPr>
            <a:xfrm>
              <a:off x="9533645" y="5333213"/>
              <a:ext cx="17721" cy="73372"/>
            </a:xfrm>
            <a:custGeom>
              <a:avLst/>
              <a:pathLst>
                <a:path w="17721" h="73372">
                  <a:moveTo>
                    <a:pt x="0" y="0"/>
                  </a:moveTo>
                  <a:lnTo>
                    <a:pt x="17721" y="2265"/>
                  </a:lnTo>
                  <a:lnTo>
                    <a:pt x="17721" y="73372"/>
                  </a:lnTo>
                  <a:lnTo>
                    <a:pt x="0" y="73372"/>
                  </a:lnTo>
                  <a:close/>
                </a:path>
              </a:pathLst>
            </a:custGeom>
            <a:solidFill>
              <a:srgbClr val="9C4834">
                <a:alpha val="100000"/>
              </a:srgbClr>
            </a:solidFill>
            <a:ln w="4762" cap="rnd">
              <a:solidFill>
                <a:srgbClr val="9C48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g2645"/>
            <p:cNvSpPr/>
            <p:nvPr/>
          </p:nvSpPr>
          <p:spPr>
            <a:xfrm>
              <a:off x="9551367" y="5335479"/>
              <a:ext cx="17721" cy="71107"/>
            </a:xfrm>
            <a:custGeom>
              <a:avLst/>
              <a:pathLst>
                <a:path w="17721" h="71107">
                  <a:moveTo>
                    <a:pt x="0" y="0"/>
                  </a:moveTo>
                  <a:lnTo>
                    <a:pt x="17721" y="2262"/>
                  </a:lnTo>
                  <a:lnTo>
                    <a:pt x="17721" y="71107"/>
                  </a:lnTo>
                  <a:lnTo>
                    <a:pt x="0" y="71107"/>
                  </a:lnTo>
                  <a:close/>
                </a:path>
              </a:pathLst>
            </a:custGeom>
            <a:solidFill>
              <a:srgbClr val="9C4734">
                <a:alpha val="100000"/>
              </a:srgbClr>
            </a:solidFill>
            <a:ln w="4762" cap="rnd">
              <a:solidFill>
                <a:srgbClr val="9C47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g2646"/>
            <p:cNvSpPr/>
            <p:nvPr/>
          </p:nvSpPr>
          <p:spPr>
            <a:xfrm>
              <a:off x="9569088" y="5337742"/>
              <a:ext cx="17721" cy="68844"/>
            </a:xfrm>
            <a:custGeom>
              <a:avLst/>
              <a:pathLst>
                <a:path w="17721" h="68844">
                  <a:moveTo>
                    <a:pt x="0" y="0"/>
                  </a:moveTo>
                  <a:lnTo>
                    <a:pt x="17721" y="2258"/>
                  </a:lnTo>
                  <a:lnTo>
                    <a:pt x="17721" y="68844"/>
                  </a:lnTo>
                  <a:lnTo>
                    <a:pt x="0" y="68844"/>
                  </a:lnTo>
                  <a:close/>
                </a:path>
              </a:pathLst>
            </a:custGeom>
            <a:solidFill>
              <a:srgbClr val="9B4734">
                <a:alpha val="100000"/>
              </a:srgbClr>
            </a:solidFill>
            <a:ln w="4762" cap="rnd">
              <a:solidFill>
                <a:srgbClr val="9B47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g2647"/>
            <p:cNvSpPr/>
            <p:nvPr/>
          </p:nvSpPr>
          <p:spPr>
            <a:xfrm>
              <a:off x="9586810" y="5340000"/>
              <a:ext cx="17721" cy="66585"/>
            </a:xfrm>
            <a:custGeom>
              <a:avLst/>
              <a:pathLst>
                <a:path w="17721" h="66585">
                  <a:moveTo>
                    <a:pt x="0" y="0"/>
                  </a:moveTo>
                  <a:lnTo>
                    <a:pt x="17721" y="2248"/>
                  </a:lnTo>
                  <a:lnTo>
                    <a:pt x="17721" y="66585"/>
                  </a:lnTo>
                  <a:lnTo>
                    <a:pt x="0" y="66585"/>
                  </a:lnTo>
                  <a:close/>
                </a:path>
              </a:pathLst>
            </a:custGeom>
            <a:solidFill>
              <a:srgbClr val="9B4733">
                <a:alpha val="100000"/>
              </a:srgbClr>
            </a:solidFill>
            <a:ln w="4762" cap="rnd">
              <a:solidFill>
                <a:srgbClr val="9B47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g2648"/>
            <p:cNvSpPr/>
            <p:nvPr/>
          </p:nvSpPr>
          <p:spPr>
            <a:xfrm>
              <a:off x="9604531" y="5342249"/>
              <a:ext cx="17721" cy="64337"/>
            </a:xfrm>
            <a:custGeom>
              <a:avLst/>
              <a:pathLst>
                <a:path w="17721" h="64337">
                  <a:moveTo>
                    <a:pt x="0" y="0"/>
                  </a:moveTo>
                  <a:lnTo>
                    <a:pt x="17721" y="2232"/>
                  </a:lnTo>
                  <a:lnTo>
                    <a:pt x="17721" y="64337"/>
                  </a:lnTo>
                  <a:lnTo>
                    <a:pt x="0" y="64337"/>
                  </a:lnTo>
                  <a:close/>
                </a:path>
              </a:pathLst>
            </a:custGeom>
            <a:solidFill>
              <a:srgbClr val="9B4633">
                <a:alpha val="100000"/>
              </a:srgbClr>
            </a:solidFill>
            <a:ln w="4762" cap="rnd">
              <a:solidFill>
                <a:srgbClr val="9B46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g2649"/>
            <p:cNvSpPr/>
            <p:nvPr/>
          </p:nvSpPr>
          <p:spPr>
            <a:xfrm>
              <a:off x="9622252" y="5344481"/>
              <a:ext cx="17721" cy="62105"/>
            </a:xfrm>
            <a:custGeom>
              <a:avLst/>
              <a:pathLst>
                <a:path w="17721" h="62105">
                  <a:moveTo>
                    <a:pt x="0" y="0"/>
                  </a:moveTo>
                  <a:lnTo>
                    <a:pt x="17721" y="2219"/>
                  </a:lnTo>
                  <a:lnTo>
                    <a:pt x="17721" y="62105"/>
                  </a:lnTo>
                  <a:lnTo>
                    <a:pt x="0" y="62105"/>
                  </a:lnTo>
                  <a:close/>
                </a:path>
              </a:pathLst>
            </a:custGeom>
            <a:solidFill>
              <a:srgbClr val="9A4633">
                <a:alpha val="100000"/>
              </a:srgbClr>
            </a:solidFill>
            <a:ln w="4762" cap="rnd">
              <a:solidFill>
                <a:srgbClr val="9A46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g2650"/>
            <p:cNvSpPr/>
            <p:nvPr/>
          </p:nvSpPr>
          <p:spPr>
            <a:xfrm>
              <a:off x="9639974" y="5346700"/>
              <a:ext cx="35442" cy="59886"/>
            </a:xfrm>
            <a:custGeom>
              <a:avLst/>
              <a:pathLst>
                <a:path w="35442" h="59886">
                  <a:moveTo>
                    <a:pt x="0" y="0"/>
                  </a:moveTo>
                  <a:lnTo>
                    <a:pt x="17721" y="2195"/>
                  </a:lnTo>
                  <a:lnTo>
                    <a:pt x="35442" y="4362"/>
                  </a:lnTo>
                  <a:lnTo>
                    <a:pt x="35442" y="59886"/>
                  </a:lnTo>
                  <a:lnTo>
                    <a:pt x="17721" y="59886"/>
                  </a:lnTo>
                  <a:lnTo>
                    <a:pt x="0" y="59886"/>
                  </a:lnTo>
                  <a:close/>
                </a:path>
              </a:pathLst>
            </a:custGeom>
            <a:solidFill>
              <a:srgbClr val="9A4532">
                <a:alpha val="100000"/>
              </a:srgbClr>
            </a:solidFill>
            <a:ln w="4762" cap="rnd">
              <a:solidFill>
                <a:srgbClr val="9A453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g2651"/>
            <p:cNvSpPr/>
            <p:nvPr/>
          </p:nvSpPr>
          <p:spPr>
            <a:xfrm>
              <a:off x="9675416" y="5351063"/>
              <a:ext cx="17721" cy="55523"/>
            </a:xfrm>
            <a:custGeom>
              <a:avLst/>
              <a:pathLst>
                <a:path w="17721" h="55523">
                  <a:moveTo>
                    <a:pt x="0" y="0"/>
                  </a:moveTo>
                  <a:lnTo>
                    <a:pt x="17721" y="2146"/>
                  </a:lnTo>
                  <a:lnTo>
                    <a:pt x="17721" y="55523"/>
                  </a:lnTo>
                  <a:lnTo>
                    <a:pt x="0" y="55523"/>
                  </a:lnTo>
                  <a:close/>
                </a:path>
              </a:pathLst>
            </a:custGeom>
            <a:solidFill>
              <a:srgbClr val="9A4531">
                <a:alpha val="100000"/>
              </a:srgbClr>
            </a:solidFill>
            <a:ln w="4762" cap="rnd">
              <a:solidFill>
                <a:srgbClr val="9A453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g2652"/>
            <p:cNvSpPr/>
            <p:nvPr/>
          </p:nvSpPr>
          <p:spPr>
            <a:xfrm>
              <a:off x="9693138" y="5353209"/>
              <a:ext cx="35442" cy="53376"/>
            </a:xfrm>
            <a:custGeom>
              <a:avLst/>
              <a:pathLst>
                <a:path w="35442" h="53376">
                  <a:moveTo>
                    <a:pt x="0" y="0"/>
                  </a:moveTo>
                  <a:lnTo>
                    <a:pt x="17721" y="2112"/>
                  </a:lnTo>
                  <a:lnTo>
                    <a:pt x="35442" y="4185"/>
                  </a:lnTo>
                  <a:lnTo>
                    <a:pt x="35442" y="53376"/>
                  </a:lnTo>
                  <a:lnTo>
                    <a:pt x="17721" y="53376"/>
                  </a:lnTo>
                  <a:lnTo>
                    <a:pt x="0" y="53376"/>
                  </a:lnTo>
                  <a:close/>
                </a:path>
              </a:pathLst>
            </a:custGeom>
            <a:solidFill>
              <a:srgbClr val="994431">
                <a:alpha val="100000"/>
              </a:srgbClr>
            </a:solidFill>
            <a:ln w="4762" cap="rnd">
              <a:solidFill>
                <a:srgbClr val="99443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g2653"/>
            <p:cNvSpPr/>
            <p:nvPr/>
          </p:nvSpPr>
          <p:spPr>
            <a:xfrm>
              <a:off x="9728580" y="5357395"/>
              <a:ext cx="17721" cy="49191"/>
            </a:xfrm>
            <a:custGeom>
              <a:avLst/>
              <a:pathLst>
                <a:path w="17721" h="49191">
                  <a:moveTo>
                    <a:pt x="0" y="0"/>
                  </a:moveTo>
                  <a:lnTo>
                    <a:pt x="17721" y="2045"/>
                  </a:lnTo>
                  <a:lnTo>
                    <a:pt x="17721" y="49191"/>
                  </a:lnTo>
                  <a:lnTo>
                    <a:pt x="0" y="49191"/>
                  </a:lnTo>
                  <a:close/>
                </a:path>
              </a:pathLst>
            </a:custGeom>
            <a:solidFill>
              <a:srgbClr val="994430">
                <a:alpha val="100000"/>
              </a:srgbClr>
            </a:solidFill>
            <a:ln w="4762" cap="rnd">
              <a:solidFill>
                <a:srgbClr val="9944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g2654"/>
            <p:cNvSpPr/>
            <p:nvPr/>
          </p:nvSpPr>
          <p:spPr>
            <a:xfrm>
              <a:off x="9746302" y="5359440"/>
              <a:ext cx="17721" cy="47145"/>
            </a:xfrm>
            <a:custGeom>
              <a:avLst/>
              <a:pathLst>
                <a:path w="17721" h="47145">
                  <a:moveTo>
                    <a:pt x="0" y="0"/>
                  </a:moveTo>
                  <a:lnTo>
                    <a:pt x="17721" y="2003"/>
                  </a:lnTo>
                  <a:lnTo>
                    <a:pt x="17721" y="47145"/>
                  </a:lnTo>
                  <a:lnTo>
                    <a:pt x="0" y="47145"/>
                  </a:lnTo>
                  <a:close/>
                </a:path>
              </a:pathLst>
            </a:custGeom>
            <a:solidFill>
              <a:srgbClr val="994330">
                <a:alpha val="100000"/>
              </a:srgbClr>
            </a:solidFill>
            <a:ln w="4762" cap="rnd">
              <a:solidFill>
                <a:srgbClr val="9943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g2655"/>
            <p:cNvSpPr/>
            <p:nvPr/>
          </p:nvSpPr>
          <p:spPr>
            <a:xfrm>
              <a:off x="9764023" y="5361444"/>
              <a:ext cx="17721" cy="45142"/>
            </a:xfrm>
            <a:custGeom>
              <a:avLst/>
              <a:pathLst>
                <a:path w="17721" h="45142">
                  <a:moveTo>
                    <a:pt x="0" y="0"/>
                  </a:moveTo>
                  <a:lnTo>
                    <a:pt x="17721" y="1955"/>
                  </a:lnTo>
                  <a:lnTo>
                    <a:pt x="17721" y="45142"/>
                  </a:lnTo>
                  <a:lnTo>
                    <a:pt x="0" y="45142"/>
                  </a:lnTo>
                  <a:close/>
                </a:path>
              </a:pathLst>
            </a:custGeom>
            <a:solidFill>
              <a:srgbClr val="984330">
                <a:alpha val="100000"/>
              </a:srgbClr>
            </a:solidFill>
            <a:ln w="4762" cap="rnd">
              <a:solidFill>
                <a:srgbClr val="9843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g2656"/>
            <p:cNvSpPr/>
            <p:nvPr/>
          </p:nvSpPr>
          <p:spPr>
            <a:xfrm>
              <a:off x="9781745" y="5363399"/>
              <a:ext cx="53164" cy="43187"/>
            </a:xfrm>
            <a:custGeom>
              <a:avLst/>
              <a:pathLst>
                <a:path w="53164" h="43187">
                  <a:moveTo>
                    <a:pt x="0" y="0"/>
                  </a:moveTo>
                  <a:lnTo>
                    <a:pt x="17721" y="1921"/>
                  </a:lnTo>
                  <a:lnTo>
                    <a:pt x="35442" y="3796"/>
                  </a:lnTo>
                  <a:lnTo>
                    <a:pt x="53164" y="5615"/>
                  </a:lnTo>
                  <a:lnTo>
                    <a:pt x="53164" y="43187"/>
                  </a:lnTo>
                  <a:lnTo>
                    <a:pt x="35442" y="43187"/>
                  </a:lnTo>
                  <a:lnTo>
                    <a:pt x="17721" y="43187"/>
                  </a:lnTo>
                  <a:lnTo>
                    <a:pt x="0" y="43187"/>
                  </a:lnTo>
                  <a:close/>
                </a:path>
              </a:pathLst>
            </a:custGeom>
            <a:solidFill>
              <a:srgbClr val="98422F">
                <a:alpha val="100000"/>
              </a:srgbClr>
            </a:solidFill>
            <a:ln w="4762" cap="rnd">
              <a:solidFill>
                <a:srgbClr val="9842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g2657"/>
            <p:cNvSpPr/>
            <p:nvPr/>
          </p:nvSpPr>
          <p:spPr>
            <a:xfrm>
              <a:off x="9834909" y="5369014"/>
              <a:ext cx="35442" cy="37572"/>
            </a:xfrm>
            <a:custGeom>
              <a:avLst/>
              <a:pathLst>
                <a:path w="35442" h="37572">
                  <a:moveTo>
                    <a:pt x="0" y="0"/>
                  </a:moveTo>
                  <a:lnTo>
                    <a:pt x="17721" y="1781"/>
                  </a:lnTo>
                  <a:lnTo>
                    <a:pt x="35442" y="3513"/>
                  </a:lnTo>
                  <a:lnTo>
                    <a:pt x="35442" y="37572"/>
                  </a:lnTo>
                  <a:lnTo>
                    <a:pt x="17721" y="37572"/>
                  </a:lnTo>
                  <a:lnTo>
                    <a:pt x="0" y="37572"/>
                  </a:lnTo>
                  <a:close/>
                </a:path>
              </a:pathLst>
            </a:custGeom>
            <a:solidFill>
              <a:srgbClr val="97412E">
                <a:alpha val="100000"/>
              </a:srgbClr>
            </a:solidFill>
            <a:ln w="4762" cap="rnd">
              <a:solidFill>
                <a:srgbClr val="9741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g2658"/>
            <p:cNvSpPr/>
            <p:nvPr/>
          </p:nvSpPr>
          <p:spPr>
            <a:xfrm>
              <a:off x="9870351" y="5372527"/>
              <a:ext cx="17721" cy="34058"/>
            </a:xfrm>
            <a:custGeom>
              <a:avLst/>
              <a:pathLst>
                <a:path w="17721" h="34058">
                  <a:moveTo>
                    <a:pt x="0" y="0"/>
                  </a:moveTo>
                  <a:lnTo>
                    <a:pt x="17721" y="1669"/>
                  </a:lnTo>
                  <a:lnTo>
                    <a:pt x="17721" y="34058"/>
                  </a:lnTo>
                  <a:lnTo>
                    <a:pt x="0" y="34058"/>
                  </a:lnTo>
                  <a:close/>
                </a:path>
              </a:pathLst>
            </a:custGeom>
            <a:solidFill>
              <a:srgbClr val="97402E">
                <a:alpha val="100000"/>
              </a:srgbClr>
            </a:solidFill>
            <a:ln w="4762" cap="rnd">
              <a:solidFill>
                <a:srgbClr val="97402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g2659"/>
            <p:cNvSpPr/>
            <p:nvPr/>
          </p:nvSpPr>
          <p:spPr>
            <a:xfrm>
              <a:off x="9888073" y="5374196"/>
              <a:ext cx="17721" cy="32389"/>
            </a:xfrm>
            <a:custGeom>
              <a:avLst/>
              <a:pathLst>
                <a:path w="17721" h="32389">
                  <a:moveTo>
                    <a:pt x="0" y="0"/>
                  </a:moveTo>
                  <a:lnTo>
                    <a:pt x="17721" y="1630"/>
                  </a:lnTo>
                  <a:lnTo>
                    <a:pt x="17721" y="32389"/>
                  </a:lnTo>
                  <a:lnTo>
                    <a:pt x="0" y="32389"/>
                  </a:lnTo>
                  <a:close/>
                </a:path>
              </a:pathLst>
            </a:custGeom>
            <a:solidFill>
              <a:srgbClr val="97402D">
                <a:alpha val="100000"/>
              </a:srgbClr>
            </a:solidFill>
            <a:ln w="4762" cap="rnd">
              <a:solidFill>
                <a:srgbClr val="97402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g2660"/>
            <p:cNvSpPr/>
            <p:nvPr/>
          </p:nvSpPr>
          <p:spPr>
            <a:xfrm>
              <a:off x="9905794" y="5375827"/>
              <a:ext cx="17721" cy="30759"/>
            </a:xfrm>
            <a:custGeom>
              <a:avLst/>
              <a:pathLst>
                <a:path w="17721" h="30759">
                  <a:moveTo>
                    <a:pt x="0" y="0"/>
                  </a:moveTo>
                  <a:lnTo>
                    <a:pt x="17721" y="1578"/>
                  </a:lnTo>
                  <a:lnTo>
                    <a:pt x="17721" y="30759"/>
                  </a:lnTo>
                  <a:lnTo>
                    <a:pt x="0" y="30759"/>
                  </a:lnTo>
                  <a:close/>
                </a:path>
              </a:pathLst>
            </a:custGeom>
            <a:solidFill>
              <a:srgbClr val="96402D">
                <a:alpha val="100000"/>
              </a:srgbClr>
            </a:solidFill>
            <a:ln w="4762" cap="rnd">
              <a:solidFill>
                <a:srgbClr val="96402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g2661"/>
            <p:cNvSpPr/>
            <p:nvPr/>
          </p:nvSpPr>
          <p:spPr>
            <a:xfrm>
              <a:off x="9923516" y="5377405"/>
              <a:ext cx="17721" cy="29180"/>
            </a:xfrm>
            <a:custGeom>
              <a:avLst/>
              <a:pathLst>
                <a:path w="17721" h="29180">
                  <a:moveTo>
                    <a:pt x="0" y="0"/>
                  </a:moveTo>
                  <a:lnTo>
                    <a:pt x="17721" y="1512"/>
                  </a:lnTo>
                  <a:lnTo>
                    <a:pt x="17721" y="29180"/>
                  </a:lnTo>
                  <a:lnTo>
                    <a:pt x="0" y="29180"/>
                  </a:lnTo>
                  <a:close/>
                </a:path>
              </a:pathLst>
            </a:custGeom>
            <a:solidFill>
              <a:srgbClr val="963F2D">
                <a:alpha val="100000"/>
              </a:srgbClr>
            </a:solidFill>
            <a:ln w="4762" cap="rnd">
              <a:solidFill>
                <a:srgbClr val="963F2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g2662"/>
            <p:cNvSpPr/>
            <p:nvPr/>
          </p:nvSpPr>
          <p:spPr>
            <a:xfrm>
              <a:off x="9941237" y="5378918"/>
              <a:ext cx="17721" cy="27667"/>
            </a:xfrm>
            <a:custGeom>
              <a:avLst/>
              <a:pathLst>
                <a:path w="17721" h="27667">
                  <a:moveTo>
                    <a:pt x="0" y="0"/>
                  </a:moveTo>
                  <a:lnTo>
                    <a:pt x="17721" y="1472"/>
                  </a:lnTo>
                  <a:lnTo>
                    <a:pt x="17721" y="27667"/>
                  </a:lnTo>
                  <a:lnTo>
                    <a:pt x="0" y="27667"/>
                  </a:lnTo>
                  <a:close/>
                </a:path>
              </a:pathLst>
            </a:custGeom>
            <a:solidFill>
              <a:srgbClr val="963F2C">
                <a:alpha val="100000"/>
              </a:srgbClr>
            </a:solidFill>
            <a:ln w="4762" cap="rnd">
              <a:solidFill>
                <a:srgbClr val="963F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g2663"/>
            <p:cNvSpPr/>
            <p:nvPr/>
          </p:nvSpPr>
          <p:spPr>
            <a:xfrm>
              <a:off x="9958958" y="5380391"/>
              <a:ext cx="17721" cy="26194"/>
            </a:xfrm>
            <a:custGeom>
              <a:avLst/>
              <a:pathLst>
                <a:path w="17721" h="26194">
                  <a:moveTo>
                    <a:pt x="0" y="0"/>
                  </a:moveTo>
                  <a:lnTo>
                    <a:pt x="17721" y="1422"/>
                  </a:lnTo>
                  <a:lnTo>
                    <a:pt x="17721" y="26194"/>
                  </a:lnTo>
                  <a:lnTo>
                    <a:pt x="0" y="26194"/>
                  </a:lnTo>
                  <a:close/>
                </a:path>
              </a:pathLst>
            </a:custGeom>
            <a:solidFill>
              <a:srgbClr val="963E2C">
                <a:alpha val="100000"/>
              </a:srgbClr>
            </a:solidFill>
            <a:ln w="4762" cap="rnd">
              <a:solidFill>
                <a:srgbClr val="963E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g2664"/>
            <p:cNvSpPr/>
            <p:nvPr/>
          </p:nvSpPr>
          <p:spPr>
            <a:xfrm>
              <a:off x="9976680" y="5381814"/>
              <a:ext cx="17721" cy="24772"/>
            </a:xfrm>
            <a:custGeom>
              <a:avLst/>
              <a:pathLst>
                <a:path w="17721" h="24772">
                  <a:moveTo>
                    <a:pt x="0" y="0"/>
                  </a:moveTo>
                  <a:lnTo>
                    <a:pt x="17721" y="1354"/>
                  </a:lnTo>
                  <a:lnTo>
                    <a:pt x="17721" y="24772"/>
                  </a:lnTo>
                  <a:lnTo>
                    <a:pt x="0" y="24772"/>
                  </a:lnTo>
                  <a:close/>
                </a:path>
              </a:pathLst>
            </a:custGeom>
            <a:solidFill>
              <a:srgbClr val="953E2C">
                <a:alpha val="100000"/>
              </a:srgbClr>
            </a:solidFill>
            <a:ln w="4762" cap="rnd">
              <a:solidFill>
                <a:srgbClr val="953E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g2665"/>
            <p:cNvSpPr/>
            <p:nvPr/>
          </p:nvSpPr>
          <p:spPr>
            <a:xfrm>
              <a:off x="9994401" y="5383168"/>
              <a:ext cx="17721" cy="23418"/>
            </a:xfrm>
            <a:custGeom>
              <a:avLst/>
              <a:pathLst>
                <a:path w="17721" h="23418">
                  <a:moveTo>
                    <a:pt x="0" y="0"/>
                  </a:moveTo>
                  <a:lnTo>
                    <a:pt x="17721" y="1314"/>
                  </a:lnTo>
                  <a:lnTo>
                    <a:pt x="17721" y="23418"/>
                  </a:lnTo>
                  <a:lnTo>
                    <a:pt x="0" y="23418"/>
                  </a:lnTo>
                  <a:close/>
                </a:path>
              </a:pathLst>
            </a:custGeom>
            <a:solidFill>
              <a:srgbClr val="953E2B">
                <a:alpha val="100000"/>
              </a:srgbClr>
            </a:solidFill>
            <a:ln w="4762" cap="rnd">
              <a:solidFill>
                <a:srgbClr val="953E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g2666"/>
            <p:cNvSpPr/>
            <p:nvPr/>
          </p:nvSpPr>
          <p:spPr>
            <a:xfrm>
              <a:off x="10012122" y="5384482"/>
              <a:ext cx="17721" cy="22103"/>
            </a:xfrm>
            <a:custGeom>
              <a:avLst/>
              <a:pathLst>
                <a:path w="17721" h="22103">
                  <a:moveTo>
                    <a:pt x="0" y="0"/>
                  </a:moveTo>
                  <a:lnTo>
                    <a:pt x="17721" y="1265"/>
                  </a:lnTo>
                  <a:lnTo>
                    <a:pt x="17721" y="22103"/>
                  </a:lnTo>
                  <a:lnTo>
                    <a:pt x="0" y="22103"/>
                  </a:lnTo>
                  <a:close/>
                </a:path>
              </a:pathLst>
            </a:custGeom>
            <a:solidFill>
              <a:srgbClr val="953D2B">
                <a:alpha val="100000"/>
              </a:srgbClr>
            </a:solidFill>
            <a:ln w="4762" cap="rnd">
              <a:solidFill>
                <a:srgbClr val="953D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g2667"/>
            <p:cNvSpPr/>
            <p:nvPr/>
          </p:nvSpPr>
          <p:spPr>
            <a:xfrm>
              <a:off x="10029844" y="5385748"/>
              <a:ext cx="17721" cy="20837"/>
            </a:xfrm>
            <a:custGeom>
              <a:avLst/>
              <a:pathLst>
                <a:path w="17721" h="20837">
                  <a:moveTo>
                    <a:pt x="0" y="0"/>
                  </a:moveTo>
                  <a:lnTo>
                    <a:pt x="17721" y="1197"/>
                  </a:lnTo>
                  <a:lnTo>
                    <a:pt x="17721" y="20837"/>
                  </a:lnTo>
                  <a:lnTo>
                    <a:pt x="0" y="20837"/>
                  </a:lnTo>
                  <a:close/>
                </a:path>
              </a:pathLst>
            </a:custGeom>
            <a:solidFill>
              <a:srgbClr val="953D2A">
                <a:alpha val="100000"/>
              </a:srgbClr>
            </a:solidFill>
            <a:ln w="4762" cap="rnd">
              <a:solidFill>
                <a:srgbClr val="953D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g2668"/>
            <p:cNvSpPr/>
            <p:nvPr/>
          </p:nvSpPr>
          <p:spPr>
            <a:xfrm>
              <a:off x="10047565" y="5386946"/>
              <a:ext cx="35442" cy="19640"/>
            </a:xfrm>
            <a:custGeom>
              <a:avLst/>
              <a:pathLst>
                <a:path w="35442" h="19640">
                  <a:moveTo>
                    <a:pt x="0" y="0"/>
                  </a:moveTo>
                  <a:lnTo>
                    <a:pt x="17721" y="1158"/>
                  </a:lnTo>
                  <a:lnTo>
                    <a:pt x="35442" y="2272"/>
                  </a:lnTo>
                  <a:lnTo>
                    <a:pt x="35442" y="19640"/>
                  </a:lnTo>
                  <a:lnTo>
                    <a:pt x="17721" y="19640"/>
                  </a:lnTo>
                  <a:lnTo>
                    <a:pt x="0" y="19640"/>
                  </a:lnTo>
                  <a:close/>
                </a:path>
              </a:pathLst>
            </a:custGeom>
            <a:solidFill>
              <a:srgbClr val="943C2A">
                <a:alpha val="100000"/>
              </a:srgbClr>
            </a:solidFill>
            <a:ln w="4762" cap="rnd">
              <a:solidFill>
                <a:srgbClr val="943C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g2669"/>
            <p:cNvSpPr/>
            <p:nvPr/>
          </p:nvSpPr>
          <p:spPr>
            <a:xfrm>
              <a:off x="10083008" y="5389218"/>
              <a:ext cx="17721" cy="17367"/>
            </a:xfrm>
            <a:custGeom>
              <a:avLst/>
              <a:pathLst>
                <a:path w="17721" h="17367">
                  <a:moveTo>
                    <a:pt x="0" y="0"/>
                  </a:moveTo>
                  <a:lnTo>
                    <a:pt x="17721" y="1046"/>
                  </a:lnTo>
                  <a:lnTo>
                    <a:pt x="17721" y="17367"/>
                  </a:lnTo>
                  <a:lnTo>
                    <a:pt x="0" y="17367"/>
                  </a:lnTo>
                  <a:close/>
                </a:path>
              </a:pathLst>
            </a:custGeom>
            <a:solidFill>
              <a:srgbClr val="943C29">
                <a:alpha val="100000"/>
              </a:srgbClr>
            </a:solidFill>
            <a:ln w="4762" cap="rnd">
              <a:solidFill>
                <a:srgbClr val="943C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g2670"/>
            <p:cNvSpPr/>
            <p:nvPr/>
          </p:nvSpPr>
          <p:spPr>
            <a:xfrm>
              <a:off x="10100729" y="5390265"/>
              <a:ext cx="35442" cy="16321"/>
            </a:xfrm>
            <a:custGeom>
              <a:avLst/>
              <a:pathLst>
                <a:path w="35442" h="16321">
                  <a:moveTo>
                    <a:pt x="0" y="0"/>
                  </a:moveTo>
                  <a:lnTo>
                    <a:pt x="17721" y="1009"/>
                  </a:lnTo>
                  <a:lnTo>
                    <a:pt x="35442" y="1978"/>
                  </a:lnTo>
                  <a:lnTo>
                    <a:pt x="35442" y="16321"/>
                  </a:lnTo>
                  <a:lnTo>
                    <a:pt x="17721" y="16321"/>
                  </a:lnTo>
                  <a:lnTo>
                    <a:pt x="0" y="16321"/>
                  </a:lnTo>
                  <a:close/>
                </a:path>
              </a:pathLst>
            </a:custGeom>
            <a:solidFill>
              <a:srgbClr val="933B29">
                <a:alpha val="100000"/>
              </a:srgbClr>
            </a:solidFill>
            <a:ln w="4762" cap="rnd">
              <a:solidFill>
                <a:srgbClr val="933B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g2671"/>
            <p:cNvSpPr/>
            <p:nvPr/>
          </p:nvSpPr>
          <p:spPr>
            <a:xfrm>
              <a:off x="10136172" y="5392243"/>
              <a:ext cx="35442" cy="14342"/>
            </a:xfrm>
            <a:custGeom>
              <a:avLst/>
              <a:pathLst>
                <a:path w="35442" h="14342">
                  <a:moveTo>
                    <a:pt x="0" y="0"/>
                  </a:moveTo>
                  <a:lnTo>
                    <a:pt x="17721" y="903"/>
                  </a:lnTo>
                  <a:lnTo>
                    <a:pt x="35442" y="1773"/>
                  </a:lnTo>
                  <a:lnTo>
                    <a:pt x="35442" y="14342"/>
                  </a:lnTo>
                  <a:lnTo>
                    <a:pt x="17721" y="14342"/>
                  </a:lnTo>
                  <a:lnTo>
                    <a:pt x="0" y="14342"/>
                  </a:lnTo>
                  <a:close/>
                </a:path>
              </a:pathLst>
            </a:custGeom>
            <a:solidFill>
              <a:srgbClr val="933A28">
                <a:alpha val="100000"/>
              </a:srgbClr>
            </a:solidFill>
            <a:ln w="4762" cap="rnd">
              <a:solidFill>
                <a:srgbClr val="933A2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g2672"/>
            <p:cNvSpPr/>
            <p:nvPr/>
          </p:nvSpPr>
          <p:spPr>
            <a:xfrm>
              <a:off x="10171615" y="5394017"/>
              <a:ext cx="17721" cy="12568"/>
            </a:xfrm>
            <a:custGeom>
              <a:avLst/>
              <a:pathLst>
                <a:path w="17721" h="12568">
                  <a:moveTo>
                    <a:pt x="0" y="0"/>
                  </a:moveTo>
                  <a:lnTo>
                    <a:pt x="17721" y="832"/>
                  </a:lnTo>
                  <a:lnTo>
                    <a:pt x="17721" y="12568"/>
                  </a:lnTo>
                  <a:lnTo>
                    <a:pt x="0" y="12568"/>
                  </a:lnTo>
                  <a:close/>
                </a:path>
              </a:pathLst>
            </a:custGeom>
            <a:solidFill>
              <a:srgbClr val="923A28">
                <a:alpha val="100000"/>
              </a:srgbClr>
            </a:solidFill>
            <a:ln w="4762" cap="rnd">
              <a:solidFill>
                <a:srgbClr val="923A2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g2673"/>
            <p:cNvSpPr/>
            <p:nvPr/>
          </p:nvSpPr>
          <p:spPr>
            <a:xfrm>
              <a:off x="10189336" y="5394850"/>
              <a:ext cx="35442" cy="11735"/>
            </a:xfrm>
            <a:custGeom>
              <a:avLst/>
              <a:pathLst>
                <a:path w="35442" h="11735">
                  <a:moveTo>
                    <a:pt x="0" y="0"/>
                  </a:moveTo>
                  <a:lnTo>
                    <a:pt x="17721" y="771"/>
                  </a:lnTo>
                  <a:lnTo>
                    <a:pt x="35442" y="1512"/>
                  </a:lnTo>
                  <a:lnTo>
                    <a:pt x="35442" y="11735"/>
                  </a:lnTo>
                  <a:lnTo>
                    <a:pt x="17721" y="11735"/>
                  </a:lnTo>
                  <a:lnTo>
                    <a:pt x="0" y="11735"/>
                  </a:lnTo>
                  <a:close/>
                </a:path>
              </a:pathLst>
            </a:custGeom>
            <a:solidFill>
              <a:srgbClr val="923927">
                <a:alpha val="100000"/>
              </a:srgbClr>
            </a:solidFill>
            <a:ln w="4762" cap="rnd">
              <a:solidFill>
                <a:srgbClr val="9239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g2674"/>
            <p:cNvSpPr/>
            <p:nvPr/>
          </p:nvSpPr>
          <p:spPr>
            <a:xfrm>
              <a:off x="10224779" y="5396363"/>
              <a:ext cx="17721" cy="10223"/>
            </a:xfrm>
            <a:custGeom>
              <a:avLst/>
              <a:pathLst>
                <a:path w="17721" h="10223">
                  <a:moveTo>
                    <a:pt x="0" y="0"/>
                  </a:moveTo>
                  <a:lnTo>
                    <a:pt x="17721" y="708"/>
                  </a:lnTo>
                  <a:lnTo>
                    <a:pt x="17721" y="10223"/>
                  </a:lnTo>
                  <a:lnTo>
                    <a:pt x="0" y="10223"/>
                  </a:lnTo>
                  <a:close/>
                </a:path>
              </a:pathLst>
            </a:custGeom>
            <a:solidFill>
              <a:srgbClr val="923827">
                <a:alpha val="100000"/>
              </a:srgbClr>
            </a:solidFill>
            <a:ln w="4762" cap="rnd">
              <a:solidFill>
                <a:srgbClr val="9238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g2675"/>
            <p:cNvSpPr/>
            <p:nvPr/>
          </p:nvSpPr>
          <p:spPr>
            <a:xfrm>
              <a:off x="10242500" y="5397071"/>
              <a:ext cx="35442" cy="9514"/>
            </a:xfrm>
            <a:custGeom>
              <a:avLst/>
              <a:pathLst>
                <a:path w="35442" h="9514">
                  <a:moveTo>
                    <a:pt x="0" y="0"/>
                  </a:moveTo>
                  <a:lnTo>
                    <a:pt x="17721" y="651"/>
                  </a:lnTo>
                  <a:lnTo>
                    <a:pt x="35442" y="1275"/>
                  </a:lnTo>
                  <a:lnTo>
                    <a:pt x="35442" y="9514"/>
                  </a:lnTo>
                  <a:lnTo>
                    <a:pt x="17721" y="9514"/>
                  </a:lnTo>
                  <a:lnTo>
                    <a:pt x="0" y="9514"/>
                  </a:lnTo>
                  <a:close/>
                </a:path>
              </a:pathLst>
            </a:custGeom>
            <a:solidFill>
              <a:srgbClr val="913826">
                <a:alpha val="100000"/>
              </a:srgbClr>
            </a:solidFill>
            <a:ln w="4762" cap="rnd">
              <a:solidFill>
                <a:srgbClr val="9138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g2676"/>
            <p:cNvSpPr/>
            <p:nvPr/>
          </p:nvSpPr>
          <p:spPr>
            <a:xfrm>
              <a:off x="10277943" y="5398347"/>
              <a:ext cx="17721" cy="8239"/>
            </a:xfrm>
            <a:custGeom>
              <a:avLst/>
              <a:pathLst>
                <a:path w="17721" h="8239">
                  <a:moveTo>
                    <a:pt x="0" y="0"/>
                  </a:moveTo>
                  <a:lnTo>
                    <a:pt x="17721" y="595"/>
                  </a:lnTo>
                  <a:lnTo>
                    <a:pt x="17721" y="8239"/>
                  </a:lnTo>
                  <a:lnTo>
                    <a:pt x="0" y="8239"/>
                  </a:lnTo>
                  <a:close/>
                </a:path>
              </a:pathLst>
            </a:custGeom>
            <a:solidFill>
              <a:srgbClr val="913726">
                <a:alpha val="100000"/>
              </a:srgbClr>
            </a:solidFill>
            <a:ln w="4762" cap="rnd">
              <a:solidFill>
                <a:srgbClr val="9137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g2677"/>
            <p:cNvSpPr/>
            <p:nvPr/>
          </p:nvSpPr>
          <p:spPr>
            <a:xfrm>
              <a:off x="10295664" y="5398943"/>
              <a:ext cx="17721" cy="7643"/>
            </a:xfrm>
            <a:custGeom>
              <a:avLst/>
              <a:pathLst>
                <a:path w="17721" h="7643">
                  <a:moveTo>
                    <a:pt x="0" y="0"/>
                  </a:moveTo>
                  <a:lnTo>
                    <a:pt x="17721" y="544"/>
                  </a:lnTo>
                  <a:lnTo>
                    <a:pt x="17721" y="7643"/>
                  </a:lnTo>
                  <a:lnTo>
                    <a:pt x="0" y="7643"/>
                  </a:lnTo>
                  <a:close/>
                </a:path>
              </a:pathLst>
            </a:custGeom>
            <a:solidFill>
              <a:srgbClr val="913725">
                <a:alpha val="100000"/>
              </a:srgbClr>
            </a:solidFill>
            <a:ln w="4762" cap="rnd">
              <a:solidFill>
                <a:srgbClr val="9137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g2678"/>
            <p:cNvSpPr/>
            <p:nvPr/>
          </p:nvSpPr>
          <p:spPr>
            <a:xfrm>
              <a:off x="10313386" y="5399487"/>
              <a:ext cx="35442" cy="7098"/>
            </a:xfrm>
            <a:custGeom>
              <a:avLst/>
              <a:pathLst>
                <a:path w="35442" h="7098">
                  <a:moveTo>
                    <a:pt x="0" y="0"/>
                  </a:moveTo>
                  <a:lnTo>
                    <a:pt x="17721" y="519"/>
                  </a:lnTo>
                  <a:lnTo>
                    <a:pt x="35442" y="1014"/>
                  </a:lnTo>
                  <a:lnTo>
                    <a:pt x="35442" y="7098"/>
                  </a:lnTo>
                  <a:lnTo>
                    <a:pt x="17721" y="7098"/>
                  </a:lnTo>
                  <a:lnTo>
                    <a:pt x="0" y="7098"/>
                  </a:lnTo>
                  <a:close/>
                </a:path>
              </a:pathLst>
            </a:custGeom>
            <a:solidFill>
              <a:srgbClr val="903625">
                <a:alpha val="100000"/>
              </a:srgbClr>
            </a:solidFill>
            <a:ln w="4762" cap="rnd">
              <a:solidFill>
                <a:srgbClr val="9036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g2679"/>
            <p:cNvSpPr/>
            <p:nvPr/>
          </p:nvSpPr>
          <p:spPr>
            <a:xfrm>
              <a:off x="10348828" y="5400502"/>
              <a:ext cx="0" cy="6084"/>
            </a:xfrm>
            <a:custGeom>
              <a:avLst/>
              <a:pathLst>
                <a:path w="0" h="6084">
                  <a:moveTo>
                    <a:pt x="0" y="0"/>
                  </a:moveTo>
                  <a:lnTo>
                    <a:pt x="0" y="6084"/>
                  </a:lnTo>
                  <a:close/>
                </a:path>
              </a:pathLst>
            </a:custGeom>
            <a:solidFill>
              <a:srgbClr val="903624">
                <a:alpha val="100000"/>
              </a:srgbClr>
            </a:solidFill>
            <a:ln w="4762" cap="rnd">
              <a:solidFill>
                <a:srgbClr val="90362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l2680"/>
            <p:cNvSpPr/>
            <p:nvPr/>
          </p:nvSpPr>
          <p:spPr>
            <a:xfrm>
              <a:off x="2728640" y="4963986"/>
              <a:ext cx="7620188" cy="436515"/>
            </a:xfrm>
            <a:custGeom>
              <a:avLst/>
              <a:pathLst>
                <a:path w="7620188" h="436515">
                  <a:moveTo>
                    <a:pt x="0" y="436420"/>
                  </a:moveTo>
                  <a:lnTo>
                    <a:pt x="17721" y="435867"/>
                  </a:lnTo>
                  <a:lnTo>
                    <a:pt x="35442" y="435260"/>
                  </a:lnTo>
                  <a:lnTo>
                    <a:pt x="53164" y="434618"/>
                  </a:lnTo>
                  <a:lnTo>
                    <a:pt x="70885" y="433929"/>
                  </a:lnTo>
                  <a:lnTo>
                    <a:pt x="88606" y="433174"/>
                  </a:lnTo>
                  <a:lnTo>
                    <a:pt x="106328" y="432377"/>
                  </a:lnTo>
                  <a:lnTo>
                    <a:pt x="124049" y="431525"/>
                  </a:lnTo>
                  <a:lnTo>
                    <a:pt x="141770" y="430594"/>
                  </a:lnTo>
                  <a:lnTo>
                    <a:pt x="159492" y="429614"/>
                  </a:lnTo>
                  <a:lnTo>
                    <a:pt x="177213" y="428572"/>
                  </a:lnTo>
                  <a:lnTo>
                    <a:pt x="194935" y="427435"/>
                  </a:lnTo>
                  <a:lnTo>
                    <a:pt x="212656" y="426241"/>
                  </a:lnTo>
                  <a:lnTo>
                    <a:pt x="230377" y="424978"/>
                  </a:lnTo>
                  <a:lnTo>
                    <a:pt x="248099" y="423602"/>
                  </a:lnTo>
                  <a:lnTo>
                    <a:pt x="265820" y="422161"/>
                  </a:lnTo>
                  <a:lnTo>
                    <a:pt x="283541" y="420644"/>
                  </a:lnTo>
                  <a:lnTo>
                    <a:pt x="301263" y="418996"/>
                  </a:lnTo>
                  <a:lnTo>
                    <a:pt x="318984" y="417272"/>
                  </a:lnTo>
                  <a:lnTo>
                    <a:pt x="336705" y="415467"/>
                  </a:lnTo>
                  <a:lnTo>
                    <a:pt x="354427" y="413510"/>
                  </a:lnTo>
                  <a:lnTo>
                    <a:pt x="372148" y="411470"/>
                  </a:lnTo>
                  <a:lnTo>
                    <a:pt x="389870" y="409341"/>
                  </a:lnTo>
                  <a:lnTo>
                    <a:pt x="407591" y="407041"/>
                  </a:lnTo>
                  <a:lnTo>
                    <a:pt x="425312" y="404648"/>
                  </a:lnTo>
                  <a:lnTo>
                    <a:pt x="443034" y="402161"/>
                  </a:lnTo>
                  <a:lnTo>
                    <a:pt x="460755" y="399483"/>
                  </a:lnTo>
                  <a:lnTo>
                    <a:pt x="478476" y="396703"/>
                  </a:lnTo>
                  <a:lnTo>
                    <a:pt x="496198" y="393821"/>
                  </a:lnTo>
                  <a:lnTo>
                    <a:pt x="513919" y="390737"/>
                  </a:lnTo>
                  <a:lnTo>
                    <a:pt x="531641" y="387540"/>
                  </a:lnTo>
                  <a:lnTo>
                    <a:pt x="549362" y="384233"/>
                  </a:lnTo>
                  <a:lnTo>
                    <a:pt x="567083" y="380715"/>
                  </a:lnTo>
                  <a:lnTo>
                    <a:pt x="584805" y="377073"/>
                  </a:lnTo>
                  <a:lnTo>
                    <a:pt x="602526" y="373315"/>
                  </a:lnTo>
                  <a:lnTo>
                    <a:pt x="620247" y="369342"/>
                  </a:lnTo>
                  <a:lnTo>
                    <a:pt x="637969" y="365235"/>
                  </a:lnTo>
                  <a:lnTo>
                    <a:pt x="655690" y="361007"/>
                  </a:lnTo>
                  <a:lnTo>
                    <a:pt x="673411" y="356564"/>
                  </a:lnTo>
                  <a:lnTo>
                    <a:pt x="691133" y="351977"/>
                  </a:lnTo>
                  <a:lnTo>
                    <a:pt x="708854" y="347269"/>
                  </a:lnTo>
                  <a:lnTo>
                    <a:pt x="726576" y="342349"/>
                  </a:lnTo>
                  <a:lnTo>
                    <a:pt x="744297" y="337281"/>
                  </a:lnTo>
                  <a:lnTo>
                    <a:pt x="762018" y="332092"/>
                  </a:lnTo>
                  <a:lnTo>
                    <a:pt x="779740" y="326698"/>
                  </a:lnTo>
                  <a:lnTo>
                    <a:pt x="797461" y="321155"/>
                  </a:lnTo>
                  <a:lnTo>
                    <a:pt x="815182" y="315495"/>
                  </a:lnTo>
                  <a:lnTo>
                    <a:pt x="832904" y="309644"/>
                  </a:lnTo>
                  <a:lnTo>
                    <a:pt x="850625" y="303647"/>
                  </a:lnTo>
                  <a:lnTo>
                    <a:pt x="868347" y="297539"/>
                  </a:lnTo>
                  <a:lnTo>
                    <a:pt x="886068" y="291258"/>
                  </a:lnTo>
                  <a:lnTo>
                    <a:pt x="903789" y="284840"/>
                  </a:lnTo>
                  <a:lnTo>
                    <a:pt x="921511" y="278322"/>
                  </a:lnTo>
                  <a:lnTo>
                    <a:pt x="939232" y="271654"/>
                  </a:lnTo>
                  <a:lnTo>
                    <a:pt x="956953" y="264862"/>
                  </a:lnTo>
                  <a:lnTo>
                    <a:pt x="974675" y="257984"/>
                  </a:lnTo>
                  <a:lnTo>
                    <a:pt x="992396" y="250984"/>
                  </a:lnTo>
                  <a:lnTo>
                    <a:pt x="1010117" y="243880"/>
                  </a:lnTo>
                  <a:lnTo>
                    <a:pt x="1027839" y="236709"/>
                  </a:lnTo>
                  <a:lnTo>
                    <a:pt x="1045560" y="229446"/>
                  </a:lnTo>
                  <a:lnTo>
                    <a:pt x="1063282" y="222106"/>
                  </a:lnTo>
                  <a:lnTo>
                    <a:pt x="1081003" y="214720"/>
                  </a:lnTo>
                  <a:lnTo>
                    <a:pt x="1098724" y="207276"/>
                  </a:lnTo>
                  <a:lnTo>
                    <a:pt x="1116446" y="199788"/>
                  </a:lnTo>
                  <a:lnTo>
                    <a:pt x="1134167" y="192279"/>
                  </a:lnTo>
                  <a:lnTo>
                    <a:pt x="1151888" y="184748"/>
                  </a:lnTo>
                  <a:lnTo>
                    <a:pt x="1169610" y="177213"/>
                  </a:lnTo>
                  <a:lnTo>
                    <a:pt x="1187331" y="169683"/>
                  </a:lnTo>
                  <a:lnTo>
                    <a:pt x="1205053" y="162167"/>
                  </a:lnTo>
                  <a:lnTo>
                    <a:pt x="1222774" y="154692"/>
                  </a:lnTo>
                  <a:lnTo>
                    <a:pt x="1240495" y="147252"/>
                  </a:lnTo>
                  <a:lnTo>
                    <a:pt x="1258217" y="139863"/>
                  </a:lnTo>
                  <a:lnTo>
                    <a:pt x="1275938" y="132563"/>
                  </a:lnTo>
                  <a:lnTo>
                    <a:pt x="1293659" y="125327"/>
                  </a:lnTo>
                  <a:lnTo>
                    <a:pt x="1311381" y="118178"/>
                  </a:lnTo>
                  <a:lnTo>
                    <a:pt x="1329102" y="111170"/>
                  </a:lnTo>
                  <a:lnTo>
                    <a:pt x="1346823" y="104257"/>
                  </a:lnTo>
                  <a:lnTo>
                    <a:pt x="1364545" y="97463"/>
                  </a:lnTo>
                  <a:lnTo>
                    <a:pt x="1382266" y="90863"/>
                  </a:lnTo>
                  <a:lnTo>
                    <a:pt x="1399988" y="84387"/>
                  </a:lnTo>
                  <a:lnTo>
                    <a:pt x="1417709" y="78059"/>
                  </a:lnTo>
                  <a:lnTo>
                    <a:pt x="1435430" y="71979"/>
                  </a:lnTo>
                  <a:lnTo>
                    <a:pt x="1453152" y="66049"/>
                  </a:lnTo>
                  <a:lnTo>
                    <a:pt x="1470873" y="60291"/>
                  </a:lnTo>
                  <a:lnTo>
                    <a:pt x="1488594" y="54832"/>
                  </a:lnTo>
                  <a:lnTo>
                    <a:pt x="1506316" y="49547"/>
                  </a:lnTo>
                  <a:lnTo>
                    <a:pt x="1524037" y="44452"/>
                  </a:lnTo>
                  <a:lnTo>
                    <a:pt x="1541759" y="39703"/>
                  </a:lnTo>
                  <a:lnTo>
                    <a:pt x="1559480" y="35148"/>
                  </a:lnTo>
                  <a:lnTo>
                    <a:pt x="1577201" y="30795"/>
                  </a:lnTo>
                  <a:lnTo>
                    <a:pt x="1594923" y="26828"/>
                  </a:lnTo>
                  <a:lnTo>
                    <a:pt x="1612644" y="23069"/>
                  </a:lnTo>
                  <a:lnTo>
                    <a:pt x="1630365" y="19518"/>
                  </a:lnTo>
                  <a:lnTo>
                    <a:pt x="1648087" y="16385"/>
                  </a:lnTo>
                  <a:lnTo>
                    <a:pt x="1665808" y="13469"/>
                  </a:lnTo>
                  <a:lnTo>
                    <a:pt x="1683529" y="10770"/>
                  </a:lnTo>
                  <a:lnTo>
                    <a:pt x="1701251" y="8492"/>
                  </a:lnTo>
                  <a:lnTo>
                    <a:pt x="1718972" y="6443"/>
                  </a:lnTo>
                  <a:lnTo>
                    <a:pt x="1736694" y="4614"/>
                  </a:lnTo>
                  <a:lnTo>
                    <a:pt x="1754415" y="3196"/>
                  </a:lnTo>
                  <a:lnTo>
                    <a:pt x="1772136" y="2014"/>
                  </a:lnTo>
                  <a:lnTo>
                    <a:pt x="1789858" y="1048"/>
                  </a:lnTo>
                  <a:lnTo>
                    <a:pt x="1807579" y="473"/>
                  </a:lnTo>
                  <a:lnTo>
                    <a:pt x="1825300" y="133"/>
                  </a:lnTo>
                  <a:lnTo>
                    <a:pt x="1843022" y="0"/>
                  </a:lnTo>
                  <a:lnTo>
                    <a:pt x="1860743" y="226"/>
                  </a:lnTo>
                  <a:lnTo>
                    <a:pt x="1878465" y="679"/>
                  </a:lnTo>
                  <a:lnTo>
                    <a:pt x="1896186" y="1323"/>
                  </a:lnTo>
                  <a:lnTo>
                    <a:pt x="1913907" y="2288"/>
                  </a:lnTo>
                  <a:lnTo>
                    <a:pt x="1931629" y="3464"/>
                  </a:lnTo>
                  <a:lnTo>
                    <a:pt x="1949350" y="4810"/>
                  </a:lnTo>
                  <a:lnTo>
                    <a:pt x="1967071" y="6431"/>
                  </a:lnTo>
                  <a:lnTo>
                    <a:pt x="1984793" y="8240"/>
                  </a:lnTo>
                  <a:lnTo>
                    <a:pt x="2002514" y="10193"/>
                  </a:lnTo>
                  <a:lnTo>
                    <a:pt x="2020235" y="12370"/>
                  </a:lnTo>
                  <a:lnTo>
                    <a:pt x="2037957" y="14705"/>
                  </a:lnTo>
                  <a:lnTo>
                    <a:pt x="2055678" y="17155"/>
                  </a:lnTo>
                  <a:lnTo>
                    <a:pt x="2073400" y="19776"/>
                  </a:lnTo>
                  <a:lnTo>
                    <a:pt x="2091121" y="22520"/>
                  </a:lnTo>
                  <a:lnTo>
                    <a:pt x="2108842" y="25347"/>
                  </a:lnTo>
                  <a:lnTo>
                    <a:pt x="2126564" y="28292"/>
                  </a:lnTo>
                  <a:lnTo>
                    <a:pt x="2144285" y="31319"/>
                  </a:lnTo>
                  <a:lnTo>
                    <a:pt x="2162006" y="34397"/>
                  </a:lnTo>
                  <a:lnTo>
                    <a:pt x="2179728" y="37541"/>
                  </a:lnTo>
                  <a:lnTo>
                    <a:pt x="2197449" y="40724"/>
                  </a:lnTo>
                  <a:lnTo>
                    <a:pt x="2215171" y="43927"/>
                  </a:lnTo>
                  <a:lnTo>
                    <a:pt x="2232892" y="47148"/>
                  </a:lnTo>
                  <a:lnTo>
                    <a:pt x="2250613" y="50364"/>
                  </a:lnTo>
                  <a:lnTo>
                    <a:pt x="2268335" y="53569"/>
                  </a:lnTo>
                  <a:lnTo>
                    <a:pt x="2286056" y="56750"/>
                  </a:lnTo>
                  <a:lnTo>
                    <a:pt x="2303777" y="59883"/>
                  </a:lnTo>
                  <a:lnTo>
                    <a:pt x="2321499" y="62978"/>
                  </a:lnTo>
                  <a:lnTo>
                    <a:pt x="2339220" y="66012"/>
                  </a:lnTo>
                  <a:lnTo>
                    <a:pt x="2356941" y="68959"/>
                  </a:lnTo>
                  <a:lnTo>
                    <a:pt x="2374663" y="71844"/>
                  </a:lnTo>
                  <a:lnTo>
                    <a:pt x="2392384" y="74640"/>
                  </a:lnTo>
                  <a:lnTo>
                    <a:pt x="2410106" y="77315"/>
                  </a:lnTo>
                  <a:lnTo>
                    <a:pt x="2427827" y="79909"/>
                  </a:lnTo>
                  <a:lnTo>
                    <a:pt x="2445548" y="82394"/>
                  </a:lnTo>
                  <a:lnTo>
                    <a:pt x="2463270" y="84730"/>
                  </a:lnTo>
                  <a:lnTo>
                    <a:pt x="2480991" y="86972"/>
                  </a:lnTo>
                  <a:lnTo>
                    <a:pt x="2498712" y="89093"/>
                  </a:lnTo>
                  <a:lnTo>
                    <a:pt x="2516434" y="91045"/>
                  </a:lnTo>
                  <a:lnTo>
                    <a:pt x="2534155" y="92896"/>
                  </a:lnTo>
                  <a:lnTo>
                    <a:pt x="2551877" y="94622"/>
                  </a:lnTo>
                  <a:lnTo>
                    <a:pt x="2569598" y="96169"/>
                  </a:lnTo>
                  <a:lnTo>
                    <a:pt x="2587319" y="97613"/>
                  </a:lnTo>
                  <a:lnTo>
                    <a:pt x="2605041" y="98936"/>
                  </a:lnTo>
                  <a:lnTo>
                    <a:pt x="2622762" y="100079"/>
                  </a:lnTo>
                  <a:lnTo>
                    <a:pt x="2640483" y="101125"/>
                  </a:lnTo>
                  <a:lnTo>
                    <a:pt x="2658205" y="102060"/>
                  </a:lnTo>
                  <a:lnTo>
                    <a:pt x="2675926" y="102824"/>
                  </a:lnTo>
                  <a:lnTo>
                    <a:pt x="2693647" y="103501"/>
                  </a:lnTo>
                  <a:lnTo>
                    <a:pt x="2711369" y="104083"/>
                  </a:lnTo>
                  <a:lnTo>
                    <a:pt x="2729090" y="104514"/>
                  </a:lnTo>
                  <a:lnTo>
                    <a:pt x="2746812" y="104872"/>
                  </a:lnTo>
                  <a:lnTo>
                    <a:pt x="2764533" y="105155"/>
                  </a:lnTo>
                  <a:lnTo>
                    <a:pt x="2782254" y="105317"/>
                  </a:lnTo>
                  <a:lnTo>
                    <a:pt x="2799976" y="105425"/>
                  </a:lnTo>
                  <a:lnTo>
                    <a:pt x="2817697" y="105479"/>
                  </a:lnTo>
                  <a:lnTo>
                    <a:pt x="2835418" y="105449"/>
                  </a:lnTo>
                  <a:lnTo>
                    <a:pt x="2853140" y="105388"/>
                  </a:lnTo>
                  <a:lnTo>
                    <a:pt x="2870861" y="105296"/>
                  </a:lnTo>
                  <a:lnTo>
                    <a:pt x="2888583" y="105165"/>
                  </a:lnTo>
                  <a:lnTo>
                    <a:pt x="2906304" y="105026"/>
                  </a:lnTo>
                  <a:lnTo>
                    <a:pt x="2924025" y="104880"/>
                  </a:lnTo>
                  <a:lnTo>
                    <a:pt x="2941747" y="104742"/>
                  </a:lnTo>
                  <a:lnTo>
                    <a:pt x="2959468" y="104623"/>
                  </a:lnTo>
                  <a:lnTo>
                    <a:pt x="2977189" y="104521"/>
                  </a:lnTo>
                  <a:lnTo>
                    <a:pt x="2994911" y="104472"/>
                  </a:lnTo>
                  <a:lnTo>
                    <a:pt x="3012632" y="104469"/>
                  </a:lnTo>
                  <a:lnTo>
                    <a:pt x="3030353" y="104509"/>
                  </a:lnTo>
                  <a:lnTo>
                    <a:pt x="3048075" y="104642"/>
                  </a:lnTo>
                  <a:lnTo>
                    <a:pt x="3065796" y="104850"/>
                  </a:lnTo>
                  <a:lnTo>
                    <a:pt x="3083518" y="105124"/>
                  </a:lnTo>
                  <a:lnTo>
                    <a:pt x="3101239" y="105527"/>
                  </a:lnTo>
                  <a:lnTo>
                    <a:pt x="3118960" y="106032"/>
                  </a:lnTo>
                  <a:lnTo>
                    <a:pt x="3136682" y="106624"/>
                  </a:lnTo>
                  <a:lnTo>
                    <a:pt x="3154403" y="107373"/>
                  </a:lnTo>
                  <a:lnTo>
                    <a:pt x="3172124" y="108250"/>
                  </a:lnTo>
                  <a:lnTo>
                    <a:pt x="3189846" y="109230"/>
                  </a:lnTo>
                  <a:lnTo>
                    <a:pt x="3207567" y="110389"/>
                  </a:lnTo>
                  <a:lnTo>
                    <a:pt x="3225289" y="111698"/>
                  </a:lnTo>
                  <a:lnTo>
                    <a:pt x="3243010" y="113122"/>
                  </a:lnTo>
                  <a:lnTo>
                    <a:pt x="3260731" y="114738"/>
                  </a:lnTo>
                  <a:lnTo>
                    <a:pt x="3278453" y="116519"/>
                  </a:lnTo>
                  <a:lnTo>
                    <a:pt x="3296174" y="118424"/>
                  </a:lnTo>
                  <a:lnTo>
                    <a:pt x="3313895" y="120526"/>
                  </a:lnTo>
                  <a:lnTo>
                    <a:pt x="3331617" y="122803"/>
                  </a:lnTo>
                  <a:lnTo>
                    <a:pt x="3349338" y="125207"/>
                  </a:lnTo>
                  <a:lnTo>
                    <a:pt x="3367059" y="127803"/>
                  </a:lnTo>
                  <a:lnTo>
                    <a:pt x="3384781" y="130579"/>
                  </a:lnTo>
                  <a:lnTo>
                    <a:pt x="3402502" y="133479"/>
                  </a:lnTo>
                  <a:lnTo>
                    <a:pt x="3420224" y="136560"/>
                  </a:lnTo>
                  <a:lnTo>
                    <a:pt x="3437945" y="139816"/>
                  </a:lnTo>
                  <a:lnTo>
                    <a:pt x="3455666" y="143189"/>
                  </a:lnTo>
                  <a:lnTo>
                    <a:pt x="3473388" y="146725"/>
                  </a:lnTo>
                  <a:lnTo>
                    <a:pt x="3491109" y="150426"/>
                  </a:lnTo>
                  <a:lnTo>
                    <a:pt x="3508830" y="154229"/>
                  </a:lnTo>
                  <a:lnTo>
                    <a:pt x="3526552" y="158173"/>
                  </a:lnTo>
                  <a:lnTo>
                    <a:pt x="3544273" y="162262"/>
                  </a:lnTo>
                  <a:lnTo>
                    <a:pt x="3561995" y="166438"/>
                  </a:lnTo>
                  <a:lnTo>
                    <a:pt x="3579716" y="170726"/>
                  </a:lnTo>
                  <a:lnTo>
                    <a:pt x="3597437" y="175133"/>
                  </a:lnTo>
                  <a:lnTo>
                    <a:pt x="3615159" y="179607"/>
                  </a:lnTo>
                  <a:lnTo>
                    <a:pt x="3632880" y="184164"/>
                  </a:lnTo>
                  <a:lnTo>
                    <a:pt x="3650601" y="188807"/>
                  </a:lnTo>
                  <a:lnTo>
                    <a:pt x="3668323" y="193494"/>
                  </a:lnTo>
                  <a:lnTo>
                    <a:pt x="3686044" y="198232"/>
                  </a:lnTo>
                  <a:lnTo>
                    <a:pt x="3703765" y="203020"/>
                  </a:lnTo>
                  <a:lnTo>
                    <a:pt x="3721487" y="207827"/>
                  </a:lnTo>
                  <a:lnTo>
                    <a:pt x="3739208" y="212654"/>
                  </a:lnTo>
                  <a:lnTo>
                    <a:pt x="3756930" y="217489"/>
                  </a:lnTo>
                  <a:lnTo>
                    <a:pt x="3774651" y="222319"/>
                  </a:lnTo>
                  <a:lnTo>
                    <a:pt x="3792372" y="227139"/>
                  </a:lnTo>
                  <a:lnTo>
                    <a:pt x="3810094" y="231924"/>
                  </a:lnTo>
                  <a:lnTo>
                    <a:pt x="3827815" y="236680"/>
                  </a:lnTo>
                  <a:lnTo>
                    <a:pt x="3845536" y="241399"/>
                  </a:lnTo>
                  <a:lnTo>
                    <a:pt x="3863258" y="246039"/>
                  </a:lnTo>
                  <a:lnTo>
                    <a:pt x="3880979" y="250626"/>
                  </a:lnTo>
                  <a:lnTo>
                    <a:pt x="3898701" y="255154"/>
                  </a:lnTo>
                  <a:lnTo>
                    <a:pt x="3916422" y="259561"/>
                  </a:lnTo>
                  <a:lnTo>
                    <a:pt x="3934143" y="263893"/>
                  </a:lnTo>
                  <a:lnTo>
                    <a:pt x="3951865" y="268148"/>
                  </a:lnTo>
                  <a:lnTo>
                    <a:pt x="3969586" y="272241"/>
                  </a:lnTo>
                  <a:lnTo>
                    <a:pt x="3987307" y="276243"/>
                  </a:lnTo>
                  <a:lnTo>
                    <a:pt x="4005029" y="280152"/>
                  </a:lnTo>
                  <a:lnTo>
                    <a:pt x="4022750" y="283866"/>
                  </a:lnTo>
                  <a:lnTo>
                    <a:pt x="4040471" y="287474"/>
                  </a:lnTo>
                  <a:lnTo>
                    <a:pt x="4058193" y="290975"/>
                  </a:lnTo>
                  <a:lnTo>
                    <a:pt x="4075914" y="294262"/>
                  </a:lnTo>
                  <a:lnTo>
                    <a:pt x="4093636" y="297427"/>
                  </a:lnTo>
                  <a:lnTo>
                    <a:pt x="4111357" y="300476"/>
                  </a:lnTo>
                  <a:lnTo>
                    <a:pt x="4129078" y="303301"/>
                  </a:lnTo>
                  <a:lnTo>
                    <a:pt x="4146800" y="305992"/>
                  </a:lnTo>
                  <a:lnTo>
                    <a:pt x="4164521" y="308561"/>
                  </a:lnTo>
                  <a:lnTo>
                    <a:pt x="4182242" y="310904"/>
                  </a:lnTo>
                  <a:lnTo>
                    <a:pt x="4199964" y="313107"/>
                  </a:lnTo>
                  <a:lnTo>
                    <a:pt x="4217685" y="315186"/>
                  </a:lnTo>
                  <a:lnTo>
                    <a:pt x="4235407" y="317045"/>
                  </a:lnTo>
                  <a:lnTo>
                    <a:pt x="4253128" y="318761"/>
                  </a:lnTo>
                  <a:lnTo>
                    <a:pt x="4270849" y="320356"/>
                  </a:lnTo>
                  <a:lnTo>
                    <a:pt x="4288571" y="321744"/>
                  </a:lnTo>
                  <a:lnTo>
                    <a:pt x="4306292" y="322992"/>
                  </a:lnTo>
                  <a:lnTo>
                    <a:pt x="4324013" y="324125"/>
                  </a:lnTo>
                  <a:lnTo>
                    <a:pt x="4341735" y="325071"/>
                  </a:lnTo>
                  <a:lnTo>
                    <a:pt x="4359456" y="325883"/>
                  </a:lnTo>
                  <a:lnTo>
                    <a:pt x="4377177" y="326591"/>
                  </a:lnTo>
                  <a:lnTo>
                    <a:pt x="4394899" y="327134"/>
                  </a:lnTo>
                  <a:lnTo>
                    <a:pt x="4412620" y="327556"/>
                  </a:lnTo>
                  <a:lnTo>
                    <a:pt x="4430342" y="327888"/>
                  </a:lnTo>
                  <a:lnTo>
                    <a:pt x="4448063" y="328081"/>
                  </a:lnTo>
                  <a:lnTo>
                    <a:pt x="4465784" y="328169"/>
                  </a:lnTo>
                  <a:lnTo>
                    <a:pt x="4483506" y="328182"/>
                  </a:lnTo>
                  <a:lnTo>
                    <a:pt x="4501227" y="328086"/>
                  </a:lnTo>
                  <a:lnTo>
                    <a:pt x="4518948" y="327903"/>
                  </a:lnTo>
                  <a:lnTo>
                    <a:pt x="4536670" y="327662"/>
                  </a:lnTo>
                  <a:lnTo>
                    <a:pt x="4554391" y="327341"/>
                  </a:lnTo>
                  <a:lnTo>
                    <a:pt x="4572113" y="326955"/>
                  </a:lnTo>
                  <a:lnTo>
                    <a:pt x="4589834" y="326530"/>
                  </a:lnTo>
                  <a:lnTo>
                    <a:pt x="4607555" y="326051"/>
                  </a:lnTo>
                  <a:lnTo>
                    <a:pt x="4625277" y="325532"/>
                  </a:lnTo>
                  <a:lnTo>
                    <a:pt x="4642998" y="324990"/>
                  </a:lnTo>
                  <a:lnTo>
                    <a:pt x="4660719" y="324421"/>
                  </a:lnTo>
                  <a:lnTo>
                    <a:pt x="4678441" y="323836"/>
                  </a:lnTo>
                  <a:lnTo>
                    <a:pt x="4696162" y="323244"/>
                  </a:lnTo>
                  <a:lnTo>
                    <a:pt x="4713883" y="322649"/>
                  </a:lnTo>
                  <a:lnTo>
                    <a:pt x="4731605" y="322060"/>
                  </a:lnTo>
                  <a:lnTo>
                    <a:pt x="4749326" y="321480"/>
                  </a:lnTo>
                  <a:lnTo>
                    <a:pt x="4767048" y="320915"/>
                  </a:lnTo>
                  <a:lnTo>
                    <a:pt x="4784769" y="320378"/>
                  </a:lnTo>
                  <a:lnTo>
                    <a:pt x="4802490" y="319863"/>
                  </a:lnTo>
                  <a:lnTo>
                    <a:pt x="4820212" y="319377"/>
                  </a:lnTo>
                  <a:lnTo>
                    <a:pt x="4837933" y="318938"/>
                  </a:lnTo>
                  <a:lnTo>
                    <a:pt x="4855654" y="318530"/>
                  </a:lnTo>
                  <a:lnTo>
                    <a:pt x="4873376" y="318163"/>
                  </a:lnTo>
                  <a:lnTo>
                    <a:pt x="4891097" y="317856"/>
                  </a:lnTo>
                  <a:lnTo>
                    <a:pt x="4908819" y="317587"/>
                  </a:lnTo>
                  <a:lnTo>
                    <a:pt x="4926540" y="317365"/>
                  </a:lnTo>
                  <a:lnTo>
                    <a:pt x="4944261" y="317213"/>
                  </a:lnTo>
                  <a:lnTo>
                    <a:pt x="4961983" y="317103"/>
                  </a:lnTo>
                  <a:lnTo>
                    <a:pt x="4979704" y="317040"/>
                  </a:lnTo>
                  <a:lnTo>
                    <a:pt x="4997425" y="317053"/>
                  </a:lnTo>
                  <a:lnTo>
                    <a:pt x="5015147" y="317107"/>
                  </a:lnTo>
                  <a:lnTo>
                    <a:pt x="5032868" y="317207"/>
                  </a:lnTo>
                  <a:lnTo>
                    <a:pt x="5050589" y="317381"/>
                  </a:lnTo>
                  <a:lnTo>
                    <a:pt x="5068311" y="317594"/>
                  </a:lnTo>
                  <a:lnTo>
                    <a:pt x="5086032" y="317848"/>
                  </a:lnTo>
                  <a:lnTo>
                    <a:pt x="5103754" y="318169"/>
                  </a:lnTo>
                  <a:lnTo>
                    <a:pt x="5121475" y="318523"/>
                  </a:lnTo>
                  <a:lnTo>
                    <a:pt x="5139196" y="318911"/>
                  </a:lnTo>
                  <a:lnTo>
                    <a:pt x="5156918" y="319354"/>
                  </a:lnTo>
                  <a:lnTo>
                    <a:pt x="5174639" y="319823"/>
                  </a:lnTo>
                  <a:lnTo>
                    <a:pt x="5192360" y="320316"/>
                  </a:lnTo>
                  <a:lnTo>
                    <a:pt x="5210082" y="320850"/>
                  </a:lnTo>
                  <a:lnTo>
                    <a:pt x="5227803" y="321399"/>
                  </a:lnTo>
                  <a:lnTo>
                    <a:pt x="5245525" y="321963"/>
                  </a:lnTo>
                  <a:lnTo>
                    <a:pt x="5263246" y="322548"/>
                  </a:lnTo>
                  <a:lnTo>
                    <a:pt x="5280967" y="323138"/>
                  </a:lnTo>
                  <a:lnTo>
                    <a:pt x="5298689" y="323734"/>
                  </a:lnTo>
                  <a:lnTo>
                    <a:pt x="5316410" y="324329"/>
                  </a:lnTo>
                  <a:lnTo>
                    <a:pt x="5334131" y="324920"/>
                  </a:lnTo>
                  <a:lnTo>
                    <a:pt x="5351853" y="325504"/>
                  </a:lnTo>
                  <a:lnTo>
                    <a:pt x="5369574" y="326070"/>
                  </a:lnTo>
                  <a:lnTo>
                    <a:pt x="5387295" y="326619"/>
                  </a:lnTo>
                  <a:lnTo>
                    <a:pt x="5405017" y="327153"/>
                  </a:lnTo>
                  <a:lnTo>
                    <a:pt x="5422738" y="327652"/>
                  </a:lnTo>
                  <a:lnTo>
                    <a:pt x="5440460" y="328122"/>
                  </a:lnTo>
                  <a:lnTo>
                    <a:pt x="5458181" y="328568"/>
                  </a:lnTo>
                  <a:lnTo>
                    <a:pt x="5475902" y="328967"/>
                  </a:lnTo>
                  <a:lnTo>
                    <a:pt x="5493624" y="329327"/>
                  </a:lnTo>
                  <a:lnTo>
                    <a:pt x="5511345" y="329656"/>
                  </a:lnTo>
                  <a:lnTo>
                    <a:pt x="5529066" y="329928"/>
                  </a:lnTo>
                  <a:lnTo>
                    <a:pt x="5546788" y="330154"/>
                  </a:lnTo>
                  <a:lnTo>
                    <a:pt x="5564509" y="330344"/>
                  </a:lnTo>
                  <a:lnTo>
                    <a:pt x="5582231" y="330472"/>
                  </a:lnTo>
                  <a:lnTo>
                    <a:pt x="5599952" y="330550"/>
                  </a:lnTo>
                  <a:lnTo>
                    <a:pt x="5617673" y="330590"/>
                  </a:lnTo>
                  <a:lnTo>
                    <a:pt x="5635395" y="330567"/>
                  </a:lnTo>
                  <a:lnTo>
                    <a:pt x="5653116" y="330493"/>
                  </a:lnTo>
                  <a:lnTo>
                    <a:pt x="5670837" y="330381"/>
                  </a:lnTo>
                  <a:lnTo>
                    <a:pt x="5688559" y="330211"/>
                  </a:lnTo>
                  <a:lnTo>
                    <a:pt x="5706280" y="329992"/>
                  </a:lnTo>
                  <a:lnTo>
                    <a:pt x="5724001" y="329739"/>
                  </a:lnTo>
                  <a:lnTo>
                    <a:pt x="5741723" y="329436"/>
                  </a:lnTo>
                  <a:lnTo>
                    <a:pt x="5759444" y="329089"/>
                  </a:lnTo>
                  <a:lnTo>
                    <a:pt x="5777166" y="328715"/>
                  </a:lnTo>
                  <a:lnTo>
                    <a:pt x="5794887" y="328302"/>
                  </a:lnTo>
                  <a:lnTo>
                    <a:pt x="5812608" y="327856"/>
                  </a:lnTo>
                  <a:lnTo>
                    <a:pt x="5830330" y="327391"/>
                  </a:lnTo>
                  <a:lnTo>
                    <a:pt x="5848051" y="326900"/>
                  </a:lnTo>
                  <a:lnTo>
                    <a:pt x="5865772" y="326391"/>
                  </a:lnTo>
                  <a:lnTo>
                    <a:pt x="5883494" y="325872"/>
                  </a:lnTo>
                  <a:lnTo>
                    <a:pt x="5901215" y="325343"/>
                  </a:lnTo>
                  <a:lnTo>
                    <a:pt x="5918937" y="324813"/>
                  </a:lnTo>
                  <a:lnTo>
                    <a:pt x="5936658" y="324284"/>
                  </a:lnTo>
                  <a:lnTo>
                    <a:pt x="5954379" y="323761"/>
                  </a:lnTo>
                  <a:lnTo>
                    <a:pt x="5972101" y="323256"/>
                  </a:lnTo>
                  <a:lnTo>
                    <a:pt x="5989822" y="322764"/>
                  </a:lnTo>
                  <a:lnTo>
                    <a:pt x="6007543" y="322294"/>
                  </a:lnTo>
                  <a:lnTo>
                    <a:pt x="6025265" y="321861"/>
                  </a:lnTo>
                  <a:lnTo>
                    <a:pt x="6042986" y="321455"/>
                  </a:lnTo>
                  <a:lnTo>
                    <a:pt x="6060707" y="321084"/>
                  </a:lnTo>
                  <a:lnTo>
                    <a:pt x="6078429" y="320771"/>
                  </a:lnTo>
                  <a:lnTo>
                    <a:pt x="6096150" y="320496"/>
                  </a:lnTo>
                  <a:lnTo>
                    <a:pt x="6113872" y="320269"/>
                  </a:lnTo>
                  <a:lnTo>
                    <a:pt x="6131593" y="320119"/>
                  </a:lnTo>
                  <a:lnTo>
                    <a:pt x="6149314" y="320017"/>
                  </a:lnTo>
                  <a:lnTo>
                    <a:pt x="6167036" y="319973"/>
                  </a:lnTo>
                  <a:lnTo>
                    <a:pt x="6184757" y="320024"/>
                  </a:lnTo>
                  <a:lnTo>
                    <a:pt x="6202478" y="320132"/>
                  </a:lnTo>
                  <a:lnTo>
                    <a:pt x="6220200" y="320304"/>
                  </a:lnTo>
                  <a:lnTo>
                    <a:pt x="6237921" y="320587"/>
                  </a:lnTo>
                  <a:lnTo>
                    <a:pt x="6255643" y="320932"/>
                  </a:lnTo>
                  <a:lnTo>
                    <a:pt x="6273364" y="321345"/>
                  </a:lnTo>
                  <a:lnTo>
                    <a:pt x="6291085" y="321880"/>
                  </a:lnTo>
                  <a:lnTo>
                    <a:pt x="6308807" y="322481"/>
                  </a:lnTo>
                  <a:lnTo>
                    <a:pt x="6326528" y="323151"/>
                  </a:lnTo>
                  <a:lnTo>
                    <a:pt x="6344249" y="323950"/>
                  </a:lnTo>
                  <a:lnTo>
                    <a:pt x="6361971" y="324816"/>
                  </a:lnTo>
                  <a:lnTo>
                    <a:pt x="6379692" y="325749"/>
                  </a:lnTo>
                  <a:lnTo>
                    <a:pt x="6397413" y="326812"/>
                  </a:lnTo>
                  <a:lnTo>
                    <a:pt x="6415135" y="327942"/>
                  </a:lnTo>
                  <a:lnTo>
                    <a:pt x="6432856" y="329136"/>
                  </a:lnTo>
                  <a:lnTo>
                    <a:pt x="6450578" y="330453"/>
                  </a:lnTo>
                  <a:lnTo>
                    <a:pt x="6468299" y="331835"/>
                  </a:lnTo>
                  <a:lnTo>
                    <a:pt x="6486020" y="333277"/>
                  </a:lnTo>
                  <a:lnTo>
                    <a:pt x="6503742" y="334830"/>
                  </a:lnTo>
                  <a:lnTo>
                    <a:pt x="6521463" y="336443"/>
                  </a:lnTo>
                  <a:lnTo>
                    <a:pt x="6539184" y="338111"/>
                  </a:lnTo>
                  <a:lnTo>
                    <a:pt x="6556906" y="339874"/>
                  </a:lnTo>
                  <a:lnTo>
                    <a:pt x="6574627" y="341691"/>
                  </a:lnTo>
                  <a:lnTo>
                    <a:pt x="6592349" y="343554"/>
                  </a:lnTo>
                  <a:lnTo>
                    <a:pt x="6610070" y="345495"/>
                  </a:lnTo>
                  <a:lnTo>
                    <a:pt x="6627791" y="347482"/>
                  </a:lnTo>
                  <a:lnTo>
                    <a:pt x="6645513" y="349506"/>
                  </a:lnTo>
                  <a:lnTo>
                    <a:pt x="6663234" y="351588"/>
                  </a:lnTo>
                  <a:lnTo>
                    <a:pt x="6680955" y="353705"/>
                  </a:lnTo>
                  <a:lnTo>
                    <a:pt x="6698677" y="355850"/>
                  </a:lnTo>
                  <a:lnTo>
                    <a:pt x="6716398" y="358034"/>
                  </a:lnTo>
                  <a:lnTo>
                    <a:pt x="6734119" y="360241"/>
                  </a:lnTo>
                  <a:lnTo>
                    <a:pt x="6751841" y="362465"/>
                  </a:lnTo>
                  <a:lnTo>
                    <a:pt x="6769562" y="364710"/>
                  </a:lnTo>
                  <a:lnTo>
                    <a:pt x="6787284" y="366966"/>
                  </a:lnTo>
                  <a:lnTo>
                    <a:pt x="6805005" y="369227"/>
                  </a:lnTo>
                  <a:lnTo>
                    <a:pt x="6822726" y="371493"/>
                  </a:lnTo>
                  <a:lnTo>
                    <a:pt x="6840448" y="373756"/>
                  </a:lnTo>
                  <a:lnTo>
                    <a:pt x="6858169" y="376014"/>
                  </a:lnTo>
                  <a:lnTo>
                    <a:pt x="6875890" y="378262"/>
                  </a:lnTo>
                  <a:lnTo>
                    <a:pt x="6893612" y="380495"/>
                  </a:lnTo>
                  <a:lnTo>
                    <a:pt x="6911333" y="382714"/>
                  </a:lnTo>
                  <a:lnTo>
                    <a:pt x="6929055" y="384909"/>
                  </a:lnTo>
                  <a:lnTo>
                    <a:pt x="6946776" y="387077"/>
                  </a:lnTo>
                  <a:lnTo>
                    <a:pt x="6964497" y="389223"/>
                  </a:lnTo>
                  <a:lnTo>
                    <a:pt x="6982219" y="391335"/>
                  </a:lnTo>
                  <a:lnTo>
                    <a:pt x="6999940" y="393408"/>
                  </a:lnTo>
                  <a:lnTo>
                    <a:pt x="7017661" y="395454"/>
                  </a:lnTo>
                  <a:lnTo>
                    <a:pt x="7035383" y="397457"/>
                  </a:lnTo>
                  <a:lnTo>
                    <a:pt x="7053104" y="399412"/>
                  </a:lnTo>
                  <a:lnTo>
                    <a:pt x="7070825" y="401334"/>
                  </a:lnTo>
                  <a:lnTo>
                    <a:pt x="7088547" y="403209"/>
                  </a:lnTo>
                  <a:lnTo>
                    <a:pt x="7106268" y="405028"/>
                  </a:lnTo>
                  <a:lnTo>
                    <a:pt x="7123990" y="406809"/>
                  </a:lnTo>
                  <a:lnTo>
                    <a:pt x="7141711" y="408541"/>
                  </a:lnTo>
                  <a:lnTo>
                    <a:pt x="7159432" y="410210"/>
                  </a:lnTo>
                  <a:lnTo>
                    <a:pt x="7177154" y="411840"/>
                  </a:lnTo>
                  <a:lnTo>
                    <a:pt x="7194875" y="413419"/>
                  </a:lnTo>
                  <a:lnTo>
                    <a:pt x="7212596" y="414932"/>
                  </a:lnTo>
                  <a:lnTo>
                    <a:pt x="7230318" y="416405"/>
                  </a:lnTo>
                  <a:lnTo>
                    <a:pt x="7248039" y="417827"/>
                  </a:lnTo>
                  <a:lnTo>
                    <a:pt x="7265761" y="419182"/>
                  </a:lnTo>
                  <a:lnTo>
                    <a:pt x="7283482" y="420496"/>
                  </a:lnTo>
                  <a:lnTo>
                    <a:pt x="7301203" y="421762"/>
                  </a:lnTo>
                  <a:lnTo>
                    <a:pt x="7318925" y="422960"/>
                  </a:lnTo>
                  <a:lnTo>
                    <a:pt x="7336646" y="424118"/>
                  </a:lnTo>
                  <a:lnTo>
                    <a:pt x="7354367" y="425232"/>
                  </a:lnTo>
                  <a:lnTo>
                    <a:pt x="7372089" y="426279"/>
                  </a:lnTo>
                  <a:lnTo>
                    <a:pt x="7389810" y="427288"/>
                  </a:lnTo>
                  <a:lnTo>
                    <a:pt x="7407531" y="428257"/>
                  </a:lnTo>
                  <a:lnTo>
                    <a:pt x="7425253" y="429161"/>
                  </a:lnTo>
                  <a:lnTo>
                    <a:pt x="7442974" y="430031"/>
                  </a:lnTo>
                  <a:lnTo>
                    <a:pt x="7460696" y="430864"/>
                  </a:lnTo>
                  <a:lnTo>
                    <a:pt x="7478417" y="431636"/>
                  </a:lnTo>
                  <a:lnTo>
                    <a:pt x="7496138" y="432377"/>
                  </a:lnTo>
                  <a:lnTo>
                    <a:pt x="7513860" y="433085"/>
                  </a:lnTo>
                  <a:lnTo>
                    <a:pt x="7531581" y="433737"/>
                  </a:lnTo>
                  <a:lnTo>
                    <a:pt x="7549302" y="434361"/>
                  </a:lnTo>
                  <a:lnTo>
                    <a:pt x="7567024" y="434957"/>
                  </a:lnTo>
                  <a:lnTo>
                    <a:pt x="7584745" y="435501"/>
                  </a:lnTo>
                  <a:lnTo>
                    <a:pt x="7602467" y="436021"/>
                  </a:lnTo>
                  <a:lnTo>
                    <a:pt x="7620188" y="436515"/>
                  </a:lnTo>
                </a:path>
              </a:pathLst>
            </a:custGeom>
            <a:ln w="542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g2681"/>
            <p:cNvSpPr/>
            <p:nvPr/>
          </p:nvSpPr>
          <p:spPr>
            <a:xfrm>
              <a:off x="3207117" y="5743227"/>
              <a:ext cx="17721" cy="6654"/>
            </a:xfrm>
            <a:custGeom>
              <a:avLst/>
              <a:pathLst>
                <a:path w="17721" h="6654">
                  <a:moveTo>
                    <a:pt x="0" y="564"/>
                  </a:moveTo>
                  <a:lnTo>
                    <a:pt x="17721" y="0"/>
                  </a:lnTo>
                  <a:lnTo>
                    <a:pt x="17721" y="6654"/>
                  </a:lnTo>
                  <a:lnTo>
                    <a:pt x="0" y="6654"/>
                  </a:lnTo>
                  <a:close/>
                </a:path>
              </a:pathLst>
            </a:custGeom>
            <a:solidFill>
              <a:srgbClr val="E9D4C2">
                <a:alpha val="100000"/>
              </a:srgbClr>
            </a:solidFill>
            <a:ln w="4762" cap="rnd">
              <a:solidFill>
                <a:srgbClr val="E9D4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g2682"/>
            <p:cNvSpPr/>
            <p:nvPr/>
          </p:nvSpPr>
          <p:spPr>
            <a:xfrm>
              <a:off x="3224838" y="5742593"/>
              <a:ext cx="17721" cy="7287"/>
            </a:xfrm>
            <a:custGeom>
              <a:avLst/>
              <a:pathLst>
                <a:path w="17721" h="7287">
                  <a:moveTo>
                    <a:pt x="0" y="633"/>
                  </a:moveTo>
                  <a:lnTo>
                    <a:pt x="17721" y="0"/>
                  </a:lnTo>
                  <a:lnTo>
                    <a:pt x="17721" y="7287"/>
                  </a:lnTo>
                  <a:lnTo>
                    <a:pt x="0" y="7287"/>
                  </a:lnTo>
                  <a:close/>
                </a:path>
              </a:pathLst>
            </a:custGeom>
            <a:solidFill>
              <a:srgbClr val="E9D3C2">
                <a:alpha val="100000"/>
              </a:srgbClr>
            </a:solidFill>
            <a:ln w="4762" cap="rnd">
              <a:solidFill>
                <a:srgbClr val="E9D3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g2683"/>
            <p:cNvSpPr/>
            <p:nvPr/>
          </p:nvSpPr>
          <p:spPr>
            <a:xfrm>
              <a:off x="3242560" y="5741919"/>
              <a:ext cx="17721" cy="7962"/>
            </a:xfrm>
            <a:custGeom>
              <a:avLst/>
              <a:pathLst>
                <a:path w="17721" h="7962">
                  <a:moveTo>
                    <a:pt x="0" y="674"/>
                  </a:moveTo>
                  <a:lnTo>
                    <a:pt x="17721" y="0"/>
                  </a:lnTo>
                  <a:lnTo>
                    <a:pt x="17721" y="7962"/>
                  </a:lnTo>
                  <a:lnTo>
                    <a:pt x="0" y="7962"/>
                  </a:lnTo>
                  <a:close/>
                </a:path>
              </a:pathLst>
            </a:custGeom>
            <a:solidFill>
              <a:srgbClr val="E9D3C1">
                <a:alpha val="100000"/>
              </a:srgbClr>
            </a:solidFill>
            <a:ln w="4762" cap="rnd">
              <a:solidFill>
                <a:srgbClr val="E9D3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g2684"/>
            <p:cNvSpPr/>
            <p:nvPr/>
          </p:nvSpPr>
          <p:spPr>
            <a:xfrm>
              <a:off x="3260281" y="5740409"/>
              <a:ext cx="35442" cy="9472"/>
            </a:xfrm>
            <a:custGeom>
              <a:avLst/>
              <a:pathLst>
                <a:path w="35442" h="9472">
                  <a:moveTo>
                    <a:pt x="0" y="1510"/>
                  </a:moveTo>
                  <a:lnTo>
                    <a:pt x="17721" y="795"/>
                  </a:lnTo>
                  <a:lnTo>
                    <a:pt x="35442" y="0"/>
                  </a:lnTo>
                  <a:lnTo>
                    <a:pt x="35442" y="9472"/>
                  </a:lnTo>
                  <a:lnTo>
                    <a:pt x="17721" y="9472"/>
                  </a:lnTo>
                  <a:lnTo>
                    <a:pt x="0" y="9472"/>
                  </a:lnTo>
                  <a:close/>
                </a:path>
              </a:pathLst>
            </a:custGeom>
            <a:solidFill>
              <a:srgbClr val="E9D2C1">
                <a:alpha val="100000"/>
              </a:srgbClr>
            </a:solidFill>
            <a:ln w="4762" cap="rnd">
              <a:solidFill>
                <a:srgbClr val="E9D2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g2685"/>
            <p:cNvSpPr/>
            <p:nvPr/>
          </p:nvSpPr>
          <p:spPr>
            <a:xfrm>
              <a:off x="3295724" y="5739561"/>
              <a:ext cx="17721" cy="10319"/>
            </a:xfrm>
            <a:custGeom>
              <a:avLst/>
              <a:pathLst>
                <a:path w="17721" h="10319">
                  <a:moveTo>
                    <a:pt x="0" y="847"/>
                  </a:moveTo>
                  <a:lnTo>
                    <a:pt x="17721" y="0"/>
                  </a:lnTo>
                  <a:lnTo>
                    <a:pt x="17721" y="10319"/>
                  </a:lnTo>
                  <a:lnTo>
                    <a:pt x="0" y="10319"/>
                  </a:lnTo>
                  <a:close/>
                </a:path>
              </a:pathLst>
            </a:custGeom>
            <a:solidFill>
              <a:srgbClr val="E8D2C0">
                <a:alpha val="100000"/>
              </a:srgbClr>
            </a:solidFill>
            <a:ln w="4762" cap="rnd">
              <a:solidFill>
                <a:srgbClr val="E8D2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g2686"/>
            <p:cNvSpPr/>
            <p:nvPr/>
          </p:nvSpPr>
          <p:spPr>
            <a:xfrm>
              <a:off x="3313445" y="5738666"/>
              <a:ext cx="17721" cy="11214"/>
            </a:xfrm>
            <a:custGeom>
              <a:avLst/>
              <a:pathLst>
                <a:path w="17721" h="11214">
                  <a:moveTo>
                    <a:pt x="0" y="895"/>
                  </a:moveTo>
                  <a:lnTo>
                    <a:pt x="17721" y="0"/>
                  </a:lnTo>
                  <a:lnTo>
                    <a:pt x="17721" y="11214"/>
                  </a:lnTo>
                  <a:lnTo>
                    <a:pt x="0" y="11214"/>
                  </a:lnTo>
                  <a:close/>
                </a:path>
              </a:pathLst>
            </a:custGeom>
            <a:solidFill>
              <a:srgbClr val="E8D1C0">
                <a:alpha val="100000"/>
              </a:srgbClr>
            </a:solidFill>
            <a:ln w="4762" cap="rnd">
              <a:solidFill>
                <a:srgbClr val="E8D1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g2687"/>
            <p:cNvSpPr/>
            <p:nvPr/>
          </p:nvSpPr>
          <p:spPr>
            <a:xfrm>
              <a:off x="3331167" y="5737676"/>
              <a:ext cx="17721" cy="12204"/>
            </a:xfrm>
            <a:custGeom>
              <a:avLst/>
              <a:pathLst>
                <a:path w="17721" h="12204">
                  <a:moveTo>
                    <a:pt x="0" y="989"/>
                  </a:moveTo>
                  <a:lnTo>
                    <a:pt x="17721" y="0"/>
                  </a:lnTo>
                  <a:lnTo>
                    <a:pt x="17721" y="12204"/>
                  </a:lnTo>
                  <a:lnTo>
                    <a:pt x="0" y="12204"/>
                  </a:lnTo>
                  <a:close/>
                </a:path>
              </a:pathLst>
            </a:custGeom>
            <a:solidFill>
              <a:srgbClr val="E8D1BF">
                <a:alpha val="100000"/>
              </a:srgbClr>
            </a:solidFill>
            <a:ln w="4762" cap="rnd">
              <a:solidFill>
                <a:srgbClr val="E8D1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g2688"/>
            <p:cNvSpPr/>
            <p:nvPr/>
          </p:nvSpPr>
          <p:spPr>
            <a:xfrm>
              <a:off x="3348888" y="5736623"/>
              <a:ext cx="17721" cy="13258"/>
            </a:xfrm>
            <a:custGeom>
              <a:avLst/>
              <a:pathLst>
                <a:path w="17721" h="13258">
                  <a:moveTo>
                    <a:pt x="0" y="1053"/>
                  </a:moveTo>
                  <a:lnTo>
                    <a:pt x="17721" y="0"/>
                  </a:lnTo>
                  <a:lnTo>
                    <a:pt x="17721" y="13258"/>
                  </a:lnTo>
                  <a:lnTo>
                    <a:pt x="0" y="13258"/>
                  </a:lnTo>
                  <a:close/>
                </a:path>
              </a:pathLst>
            </a:custGeom>
            <a:solidFill>
              <a:srgbClr val="E8D0BF">
                <a:alpha val="100000"/>
              </a:srgbClr>
            </a:solidFill>
            <a:ln w="4762" cap="rnd">
              <a:solidFill>
                <a:srgbClr val="E8D0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g2689"/>
            <p:cNvSpPr/>
            <p:nvPr/>
          </p:nvSpPr>
          <p:spPr>
            <a:xfrm>
              <a:off x="3366609" y="5734292"/>
              <a:ext cx="35442" cy="15588"/>
            </a:xfrm>
            <a:custGeom>
              <a:avLst/>
              <a:pathLst>
                <a:path w="35442" h="15588">
                  <a:moveTo>
                    <a:pt x="0" y="2330"/>
                  </a:moveTo>
                  <a:lnTo>
                    <a:pt x="17721" y="1219"/>
                  </a:lnTo>
                  <a:lnTo>
                    <a:pt x="35442" y="0"/>
                  </a:lnTo>
                  <a:lnTo>
                    <a:pt x="35442" y="15588"/>
                  </a:lnTo>
                  <a:lnTo>
                    <a:pt x="17721" y="15588"/>
                  </a:lnTo>
                  <a:lnTo>
                    <a:pt x="0" y="15588"/>
                  </a:lnTo>
                  <a:close/>
                </a:path>
              </a:pathLst>
            </a:custGeom>
            <a:solidFill>
              <a:srgbClr val="E8D0BE">
                <a:alpha val="100000"/>
              </a:srgbClr>
            </a:solidFill>
            <a:ln w="4762" cap="rnd">
              <a:solidFill>
                <a:srgbClr val="E8D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g2690"/>
            <p:cNvSpPr/>
            <p:nvPr/>
          </p:nvSpPr>
          <p:spPr>
            <a:xfrm>
              <a:off x="3402052" y="5732995"/>
              <a:ext cx="17721" cy="16885"/>
            </a:xfrm>
            <a:custGeom>
              <a:avLst/>
              <a:pathLst>
                <a:path w="17721" h="16885">
                  <a:moveTo>
                    <a:pt x="0" y="1297"/>
                  </a:moveTo>
                  <a:lnTo>
                    <a:pt x="17721" y="0"/>
                  </a:lnTo>
                  <a:lnTo>
                    <a:pt x="17721" y="16885"/>
                  </a:lnTo>
                  <a:lnTo>
                    <a:pt x="0" y="16885"/>
                  </a:lnTo>
                  <a:close/>
                </a:path>
              </a:pathLst>
            </a:custGeom>
            <a:solidFill>
              <a:srgbClr val="E7CFBE">
                <a:alpha val="100000"/>
              </a:srgbClr>
            </a:solidFill>
            <a:ln w="4762" cap="rnd">
              <a:solidFill>
                <a:srgbClr val="E7CF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g2691"/>
            <p:cNvSpPr/>
            <p:nvPr/>
          </p:nvSpPr>
          <p:spPr>
            <a:xfrm>
              <a:off x="3419773" y="5731631"/>
              <a:ext cx="17721" cy="18250"/>
            </a:xfrm>
            <a:custGeom>
              <a:avLst/>
              <a:pathLst>
                <a:path w="17721" h="18250">
                  <a:moveTo>
                    <a:pt x="0" y="1364"/>
                  </a:moveTo>
                  <a:lnTo>
                    <a:pt x="17721" y="0"/>
                  </a:lnTo>
                  <a:lnTo>
                    <a:pt x="17721" y="18250"/>
                  </a:lnTo>
                  <a:lnTo>
                    <a:pt x="0" y="18250"/>
                  </a:lnTo>
                  <a:close/>
                </a:path>
              </a:pathLst>
            </a:custGeom>
            <a:solidFill>
              <a:srgbClr val="E7CFBD">
                <a:alpha val="100000"/>
              </a:srgbClr>
            </a:solidFill>
            <a:ln w="4762" cap="rnd">
              <a:solidFill>
                <a:srgbClr val="E7CF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g2692"/>
            <p:cNvSpPr/>
            <p:nvPr/>
          </p:nvSpPr>
          <p:spPr>
            <a:xfrm>
              <a:off x="3437495" y="5730142"/>
              <a:ext cx="17721" cy="19738"/>
            </a:xfrm>
            <a:custGeom>
              <a:avLst/>
              <a:pathLst>
                <a:path w="17721" h="19738">
                  <a:moveTo>
                    <a:pt x="0" y="1488"/>
                  </a:moveTo>
                  <a:lnTo>
                    <a:pt x="17721" y="0"/>
                  </a:lnTo>
                  <a:lnTo>
                    <a:pt x="17721" y="19738"/>
                  </a:lnTo>
                  <a:lnTo>
                    <a:pt x="0" y="19738"/>
                  </a:lnTo>
                  <a:close/>
                </a:path>
              </a:pathLst>
            </a:custGeom>
            <a:solidFill>
              <a:srgbClr val="E7CEBD">
                <a:alpha val="100000"/>
              </a:srgbClr>
            </a:solidFill>
            <a:ln w="4762" cap="rnd">
              <a:solidFill>
                <a:srgbClr val="E7CE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g2693"/>
            <p:cNvSpPr/>
            <p:nvPr/>
          </p:nvSpPr>
          <p:spPr>
            <a:xfrm>
              <a:off x="3455216" y="5726902"/>
              <a:ext cx="35442" cy="22979"/>
            </a:xfrm>
            <a:custGeom>
              <a:avLst/>
              <a:pathLst>
                <a:path w="35442" h="22979">
                  <a:moveTo>
                    <a:pt x="0" y="3240"/>
                  </a:moveTo>
                  <a:lnTo>
                    <a:pt x="17721" y="1659"/>
                  </a:lnTo>
                  <a:lnTo>
                    <a:pt x="35442" y="0"/>
                  </a:lnTo>
                  <a:lnTo>
                    <a:pt x="35442" y="22979"/>
                  </a:lnTo>
                  <a:lnTo>
                    <a:pt x="17721" y="22979"/>
                  </a:lnTo>
                  <a:lnTo>
                    <a:pt x="0" y="22979"/>
                  </a:lnTo>
                  <a:close/>
                </a:path>
              </a:pathLst>
            </a:custGeom>
            <a:solidFill>
              <a:srgbClr val="E7CEBC">
                <a:alpha val="100000"/>
              </a:srgbClr>
            </a:solidFill>
            <a:ln w="4762" cap="rnd">
              <a:solidFill>
                <a:srgbClr val="E7CEB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g2694"/>
            <p:cNvSpPr/>
            <p:nvPr/>
          </p:nvSpPr>
          <p:spPr>
            <a:xfrm>
              <a:off x="3490659" y="5723194"/>
              <a:ext cx="35442" cy="26686"/>
            </a:xfrm>
            <a:custGeom>
              <a:avLst/>
              <a:pathLst>
                <a:path w="35442" h="26686">
                  <a:moveTo>
                    <a:pt x="0" y="3707"/>
                  </a:moveTo>
                  <a:lnTo>
                    <a:pt x="17721" y="1908"/>
                  </a:lnTo>
                  <a:lnTo>
                    <a:pt x="35442" y="0"/>
                  </a:lnTo>
                  <a:lnTo>
                    <a:pt x="35442" y="26686"/>
                  </a:lnTo>
                  <a:lnTo>
                    <a:pt x="17721" y="26686"/>
                  </a:lnTo>
                  <a:lnTo>
                    <a:pt x="0" y="26686"/>
                  </a:lnTo>
                  <a:close/>
                </a:path>
              </a:pathLst>
            </a:custGeom>
            <a:solidFill>
              <a:srgbClr val="E6CDBB">
                <a:alpha val="100000"/>
              </a:srgbClr>
            </a:solidFill>
            <a:ln w="4762" cap="rnd">
              <a:solidFill>
                <a:srgbClr val="E6CD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g2695"/>
            <p:cNvSpPr/>
            <p:nvPr/>
          </p:nvSpPr>
          <p:spPr>
            <a:xfrm>
              <a:off x="3526102" y="5721196"/>
              <a:ext cx="17721" cy="28685"/>
            </a:xfrm>
            <a:custGeom>
              <a:avLst/>
              <a:pathLst>
                <a:path w="17721" h="28685">
                  <a:moveTo>
                    <a:pt x="0" y="1998"/>
                  </a:moveTo>
                  <a:lnTo>
                    <a:pt x="17721" y="0"/>
                  </a:lnTo>
                  <a:lnTo>
                    <a:pt x="17721" y="28685"/>
                  </a:lnTo>
                  <a:lnTo>
                    <a:pt x="0" y="28685"/>
                  </a:lnTo>
                  <a:close/>
                </a:path>
              </a:pathLst>
            </a:custGeom>
            <a:solidFill>
              <a:srgbClr val="E6CCBB">
                <a:alpha val="100000"/>
              </a:srgbClr>
            </a:solidFill>
            <a:ln w="4762" cap="rnd">
              <a:solidFill>
                <a:srgbClr val="E6CC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g2696"/>
            <p:cNvSpPr/>
            <p:nvPr/>
          </p:nvSpPr>
          <p:spPr>
            <a:xfrm>
              <a:off x="3543823" y="5716763"/>
              <a:ext cx="35442" cy="33118"/>
            </a:xfrm>
            <a:custGeom>
              <a:avLst/>
              <a:pathLst>
                <a:path w="35442" h="33118">
                  <a:moveTo>
                    <a:pt x="0" y="4433"/>
                  </a:moveTo>
                  <a:lnTo>
                    <a:pt x="17721" y="2281"/>
                  </a:lnTo>
                  <a:lnTo>
                    <a:pt x="35442" y="0"/>
                  </a:lnTo>
                  <a:lnTo>
                    <a:pt x="35442" y="33118"/>
                  </a:lnTo>
                  <a:lnTo>
                    <a:pt x="17721" y="33118"/>
                  </a:lnTo>
                  <a:lnTo>
                    <a:pt x="0" y="33118"/>
                  </a:lnTo>
                  <a:close/>
                </a:path>
              </a:pathLst>
            </a:custGeom>
            <a:solidFill>
              <a:srgbClr val="E6CCBA">
                <a:alpha val="100000"/>
              </a:srgbClr>
            </a:solidFill>
            <a:ln w="4762" cap="rnd">
              <a:solidFill>
                <a:srgbClr val="E6CCB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g2697"/>
            <p:cNvSpPr/>
            <p:nvPr/>
          </p:nvSpPr>
          <p:spPr>
            <a:xfrm>
              <a:off x="3579266" y="5714381"/>
              <a:ext cx="17721" cy="35500"/>
            </a:xfrm>
            <a:custGeom>
              <a:avLst/>
              <a:pathLst>
                <a:path w="17721" h="35500">
                  <a:moveTo>
                    <a:pt x="0" y="2381"/>
                  </a:moveTo>
                  <a:lnTo>
                    <a:pt x="17721" y="0"/>
                  </a:lnTo>
                  <a:lnTo>
                    <a:pt x="17721" y="35500"/>
                  </a:lnTo>
                  <a:lnTo>
                    <a:pt x="0" y="35500"/>
                  </a:lnTo>
                  <a:close/>
                </a:path>
              </a:pathLst>
            </a:custGeom>
            <a:solidFill>
              <a:srgbClr val="E6CBB9">
                <a:alpha val="100000"/>
              </a:srgbClr>
            </a:solidFill>
            <a:ln w="4762" cap="rnd">
              <a:solidFill>
                <a:srgbClr val="E6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g2698"/>
            <p:cNvSpPr/>
            <p:nvPr/>
          </p:nvSpPr>
          <p:spPr>
            <a:xfrm>
              <a:off x="3596987" y="5711830"/>
              <a:ext cx="17721" cy="38050"/>
            </a:xfrm>
            <a:custGeom>
              <a:avLst/>
              <a:pathLst>
                <a:path w="17721" h="38050">
                  <a:moveTo>
                    <a:pt x="0" y="2550"/>
                  </a:moveTo>
                  <a:lnTo>
                    <a:pt x="17721" y="0"/>
                  </a:lnTo>
                  <a:lnTo>
                    <a:pt x="17721" y="38050"/>
                  </a:lnTo>
                  <a:lnTo>
                    <a:pt x="0" y="38050"/>
                  </a:lnTo>
                  <a:close/>
                </a:path>
              </a:pathLst>
            </a:custGeom>
            <a:solidFill>
              <a:srgbClr val="E5CBB9">
                <a:alpha val="100000"/>
              </a:srgbClr>
            </a:solidFill>
            <a:ln w="4762" cap="rnd">
              <a:solidFill>
                <a:srgbClr val="E5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g2699"/>
            <p:cNvSpPr/>
            <p:nvPr/>
          </p:nvSpPr>
          <p:spPr>
            <a:xfrm>
              <a:off x="3614708" y="5703329"/>
              <a:ext cx="53164" cy="46551"/>
            </a:xfrm>
            <a:custGeom>
              <a:avLst/>
              <a:pathLst>
                <a:path w="53164" h="46551">
                  <a:moveTo>
                    <a:pt x="0" y="8501"/>
                  </a:moveTo>
                  <a:lnTo>
                    <a:pt x="17721" y="5802"/>
                  </a:lnTo>
                  <a:lnTo>
                    <a:pt x="35442" y="2991"/>
                  </a:lnTo>
                  <a:lnTo>
                    <a:pt x="53164" y="0"/>
                  </a:lnTo>
                  <a:lnTo>
                    <a:pt x="53164" y="46551"/>
                  </a:lnTo>
                  <a:lnTo>
                    <a:pt x="35442" y="46551"/>
                  </a:lnTo>
                  <a:lnTo>
                    <a:pt x="17721" y="46551"/>
                  </a:lnTo>
                  <a:lnTo>
                    <a:pt x="0" y="46551"/>
                  </a:lnTo>
                  <a:close/>
                </a:path>
              </a:pathLst>
            </a:custGeom>
            <a:solidFill>
              <a:srgbClr val="E5CAB8">
                <a:alpha val="100000"/>
              </a:srgbClr>
            </a:solidFill>
            <a:ln w="4762" cap="rnd">
              <a:solidFill>
                <a:srgbClr val="E5CA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g2700"/>
            <p:cNvSpPr/>
            <p:nvPr/>
          </p:nvSpPr>
          <p:spPr>
            <a:xfrm>
              <a:off x="3667873" y="5700169"/>
              <a:ext cx="17721" cy="49711"/>
            </a:xfrm>
            <a:custGeom>
              <a:avLst/>
              <a:pathLst>
                <a:path w="17721" h="49711">
                  <a:moveTo>
                    <a:pt x="0" y="3160"/>
                  </a:moveTo>
                  <a:lnTo>
                    <a:pt x="17721" y="0"/>
                  </a:lnTo>
                  <a:lnTo>
                    <a:pt x="17721" y="49711"/>
                  </a:lnTo>
                  <a:lnTo>
                    <a:pt x="0" y="49711"/>
                  </a:lnTo>
                  <a:close/>
                </a:path>
              </a:pathLst>
            </a:custGeom>
            <a:solidFill>
              <a:srgbClr val="E5C9B7">
                <a:alpha val="100000"/>
              </a:srgbClr>
            </a:solidFill>
            <a:ln w="4762" cap="rnd">
              <a:solidFill>
                <a:srgbClr val="E5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g2701"/>
            <p:cNvSpPr/>
            <p:nvPr/>
          </p:nvSpPr>
          <p:spPr>
            <a:xfrm>
              <a:off x="3685594" y="5696886"/>
              <a:ext cx="17721" cy="52995"/>
            </a:xfrm>
            <a:custGeom>
              <a:avLst/>
              <a:pathLst>
                <a:path w="17721" h="52995">
                  <a:moveTo>
                    <a:pt x="0" y="3283"/>
                  </a:moveTo>
                  <a:lnTo>
                    <a:pt x="17721" y="0"/>
                  </a:lnTo>
                  <a:lnTo>
                    <a:pt x="17721" y="52995"/>
                  </a:lnTo>
                  <a:lnTo>
                    <a:pt x="0" y="52995"/>
                  </a:lnTo>
                  <a:close/>
                </a:path>
              </a:pathLst>
            </a:custGeom>
            <a:solidFill>
              <a:srgbClr val="E4C9B7">
                <a:alpha val="100000"/>
              </a:srgbClr>
            </a:solidFill>
            <a:ln w="4762" cap="rnd">
              <a:solidFill>
                <a:srgbClr val="E4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g2702"/>
            <p:cNvSpPr/>
            <p:nvPr/>
          </p:nvSpPr>
          <p:spPr>
            <a:xfrm>
              <a:off x="3703315" y="5689748"/>
              <a:ext cx="35442" cy="60133"/>
            </a:xfrm>
            <a:custGeom>
              <a:avLst/>
              <a:pathLst>
                <a:path w="35442" h="60133">
                  <a:moveTo>
                    <a:pt x="0" y="7138"/>
                  </a:moveTo>
                  <a:lnTo>
                    <a:pt x="17721" y="3663"/>
                  </a:lnTo>
                  <a:lnTo>
                    <a:pt x="35442" y="0"/>
                  </a:lnTo>
                  <a:lnTo>
                    <a:pt x="35442" y="60133"/>
                  </a:lnTo>
                  <a:lnTo>
                    <a:pt x="17721" y="60133"/>
                  </a:lnTo>
                  <a:lnTo>
                    <a:pt x="0" y="60133"/>
                  </a:lnTo>
                  <a:close/>
                </a:path>
              </a:pathLst>
            </a:custGeom>
            <a:solidFill>
              <a:srgbClr val="E4C8B6">
                <a:alpha val="100000"/>
              </a:srgbClr>
            </a:solidFill>
            <a:ln w="4762" cap="rnd">
              <a:solidFill>
                <a:srgbClr val="E4C8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g2703"/>
            <p:cNvSpPr/>
            <p:nvPr/>
          </p:nvSpPr>
          <p:spPr>
            <a:xfrm>
              <a:off x="3738758" y="5685951"/>
              <a:ext cx="17721" cy="63929"/>
            </a:xfrm>
            <a:custGeom>
              <a:avLst/>
              <a:pathLst>
                <a:path w="17721" h="63929">
                  <a:moveTo>
                    <a:pt x="0" y="3796"/>
                  </a:moveTo>
                  <a:lnTo>
                    <a:pt x="17721" y="0"/>
                  </a:lnTo>
                  <a:lnTo>
                    <a:pt x="17721" y="63929"/>
                  </a:lnTo>
                  <a:lnTo>
                    <a:pt x="0" y="63929"/>
                  </a:lnTo>
                  <a:close/>
                </a:path>
              </a:pathLst>
            </a:custGeom>
            <a:solidFill>
              <a:srgbClr val="E4C8B5">
                <a:alpha val="100000"/>
              </a:srgbClr>
            </a:solidFill>
            <a:ln w="4762" cap="rnd">
              <a:solidFill>
                <a:srgbClr val="E4C8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g2704"/>
            <p:cNvSpPr/>
            <p:nvPr/>
          </p:nvSpPr>
          <p:spPr>
            <a:xfrm>
              <a:off x="3756479" y="5681955"/>
              <a:ext cx="17721" cy="67925"/>
            </a:xfrm>
            <a:custGeom>
              <a:avLst/>
              <a:pathLst>
                <a:path w="17721" h="67925">
                  <a:moveTo>
                    <a:pt x="0" y="3996"/>
                  </a:moveTo>
                  <a:lnTo>
                    <a:pt x="17721" y="0"/>
                  </a:lnTo>
                  <a:lnTo>
                    <a:pt x="17721" y="67925"/>
                  </a:lnTo>
                  <a:lnTo>
                    <a:pt x="0" y="67925"/>
                  </a:lnTo>
                  <a:close/>
                </a:path>
              </a:pathLst>
            </a:custGeom>
            <a:solidFill>
              <a:srgbClr val="E4C7B5">
                <a:alpha val="100000"/>
              </a:srgbClr>
            </a:solidFill>
            <a:ln w="4762" cap="rnd">
              <a:solidFill>
                <a:srgbClr val="E4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g2705"/>
            <p:cNvSpPr/>
            <p:nvPr/>
          </p:nvSpPr>
          <p:spPr>
            <a:xfrm>
              <a:off x="3774201" y="5677753"/>
              <a:ext cx="17721" cy="72128"/>
            </a:xfrm>
            <a:custGeom>
              <a:avLst/>
              <a:pathLst>
                <a:path w="17721" h="72128">
                  <a:moveTo>
                    <a:pt x="0" y="4202"/>
                  </a:moveTo>
                  <a:lnTo>
                    <a:pt x="17721" y="0"/>
                  </a:lnTo>
                  <a:lnTo>
                    <a:pt x="17721" y="72128"/>
                  </a:lnTo>
                  <a:lnTo>
                    <a:pt x="0" y="72128"/>
                  </a:lnTo>
                  <a:close/>
                </a:path>
              </a:pathLst>
            </a:custGeom>
            <a:solidFill>
              <a:srgbClr val="E3C7B5">
                <a:alpha val="100000"/>
              </a:srgbClr>
            </a:solidFill>
            <a:ln w="4762" cap="rnd">
              <a:solidFill>
                <a:srgbClr val="E3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g2706"/>
            <p:cNvSpPr/>
            <p:nvPr/>
          </p:nvSpPr>
          <p:spPr>
            <a:xfrm>
              <a:off x="3791922" y="5668859"/>
              <a:ext cx="35442" cy="81021"/>
            </a:xfrm>
            <a:custGeom>
              <a:avLst/>
              <a:pathLst>
                <a:path w="35442" h="81021">
                  <a:moveTo>
                    <a:pt x="0" y="8893"/>
                  </a:moveTo>
                  <a:lnTo>
                    <a:pt x="17721" y="4549"/>
                  </a:lnTo>
                  <a:lnTo>
                    <a:pt x="35442" y="0"/>
                  </a:lnTo>
                  <a:lnTo>
                    <a:pt x="35442" y="81021"/>
                  </a:lnTo>
                  <a:lnTo>
                    <a:pt x="17721" y="81021"/>
                  </a:lnTo>
                  <a:lnTo>
                    <a:pt x="0" y="81021"/>
                  </a:lnTo>
                  <a:close/>
                </a:path>
              </a:pathLst>
            </a:custGeom>
            <a:solidFill>
              <a:srgbClr val="E3C6B4">
                <a:alpha val="100000"/>
              </a:srgbClr>
            </a:solidFill>
            <a:ln w="4762" cap="rnd">
              <a:solidFill>
                <a:srgbClr val="E3C6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g2707"/>
            <p:cNvSpPr/>
            <p:nvPr/>
          </p:nvSpPr>
          <p:spPr>
            <a:xfrm>
              <a:off x="3827365" y="5664088"/>
              <a:ext cx="17721" cy="85792"/>
            </a:xfrm>
            <a:custGeom>
              <a:avLst/>
              <a:pathLst>
                <a:path w="17721" h="85792">
                  <a:moveTo>
                    <a:pt x="0" y="4771"/>
                  </a:moveTo>
                  <a:lnTo>
                    <a:pt x="17721" y="0"/>
                  </a:lnTo>
                  <a:lnTo>
                    <a:pt x="17721" y="85792"/>
                  </a:lnTo>
                  <a:lnTo>
                    <a:pt x="0" y="85792"/>
                  </a:lnTo>
                  <a:close/>
                </a:path>
              </a:pathLst>
            </a:custGeom>
            <a:solidFill>
              <a:srgbClr val="E3C6B3">
                <a:alpha val="100000"/>
              </a:srgbClr>
            </a:solidFill>
            <a:ln w="4762" cap="rnd">
              <a:solidFill>
                <a:srgbClr val="E3C6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g2708"/>
            <p:cNvSpPr/>
            <p:nvPr/>
          </p:nvSpPr>
          <p:spPr>
            <a:xfrm>
              <a:off x="3845086" y="5659169"/>
              <a:ext cx="17721" cy="90711"/>
            </a:xfrm>
            <a:custGeom>
              <a:avLst/>
              <a:pathLst>
                <a:path w="17721" h="90711">
                  <a:moveTo>
                    <a:pt x="0" y="4918"/>
                  </a:moveTo>
                  <a:lnTo>
                    <a:pt x="17721" y="0"/>
                  </a:lnTo>
                  <a:lnTo>
                    <a:pt x="17721" y="90711"/>
                  </a:lnTo>
                  <a:lnTo>
                    <a:pt x="0" y="90711"/>
                  </a:lnTo>
                  <a:close/>
                </a:path>
              </a:pathLst>
            </a:custGeom>
            <a:solidFill>
              <a:srgbClr val="E3C5B3">
                <a:alpha val="100000"/>
              </a:srgbClr>
            </a:solidFill>
            <a:ln w="4762" cap="rnd">
              <a:solidFill>
                <a:srgbClr val="E3C5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g2709"/>
            <p:cNvSpPr/>
            <p:nvPr/>
          </p:nvSpPr>
          <p:spPr>
            <a:xfrm>
              <a:off x="3862808" y="5654043"/>
              <a:ext cx="17721" cy="95837"/>
            </a:xfrm>
            <a:custGeom>
              <a:avLst/>
              <a:pathLst>
                <a:path w="17721" h="95837">
                  <a:moveTo>
                    <a:pt x="0" y="5125"/>
                  </a:moveTo>
                  <a:lnTo>
                    <a:pt x="17721" y="0"/>
                  </a:lnTo>
                  <a:lnTo>
                    <a:pt x="17721" y="95837"/>
                  </a:lnTo>
                  <a:lnTo>
                    <a:pt x="0" y="95837"/>
                  </a:lnTo>
                  <a:close/>
                </a:path>
              </a:pathLst>
            </a:custGeom>
            <a:solidFill>
              <a:srgbClr val="E3C5B2">
                <a:alpha val="100000"/>
              </a:srgbClr>
            </a:solidFill>
            <a:ln w="4762" cap="rnd">
              <a:solidFill>
                <a:srgbClr val="E3C5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g2710"/>
            <p:cNvSpPr/>
            <p:nvPr/>
          </p:nvSpPr>
          <p:spPr>
            <a:xfrm>
              <a:off x="3880529" y="5643171"/>
              <a:ext cx="35442" cy="106710"/>
            </a:xfrm>
            <a:custGeom>
              <a:avLst/>
              <a:pathLst>
                <a:path w="35442" h="106710">
                  <a:moveTo>
                    <a:pt x="0" y="10872"/>
                  </a:moveTo>
                  <a:lnTo>
                    <a:pt x="17721" y="5511"/>
                  </a:lnTo>
                  <a:lnTo>
                    <a:pt x="35442" y="0"/>
                  </a:lnTo>
                  <a:lnTo>
                    <a:pt x="35442" y="106710"/>
                  </a:lnTo>
                  <a:lnTo>
                    <a:pt x="17721" y="106710"/>
                  </a:lnTo>
                  <a:lnTo>
                    <a:pt x="0" y="106710"/>
                  </a:lnTo>
                  <a:close/>
                </a:path>
              </a:pathLst>
            </a:custGeom>
            <a:solidFill>
              <a:srgbClr val="E2C4B2">
                <a:alpha val="100000"/>
              </a:srgbClr>
            </a:solidFill>
            <a:ln w="4762" cap="rnd">
              <a:solidFill>
                <a:srgbClr val="E2C4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g2711"/>
            <p:cNvSpPr/>
            <p:nvPr/>
          </p:nvSpPr>
          <p:spPr>
            <a:xfrm>
              <a:off x="3915972" y="5637455"/>
              <a:ext cx="17721" cy="112426"/>
            </a:xfrm>
            <a:custGeom>
              <a:avLst/>
              <a:pathLst>
                <a:path w="17721" h="112426">
                  <a:moveTo>
                    <a:pt x="0" y="5715"/>
                  </a:moveTo>
                  <a:lnTo>
                    <a:pt x="17721" y="0"/>
                  </a:lnTo>
                  <a:lnTo>
                    <a:pt x="17721" y="112426"/>
                  </a:lnTo>
                  <a:lnTo>
                    <a:pt x="0" y="112426"/>
                  </a:lnTo>
                  <a:close/>
                </a:path>
              </a:pathLst>
            </a:custGeom>
            <a:solidFill>
              <a:srgbClr val="E2C4B1">
                <a:alpha val="100000"/>
              </a:srgbClr>
            </a:solidFill>
            <a:ln w="4762" cap="rnd">
              <a:solidFill>
                <a:srgbClr val="E2C4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g2712"/>
            <p:cNvSpPr/>
            <p:nvPr/>
          </p:nvSpPr>
          <p:spPr>
            <a:xfrm>
              <a:off x="3933693" y="5631495"/>
              <a:ext cx="17721" cy="118385"/>
            </a:xfrm>
            <a:custGeom>
              <a:avLst/>
              <a:pathLst>
                <a:path w="17721" h="118385">
                  <a:moveTo>
                    <a:pt x="0" y="5959"/>
                  </a:moveTo>
                  <a:lnTo>
                    <a:pt x="17721" y="0"/>
                  </a:lnTo>
                  <a:lnTo>
                    <a:pt x="17721" y="118385"/>
                  </a:lnTo>
                  <a:lnTo>
                    <a:pt x="0" y="118385"/>
                  </a:lnTo>
                  <a:close/>
                </a:path>
              </a:pathLst>
            </a:custGeom>
            <a:solidFill>
              <a:srgbClr val="E2C3B1">
                <a:alpha val="100000"/>
              </a:srgbClr>
            </a:solidFill>
            <a:ln w="4762" cap="rnd">
              <a:solidFill>
                <a:srgbClr val="E2C3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g2713"/>
            <p:cNvSpPr/>
            <p:nvPr/>
          </p:nvSpPr>
          <p:spPr>
            <a:xfrm>
              <a:off x="3951414" y="5625385"/>
              <a:ext cx="17721" cy="124496"/>
            </a:xfrm>
            <a:custGeom>
              <a:avLst/>
              <a:pathLst>
                <a:path w="17721" h="124496">
                  <a:moveTo>
                    <a:pt x="0" y="6110"/>
                  </a:moveTo>
                  <a:lnTo>
                    <a:pt x="17721" y="0"/>
                  </a:lnTo>
                  <a:lnTo>
                    <a:pt x="17721" y="124496"/>
                  </a:lnTo>
                  <a:lnTo>
                    <a:pt x="0" y="124496"/>
                  </a:lnTo>
                  <a:close/>
                </a:path>
              </a:pathLst>
            </a:custGeom>
            <a:solidFill>
              <a:srgbClr val="E2C3B0">
                <a:alpha val="100000"/>
              </a:srgbClr>
            </a:solidFill>
            <a:ln w="4762" cap="rnd">
              <a:solidFill>
                <a:srgbClr val="E2C3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g2714"/>
            <p:cNvSpPr/>
            <p:nvPr/>
          </p:nvSpPr>
          <p:spPr>
            <a:xfrm>
              <a:off x="3969136" y="5619077"/>
              <a:ext cx="17721" cy="130803"/>
            </a:xfrm>
            <a:custGeom>
              <a:avLst/>
              <a:pathLst>
                <a:path w="17721" h="130803">
                  <a:moveTo>
                    <a:pt x="0" y="6307"/>
                  </a:moveTo>
                  <a:lnTo>
                    <a:pt x="17721" y="0"/>
                  </a:lnTo>
                  <a:lnTo>
                    <a:pt x="17721" y="130803"/>
                  </a:lnTo>
                  <a:lnTo>
                    <a:pt x="0" y="130803"/>
                  </a:lnTo>
                  <a:close/>
                </a:path>
              </a:pathLst>
            </a:custGeom>
            <a:solidFill>
              <a:srgbClr val="E1C2B0">
                <a:alpha val="100000"/>
              </a:srgbClr>
            </a:solidFill>
            <a:ln w="4762" cap="rnd">
              <a:solidFill>
                <a:srgbClr val="E1C2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g2715"/>
            <p:cNvSpPr/>
            <p:nvPr/>
          </p:nvSpPr>
          <p:spPr>
            <a:xfrm>
              <a:off x="3986857" y="5612523"/>
              <a:ext cx="17721" cy="137357"/>
            </a:xfrm>
            <a:custGeom>
              <a:avLst/>
              <a:pathLst>
                <a:path w="17721" h="137357">
                  <a:moveTo>
                    <a:pt x="0" y="6553"/>
                  </a:moveTo>
                  <a:lnTo>
                    <a:pt x="17721" y="0"/>
                  </a:lnTo>
                  <a:lnTo>
                    <a:pt x="17721" y="137357"/>
                  </a:lnTo>
                  <a:lnTo>
                    <a:pt x="0" y="137357"/>
                  </a:lnTo>
                  <a:close/>
                </a:path>
              </a:pathLst>
            </a:custGeom>
            <a:solidFill>
              <a:srgbClr val="E1C2AF">
                <a:alpha val="100000"/>
              </a:srgbClr>
            </a:solidFill>
            <a:ln w="4762" cap="rnd">
              <a:solidFill>
                <a:srgbClr val="E1C2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g2716"/>
            <p:cNvSpPr/>
            <p:nvPr/>
          </p:nvSpPr>
          <p:spPr>
            <a:xfrm>
              <a:off x="4004579" y="5598935"/>
              <a:ext cx="35442" cy="150945"/>
            </a:xfrm>
            <a:custGeom>
              <a:avLst/>
              <a:pathLst>
                <a:path w="35442" h="150945">
                  <a:moveTo>
                    <a:pt x="0" y="13587"/>
                  </a:moveTo>
                  <a:lnTo>
                    <a:pt x="17721" y="6886"/>
                  </a:lnTo>
                  <a:lnTo>
                    <a:pt x="35442" y="0"/>
                  </a:lnTo>
                  <a:lnTo>
                    <a:pt x="35442" y="150945"/>
                  </a:lnTo>
                  <a:lnTo>
                    <a:pt x="17721" y="150945"/>
                  </a:lnTo>
                  <a:lnTo>
                    <a:pt x="0" y="150945"/>
                  </a:lnTo>
                  <a:close/>
                </a:path>
              </a:pathLst>
            </a:custGeom>
            <a:solidFill>
              <a:srgbClr val="E1C1AF">
                <a:alpha val="100000"/>
              </a:srgbClr>
            </a:solidFill>
            <a:ln w="4762" cap="rnd">
              <a:solidFill>
                <a:srgbClr val="E1C1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g2717"/>
            <p:cNvSpPr/>
            <p:nvPr/>
          </p:nvSpPr>
          <p:spPr>
            <a:xfrm>
              <a:off x="4040021" y="5591806"/>
              <a:ext cx="17721" cy="158074"/>
            </a:xfrm>
            <a:custGeom>
              <a:avLst/>
              <a:pathLst>
                <a:path w="17721" h="158074">
                  <a:moveTo>
                    <a:pt x="0" y="7129"/>
                  </a:moveTo>
                  <a:lnTo>
                    <a:pt x="17721" y="0"/>
                  </a:lnTo>
                  <a:lnTo>
                    <a:pt x="17721" y="158074"/>
                  </a:lnTo>
                  <a:lnTo>
                    <a:pt x="0" y="158074"/>
                  </a:lnTo>
                  <a:close/>
                </a:path>
              </a:pathLst>
            </a:custGeom>
            <a:solidFill>
              <a:srgbClr val="E1C1AE">
                <a:alpha val="100000"/>
              </a:srgbClr>
            </a:solidFill>
            <a:ln w="4762" cap="rnd">
              <a:solidFill>
                <a:srgbClr val="E1C1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g2718"/>
            <p:cNvSpPr/>
            <p:nvPr/>
          </p:nvSpPr>
          <p:spPr>
            <a:xfrm>
              <a:off x="4057743" y="5584538"/>
              <a:ext cx="17721" cy="165343"/>
            </a:xfrm>
            <a:custGeom>
              <a:avLst/>
              <a:pathLst>
                <a:path w="17721" h="165343">
                  <a:moveTo>
                    <a:pt x="0" y="7268"/>
                  </a:moveTo>
                  <a:lnTo>
                    <a:pt x="17721" y="0"/>
                  </a:lnTo>
                  <a:lnTo>
                    <a:pt x="17721" y="165343"/>
                  </a:lnTo>
                  <a:lnTo>
                    <a:pt x="0" y="165343"/>
                  </a:lnTo>
                  <a:close/>
                </a:path>
              </a:pathLst>
            </a:custGeom>
            <a:solidFill>
              <a:srgbClr val="E0C0AE">
                <a:alpha val="100000"/>
              </a:srgbClr>
            </a:solidFill>
            <a:ln w="4762" cap="rnd">
              <a:solidFill>
                <a:srgbClr val="E0C0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g2719"/>
            <p:cNvSpPr/>
            <p:nvPr/>
          </p:nvSpPr>
          <p:spPr>
            <a:xfrm>
              <a:off x="4075464" y="5577100"/>
              <a:ext cx="17721" cy="172781"/>
            </a:xfrm>
            <a:custGeom>
              <a:avLst/>
              <a:pathLst>
                <a:path w="17721" h="172781">
                  <a:moveTo>
                    <a:pt x="0" y="7437"/>
                  </a:moveTo>
                  <a:lnTo>
                    <a:pt x="17721" y="0"/>
                  </a:lnTo>
                  <a:lnTo>
                    <a:pt x="17721" y="172781"/>
                  </a:lnTo>
                  <a:lnTo>
                    <a:pt x="0" y="172781"/>
                  </a:lnTo>
                  <a:close/>
                </a:path>
              </a:pathLst>
            </a:custGeom>
            <a:solidFill>
              <a:srgbClr val="E0C0AD">
                <a:alpha val="100000"/>
              </a:srgbClr>
            </a:solidFill>
            <a:ln w="4762" cap="rnd">
              <a:solidFill>
                <a:srgbClr val="E0C0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g2720"/>
            <p:cNvSpPr/>
            <p:nvPr/>
          </p:nvSpPr>
          <p:spPr>
            <a:xfrm>
              <a:off x="4093185" y="5569431"/>
              <a:ext cx="17721" cy="180450"/>
            </a:xfrm>
            <a:custGeom>
              <a:avLst/>
              <a:pathLst>
                <a:path w="17721" h="180450">
                  <a:moveTo>
                    <a:pt x="0" y="7668"/>
                  </a:moveTo>
                  <a:lnTo>
                    <a:pt x="17721" y="0"/>
                  </a:lnTo>
                  <a:lnTo>
                    <a:pt x="17721" y="180450"/>
                  </a:lnTo>
                  <a:lnTo>
                    <a:pt x="0" y="180450"/>
                  </a:lnTo>
                  <a:close/>
                </a:path>
              </a:pathLst>
            </a:custGeom>
            <a:solidFill>
              <a:srgbClr val="E0BFAD">
                <a:alpha val="100000"/>
              </a:srgbClr>
            </a:solidFill>
            <a:ln w="4762" cap="rnd">
              <a:solidFill>
                <a:srgbClr val="E0BF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g2721"/>
            <p:cNvSpPr/>
            <p:nvPr/>
          </p:nvSpPr>
          <p:spPr>
            <a:xfrm>
              <a:off x="4110907" y="5553689"/>
              <a:ext cx="35442" cy="196191"/>
            </a:xfrm>
            <a:custGeom>
              <a:avLst/>
              <a:pathLst>
                <a:path w="35442" h="196191">
                  <a:moveTo>
                    <a:pt x="0" y="15741"/>
                  </a:moveTo>
                  <a:lnTo>
                    <a:pt x="17721" y="7945"/>
                  </a:lnTo>
                  <a:lnTo>
                    <a:pt x="35442" y="0"/>
                  </a:lnTo>
                  <a:lnTo>
                    <a:pt x="35442" y="196191"/>
                  </a:lnTo>
                  <a:lnTo>
                    <a:pt x="17721" y="196191"/>
                  </a:lnTo>
                  <a:lnTo>
                    <a:pt x="0" y="196191"/>
                  </a:lnTo>
                  <a:close/>
                </a:path>
              </a:pathLst>
            </a:custGeom>
            <a:solidFill>
              <a:srgbClr val="E0BFAC">
                <a:alpha val="100000"/>
              </a:srgbClr>
            </a:solidFill>
            <a:ln w="4762" cap="rnd">
              <a:solidFill>
                <a:srgbClr val="E0BF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g2722"/>
            <p:cNvSpPr/>
            <p:nvPr/>
          </p:nvSpPr>
          <p:spPr>
            <a:xfrm>
              <a:off x="4146349" y="5545533"/>
              <a:ext cx="17721" cy="204347"/>
            </a:xfrm>
            <a:custGeom>
              <a:avLst/>
              <a:pathLst>
                <a:path w="17721" h="204347">
                  <a:moveTo>
                    <a:pt x="0" y="8156"/>
                  </a:moveTo>
                  <a:lnTo>
                    <a:pt x="17721" y="0"/>
                  </a:lnTo>
                  <a:lnTo>
                    <a:pt x="17721" y="204347"/>
                  </a:lnTo>
                  <a:lnTo>
                    <a:pt x="0" y="204347"/>
                  </a:lnTo>
                  <a:close/>
                </a:path>
              </a:pathLst>
            </a:custGeom>
            <a:solidFill>
              <a:srgbClr val="DFBEAC">
                <a:alpha val="100000"/>
              </a:srgbClr>
            </a:solidFill>
            <a:ln w="4762" cap="rnd">
              <a:solidFill>
                <a:srgbClr val="DFBE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g2723"/>
            <p:cNvSpPr/>
            <p:nvPr/>
          </p:nvSpPr>
          <p:spPr>
            <a:xfrm>
              <a:off x="4164071" y="5537265"/>
              <a:ext cx="17721" cy="212615"/>
            </a:xfrm>
            <a:custGeom>
              <a:avLst/>
              <a:pathLst>
                <a:path w="17721" h="212615">
                  <a:moveTo>
                    <a:pt x="0" y="8267"/>
                  </a:moveTo>
                  <a:lnTo>
                    <a:pt x="17721" y="0"/>
                  </a:lnTo>
                  <a:lnTo>
                    <a:pt x="17721" y="212615"/>
                  </a:lnTo>
                  <a:lnTo>
                    <a:pt x="0" y="212615"/>
                  </a:lnTo>
                  <a:close/>
                </a:path>
              </a:pathLst>
            </a:custGeom>
            <a:solidFill>
              <a:srgbClr val="DFBEAB">
                <a:alpha val="100000"/>
              </a:srgbClr>
            </a:solidFill>
            <a:ln w="4762" cap="rnd">
              <a:solidFill>
                <a:srgbClr val="DFBE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g2724"/>
            <p:cNvSpPr/>
            <p:nvPr/>
          </p:nvSpPr>
          <p:spPr>
            <a:xfrm>
              <a:off x="4181792" y="5528874"/>
              <a:ext cx="17721" cy="221007"/>
            </a:xfrm>
            <a:custGeom>
              <a:avLst/>
              <a:pathLst>
                <a:path w="17721" h="221007">
                  <a:moveTo>
                    <a:pt x="0" y="8391"/>
                  </a:moveTo>
                  <a:lnTo>
                    <a:pt x="17721" y="0"/>
                  </a:lnTo>
                  <a:lnTo>
                    <a:pt x="17721" y="221007"/>
                  </a:lnTo>
                  <a:lnTo>
                    <a:pt x="0" y="221007"/>
                  </a:lnTo>
                  <a:close/>
                </a:path>
              </a:pathLst>
            </a:custGeom>
            <a:solidFill>
              <a:srgbClr val="DFBDAB">
                <a:alpha val="100000"/>
              </a:srgbClr>
            </a:solidFill>
            <a:ln w="4762" cap="rnd">
              <a:solidFill>
                <a:srgbClr val="DFBD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g2725"/>
            <p:cNvSpPr/>
            <p:nvPr/>
          </p:nvSpPr>
          <p:spPr>
            <a:xfrm>
              <a:off x="4199514" y="5511635"/>
              <a:ext cx="35442" cy="238246"/>
            </a:xfrm>
            <a:custGeom>
              <a:avLst/>
              <a:pathLst>
                <a:path w="35442" h="238246">
                  <a:moveTo>
                    <a:pt x="0" y="17239"/>
                  </a:moveTo>
                  <a:lnTo>
                    <a:pt x="17721" y="8664"/>
                  </a:lnTo>
                  <a:lnTo>
                    <a:pt x="35442" y="0"/>
                  </a:lnTo>
                  <a:lnTo>
                    <a:pt x="35442" y="238246"/>
                  </a:lnTo>
                  <a:lnTo>
                    <a:pt x="17721" y="238246"/>
                  </a:lnTo>
                  <a:lnTo>
                    <a:pt x="0" y="238246"/>
                  </a:lnTo>
                  <a:close/>
                </a:path>
              </a:pathLst>
            </a:custGeom>
            <a:solidFill>
              <a:srgbClr val="DFBDAA">
                <a:alpha val="100000"/>
              </a:srgbClr>
            </a:solidFill>
            <a:ln w="4762" cap="rnd">
              <a:solidFill>
                <a:srgbClr val="DFBD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g2726"/>
            <p:cNvSpPr/>
            <p:nvPr/>
          </p:nvSpPr>
          <p:spPr>
            <a:xfrm>
              <a:off x="4234956" y="5502873"/>
              <a:ext cx="17721" cy="247008"/>
            </a:xfrm>
            <a:custGeom>
              <a:avLst/>
              <a:pathLst>
                <a:path w="17721" h="247008">
                  <a:moveTo>
                    <a:pt x="0" y="8761"/>
                  </a:moveTo>
                  <a:lnTo>
                    <a:pt x="17721" y="0"/>
                  </a:lnTo>
                  <a:lnTo>
                    <a:pt x="17721" y="247008"/>
                  </a:lnTo>
                  <a:lnTo>
                    <a:pt x="0" y="247008"/>
                  </a:lnTo>
                  <a:close/>
                </a:path>
              </a:pathLst>
            </a:custGeom>
            <a:solidFill>
              <a:srgbClr val="DFBCA9">
                <a:alpha val="100000"/>
              </a:srgbClr>
            </a:solidFill>
            <a:ln w="4762" cap="rnd">
              <a:solidFill>
                <a:srgbClr val="DF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g2727"/>
            <p:cNvSpPr/>
            <p:nvPr/>
          </p:nvSpPr>
          <p:spPr>
            <a:xfrm>
              <a:off x="4252678" y="5493966"/>
              <a:ext cx="17721" cy="255914"/>
            </a:xfrm>
            <a:custGeom>
              <a:avLst/>
              <a:pathLst>
                <a:path w="17721" h="255914">
                  <a:moveTo>
                    <a:pt x="0" y="8906"/>
                  </a:moveTo>
                  <a:lnTo>
                    <a:pt x="17721" y="0"/>
                  </a:lnTo>
                  <a:lnTo>
                    <a:pt x="17721" y="255914"/>
                  </a:lnTo>
                  <a:lnTo>
                    <a:pt x="0" y="255914"/>
                  </a:lnTo>
                  <a:close/>
                </a:path>
              </a:pathLst>
            </a:custGeom>
            <a:solidFill>
              <a:srgbClr val="DEBCA9">
                <a:alpha val="100000"/>
              </a:srgbClr>
            </a:solidFill>
            <a:ln w="4762" cap="rnd">
              <a:solidFill>
                <a:srgbClr val="DE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g2728"/>
            <p:cNvSpPr/>
            <p:nvPr/>
          </p:nvSpPr>
          <p:spPr>
            <a:xfrm>
              <a:off x="4270399" y="5484994"/>
              <a:ext cx="17721" cy="264886"/>
            </a:xfrm>
            <a:custGeom>
              <a:avLst/>
              <a:pathLst>
                <a:path w="17721" h="264886">
                  <a:moveTo>
                    <a:pt x="0" y="8972"/>
                  </a:moveTo>
                  <a:lnTo>
                    <a:pt x="17721" y="0"/>
                  </a:lnTo>
                  <a:lnTo>
                    <a:pt x="17721" y="264886"/>
                  </a:lnTo>
                  <a:lnTo>
                    <a:pt x="0" y="264886"/>
                  </a:lnTo>
                  <a:close/>
                </a:path>
              </a:pathLst>
            </a:custGeom>
            <a:solidFill>
              <a:srgbClr val="DEBBA9">
                <a:alpha val="100000"/>
              </a:srgbClr>
            </a:solidFill>
            <a:ln w="4762" cap="rnd">
              <a:solidFill>
                <a:srgbClr val="DEBB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g2729"/>
            <p:cNvSpPr/>
            <p:nvPr/>
          </p:nvSpPr>
          <p:spPr>
            <a:xfrm>
              <a:off x="4288120" y="5466816"/>
              <a:ext cx="35442" cy="283064"/>
            </a:xfrm>
            <a:custGeom>
              <a:avLst/>
              <a:pathLst>
                <a:path w="35442" h="283064">
                  <a:moveTo>
                    <a:pt x="0" y="18177"/>
                  </a:moveTo>
                  <a:lnTo>
                    <a:pt x="17721" y="9138"/>
                  </a:lnTo>
                  <a:lnTo>
                    <a:pt x="35442" y="0"/>
                  </a:lnTo>
                  <a:lnTo>
                    <a:pt x="35442" y="283064"/>
                  </a:lnTo>
                  <a:lnTo>
                    <a:pt x="17721" y="283064"/>
                  </a:lnTo>
                  <a:lnTo>
                    <a:pt x="0" y="283064"/>
                  </a:lnTo>
                  <a:close/>
                </a:path>
              </a:pathLst>
            </a:custGeom>
            <a:solidFill>
              <a:srgbClr val="DEBBA8">
                <a:alpha val="100000"/>
              </a:srgbClr>
            </a:solidFill>
            <a:ln w="4762" cap="rnd">
              <a:solidFill>
                <a:srgbClr val="DEBBA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g2730"/>
            <p:cNvSpPr/>
            <p:nvPr/>
          </p:nvSpPr>
          <p:spPr>
            <a:xfrm>
              <a:off x="4323563" y="5457640"/>
              <a:ext cx="17721" cy="292240"/>
            </a:xfrm>
            <a:custGeom>
              <a:avLst/>
              <a:pathLst>
                <a:path w="17721" h="292240">
                  <a:moveTo>
                    <a:pt x="0" y="9175"/>
                  </a:moveTo>
                  <a:lnTo>
                    <a:pt x="17721" y="0"/>
                  </a:lnTo>
                  <a:lnTo>
                    <a:pt x="17721" y="292240"/>
                  </a:lnTo>
                  <a:lnTo>
                    <a:pt x="0" y="292240"/>
                  </a:lnTo>
                  <a:close/>
                </a:path>
              </a:pathLst>
            </a:custGeom>
            <a:solidFill>
              <a:srgbClr val="DEBAA7">
                <a:alpha val="100000"/>
              </a:srgbClr>
            </a:solidFill>
            <a:ln w="4762" cap="rnd">
              <a:solidFill>
                <a:srgbClr val="DE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g2731"/>
            <p:cNvSpPr/>
            <p:nvPr/>
          </p:nvSpPr>
          <p:spPr>
            <a:xfrm>
              <a:off x="4341285" y="5448428"/>
              <a:ext cx="17721" cy="301453"/>
            </a:xfrm>
            <a:custGeom>
              <a:avLst/>
              <a:pathLst>
                <a:path w="17721" h="301453">
                  <a:moveTo>
                    <a:pt x="0" y="9212"/>
                  </a:moveTo>
                  <a:lnTo>
                    <a:pt x="17721" y="0"/>
                  </a:lnTo>
                  <a:lnTo>
                    <a:pt x="17721" y="301453"/>
                  </a:lnTo>
                  <a:lnTo>
                    <a:pt x="0" y="301453"/>
                  </a:lnTo>
                  <a:close/>
                </a:path>
              </a:pathLst>
            </a:custGeom>
            <a:solidFill>
              <a:srgbClr val="DDBAA7">
                <a:alpha val="100000"/>
              </a:srgbClr>
            </a:solidFill>
            <a:ln w="4762" cap="rnd">
              <a:solidFill>
                <a:srgbClr val="DD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g2732"/>
            <p:cNvSpPr/>
            <p:nvPr/>
          </p:nvSpPr>
          <p:spPr>
            <a:xfrm>
              <a:off x="4359006" y="5439171"/>
              <a:ext cx="17721" cy="310709"/>
            </a:xfrm>
            <a:custGeom>
              <a:avLst/>
              <a:pathLst>
                <a:path w="17721" h="310709">
                  <a:moveTo>
                    <a:pt x="0" y="9256"/>
                  </a:moveTo>
                  <a:lnTo>
                    <a:pt x="17721" y="0"/>
                  </a:lnTo>
                  <a:lnTo>
                    <a:pt x="17721" y="310709"/>
                  </a:lnTo>
                  <a:lnTo>
                    <a:pt x="0" y="310709"/>
                  </a:lnTo>
                  <a:close/>
                </a:path>
              </a:pathLst>
            </a:custGeom>
            <a:solidFill>
              <a:srgbClr val="DDB9A7">
                <a:alpha val="100000"/>
              </a:srgbClr>
            </a:solidFill>
            <a:ln w="4762" cap="rnd">
              <a:solidFill>
                <a:srgbClr val="DDB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g2733"/>
            <p:cNvSpPr/>
            <p:nvPr/>
          </p:nvSpPr>
          <p:spPr>
            <a:xfrm>
              <a:off x="4376727" y="5420639"/>
              <a:ext cx="35442" cy="329242"/>
            </a:xfrm>
            <a:custGeom>
              <a:avLst/>
              <a:pathLst>
                <a:path w="35442" h="329242">
                  <a:moveTo>
                    <a:pt x="0" y="18532"/>
                  </a:moveTo>
                  <a:lnTo>
                    <a:pt x="17721" y="9269"/>
                  </a:lnTo>
                  <a:lnTo>
                    <a:pt x="35442" y="0"/>
                  </a:lnTo>
                  <a:lnTo>
                    <a:pt x="35442" y="329242"/>
                  </a:lnTo>
                  <a:lnTo>
                    <a:pt x="17721" y="329242"/>
                  </a:lnTo>
                  <a:lnTo>
                    <a:pt x="0" y="329242"/>
                  </a:lnTo>
                  <a:close/>
                </a:path>
              </a:pathLst>
            </a:custGeom>
            <a:solidFill>
              <a:srgbClr val="DDB9A6">
                <a:alpha val="100000"/>
              </a:srgbClr>
            </a:solidFill>
            <a:ln w="4762" cap="rnd">
              <a:solidFill>
                <a:srgbClr val="DDB9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g2734"/>
            <p:cNvSpPr/>
            <p:nvPr/>
          </p:nvSpPr>
          <p:spPr>
            <a:xfrm>
              <a:off x="4412170" y="5411386"/>
              <a:ext cx="17721" cy="338494"/>
            </a:xfrm>
            <a:custGeom>
              <a:avLst/>
              <a:pathLst>
                <a:path w="17721" h="338494">
                  <a:moveTo>
                    <a:pt x="0" y="9252"/>
                  </a:moveTo>
                  <a:lnTo>
                    <a:pt x="17721" y="0"/>
                  </a:lnTo>
                  <a:lnTo>
                    <a:pt x="17721" y="338494"/>
                  </a:lnTo>
                  <a:lnTo>
                    <a:pt x="0" y="338494"/>
                  </a:lnTo>
                  <a:close/>
                </a:path>
              </a:pathLst>
            </a:custGeom>
            <a:solidFill>
              <a:srgbClr val="DDB8A5">
                <a:alpha val="100000"/>
              </a:srgbClr>
            </a:solidFill>
            <a:ln w="4762" cap="rnd">
              <a:solidFill>
                <a:srgbClr val="DD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g2735"/>
            <p:cNvSpPr/>
            <p:nvPr/>
          </p:nvSpPr>
          <p:spPr>
            <a:xfrm>
              <a:off x="4429891" y="5402160"/>
              <a:ext cx="17721" cy="347720"/>
            </a:xfrm>
            <a:custGeom>
              <a:avLst/>
              <a:pathLst>
                <a:path w="17721" h="347720">
                  <a:moveTo>
                    <a:pt x="0" y="9225"/>
                  </a:moveTo>
                  <a:lnTo>
                    <a:pt x="17721" y="0"/>
                  </a:lnTo>
                  <a:lnTo>
                    <a:pt x="17721" y="347720"/>
                  </a:lnTo>
                  <a:lnTo>
                    <a:pt x="0" y="347720"/>
                  </a:lnTo>
                  <a:close/>
                </a:path>
              </a:pathLst>
            </a:custGeom>
            <a:solidFill>
              <a:srgbClr val="DCB8A5">
                <a:alpha val="100000"/>
              </a:srgbClr>
            </a:solidFill>
            <a:ln w="4762" cap="rnd">
              <a:solidFill>
                <a:srgbClr val="DC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g2736"/>
            <p:cNvSpPr/>
            <p:nvPr/>
          </p:nvSpPr>
          <p:spPr>
            <a:xfrm>
              <a:off x="4447613" y="5374781"/>
              <a:ext cx="53164" cy="375100"/>
            </a:xfrm>
            <a:custGeom>
              <a:avLst/>
              <a:pathLst>
                <a:path w="53164" h="375100">
                  <a:moveTo>
                    <a:pt x="0" y="27379"/>
                  </a:moveTo>
                  <a:lnTo>
                    <a:pt x="17721" y="18180"/>
                  </a:lnTo>
                  <a:lnTo>
                    <a:pt x="35442" y="9058"/>
                  </a:lnTo>
                  <a:lnTo>
                    <a:pt x="53164" y="0"/>
                  </a:lnTo>
                  <a:lnTo>
                    <a:pt x="53164" y="375100"/>
                  </a:lnTo>
                  <a:lnTo>
                    <a:pt x="35442" y="375100"/>
                  </a:lnTo>
                  <a:lnTo>
                    <a:pt x="17721" y="375100"/>
                  </a:lnTo>
                  <a:lnTo>
                    <a:pt x="0" y="375100"/>
                  </a:lnTo>
                  <a:close/>
                </a:path>
              </a:pathLst>
            </a:custGeom>
            <a:solidFill>
              <a:srgbClr val="DCB7A4">
                <a:alpha val="100000"/>
              </a:srgbClr>
            </a:solidFill>
            <a:ln w="4762" cap="rnd">
              <a:solidFill>
                <a:srgbClr val="DCB7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g2737"/>
            <p:cNvSpPr/>
            <p:nvPr/>
          </p:nvSpPr>
          <p:spPr>
            <a:xfrm>
              <a:off x="4500777" y="5365782"/>
              <a:ext cx="17721" cy="384098"/>
            </a:xfrm>
            <a:custGeom>
              <a:avLst/>
              <a:pathLst>
                <a:path w="17721" h="384098">
                  <a:moveTo>
                    <a:pt x="0" y="8998"/>
                  </a:moveTo>
                  <a:lnTo>
                    <a:pt x="17721" y="0"/>
                  </a:lnTo>
                  <a:lnTo>
                    <a:pt x="17721" y="384098"/>
                  </a:lnTo>
                  <a:lnTo>
                    <a:pt x="0" y="384098"/>
                  </a:lnTo>
                  <a:close/>
                </a:path>
              </a:pathLst>
            </a:custGeom>
            <a:solidFill>
              <a:srgbClr val="DCB6A3">
                <a:alpha val="100000"/>
              </a:srgbClr>
            </a:solidFill>
            <a:ln w="4762" cap="rnd">
              <a:solidFill>
                <a:srgbClr val="DC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g2738"/>
            <p:cNvSpPr/>
            <p:nvPr/>
          </p:nvSpPr>
          <p:spPr>
            <a:xfrm>
              <a:off x="4518498" y="5356919"/>
              <a:ext cx="17721" cy="392961"/>
            </a:xfrm>
            <a:custGeom>
              <a:avLst/>
              <a:pathLst>
                <a:path w="17721" h="392961">
                  <a:moveTo>
                    <a:pt x="0" y="8862"/>
                  </a:moveTo>
                  <a:lnTo>
                    <a:pt x="17721" y="0"/>
                  </a:lnTo>
                  <a:lnTo>
                    <a:pt x="17721" y="392961"/>
                  </a:lnTo>
                  <a:lnTo>
                    <a:pt x="0" y="392961"/>
                  </a:lnTo>
                  <a:close/>
                </a:path>
              </a:pathLst>
            </a:custGeom>
            <a:solidFill>
              <a:srgbClr val="DBB6A3">
                <a:alpha val="100000"/>
              </a:srgbClr>
            </a:solidFill>
            <a:ln w="4762" cap="rnd">
              <a:solidFill>
                <a:srgbClr val="DB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g2739"/>
            <p:cNvSpPr/>
            <p:nvPr/>
          </p:nvSpPr>
          <p:spPr>
            <a:xfrm>
              <a:off x="4536220" y="5339491"/>
              <a:ext cx="35442" cy="410389"/>
            </a:xfrm>
            <a:custGeom>
              <a:avLst/>
              <a:pathLst>
                <a:path w="35442" h="410389">
                  <a:moveTo>
                    <a:pt x="0" y="17427"/>
                  </a:moveTo>
                  <a:lnTo>
                    <a:pt x="17721" y="8667"/>
                  </a:lnTo>
                  <a:lnTo>
                    <a:pt x="35442" y="0"/>
                  </a:lnTo>
                  <a:lnTo>
                    <a:pt x="35442" y="410389"/>
                  </a:lnTo>
                  <a:lnTo>
                    <a:pt x="17721" y="410389"/>
                  </a:lnTo>
                  <a:lnTo>
                    <a:pt x="0" y="410389"/>
                  </a:lnTo>
                  <a:close/>
                </a:path>
              </a:pathLst>
            </a:custGeom>
            <a:solidFill>
              <a:srgbClr val="DBB5A2">
                <a:alpha val="100000"/>
              </a:srgbClr>
            </a:solidFill>
            <a:ln w="4762" cap="rnd">
              <a:solidFill>
                <a:srgbClr val="DBB5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g2740"/>
            <p:cNvSpPr/>
            <p:nvPr/>
          </p:nvSpPr>
          <p:spPr>
            <a:xfrm>
              <a:off x="4571662" y="5331014"/>
              <a:ext cx="17721" cy="418867"/>
            </a:xfrm>
            <a:custGeom>
              <a:avLst/>
              <a:pathLst>
                <a:path w="17721" h="418867">
                  <a:moveTo>
                    <a:pt x="0" y="8477"/>
                  </a:moveTo>
                  <a:lnTo>
                    <a:pt x="17721" y="0"/>
                  </a:lnTo>
                  <a:lnTo>
                    <a:pt x="17721" y="418867"/>
                  </a:lnTo>
                  <a:lnTo>
                    <a:pt x="0" y="418867"/>
                  </a:lnTo>
                  <a:close/>
                </a:path>
              </a:pathLst>
            </a:custGeom>
            <a:solidFill>
              <a:srgbClr val="DBB5A1">
                <a:alpha val="100000"/>
              </a:srgbClr>
            </a:solidFill>
            <a:ln w="4762" cap="rnd">
              <a:solidFill>
                <a:srgbClr val="DBB5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g2741"/>
            <p:cNvSpPr/>
            <p:nvPr/>
          </p:nvSpPr>
          <p:spPr>
            <a:xfrm>
              <a:off x="4589384" y="5322679"/>
              <a:ext cx="17721" cy="427202"/>
            </a:xfrm>
            <a:custGeom>
              <a:avLst/>
              <a:pathLst>
                <a:path w="17721" h="427202">
                  <a:moveTo>
                    <a:pt x="0" y="8334"/>
                  </a:moveTo>
                  <a:lnTo>
                    <a:pt x="17721" y="0"/>
                  </a:lnTo>
                  <a:lnTo>
                    <a:pt x="17721" y="427202"/>
                  </a:lnTo>
                  <a:lnTo>
                    <a:pt x="0" y="427202"/>
                  </a:lnTo>
                  <a:close/>
                </a:path>
              </a:pathLst>
            </a:custGeom>
            <a:solidFill>
              <a:srgbClr val="DBB4A1">
                <a:alpha val="100000"/>
              </a:srgbClr>
            </a:solidFill>
            <a:ln w="4762" cap="rnd">
              <a:solidFill>
                <a:srgbClr val="DB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g2742"/>
            <p:cNvSpPr/>
            <p:nvPr/>
          </p:nvSpPr>
          <p:spPr>
            <a:xfrm>
              <a:off x="4607105" y="5314469"/>
              <a:ext cx="17721" cy="435412"/>
            </a:xfrm>
            <a:custGeom>
              <a:avLst/>
              <a:pathLst>
                <a:path w="17721" h="435412">
                  <a:moveTo>
                    <a:pt x="0" y="8209"/>
                  </a:moveTo>
                  <a:lnTo>
                    <a:pt x="17721" y="0"/>
                  </a:lnTo>
                  <a:lnTo>
                    <a:pt x="17721" y="435412"/>
                  </a:lnTo>
                  <a:lnTo>
                    <a:pt x="0" y="435412"/>
                  </a:lnTo>
                  <a:close/>
                </a:path>
              </a:pathLst>
            </a:custGeom>
            <a:solidFill>
              <a:srgbClr val="DAB4A1">
                <a:alpha val="100000"/>
              </a:srgbClr>
            </a:solidFill>
            <a:ln w="4762" cap="rnd">
              <a:solidFill>
                <a:srgbClr val="DA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g2743"/>
            <p:cNvSpPr/>
            <p:nvPr/>
          </p:nvSpPr>
          <p:spPr>
            <a:xfrm>
              <a:off x="4624826" y="5298707"/>
              <a:ext cx="35442" cy="451173"/>
            </a:xfrm>
            <a:custGeom>
              <a:avLst/>
              <a:pathLst>
                <a:path w="35442" h="451173">
                  <a:moveTo>
                    <a:pt x="0" y="15761"/>
                  </a:moveTo>
                  <a:lnTo>
                    <a:pt x="17721" y="7789"/>
                  </a:lnTo>
                  <a:lnTo>
                    <a:pt x="35442" y="0"/>
                  </a:lnTo>
                  <a:lnTo>
                    <a:pt x="35442" y="451173"/>
                  </a:lnTo>
                  <a:lnTo>
                    <a:pt x="17721" y="451173"/>
                  </a:lnTo>
                  <a:lnTo>
                    <a:pt x="0" y="451173"/>
                  </a:lnTo>
                  <a:close/>
                </a:path>
              </a:pathLst>
            </a:custGeom>
            <a:solidFill>
              <a:srgbClr val="DAB3A0">
                <a:alpha val="100000"/>
              </a:srgbClr>
            </a:solidFill>
            <a:ln w="4762" cap="rnd">
              <a:solidFill>
                <a:srgbClr val="DAB3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g2744"/>
            <p:cNvSpPr/>
            <p:nvPr/>
          </p:nvSpPr>
          <p:spPr>
            <a:xfrm>
              <a:off x="4660269" y="5291072"/>
              <a:ext cx="17721" cy="458808"/>
            </a:xfrm>
            <a:custGeom>
              <a:avLst/>
              <a:pathLst>
                <a:path w="17721" h="458808">
                  <a:moveTo>
                    <a:pt x="0" y="7634"/>
                  </a:moveTo>
                  <a:lnTo>
                    <a:pt x="17721" y="0"/>
                  </a:lnTo>
                  <a:lnTo>
                    <a:pt x="17721" y="458808"/>
                  </a:lnTo>
                  <a:lnTo>
                    <a:pt x="0" y="458808"/>
                  </a:lnTo>
                  <a:close/>
                </a:path>
              </a:pathLst>
            </a:custGeom>
            <a:solidFill>
              <a:srgbClr val="DAB39F">
                <a:alpha val="100000"/>
              </a:srgbClr>
            </a:solidFill>
            <a:ln w="4762" cap="rnd">
              <a:solidFill>
                <a:srgbClr val="DAB3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g2745"/>
            <p:cNvSpPr/>
            <p:nvPr/>
          </p:nvSpPr>
          <p:spPr>
            <a:xfrm>
              <a:off x="4677991" y="5283716"/>
              <a:ext cx="17721" cy="466165"/>
            </a:xfrm>
            <a:custGeom>
              <a:avLst/>
              <a:pathLst>
                <a:path w="17721" h="466165">
                  <a:moveTo>
                    <a:pt x="0" y="7356"/>
                  </a:moveTo>
                  <a:lnTo>
                    <a:pt x="17721" y="0"/>
                  </a:lnTo>
                  <a:lnTo>
                    <a:pt x="17721" y="466165"/>
                  </a:lnTo>
                  <a:lnTo>
                    <a:pt x="0" y="466165"/>
                  </a:lnTo>
                  <a:close/>
                </a:path>
              </a:pathLst>
            </a:custGeom>
            <a:solidFill>
              <a:srgbClr val="DAB29F">
                <a:alpha val="100000"/>
              </a:srgbClr>
            </a:solidFill>
            <a:ln w="4762" cap="rnd">
              <a:solidFill>
                <a:srgbClr val="DA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g2746"/>
            <p:cNvSpPr/>
            <p:nvPr/>
          </p:nvSpPr>
          <p:spPr>
            <a:xfrm>
              <a:off x="4695712" y="5276581"/>
              <a:ext cx="17721" cy="473300"/>
            </a:xfrm>
            <a:custGeom>
              <a:avLst/>
              <a:pathLst>
                <a:path w="17721" h="473300">
                  <a:moveTo>
                    <a:pt x="0" y="7134"/>
                  </a:moveTo>
                  <a:lnTo>
                    <a:pt x="17721" y="0"/>
                  </a:lnTo>
                  <a:lnTo>
                    <a:pt x="17721" y="473300"/>
                  </a:lnTo>
                  <a:lnTo>
                    <a:pt x="0" y="473300"/>
                  </a:lnTo>
                  <a:close/>
                </a:path>
              </a:pathLst>
            </a:custGeom>
            <a:solidFill>
              <a:srgbClr val="D9B29F">
                <a:alpha val="100000"/>
              </a:srgbClr>
            </a:solidFill>
            <a:ln w="4762" cap="rnd">
              <a:solidFill>
                <a:srgbClr val="D9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g2747"/>
            <p:cNvSpPr/>
            <p:nvPr/>
          </p:nvSpPr>
          <p:spPr>
            <a:xfrm>
              <a:off x="4713433" y="5262981"/>
              <a:ext cx="35442" cy="486900"/>
            </a:xfrm>
            <a:custGeom>
              <a:avLst/>
              <a:pathLst>
                <a:path w="35442" h="486900">
                  <a:moveTo>
                    <a:pt x="0" y="13599"/>
                  </a:moveTo>
                  <a:lnTo>
                    <a:pt x="17721" y="6644"/>
                  </a:lnTo>
                  <a:lnTo>
                    <a:pt x="35442" y="0"/>
                  </a:lnTo>
                  <a:lnTo>
                    <a:pt x="35442" y="486900"/>
                  </a:lnTo>
                  <a:lnTo>
                    <a:pt x="17721" y="486900"/>
                  </a:lnTo>
                  <a:lnTo>
                    <a:pt x="0" y="486900"/>
                  </a:lnTo>
                  <a:close/>
                </a:path>
              </a:pathLst>
            </a:custGeom>
            <a:solidFill>
              <a:srgbClr val="D9B19E">
                <a:alpha val="100000"/>
              </a:srgbClr>
            </a:solidFill>
            <a:ln w="4762" cap="rnd">
              <a:solidFill>
                <a:srgbClr val="D9B1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g2748"/>
            <p:cNvSpPr/>
            <p:nvPr/>
          </p:nvSpPr>
          <p:spPr>
            <a:xfrm>
              <a:off x="4748876" y="5256594"/>
              <a:ext cx="17721" cy="493287"/>
            </a:xfrm>
            <a:custGeom>
              <a:avLst/>
              <a:pathLst>
                <a:path w="17721" h="493287">
                  <a:moveTo>
                    <a:pt x="0" y="6387"/>
                  </a:moveTo>
                  <a:lnTo>
                    <a:pt x="17721" y="0"/>
                  </a:lnTo>
                  <a:lnTo>
                    <a:pt x="17721" y="493287"/>
                  </a:lnTo>
                  <a:lnTo>
                    <a:pt x="0" y="493287"/>
                  </a:lnTo>
                  <a:close/>
                </a:path>
              </a:pathLst>
            </a:custGeom>
            <a:solidFill>
              <a:srgbClr val="D9B19D">
                <a:alpha val="100000"/>
              </a:srgbClr>
            </a:solidFill>
            <a:ln w="4762" cap="rnd">
              <a:solidFill>
                <a:srgbClr val="D9B1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g2749"/>
            <p:cNvSpPr/>
            <p:nvPr/>
          </p:nvSpPr>
          <p:spPr>
            <a:xfrm>
              <a:off x="4766597" y="5250408"/>
              <a:ext cx="17721" cy="499473"/>
            </a:xfrm>
            <a:custGeom>
              <a:avLst/>
              <a:pathLst>
                <a:path w="17721" h="499473">
                  <a:moveTo>
                    <a:pt x="0" y="6186"/>
                  </a:moveTo>
                  <a:lnTo>
                    <a:pt x="17721" y="0"/>
                  </a:lnTo>
                  <a:lnTo>
                    <a:pt x="17721" y="499473"/>
                  </a:lnTo>
                  <a:lnTo>
                    <a:pt x="0" y="499473"/>
                  </a:lnTo>
                  <a:close/>
                </a:path>
              </a:pathLst>
            </a:custGeom>
            <a:solidFill>
              <a:srgbClr val="D9B09D">
                <a:alpha val="100000"/>
              </a:srgbClr>
            </a:solidFill>
            <a:ln w="4762" cap="rnd">
              <a:solidFill>
                <a:srgbClr val="D9B0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g2750"/>
            <p:cNvSpPr/>
            <p:nvPr/>
          </p:nvSpPr>
          <p:spPr>
            <a:xfrm>
              <a:off x="4784319" y="5238991"/>
              <a:ext cx="35442" cy="510890"/>
            </a:xfrm>
            <a:custGeom>
              <a:avLst/>
              <a:pathLst>
                <a:path w="35442" h="510890">
                  <a:moveTo>
                    <a:pt x="0" y="11417"/>
                  </a:moveTo>
                  <a:lnTo>
                    <a:pt x="17721" y="5563"/>
                  </a:lnTo>
                  <a:lnTo>
                    <a:pt x="35442" y="0"/>
                  </a:lnTo>
                  <a:lnTo>
                    <a:pt x="35442" y="510890"/>
                  </a:lnTo>
                  <a:lnTo>
                    <a:pt x="17721" y="510890"/>
                  </a:lnTo>
                  <a:lnTo>
                    <a:pt x="0" y="510890"/>
                  </a:lnTo>
                  <a:close/>
                </a:path>
              </a:pathLst>
            </a:custGeom>
            <a:solidFill>
              <a:srgbClr val="D8B09C">
                <a:alpha val="100000"/>
              </a:srgbClr>
            </a:solidFill>
            <a:ln w="4762" cap="rnd">
              <a:solidFill>
                <a:srgbClr val="D8B0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g2751"/>
            <p:cNvSpPr/>
            <p:nvPr/>
          </p:nvSpPr>
          <p:spPr>
            <a:xfrm>
              <a:off x="4819761" y="5233644"/>
              <a:ext cx="17721" cy="516236"/>
            </a:xfrm>
            <a:custGeom>
              <a:avLst/>
              <a:pathLst>
                <a:path w="17721" h="516236">
                  <a:moveTo>
                    <a:pt x="0" y="5346"/>
                  </a:moveTo>
                  <a:lnTo>
                    <a:pt x="17721" y="0"/>
                  </a:lnTo>
                  <a:lnTo>
                    <a:pt x="17721" y="516236"/>
                  </a:lnTo>
                  <a:lnTo>
                    <a:pt x="0" y="516236"/>
                  </a:lnTo>
                  <a:close/>
                </a:path>
              </a:pathLst>
            </a:custGeom>
            <a:solidFill>
              <a:srgbClr val="D8AF9C">
                <a:alpha val="100000"/>
              </a:srgbClr>
            </a:solidFill>
            <a:ln w="4762" cap="rnd">
              <a:solidFill>
                <a:srgbClr val="D8AF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g2752"/>
            <p:cNvSpPr/>
            <p:nvPr/>
          </p:nvSpPr>
          <p:spPr>
            <a:xfrm>
              <a:off x="4837483" y="5228644"/>
              <a:ext cx="17721" cy="521237"/>
            </a:xfrm>
            <a:custGeom>
              <a:avLst/>
              <a:pathLst>
                <a:path w="17721" h="521237">
                  <a:moveTo>
                    <a:pt x="0" y="5000"/>
                  </a:moveTo>
                  <a:lnTo>
                    <a:pt x="17721" y="0"/>
                  </a:lnTo>
                  <a:lnTo>
                    <a:pt x="17721" y="521237"/>
                  </a:lnTo>
                  <a:lnTo>
                    <a:pt x="0" y="521237"/>
                  </a:lnTo>
                  <a:close/>
                </a:path>
              </a:pathLst>
            </a:custGeom>
            <a:solidFill>
              <a:srgbClr val="D8AF9B">
                <a:alpha val="100000"/>
              </a:srgbClr>
            </a:solidFill>
            <a:ln w="4762" cap="rnd">
              <a:solidFill>
                <a:srgbClr val="D8AF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g2753"/>
            <p:cNvSpPr/>
            <p:nvPr/>
          </p:nvSpPr>
          <p:spPr>
            <a:xfrm>
              <a:off x="4855204" y="5223959"/>
              <a:ext cx="17721" cy="525922"/>
            </a:xfrm>
            <a:custGeom>
              <a:avLst/>
              <a:pathLst>
                <a:path w="17721" h="525922">
                  <a:moveTo>
                    <a:pt x="0" y="4685"/>
                  </a:moveTo>
                  <a:lnTo>
                    <a:pt x="17721" y="0"/>
                  </a:lnTo>
                  <a:lnTo>
                    <a:pt x="17721" y="525922"/>
                  </a:lnTo>
                  <a:lnTo>
                    <a:pt x="0" y="525922"/>
                  </a:lnTo>
                  <a:close/>
                </a:path>
              </a:pathLst>
            </a:custGeom>
            <a:solidFill>
              <a:srgbClr val="D8AE9B">
                <a:alpha val="100000"/>
              </a:srgbClr>
            </a:solidFill>
            <a:ln w="4762" cap="rnd">
              <a:solidFill>
                <a:srgbClr val="D8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g2754"/>
            <p:cNvSpPr/>
            <p:nvPr/>
          </p:nvSpPr>
          <p:spPr>
            <a:xfrm>
              <a:off x="4872926" y="5215395"/>
              <a:ext cx="35442" cy="534485"/>
            </a:xfrm>
            <a:custGeom>
              <a:avLst/>
              <a:pathLst>
                <a:path w="35442" h="534485">
                  <a:moveTo>
                    <a:pt x="0" y="8563"/>
                  </a:moveTo>
                  <a:lnTo>
                    <a:pt x="17721" y="4106"/>
                  </a:lnTo>
                  <a:lnTo>
                    <a:pt x="35442" y="0"/>
                  </a:lnTo>
                  <a:lnTo>
                    <a:pt x="35442" y="534485"/>
                  </a:lnTo>
                  <a:lnTo>
                    <a:pt x="17721" y="534485"/>
                  </a:lnTo>
                  <a:lnTo>
                    <a:pt x="0" y="534485"/>
                  </a:lnTo>
                  <a:close/>
                </a:path>
              </a:pathLst>
            </a:custGeom>
            <a:solidFill>
              <a:srgbClr val="D7AE9A">
                <a:alpha val="100000"/>
              </a:srgbClr>
            </a:solidFill>
            <a:ln w="4762" cap="rnd">
              <a:solidFill>
                <a:srgbClr val="D7AE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g2755"/>
            <p:cNvSpPr/>
            <p:nvPr/>
          </p:nvSpPr>
          <p:spPr>
            <a:xfrm>
              <a:off x="4908368" y="5211623"/>
              <a:ext cx="17721" cy="538257"/>
            </a:xfrm>
            <a:custGeom>
              <a:avLst/>
              <a:pathLst>
                <a:path w="17721" h="538257">
                  <a:moveTo>
                    <a:pt x="0" y="3772"/>
                  </a:moveTo>
                  <a:lnTo>
                    <a:pt x="17721" y="0"/>
                  </a:lnTo>
                  <a:lnTo>
                    <a:pt x="17721" y="538257"/>
                  </a:lnTo>
                  <a:lnTo>
                    <a:pt x="0" y="538257"/>
                  </a:lnTo>
                  <a:close/>
                </a:path>
              </a:pathLst>
            </a:custGeom>
            <a:solidFill>
              <a:srgbClr val="D7AD9A">
                <a:alpha val="100000"/>
              </a:srgbClr>
            </a:solidFill>
            <a:ln w="4762" cap="rnd">
              <a:solidFill>
                <a:srgbClr val="D7A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g2756"/>
            <p:cNvSpPr/>
            <p:nvPr/>
          </p:nvSpPr>
          <p:spPr>
            <a:xfrm>
              <a:off x="4926090" y="5208085"/>
              <a:ext cx="17721" cy="541796"/>
            </a:xfrm>
            <a:custGeom>
              <a:avLst/>
              <a:pathLst>
                <a:path w="17721" h="541796">
                  <a:moveTo>
                    <a:pt x="0" y="3538"/>
                  </a:moveTo>
                  <a:lnTo>
                    <a:pt x="17721" y="0"/>
                  </a:lnTo>
                  <a:lnTo>
                    <a:pt x="17721" y="541796"/>
                  </a:lnTo>
                  <a:lnTo>
                    <a:pt x="0" y="541796"/>
                  </a:lnTo>
                  <a:close/>
                </a:path>
              </a:pathLst>
            </a:custGeom>
            <a:solidFill>
              <a:srgbClr val="D7AD99">
                <a:alpha val="100000"/>
              </a:srgbClr>
            </a:solidFill>
            <a:ln w="4762" cap="rnd">
              <a:solidFill>
                <a:srgbClr val="D7AD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g2757"/>
            <p:cNvSpPr/>
            <p:nvPr/>
          </p:nvSpPr>
          <p:spPr>
            <a:xfrm>
              <a:off x="4943811" y="5204893"/>
              <a:ext cx="17721" cy="544987"/>
            </a:xfrm>
            <a:custGeom>
              <a:avLst/>
              <a:pathLst>
                <a:path w="17721" h="544987">
                  <a:moveTo>
                    <a:pt x="0" y="3191"/>
                  </a:moveTo>
                  <a:lnTo>
                    <a:pt x="17721" y="0"/>
                  </a:lnTo>
                  <a:lnTo>
                    <a:pt x="17721" y="544987"/>
                  </a:lnTo>
                  <a:lnTo>
                    <a:pt x="0" y="544987"/>
                  </a:lnTo>
                  <a:close/>
                </a:path>
              </a:pathLst>
            </a:custGeom>
            <a:solidFill>
              <a:srgbClr val="D7AC99">
                <a:alpha val="100000"/>
              </a:srgbClr>
            </a:solidFill>
            <a:ln w="4762" cap="rnd">
              <a:solidFill>
                <a:srgbClr val="D7AC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g2758"/>
            <p:cNvSpPr/>
            <p:nvPr/>
          </p:nvSpPr>
          <p:spPr>
            <a:xfrm>
              <a:off x="4961532" y="5199437"/>
              <a:ext cx="35442" cy="550443"/>
            </a:xfrm>
            <a:custGeom>
              <a:avLst/>
              <a:pathLst>
                <a:path w="35442" h="550443">
                  <a:moveTo>
                    <a:pt x="0" y="5456"/>
                  </a:moveTo>
                  <a:lnTo>
                    <a:pt x="17721" y="2611"/>
                  </a:lnTo>
                  <a:lnTo>
                    <a:pt x="35442" y="0"/>
                  </a:lnTo>
                  <a:lnTo>
                    <a:pt x="35442" y="550443"/>
                  </a:lnTo>
                  <a:lnTo>
                    <a:pt x="17721" y="550443"/>
                  </a:lnTo>
                  <a:lnTo>
                    <a:pt x="0" y="550443"/>
                  </a:lnTo>
                  <a:close/>
                </a:path>
              </a:pathLst>
            </a:custGeom>
            <a:solidFill>
              <a:srgbClr val="D6AC98">
                <a:alpha val="100000"/>
              </a:srgbClr>
            </a:solidFill>
            <a:ln w="4762" cap="rnd">
              <a:solidFill>
                <a:srgbClr val="D6AC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g2759"/>
            <p:cNvSpPr/>
            <p:nvPr/>
          </p:nvSpPr>
          <p:spPr>
            <a:xfrm>
              <a:off x="4996975" y="5195237"/>
              <a:ext cx="35442" cy="554643"/>
            </a:xfrm>
            <a:custGeom>
              <a:avLst/>
              <a:pathLst>
                <a:path w="35442" h="554643">
                  <a:moveTo>
                    <a:pt x="0" y="4200"/>
                  </a:moveTo>
                  <a:lnTo>
                    <a:pt x="17721" y="1924"/>
                  </a:lnTo>
                  <a:lnTo>
                    <a:pt x="35442" y="0"/>
                  </a:lnTo>
                  <a:lnTo>
                    <a:pt x="35442" y="554643"/>
                  </a:lnTo>
                  <a:lnTo>
                    <a:pt x="17721" y="554643"/>
                  </a:lnTo>
                  <a:lnTo>
                    <a:pt x="0" y="554643"/>
                  </a:lnTo>
                  <a:close/>
                </a:path>
              </a:pathLst>
            </a:custGeom>
            <a:solidFill>
              <a:srgbClr val="D6AB97">
                <a:alpha val="100000"/>
              </a:srgbClr>
            </a:solidFill>
            <a:ln w="4762" cap="rnd">
              <a:solidFill>
                <a:srgbClr val="D6AB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g2760"/>
            <p:cNvSpPr/>
            <p:nvPr/>
          </p:nvSpPr>
          <p:spPr>
            <a:xfrm>
              <a:off x="5032418" y="5193542"/>
              <a:ext cx="17721" cy="556338"/>
            </a:xfrm>
            <a:custGeom>
              <a:avLst/>
              <a:pathLst>
                <a:path w="17721" h="556338">
                  <a:moveTo>
                    <a:pt x="0" y="1694"/>
                  </a:moveTo>
                  <a:lnTo>
                    <a:pt x="17721" y="0"/>
                  </a:lnTo>
                  <a:lnTo>
                    <a:pt x="17721" y="556338"/>
                  </a:lnTo>
                  <a:lnTo>
                    <a:pt x="0" y="556338"/>
                  </a:lnTo>
                  <a:close/>
                </a:path>
              </a:pathLst>
            </a:custGeom>
            <a:solidFill>
              <a:srgbClr val="D6AA97">
                <a:alpha val="100000"/>
              </a:srgbClr>
            </a:solidFill>
            <a:ln w="4762" cap="rnd">
              <a:solidFill>
                <a:srgbClr val="D6AA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g2761"/>
            <p:cNvSpPr/>
            <p:nvPr/>
          </p:nvSpPr>
          <p:spPr>
            <a:xfrm>
              <a:off x="5050139" y="5191138"/>
              <a:ext cx="35442" cy="558742"/>
            </a:xfrm>
            <a:custGeom>
              <a:avLst/>
              <a:pathLst>
                <a:path w="35442" h="558742">
                  <a:moveTo>
                    <a:pt x="0" y="2404"/>
                  </a:moveTo>
                  <a:lnTo>
                    <a:pt x="17721" y="1027"/>
                  </a:lnTo>
                  <a:lnTo>
                    <a:pt x="35442" y="0"/>
                  </a:lnTo>
                  <a:lnTo>
                    <a:pt x="35442" y="558742"/>
                  </a:lnTo>
                  <a:lnTo>
                    <a:pt x="17721" y="558742"/>
                  </a:lnTo>
                  <a:lnTo>
                    <a:pt x="0" y="558742"/>
                  </a:lnTo>
                  <a:close/>
                </a:path>
              </a:pathLst>
            </a:custGeom>
            <a:solidFill>
              <a:srgbClr val="D5AA96">
                <a:alpha val="100000"/>
              </a:srgbClr>
            </a:solidFill>
            <a:ln w="4762" cap="rnd">
              <a:solidFill>
                <a:srgbClr val="D5AA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g2762"/>
            <p:cNvSpPr/>
            <p:nvPr/>
          </p:nvSpPr>
          <p:spPr>
            <a:xfrm>
              <a:off x="5085582" y="5189820"/>
              <a:ext cx="35442" cy="560060"/>
            </a:xfrm>
            <a:custGeom>
              <a:avLst/>
              <a:pathLst>
                <a:path w="35442" h="560060">
                  <a:moveTo>
                    <a:pt x="0" y="1317"/>
                  </a:moveTo>
                  <a:lnTo>
                    <a:pt x="17721" y="511"/>
                  </a:lnTo>
                  <a:lnTo>
                    <a:pt x="35442" y="0"/>
                  </a:lnTo>
                  <a:lnTo>
                    <a:pt x="35442" y="560060"/>
                  </a:lnTo>
                  <a:lnTo>
                    <a:pt x="17721" y="560060"/>
                  </a:lnTo>
                  <a:lnTo>
                    <a:pt x="0" y="560060"/>
                  </a:lnTo>
                  <a:close/>
                </a:path>
              </a:pathLst>
            </a:custGeom>
            <a:solidFill>
              <a:srgbClr val="D5A995">
                <a:alpha val="100000"/>
              </a:srgbClr>
            </a:solidFill>
            <a:ln w="4762" cap="rnd">
              <a:solidFill>
                <a:srgbClr val="D5A9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g2763"/>
            <p:cNvSpPr/>
            <p:nvPr/>
          </p:nvSpPr>
          <p:spPr>
            <a:xfrm>
              <a:off x="5121025" y="5189652"/>
              <a:ext cx="17721" cy="560229"/>
            </a:xfrm>
            <a:custGeom>
              <a:avLst/>
              <a:pathLst>
                <a:path w="17721" h="560229">
                  <a:moveTo>
                    <a:pt x="0" y="168"/>
                  </a:moveTo>
                  <a:lnTo>
                    <a:pt x="17721" y="0"/>
                  </a:lnTo>
                  <a:lnTo>
                    <a:pt x="17721" y="560229"/>
                  </a:lnTo>
                  <a:lnTo>
                    <a:pt x="0" y="560229"/>
                  </a:lnTo>
                  <a:close/>
                </a:path>
              </a:pathLst>
            </a:custGeom>
            <a:solidFill>
              <a:srgbClr val="D5A895">
                <a:alpha val="100000"/>
              </a:srgbClr>
            </a:solidFill>
            <a:ln w="4762" cap="rnd">
              <a:solidFill>
                <a:srgbClr val="D5A8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g2764"/>
            <p:cNvSpPr/>
            <p:nvPr/>
          </p:nvSpPr>
          <p:spPr>
            <a:xfrm>
              <a:off x="5138746" y="5189652"/>
              <a:ext cx="35442" cy="560229"/>
            </a:xfrm>
            <a:custGeom>
              <a:avLst/>
              <a:pathLst>
                <a:path w="35442" h="560229">
                  <a:moveTo>
                    <a:pt x="0" y="0"/>
                  </a:moveTo>
                  <a:lnTo>
                    <a:pt x="17721" y="39"/>
                  </a:lnTo>
                  <a:lnTo>
                    <a:pt x="35442" y="349"/>
                  </a:lnTo>
                  <a:lnTo>
                    <a:pt x="35442" y="560229"/>
                  </a:lnTo>
                  <a:lnTo>
                    <a:pt x="17721" y="560229"/>
                  </a:lnTo>
                  <a:lnTo>
                    <a:pt x="0" y="560229"/>
                  </a:lnTo>
                  <a:close/>
                </a:path>
              </a:pathLst>
            </a:custGeom>
            <a:solidFill>
              <a:srgbClr val="D4A894">
                <a:alpha val="100000"/>
              </a:srgbClr>
            </a:solidFill>
            <a:ln w="4762" cap="rnd">
              <a:solidFill>
                <a:srgbClr val="D4A8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g2765"/>
            <p:cNvSpPr/>
            <p:nvPr/>
          </p:nvSpPr>
          <p:spPr>
            <a:xfrm>
              <a:off x="5174189" y="5190001"/>
              <a:ext cx="35442" cy="559880"/>
            </a:xfrm>
            <a:custGeom>
              <a:avLst/>
              <a:pathLst>
                <a:path w="35442" h="559880">
                  <a:moveTo>
                    <a:pt x="0" y="0"/>
                  </a:moveTo>
                  <a:lnTo>
                    <a:pt x="17721" y="638"/>
                  </a:lnTo>
                  <a:lnTo>
                    <a:pt x="35442" y="1472"/>
                  </a:lnTo>
                  <a:lnTo>
                    <a:pt x="35442" y="559880"/>
                  </a:lnTo>
                  <a:lnTo>
                    <a:pt x="17721" y="559880"/>
                  </a:lnTo>
                  <a:lnTo>
                    <a:pt x="0" y="559880"/>
                  </a:lnTo>
                  <a:close/>
                </a:path>
              </a:pathLst>
            </a:custGeom>
            <a:solidFill>
              <a:srgbClr val="D4A793">
                <a:alpha val="100000"/>
              </a:srgbClr>
            </a:solidFill>
            <a:ln w="4762" cap="rnd">
              <a:solidFill>
                <a:srgbClr val="D4A7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g2766"/>
            <p:cNvSpPr/>
            <p:nvPr/>
          </p:nvSpPr>
          <p:spPr>
            <a:xfrm>
              <a:off x="5209632" y="5191473"/>
              <a:ext cx="17721" cy="558408"/>
            </a:xfrm>
            <a:custGeom>
              <a:avLst/>
              <a:pathLst>
                <a:path w="17721" h="558408">
                  <a:moveTo>
                    <a:pt x="0" y="0"/>
                  </a:moveTo>
                  <a:lnTo>
                    <a:pt x="17721" y="1075"/>
                  </a:lnTo>
                  <a:lnTo>
                    <a:pt x="17721" y="558408"/>
                  </a:lnTo>
                  <a:lnTo>
                    <a:pt x="0" y="558408"/>
                  </a:lnTo>
                  <a:close/>
                </a:path>
              </a:pathLst>
            </a:custGeom>
            <a:solidFill>
              <a:srgbClr val="D4A692">
                <a:alpha val="100000"/>
              </a:srgbClr>
            </a:solidFill>
            <a:ln w="4762" cap="rnd">
              <a:solidFill>
                <a:srgbClr val="D4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g2767"/>
            <p:cNvSpPr/>
            <p:nvPr/>
          </p:nvSpPr>
          <p:spPr>
            <a:xfrm>
              <a:off x="5227353" y="5192548"/>
              <a:ext cx="35442" cy="557332"/>
            </a:xfrm>
            <a:custGeom>
              <a:avLst/>
              <a:pathLst>
                <a:path w="35442" h="557332">
                  <a:moveTo>
                    <a:pt x="0" y="0"/>
                  </a:moveTo>
                  <a:lnTo>
                    <a:pt x="17721" y="1388"/>
                  </a:lnTo>
                  <a:lnTo>
                    <a:pt x="35442" y="2954"/>
                  </a:lnTo>
                  <a:lnTo>
                    <a:pt x="35442" y="557332"/>
                  </a:lnTo>
                  <a:lnTo>
                    <a:pt x="17721" y="557332"/>
                  </a:lnTo>
                  <a:lnTo>
                    <a:pt x="0" y="557332"/>
                  </a:lnTo>
                  <a:close/>
                </a:path>
              </a:pathLst>
            </a:custGeom>
            <a:solidFill>
              <a:srgbClr val="D3A692">
                <a:alpha val="100000"/>
              </a:srgbClr>
            </a:solidFill>
            <a:ln w="4762" cap="rnd">
              <a:solidFill>
                <a:srgbClr val="D3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g2768"/>
            <p:cNvSpPr/>
            <p:nvPr/>
          </p:nvSpPr>
          <p:spPr>
            <a:xfrm>
              <a:off x="5262796" y="5195503"/>
              <a:ext cx="35442" cy="554377"/>
            </a:xfrm>
            <a:custGeom>
              <a:avLst/>
              <a:pathLst>
                <a:path w="35442" h="554377">
                  <a:moveTo>
                    <a:pt x="0" y="0"/>
                  </a:moveTo>
                  <a:lnTo>
                    <a:pt x="17721" y="1781"/>
                  </a:lnTo>
                  <a:lnTo>
                    <a:pt x="35442" y="3855"/>
                  </a:lnTo>
                  <a:lnTo>
                    <a:pt x="35442" y="554377"/>
                  </a:lnTo>
                  <a:lnTo>
                    <a:pt x="17721" y="554377"/>
                  </a:lnTo>
                  <a:lnTo>
                    <a:pt x="0" y="554377"/>
                  </a:lnTo>
                  <a:close/>
                </a:path>
              </a:pathLst>
            </a:custGeom>
            <a:solidFill>
              <a:srgbClr val="D3A591">
                <a:alpha val="100000"/>
              </a:srgbClr>
            </a:solidFill>
            <a:ln w="4762" cap="rnd">
              <a:solidFill>
                <a:srgbClr val="D3A5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g2769"/>
            <p:cNvSpPr/>
            <p:nvPr/>
          </p:nvSpPr>
          <p:spPr>
            <a:xfrm>
              <a:off x="5298238" y="5199359"/>
              <a:ext cx="17721" cy="550521"/>
            </a:xfrm>
            <a:custGeom>
              <a:avLst/>
              <a:pathLst>
                <a:path w="17721" h="550521">
                  <a:moveTo>
                    <a:pt x="0" y="0"/>
                  </a:moveTo>
                  <a:lnTo>
                    <a:pt x="17721" y="2236"/>
                  </a:lnTo>
                  <a:lnTo>
                    <a:pt x="17721" y="550521"/>
                  </a:lnTo>
                  <a:lnTo>
                    <a:pt x="0" y="550521"/>
                  </a:lnTo>
                  <a:close/>
                </a:path>
              </a:pathLst>
            </a:custGeom>
            <a:solidFill>
              <a:srgbClr val="D3A490">
                <a:alpha val="100000"/>
              </a:srgbClr>
            </a:solidFill>
            <a:ln w="4762" cap="rnd">
              <a:solidFill>
                <a:srgbClr val="D3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g2770"/>
            <p:cNvSpPr/>
            <p:nvPr/>
          </p:nvSpPr>
          <p:spPr>
            <a:xfrm>
              <a:off x="5315960" y="5201596"/>
              <a:ext cx="35442" cy="548285"/>
            </a:xfrm>
            <a:custGeom>
              <a:avLst/>
              <a:pathLst>
                <a:path w="35442" h="548285">
                  <a:moveTo>
                    <a:pt x="0" y="0"/>
                  </a:moveTo>
                  <a:lnTo>
                    <a:pt x="17721" y="2425"/>
                  </a:lnTo>
                  <a:lnTo>
                    <a:pt x="35442" y="5122"/>
                  </a:lnTo>
                  <a:lnTo>
                    <a:pt x="35442" y="548285"/>
                  </a:lnTo>
                  <a:lnTo>
                    <a:pt x="17721" y="548285"/>
                  </a:lnTo>
                  <a:lnTo>
                    <a:pt x="0" y="548285"/>
                  </a:lnTo>
                  <a:close/>
                </a:path>
              </a:pathLst>
            </a:custGeom>
            <a:solidFill>
              <a:srgbClr val="D2A490">
                <a:alpha val="100000"/>
              </a:srgbClr>
            </a:solidFill>
            <a:ln w="4762" cap="rnd">
              <a:solidFill>
                <a:srgbClr val="D2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g2771"/>
            <p:cNvSpPr/>
            <p:nvPr/>
          </p:nvSpPr>
          <p:spPr>
            <a:xfrm>
              <a:off x="5351403" y="5206718"/>
              <a:ext cx="35442" cy="543162"/>
            </a:xfrm>
            <a:custGeom>
              <a:avLst/>
              <a:pathLst>
                <a:path w="35442" h="543162">
                  <a:moveTo>
                    <a:pt x="0" y="0"/>
                  </a:moveTo>
                  <a:lnTo>
                    <a:pt x="17721" y="2843"/>
                  </a:lnTo>
                  <a:lnTo>
                    <a:pt x="35442" y="5851"/>
                  </a:lnTo>
                  <a:lnTo>
                    <a:pt x="35442" y="543162"/>
                  </a:lnTo>
                  <a:lnTo>
                    <a:pt x="17721" y="543162"/>
                  </a:lnTo>
                  <a:lnTo>
                    <a:pt x="0" y="543162"/>
                  </a:lnTo>
                  <a:close/>
                </a:path>
              </a:pathLst>
            </a:custGeom>
            <a:solidFill>
              <a:srgbClr val="D2A38F">
                <a:alpha val="100000"/>
              </a:srgbClr>
            </a:solidFill>
            <a:ln w="4762" cap="rnd">
              <a:solidFill>
                <a:srgbClr val="D2A3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g2772"/>
            <p:cNvSpPr/>
            <p:nvPr/>
          </p:nvSpPr>
          <p:spPr>
            <a:xfrm>
              <a:off x="5386845" y="5212570"/>
              <a:ext cx="17721" cy="537311"/>
            </a:xfrm>
            <a:custGeom>
              <a:avLst/>
              <a:pathLst>
                <a:path w="17721" h="537311">
                  <a:moveTo>
                    <a:pt x="0" y="0"/>
                  </a:moveTo>
                  <a:lnTo>
                    <a:pt x="17721" y="3258"/>
                  </a:lnTo>
                  <a:lnTo>
                    <a:pt x="17721" y="537311"/>
                  </a:lnTo>
                  <a:lnTo>
                    <a:pt x="0" y="537311"/>
                  </a:lnTo>
                  <a:close/>
                </a:path>
              </a:pathLst>
            </a:custGeom>
            <a:solidFill>
              <a:srgbClr val="D2A28E">
                <a:alpha val="100000"/>
              </a:srgbClr>
            </a:solidFill>
            <a:ln w="4762" cap="rnd">
              <a:solidFill>
                <a:srgbClr val="D2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g2773"/>
            <p:cNvSpPr/>
            <p:nvPr/>
          </p:nvSpPr>
          <p:spPr>
            <a:xfrm>
              <a:off x="5404567" y="5215828"/>
              <a:ext cx="35442" cy="534052"/>
            </a:xfrm>
            <a:custGeom>
              <a:avLst/>
              <a:pathLst>
                <a:path w="35442" h="534052">
                  <a:moveTo>
                    <a:pt x="0" y="0"/>
                  </a:moveTo>
                  <a:lnTo>
                    <a:pt x="17721" y="3390"/>
                  </a:lnTo>
                  <a:lnTo>
                    <a:pt x="35442" y="6922"/>
                  </a:lnTo>
                  <a:lnTo>
                    <a:pt x="35442" y="534052"/>
                  </a:lnTo>
                  <a:lnTo>
                    <a:pt x="17721" y="534052"/>
                  </a:lnTo>
                  <a:lnTo>
                    <a:pt x="0" y="534052"/>
                  </a:lnTo>
                  <a:close/>
                </a:path>
              </a:pathLst>
            </a:custGeom>
            <a:solidFill>
              <a:srgbClr val="D1A28E">
                <a:alpha val="100000"/>
              </a:srgbClr>
            </a:solidFill>
            <a:ln w="4762" cap="rnd">
              <a:solidFill>
                <a:srgbClr val="D1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g2774"/>
            <p:cNvSpPr/>
            <p:nvPr/>
          </p:nvSpPr>
          <p:spPr>
            <a:xfrm>
              <a:off x="5440009" y="5222751"/>
              <a:ext cx="35442" cy="527129"/>
            </a:xfrm>
            <a:custGeom>
              <a:avLst/>
              <a:pathLst>
                <a:path w="35442" h="527129">
                  <a:moveTo>
                    <a:pt x="0" y="0"/>
                  </a:moveTo>
                  <a:lnTo>
                    <a:pt x="17721" y="3764"/>
                  </a:lnTo>
                  <a:lnTo>
                    <a:pt x="35442" y="7646"/>
                  </a:lnTo>
                  <a:lnTo>
                    <a:pt x="35442" y="527129"/>
                  </a:lnTo>
                  <a:lnTo>
                    <a:pt x="17721" y="527129"/>
                  </a:lnTo>
                  <a:lnTo>
                    <a:pt x="0" y="527129"/>
                  </a:lnTo>
                  <a:close/>
                </a:path>
              </a:pathLst>
            </a:custGeom>
            <a:solidFill>
              <a:srgbClr val="D1A18D">
                <a:alpha val="100000"/>
              </a:srgbClr>
            </a:solidFill>
            <a:ln w="4762" cap="rnd">
              <a:solidFill>
                <a:srgbClr val="D1A1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g2775"/>
            <p:cNvSpPr/>
            <p:nvPr/>
          </p:nvSpPr>
          <p:spPr>
            <a:xfrm>
              <a:off x="5475452" y="5230398"/>
              <a:ext cx="17721" cy="519483"/>
            </a:xfrm>
            <a:custGeom>
              <a:avLst/>
              <a:pathLst>
                <a:path w="17721" h="519483">
                  <a:moveTo>
                    <a:pt x="0" y="0"/>
                  </a:moveTo>
                  <a:lnTo>
                    <a:pt x="17721" y="4005"/>
                  </a:lnTo>
                  <a:lnTo>
                    <a:pt x="17721" y="519483"/>
                  </a:lnTo>
                  <a:lnTo>
                    <a:pt x="0" y="519483"/>
                  </a:lnTo>
                  <a:close/>
                </a:path>
              </a:pathLst>
            </a:custGeom>
            <a:solidFill>
              <a:srgbClr val="D1A08C">
                <a:alpha val="100000"/>
              </a:srgbClr>
            </a:solidFill>
            <a:ln w="4762" cap="rnd">
              <a:solidFill>
                <a:srgbClr val="D1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g2776"/>
            <p:cNvSpPr/>
            <p:nvPr/>
          </p:nvSpPr>
          <p:spPr>
            <a:xfrm>
              <a:off x="5493173" y="5234403"/>
              <a:ext cx="35442" cy="515478"/>
            </a:xfrm>
            <a:custGeom>
              <a:avLst/>
              <a:pathLst>
                <a:path w="35442" h="515478">
                  <a:moveTo>
                    <a:pt x="0" y="0"/>
                  </a:moveTo>
                  <a:lnTo>
                    <a:pt x="17721" y="4218"/>
                  </a:lnTo>
                  <a:lnTo>
                    <a:pt x="35442" y="8544"/>
                  </a:lnTo>
                  <a:lnTo>
                    <a:pt x="35442" y="515478"/>
                  </a:lnTo>
                  <a:lnTo>
                    <a:pt x="17721" y="515478"/>
                  </a:lnTo>
                  <a:lnTo>
                    <a:pt x="0" y="515478"/>
                  </a:lnTo>
                  <a:close/>
                </a:path>
              </a:pathLst>
            </a:custGeom>
            <a:solidFill>
              <a:srgbClr val="D0A08C">
                <a:alpha val="100000"/>
              </a:srgbClr>
            </a:solidFill>
            <a:ln w="4762" cap="rnd">
              <a:solidFill>
                <a:srgbClr val="D0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g2777"/>
            <p:cNvSpPr/>
            <p:nvPr/>
          </p:nvSpPr>
          <p:spPr>
            <a:xfrm>
              <a:off x="5528616" y="5242947"/>
              <a:ext cx="35442" cy="506933"/>
            </a:xfrm>
            <a:custGeom>
              <a:avLst/>
              <a:pathLst>
                <a:path w="35442" h="506933">
                  <a:moveTo>
                    <a:pt x="0" y="0"/>
                  </a:moveTo>
                  <a:lnTo>
                    <a:pt x="17721" y="4432"/>
                  </a:lnTo>
                  <a:lnTo>
                    <a:pt x="35442" y="9062"/>
                  </a:lnTo>
                  <a:lnTo>
                    <a:pt x="35442" y="506933"/>
                  </a:lnTo>
                  <a:lnTo>
                    <a:pt x="17721" y="506933"/>
                  </a:lnTo>
                  <a:lnTo>
                    <a:pt x="0" y="506933"/>
                  </a:lnTo>
                  <a:close/>
                </a:path>
              </a:pathLst>
            </a:custGeom>
            <a:solidFill>
              <a:srgbClr val="D09F8B">
                <a:alpha val="100000"/>
              </a:srgbClr>
            </a:solidFill>
            <a:ln w="4762" cap="rnd">
              <a:solidFill>
                <a:srgbClr val="D09F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g2778"/>
            <p:cNvSpPr/>
            <p:nvPr/>
          </p:nvSpPr>
          <p:spPr>
            <a:xfrm>
              <a:off x="5564059" y="5252010"/>
              <a:ext cx="17721" cy="497870"/>
            </a:xfrm>
            <a:custGeom>
              <a:avLst/>
              <a:pathLst>
                <a:path w="17721" h="497870">
                  <a:moveTo>
                    <a:pt x="0" y="0"/>
                  </a:moveTo>
                  <a:lnTo>
                    <a:pt x="17721" y="4727"/>
                  </a:lnTo>
                  <a:lnTo>
                    <a:pt x="17721" y="497870"/>
                  </a:lnTo>
                  <a:lnTo>
                    <a:pt x="0" y="497870"/>
                  </a:lnTo>
                  <a:close/>
                </a:path>
              </a:pathLst>
            </a:custGeom>
            <a:solidFill>
              <a:srgbClr val="D09F8A">
                <a:alpha val="100000"/>
              </a:srgbClr>
            </a:solidFill>
            <a:ln w="4762" cap="rnd">
              <a:solidFill>
                <a:srgbClr val="D09F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g2779"/>
            <p:cNvSpPr/>
            <p:nvPr/>
          </p:nvSpPr>
          <p:spPr>
            <a:xfrm>
              <a:off x="5581780" y="5256738"/>
              <a:ext cx="17721" cy="493142"/>
            </a:xfrm>
            <a:custGeom>
              <a:avLst/>
              <a:pathLst>
                <a:path w="17721" h="493142">
                  <a:moveTo>
                    <a:pt x="0" y="0"/>
                  </a:moveTo>
                  <a:lnTo>
                    <a:pt x="17721" y="4824"/>
                  </a:lnTo>
                  <a:lnTo>
                    <a:pt x="17721" y="493142"/>
                  </a:lnTo>
                  <a:lnTo>
                    <a:pt x="0" y="493142"/>
                  </a:lnTo>
                  <a:close/>
                </a:path>
              </a:pathLst>
            </a:custGeom>
            <a:solidFill>
              <a:srgbClr val="CF9E8A">
                <a:alpha val="100000"/>
              </a:srgbClr>
            </a:solidFill>
            <a:ln w="4762" cap="rnd">
              <a:solidFill>
                <a:srgbClr val="CF9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g2780"/>
            <p:cNvSpPr/>
            <p:nvPr/>
          </p:nvSpPr>
          <p:spPr>
            <a:xfrm>
              <a:off x="5599502" y="5261563"/>
              <a:ext cx="17721" cy="488318"/>
            </a:xfrm>
            <a:custGeom>
              <a:avLst/>
              <a:pathLst>
                <a:path w="17721" h="488318">
                  <a:moveTo>
                    <a:pt x="0" y="0"/>
                  </a:moveTo>
                  <a:lnTo>
                    <a:pt x="17721" y="5002"/>
                  </a:lnTo>
                  <a:lnTo>
                    <a:pt x="17721" y="488318"/>
                  </a:lnTo>
                  <a:lnTo>
                    <a:pt x="0" y="488318"/>
                  </a:lnTo>
                  <a:close/>
                </a:path>
              </a:pathLst>
            </a:custGeom>
            <a:solidFill>
              <a:srgbClr val="CF9E89">
                <a:alpha val="100000"/>
              </a:srgbClr>
            </a:solidFill>
            <a:ln w="4762" cap="rnd">
              <a:solidFill>
                <a:srgbClr val="CF9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g2781"/>
            <p:cNvSpPr/>
            <p:nvPr/>
          </p:nvSpPr>
          <p:spPr>
            <a:xfrm>
              <a:off x="5617223" y="5266565"/>
              <a:ext cx="35442" cy="483315"/>
            </a:xfrm>
            <a:custGeom>
              <a:avLst/>
              <a:pathLst>
                <a:path w="35442" h="483315">
                  <a:moveTo>
                    <a:pt x="0" y="0"/>
                  </a:moveTo>
                  <a:lnTo>
                    <a:pt x="17721" y="5095"/>
                  </a:lnTo>
                  <a:lnTo>
                    <a:pt x="35442" y="10280"/>
                  </a:lnTo>
                  <a:lnTo>
                    <a:pt x="35442" y="483315"/>
                  </a:lnTo>
                  <a:lnTo>
                    <a:pt x="17721" y="483315"/>
                  </a:lnTo>
                  <a:lnTo>
                    <a:pt x="0" y="483315"/>
                  </a:lnTo>
                  <a:close/>
                </a:path>
              </a:pathLst>
            </a:custGeom>
            <a:solidFill>
              <a:srgbClr val="CF9D89">
                <a:alpha val="100000"/>
              </a:srgbClr>
            </a:solidFill>
            <a:ln w="4762" cap="rnd">
              <a:solidFill>
                <a:srgbClr val="CF9D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g2782"/>
            <p:cNvSpPr/>
            <p:nvPr/>
          </p:nvSpPr>
          <p:spPr>
            <a:xfrm>
              <a:off x="5652666" y="5276845"/>
              <a:ext cx="17721" cy="473035"/>
            </a:xfrm>
            <a:custGeom>
              <a:avLst/>
              <a:pathLst>
                <a:path w="17721" h="473035">
                  <a:moveTo>
                    <a:pt x="0" y="0"/>
                  </a:moveTo>
                  <a:lnTo>
                    <a:pt x="17721" y="5344"/>
                  </a:lnTo>
                  <a:lnTo>
                    <a:pt x="17721" y="473035"/>
                  </a:lnTo>
                  <a:lnTo>
                    <a:pt x="0" y="473035"/>
                  </a:lnTo>
                  <a:close/>
                </a:path>
              </a:pathLst>
            </a:custGeom>
            <a:solidFill>
              <a:srgbClr val="CF9D88">
                <a:alpha val="100000"/>
              </a:srgbClr>
            </a:solidFill>
            <a:ln w="4762" cap="rnd">
              <a:solidFill>
                <a:srgbClr val="CF9D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g2783"/>
            <p:cNvSpPr/>
            <p:nvPr/>
          </p:nvSpPr>
          <p:spPr>
            <a:xfrm>
              <a:off x="5670387" y="5282190"/>
              <a:ext cx="17721" cy="467690"/>
            </a:xfrm>
            <a:custGeom>
              <a:avLst/>
              <a:pathLst>
                <a:path w="17721" h="467690">
                  <a:moveTo>
                    <a:pt x="0" y="0"/>
                  </a:moveTo>
                  <a:lnTo>
                    <a:pt x="17721" y="5434"/>
                  </a:lnTo>
                  <a:lnTo>
                    <a:pt x="17721" y="467690"/>
                  </a:lnTo>
                  <a:lnTo>
                    <a:pt x="0" y="467690"/>
                  </a:lnTo>
                  <a:close/>
                </a:path>
              </a:pathLst>
            </a:custGeom>
            <a:solidFill>
              <a:srgbClr val="CE9C88">
                <a:alpha val="100000"/>
              </a:srgbClr>
            </a:solidFill>
            <a:ln w="4762" cap="rnd">
              <a:solidFill>
                <a:srgbClr val="CE9C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g2784"/>
            <p:cNvSpPr/>
            <p:nvPr/>
          </p:nvSpPr>
          <p:spPr>
            <a:xfrm>
              <a:off x="5688109" y="5287625"/>
              <a:ext cx="17721" cy="462255"/>
            </a:xfrm>
            <a:custGeom>
              <a:avLst/>
              <a:pathLst>
                <a:path w="17721" h="462255">
                  <a:moveTo>
                    <a:pt x="0" y="0"/>
                  </a:moveTo>
                  <a:lnTo>
                    <a:pt x="17721" y="5517"/>
                  </a:lnTo>
                  <a:lnTo>
                    <a:pt x="17721" y="462255"/>
                  </a:lnTo>
                  <a:lnTo>
                    <a:pt x="0" y="462255"/>
                  </a:lnTo>
                  <a:close/>
                </a:path>
              </a:pathLst>
            </a:custGeom>
            <a:solidFill>
              <a:srgbClr val="CE9C87">
                <a:alpha val="100000"/>
              </a:srgbClr>
            </a:solidFill>
            <a:ln w="4762" cap="rnd">
              <a:solidFill>
                <a:srgbClr val="CE9C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g2785"/>
            <p:cNvSpPr/>
            <p:nvPr/>
          </p:nvSpPr>
          <p:spPr>
            <a:xfrm>
              <a:off x="5705830" y="5293142"/>
              <a:ext cx="35442" cy="456738"/>
            </a:xfrm>
            <a:custGeom>
              <a:avLst/>
              <a:pathLst>
                <a:path w="35442" h="456738">
                  <a:moveTo>
                    <a:pt x="0" y="0"/>
                  </a:moveTo>
                  <a:lnTo>
                    <a:pt x="17721" y="5662"/>
                  </a:lnTo>
                  <a:lnTo>
                    <a:pt x="35442" y="11412"/>
                  </a:lnTo>
                  <a:lnTo>
                    <a:pt x="35442" y="456738"/>
                  </a:lnTo>
                  <a:lnTo>
                    <a:pt x="17721" y="456738"/>
                  </a:lnTo>
                  <a:lnTo>
                    <a:pt x="0" y="456738"/>
                  </a:lnTo>
                  <a:close/>
                </a:path>
              </a:pathLst>
            </a:custGeom>
            <a:solidFill>
              <a:srgbClr val="CE9B87">
                <a:alpha val="100000"/>
              </a:srgbClr>
            </a:solidFill>
            <a:ln w="4762" cap="rnd">
              <a:solidFill>
                <a:srgbClr val="CE9B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g2786"/>
            <p:cNvSpPr/>
            <p:nvPr/>
          </p:nvSpPr>
          <p:spPr>
            <a:xfrm>
              <a:off x="5741273" y="5304554"/>
              <a:ext cx="17721" cy="445326"/>
            </a:xfrm>
            <a:custGeom>
              <a:avLst/>
              <a:pathLst>
                <a:path w="17721" h="445326">
                  <a:moveTo>
                    <a:pt x="0" y="0"/>
                  </a:moveTo>
                  <a:lnTo>
                    <a:pt x="17721" y="5825"/>
                  </a:lnTo>
                  <a:lnTo>
                    <a:pt x="17721" y="445326"/>
                  </a:lnTo>
                  <a:lnTo>
                    <a:pt x="0" y="445326"/>
                  </a:lnTo>
                  <a:close/>
                </a:path>
              </a:pathLst>
            </a:custGeom>
            <a:solidFill>
              <a:srgbClr val="CD9B86">
                <a:alpha val="100000"/>
              </a:srgbClr>
            </a:solidFill>
            <a:ln w="4762" cap="rnd">
              <a:solidFill>
                <a:srgbClr val="CD9B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g2787"/>
            <p:cNvSpPr/>
            <p:nvPr/>
          </p:nvSpPr>
          <p:spPr>
            <a:xfrm>
              <a:off x="5758994" y="5310380"/>
              <a:ext cx="17721" cy="439500"/>
            </a:xfrm>
            <a:custGeom>
              <a:avLst/>
              <a:pathLst>
                <a:path w="17721" h="439500">
                  <a:moveTo>
                    <a:pt x="0" y="0"/>
                  </a:moveTo>
                  <a:lnTo>
                    <a:pt x="17721" y="5957"/>
                  </a:lnTo>
                  <a:lnTo>
                    <a:pt x="17721" y="439500"/>
                  </a:lnTo>
                  <a:lnTo>
                    <a:pt x="0" y="439500"/>
                  </a:lnTo>
                  <a:close/>
                </a:path>
              </a:pathLst>
            </a:custGeom>
            <a:solidFill>
              <a:srgbClr val="CD9A86">
                <a:alpha val="100000"/>
              </a:srgbClr>
            </a:solidFill>
            <a:ln w="4762" cap="rnd">
              <a:solidFill>
                <a:srgbClr val="CD9A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g2788"/>
            <p:cNvSpPr/>
            <p:nvPr/>
          </p:nvSpPr>
          <p:spPr>
            <a:xfrm>
              <a:off x="5776715" y="5316338"/>
              <a:ext cx="17721" cy="433542"/>
            </a:xfrm>
            <a:custGeom>
              <a:avLst/>
              <a:pathLst>
                <a:path w="17721" h="433542">
                  <a:moveTo>
                    <a:pt x="0" y="0"/>
                  </a:moveTo>
                  <a:lnTo>
                    <a:pt x="17721" y="6041"/>
                  </a:lnTo>
                  <a:lnTo>
                    <a:pt x="17721" y="433542"/>
                  </a:lnTo>
                  <a:lnTo>
                    <a:pt x="0" y="433542"/>
                  </a:lnTo>
                  <a:close/>
                </a:path>
              </a:pathLst>
            </a:custGeom>
            <a:solidFill>
              <a:srgbClr val="CD9A85">
                <a:alpha val="100000"/>
              </a:srgbClr>
            </a:solidFill>
            <a:ln w="4762" cap="rnd">
              <a:solidFill>
                <a:srgbClr val="CD9A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g2789"/>
            <p:cNvSpPr/>
            <p:nvPr/>
          </p:nvSpPr>
          <p:spPr>
            <a:xfrm>
              <a:off x="5794437" y="5322380"/>
              <a:ext cx="35442" cy="427501"/>
            </a:xfrm>
            <a:custGeom>
              <a:avLst/>
              <a:pathLst>
                <a:path w="35442" h="427501">
                  <a:moveTo>
                    <a:pt x="0" y="0"/>
                  </a:moveTo>
                  <a:lnTo>
                    <a:pt x="17721" y="6112"/>
                  </a:lnTo>
                  <a:lnTo>
                    <a:pt x="35442" y="12343"/>
                  </a:lnTo>
                  <a:lnTo>
                    <a:pt x="35442" y="427501"/>
                  </a:lnTo>
                  <a:lnTo>
                    <a:pt x="17721" y="427501"/>
                  </a:lnTo>
                  <a:lnTo>
                    <a:pt x="0" y="427501"/>
                  </a:lnTo>
                  <a:close/>
                </a:path>
              </a:pathLst>
            </a:custGeom>
            <a:solidFill>
              <a:srgbClr val="CD9985">
                <a:alpha val="100000"/>
              </a:srgbClr>
            </a:solidFill>
            <a:ln w="4762" cap="rnd">
              <a:solidFill>
                <a:srgbClr val="CD99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g2790"/>
            <p:cNvSpPr/>
            <p:nvPr/>
          </p:nvSpPr>
          <p:spPr>
            <a:xfrm>
              <a:off x="5829879" y="5334724"/>
              <a:ext cx="17721" cy="415157"/>
            </a:xfrm>
            <a:custGeom>
              <a:avLst/>
              <a:pathLst>
                <a:path w="17721" h="415157">
                  <a:moveTo>
                    <a:pt x="0" y="0"/>
                  </a:moveTo>
                  <a:lnTo>
                    <a:pt x="17721" y="6311"/>
                  </a:lnTo>
                  <a:lnTo>
                    <a:pt x="17721" y="415157"/>
                  </a:lnTo>
                  <a:lnTo>
                    <a:pt x="0" y="415157"/>
                  </a:lnTo>
                  <a:close/>
                </a:path>
              </a:pathLst>
            </a:custGeom>
            <a:solidFill>
              <a:srgbClr val="CC9984">
                <a:alpha val="100000"/>
              </a:srgbClr>
            </a:solidFill>
            <a:ln w="4762" cap="rnd">
              <a:solidFill>
                <a:srgbClr val="CC99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g2791"/>
            <p:cNvSpPr/>
            <p:nvPr/>
          </p:nvSpPr>
          <p:spPr>
            <a:xfrm>
              <a:off x="5847601" y="5341035"/>
              <a:ext cx="17721" cy="408846"/>
            </a:xfrm>
            <a:custGeom>
              <a:avLst/>
              <a:pathLst>
                <a:path w="17721" h="408846">
                  <a:moveTo>
                    <a:pt x="0" y="0"/>
                  </a:moveTo>
                  <a:lnTo>
                    <a:pt x="17721" y="6375"/>
                  </a:lnTo>
                  <a:lnTo>
                    <a:pt x="17721" y="408846"/>
                  </a:lnTo>
                  <a:lnTo>
                    <a:pt x="0" y="408846"/>
                  </a:lnTo>
                  <a:close/>
                </a:path>
              </a:pathLst>
            </a:custGeom>
            <a:solidFill>
              <a:srgbClr val="CC9884">
                <a:alpha val="100000"/>
              </a:srgbClr>
            </a:solidFill>
            <a:ln w="4762" cap="rnd">
              <a:solidFill>
                <a:srgbClr val="CC98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g2792"/>
            <p:cNvSpPr/>
            <p:nvPr/>
          </p:nvSpPr>
          <p:spPr>
            <a:xfrm>
              <a:off x="5865322" y="5347411"/>
              <a:ext cx="17721" cy="402470"/>
            </a:xfrm>
            <a:custGeom>
              <a:avLst/>
              <a:pathLst>
                <a:path w="17721" h="402470">
                  <a:moveTo>
                    <a:pt x="0" y="0"/>
                  </a:moveTo>
                  <a:lnTo>
                    <a:pt x="17721" y="6481"/>
                  </a:lnTo>
                  <a:lnTo>
                    <a:pt x="17721" y="402470"/>
                  </a:lnTo>
                  <a:lnTo>
                    <a:pt x="0" y="402470"/>
                  </a:lnTo>
                  <a:close/>
                </a:path>
              </a:pathLst>
            </a:custGeom>
            <a:solidFill>
              <a:srgbClr val="CC9883">
                <a:alpha val="100000"/>
              </a:srgbClr>
            </a:solidFill>
            <a:ln w="4762" cap="rnd">
              <a:solidFill>
                <a:srgbClr val="CC98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g2793"/>
            <p:cNvSpPr/>
            <p:nvPr/>
          </p:nvSpPr>
          <p:spPr>
            <a:xfrm>
              <a:off x="5883044" y="5353892"/>
              <a:ext cx="35442" cy="395988"/>
            </a:xfrm>
            <a:custGeom>
              <a:avLst/>
              <a:pathLst>
                <a:path w="35442" h="395988">
                  <a:moveTo>
                    <a:pt x="0" y="0"/>
                  </a:moveTo>
                  <a:lnTo>
                    <a:pt x="17721" y="6555"/>
                  </a:lnTo>
                  <a:lnTo>
                    <a:pt x="35442" y="13169"/>
                  </a:lnTo>
                  <a:lnTo>
                    <a:pt x="35442" y="395988"/>
                  </a:lnTo>
                  <a:lnTo>
                    <a:pt x="17721" y="395988"/>
                  </a:lnTo>
                  <a:lnTo>
                    <a:pt x="0" y="395988"/>
                  </a:lnTo>
                  <a:close/>
                </a:path>
              </a:pathLst>
            </a:custGeom>
            <a:solidFill>
              <a:srgbClr val="CC9783">
                <a:alpha val="100000"/>
              </a:srgbClr>
            </a:solidFill>
            <a:ln w="4762" cap="rnd">
              <a:solidFill>
                <a:srgbClr val="CC97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g2794"/>
            <p:cNvSpPr/>
            <p:nvPr/>
          </p:nvSpPr>
          <p:spPr>
            <a:xfrm>
              <a:off x="5918486" y="5367062"/>
              <a:ext cx="17721" cy="382818"/>
            </a:xfrm>
            <a:custGeom>
              <a:avLst/>
              <a:pathLst>
                <a:path w="17721" h="382818">
                  <a:moveTo>
                    <a:pt x="0" y="0"/>
                  </a:moveTo>
                  <a:lnTo>
                    <a:pt x="17721" y="6704"/>
                  </a:lnTo>
                  <a:lnTo>
                    <a:pt x="17721" y="382818"/>
                  </a:lnTo>
                  <a:lnTo>
                    <a:pt x="0" y="382818"/>
                  </a:lnTo>
                  <a:close/>
                </a:path>
              </a:pathLst>
            </a:custGeom>
            <a:solidFill>
              <a:srgbClr val="CB9782">
                <a:alpha val="100000"/>
              </a:srgbClr>
            </a:solidFill>
            <a:ln w="4762" cap="rnd">
              <a:solidFill>
                <a:srgbClr val="CB97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g2795"/>
            <p:cNvSpPr/>
            <p:nvPr/>
          </p:nvSpPr>
          <p:spPr>
            <a:xfrm>
              <a:off x="5936208" y="5373767"/>
              <a:ext cx="17721" cy="376113"/>
            </a:xfrm>
            <a:custGeom>
              <a:avLst/>
              <a:pathLst>
                <a:path w="17721" h="376113">
                  <a:moveTo>
                    <a:pt x="0" y="0"/>
                  </a:moveTo>
                  <a:lnTo>
                    <a:pt x="17721" y="6771"/>
                  </a:lnTo>
                  <a:lnTo>
                    <a:pt x="17721" y="376113"/>
                  </a:lnTo>
                  <a:lnTo>
                    <a:pt x="0" y="376113"/>
                  </a:lnTo>
                  <a:close/>
                </a:path>
              </a:pathLst>
            </a:custGeom>
            <a:solidFill>
              <a:srgbClr val="CB9682">
                <a:alpha val="100000"/>
              </a:srgbClr>
            </a:solidFill>
            <a:ln w="4762" cap="rnd">
              <a:solidFill>
                <a:srgbClr val="CB96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g2796"/>
            <p:cNvSpPr/>
            <p:nvPr/>
          </p:nvSpPr>
          <p:spPr>
            <a:xfrm>
              <a:off x="5953929" y="5380539"/>
              <a:ext cx="17721" cy="369342"/>
            </a:xfrm>
            <a:custGeom>
              <a:avLst/>
              <a:pathLst>
                <a:path w="17721" h="369342">
                  <a:moveTo>
                    <a:pt x="0" y="0"/>
                  </a:moveTo>
                  <a:lnTo>
                    <a:pt x="17721" y="6821"/>
                  </a:lnTo>
                  <a:lnTo>
                    <a:pt x="17721" y="369342"/>
                  </a:lnTo>
                  <a:lnTo>
                    <a:pt x="0" y="369342"/>
                  </a:lnTo>
                  <a:close/>
                </a:path>
              </a:pathLst>
            </a:custGeom>
            <a:solidFill>
              <a:srgbClr val="CB9681">
                <a:alpha val="100000"/>
              </a:srgbClr>
            </a:solidFill>
            <a:ln w="4762" cap="rnd">
              <a:solidFill>
                <a:srgbClr val="CB9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g2797"/>
            <p:cNvSpPr/>
            <p:nvPr/>
          </p:nvSpPr>
          <p:spPr>
            <a:xfrm>
              <a:off x="5971650" y="5387360"/>
              <a:ext cx="35442" cy="362521"/>
            </a:xfrm>
            <a:custGeom>
              <a:avLst/>
              <a:pathLst>
                <a:path w="35442" h="362521">
                  <a:moveTo>
                    <a:pt x="0" y="0"/>
                  </a:moveTo>
                  <a:lnTo>
                    <a:pt x="17721" y="6896"/>
                  </a:lnTo>
                  <a:lnTo>
                    <a:pt x="35442" y="13848"/>
                  </a:lnTo>
                  <a:lnTo>
                    <a:pt x="35442" y="362521"/>
                  </a:lnTo>
                  <a:lnTo>
                    <a:pt x="17721" y="362521"/>
                  </a:lnTo>
                  <a:lnTo>
                    <a:pt x="0" y="362521"/>
                  </a:lnTo>
                  <a:close/>
                </a:path>
              </a:pathLst>
            </a:custGeom>
            <a:solidFill>
              <a:srgbClr val="CB9581">
                <a:alpha val="100000"/>
              </a:srgbClr>
            </a:solidFill>
            <a:ln w="4762" cap="rnd">
              <a:solidFill>
                <a:srgbClr val="CB95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g2798"/>
            <p:cNvSpPr/>
            <p:nvPr/>
          </p:nvSpPr>
          <p:spPr>
            <a:xfrm>
              <a:off x="6007093" y="5401208"/>
              <a:ext cx="17721" cy="348672"/>
            </a:xfrm>
            <a:custGeom>
              <a:avLst/>
              <a:pathLst>
                <a:path w="17721" h="348672">
                  <a:moveTo>
                    <a:pt x="0" y="0"/>
                  </a:moveTo>
                  <a:lnTo>
                    <a:pt x="17721" y="6992"/>
                  </a:lnTo>
                  <a:lnTo>
                    <a:pt x="17721" y="348672"/>
                  </a:lnTo>
                  <a:lnTo>
                    <a:pt x="0" y="348672"/>
                  </a:lnTo>
                  <a:close/>
                </a:path>
              </a:pathLst>
            </a:custGeom>
            <a:solidFill>
              <a:srgbClr val="CA9580">
                <a:alpha val="100000"/>
              </a:srgbClr>
            </a:solidFill>
            <a:ln w="4762" cap="rnd">
              <a:solidFill>
                <a:srgbClr val="CA95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g2799"/>
            <p:cNvSpPr/>
            <p:nvPr/>
          </p:nvSpPr>
          <p:spPr>
            <a:xfrm>
              <a:off x="6024815" y="5408201"/>
              <a:ext cx="17721" cy="341680"/>
            </a:xfrm>
            <a:custGeom>
              <a:avLst/>
              <a:pathLst>
                <a:path w="17721" h="341680">
                  <a:moveTo>
                    <a:pt x="0" y="0"/>
                  </a:moveTo>
                  <a:lnTo>
                    <a:pt x="17721" y="7049"/>
                  </a:lnTo>
                  <a:lnTo>
                    <a:pt x="17721" y="341680"/>
                  </a:lnTo>
                  <a:lnTo>
                    <a:pt x="0" y="341680"/>
                  </a:lnTo>
                  <a:close/>
                </a:path>
              </a:pathLst>
            </a:custGeom>
            <a:solidFill>
              <a:srgbClr val="CA9480">
                <a:alpha val="100000"/>
              </a:srgbClr>
            </a:solidFill>
            <a:ln w="4762" cap="rnd">
              <a:solidFill>
                <a:srgbClr val="CA94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g2800"/>
            <p:cNvSpPr/>
            <p:nvPr/>
          </p:nvSpPr>
          <p:spPr>
            <a:xfrm>
              <a:off x="6042536" y="5415250"/>
              <a:ext cx="35442" cy="334631"/>
            </a:xfrm>
            <a:custGeom>
              <a:avLst/>
              <a:pathLst>
                <a:path w="35442" h="334631">
                  <a:moveTo>
                    <a:pt x="0" y="0"/>
                  </a:moveTo>
                  <a:lnTo>
                    <a:pt x="17721" y="7092"/>
                  </a:lnTo>
                  <a:lnTo>
                    <a:pt x="35442" y="14212"/>
                  </a:lnTo>
                  <a:lnTo>
                    <a:pt x="35442" y="334631"/>
                  </a:lnTo>
                  <a:lnTo>
                    <a:pt x="17721" y="334631"/>
                  </a:lnTo>
                  <a:lnTo>
                    <a:pt x="0" y="334631"/>
                  </a:lnTo>
                  <a:close/>
                </a:path>
              </a:pathLst>
            </a:custGeom>
            <a:solidFill>
              <a:srgbClr val="CA947F">
                <a:alpha val="100000"/>
              </a:srgbClr>
            </a:solidFill>
            <a:ln w="4762" cap="rnd">
              <a:solidFill>
                <a:srgbClr val="CA94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g2801"/>
            <p:cNvSpPr/>
            <p:nvPr/>
          </p:nvSpPr>
          <p:spPr>
            <a:xfrm>
              <a:off x="6077979" y="5429462"/>
              <a:ext cx="17721" cy="320418"/>
            </a:xfrm>
            <a:custGeom>
              <a:avLst/>
              <a:pathLst>
                <a:path w="17721" h="320418">
                  <a:moveTo>
                    <a:pt x="0" y="0"/>
                  </a:moveTo>
                  <a:lnTo>
                    <a:pt x="17721" y="7157"/>
                  </a:lnTo>
                  <a:lnTo>
                    <a:pt x="17721" y="320418"/>
                  </a:lnTo>
                  <a:lnTo>
                    <a:pt x="0" y="320418"/>
                  </a:lnTo>
                  <a:close/>
                </a:path>
              </a:pathLst>
            </a:custGeom>
            <a:solidFill>
              <a:srgbClr val="C9937F">
                <a:alpha val="100000"/>
              </a:srgbClr>
            </a:solidFill>
            <a:ln w="4762" cap="rnd">
              <a:solidFill>
                <a:srgbClr val="C99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g2802"/>
            <p:cNvSpPr/>
            <p:nvPr/>
          </p:nvSpPr>
          <p:spPr>
            <a:xfrm>
              <a:off x="6095700" y="5436620"/>
              <a:ext cx="17721" cy="313261"/>
            </a:xfrm>
            <a:custGeom>
              <a:avLst/>
              <a:pathLst>
                <a:path w="17721" h="313261">
                  <a:moveTo>
                    <a:pt x="0" y="0"/>
                  </a:moveTo>
                  <a:lnTo>
                    <a:pt x="17721" y="7183"/>
                  </a:lnTo>
                  <a:lnTo>
                    <a:pt x="17721" y="313261"/>
                  </a:lnTo>
                  <a:lnTo>
                    <a:pt x="0" y="313261"/>
                  </a:lnTo>
                  <a:close/>
                </a:path>
              </a:pathLst>
            </a:custGeom>
            <a:solidFill>
              <a:srgbClr val="C9937E">
                <a:alpha val="100000"/>
              </a:srgbClr>
            </a:solidFill>
            <a:ln w="4762" cap="rnd">
              <a:solidFill>
                <a:srgbClr val="C99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g2803"/>
            <p:cNvSpPr/>
            <p:nvPr/>
          </p:nvSpPr>
          <p:spPr>
            <a:xfrm>
              <a:off x="6113421" y="5443803"/>
              <a:ext cx="17721" cy="306077"/>
            </a:xfrm>
            <a:custGeom>
              <a:avLst/>
              <a:pathLst>
                <a:path w="17721" h="306077">
                  <a:moveTo>
                    <a:pt x="0" y="0"/>
                  </a:moveTo>
                  <a:lnTo>
                    <a:pt x="17721" y="7198"/>
                  </a:lnTo>
                  <a:lnTo>
                    <a:pt x="17721" y="306077"/>
                  </a:lnTo>
                  <a:lnTo>
                    <a:pt x="0" y="306077"/>
                  </a:lnTo>
                  <a:close/>
                </a:path>
              </a:pathLst>
            </a:custGeom>
            <a:solidFill>
              <a:srgbClr val="C9927E">
                <a:alpha val="100000"/>
              </a:srgbClr>
            </a:solidFill>
            <a:ln w="4762" cap="rnd">
              <a:solidFill>
                <a:srgbClr val="C992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g2804"/>
            <p:cNvSpPr/>
            <p:nvPr/>
          </p:nvSpPr>
          <p:spPr>
            <a:xfrm>
              <a:off x="6131143" y="5451001"/>
              <a:ext cx="35442" cy="298879"/>
            </a:xfrm>
            <a:custGeom>
              <a:avLst/>
              <a:pathLst>
                <a:path w="35442" h="298879">
                  <a:moveTo>
                    <a:pt x="0" y="0"/>
                  </a:moveTo>
                  <a:lnTo>
                    <a:pt x="17721" y="7214"/>
                  </a:lnTo>
                  <a:lnTo>
                    <a:pt x="35442" y="14435"/>
                  </a:lnTo>
                  <a:lnTo>
                    <a:pt x="35442" y="298879"/>
                  </a:lnTo>
                  <a:lnTo>
                    <a:pt x="17721" y="298879"/>
                  </a:lnTo>
                  <a:lnTo>
                    <a:pt x="0" y="298879"/>
                  </a:lnTo>
                  <a:close/>
                </a:path>
              </a:pathLst>
            </a:custGeom>
            <a:solidFill>
              <a:srgbClr val="C9927D">
                <a:alpha val="100000"/>
              </a:srgbClr>
            </a:solidFill>
            <a:ln w="4762" cap="rnd">
              <a:solidFill>
                <a:srgbClr val="C992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g2805"/>
            <p:cNvSpPr/>
            <p:nvPr/>
          </p:nvSpPr>
          <p:spPr>
            <a:xfrm>
              <a:off x="6166585" y="5465437"/>
              <a:ext cx="17721" cy="284444"/>
            </a:xfrm>
            <a:custGeom>
              <a:avLst/>
              <a:pathLst>
                <a:path w="17721" h="284444">
                  <a:moveTo>
                    <a:pt x="0" y="0"/>
                  </a:moveTo>
                  <a:lnTo>
                    <a:pt x="17721" y="7220"/>
                  </a:lnTo>
                  <a:lnTo>
                    <a:pt x="17721" y="284444"/>
                  </a:lnTo>
                  <a:lnTo>
                    <a:pt x="0" y="284444"/>
                  </a:lnTo>
                  <a:close/>
                </a:path>
              </a:pathLst>
            </a:custGeom>
            <a:solidFill>
              <a:srgbClr val="C8917D">
                <a:alpha val="100000"/>
              </a:srgbClr>
            </a:solidFill>
            <a:ln w="4762" cap="rnd">
              <a:solidFill>
                <a:srgbClr val="C891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g2806"/>
            <p:cNvSpPr/>
            <p:nvPr/>
          </p:nvSpPr>
          <p:spPr>
            <a:xfrm>
              <a:off x="6184307" y="5472657"/>
              <a:ext cx="17721" cy="277224"/>
            </a:xfrm>
            <a:custGeom>
              <a:avLst/>
              <a:pathLst>
                <a:path w="17721" h="277224">
                  <a:moveTo>
                    <a:pt x="0" y="0"/>
                  </a:moveTo>
                  <a:lnTo>
                    <a:pt x="17721" y="7215"/>
                  </a:lnTo>
                  <a:lnTo>
                    <a:pt x="17721" y="277224"/>
                  </a:lnTo>
                  <a:lnTo>
                    <a:pt x="0" y="277224"/>
                  </a:lnTo>
                  <a:close/>
                </a:path>
              </a:pathLst>
            </a:custGeom>
            <a:solidFill>
              <a:srgbClr val="C8917C">
                <a:alpha val="100000"/>
              </a:srgbClr>
            </a:solidFill>
            <a:ln w="4762" cap="rnd">
              <a:solidFill>
                <a:srgbClr val="C891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g2807"/>
            <p:cNvSpPr/>
            <p:nvPr/>
          </p:nvSpPr>
          <p:spPr>
            <a:xfrm>
              <a:off x="6202028" y="5479872"/>
              <a:ext cx="17721" cy="270009"/>
            </a:xfrm>
            <a:custGeom>
              <a:avLst/>
              <a:pathLst>
                <a:path w="17721" h="270009">
                  <a:moveTo>
                    <a:pt x="0" y="0"/>
                  </a:moveTo>
                  <a:lnTo>
                    <a:pt x="17721" y="7197"/>
                  </a:lnTo>
                  <a:lnTo>
                    <a:pt x="17721" y="270009"/>
                  </a:lnTo>
                  <a:lnTo>
                    <a:pt x="0" y="270009"/>
                  </a:lnTo>
                  <a:close/>
                </a:path>
              </a:pathLst>
            </a:custGeom>
            <a:solidFill>
              <a:srgbClr val="C8907C">
                <a:alpha val="100000"/>
              </a:srgbClr>
            </a:solidFill>
            <a:ln w="4762" cap="rnd">
              <a:solidFill>
                <a:srgbClr val="C890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g2808"/>
            <p:cNvSpPr/>
            <p:nvPr/>
          </p:nvSpPr>
          <p:spPr>
            <a:xfrm>
              <a:off x="6219750" y="5487069"/>
              <a:ext cx="35442" cy="262811"/>
            </a:xfrm>
            <a:custGeom>
              <a:avLst/>
              <a:pathLst>
                <a:path w="35442" h="262811">
                  <a:moveTo>
                    <a:pt x="0" y="0"/>
                  </a:moveTo>
                  <a:lnTo>
                    <a:pt x="17721" y="7181"/>
                  </a:lnTo>
                  <a:lnTo>
                    <a:pt x="35442" y="14335"/>
                  </a:lnTo>
                  <a:lnTo>
                    <a:pt x="35442" y="262811"/>
                  </a:lnTo>
                  <a:lnTo>
                    <a:pt x="17721" y="262811"/>
                  </a:lnTo>
                  <a:lnTo>
                    <a:pt x="0" y="262811"/>
                  </a:lnTo>
                  <a:close/>
                </a:path>
              </a:pathLst>
            </a:custGeom>
            <a:solidFill>
              <a:srgbClr val="C8907B">
                <a:alpha val="100000"/>
              </a:srgbClr>
            </a:solidFill>
            <a:ln w="4762" cap="rnd">
              <a:solidFill>
                <a:srgbClr val="C890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g2809"/>
            <p:cNvSpPr/>
            <p:nvPr/>
          </p:nvSpPr>
          <p:spPr>
            <a:xfrm>
              <a:off x="6255192" y="5501404"/>
              <a:ext cx="17721" cy="248476"/>
            </a:xfrm>
            <a:custGeom>
              <a:avLst/>
              <a:pathLst>
                <a:path w="17721" h="248476">
                  <a:moveTo>
                    <a:pt x="0" y="0"/>
                  </a:moveTo>
                  <a:lnTo>
                    <a:pt x="17721" y="7110"/>
                  </a:lnTo>
                  <a:lnTo>
                    <a:pt x="17721" y="248476"/>
                  </a:lnTo>
                  <a:lnTo>
                    <a:pt x="0" y="248476"/>
                  </a:lnTo>
                  <a:close/>
                </a:path>
              </a:pathLst>
            </a:custGeom>
            <a:solidFill>
              <a:srgbClr val="C78F7B">
                <a:alpha val="100000"/>
              </a:srgbClr>
            </a:solidFill>
            <a:ln w="4762" cap="rnd">
              <a:solidFill>
                <a:srgbClr val="C78F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g2810"/>
            <p:cNvSpPr/>
            <p:nvPr/>
          </p:nvSpPr>
          <p:spPr>
            <a:xfrm>
              <a:off x="6272914" y="5508515"/>
              <a:ext cx="17721" cy="241366"/>
            </a:xfrm>
            <a:custGeom>
              <a:avLst/>
              <a:pathLst>
                <a:path w="17721" h="241366">
                  <a:moveTo>
                    <a:pt x="0" y="0"/>
                  </a:moveTo>
                  <a:lnTo>
                    <a:pt x="17721" y="7077"/>
                  </a:lnTo>
                  <a:lnTo>
                    <a:pt x="17721" y="241366"/>
                  </a:lnTo>
                  <a:lnTo>
                    <a:pt x="0" y="241366"/>
                  </a:lnTo>
                  <a:close/>
                </a:path>
              </a:pathLst>
            </a:custGeom>
            <a:solidFill>
              <a:srgbClr val="C78F7A">
                <a:alpha val="100000"/>
              </a:srgbClr>
            </a:solidFill>
            <a:ln w="4762" cap="rnd">
              <a:solidFill>
                <a:srgbClr val="C78F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g2811"/>
            <p:cNvSpPr/>
            <p:nvPr/>
          </p:nvSpPr>
          <p:spPr>
            <a:xfrm>
              <a:off x="6290635" y="5515592"/>
              <a:ext cx="17721" cy="234288"/>
            </a:xfrm>
            <a:custGeom>
              <a:avLst/>
              <a:pathLst>
                <a:path w="17721" h="234288">
                  <a:moveTo>
                    <a:pt x="0" y="0"/>
                  </a:moveTo>
                  <a:lnTo>
                    <a:pt x="17721" y="7028"/>
                  </a:lnTo>
                  <a:lnTo>
                    <a:pt x="17721" y="234288"/>
                  </a:lnTo>
                  <a:lnTo>
                    <a:pt x="0" y="234288"/>
                  </a:lnTo>
                  <a:close/>
                </a:path>
              </a:pathLst>
            </a:custGeom>
            <a:solidFill>
              <a:srgbClr val="C78E7A">
                <a:alpha val="100000"/>
              </a:srgbClr>
            </a:solidFill>
            <a:ln w="4762" cap="rnd">
              <a:solidFill>
                <a:srgbClr val="C78E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g2812"/>
            <p:cNvSpPr/>
            <p:nvPr/>
          </p:nvSpPr>
          <p:spPr>
            <a:xfrm>
              <a:off x="6308356" y="5522621"/>
              <a:ext cx="17721" cy="227260"/>
            </a:xfrm>
            <a:custGeom>
              <a:avLst/>
              <a:pathLst>
                <a:path w="17721" h="227260">
                  <a:moveTo>
                    <a:pt x="0" y="0"/>
                  </a:moveTo>
                  <a:lnTo>
                    <a:pt x="17721" y="6957"/>
                  </a:lnTo>
                  <a:lnTo>
                    <a:pt x="17721" y="227260"/>
                  </a:lnTo>
                  <a:lnTo>
                    <a:pt x="0" y="227260"/>
                  </a:lnTo>
                  <a:close/>
                </a:path>
              </a:pathLst>
            </a:custGeom>
            <a:solidFill>
              <a:srgbClr val="C78E79">
                <a:alpha val="100000"/>
              </a:srgbClr>
            </a:solidFill>
            <a:ln w="4762" cap="rnd">
              <a:solidFill>
                <a:srgbClr val="C7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g2813"/>
            <p:cNvSpPr/>
            <p:nvPr/>
          </p:nvSpPr>
          <p:spPr>
            <a:xfrm>
              <a:off x="6326078" y="5529578"/>
              <a:ext cx="17721" cy="220303"/>
            </a:xfrm>
            <a:custGeom>
              <a:avLst/>
              <a:pathLst>
                <a:path w="17721" h="220303">
                  <a:moveTo>
                    <a:pt x="0" y="0"/>
                  </a:moveTo>
                  <a:lnTo>
                    <a:pt x="17721" y="6907"/>
                  </a:lnTo>
                  <a:lnTo>
                    <a:pt x="17721" y="220303"/>
                  </a:lnTo>
                  <a:lnTo>
                    <a:pt x="0" y="220303"/>
                  </a:lnTo>
                  <a:close/>
                </a:path>
              </a:pathLst>
            </a:custGeom>
            <a:solidFill>
              <a:srgbClr val="C68E79">
                <a:alpha val="100000"/>
              </a:srgbClr>
            </a:solidFill>
            <a:ln w="4762" cap="rnd">
              <a:solidFill>
                <a:srgbClr val="C6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g2814"/>
            <p:cNvSpPr/>
            <p:nvPr/>
          </p:nvSpPr>
          <p:spPr>
            <a:xfrm>
              <a:off x="6343799" y="5536485"/>
              <a:ext cx="17721" cy="213396"/>
            </a:xfrm>
            <a:custGeom>
              <a:avLst/>
              <a:pathLst>
                <a:path w="17721" h="213396">
                  <a:moveTo>
                    <a:pt x="0" y="0"/>
                  </a:moveTo>
                  <a:lnTo>
                    <a:pt x="17721" y="6838"/>
                  </a:lnTo>
                  <a:lnTo>
                    <a:pt x="17721" y="213396"/>
                  </a:lnTo>
                  <a:lnTo>
                    <a:pt x="0" y="213396"/>
                  </a:lnTo>
                  <a:close/>
                </a:path>
              </a:pathLst>
            </a:custGeom>
            <a:solidFill>
              <a:srgbClr val="C68D79">
                <a:alpha val="100000"/>
              </a:srgbClr>
            </a:solidFill>
            <a:ln w="4762" cap="rnd">
              <a:solidFill>
                <a:srgbClr val="C68D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g2815"/>
            <p:cNvSpPr/>
            <p:nvPr/>
          </p:nvSpPr>
          <p:spPr>
            <a:xfrm>
              <a:off x="6361521" y="5543323"/>
              <a:ext cx="35442" cy="206557"/>
            </a:xfrm>
            <a:custGeom>
              <a:avLst/>
              <a:pathLst>
                <a:path w="35442" h="206557">
                  <a:moveTo>
                    <a:pt x="0" y="0"/>
                  </a:moveTo>
                  <a:lnTo>
                    <a:pt x="17721" y="6737"/>
                  </a:lnTo>
                  <a:lnTo>
                    <a:pt x="35442" y="13407"/>
                  </a:lnTo>
                  <a:lnTo>
                    <a:pt x="35442" y="206557"/>
                  </a:lnTo>
                  <a:lnTo>
                    <a:pt x="17721" y="206557"/>
                  </a:lnTo>
                  <a:lnTo>
                    <a:pt x="0" y="206557"/>
                  </a:lnTo>
                  <a:close/>
                </a:path>
              </a:pathLst>
            </a:custGeom>
            <a:solidFill>
              <a:srgbClr val="C68D78">
                <a:alpha val="100000"/>
              </a:srgbClr>
            </a:solidFill>
            <a:ln w="4762" cap="rnd">
              <a:solidFill>
                <a:srgbClr val="C68D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g2816"/>
            <p:cNvSpPr/>
            <p:nvPr/>
          </p:nvSpPr>
          <p:spPr>
            <a:xfrm>
              <a:off x="6396963" y="5556730"/>
              <a:ext cx="17721" cy="193150"/>
            </a:xfrm>
            <a:custGeom>
              <a:avLst/>
              <a:pathLst>
                <a:path w="17721" h="193150">
                  <a:moveTo>
                    <a:pt x="0" y="0"/>
                  </a:moveTo>
                  <a:lnTo>
                    <a:pt x="17721" y="6583"/>
                  </a:lnTo>
                  <a:lnTo>
                    <a:pt x="17721" y="193150"/>
                  </a:lnTo>
                  <a:lnTo>
                    <a:pt x="0" y="193150"/>
                  </a:lnTo>
                  <a:close/>
                </a:path>
              </a:pathLst>
            </a:custGeom>
            <a:solidFill>
              <a:srgbClr val="C68C77">
                <a:alpha val="100000"/>
              </a:srgbClr>
            </a:solidFill>
            <a:ln w="4762" cap="rnd">
              <a:solidFill>
                <a:srgbClr val="C6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g2817"/>
            <p:cNvSpPr/>
            <p:nvPr/>
          </p:nvSpPr>
          <p:spPr>
            <a:xfrm>
              <a:off x="6414685" y="5563313"/>
              <a:ext cx="17721" cy="186567"/>
            </a:xfrm>
            <a:custGeom>
              <a:avLst/>
              <a:pathLst>
                <a:path w="17721" h="186567">
                  <a:moveTo>
                    <a:pt x="0" y="0"/>
                  </a:moveTo>
                  <a:lnTo>
                    <a:pt x="17721" y="6452"/>
                  </a:lnTo>
                  <a:lnTo>
                    <a:pt x="17721" y="186567"/>
                  </a:lnTo>
                  <a:lnTo>
                    <a:pt x="0" y="186567"/>
                  </a:lnTo>
                  <a:close/>
                </a:path>
              </a:pathLst>
            </a:custGeom>
            <a:solidFill>
              <a:srgbClr val="C58C77">
                <a:alpha val="100000"/>
              </a:srgbClr>
            </a:solidFill>
            <a:ln w="4762" cap="rnd">
              <a:solidFill>
                <a:srgbClr val="C5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g2818"/>
            <p:cNvSpPr/>
            <p:nvPr/>
          </p:nvSpPr>
          <p:spPr>
            <a:xfrm>
              <a:off x="6432406" y="5569766"/>
              <a:ext cx="17721" cy="180115"/>
            </a:xfrm>
            <a:custGeom>
              <a:avLst/>
              <a:pathLst>
                <a:path w="17721" h="180115">
                  <a:moveTo>
                    <a:pt x="0" y="0"/>
                  </a:moveTo>
                  <a:lnTo>
                    <a:pt x="17721" y="6369"/>
                  </a:lnTo>
                  <a:lnTo>
                    <a:pt x="17721" y="180115"/>
                  </a:lnTo>
                  <a:lnTo>
                    <a:pt x="0" y="180115"/>
                  </a:lnTo>
                  <a:close/>
                </a:path>
              </a:pathLst>
            </a:custGeom>
            <a:solidFill>
              <a:srgbClr val="C58B77">
                <a:alpha val="100000"/>
              </a:srgbClr>
            </a:solidFill>
            <a:ln w="4762" cap="rnd">
              <a:solidFill>
                <a:srgbClr val="C58B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g2819"/>
            <p:cNvSpPr/>
            <p:nvPr/>
          </p:nvSpPr>
          <p:spPr>
            <a:xfrm>
              <a:off x="6450127" y="5576135"/>
              <a:ext cx="35442" cy="173745"/>
            </a:xfrm>
            <a:custGeom>
              <a:avLst/>
              <a:pathLst>
                <a:path w="35442" h="173745">
                  <a:moveTo>
                    <a:pt x="0" y="0"/>
                  </a:moveTo>
                  <a:lnTo>
                    <a:pt x="17721" y="6266"/>
                  </a:lnTo>
                  <a:lnTo>
                    <a:pt x="35442" y="12372"/>
                  </a:lnTo>
                  <a:lnTo>
                    <a:pt x="35442" y="173745"/>
                  </a:lnTo>
                  <a:lnTo>
                    <a:pt x="17721" y="173745"/>
                  </a:lnTo>
                  <a:lnTo>
                    <a:pt x="0" y="173745"/>
                  </a:lnTo>
                  <a:close/>
                </a:path>
              </a:pathLst>
            </a:custGeom>
            <a:solidFill>
              <a:srgbClr val="C58B76">
                <a:alpha val="100000"/>
              </a:srgbClr>
            </a:solidFill>
            <a:ln w="4762" cap="rnd">
              <a:solidFill>
                <a:srgbClr val="C58B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g2820"/>
            <p:cNvSpPr/>
            <p:nvPr/>
          </p:nvSpPr>
          <p:spPr>
            <a:xfrm>
              <a:off x="6485570" y="5588508"/>
              <a:ext cx="35442" cy="161373"/>
            </a:xfrm>
            <a:custGeom>
              <a:avLst/>
              <a:pathLst>
                <a:path w="35442" h="161373">
                  <a:moveTo>
                    <a:pt x="0" y="0"/>
                  </a:moveTo>
                  <a:lnTo>
                    <a:pt x="17721" y="6008"/>
                  </a:lnTo>
                  <a:lnTo>
                    <a:pt x="35442" y="11900"/>
                  </a:lnTo>
                  <a:lnTo>
                    <a:pt x="35442" y="161373"/>
                  </a:lnTo>
                  <a:lnTo>
                    <a:pt x="17721" y="161373"/>
                  </a:lnTo>
                  <a:lnTo>
                    <a:pt x="0" y="161373"/>
                  </a:lnTo>
                  <a:close/>
                </a:path>
              </a:pathLst>
            </a:custGeom>
            <a:solidFill>
              <a:srgbClr val="C48A75">
                <a:alpha val="100000"/>
              </a:srgbClr>
            </a:solidFill>
            <a:ln w="4762" cap="rnd">
              <a:solidFill>
                <a:srgbClr val="C48A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g2821"/>
            <p:cNvSpPr/>
            <p:nvPr/>
          </p:nvSpPr>
          <p:spPr>
            <a:xfrm>
              <a:off x="6521013" y="5600408"/>
              <a:ext cx="17721" cy="149473"/>
            </a:xfrm>
            <a:custGeom>
              <a:avLst/>
              <a:pathLst>
                <a:path w="17721" h="149473">
                  <a:moveTo>
                    <a:pt x="0" y="0"/>
                  </a:moveTo>
                  <a:lnTo>
                    <a:pt x="17721" y="5703"/>
                  </a:lnTo>
                  <a:lnTo>
                    <a:pt x="17721" y="149473"/>
                  </a:lnTo>
                  <a:lnTo>
                    <a:pt x="0" y="149473"/>
                  </a:lnTo>
                  <a:close/>
                </a:path>
              </a:pathLst>
            </a:custGeom>
            <a:solidFill>
              <a:srgbClr val="C48975">
                <a:alpha val="100000"/>
              </a:srgbClr>
            </a:solidFill>
            <a:ln w="4762" cap="rnd">
              <a:solidFill>
                <a:srgbClr val="C489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g2822"/>
            <p:cNvSpPr/>
            <p:nvPr/>
          </p:nvSpPr>
          <p:spPr>
            <a:xfrm>
              <a:off x="6538734" y="5606111"/>
              <a:ext cx="35442" cy="143769"/>
            </a:xfrm>
            <a:custGeom>
              <a:avLst/>
              <a:pathLst>
                <a:path w="35442" h="143769">
                  <a:moveTo>
                    <a:pt x="0" y="0"/>
                  </a:moveTo>
                  <a:lnTo>
                    <a:pt x="17721" y="5592"/>
                  </a:lnTo>
                  <a:lnTo>
                    <a:pt x="35442" y="11057"/>
                  </a:lnTo>
                  <a:lnTo>
                    <a:pt x="35442" y="143769"/>
                  </a:lnTo>
                  <a:lnTo>
                    <a:pt x="17721" y="143769"/>
                  </a:lnTo>
                  <a:lnTo>
                    <a:pt x="0" y="143769"/>
                  </a:lnTo>
                  <a:close/>
                </a:path>
              </a:pathLst>
            </a:custGeom>
            <a:solidFill>
              <a:srgbClr val="C48974">
                <a:alpha val="100000"/>
              </a:srgbClr>
            </a:solidFill>
            <a:ln w="4762" cap="rnd">
              <a:solidFill>
                <a:srgbClr val="C489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g2823"/>
            <p:cNvSpPr/>
            <p:nvPr/>
          </p:nvSpPr>
          <p:spPr>
            <a:xfrm>
              <a:off x="6574177" y="5617169"/>
              <a:ext cx="35442" cy="132711"/>
            </a:xfrm>
            <a:custGeom>
              <a:avLst/>
              <a:pathLst>
                <a:path w="35442" h="132711">
                  <a:moveTo>
                    <a:pt x="0" y="0"/>
                  </a:moveTo>
                  <a:lnTo>
                    <a:pt x="17721" y="5250"/>
                  </a:lnTo>
                  <a:lnTo>
                    <a:pt x="35442" y="10377"/>
                  </a:lnTo>
                  <a:lnTo>
                    <a:pt x="35442" y="132711"/>
                  </a:lnTo>
                  <a:lnTo>
                    <a:pt x="17721" y="132711"/>
                  </a:lnTo>
                  <a:lnTo>
                    <a:pt x="0" y="132711"/>
                  </a:lnTo>
                  <a:close/>
                </a:path>
              </a:pathLst>
            </a:custGeom>
            <a:solidFill>
              <a:srgbClr val="C38873">
                <a:alpha val="100000"/>
              </a:srgbClr>
            </a:solidFill>
            <a:ln w="4762" cap="rnd">
              <a:solidFill>
                <a:srgbClr val="C388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g2824"/>
            <p:cNvSpPr/>
            <p:nvPr/>
          </p:nvSpPr>
          <p:spPr>
            <a:xfrm>
              <a:off x="6609620" y="5627547"/>
              <a:ext cx="17721" cy="122334"/>
            </a:xfrm>
            <a:custGeom>
              <a:avLst/>
              <a:pathLst>
                <a:path w="17721" h="122334">
                  <a:moveTo>
                    <a:pt x="0" y="0"/>
                  </a:moveTo>
                  <a:lnTo>
                    <a:pt x="17721" y="4993"/>
                  </a:lnTo>
                  <a:lnTo>
                    <a:pt x="17721" y="122334"/>
                  </a:lnTo>
                  <a:lnTo>
                    <a:pt x="0" y="122334"/>
                  </a:lnTo>
                  <a:close/>
                </a:path>
              </a:pathLst>
            </a:custGeom>
            <a:solidFill>
              <a:srgbClr val="C38773">
                <a:alpha val="100000"/>
              </a:srgbClr>
            </a:solidFill>
            <a:ln w="4762" cap="rnd">
              <a:solidFill>
                <a:srgbClr val="C387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g2825"/>
            <p:cNvSpPr/>
            <p:nvPr/>
          </p:nvSpPr>
          <p:spPr>
            <a:xfrm>
              <a:off x="6627341" y="5632541"/>
              <a:ext cx="35442" cy="117340"/>
            </a:xfrm>
            <a:custGeom>
              <a:avLst/>
              <a:pathLst>
                <a:path w="35442" h="117340">
                  <a:moveTo>
                    <a:pt x="0" y="0"/>
                  </a:moveTo>
                  <a:lnTo>
                    <a:pt x="17721" y="4753"/>
                  </a:lnTo>
                  <a:lnTo>
                    <a:pt x="35442" y="9375"/>
                  </a:lnTo>
                  <a:lnTo>
                    <a:pt x="35442" y="117340"/>
                  </a:lnTo>
                  <a:lnTo>
                    <a:pt x="17721" y="117340"/>
                  </a:lnTo>
                  <a:lnTo>
                    <a:pt x="0" y="117340"/>
                  </a:lnTo>
                  <a:close/>
                </a:path>
              </a:pathLst>
            </a:custGeom>
            <a:solidFill>
              <a:srgbClr val="C38772">
                <a:alpha val="100000"/>
              </a:srgbClr>
            </a:solidFill>
            <a:ln w="4762" cap="rnd">
              <a:solidFill>
                <a:srgbClr val="C387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g2826"/>
            <p:cNvSpPr/>
            <p:nvPr/>
          </p:nvSpPr>
          <p:spPr>
            <a:xfrm>
              <a:off x="6662784" y="5641916"/>
              <a:ext cx="53164" cy="107965"/>
            </a:xfrm>
            <a:custGeom>
              <a:avLst/>
              <a:pathLst>
                <a:path w="53164" h="107965">
                  <a:moveTo>
                    <a:pt x="0" y="0"/>
                  </a:moveTo>
                  <a:lnTo>
                    <a:pt x="17721" y="4483"/>
                  </a:lnTo>
                  <a:lnTo>
                    <a:pt x="35442" y="8704"/>
                  </a:lnTo>
                  <a:lnTo>
                    <a:pt x="53164" y="12785"/>
                  </a:lnTo>
                  <a:lnTo>
                    <a:pt x="53164" y="107965"/>
                  </a:lnTo>
                  <a:lnTo>
                    <a:pt x="35442" y="107965"/>
                  </a:lnTo>
                  <a:lnTo>
                    <a:pt x="17721" y="107965"/>
                  </a:lnTo>
                  <a:lnTo>
                    <a:pt x="0" y="107965"/>
                  </a:lnTo>
                  <a:close/>
                </a:path>
              </a:pathLst>
            </a:custGeom>
            <a:solidFill>
              <a:srgbClr val="C28671">
                <a:alpha val="100000"/>
              </a:srgbClr>
            </a:solidFill>
            <a:ln w="4762" cap="rnd">
              <a:solidFill>
                <a:srgbClr val="C286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g2827"/>
            <p:cNvSpPr/>
            <p:nvPr/>
          </p:nvSpPr>
          <p:spPr>
            <a:xfrm>
              <a:off x="6715948" y="5654701"/>
              <a:ext cx="17721" cy="95179"/>
            </a:xfrm>
            <a:custGeom>
              <a:avLst/>
              <a:pathLst>
                <a:path w="17721" h="95179">
                  <a:moveTo>
                    <a:pt x="0" y="0"/>
                  </a:moveTo>
                  <a:lnTo>
                    <a:pt x="17721" y="3940"/>
                  </a:lnTo>
                  <a:lnTo>
                    <a:pt x="17721" y="95179"/>
                  </a:lnTo>
                  <a:lnTo>
                    <a:pt x="0" y="95179"/>
                  </a:lnTo>
                  <a:close/>
                </a:path>
              </a:pathLst>
            </a:custGeom>
            <a:solidFill>
              <a:srgbClr val="C28570">
                <a:alpha val="100000"/>
              </a:srgbClr>
            </a:solidFill>
            <a:ln w="4762" cap="rnd">
              <a:solidFill>
                <a:srgbClr val="C2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g2828"/>
            <p:cNvSpPr/>
            <p:nvPr/>
          </p:nvSpPr>
          <p:spPr>
            <a:xfrm>
              <a:off x="6733669" y="5658642"/>
              <a:ext cx="17721" cy="91238"/>
            </a:xfrm>
            <a:custGeom>
              <a:avLst/>
              <a:pathLst>
                <a:path w="17721" h="91238">
                  <a:moveTo>
                    <a:pt x="0" y="0"/>
                  </a:moveTo>
                  <a:lnTo>
                    <a:pt x="17721" y="3659"/>
                  </a:lnTo>
                  <a:lnTo>
                    <a:pt x="17721" y="91238"/>
                  </a:lnTo>
                  <a:lnTo>
                    <a:pt x="0" y="91238"/>
                  </a:lnTo>
                  <a:close/>
                </a:path>
              </a:pathLst>
            </a:custGeom>
            <a:solidFill>
              <a:srgbClr val="C18570">
                <a:alpha val="100000"/>
              </a:srgbClr>
            </a:solidFill>
            <a:ln w="4762" cap="rnd">
              <a:solidFill>
                <a:srgbClr val="C1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g2829"/>
            <p:cNvSpPr/>
            <p:nvPr/>
          </p:nvSpPr>
          <p:spPr>
            <a:xfrm>
              <a:off x="6751391" y="5662302"/>
              <a:ext cx="53164" cy="87578"/>
            </a:xfrm>
            <a:custGeom>
              <a:avLst/>
              <a:pathLst>
                <a:path w="53164" h="87578">
                  <a:moveTo>
                    <a:pt x="0" y="0"/>
                  </a:moveTo>
                  <a:lnTo>
                    <a:pt x="17721" y="3513"/>
                  </a:lnTo>
                  <a:lnTo>
                    <a:pt x="35442" y="6880"/>
                  </a:lnTo>
                  <a:lnTo>
                    <a:pt x="53164" y="9963"/>
                  </a:lnTo>
                  <a:lnTo>
                    <a:pt x="53164" y="87578"/>
                  </a:lnTo>
                  <a:lnTo>
                    <a:pt x="35442" y="87578"/>
                  </a:lnTo>
                  <a:lnTo>
                    <a:pt x="17721" y="87578"/>
                  </a:lnTo>
                  <a:lnTo>
                    <a:pt x="0" y="87578"/>
                  </a:lnTo>
                  <a:close/>
                </a:path>
              </a:pathLst>
            </a:custGeom>
            <a:solidFill>
              <a:srgbClr val="C1846F">
                <a:alpha val="100000"/>
              </a:srgbClr>
            </a:solidFill>
            <a:ln w="4762" cap="rnd">
              <a:solidFill>
                <a:srgbClr val="C184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g2830"/>
            <p:cNvSpPr/>
            <p:nvPr/>
          </p:nvSpPr>
          <p:spPr>
            <a:xfrm>
              <a:off x="6804555" y="5672266"/>
              <a:ext cx="17721" cy="77615"/>
            </a:xfrm>
            <a:custGeom>
              <a:avLst/>
              <a:pathLst>
                <a:path w="17721" h="77615">
                  <a:moveTo>
                    <a:pt x="0" y="0"/>
                  </a:moveTo>
                  <a:lnTo>
                    <a:pt x="17721" y="2925"/>
                  </a:lnTo>
                  <a:lnTo>
                    <a:pt x="17721" y="77615"/>
                  </a:lnTo>
                  <a:lnTo>
                    <a:pt x="0" y="77615"/>
                  </a:lnTo>
                  <a:close/>
                </a:path>
              </a:pathLst>
            </a:custGeom>
            <a:solidFill>
              <a:srgbClr val="C1836E">
                <a:alpha val="100000"/>
              </a:srgbClr>
            </a:solidFill>
            <a:ln w="4762" cap="rnd">
              <a:solidFill>
                <a:srgbClr val="C1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g2831"/>
            <p:cNvSpPr/>
            <p:nvPr/>
          </p:nvSpPr>
          <p:spPr>
            <a:xfrm>
              <a:off x="6822276" y="5675191"/>
              <a:ext cx="17721" cy="74689"/>
            </a:xfrm>
            <a:custGeom>
              <a:avLst/>
              <a:pathLst>
                <a:path w="17721" h="74689">
                  <a:moveTo>
                    <a:pt x="0" y="0"/>
                  </a:moveTo>
                  <a:lnTo>
                    <a:pt x="17721" y="2774"/>
                  </a:lnTo>
                  <a:lnTo>
                    <a:pt x="17721" y="74689"/>
                  </a:lnTo>
                  <a:lnTo>
                    <a:pt x="0" y="74689"/>
                  </a:lnTo>
                  <a:close/>
                </a:path>
              </a:pathLst>
            </a:custGeom>
            <a:solidFill>
              <a:srgbClr val="C0836E">
                <a:alpha val="100000"/>
              </a:srgbClr>
            </a:solidFill>
            <a:ln w="4762" cap="rnd">
              <a:solidFill>
                <a:srgbClr val="C0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g2832"/>
            <p:cNvSpPr/>
            <p:nvPr/>
          </p:nvSpPr>
          <p:spPr>
            <a:xfrm>
              <a:off x="6839997" y="5677966"/>
              <a:ext cx="53164" cy="71915"/>
            </a:xfrm>
            <a:custGeom>
              <a:avLst/>
              <a:pathLst>
                <a:path w="53164" h="71915">
                  <a:moveTo>
                    <a:pt x="0" y="0"/>
                  </a:moveTo>
                  <a:lnTo>
                    <a:pt x="17721" y="2490"/>
                  </a:lnTo>
                  <a:lnTo>
                    <a:pt x="35442" y="4813"/>
                  </a:lnTo>
                  <a:lnTo>
                    <a:pt x="53164" y="6982"/>
                  </a:lnTo>
                  <a:lnTo>
                    <a:pt x="53164" y="71915"/>
                  </a:lnTo>
                  <a:lnTo>
                    <a:pt x="35442" y="71915"/>
                  </a:lnTo>
                  <a:lnTo>
                    <a:pt x="17721" y="71915"/>
                  </a:lnTo>
                  <a:lnTo>
                    <a:pt x="0" y="71915"/>
                  </a:lnTo>
                  <a:close/>
                </a:path>
              </a:pathLst>
            </a:custGeom>
            <a:solidFill>
              <a:srgbClr val="C0826D">
                <a:alpha val="100000"/>
              </a:srgbClr>
            </a:solidFill>
            <a:ln w="4762" cap="rnd">
              <a:solidFill>
                <a:srgbClr val="C082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g2833"/>
            <p:cNvSpPr/>
            <p:nvPr/>
          </p:nvSpPr>
          <p:spPr>
            <a:xfrm>
              <a:off x="6893162" y="5684948"/>
              <a:ext cx="35442" cy="64932"/>
            </a:xfrm>
            <a:custGeom>
              <a:avLst/>
              <a:pathLst>
                <a:path w="35442" h="64932">
                  <a:moveTo>
                    <a:pt x="0" y="0"/>
                  </a:moveTo>
                  <a:lnTo>
                    <a:pt x="17721" y="1887"/>
                  </a:lnTo>
                  <a:lnTo>
                    <a:pt x="35442" y="3598"/>
                  </a:lnTo>
                  <a:lnTo>
                    <a:pt x="35442" y="64932"/>
                  </a:lnTo>
                  <a:lnTo>
                    <a:pt x="17721" y="64932"/>
                  </a:lnTo>
                  <a:lnTo>
                    <a:pt x="0" y="64932"/>
                  </a:lnTo>
                  <a:close/>
                </a:path>
              </a:pathLst>
            </a:custGeom>
            <a:solidFill>
              <a:srgbClr val="BF816C">
                <a:alpha val="100000"/>
              </a:srgbClr>
            </a:solidFill>
            <a:ln w="4762" cap="rnd">
              <a:solidFill>
                <a:srgbClr val="BF81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g2834"/>
            <p:cNvSpPr/>
            <p:nvPr/>
          </p:nvSpPr>
          <p:spPr>
            <a:xfrm>
              <a:off x="6928604" y="5688547"/>
              <a:ext cx="53164" cy="61333"/>
            </a:xfrm>
            <a:custGeom>
              <a:avLst/>
              <a:pathLst>
                <a:path w="53164" h="61333">
                  <a:moveTo>
                    <a:pt x="0" y="0"/>
                  </a:moveTo>
                  <a:lnTo>
                    <a:pt x="17721" y="1556"/>
                  </a:lnTo>
                  <a:lnTo>
                    <a:pt x="35442" y="2835"/>
                  </a:lnTo>
                  <a:lnTo>
                    <a:pt x="53164" y="3931"/>
                  </a:lnTo>
                  <a:lnTo>
                    <a:pt x="53164" y="61333"/>
                  </a:lnTo>
                  <a:lnTo>
                    <a:pt x="35442" y="61333"/>
                  </a:lnTo>
                  <a:lnTo>
                    <a:pt x="17721" y="61333"/>
                  </a:lnTo>
                  <a:lnTo>
                    <a:pt x="0" y="61333"/>
                  </a:lnTo>
                  <a:close/>
                </a:path>
              </a:pathLst>
            </a:custGeom>
            <a:solidFill>
              <a:srgbClr val="BF806B">
                <a:alpha val="100000"/>
              </a:srgbClr>
            </a:solidFill>
            <a:ln w="4762" cap="rnd">
              <a:solidFill>
                <a:srgbClr val="BF8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g2835"/>
            <p:cNvSpPr/>
            <p:nvPr/>
          </p:nvSpPr>
          <p:spPr>
            <a:xfrm>
              <a:off x="6981768" y="5692478"/>
              <a:ext cx="35442" cy="57402"/>
            </a:xfrm>
            <a:custGeom>
              <a:avLst/>
              <a:pathLst>
                <a:path w="35442" h="57402">
                  <a:moveTo>
                    <a:pt x="0" y="0"/>
                  </a:moveTo>
                  <a:lnTo>
                    <a:pt x="17721" y="940"/>
                  </a:lnTo>
                  <a:lnTo>
                    <a:pt x="35442" y="1609"/>
                  </a:lnTo>
                  <a:lnTo>
                    <a:pt x="35442" y="57402"/>
                  </a:lnTo>
                  <a:lnTo>
                    <a:pt x="17721" y="57402"/>
                  </a:lnTo>
                  <a:lnTo>
                    <a:pt x="0" y="57402"/>
                  </a:lnTo>
                  <a:close/>
                </a:path>
              </a:pathLst>
            </a:custGeom>
            <a:solidFill>
              <a:srgbClr val="BE7F6A">
                <a:alpha val="100000"/>
              </a:srgbClr>
            </a:solidFill>
            <a:ln w="4762" cap="rnd">
              <a:solidFill>
                <a:srgbClr val="BE7F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g2836"/>
            <p:cNvSpPr/>
            <p:nvPr/>
          </p:nvSpPr>
          <p:spPr>
            <a:xfrm>
              <a:off x="7017211" y="5694088"/>
              <a:ext cx="17721" cy="55793"/>
            </a:xfrm>
            <a:custGeom>
              <a:avLst/>
              <a:pathLst>
                <a:path w="17721" h="55793">
                  <a:moveTo>
                    <a:pt x="0" y="0"/>
                  </a:moveTo>
                  <a:lnTo>
                    <a:pt x="17721" y="480"/>
                  </a:lnTo>
                  <a:lnTo>
                    <a:pt x="17721" y="55793"/>
                  </a:lnTo>
                  <a:lnTo>
                    <a:pt x="0" y="55793"/>
                  </a:lnTo>
                  <a:close/>
                </a:path>
              </a:pathLst>
            </a:custGeom>
            <a:solidFill>
              <a:srgbClr val="BE7F69">
                <a:alpha val="100000"/>
              </a:srgbClr>
            </a:solidFill>
            <a:ln w="4762" cap="rnd">
              <a:solidFill>
                <a:srgbClr val="BE7F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g2837"/>
            <p:cNvSpPr/>
            <p:nvPr/>
          </p:nvSpPr>
          <p:spPr>
            <a:xfrm>
              <a:off x="7034932" y="5694568"/>
              <a:ext cx="17721" cy="55313"/>
            </a:xfrm>
            <a:custGeom>
              <a:avLst/>
              <a:pathLst>
                <a:path w="17721" h="55313">
                  <a:moveTo>
                    <a:pt x="0" y="0"/>
                  </a:moveTo>
                  <a:lnTo>
                    <a:pt x="17721" y="324"/>
                  </a:lnTo>
                  <a:lnTo>
                    <a:pt x="17721" y="55313"/>
                  </a:lnTo>
                  <a:lnTo>
                    <a:pt x="0" y="55313"/>
                  </a:lnTo>
                  <a:close/>
                </a:path>
              </a:pathLst>
            </a:custGeom>
            <a:solidFill>
              <a:srgbClr val="BE7E69">
                <a:alpha val="100000"/>
              </a:srgbClr>
            </a:solidFill>
            <a:ln w="4762" cap="rnd">
              <a:solidFill>
                <a:srgbClr val="BE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g2838"/>
            <p:cNvSpPr/>
            <p:nvPr/>
          </p:nvSpPr>
          <p:spPr>
            <a:xfrm>
              <a:off x="7052654" y="5694893"/>
              <a:ext cx="17721" cy="54988"/>
            </a:xfrm>
            <a:custGeom>
              <a:avLst/>
              <a:pathLst>
                <a:path w="17721" h="54988">
                  <a:moveTo>
                    <a:pt x="0" y="0"/>
                  </a:moveTo>
                  <a:lnTo>
                    <a:pt x="17721" y="62"/>
                  </a:lnTo>
                  <a:lnTo>
                    <a:pt x="17721" y="54988"/>
                  </a:lnTo>
                  <a:lnTo>
                    <a:pt x="0" y="54988"/>
                  </a:lnTo>
                  <a:close/>
                </a:path>
              </a:pathLst>
            </a:custGeom>
            <a:solidFill>
              <a:srgbClr val="BD7E69">
                <a:alpha val="100000"/>
              </a:srgbClr>
            </a:solidFill>
            <a:ln w="4762" cap="rnd">
              <a:solidFill>
                <a:srgbClr val="BD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g2839"/>
            <p:cNvSpPr/>
            <p:nvPr/>
          </p:nvSpPr>
          <p:spPr>
            <a:xfrm>
              <a:off x="7070375" y="5694002"/>
              <a:ext cx="53164" cy="55879"/>
            </a:xfrm>
            <a:custGeom>
              <a:avLst/>
              <a:pathLst>
                <a:path w="53164" h="55879">
                  <a:moveTo>
                    <a:pt x="0" y="953"/>
                  </a:moveTo>
                  <a:lnTo>
                    <a:pt x="17721" y="822"/>
                  </a:lnTo>
                  <a:lnTo>
                    <a:pt x="35442" y="537"/>
                  </a:lnTo>
                  <a:lnTo>
                    <a:pt x="53164" y="0"/>
                  </a:lnTo>
                  <a:lnTo>
                    <a:pt x="53164" y="55879"/>
                  </a:lnTo>
                  <a:lnTo>
                    <a:pt x="35442" y="55879"/>
                  </a:lnTo>
                  <a:lnTo>
                    <a:pt x="17721" y="55879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BD7D68">
                <a:alpha val="100000"/>
              </a:srgbClr>
            </a:solidFill>
            <a:ln w="4762" cap="rnd">
              <a:solidFill>
                <a:srgbClr val="BD7D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g2840"/>
            <p:cNvSpPr/>
            <p:nvPr/>
          </p:nvSpPr>
          <p:spPr>
            <a:xfrm>
              <a:off x="7123539" y="5692381"/>
              <a:ext cx="35442" cy="57499"/>
            </a:xfrm>
            <a:custGeom>
              <a:avLst/>
              <a:pathLst>
                <a:path w="35442" h="57499">
                  <a:moveTo>
                    <a:pt x="0" y="1620"/>
                  </a:moveTo>
                  <a:lnTo>
                    <a:pt x="17721" y="885"/>
                  </a:lnTo>
                  <a:lnTo>
                    <a:pt x="35442" y="0"/>
                  </a:lnTo>
                  <a:lnTo>
                    <a:pt x="35442" y="57499"/>
                  </a:lnTo>
                  <a:lnTo>
                    <a:pt x="17721" y="57499"/>
                  </a:lnTo>
                  <a:lnTo>
                    <a:pt x="0" y="57499"/>
                  </a:lnTo>
                  <a:close/>
                </a:path>
              </a:pathLst>
            </a:custGeom>
            <a:solidFill>
              <a:srgbClr val="BC7C67">
                <a:alpha val="100000"/>
              </a:srgbClr>
            </a:solidFill>
            <a:ln w="4762" cap="rnd">
              <a:solidFill>
                <a:srgbClr val="BC7C6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g2841"/>
            <p:cNvSpPr/>
            <p:nvPr/>
          </p:nvSpPr>
          <p:spPr>
            <a:xfrm>
              <a:off x="7158982" y="5688458"/>
              <a:ext cx="53164" cy="61423"/>
            </a:xfrm>
            <a:custGeom>
              <a:avLst/>
              <a:pathLst>
                <a:path w="53164" h="61423">
                  <a:moveTo>
                    <a:pt x="0" y="3923"/>
                  </a:moveTo>
                  <a:lnTo>
                    <a:pt x="17721" y="2797"/>
                  </a:lnTo>
                  <a:lnTo>
                    <a:pt x="35442" y="1471"/>
                  </a:lnTo>
                  <a:lnTo>
                    <a:pt x="53164" y="0"/>
                  </a:lnTo>
                  <a:lnTo>
                    <a:pt x="53164" y="61423"/>
                  </a:lnTo>
                  <a:lnTo>
                    <a:pt x="35442" y="61423"/>
                  </a:lnTo>
                  <a:lnTo>
                    <a:pt x="17721" y="61423"/>
                  </a:lnTo>
                  <a:lnTo>
                    <a:pt x="0" y="61423"/>
                  </a:lnTo>
                  <a:close/>
                </a:path>
              </a:pathLst>
            </a:custGeom>
            <a:solidFill>
              <a:srgbClr val="BC7B66">
                <a:alpha val="100000"/>
              </a:srgbClr>
            </a:solidFill>
            <a:ln w="4762" cap="rnd">
              <a:solidFill>
                <a:srgbClr val="BC7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g2842"/>
            <p:cNvSpPr/>
            <p:nvPr/>
          </p:nvSpPr>
          <p:spPr>
            <a:xfrm>
              <a:off x="7212146" y="5684861"/>
              <a:ext cx="35442" cy="65019"/>
            </a:xfrm>
            <a:custGeom>
              <a:avLst/>
              <a:pathLst>
                <a:path w="35442" h="65019">
                  <a:moveTo>
                    <a:pt x="0" y="3596"/>
                  </a:moveTo>
                  <a:lnTo>
                    <a:pt x="17721" y="1897"/>
                  </a:lnTo>
                  <a:lnTo>
                    <a:pt x="35442" y="0"/>
                  </a:lnTo>
                  <a:lnTo>
                    <a:pt x="35442" y="65019"/>
                  </a:lnTo>
                  <a:lnTo>
                    <a:pt x="17721" y="65019"/>
                  </a:lnTo>
                  <a:lnTo>
                    <a:pt x="0" y="65019"/>
                  </a:lnTo>
                  <a:close/>
                </a:path>
              </a:pathLst>
            </a:custGeom>
            <a:solidFill>
              <a:srgbClr val="BB7A65">
                <a:alpha val="100000"/>
              </a:srgbClr>
            </a:solidFill>
            <a:ln w="4762" cap="rnd">
              <a:solidFill>
                <a:srgbClr val="BB7A6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g2843"/>
            <p:cNvSpPr/>
            <p:nvPr/>
          </p:nvSpPr>
          <p:spPr>
            <a:xfrm>
              <a:off x="7247589" y="5682823"/>
              <a:ext cx="17721" cy="67058"/>
            </a:xfrm>
            <a:custGeom>
              <a:avLst/>
              <a:pathLst>
                <a:path w="17721" h="67058">
                  <a:moveTo>
                    <a:pt x="0" y="2038"/>
                  </a:moveTo>
                  <a:lnTo>
                    <a:pt x="17721" y="0"/>
                  </a:lnTo>
                  <a:lnTo>
                    <a:pt x="17721" y="67058"/>
                  </a:lnTo>
                  <a:lnTo>
                    <a:pt x="0" y="67058"/>
                  </a:lnTo>
                  <a:close/>
                </a:path>
              </a:pathLst>
            </a:custGeom>
            <a:solidFill>
              <a:srgbClr val="BB7A64">
                <a:alpha val="100000"/>
              </a:srgbClr>
            </a:solidFill>
            <a:ln w="4762" cap="rnd">
              <a:solidFill>
                <a:srgbClr val="BB7A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g2844"/>
            <p:cNvSpPr/>
            <p:nvPr/>
          </p:nvSpPr>
          <p:spPr>
            <a:xfrm>
              <a:off x="7265310" y="5680572"/>
              <a:ext cx="17721" cy="69308"/>
            </a:xfrm>
            <a:custGeom>
              <a:avLst/>
              <a:pathLst>
                <a:path w="17721" h="69308">
                  <a:moveTo>
                    <a:pt x="0" y="2250"/>
                  </a:moveTo>
                  <a:lnTo>
                    <a:pt x="17721" y="0"/>
                  </a:lnTo>
                  <a:lnTo>
                    <a:pt x="17721" y="69308"/>
                  </a:lnTo>
                  <a:lnTo>
                    <a:pt x="0" y="69308"/>
                  </a:lnTo>
                  <a:close/>
                </a:path>
              </a:pathLst>
            </a:custGeom>
            <a:solidFill>
              <a:srgbClr val="BB7964">
                <a:alpha val="100000"/>
              </a:srgbClr>
            </a:solidFill>
            <a:ln w="4762" cap="rnd">
              <a:solidFill>
                <a:srgbClr val="BB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g2845"/>
            <p:cNvSpPr/>
            <p:nvPr/>
          </p:nvSpPr>
          <p:spPr>
            <a:xfrm>
              <a:off x="7283032" y="5678127"/>
              <a:ext cx="17721" cy="71754"/>
            </a:xfrm>
            <a:custGeom>
              <a:avLst/>
              <a:pathLst>
                <a:path w="17721" h="71754">
                  <a:moveTo>
                    <a:pt x="0" y="2445"/>
                  </a:moveTo>
                  <a:lnTo>
                    <a:pt x="17721" y="0"/>
                  </a:lnTo>
                  <a:lnTo>
                    <a:pt x="17721" y="71754"/>
                  </a:lnTo>
                  <a:lnTo>
                    <a:pt x="0" y="71754"/>
                  </a:lnTo>
                  <a:close/>
                </a:path>
              </a:pathLst>
            </a:custGeom>
            <a:solidFill>
              <a:srgbClr val="BA7964">
                <a:alpha val="100000"/>
              </a:srgbClr>
            </a:solidFill>
            <a:ln w="4762" cap="rnd">
              <a:solidFill>
                <a:srgbClr val="BA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g2846"/>
            <p:cNvSpPr/>
            <p:nvPr/>
          </p:nvSpPr>
          <p:spPr>
            <a:xfrm>
              <a:off x="7300753" y="5672775"/>
              <a:ext cx="35442" cy="77106"/>
            </a:xfrm>
            <a:custGeom>
              <a:avLst/>
              <a:pathLst>
                <a:path w="35442" h="77106">
                  <a:moveTo>
                    <a:pt x="0" y="5352"/>
                  </a:moveTo>
                  <a:lnTo>
                    <a:pt x="17721" y="2773"/>
                  </a:lnTo>
                  <a:lnTo>
                    <a:pt x="35442" y="0"/>
                  </a:lnTo>
                  <a:lnTo>
                    <a:pt x="35442" y="77106"/>
                  </a:lnTo>
                  <a:lnTo>
                    <a:pt x="17721" y="77106"/>
                  </a:lnTo>
                  <a:lnTo>
                    <a:pt x="0" y="77106"/>
                  </a:lnTo>
                  <a:close/>
                </a:path>
              </a:pathLst>
            </a:custGeom>
            <a:solidFill>
              <a:srgbClr val="BA7863">
                <a:alpha val="100000"/>
              </a:srgbClr>
            </a:solidFill>
            <a:ln w="4762" cap="rnd">
              <a:solidFill>
                <a:srgbClr val="BA78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g2847"/>
            <p:cNvSpPr/>
            <p:nvPr/>
          </p:nvSpPr>
          <p:spPr>
            <a:xfrm>
              <a:off x="7336196" y="5669814"/>
              <a:ext cx="17721" cy="80067"/>
            </a:xfrm>
            <a:custGeom>
              <a:avLst/>
              <a:pathLst>
                <a:path w="17721" h="80067">
                  <a:moveTo>
                    <a:pt x="0" y="2961"/>
                  </a:moveTo>
                  <a:lnTo>
                    <a:pt x="17721" y="0"/>
                  </a:lnTo>
                  <a:lnTo>
                    <a:pt x="17721" y="80067"/>
                  </a:lnTo>
                  <a:lnTo>
                    <a:pt x="0" y="80067"/>
                  </a:lnTo>
                  <a:close/>
                </a:path>
              </a:pathLst>
            </a:custGeom>
            <a:solidFill>
              <a:srgbClr val="BA7862">
                <a:alpha val="100000"/>
              </a:srgbClr>
            </a:solidFill>
            <a:ln w="4762" cap="rnd">
              <a:solidFill>
                <a:srgbClr val="BA78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g2848"/>
            <p:cNvSpPr/>
            <p:nvPr/>
          </p:nvSpPr>
          <p:spPr>
            <a:xfrm>
              <a:off x="7353917" y="5666728"/>
              <a:ext cx="17721" cy="83152"/>
            </a:xfrm>
            <a:custGeom>
              <a:avLst/>
              <a:pathLst>
                <a:path w="17721" h="83152">
                  <a:moveTo>
                    <a:pt x="0" y="3085"/>
                  </a:moveTo>
                  <a:lnTo>
                    <a:pt x="17721" y="0"/>
                  </a:lnTo>
                  <a:lnTo>
                    <a:pt x="17721" y="83152"/>
                  </a:lnTo>
                  <a:lnTo>
                    <a:pt x="0" y="83152"/>
                  </a:lnTo>
                  <a:close/>
                </a:path>
              </a:pathLst>
            </a:custGeom>
            <a:solidFill>
              <a:srgbClr val="BA7762">
                <a:alpha val="100000"/>
              </a:srgbClr>
            </a:solidFill>
            <a:ln w="4762" cap="rnd">
              <a:solidFill>
                <a:srgbClr val="BA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g2849"/>
            <p:cNvSpPr/>
            <p:nvPr/>
          </p:nvSpPr>
          <p:spPr>
            <a:xfrm>
              <a:off x="7371638" y="5663468"/>
              <a:ext cx="17721" cy="86412"/>
            </a:xfrm>
            <a:custGeom>
              <a:avLst/>
              <a:pathLst>
                <a:path w="17721" h="86412">
                  <a:moveTo>
                    <a:pt x="0" y="3259"/>
                  </a:moveTo>
                  <a:lnTo>
                    <a:pt x="17721" y="0"/>
                  </a:lnTo>
                  <a:lnTo>
                    <a:pt x="17721" y="86412"/>
                  </a:lnTo>
                  <a:lnTo>
                    <a:pt x="0" y="86412"/>
                  </a:lnTo>
                  <a:close/>
                </a:path>
              </a:pathLst>
            </a:custGeom>
            <a:solidFill>
              <a:srgbClr val="B97762">
                <a:alpha val="100000"/>
              </a:srgbClr>
            </a:solidFill>
            <a:ln w="4762" cap="rnd">
              <a:solidFill>
                <a:srgbClr val="B9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g2850"/>
            <p:cNvSpPr/>
            <p:nvPr/>
          </p:nvSpPr>
          <p:spPr>
            <a:xfrm>
              <a:off x="7389360" y="5652782"/>
              <a:ext cx="53164" cy="97098"/>
            </a:xfrm>
            <a:custGeom>
              <a:avLst/>
              <a:pathLst>
                <a:path w="53164" h="97098">
                  <a:moveTo>
                    <a:pt x="0" y="10686"/>
                  </a:moveTo>
                  <a:lnTo>
                    <a:pt x="17721" y="7249"/>
                  </a:lnTo>
                  <a:lnTo>
                    <a:pt x="35442" y="3701"/>
                  </a:lnTo>
                  <a:lnTo>
                    <a:pt x="53164" y="0"/>
                  </a:lnTo>
                  <a:lnTo>
                    <a:pt x="53164" y="97098"/>
                  </a:lnTo>
                  <a:lnTo>
                    <a:pt x="35442" y="97098"/>
                  </a:lnTo>
                  <a:lnTo>
                    <a:pt x="17721" y="97098"/>
                  </a:lnTo>
                  <a:lnTo>
                    <a:pt x="0" y="97098"/>
                  </a:lnTo>
                  <a:close/>
                </a:path>
              </a:pathLst>
            </a:custGeom>
            <a:solidFill>
              <a:srgbClr val="B97661">
                <a:alpha val="100000"/>
              </a:srgbClr>
            </a:solidFill>
            <a:ln w="4762" cap="rnd">
              <a:solidFill>
                <a:srgbClr val="B976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g2851"/>
            <p:cNvSpPr/>
            <p:nvPr/>
          </p:nvSpPr>
          <p:spPr>
            <a:xfrm>
              <a:off x="7442524" y="5644961"/>
              <a:ext cx="35442" cy="104919"/>
            </a:xfrm>
            <a:custGeom>
              <a:avLst/>
              <a:pathLst>
                <a:path w="35442" h="104919">
                  <a:moveTo>
                    <a:pt x="0" y="7820"/>
                  </a:moveTo>
                  <a:lnTo>
                    <a:pt x="17721" y="3959"/>
                  </a:lnTo>
                  <a:lnTo>
                    <a:pt x="35442" y="0"/>
                  </a:lnTo>
                  <a:lnTo>
                    <a:pt x="35442" y="104919"/>
                  </a:lnTo>
                  <a:lnTo>
                    <a:pt x="17721" y="104919"/>
                  </a:lnTo>
                  <a:lnTo>
                    <a:pt x="0" y="104919"/>
                  </a:lnTo>
                  <a:close/>
                </a:path>
              </a:pathLst>
            </a:custGeom>
            <a:solidFill>
              <a:srgbClr val="B87560">
                <a:alpha val="100000"/>
              </a:srgbClr>
            </a:solidFill>
            <a:ln w="4762" cap="rnd">
              <a:solidFill>
                <a:srgbClr val="B875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g2852"/>
            <p:cNvSpPr/>
            <p:nvPr/>
          </p:nvSpPr>
          <p:spPr>
            <a:xfrm>
              <a:off x="7477967" y="5640874"/>
              <a:ext cx="17721" cy="109006"/>
            </a:xfrm>
            <a:custGeom>
              <a:avLst/>
              <a:pathLst>
                <a:path w="17721" h="109006">
                  <a:moveTo>
                    <a:pt x="0" y="4087"/>
                  </a:moveTo>
                  <a:lnTo>
                    <a:pt x="17721" y="0"/>
                  </a:lnTo>
                  <a:lnTo>
                    <a:pt x="17721" y="109006"/>
                  </a:lnTo>
                  <a:lnTo>
                    <a:pt x="0" y="109006"/>
                  </a:lnTo>
                  <a:close/>
                </a:path>
              </a:pathLst>
            </a:custGeom>
            <a:solidFill>
              <a:srgbClr val="B8755F">
                <a:alpha val="100000"/>
              </a:srgbClr>
            </a:solidFill>
            <a:ln w="4762" cap="rnd">
              <a:solidFill>
                <a:srgbClr val="B875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g2853"/>
            <p:cNvSpPr/>
            <p:nvPr/>
          </p:nvSpPr>
          <p:spPr>
            <a:xfrm>
              <a:off x="7495688" y="5636648"/>
              <a:ext cx="17721" cy="113232"/>
            </a:xfrm>
            <a:custGeom>
              <a:avLst/>
              <a:pathLst>
                <a:path w="17721" h="113232">
                  <a:moveTo>
                    <a:pt x="0" y="4226"/>
                  </a:moveTo>
                  <a:lnTo>
                    <a:pt x="17721" y="0"/>
                  </a:lnTo>
                  <a:lnTo>
                    <a:pt x="17721" y="113232"/>
                  </a:lnTo>
                  <a:lnTo>
                    <a:pt x="0" y="113232"/>
                  </a:lnTo>
                  <a:close/>
                </a:path>
              </a:pathLst>
            </a:custGeom>
            <a:solidFill>
              <a:srgbClr val="B8745F">
                <a:alpha val="100000"/>
              </a:srgbClr>
            </a:solidFill>
            <a:ln w="4762" cap="rnd">
              <a:solidFill>
                <a:srgbClr val="B8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g2854"/>
            <p:cNvSpPr/>
            <p:nvPr/>
          </p:nvSpPr>
          <p:spPr>
            <a:xfrm>
              <a:off x="7513409" y="5632341"/>
              <a:ext cx="17721" cy="117539"/>
            </a:xfrm>
            <a:custGeom>
              <a:avLst/>
              <a:pathLst>
                <a:path w="17721" h="117539">
                  <a:moveTo>
                    <a:pt x="0" y="4306"/>
                  </a:moveTo>
                  <a:lnTo>
                    <a:pt x="17721" y="0"/>
                  </a:lnTo>
                  <a:lnTo>
                    <a:pt x="17721" y="117539"/>
                  </a:lnTo>
                  <a:lnTo>
                    <a:pt x="0" y="117539"/>
                  </a:lnTo>
                  <a:close/>
                </a:path>
              </a:pathLst>
            </a:custGeom>
            <a:solidFill>
              <a:srgbClr val="B7745F">
                <a:alpha val="100000"/>
              </a:srgbClr>
            </a:solidFill>
            <a:ln w="4762" cap="rnd">
              <a:solidFill>
                <a:srgbClr val="B7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g2855"/>
            <p:cNvSpPr/>
            <p:nvPr/>
          </p:nvSpPr>
          <p:spPr>
            <a:xfrm>
              <a:off x="7531131" y="5623414"/>
              <a:ext cx="35442" cy="126466"/>
            </a:xfrm>
            <a:custGeom>
              <a:avLst/>
              <a:pathLst>
                <a:path w="35442" h="126466">
                  <a:moveTo>
                    <a:pt x="0" y="8927"/>
                  </a:moveTo>
                  <a:lnTo>
                    <a:pt x="17721" y="4519"/>
                  </a:lnTo>
                  <a:lnTo>
                    <a:pt x="35442" y="0"/>
                  </a:lnTo>
                  <a:lnTo>
                    <a:pt x="35442" y="126466"/>
                  </a:lnTo>
                  <a:lnTo>
                    <a:pt x="17721" y="126466"/>
                  </a:lnTo>
                  <a:lnTo>
                    <a:pt x="0" y="126466"/>
                  </a:lnTo>
                  <a:close/>
                </a:path>
              </a:pathLst>
            </a:custGeom>
            <a:solidFill>
              <a:srgbClr val="B7735E">
                <a:alpha val="100000"/>
              </a:srgbClr>
            </a:solidFill>
            <a:ln w="4762" cap="rnd">
              <a:solidFill>
                <a:srgbClr val="B773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g2856"/>
            <p:cNvSpPr/>
            <p:nvPr/>
          </p:nvSpPr>
          <p:spPr>
            <a:xfrm>
              <a:off x="7566574" y="5618834"/>
              <a:ext cx="17721" cy="131046"/>
            </a:xfrm>
            <a:custGeom>
              <a:avLst/>
              <a:pathLst>
                <a:path w="17721" h="131046">
                  <a:moveTo>
                    <a:pt x="0" y="4579"/>
                  </a:moveTo>
                  <a:lnTo>
                    <a:pt x="17721" y="0"/>
                  </a:lnTo>
                  <a:lnTo>
                    <a:pt x="17721" y="131046"/>
                  </a:lnTo>
                  <a:lnTo>
                    <a:pt x="0" y="131046"/>
                  </a:lnTo>
                  <a:close/>
                </a:path>
              </a:pathLst>
            </a:custGeom>
            <a:solidFill>
              <a:srgbClr val="B7735D">
                <a:alpha val="100000"/>
              </a:srgbClr>
            </a:solidFill>
            <a:ln w="4762" cap="rnd">
              <a:solidFill>
                <a:srgbClr val="B773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g2857"/>
            <p:cNvSpPr/>
            <p:nvPr/>
          </p:nvSpPr>
          <p:spPr>
            <a:xfrm>
              <a:off x="7584295" y="5614182"/>
              <a:ext cx="17721" cy="135698"/>
            </a:xfrm>
            <a:custGeom>
              <a:avLst/>
              <a:pathLst>
                <a:path w="17721" h="135698">
                  <a:moveTo>
                    <a:pt x="0" y="4652"/>
                  </a:moveTo>
                  <a:lnTo>
                    <a:pt x="17721" y="0"/>
                  </a:lnTo>
                  <a:lnTo>
                    <a:pt x="17721" y="135698"/>
                  </a:lnTo>
                  <a:lnTo>
                    <a:pt x="0" y="135698"/>
                  </a:lnTo>
                  <a:close/>
                </a:path>
              </a:pathLst>
            </a:custGeom>
            <a:solidFill>
              <a:srgbClr val="B7725D">
                <a:alpha val="100000"/>
              </a:srgbClr>
            </a:solidFill>
            <a:ln w="4762" cap="rnd">
              <a:solidFill>
                <a:srgbClr val="B7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g2858"/>
            <p:cNvSpPr/>
            <p:nvPr/>
          </p:nvSpPr>
          <p:spPr>
            <a:xfrm>
              <a:off x="7602016" y="5609451"/>
              <a:ext cx="17721" cy="140429"/>
            </a:xfrm>
            <a:custGeom>
              <a:avLst/>
              <a:pathLst>
                <a:path w="17721" h="140429">
                  <a:moveTo>
                    <a:pt x="0" y="4730"/>
                  </a:moveTo>
                  <a:lnTo>
                    <a:pt x="17721" y="0"/>
                  </a:lnTo>
                  <a:lnTo>
                    <a:pt x="17721" y="140429"/>
                  </a:lnTo>
                  <a:lnTo>
                    <a:pt x="0" y="140429"/>
                  </a:lnTo>
                  <a:close/>
                </a:path>
              </a:pathLst>
            </a:custGeom>
            <a:solidFill>
              <a:srgbClr val="B6725D">
                <a:alpha val="100000"/>
              </a:srgbClr>
            </a:solidFill>
            <a:ln w="4762" cap="rnd">
              <a:solidFill>
                <a:srgbClr val="B6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g2859"/>
            <p:cNvSpPr/>
            <p:nvPr/>
          </p:nvSpPr>
          <p:spPr>
            <a:xfrm>
              <a:off x="7619738" y="5595022"/>
              <a:ext cx="53164" cy="154858"/>
            </a:xfrm>
            <a:custGeom>
              <a:avLst/>
              <a:pathLst>
                <a:path w="53164" h="154858">
                  <a:moveTo>
                    <a:pt x="0" y="14429"/>
                  </a:moveTo>
                  <a:lnTo>
                    <a:pt x="17721" y="9660"/>
                  </a:lnTo>
                  <a:lnTo>
                    <a:pt x="35442" y="4849"/>
                  </a:lnTo>
                  <a:lnTo>
                    <a:pt x="53164" y="0"/>
                  </a:lnTo>
                  <a:lnTo>
                    <a:pt x="53164" y="154858"/>
                  </a:lnTo>
                  <a:lnTo>
                    <a:pt x="35442" y="154858"/>
                  </a:lnTo>
                  <a:lnTo>
                    <a:pt x="17721" y="154858"/>
                  </a:lnTo>
                  <a:lnTo>
                    <a:pt x="0" y="154858"/>
                  </a:lnTo>
                  <a:close/>
                </a:path>
              </a:pathLst>
            </a:custGeom>
            <a:solidFill>
              <a:srgbClr val="B6715C">
                <a:alpha val="100000"/>
              </a:srgbClr>
            </a:solidFill>
            <a:ln w="4762" cap="rnd">
              <a:solidFill>
                <a:srgbClr val="B671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g2860"/>
            <p:cNvSpPr/>
            <p:nvPr/>
          </p:nvSpPr>
          <p:spPr>
            <a:xfrm>
              <a:off x="7672902" y="5585286"/>
              <a:ext cx="35442" cy="164595"/>
            </a:xfrm>
            <a:custGeom>
              <a:avLst/>
              <a:pathLst>
                <a:path w="35442" h="164595">
                  <a:moveTo>
                    <a:pt x="0" y="9736"/>
                  </a:moveTo>
                  <a:lnTo>
                    <a:pt x="17721" y="4874"/>
                  </a:lnTo>
                  <a:lnTo>
                    <a:pt x="35442" y="0"/>
                  </a:lnTo>
                  <a:lnTo>
                    <a:pt x="35442" y="164595"/>
                  </a:lnTo>
                  <a:lnTo>
                    <a:pt x="17721" y="164595"/>
                  </a:lnTo>
                  <a:lnTo>
                    <a:pt x="0" y="164595"/>
                  </a:lnTo>
                  <a:close/>
                </a:path>
              </a:pathLst>
            </a:custGeom>
            <a:solidFill>
              <a:srgbClr val="B5705B">
                <a:alpha val="100000"/>
              </a:srgbClr>
            </a:solidFill>
            <a:ln w="4762" cap="rnd">
              <a:solidFill>
                <a:srgbClr val="B5705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g2861"/>
            <p:cNvSpPr/>
            <p:nvPr/>
          </p:nvSpPr>
          <p:spPr>
            <a:xfrm>
              <a:off x="7708344" y="5580417"/>
              <a:ext cx="17721" cy="169463"/>
            </a:xfrm>
            <a:custGeom>
              <a:avLst/>
              <a:pathLst>
                <a:path w="17721" h="169463">
                  <a:moveTo>
                    <a:pt x="0" y="4868"/>
                  </a:moveTo>
                  <a:lnTo>
                    <a:pt x="17721" y="0"/>
                  </a:lnTo>
                  <a:lnTo>
                    <a:pt x="17721" y="169463"/>
                  </a:lnTo>
                  <a:lnTo>
                    <a:pt x="0" y="169463"/>
                  </a:lnTo>
                  <a:close/>
                </a:path>
              </a:pathLst>
            </a:custGeom>
            <a:solidFill>
              <a:srgbClr val="B5705A">
                <a:alpha val="100000"/>
              </a:srgbClr>
            </a:solidFill>
            <a:ln w="4762" cap="rnd">
              <a:solidFill>
                <a:srgbClr val="B570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g2862"/>
            <p:cNvSpPr/>
            <p:nvPr/>
          </p:nvSpPr>
          <p:spPr>
            <a:xfrm>
              <a:off x="7726066" y="5575563"/>
              <a:ext cx="17721" cy="174318"/>
            </a:xfrm>
            <a:custGeom>
              <a:avLst/>
              <a:pathLst>
                <a:path w="17721" h="174318">
                  <a:moveTo>
                    <a:pt x="0" y="4854"/>
                  </a:moveTo>
                  <a:lnTo>
                    <a:pt x="17721" y="0"/>
                  </a:lnTo>
                  <a:lnTo>
                    <a:pt x="17721" y="174318"/>
                  </a:lnTo>
                  <a:lnTo>
                    <a:pt x="0" y="174318"/>
                  </a:lnTo>
                  <a:close/>
                </a:path>
              </a:pathLst>
            </a:custGeom>
            <a:solidFill>
              <a:srgbClr val="B56F5A">
                <a:alpha val="100000"/>
              </a:srgbClr>
            </a:solidFill>
            <a:ln w="4762" cap="rnd">
              <a:solidFill>
                <a:srgbClr val="B5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g2863"/>
            <p:cNvSpPr/>
            <p:nvPr/>
          </p:nvSpPr>
          <p:spPr>
            <a:xfrm>
              <a:off x="7743787" y="5570727"/>
              <a:ext cx="17721" cy="179153"/>
            </a:xfrm>
            <a:custGeom>
              <a:avLst/>
              <a:pathLst>
                <a:path w="17721" h="179153">
                  <a:moveTo>
                    <a:pt x="0" y="4835"/>
                  </a:moveTo>
                  <a:lnTo>
                    <a:pt x="17721" y="0"/>
                  </a:lnTo>
                  <a:lnTo>
                    <a:pt x="17721" y="179153"/>
                  </a:lnTo>
                  <a:lnTo>
                    <a:pt x="0" y="179153"/>
                  </a:lnTo>
                  <a:close/>
                </a:path>
              </a:pathLst>
            </a:custGeom>
            <a:solidFill>
              <a:srgbClr val="B46F5A">
                <a:alpha val="100000"/>
              </a:srgbClr>
            </a:solidFill>
            <a:ln w="4762" cap="rnd">
              <a:solidFill>
                <a:srgbClr val="B4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g2864"/>
            <p:cNvSpPr/>
            <p:nvPr/>
          </p:nvSpPr>
          <p:spPr>
            <a:xfrm>
              <a:off x="7761509" y="5561209"/>
              <a:ext cx="35442" cy="188672"/>
            </a:xfrm>
            <a:custGeom>
              <a:avLst/>
              <a:pathLst>
                <a:path w="35442" h="188672">
                  <a:moveTo>
                    <a:pt x="0" y="9518"/>
                  </a:moveTo>
                  <a:lnTo>
                    <a:pt x="17721" y="4738"/>
                  </a:lnTo>
                  <a:lnTo>
                    <a:pt x="35442" y="0"/>
                  </a:lnTo>
                  <a:lnTo>
                    <a:pt x="35442" y="188672"/>
                  </a:lnTo>
                  <a:lnTo>
                    <a:pt x="17721" y="188672"/>
                  </a:lnTo>
                  <a:lnTo>
                    <a:pt x="0" y="188672"/>
                  </a:lnTo>
                  <a:close/>
                </a:path>
              </a:pathLst>
            </a:custGeom>
            <a:solidFill>
              <a:srgbClr val="B46E59">
                <a:alpha val="100000"/>
              </a:srgbClr>
            </a:solidFill>
            <a:ln w="4762" cap="rnd">
              <a:solidFill>
                <a:srgbClr val="B46E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g2865"/>
            <p:cNvSpPr/>
            <p:nvPr/>
          </p:nvSpPr>
          <p:spPr>
            <a:xfrm>
              <a:off x="7796951" y="5556518"/>
              <a:ext cx="17721" cy="193362"/>
            </a:xfrm>
            <a:custGeom>
              <a:avLst/>
              <a:pathLst>
                <a:path w="17721" h="193362">
                  <a:moveTo>
                    <a:pt x="0" y="4690"/>
                  </a:moveTo>
                  <a:lnTo>
                    <a:pt x="17721" y="0"/>
                  </a:lnTo>
                  <a:lnTo>
                    <a:pt x="17721" y="193362"/>
                  </a:lnTo>
                  <a:lnTo>
                    <a:pt x="0" y="193362"/>
                  </a:lnTo>
                  <a:close/>
                </a:path>
              </a:pathLst>
            </a:custGeom>
            <a:solidFill>
              <a:srgbClr val="B46E58">
                <a:alpha val="100000"/>
              </a:srgbClr>
            </a:solidFill>
            <a:ln w="4762" cap="rnd">
              <a:solidFill>
                <a:srgbClr val="B46E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g2866"/>
            <p:cNvSpPr/>
            <p:nvPr/>
          </p:nvSpPr>
          <p:spPr>
            <a:xfrm>
              <a:off x="7814673" y="5551937"/>
              <a:ext cx="17721" cy="197944"/>
            </a:xfrm>
            <a:custGeom>
              <a:avLst/>
              <a:pathLst>
                <a:path w="17721" h="197944">
                  <a:moveTo>
                    <a:pt x="0" y="4581"/>
                  </a:moveTo>
                  <a:lnTo>
                    <a:pt x="17721" y="0"/>
                  </a:lnTo>
                  <a:lnTo>
                    <a:pt x="17721" y="197944"/>
                  </a:lnTo>
                  <a:lnTo>
                    <a:pt x="0" y="197944"/>
                  </a:lnTo>
                  <a:close/>
                </a:path>
              </a:pathLst>
            </a:custGeom>
            <a:solidFill>
              <a:srgbClr val="B46D58">
                <a:alpha val="100000"/>
              </a:srgbClr>
            </a:solidFill>
            <a:ln w="4762" cap="rnd">
              <a:solidFill>
                <a:srgbClr val="B4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g2867"/>
            <p:cNvSpPr/>
            <p:nvPr/>
          </p:nvSpPr>
          <p:spPr>
            <a:xfrm>
              <a:off x="7832394" y="5547426"/>
              <a:ext cx="17721" cy="202454"/>
            </a:xfrm>
            <a:custGeom>
              <a:avLst/>
              <a:pathLst>
                <a:path w="17721" h="202454">
                  <a:moveTo>
                    <a:pt x="0" y="4510"/>
                  </a:moveTo>
                  <a:lnTo>
                    <a:pt x="17721" y="0"/>
                  </a:lnTo>
                  <a:lnTo>
                    <a:pt x="17721" y="202454"/>
                  </a:lnTo>
                  <a:lnTo>
                    <a:pt x="0" y="202454"/>
                  </a:lnTo>
                  <a:close/>
                </a:path>
              </a:pathLst>
            </a:custGeom>
            <a:solidFill>
              <a:srgbClr val="B36D58">
                <a:alpha val="100000"/>
              </a:srgbClr>
            </a:solidFill>
            <a:ln w="4762" cap="rnd">
              <a:solidFill>
                <a:srgbClr val="B3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g2868"/>
            <p:cNvSpPr/>
            <p:nvPr/>
          </p:nvSpPr>
          <p:spPr>
            <a:xfrm>
              <a:off x="7850115" y="5534546"/>
              <a:ext cx="53164" cy="215335"/>
            </a:xfrm>
            <a:custGeom>
              <a:avLst/>
              <a:pathLst>
                <a:path w="53164" h="215335">
                  <a:moveTo>
                    <a:pt x="0" y="12880"/>
                  </a:moveTo>
                  <a:lnTo>
                    <a:pt x="17721" y="8444"/>
                  </a:lnTo>
                  <a:lnTo>
                    <a:pt x="35442" y="4173"/>
                  </a:lnTo>
                  <a:lnTo>
                    <a:pt x="53164" y="0"/>
                  </a:lnTo>
                  <a:lnTo>
                    <a:pt x="53164" y="215335"/>
                  </a:lnTo>
                  <a:lnTo>
                    <a:pt x="35442" y="215335"/>
                  </a:lnTo>
                  <a:lnTo>
                    <a:pt x="17721" y="215335"/>
                  </a:lnTo>
                  <a:lnTo>
                    <a:pt x="0" y="215335"/>
                  </a:lnTo>
                  <a:close/>
                </a:path>
              </a:pathLst>
            </a:custGeom>
            <a:solidFill>
              <a:srgbClr val="B36C57">
                <a:alpha val="100000"/>
              </a:srgbClr>
            </a:solidFill>
            <a:ln w="4762" cap="rnd">
              <a:solidFill>
                <a:srgbClr val="B36C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g2869"/>
            <p:cNvSpPr/>
            <p:nvPr/>
          </p:nvSpPr>
          <p:spPr>
            <a:xfrm>
              <a:off x="7903280" y="5526618"/>
              <a:ext cx="35442" cy="223263"/>
            </a:xfrm>
            <a:custGeom>
              <a:avLst/>
              <a:pathLst>
                <a:path w="35442" h="223263">
                  <a:moveTo>
                    <a:pt x="0" y="7928"/>
                  </a:moveTo>
                  <a:lnTo>
                    <a:pt x="17721" y="3854"/>
                  </a:lnTo>
                  <a:lnTo>
                    <a:pt x="35442" y="0"/>
                  </a:lnTo>
                  <a:lnTo>
                    <a:pt x="35442" y="223263"/>
                  </a:lnTo>
                  <a:lnTo>
                    <a:pt x="17721" y="223263"/>
                  </a:lnTo>
                  <a:lnTo>
                    <a:pt x="0" y="223263"/>
                  </a:lnTo>
                  <a:close/>
                </a:path>
              </a:pathLst>
            </a:custGeom>
            <a:solidFill>
              <a:srgbClr val="B26B56">
                <a:alpha val="100000"/>
              </a:srgbClr>
            </a:solidFill>
            <a:ln w="4762" cap="rnd">
              <a:solidFill>
                <a:srgbClr val="B26B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g2870"/>
            <p:cNvSpPr/>
            <p:nvPr/>
          </p:nvSpPr>
          <p:spPr>
            <a:xfrm>
              <a:off x="7938722" y="5522888"/>
              <a:ext cx="17721" cy="226992"/>
            </a:xfrm>
            <a:custGeom>
              <a:avLst/>
              <a:pathLst>
                <a:path w="17721" h="226992">
                  <a:moveTo>
                    <a:pt x="0" y="3729"/>
                  </a:moveTo>
                  <a:lnTo>
                    <a:pt x="17721" y="0"/>
                  </a:lnTo>
                  <a:lnTo>
                    <a:pt x="17721" y="226992"/>
                  </a:lnTo>
                  <a:lnTo>
                    <a:pt x="0" y="226992"/>
                  </a:lnTo>
                  <a:close/>
                </a:path>
              </a:pathLst>
            </a:custGeom>
            <a:solidFill>
              <a:srgbClr val="B26B55">
                <a:alpha val="100000"/>
              </a:srgbClr>
            </a:solidFill>
            <a:ln w="4762" cap="rnd">
              <a:solidFill>
                <a:srgbClr val="B26B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g2871"/>
            <p:cNvSpPr/>
            <p:nvPr/>
          </p:nvSpPr>
          <p:spPr>
            <a:xfrm>
              <a:off x="7956444" y="5519284"/>
              <a:ext cx="17721" cy="230596"/>
            </a:xfrm>
            <a:custGeom>
              <a:avLst/>
              <a:pathLst>
                <a:path w="17721" h="230596">
                  <a:moveTo>
                    <a:pt x="0" y="3603"/>
                  </a:moveTo>
                  <a:lnTo>
                    <a:pt x="17721" y="0"/>
                  </a:lnTo>
                  <a:lnTo>
                    <a:pt x="17721" y="230596"/>
                  </a:lnTo>
                  <a:lnTo>
                    <a:pt x="0" y="230596"/>
                  </a:lnTo>
                  <a:close/>
                </a:path>
              </a:pathLst>
            </a:custGeom>
            <a:solidFill>
              <a:srgbClr val="B26A55">
                <a:alpha val="100000"/>
              </a:srgbClr>
            </a:solidFill>
            <a:ln w="4762" cap="rnd">
              <a:solidFill>
                <a:srgbClr val="B2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g2872"/>
            <p:cNvSpPr/>
            <p:nvPr/>
          </p:nvSpPr>
          <p:spPr>
            <a:xfrm>
              <a:off x="7974165" y="5515942"/>
              <a:ext cx="17721" cy="233938"/>
            </a:xfrm>
            <a:custGeom>
              <a:avLst/>
              <a:pathLst>
                <a:path w="17721" h="233938">
                  <a:moveTo>
                    <a:pt x="0" y="3342"/>
                  </a:moveTo>
                  <a:lnTo>
                    <a:pt x="17721" y="0"/>
                  </a:lnTo>
                  <a:lnTo>
                    <a:pt x="17721" y="233938"/>
                  </a:lnTo>
                  <a:lnTo>
                    <a:pt x="0" y="233938"/>
                  </a:lnTo>
                  <a:close/>
                </a:path>
              </a:pathLst>
            </a:custGeom>
            <a:solidFill>
              <a:srgbClr val="B16A55">
                <a:alpha val="100000"/>
              </a:srgbClr>
            </a:solidFill>
            <a:ln w="4762" cap="rnd">
              <a:solidFill>
                <a:srgbClr val="B1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g2873"/>
            <p:cNvSpPr/>
            <p:nvPr/>
          </p:nvSpPr>
          <p:spPr>
            <a:xfrm>
              <a:off x="7991886" y="5506974"/>
              <a:ext cx="53164" cy="242906"/>
            </a:xfrm>
            <a:custGeom>
              <a:avLst/>
              <a:pathLst>
                <a:path w="53164" h="242906">
                  <a:moveTo>
                    <a:pt x="0" y="8968"/>
                  </a:moveTo>
                  <a:lnTo>
                    <a:pt x="17721" y="5780"/>
                  </a:lnTo>
                  <a:lnTo>
                    <a:pt x="35442" y="2742"/>
                  </a:lnTo>
                  <a:lnTo>
                    <a:pt x="53164" y="0"/>
                  </a:lnTo>
                  <a:lnTo>
                    <a:pt x="53164" y="242906"/>
                  </a:lnTo>
                  <a:lnTo>
                    <a:pt x="35442" y="242906"/>
                  </a:lnTo>
                  <a:lnTo>
                    <a:pt x="17721" y="242906"/>
                  </a:lnTo>
                  <a:lnTo>
                    <a:pt x="0" y="242906"/>
                  </a:lnTo>
                  <a:close/>
                </a:path>
              </a:pathLst>
            </a:custGeom>
            <a:solidFill>
              <a:srgbClr val="B16954">
                <a:alpha val="100000"/>
              </a:srgbClr>
            </a:solidFill>
            <a:ln w="4762" cap="rnd">
              <a:solidFill>
                <a:srgbClr val="B169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g2874"/>
            <p:cNvSpPr/>
            <p:nvPr/>
          </p:nvSpPr>
          <p:spPr>
            <a:xfrm>
              <a:off x="8045050" y="5502024"/>
              <a:ext cx="35442" cy="247857"/>
            </a:xfrm>
            <a:custGeom>
              <a:avLst/>
              <a:pathLst>
                <a:path w="35442" h="247857">
                  <a:moveTo>
                    <a:pt x="0" y="4950"/>
                  </a:moveTo>
                  <a:lnTo>
                    <a:pt x="17721" y="2390"/>
                  </a:lnTo>
                  <a:lnTo>
                    <a:pt x="35442" y="0"/>
                  </a:lnTo>
                  <a:lnTo>
                    <a:pt x="35442" y="247857"/>
                  </a:lnTo>
                  <a:lnTo>
                    <a:pt x="17721" y="247857"/>
                  </a:lnTo>
                  <a:lnTo>
                    <a:pt x="0" y="247857"/>
                  </a:lnTo>
                  <a:close/>
                </a:path>
              </a:pathLst>
            </a:custGeom>
            <a:solidFill>
              <a:srgbClr val="B06853">
                <a:alpha val="100000"/>
              </a:srgbClr>
            </a:solidFill>
            <a:ln w="4762" cap="rnd">
              <a:solidFill>
                <a:srgbClr val="B0685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g2875"/>
            <p:cNvSpPr/>
            <p:nvPr/>
          </p:nvSpPr>
          <p:spPr>
            <a:xfrm>
              <a:off x="8080493" y="5498094"/>
              <a:ext cx="35442" cy="251787"/>
            </a:xfrm>
            <a:custGeom>
              <a:avLst/>
              <a:pathLst>
                <a:path w="35442" h="251787">
                  <a:moveTo>
                    <a:pt x="0" y="3929"/>
                  </a:moveTo>
                  <a:lnTo>
                    <a:pt x="17721" y="1861"/>
                  </a:lnTo>
                  <a:lnTo>
                    <a:pt x="35442" y="0"/>
                  </a:lnTo>
                  <a:lnTo>
                    <a:pt x="35442" y="251787"/>
                  </a:lnTo>
                  <a:lnTo>
                    <a:pt x="17721" y="251787"/>
                  </a:lnTo>
                  <a:lnTo>
                    <a:pt x="0" y="251787"/>
                  </a:lnTo>
                  <a:close/>
                </a:path>
              </a:pathLst>
            </a:custGeom>
            <a:solidFill>
              <a:srgbClr val="B06752">
                <a:alpha val="100000"/>
              </a:srgbClr>
            </a:solidFill>
            <a:ln w="4762" cap="rnd">
              <a:solidFill>
                <a:srgbClr val="B0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g2876"/>
            <p:cNvSpPr/>
            <p:nvPr/>
          </p:nvSpPr>
          <p:spPr>
            <a:xfrm>
              <a:off x="8115936" y="5496417"/>
              <a:ext cx="17721" cy="253463"/>
            </a:xfrm>
            <a:custGeom>
              <a:avLst/>
              <a:pathLst>
                <a:path w="17721" h="253463">
                  <a:moveTo>
                    <a:pt x="0" y="1676"/>
                  </a:moveTo>
                  <a:lnTo>
                    <a:pt x="17721" y="0"/>
                  </a:lnTo>
                  <a:lnTo>
                    <a:pt x="17721" y="253463"/>
                  </a:lnTo>
                  <a:lnTo>
                    <a:pt x="0" y="253463"/>
                  </a:lnTo>
                  <a:close/>
                </a:path>
              </a:pathLst>
            </a:custGeom>
            <a:solidFill>
              <a:srgbClr val="AF6752">
                <a:alpha val="100000"/>
              </a:srgbClr>
            </a:solidFill>
            <a:ln w="4762" cap="rnd">
              <a:solidFill>
                <a:srgbClr val="AF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g2877"/>
            <p:cNvSpPr/>
            <p:nvPr/>
          </p:nvSpPr>
          <p:spPr>
            <a:xfrm>
              <a:off x="8133657" y="5493053"/>
              <a:ext cx="53164" cy="256827"/>
            </a:xfrm>
            <a:custGeom>
              <a:avLst/>
              <a:pathLst>
                <a:path w="53164" h="256827">
                  <a:moveTo>
                    <a:pt x="0" y="3364"/>
                  </a:moveTo>
                  <a:lnTo>
                    <a:pt x="17721" y="2025"/>
                  </a:lnTo>
                  <a:lnTo>
                    <a:pt x="35442" y="915"/>
                  </a:lnTo>
                  <a:lnTo>
                    <a:pt x="53164" y="0"/>
                  </a:lnTo>
                  <a:lnTo>
                    <a:pt x="53164" y="256827"/>
                  </a:lnTo>
                  <a:lnTo>
                    <a:pt x="35442" y="256827"/>
                  </a:lnTo>
                  <a:lnTo>
                    <a:pt x="17721" y="256827"/>
                  </a:lnTo>
                  <a:lnTo>
                    <a:pt x="0" y="256827"/>
                  </a:lnTo>
                  <a:close/>
                </a:path>
              </a:pathLst>
            </a:custGeom>
            <a:solidFill>
              <a:srgbClr val="AF6651">
                <a:alpha val="100000"/>
              </a:srgbClr>
            </a:solidFill>
            <a:ln w="4762" cap="rnd">
              <a:solidFill>
                <a:srgbClr val="AF66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g2878"/>
            <p:cNvSpPr/>
            <p:nvPr/>
          </p:nvSpPr>
          <p:spPr>
            <a:xfrm>
              <a:off x="8186821" y="5492482"/>
              <a:ext cx="17721" cy="257398"/>
            </a:xfrm>
            <a:custGeom>
              <a:avLst/>
              <a:pathLst>
                <a:path w="17721" h="257398">
                  <a:moveTo>
                    <a:pt x="0" y="571"/>
                  </a:moveTo>
                  <a:lnTo>
                    <a:pt x="17721" y="0"/>
                  </a:lnTo>
                  <a:lnTo>
                    <a:pt x="17721" y="257398"/>
                  </a:lnTo>
                  <a:lnTo>
                    <a:pt x="0" y="257398"/>
                  </a:lnTo>
                  <a:close/>
                </a:path>
              </a:pathLst>
            </a:custGeom>
            <a:solidFill>
              <a:srgbClr val="AF6550">
                <a:alpha val="100000"/>
              </a:srgbClr>
            </a:solidFill>
            <a:ln w="4762" cap="rnd">
              <a:solidFill>
                <a:srgbClr val="AF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g2879"/>
            <p:cNvSpPr/>
            <p:nvPr/>
          </p:nvSpPr>
          <p:spPr>
            <a:xfrm>
              <a:off x="8204543" y="5492155"/>
              <a:ext cx="17721" cy="257726"/>
            </a:xfrm>
            <a:custGeom>
              <a:avLst/>
              <a:pathLst>
                <a:path w="17721" h="257726">
                  <a:moveTo>
                    <a:pt x="0" y="327"/>
                  </a:moveTo>
                  <a:lnTo>
                    <a:pt x="17721" y="0"/>
                  </a:lnTo>
                  <a:lnTo>
                    <a:pt x="17721" y="257726"/>
                  </a:lnTo>
                  <a:lnTo>
                    <a:pt x="0" y="257726"/>
                  </a:lnTo>
                  <a:close/>
                </a:path>
              </a:pathLst>
            </a:custGeom>
            <a:solidFill>
              <a:srgbClr val="AE6550">
                <a:alpha val="100000"/>
              </a:srgbClr>
            </a:solidFill>
            <a:ln w="4762" cap="rnd">
              <a:solidFill>
                <a:srgbClr val="AE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g2880"/>
            <p:cNvSpPr/>
            <p:nvPr/>
          </p:nvSpPr>
          <p:spPr>
            <a:xfrm>
              <a:off x="8222264" y="5492027"/>
              <a:ext cx="53164" cy="257853"/>
            </a:xfrm>
            <a:custGeom>
              <a:avLst/>
              <a:pathLst>
                <a:path w="53164" h="257853">
                  <a:moveTo>
                    <a:pt x="0" y="127"/>
                  </a:moveTo>
                  <a:lnTo>
                    <a:pt x="17721" y="0"/>
                  </a:lnTo>
                  <a:lnTo>
                    <a:pt x="35442" y="212"/>
                  </a:lnTo>
                  <a:lnTo>
                    <a:pt x="53164" y="677"/>
                  </a:lnTo>
                  <a:lnTo>
                    <a:pt x="53164" y="257853"/>
                  </a:lnTo>
                  <a:lnTo>
                    <a:pt x="35442" y="257853"/>
                  </a:lnTo>
                  <a:lnTo>
                    <a:pt x="17721" y="257853"/>
                  </a:lnTo>
                  <a:lnTo>
                    <a:pt x="0" y="257853"/>
                  </a:lnTo>
                  <a:close/>
                </a:path>
              </a:pathLst>
            </a:custGeom>
            <a:solidFill>
              <a:srgbClr val="AE644F">
                <a:alpha val="100000"/>
              </a:srgbClr>
            </a:solidFill>
            <a:ln w="4762" cap="rnd">
              <a:solidFill>
                <a:srgbClr val="AE64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g2881"/>
            <p:cNvSpPr/>
            <p:nvPr/>
          </p:nvSpPr>
          <p:spPr>
            <a:xfrm>
              <a:off x="8275428" y="5492705"/>
              <a:ext cx="35442" cy="257176"/>
            </a:xfrm>
            <a:custGeom>
              <a:avLst/>
              <a:pathLst>
                <a:path w="35442" h="257176">
                  <a:moveTo>
                    <a:pt x="0" y="0"/>
                  </a:moveTo>
                  <a:lnTo>
                    <a:pt x="17721" y="664"/>
                  </a:lnTo>
                  <a:lnTo>
                    <a:pt x="35442" y="1655"/>
                  </a:lnTo>
                  <a:lnTo>
                    <a:pt x="35442" y="257176"/>
                  </a:lnTo>
                  <a:lnTo>
                    <a:pt x="17721" y="257176"/>
                  </a:lnTo>
                  <a:lnTo>
                    <a:pt x="0" y="257176"/>
                  </a:lnTo>
                  <a:close/>
                </a:path>
              </a:pathLst>
            </a:custGeom>
            <a:solidFill>
              <a:srgbClr val="AD634E">
                <a:alpha val="100000"/>
              </a:srgbClr>
            </a:solidFill>
            <a:ln w="4762" cap="rnd">
              <a:solidFill>
                <a:srgbClr val="AD63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g2882"/>
            <p:cNvSpPr/>
            <p:nvPr/>
          </p:nvSpPr>
          <p:spPr>
            <a:xfrm>
              <a:off x="8310871" y="5494361"/>
              <a:ext cx="17721" cy="255520"/>
            </a:xfrm>
            <a:custGeom>
              <a:avLst/>
              <a:pathLst>
                <a:path w="17721" h="255520">
                  <a:moveTo>
                    <a:pt x="0" y="0"/>
                  </a:moveTo>
                  <a:lnTo>
                    <a:pt x="17721" y="1245"/>
                  </a:lnTo>
                  <a:lnTo>
                    <a:pt x="17721" y="255520"/>
                  </a:lnTo>
                  <a:lnTo>
                    <a:pt x="0" y="255520"/>
                  </a:lnTo>
                  <a:close/>
                </a:path>
              </a:pathLst>
            </a:custGeom>
            <a:solidFill>
              <a:srgbClr val="AD624E">
                <a:alpha val="100000"/>
              </a:srgbClr>
            </a:solidFill>
            <a:ln w="4762" cap="rnd">
              <a:solidFill>
                <a:srgbClr val="AD62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g2883"/>
            <p:cNvSpPr/>
            <p:nvPr/>
          </p:nvSpPr>
          <p:spPr>
            <a:xfrm>
              <a:off x="8328592" y="5495606"/>
              <a:ext cx="17721" cy="254274"/>
            </a:xfrm>
            <a:custGeom>
              <a:avLst/>
              <a:pathLst>
                <a:path w="17721" h="254274">
                  <a:moveTo>
                    <a:pt x="0" y="0"/>
                  </a:moveTo>
                  <a:lnTo>
                    <a:pt x="17721" y="1438"/>
                  </a:lnTo>
                  <a:lnTo>
                    <a:pt x="17721" y="254274"/>
                  </a:lnTo>
                  <a:lnTo>
                    <a:pt x="0" y="254274"/>
                  </a:lnTo>
                  <a:close/>
                </a:path>
              </a:pathLst>
            </a:custGeom>
            <a:solidFill>
              <a:srgbClr val="AD624D">
                <a:alpha val="100000"/>
              </a:srgbClr>
            </a:solidFill>
            <a:ln w="4762" cap="rnd">
              <a:solidFill>
                <a:srgbClr val="AD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g2884"/>
            <p:cNvSpPr/>
            <p:nvPr/>
          </p:nvSpPr>
          <p:spPr>
            <a:xfrm>
              <a:off x="8346314" y="5497044"/>
              <a:ext cx="17721" cy="252836"/>
            </a:xfrm>
            <a:custGeom>
              <a:avLst/>
              <a:pathLst>
                <a:path w="17721" h="252836">
                  <a:moveTo>
                    <a:pt x="0" y="0"/>
                  </a:moveTo>
                  <a:lnTo>
                    <a:pt x="17721" y="1743"/>
                  </a:lnTo>
                  <a:lnTo>
                    <a:pt x="17721" y="252836"/>
                  </a:lnTo>
                  <a:lnTo>
                    <a:pt x="0" y="252836"/>
                  </a:lnTo>
                  <a:close/>
                </a:path>
              </a:pathLst>
            </a:custGeom>
            <a:solidFill>
              <a:srgbClr val="AC624D">
                <a:alpha val="100000"/>
              </a:srgbClr>
            </a:solidFill>
            <a:ln w="4762" cap="rnd">
              <a:solidFill>
                <a:srgbClr val="AC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g2885"/>
            <p:cNvSpPr/>
            <p:nvPr/>
          </p:nvSpPr>
          <p:spPr>
            <a:xfrm>
              <a:off x="8364035" y="5498788"/>
              <a:ext cx="53164" cy="251092"/>
            </a:xfrm>
            <a:custGeom>
              <a:avLst/>
              <a:pathLst>
                <a:path w="53164" h="251092">
                  <a:moveTo>
                    <a:pt x="0" y="0"/>
                  </a:moveTo>
                  <a:lnTo>
                    <a:pt x="17721" y="1991"/>
                  </a:lnTo>
                  <a:lnTo>
                    <a:pt x="35442" y="4165"/>
                  </a:lnTo>
                  <a:lnTo>
                    <a:pt x="53164" y="6614"/>
                  </a:lnTo>
                  <a:lnTo>
                    <a:pt x="53164" y="251092"/>
                  </a:lnTo>
                  <a:lnTo>
                    <a:pt x="35442" y="251092"/>
                  </a:lnTo>
                  <a:lnTo>
                    <a:pt x="17721" y="251092"/>
                  </a:lnTo>
                  <a:lnTo>
                    <a:pt x="0" y="251092"/>
                  </a:lnTo>
                  <a:close/>
                </a:path>
              </a:pathLst>
            </a:custGeom>
            <a:solidFill>
              <a:srgbClr val="AC614C">
                <a:alpha val="100000"/>
              </a:srgbClr>
            </a:solidFill>
            <a:ln w="4762" cap="rnd">
              <a:solidFill>
                <a:srgbClr val="AC614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g2886"/>
            <p:cNvSpPr/>
            <p:nvPr/>
          </p:nvSpPr>
          <p:spPr>
            <a:xfrm>
              <a:off x="8417199" y="5505403"/>
              <a:ext cx="35442" cy="244478"/>
            </a:xfrm>
            <a:custGeom>
              <a:avLst/>
              <a:pathLst>
                <a:path w="35442" h="244478">
                  <a:moveTo>
                    <a:pt x="0" y="0"/>
                  </a:moveTo>
                  <a:lnTo>
                    <a:pt x="17721" y="2684"/>
                  </a:lnTo>
                  <a:lnTo>
                    <a:pt x="35442" y="5533"/>
                  </a:lnTo>
                  <a:lnTo>
                    <a:pt x="35442" y="244478"/>
                  </a:lnTo>
                  <a:lnTo>
                    <a:pt x="17721" y="244478"/>
                  </a:lnTo>
                  <a:lnTo>
                    <a:pt x="0" y="244478"/>
                  </a:lnTo>
                  <a:close/>
                </a:path>
              </a:pathLst>
            </a:custGeom>
            <a:solidFill>
              <a:srgbClr val="AB604B">
                <a:alpha val="100000"/>
              </a:srgbClr>
            </a:solidFill>
            <a:ln w="4762" cap="rnd">
              <a:solidFill>
                <a:srgbClr val="AB60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g2887"/>
            <p:cNvSpPr/>
            <p:nvPr/>
          </p:nvSpPr>
          <p:spPr>
            <a:xfrm>
              <a:off x="8452642" y="5510937"/>
              <a:ext cx="17721" cy="238944"/>
            </a:xfrm>
            <a:custGeom>
              <a:avLst/>
              <a:pathLst>
                <a:path w="17721" h="238944">
                  <a:moveTo>
                    <a:pt x="0" y="0"/>
                  </a:moveTo>
                  <a:lnTo>
                    <a:pt x="17721" y="3091"/>
                  </a:lnTo>
                  <a:lnTo>
                    <a:pt x="17721" y="238944"/>
                  </a:lnTo>
                  <a:lnTo>
                    <a:pt x="0" y="238944"/>
                  </a:lnTo>
                  <a:close/>
                </a:path>
              </a:pathLst>
            </a:custGeom>
            <a:solidFill>
              <a:srgbClr val="AB5F4B">
                <a:alpha val="100000"/>
              </a:srgbClr>
            </a:solidFill>
            <a:ln w="4762" cap="rnd">
              <a:solidFill>
                <a:srgbClr val="AB5F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g2888"/>
            <p:cNvSpPr/>
            <p:nvPr/>
          </p:nvSpPr>
          <p:spPr>
            <a:xfrm>
              <a:off x="8470363" y="5514028"/>
              <a:ext cx="17721" cy="235852"/>
            </a:xfrm>
            <a:custGeom>
              <a:avLst/>
              <a:pathLst>
                <a:path w="17721" h="235852">
                  <a:moveTo>
                    <a:pt x="0" y="0"/>
                  </a:moveTo>
                  <a:lnTo>
                    <a:pt x="17721" y="3305"/>
                  </a:lnTo>
                  <a:lnTo>
                    <a:pt x="17721" y="235852"/>
                  </a:lnTo>
                  <a:lnTo>
                    <a:pt x="0" y="235852"/>
                  </a:lnTo>
                  <a:close/>
                </a:path>
              </a:pathLst>
            </a:custGeom>
            <a:solidFill>
              <a:srgbClr val="AB5F4A">
                <a:alpha val="100000"/>
              </a:srgbClr>
            </a:solidFill>
            <a:ln w="4762" cap="rnd">
              <a:solidFill>
                <a:srgbClr val="AB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g2889"/>
            <p:cNvSpPr/>
            <p:nvPr/>
          </p:nvSpPr>
          <p:spPr>
            <a:xfrm>
              <a:off x="8488085" y="5517334"/>
              <a:ext cx="17721" cy="232546"/>
            </a:xfrm>
            <a:custGeom>
              <a:avLst/>
              <a:pathLst>
                <a:path w="17721" h="232546">
                  <a:moveTo>
                    <a:pt x="0" y="0"/>
                  </a:moveTo>
                  <a:lnTo>
                    <a:pt x="17721" y="3449"/>
                  </a:lnTo>
                  <a:lnTo>
                    <a:pt x="17721" y="232546"/>
                  </a:lnTo>
                  <a:lnTo>
                    <a:pt x="0" y="232546"/>
                  </a:lnTo>
                  <a:close/>
                </a:path>
              </a:pathLst>
            </a:custGeom>
            <a:solidFill>
              <a:srgbClr val="AA5F4A">
                <a:alpha val="100000"/>
              </a:srgbClr>
            </a:solidFill>
            <a:ln w="4762" cap="rnd">
              <a:solidFill>
                <a:srgbClr val="AA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g2890"/>
            <p:cNvSpPr/>
            <p:nvPr/>
          </p:nvSpPr>
          <p:spPr>
            <a:xfrm>
              <a:off x="8505806" y="5520784"/>
              <a:ext cx="35442" cy="229096"/>
            </a:xfrm>
            <a:custGeom>
              <a:avLst/>
              <a:pathLst>
                <a:path w="35442" h="229096">
                  <a:moveTo>
                    <a:pt x="0" y="0"/>
                  </a:moveTo>
                  <a:lnTo>
                    <a:pt x="17721" y="3654"/>
                  </a:lnTo>
                  <a:lnTo>
                    <a:pt x="35442" y="7495"/>
                  </a:lnTo>
                  <a:lnTo>
                    <a:pt x="35442" y="229096"/>
                  </a:lnTo>
                  <a:lnTo>
                    <a:pt x="17721" y="229096"/>
                  </a:lnTo>
                  <a:lnTo>
                    <a:pt x="0" y="229096"/>
                  </a:lnTo>
                  <a:close/>
                </a:path>
              </a:pathLst>
            </a:custGeom>
            <a:solidFill>
              <a:srgbClr val="AA5E49">
                <a:alpha val="100000"/>
              </a:srgbClr>
            </a:solidFill>
            <a:ln w="4762" cap="rnd">
              <a:solidFill>
                <a:srgbClr val="AA5E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g2891"/>
            <p:cNvSpPr/>
            <p:nvPr/>
          </p:nvSpPr>
          <p:spPr>
            <a:xfrm>
              <a:off x="8541249" y="5528280"/>
              <a:ext cx="17721" cy="221601"/>
            </a:xfrm>
            <a:custGeom>
              <a:avLst/>
              <a:pathLst>
                <a:path w="17721" h="221601">
                  <a:moveTo>
                    <a:pt x="0" y="0"/>
                  </a:moveTo>
                  <a:lnTo>
                    <a:pt x="17721" y="3961"/>
                  </a:lnTo>
                  <a:lnTo>
                    <a:pt x="17721" y="221601"/>
                  </a:lnTo>
                  <a:lnTo>
                    <a:pt x="0" y="221601"/>
                  </a:lnTo>
                  <a:close/>
                </a:path>
              </a:pathLst>
            </a:custGeom>
            <a:solidFill>
              <a:srgbClr val="AA5D49">
                <a:alpha val="100000"/>
              </a:srgbClr>
            </a:solidFill>
            <a:ln w="4762" cap="rnd">
              <a:solidFill>
                <a:srgbClr val="AA5D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g2892"/>
            <p:cNvSpPr/>
            <p:nvPr/>
          </p:nvSpPr>
          <p:spPr>
            <a:xfrm>
              <a:off x="8558970" y="5532242"/>
              <a:ext cx="35442" cy="217639"/>
            </a:xfrm>
            <a:custGeom>
              <a:avLst/>
              <a:pathLst>
                <a:path w="35442" h="217639">
                  <a:moveTo>
                    <a:pt x="0" y="0"/>
                  </a:moveTo>
                  <a:lnTo>
                    <a:pt x="17721" y="4125"/>
                  </a:lnTo>
                  <a:lnTo>
                    <a:pt x="35442" y="8406"/>
                  </a:lnTo>
                  <a:lnTo>
                    <a:pt x="35442" y="217639"/>
                  </a:lnTo>
                  <a:lnTo>
                    <a:pt x="17721" y="217639"/>
                  </a:lnTo>
                  <a:lnTo>
                    <a:pt x="0" y="217639"/>
                  </a:lnTo>
                  <a:close/>
                </a:path>
              </a:pathLst>
            </a:custGeom>
            <a:solidFill>
              <a:srgbClr val="A95D48">
                <a:alpha val="100000"/>
              </a:srgbClr>
            </a:solidFill>
            <a:ln w="4762" cap="rnd">
              <a:solidFill>
                <a:srgbClr val="A95D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g2893"/>
            <p:cNvSpPr/>
            <p:nvPr/>
          </p:nvSpPr>
          <p:spPr>
            <a:xfrm>
              <a:off x="8594413" y="5540649"/>
              <a:ext cx="17721" cy="209232"/>
            </a:xfrm>
            <a:custGeom>
              <a:avLst/>
              <a:pathLst>
                <a:path w="17721" h="209232">
                  <a:moveTo>
                    <a:pt x="0" y="0"/>
                  </a:moveTo>
                  <a:lnTo>
                    <a:pt x="17721" y="4375"/>
                  </a:lnTo>
                  <a:lnTo>
                    <a:pt x="17721" y="209232"/>
                  </a:lnTo>
                  <a:lnTo>
                    <a:pt x="0" y="209232"/>
                  </a:lnTo>
                  <a:close/>
                </a:path>
              </a:pathLst>
            </a:custGeom>
            <a:solidFill>
              <a:srgbClr val="A95C48">
                <a:alpha val="100000"/>
              </a:srgbClr>
            </a:solidFill>
            <a:ln w="4762" cap="rnd">
              <a:solidFill>
                <a:srgbClr val="A95C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g2894"/>
            <p:cNvSpPr/>
            <p:nvPr/>
          </p:nvSpPr>
          <p:spPr>
            <a:xfrm>
              <a:off x="8612134" y="5545024"/>
              <a:ext cx="35442" cy="204856"/>
            </a:xfrm>
            <a:custGeom>
              <a:avLst/>
              <a:pathLst>
                <a:path w="35442" h="204856">
                  <a:moveTo>
                    <a:pt x="0" y="0"/>
                  </a:moveTo>
                  <a:lnTo>
                    <a:pt x="17721" y="4498"/>
                  </a:lnTo>
                  <a:lnTo>
                    <a:pt x="35442" y="9116"/>
                  </a:lnTo>
                  <a:lnTo>
                    <a:pt x="35442" y="204856"/>
                  </a:lnTo>
                  <a:lnTo>
                    <a:pt x="17721" y="204856"/>
                  </a:lnTo>
                  <a:lnTo>
                    <a:pt x="0" y="204856"/>
                  </a:lnTo>
                  <a:close/>
                </a:path>
              </a:pathLst>
            </a:custGeom>
            <a:solidFill>
              <a:srgbClr val="A95C47">
                <a:alpha val="100000"/>
              </a:srgbClr>
            </a:solidFill>
            <a:ln w="4762" cap="rnd">
              <a:solidFill>
                <a:srgbClr val="A95C4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g2895"/>
            <p:cNvSpPr/>
            <p:nvPr/>
          </p:nvSpPr>
          <p:spPr>
            <a:xfrm>
              <a:off x="8647577" y="5554141"/>
              <a:ext cx="35442" cy="195740"/>
            </a:xfrm>
            <a:custGeom>
              <a:avLst/>
              <a:pathLst>
                <a:path w="35442" h="195740">
                  <a:moveTo>
                    <a:pt x="0" y="0"/>
                  </a:moveTo>
                  <a:lnTo>
                    <a:pt x="17721" y="4685"/>
                  </a:lnTo>
                  <a:lnTo>
                    <a:pt x="35442" y="9454"/>
                  </a:lnTo>
                  <a:lnTo>
                    <a:pt x="35442" y="195740"/>
                  </a:lnTo>
                  <a:lnTo>
                    <a:pt x="17721" y="195740"/>
                  </a:lnTo>
                  <a:lnTo>
                    <a:pt x="0" y="195740"/>
                  </a:lnTo>
                  <a:close/>
                </a:path>
              </a:pathLst>
            </a:custGeom>
            <a:solidFill>
              <a:srgbClr val="A85B46">
                <a:alpha val="100000"/>
              </a:srgbClr>
            </a:solidFill>
            <a:ln w="4762" cap="rnd">
              <a:solidFill>
                <a:srgbClr val="A85B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g2896"/>
            <p:cNvSpPr/>
            <p:nvPr/>
          </p:nvSpPr>
          <p:spPr>
            <a:xfrm>
              <a:off x="8683020" y="5563595"/>
              <a:ext cx="17721" cy="186285"/>
            </a:xfrm>
            <a:custGeom>
              <a:avLst/>
              <a:pathLst>
                <a:path w="17721" h="186285">
                  <a:moveTo>
                    <a:pt x="0" y="0"/>
                  </a:moveTo>
                  <a:lnTo>
                    <a:pt x="17721" y="4848"/>
                  </a:lnTo>
                  <a:lnTo>
                    <a:pt x="17721" y="186285"/>
                  </a:lnTo>
                  <a:lnTo>
                    <a:pt x="0" y="186285"/>
                  </a:lnTo>
                  <a:close/>
                </a:path>
              </a:pathLst>
            </a:custGeom>
            <a:solidFill>
              <a:srgbClr val="A85A46">
                <a:alpha val="100000"/>
              </a:srgbClr>
            </a:solidFill>
            <a:ln w="4762" cap="rnd">
              <a:solidFill>
                <a:srgbClr val="A85A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g2897"/>
            <p:cNvSpPr/>
            <p:nvPr/>
          </p:nvSpPr>
          <p:spPr>
            <a:xfrm>
              <a:off x="8700741" y="5568444"/>
              <a:ext cx="17721" cy="181437"/>
            </a:xfrm>
            <a:custGeom>
              <a:avLst/>
              <a:pathLst>
                <a:path w="17721" h="181437">
                  <a:moveTo>
                    <a:pt x="0" y="0"/>
                  </a:moveTo>
                  <a:lnTo>
                    <a:pt x="17721" y="4889"/>
                  </a:lnTo>
                  <a:lnTo>
                    <a:pt x="17721" y="181437"/>
                  </a:lnTo>
                  <a:lnTo>
                    <a:pt x="0" y="181437"/>
                  </a:lnTo>
                  <a:close/>
                </a:path>
              </a:pathLst>
            </a:custGeom>
            <a:solidFill>
              <a:srgbClr val="A85A45">
                <a:alpha val="100000"/>
              </a:srgbClr>
            </a:solidFill>
            <a:ln w="4762" cap="rnd">
              <a:solidFill>
                <a:srgbClr val="A85A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g2898"/>
            <p:cNvSpPr/>
            <p:nvPr/>
          </p:nvSpPr>
          <p:spPr>
            <a:xfrm>
              <a:off x="8718462" y="5573333"/>
              <a:ext cx="17721" cy="176547"/>
            </a:xfrm>
            <a:custGeom>
              <a:avLst/>
              <a:pathLst>
                <a:path w="17721" h="176547">
                  <a:moveTo>
                    <a:pt x="0" y="0"/>
                  </a:moveTo>
                  <a:lnTo>
                    <a:pt x="17721" y="4936"/>
                  </a:lnTo>
                  <a:lnTo>
                    <a:pt x="17721" y="176547"/>
                  </a:lnTo>
                  <a:lnTo>
                    <a:pt x="0" y="176547"/>
                  </a:lnTo>
                  <a:close/>
                </a:path>
              </a:pathLst>
            </a:custGeom>
            <a:solidFill>
              <a:srgbClr val="A75A45">
                <a:alpha val="100000"/>
              </a:srgbClr>
            </a:solidFill>
            <a:ln w="4762" cap="rnd">
              <a:solidFill>
                <a:srgbClr val="A75A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g2899"/>
            <p:cNvSpPr/>
            <p:nvPr/>
          </p:nvSpPr>
          <p:spPr>
            <a:xfrm>
              <a:off x="8736184" y="5578270"/>
              <a:ext cx="17721" cy="171610"/>
            </a:xfrm>
            <a:custGeom>
              <a:avLst/>
              <a:pathLst>
                <a:path w="17721" h="171610">
                  <a:moveTo>
                    <a:pt x="0" y="0"/>
                  </a:moveTo>
                  <a:lnTo>
                    <a:pt x="17721" y="4975"/>
                  </a:lnTo>
                  <a:lnTo>
                    <a:pt x="17721" y="171610"/>
                  </a:lnTo>
                  <a:lnTo>
                    <a:pt x="0" y="171610"/>
                  </a:lnTo>
                  <a:close/>
                </a:path>
              </a:pathLst>
            </a:custGeom>
            <a:solidFill>
              <a:srgbClr val="A75945">
                <a:alpha val="100000"/>
              </a:srgbClr>
            </a:solidFill>
            <a:ln w="4762" cap="rnd">
              <a:solidFill>
                <a:srgbClr val="A759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g2900"/>
            <p:cNvSpPr/>
            <p:nvPr/>
          </p:nvSpPr>
          <p:spPr>
            <a:xfrm>
              <a:off x="8753905" y="5583246"/>
              <a:ext cx="17721" cy="166635"/>
            </a:xfrm>
            <a:custGeom>
              <a:avLst/>
              <a:pathLst>
                <a:path w="17721" h="166635">
                  <a:moveTo>
                    <a:pt x="0" y="0"/>
                  </a:moveTo>
                  <a:lnTo>
                    <a:pt x="17721" y="4990"/>
                  </a:lnTo>
                  <a:lnTo>
                    <a:pt x="17721" y="166635"/>
                  </a:lnTo>
                  <a:lnTo>
                    <a:pt x="0" y="166635"/>
                  </a:lnTo>
                  <a:close/>
                </a:path>
              </a:pathLst>
            </a:custGeom>
            <a:solidFill>
              <a:srgbClr val="A75944">
                <a:alpha val="100000"/>
              </a:srgbClr>
            </a:solidFill>
            <a:ln w="4762" cap="rnd">
              <a:solidFill>
                <a:srgbClr val="A759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g2901"/>
            <p:cNvSpPr/>
            <p:nvPr/>
          </p:nvSpPr>
          <p:spPr>
            <a:xfrm>
              <a:off x="8771627" y="5588236"/>
              <a:ext cx="17721" cy="161644"/>
            </a:xfrm>
            <a:custGeom>
              <a:avLst/>
              <a:pathLst>
                <a:path w="17721" h="161644">
                  <a:moveTo>
                    <a:pt x="0" y="0"/>
                  </a:moveTo>
                  <a:lnTo>
                    <a:pt x="17721" y="5004"/>
                  </a:lnTo>
                  <a:lnTo>
                    <a:pt x="17721" y="161644"/>
                  </a:lnTo>
                  <a:lnTo>
                    <a:pt x="0" y="161644"/>
                  </a:lnTo>
                  <a:close/>
                </a:path>
              </a:pathLst>
            </a:custGeom>
            <a:solidFill>
              <a:srgbClr val="A75844">
                <a:alpha val="100000"/>
              </a:srgbClr>
            </a:solidFill>
            <a:ln w="4762" cap="rnd">
              <a:solidFill>
                <a:srgbClr val="A758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g2902"/>
            <p:cNvSpPr/>
            <p:nvPr/>
          </p:nvSpPr>
          <p:spPr>
            <a:xfrm>
              <a:off x="8789348" y="5593241"/>
              <a:ext cx="17721" cy="156639"/>
            </a:xfrm>
            <a:custGeom>
              <a:avLst/>
              <a:pathLst>
                <a:path w="17721" h="156639">
                  <a:moveTo>
                    <a:pt x="0" y="0"/>
                  </a:moveTo>
                  <a:lnTo>
                    <a:pt x="17721" y="5003"/>
                  </a:lnTo>
                  <a:lnTo>
                    <a:pt x="17721" y="156639"/>
                  </a:lnTo>
                  <a:lnTo>
                    <a:pt x="0" y="156639"/>
                  </a:lnTo>
                  <a:close/>
                </a:path>
              </a:pathLst>
            </a:custGeom>
            <a:solidFill>
              <a:srgbClr val="A65844">
                <a:alpha val="100000"/>
              </a:srgbClr>
            </a:solidFill>
            <a:ln w="4762" cap="rnd">
              <a:solidFill>
                <a:srgbClr val="A658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g2903"/>
            <p:cNvSpPr/>
            <p:nvPr/>
          </p:nvSpPr>
          <p:spPr>
            <a:xfrm>
              <a:off x="8807069" y="5598245"/>
              <a:ext cx="17721" cy="151635"/>
            </a:xfrm>
            <a:custGeom>
              <a:avLst/>
              <a:pathLst>
                <a:path w="17721" h="151635">
                  <a:moveTo>
                    <a:pt x="0" y="0"/>
                  </a:moveTo>
                  <a:lnTo>
                    <a:pt x="17721" y="4994"/>
                  </a:lnTo>
                  <a:lnTo>
                    <a:pt x="17721" y="151635"/>
                  </a:lnTo>
                  <a:lnTo>
                    <a:pt x="0" y="151635"/>
                  </a:lnTo>
                  <a:close/>
                </a:path>
              </a:pathLst>
            </a:custGeom>
            <a:solidFill>
              <a:srgbClr val="A65843">
                <a:alpha val="100000"/>
              </a:srgbClr>
            </a:solidFill>
            <a:ln w="4762" cap="rnd">
              <a:solidFill>
                <a:srgbClr val="A658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g2904"/>
            <p:cNvSpPr/>
            <p:nvPr/>
          </p:nvSpPr>
          <p:spPr>
            <a:xfrm>
              <a:off x="8824791" y="5603240"/>
              <a:ext cx="17721" cy="146640"/>
            </a:xfrm>
            <a:custGeom>
              <a:avLst/>
              <a:pathLst>
                <a:path w="17721" h="146640">
                  <a:moveTo>
                    <a:pt x="0" y="0"/>
                  </a:moveTo>
                  <a:lnTo>
                    <a:pt x="17721" y="4980"/>
                  </a:lnTo>
                  <a:lnTo>
                    <a:pt x="17721" y="146640"/>
                  </a:lnTo>
                  <a:lnTo>
                    <a:pt x="0" y="146640"/>
                  </a:lnTo>
                  <a:close/>
                </a:path>
              </a:pathLst>
            </a:custGeom>
            <a:solidFill>
              <a:srgbClr val="A65743">
                <a:alpha val="100000"/>
              </a:srgbClr>
            </a:solidFill>
            <a:ln w="4762" cap="rnd">
              <a:solidFill>
                <a:srgbClr val="A657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g2905"/>
            <p:cNvSpPr/>
            <p:nvPr/>
          </p:nvSpPr>
          <p:spPr>
            <a:xfrm>
              <a:off x="8842512" y="5608221"/>
              <a:ext cx="17721" cy="141660"/>
            </a:xfrm>
            <a:custGeom>
              <a:avLst/>
              <a:pathLst>
                <a:path w="17721" h="141660">
                  <a:moveTo>
                    <a:pt x="0" y="0"/>
                  </a:moveTo>
                  <a:lnTo>
                    <a:pt x="17721" y="4941"/>
                  </a:lnTo>
                  <a:lnTo>
                    <a:pt x="17721" y="141660"/>
                  </a:lnTo>
                  <a:lnTo>
                    <a:pt x="0" y="141660"/>
                  </a:lnTo>
                  <a:close/>
                </a:path>
              </a:pathLst>
            </a:custGeom>
            <a:solidFill>
              <a:srgbClr val="A65742">
                <a:alpha val="100000"/>
              </a:srgbClr>
            </a:solidFill>
            <a:ln w="4762" cap="rnd">
              <a:solidFill>
                <a:srgbClr val="A657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g2906"/>
            <p:cNvSpPr/>
            <p:nvPr/>
          </p:nvSpPr>
          <p:spPr>
            <a:xfrm>
              <a:off x="8860233" y="5613162"/>
              <a:ext cx="17721" cy="136719"/>
            </a:xfrm>
            <a:custGeom>
              <a:avLst/>
              <a:pathLst>
                <a:path w="17721" h="136719">
                  <a:moveTo>
                    <a:pt x="0" y="0"/>
                  </a:moveTo>
                  <a:lnTo>
                    <a:pt x="17721" y="4910"/>
                  </a:lnTo>
                  <a:lnTo>
                    <a:pt x="17721" y="136719"/>
                  </a:lnTo>
                  <a:lnTo>
                    <a:pt x="0" y="136719"/>
                  </a:lnTo>
                  <a:close/>
                </a:path>
              </a:pathLst>
            </a:custGeom>
            <a:solidFill>
              <a:srgbClr val="A55742">
                <a:alpha val="100000"/>
              </a:srgbClr>
            </a:solidFill>
            <a:ln w="4762" cap="rnd">
              <a:solidFill>
                <a:srgbClr val="A557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g2907"/>
            <p:cNvSpPr/>
            <p:nvPr/>
          </p:nvSpPr>
          <p:spPr>
            <a:xfrm>
              <a:off x="8877955" y="5618072"/>
              <a:ext cx="17721" cy="131808"/>
            </a:xfrm>
            <a:custGeom>
              <a:avLst/>
              <a:pathLst>
                <a:path w="17721" h="131808">
                  <a:moveTo>
                    <a:pt x="0" y="0"/>
                  </a:moveTo>
                  <a:lnTo>
                    <a:pt x="17721" y="4872"/>
                  </a:lnTo>
                  <a:lnTo>
                    <a:pt x="17721" y="131808"/>
                  </a:lnTo>
                  <a:lnTo>
                    <a:pt x="0" y="131808"/>
                  </a:lnTo>
                  <a:close/>
                </a:path>
              </a:pathLst>
            </a:custGeom>
            <a:solidFill>
              <a:srgbClr val="A55642">
                <a:alpha val="100000"/>
              </a:srgbClr>
            </a:solidFill>
            <a:ln w="4762" cap="rnd">
              <a:solidFill>
                <a:srgbClr val="A556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g2908"/>
            <p:cNvSpPr/>
            <p:nvPr/>
          </p:nvSpPr>
          <p:spPr>
            <a:xfrm>
              <a:off x="8895676" y="5622945"/>
              <a:ext cx="17721" cy="126936"/>
            </a:xfrm>
            <a:custGeom>
              <a:avLst/>
              <a:pathLst>
                <a:path w="17721" h="126936">
                  <a:moveTo>
                    <a:pt x="0" y="0"/>
                  </a:moveTo>
                  <a:lnTo>
                    <a:pt x="17721" y="4797"/>
                  </a:lnTo>
                  <a:lnTo>
                    <a:pt x="17721" y="126936"/>
                  </a:lnTo>
                  <a:lnTo>
                    <a:pt x="0" y="126936"/>
                  </a:lnTo>
                  <a:close/>
                </a:path>
              </a:pathLst>
            </a:custGeom>
            <a:solidFill>
              <a:srgbClr val="A55641">
                <a:alpha val="100000"/>
              </a:srgbClr>
            </a:solidFill>
            <a:ln w="4762" cap="rnd">
              <a:solidFill>
                <a:srgbClr val="A556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g2909"/>
            <p:cNvSpPr/>
            <p:nvPr/>
          </p:nvSpPr>
          <p:spPr>
            <a:xfrm>
              <a:off x="8913398" y="5627743"/>
              <a:ext cx="17721" cy="122138"/>
            </a:xfrm>
            <a:custGeom>
              <a:avLst/>
              <a:pathLst>
                <a:path w="17721" h="122138">
                  <a:moveTo>
                    <a:pt x="0" y="0"/>
                  </a:moveTo>
                  <a:lnTo>
                    <a:pt x="17721" y="4749"/>
                  </a:lnTo>
                  <a:lnTo>
                    <a:pt x="17721" y="122138"/>
                  </a:lnTo>
                  <a:lnTo>
                    <a:pt x="0" y="122138"/>
                  </a:lnTo>
                  <a:close/>
                </a:path>
              </a:pathLst>
            </a:custGeom>
            <a:solidFill>
              <a:srgbClr val="A55541">
                <a:alpha val="100000"/>
              </a:srgbClr>
            </a:solidFill>
            <a:ln w="4762" cap="rnd">
              <a:solidFill>
                <a:srgbClr val="A555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g2910"/>
            <p:cNvSpPr/>
            <p:nvPr/>
          </p:nvSpPr>
          <p:spPr>
            <a:xfrm>
              <a:off x="8931119" y="5632492"/>
              <a:ext cx="17721" cy="117389"/>
            </a:xfrm>
            <a:custGeom>
              <a:avLst/>
              <a:pathLst>
                <a:path w="17721" h="117389">
                  <a:moveTo>
                    <a:pt x="0" y="0"/>
                  </a:moveTo>
                  <a:lnTo>
                    <a:pt x="17721" y="4692"/>
                  </a:lnTo>
                  <a:lnTo>
                    <a:pt x="17721" y="117389"/>
                  </a:lnTo>
                  <a:lnTo>
                    <a:pt x="0" y="117389"/>
                  </a:lnTo>
                  <a:close/>
                </a:path>
              </a:pathLst>
            </a:custGeom>
            <a:solidFill>
              <a:srgbClr val="A45541">
                <a:alpha val="100000"/>
              </a:srgbClr>
            </a:solidFill>
            <a:ln w="4762" cap="rnd">
              <a:solidFill>
                <a:srgbClr val="A4554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g2911"/>
            <p:cNvSpPr/>
            <p:nvPr/>
          </p:nvSpPr>
          <p:spPr>
            <a:xfrm>
              <a:off x="8948840" y="5637184"/>
              <a:ext cx="17721" cy="112696"/>
            </a:xfrm>
            <a:custGeom>
              <a:avLst/>
              <a:pathLst>
                <a:path w="17721" h="112696">
                  <a:moveTo>
                    <a:pt x="0" y="0"/>
                  </a:moveTo>
                  <a:lnTo>
                    <a:pt x="17721" y="4586"/>
                  </a:lnTo>
                  <a:lnTo>
                    <a:pt x="17721" y="112696"/>
                  </a:lnTo>
                  <a:lnTo>
                    <a:pt x="0" y="112696"/>
                  </a:lnTo>
                  <a:close/>
                </a:path>
              </a:pathLst>
            </a:custGeom>
            <a:solidFill>
              <a:srgbClr val="A45540">
                <a:alpha val="100000"/>
              </a:srgbClr>
            </a:solidFill>
            <a:ln w="4762" cap="rnd">
              <a:solidFill>
                <a:srgbClr val="A455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g2912"/>
            <p:cNvSpPr/>
            <p:nvPr/>
          </p:nvSpPr>
          <p:spPr>
            <a:xfrm>
              <a:off x="8966562" y="5641771"/>
              <a:ext cx="35442" cy="108110"/>
            </a:xfrm>
            <a:custGeom>
              <a:avLst/>
              <a:pathLst>
                <a:path w="35442" h="108110">
                  <a:moveTo>
                    <a:pt x="0" y="0"/>
                  </a:moveTo>
                  <a:lnTo>
                    <a:pt x="17721" y="4522"/>
                  </a:lnTo>
                  <a:lnTo>
                    <a:pt x="35442" y="8975"/>
                  </a:lnTo>
                  <a:lnTo>
                    <a:pt x="35442" y="108110"/>
                  </a:lnTo>
                  <a:lnTo>
                    <a:pt x="17721" y="108110"/>
                  </a:lnTo>
                  <a:lnTo>
                    <a:pt x="0" y="108110"/>
                  </a:lnTo>
                  <a:close/>
                </a:path>
              </a:pathLst>
            </a:custGeom>
            <a:solidFill>
              <a:srgbClr val="A45440">
                <a:alpha val="100000"/>
              </a:srgbClr>
            </a:solidFill>
            <a:ln w="4762" cap="rnd">
              <a:solidFill>
                <a:srgbClr val="A454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g2913"/>
            <p:cNvSpPr/>
            <p:nvPr/>
          </p:nvSpPr>
          <p:spPr>
            <a:xfrm>
              <a:off x="9002004" y="5650746"/>
              <a:ext cx="35442" cy="99134"/>
            </a:xfrm>
            <a:custGeom>
              <a:avLst/>
              <a:pathLst>
                <a:path w="35442" h="99134">
                  <a:moveTo>
                    <a:pt x="0" y="0"/>
                  </a:moveTo>
                  <a:lnTo>
                    <a:pt x="17721" y="4320"/>
                  </a:lnTo>
                  <a:lnTo>
                    <a:pt x="35442" y="8565"/>
                  </a:lnTo>
                  <a:lnTo>
                    <a:pt x="35442" y="99134"/>
                  </a:lnTo>
                  <a:lnTo>
                    <a:pt x="17721" y="99134"/>
                  </a:lnTo>
                  <a:lnTo>
                    <a:pt x="0" y="99134"/>
                  </a:lnTo>
                  <a:close/>
                </a:path>
              </a:pathLst>
            </a:custGeom>
            <a:solidFill>
              <a:srgbClr val="A3533F">
                <a:alpha val="100000"/>
              </a:srgbClr>
            </a:solidFill>
            <a:ln w="4762" cap="rnd">
              <a:solidFill>
                <a:srgbClr val="A3533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g2914"/>
            <p:cNvSpPr/>
            <p:nvPr/>
          </p:nvSpPr>
          <p:spPr>
            <a:xfrm>
              <a:off x="9037447" y="5659311"/>
              <a:ext cx="17721" cy="90569"/>
            </a:xfrm>
            <a:custGeom>
              <a:avLst/>
              <a:pathLst>
                <a:path w="17721" h="90569">
                  <a:moveTo>
                    <a:pt x="0" y="0"/>
                  </a:moveTo>
                  <a:lnTo>
                    <a:pt x="17721" y="4166"/>
                  </a:lnTo>
                  <a:lnTo>
                    <a:pt x="17721" y="90569"/>
                  </a:lnTo>
                  <a:lnTo>
                    <a:pt x="0" y="90569"/>
                  </a:lnTo>
                  <a:close/>
                </a:path>
              </a:pathLst>
            </a:custGeom>
            <a:solidFill>
              <a:srgbClr val="A3533E">
                <a:alpha val="100000"/>
              </a:srgbClr>
            </a:solidFill>
            <a:ln w="4762" cap="rnd">
              <a:solidFill>
                <a:srgbClr val="A353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g2915"/>
            <p:cNvSpPr/>
            <p:nvPr/>
          </p:nvSpPr>
          <p:spPr>
            <a:xfrm>
              <a:off x="9055168" y="5663478"/>
              <a:ext cx="17721" cy="86403"/>
            </a:xfrm>
            <a:custGeom>
              <a:avLst/>
              <a:pathLst>
                <a:path w="17721" h="86403">
                  <a:moveTo>
                    <a:pt x="0" y="0"/>
                  </a:moveTo>
                  <a:lnTo>
                    <a:pt x="17721" y="4012"/>
                  </a:lnTo>
                  <a:lnTo>
                    <a:pt x="17721" y="86403"/>
                  </a:lnTo>
                  <a:lnTo>
                    <a:pt x="0" y="86403"/>
                  </a:lnTo>
                  <a:close/>
                </a:path>
              </a:pathLst>
            </a:custGeom>
            <a:solidFill>
              <a:srgbClr val="A3523E">
                <a:alpha val="100000"/>
              </a:srgbClr>
            </a:solidFill>
            <a:ln w="4762" cap="rnd">
              <a:solidFill>
                <a:srgbClr val="A352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g2916"/>
            <p:cNvSpPr/>
            <p:nvPr/>
          </p:nvSpPr>
          <p:spPr>
            <a:xfrm>
              <a:off x="9072890" y="5667491"/>
              <a:ext cx="17721" cy="82390"/>
            </a:xfrm>
            <a:custGeom>
              <a:avLst/>
              <a:pathLst>
                <a:path w="17721" h="82390">
                  <a:moveTo>
                    <a:pt x="0" y="0"/>
                  </a:moveTo>
                  <a:lnTo>
                    <a:pt x="17721" y="3929"/>
                  </a:lnTo>
                  <a:lnTo>
                    <a:pt x="17721" y="82390"/>
                  </a:lnTo>
                  <a:lnTo>
                    <a:pt x="0" y="82390"/>
                  </a:lnTo>
                  <a:close/>
                </a:path>
              </a:pathLst>
            </a:custGeom>
            <a:solidFill>
              <a:srgbClr val="A2523E">
                <a:alpha val="100000"/>
              </a:srgbClr>
            </a:solidFill>
            <a:ln w="4762" cap="rnd">
              <a:solidFill>
                <a:srgbClr val="A252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g2917"/>
            <p:cNvSpPr/>
            <p:nvPr/>
          </p:nvSpPr>
          <p:spPr>
            <a:xfrm>
              <a:off x="9090611" y="5671420"/>
              <a:ext cx="17721" cy="78460"/>
            </a:xfrm>
            <a:custGeom>
              <a:avLst/>
              <a:pathLst>
                <a:path w="17721" h="78460">
                  <a:moveTo>
                    <a:pt x="0" y="0"/>
                  </a:moveTo>
                  <a:lnTo>
                    <a:pt x="17721" y="3846"/>
                  </a:lnTo>
                  <a:lnTo>
                    <a:pt x="17721" y="78460"/>
                  </a:lnTo>
                  <a:lnTo>
                    <a:pt x="0" y="78460"/>
                  </a:lnTo>
                  <a:close/>
                </a:path>
              </a:pathLst>
            </a:custGeom>
            <a:solidFill>
              <a:srgbClr val="A2523D">
                <a:alpha val="100000"/>
              </a:srgbClr>
            </a:solidFill>
            <a:ln w="4762" cap="rnd">
              <a:solidFill>
                <a:srgbClr val="A252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g2918"/>
            <p:cNvSpPr/>
            <p:nvPr/>
          </p:nvSpPr>
          <p:spPr>
            <a:xfrm>
              <a:off x="9108333" y="5675267"/>
              <a:ext cx="35442" cy="74614"/>
            </a:xfrm>
            <a:custGeom>
              <a:avLst/>
              <a:pathLst>
                <a:path w="35442" h="74614">
                  <a:moveTo>
                    <a:pt x="0" y="0"/>
                  </a:moveTo>
                  <a:lnTo>
                    <a:pt x="17721" y="3677"/>
                  </a:lnTo>
                  <a:lnTo>
                    <a:pt x="35442" y="7267"/>
                  </a:lnTo>
                  <a:lnTo>
                    <a:pt x="35442" y="74614"/>
                  </a:lnTo>
                  <a:lnTo>
                    <a:pt x="17721" y="74614"/>
                  </a:lnTo>
                  <a:lnTo>
                    <a:pt x="0" y="74614"/>
                  </a:lnTo>
                  <a:close/>
                </a:path>
              </a:pathLst>
            </a:custGeom>
            <a:solidFill>
              <a:srgbClr val="A2513D">
                <a:alpha val="100000"/>
              </a:srgbClr>
            </a:solidFill>
            <a:ln w="4762" cap="rnd">
              <a:solidFill>
                <a:srgbClr val="A251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g2919"/>
            <p:cNvSpPr/>
            <p:nvPr/>
          </p:nvSpPr>
          <p:spPr>
            <a:xfrm>
              <a:off x="9143775" y="5682534"/>
              <a:ext cx="53164" cy="67346"/>
            </a:xfrm>
            <a:custGeom>
              <a:avLst/>
              <a:pathLst>
                <a:path w="53164" h="67346">
                  <a:moveTo>
                    <a:pt x="0" y="0"/>
                  </a:moveTo>
                  <a:lnTo>
                    <a:pt x="17721" y="3501"/>
                  </a:lnTo>
                  <a:lnTo>
                    <a:pt x="35442" y="6832"/>
                  </a:lnTo>
                  <a:lnTo>
                    <a:pt x="53164" y="10070"/>
                  </a:lnTo>
                  <a:lnTo>
                    <a:pt x="53164" y="67346"/>
                  </a:lnTo>
                  <a:lnTo>
                    <a:pt x="35442" y="67346"/>
                  </a:lnTo>
                  <a:lnTo>
                    <a:pt x="17721" y="67346"/>
                  </a:lnTo>
                  <a:lnTo>
                    <a:pt x="0" y="67346"/>
                  </a:lnTo>
                  <a:close/>
                </a:path>
              </a:pathLst>
            </a:custGeom>
            <a:solidFill>
              <a:srgbClr val="A1503C">
                <a:alpha val="100000"/>
              </a:srgbClr>
            </a:solidFill>
            <a:ln w="4762" cap="rnd">
              <a:solidFill>
                <a:srgbClr val="A1503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g2920"/>
            <p:cNvSpPr/>
            <p:nvPr/>
          </p:nvSpPr>
          <p:spPr>
            <a:xfrm>
              <a:off x="9196939" y="5692604"/>
              <a:ext cx="17721" cy="57276"/>
            </a:xfrm>
            <a:custGeom>
              <a:avLst/>
              <a:pathLst>
                <a:path w="17721" h="57276">
                  <a:moveTo>
                    <a:pt x="0" y="0"/>
                  </a:moveTo>
                  <a:lnTo>
                    <a:pt x="17721" y="3147"/>
                  </a:lnTo>
                  <a:lnTo>
                    <a:pt x="17721" y="57276"/>
                  </a:lnTo>
                  <a:lnTo>
                    <a:pt x="0" y="57276"/>
                  </a:lnTo>
                  <a:close/>
                </a:path>
              </a:pathLst>
            </a:custGeom>
            <a:solidFill>
              <a:srgbClr val="A14F3B">
                <a:alpha val="100000"/>
              </a:srgbClr>
            </a:solidFill>
            <a:ln w="4762" cap="rnd">
              <a:solidFill>
                <a:srgbClr val="A14F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g2921"/>
            <p:cNvSpPr/>
            <p:nvPr/>
          </p:nvSpPr>
          <p:spPr>
            <a:xfrm>
              <a:off x="9214661" y="5695752"/>
              <a:ext cx="17721" cy="54128"/>
            </a:xfrm>
            <a:custGeom>
              <a:avLst/>
              <a:pathLst>
                <a:path w="17721" h="54128">
                  <a:moveTo>
                    <a:pt x="0" y="0"/>
                  </a:moveTo>
                  <a:lnTo>
                    <a:pt x="17721" y="2980"/>
                  </a:lnTo>
                  <a:lnTo>
                    <a:pt x="17721" y="54128"/>
                  </a:lnTo>
                  <a:lnTo>
                    <a:pt x="0" y="54128"/>
                  </a:lnTo>
                  <a:close/>
                </a:path>
              </a:pathLst>
            </a:custGeom>
            <a:solidFill>
              <a:srgbClr val="A04F3B">
                <a:alpha val="100000"/>
              </a:srgbClr>
            </a:solidFill>
            <a:ln w="4762" cap="rnd">
              <a:solidFill>
                <a:srgbClr val="A04F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g2922"/>
            <p:cNvSpPr/>
            <p:nvPr/>
          </p:nvSpPr>
          <p:spPr>
            <a:xfrm>
              <a:off x="9232382" y="5698732"/>
              <a:ext cx="53164" cy="51148"/>
            </a:xfrm>
            <a:custGeom>
              <a:avLst/>
              <a:pathLst>
                <a:path w="53164" h="51148">
                  <a:moveTo>
                    <a:pt x="0" y="0"/>
                  </a:moveTo>
                  <a:lnTo>
                    <a:pt x="17721" y="2883"/>
                  </a:lnTo>
                  <a:lnTo>
                    <a:pt x="35442" y="5678"/>
                  </a:lnTo>
                  <a:lnTo>
                    <a:pt x="53164" y="8313"/>
                  </a:lnTo>
                  <a:lnTo>
                    <a:pt x="53164" y="51148"/>
                  </a:lnTo>
                  <a:lnTo>
                    <a:pt x="35442" y="51148"/>
                  </a:lnTo>
                  <a:lnTo>
                    <a:pt x="17721" y="51148"/>
                  </a:lnTo>
                  <a:lnTo>
                    <a:pt x="0" y="51148"/>
                  </a:lnTo>
                  <a:close/>
                </a:path>
              </a:pathLst>
            </a:custGeom>
            <a:solidFill>
              <a:srgbClr val="A04E3A">
                <a:alpha val="100000"/>
              </a:srgbClr>
            </a:solidFill>
            <a:ln w="4762" cap="rnd">
              <a:solidFill>
                <a:srgbClr val="A04E3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g2923"/>
            <p:cNvSpPr/>
            <p:nvPr/>
          </p:nvSpPr>
          <p:spPr>
            <a:xfrm>
              <a:off x="9285546" y="5707046"/>
              <a:ext cx="53164" cy="42835"/>
            </a:xfrm>
            <a:custGeom>
              <a:avLst/>
              <a:pathLst>
                <a:path w="53164" h="42835">
                  <a:moveTo>
                    <a:pt x="0" y="0"/>
                  </a:moveTo>
                  <a:lnTo>
                    <a:pt x="17721" y="2537"/>
                  </a:lnTo>
                  <a:lnTo>
                    <a:pt x="35442" y="4989"/>
                  </a:lnTo>
                  <a:lnTo>
                    <a:pt x="53164" y="7291"/>
                  </a:lnTo>
                  <a:lnTo>
                    <a:pt x="53164" y="42835"/>
                  </a:lnTo>
                  <a:lnTo>
                    <a:pt x="35442" y="42835"/>
                  </a:lnTo>
                  <a:lnTo>
                    <a:pt x="17721" y="42835"/>
                  </a:lnTo>
                  <a:lnTo>
                    <a:pt x="0" y="42835"/>
                  </a:lnTo>
                  <a:close/>
                </a:path>
              </a:pathLst>
            </a:custGeom>
            <a:solidFill>
              <a:srgbClr val="9F4D39">
                <a:alpha val="100000"/>
              </a:srgbClr>
            </a:solidFill>
            <a:ln w="4762" cap="rnd">
              <a:solidFill>
                <a:srgbClr val="9F4D3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g2924"/>
            <p:cNvSpPr/>
            <p:nvPr/>
          </p:nvSpPr>
          <p:spPr>
            <a:xfrm>
              <a:off x="9338710" y="5714337"/>
              <a:ext cx="17721" cy="35543"/>
            </a:xfrm>
            <a:custGeom>
              <a:avLst/>
              <a:pathLst>
                <a:path w="17721" h="35543">
                  <a:moveTo>
                    <a:pt x="0" y="0"/>
                  </a:moveTo>
                  <a:lnTo>
                    <a:pt x="17721" y="2206"/>
                  </a:lnTo>
                  <a:lnTo>
                    <a:pt x="17721" y="35543"/>
                  </a:lnTo>
                  <a:lnTo>
                    <a:pt x="0" y="35543"/>
                  </a:lnTo>
                  <a:close/>
                </a:path>
              </a:pathLst>
            </a:custGeom>
            <a:solidFill>
              <a:srgbClr val="9F4C38">
                <a:alpha val="100000"/>
              </a:srgbClr>
            </a:solidFill>
            <a:ln w="4762" cap="rnd">
              <a:solidFill>
                <a:srgbClr val="9F4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g2925"/>
            <p:cNvSpPr/>
            <p:nvPr/>
          </p:nvSpPr>
          <p:spPr>
            <a:xfrm>
              <a:off x="9356432" y="5716544"/>
              <a:ext cx="17721" cy="33337"/>
            </a:xfrm>
            <a:custGeom>
              <a:avLst/>
              <a:pathLst>
                <a:path w="17721" h="33337">
                  <a:moveTo>
                    <a:pt x="0" y="0"/>
                  </a:moveTo>
                  <a:lnTo>
                    <a:pt x="17721" y="2125"/>
                  </a:lnTo>
                  <a:lnTo>
                    <a:pt x="17721" y="33337"/>
                  </a:lnTo>
                  <a:lnTo>
                    <a:pt x="0" y="33337"/>
                  </a:lnTo>
                  <a:close/>
                </a:path>
              </a:pathLst>
            </a:custGeom>
            <a:solidFill>
              <a:srgbClr val="9E4C38">
                <a:alpha val="100000"/>
              </a:srgbClr>
            </a:solidFill>
            <a:ln w="4762" cap="rnd">
              <a:solidFill>
                <a:srgbClr val="9E4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g2926"/>
            <p:cNvSpPr/>
            <p:nvPr/>
          </p:nvSpPr>
          <p:spPr>
            <a:xfrm>
              <a:off x="9374153" y="5718670"/>
              <a:ext cx="17721" cy="31211"/>
            </a:xfrm>
            <a:custGeom>
              <a:avLst/>
              <a:pathLst>
                <a:path w="17721" h="31211">
                  <a:moveTo>
                    <a:pt x="0" y="0"/>
                  </a:moveTo>
                  <a:lnTo>
                    <a:pt x="17721" y="1989"/>
                  </a:lnTo>
                  <a:lnTo>
                    <a:pt x="17721" y="31211"/>
                  </a:lnTo>
                  <a:lnTo>
                    <a:pt x="0" y="31211"/>
                  </a:lnTo>
                  <a:close/>
                </a:path>
              </a:pathLst>
            </a:custGeom>
            <a:solidFill>
              <a:srgbClr val="9E4B38">
                <a:alpha val="100000"/>
              </a:srgbClr>
            </a:solidFill>
            <a:ln w="4762" cap="rnd">
              <a:solidFill>
                <a:srgbClr val="9E4B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g2927"/>
            <p:cNvSpPr/>
            <p:nvPr/>
          </p:nvSpPr>
          <p:spPr>
            <a:xfrm>
              <a:off x="9391874" y="5720659"/>
              <a:ext cx="35442" cy="29222"/>
            </a:xfrm>
            <a:custGeom>
              <a:avLst/>
              <a:pathLst>
                <a:path w="35442" h="29222">
                  <a:moveTo>
                    <a:pt x="0" y="0"/>
                  </a:moveTo>
                  <a:lnTo>
                    <a:pt x="17721" y="1896"/>
                  </a:lnTo>
                  <a:lnTo>
                    <a:pt x="35442" y="3718"/>
                  </a:lnTo>
                  <a:lnTo>
                    <a:pt x="35442" y="29222"/>
                  </a:lnTo>
                  <a:lnTo>
                    <a:pt x="17721" y="29222"/>
                  </a:lnTo>
                  <a:lnTo>
                    <a:pt x="0" y="29222"/>
                  </a:lnTo>
                  <a:close/>
                </a:path>
              </a:pathLst>
            </a:custGeom>
            <a:solidFill>
              <a:srgbClr val="9E4B37">
                <a:alpha val="100000"/>
              </a:srgbClr>
            </a:solidFill>
            <a:ln w="4762" cap="rnd">
              <a:solidFill>
                <a:srgbClr val="9E4B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g2928"/>
            <p:cNvSpPr/>
            <p:nvPr/>
          </p:nvSpPr>
          <p:spPr>
            <a:xfrm>
              <a:off x="9427317" y="5724378"/>
              <a:ext cx="35442" cy="25503"/>
            </a:xfrm>
            <a:custGeom>
              <a:avLst/>
              <a:pathLst>
                <a:path w="35442" h="25503">
                  <a:moveTo>
                    <a:pt x="0" y="0"/>
                  </a:moveTo>
                  <a:lnTo>
                    <a:pt x="17721" y="1699"/>
                  </a:lnTo>
                  <a:lnTo>
                    <a:pt x="35442" y="3311"/>
                  </a:lnTo>
                  <a:lnTo>
                    <a:pt x="35442" y="25503"/>
                  </a:lnTo>
                  <a:lnTo>
                    <a:pt x="17721" y="25503"/>
                  </a:lnTo>
                  <a:lnTo>
                    <a:pt x="0" y="25503"/>
                  </a:lnTo>
                  <a:close/>
                </a:path>
              </a:pathLst>
            </a:custGeom>
            <a:solidFill>
              <a:srgbClr val="9D4A36">
                <a:alpha val="100000"/>
              </a:srgbClr>
            </a:solidFill>
            <a:ln w="4762" cap="rnd">
              <a:solidFill>
                <a:srgbClr val="9D4A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g2929"/>
            <p:cNvSpPr/>
            <p:nvPr/>
          </p:nvSpPr>
          <p:spPr>
            <a:xfrm>
              <a:off x="9462760" y="5727689"/>
              <a:ext cx="17721" cy="22192"/>
            </a:xfrm>
            <a:custGeom>
              <a:avLst/>
              <a:pathLst>
                <a:path w="17721" h="22192">
                  <a:moveTo>
                    <a:pt x="0" y="0"/>
                  </a:moveTo>
                  <a:lnTo>
                    <a:pt x="17721" y="1543"/>
                  </a:lnTo>
                  <a:lnTo>
                    <a:pt x="17721" y="22192"/>
                  </a:lnTo>
                  <a:lnTo>
                    <a:pt x="0" y="22192"/>
                  </a:lnTo>
                  <a:close/>
                </a:path>
              </a:pathLst>
            </a:custGeom>
            <a:solidFill>
              <a:srgbClr val="9D4936">
                <a:alpha val="100000"/>
              </a:srgbClr>
            </a:solidFill>
            <a:ln w="4762" cap="rnd">
              <a:solidFill>
                <a:srgbClr val="9D49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g2930"/>
            <p:cNvSpPr/>
            <p:nvPr/>
          </p:nvSpPr>
          <p:spPr>
            <a:xfrm>
              <a:off x="9480481" y="5729233"/>
              <a:ext cx="17721" cy="20648"/>
            </a:xfrm>
            <a:custGeom>
              <a:avLst/>
              <a:pathLst>
                <a:path w="17721" h="20648">
                  <a:moveTo>
                    <a:pt x="0" y="0"/>
                  </a:moveTo>
                  <a:lnTo>
                    <a:pt x="17721" y="1435"/>
                  </a:lnTo>
                  <a:lnTo>
                    <a:pt x="17721" y="20648"/>
                  </a:lnTo>
                  <a:lnTo>
                    <a:pt x="0" y="20648"/>
                  </a:lnTo>
                  <a:close/>
                </a:path>
              </a:pathLst>
            </a:custGeom>
            <a:solidFill>
              <a:srgbClr val="9D4935">
                <a:alpha val="100000"/>
              </a:srgbClr>
            </a:solidFill>
            <a:ln w="4762" cap="rnd">
              <a:solidFill>
                <a:srgbClr val="9D49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g2931"/>
            <p:cNvSpPr/>
            <p:nvPr/>
          </p:nvSpPr>
          <p:spPr>
            <a:xfrm>
              <a:off x="9498203" y="5730668"/>
              <a:ext cx="17721" cy="19212"/>
            </a:xfrm>
            <a:custGeom>
              <a:avLst/>
              <a:pathLst>
                <a:path w="17721" h="19212">
                  <a:moveTo>
                    <a:pt x="0" y="0"/>
                  </a:moveTo>
                  <a:lnTo>
                    <a:pt x="17721" y="1354"/>
                  </a:lnTo>
                  <a:lnTo>
                    <a:pt x="17721" y="19212"/>
                  </a:lnTo>
                  <a:lnTo>
                    <a:pt x="0" y="19212"/>
                  </a:lnTo>
                  <a:close/>
                </a:path>
              </a:pathLst>
            </a:custGeom>
            <a:solidFill>
              <a:srgbClr val="9C4935">
                <a:alpha val="100000"/>
              </a:srgbClr>
            </a:solidFill>
            <a:ln w="4762" cap="rnd">
              <a:solidFill>
                <a:srgbClr val="9C49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g2932"/>
            <p:cNvSpPr/>
            <p:nvPr/>
          </p:nvSpPr>
          <p:spPr>
            <a:xfrm>
              <a:off x="9515924" y="5732023"/>
              <a:ext cx="17721" cy="17857"/>
            </a:xfrm>
            <a:custGeom>
              <a:avLst/>
              <a:pathLst>
                <a:path w="17721" h="17857">
                  <a:moveTo>
                    <a:pt x="0" y="0"/>
                  </a:moveTo>
                  <a:lnTo>
                    <a:pt x="17721" y="1293"/>
                  </a:lnTo>
                  <a:lnTo>
                    <a:pt x="17721" y="17857"/>
                  </a:lnTo>
                  <a:lnTo>
                    <a:pt x="0" y="17857"/>
                  </a:lnTo>
                  <a:close/>
                </a:path>
              </a:pathLst>
            </a:custGeom>
            <a:solidFill>
              <a:srgbClr val="9C4835">
                <a:alpha val="100000"/>
              </a:srgbClr>
            </a:solidFill>
            <a:ln w="4762" cap="rnd">
              <a:solidFill>
                <a:srgbClr val="9C48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g2933"/>
            <p:cNvSpPr/>
            <p:nvPr/>
          </p:nvSpPr>
          <p:spPr>
            <a:xfrm>
              <a:off x="9533645" y="5733317"/>
              <a:ext cx="17721" cy="16563"/>
            </a:xfrm>
            <a:custGeom>
              <a:avLst/>
              <a:pathLst>
                <a:path w="17721" h="16563">
                  <a:moveTo>
                    <a:pt x="0" y="0"/>
                  </a:moveTo>
                  <a:lnTo>
                    <a:pt x="17721" y="1199"/>
                  </a:lnTo>
                  <a:lnTo>
                    <a:pt x="17721" y="16563"/>
                  </a:lnTo>
                  <a:lnTo>
                    <a:pt x="0" y="16563"/>
                  </a:lnTo>
                  <a:close/>
                </a:path>
              </a:pathLst>
            </a:custGeom>
            <a:solidFill>
              <a:srgbClr val="9C4834">
                <a:alpha val="100000"/>
              </a:srgbClr>
            </a:solidFill>
            <a:ln w="4762" cap="rnd">
              <a:solidFill>
                <a:srgbClr val="9C48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g2934"/>
            <p:cNvSpPr/>
            <p:nvPr/>
          </p:nvSpPr>
          <p:spPr>
            <a:xfrm>
              <a:off x="9551367" y="5734517"/>
              <a:ext cx="17721" cy="15363"/>
            </a:xfrm>
            <a:custGeom>
              <a:avLst/>
              <a:pathLst>
                <a:path w="17721" h="15363">
                  <a:moveTo>
                    <a:pt x="0" y="0"/>
                  </a:moveTo>
                  <a:lnTo>
                    <a:pt x="17721" y="1125"/>
                  </a:lnTo>
                  <a:lnTo>
                    <a:pt x="17721" y="15363"/>
                  </a:lnTo>
                  <a:lnTo>
                    <a:pt x="0" y="15363"/>
                  </a:lnTo>
                  <a:close/>
                </a:path>
              </a:pathLst>
            </a:custGeom>
            <a:solidFill>
              <a:srgbClr val="9C4734">
                <a:alpha val="100000"/>
              </a:srgbClr>
            </a:solidFill>
            <a:ln w="4762" cap="rnd">
              <a:solidFill>
                <a:srgbClr val="9C47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g2935"/>
            <p:cNvSpPr/>
            <p:nvPr/>
          </p:nvSpPr>
          <p:spPr>
            <a:xfrm>
              <a:off x="9569088" y="5735643"/>
              <a:ext cx="17721" cy="14238"/>
            </a:xfrm>
            <a:custGeom>
              <a:avLst/>
              <a:pathLst>
                <a:path w="17721" h="14238">
                  <a:moveTo>
                    <a:pt x="0" y="0"/>
                  </a:moveTo>
                  <a:lnTo>
                    <a:pt x="17721" y="1072"/>
                  </a:lnTo>
                  <a:lnTo>
                    <a:pt x="17721" y="14238"/>
                  </a:lnTo>
                  <a:lnTo>
                    <a:pt x="0" y="14238"/>
                  </a:lnTo>
                  <a:close/>
                </a:path>
              </a:pathLst>
            </a:custGeom>
            <a:solidFill>
              <a:srgbClr val="9B4734">
                <a:alpha val="100000"/>
              </a:srgbClr>
            </a:solidFill>
            <a:ln w="4762" cap="rnd">
              <a:solidFill>
                <a:srgbClr val="9B47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g2936"/>
            <p:cNvSpPr/>
            <p:nvPr/>
          </p:nvSpPr>
          <p:spPr>
            <a:xfrm>
              <a:off x="9586810" y="5736715"/>
              <a:ext cx="17721" cy="13165"/>
            </a:xfrm>
            <a:custGeom>
              <a:avLst/>
              <a:pathLst>
                <a:path w="17721" h="13165">
                  <a:moveTo>
                    <a:pt x="0" y="0"/>
                  </a:moveTo>
                  <a:lnTo>
                    <a:pt x="17721" y="992"/>
                  </a:lnTo>
                  <a:lnTo>
                    <a:pt x="17721" y="13165"/>
                  </a:lnTo>
                  <a:lnTo>
                    <a:pt x="0" y="13165"/>
                  </a:lnTo>
                  <a:close/>
                </a:path>
              </a:pathLst>
            </a:custGeom>
            <a:solidFill>
              <a:srgbClr val="9B4733">
                <a:alpha val="100000"/>
              </a:srgbClr>
            </a:solidFill>
            <a:ln w="4762" cap="rnd">
              <a:solidFill>
                <a:srgbClr val="9B47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g2937"/>
            <p:cNvSpPr/>
            <p:nvPr/>
          </p:nvSpPr>
          <p:spPr>
            <a:xfrm>
              <a:off x="9604531" y="5737708"/>
              <a:ext cx="17721" cy="12173"/>
            </a:xfrm>
            <a:custGeom>
              <a:avLst/>
              <a:pathLst>
                <a:path w="17721" h="12173">
                  <a:moveTo>
                    <a:pt x="0" y="0"/>
                  </a:moveTo>
                  <a:lnTo>
                    <a:pt x="17721" y="925"/>
                  </a:lnTo>
                  <a:lnTo>
                    <a:pt x="17721" y="12173"/>
                  </a:lnTo>
                  <a:lnTo>
                    <a:pt x="0" y="12173"/>
                  </a:lnTo>
                  <a:close/>
                </a:path>
              </a:pathLst>
            </a:custGeom>
            <a:solidFill>
              <a:srgbClr val="9B4633">
                <a:alpha val="100000"/>
              </a:srgbClr>
            </a:solidFill>
            <a:ln w="4762" cap="rnd">
              <a:solidFill>
                <a:srgbClr val="9B46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g2938"/>
            <p:cNvSpPr/>
            <p:nvPr/>
          </p:nvSpPr>
          <p:spPr>
            <a:xfrm>
              <a:off x="9622252" y="5738633"/>
              <a:ext cx="17721" cy="11247"/>
            </a:xfrm>
            <a:custGeom>
              <a:avLst/>
              <a:pathLst>
                <a:path w="17721" h="11247">
                  <a:moveTo>
                    <a:pt x="0" y="0"/>
                  </a:moveTo>
                  <a:lnTo>
                    <a:pt x="17721" y="879"/>
                  </a:lnTo>
                  <a:lnTo>
                    <a:pt x="17721" y="11247"/>
                  </a:lnTo>
                  <a:lnTo>
                    <a:pt x="0" y="11247"/>
                  </a:lnTo>
                  <a:close/>
                </a:path>
              </a:pathLst>
            </a:custGeom>
            <a:solidFill>
              <a:srgbClr val="9A4633">
                <a:alpha val="100000"/>
              </a:srgbClr>
            </a:solidFill>
            <a:ln w="4762" cap="rnd">
              <a:solidFill>
                <a:srgbClr val="9A46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g2939"/>
            <p:cNvSpPr/>
            <p:nvPr/>
          </p:nvSpPr>
          <p:spPr>
            <a:xfrm>
              <a:off x="9639974" y="5739512"/>
              <a:ext cx="35442" cy="10368"/>
            </a:xfrm>
            <a:custGeom>
              <a:avLst/>
              <a:pathLst>
                <a:path w="35442" h="10368">
                  <a:moveTo>
                    <a:pt x="0" y="0"/>
                  </a:moveTo>
                  <a:lnTo>
                    <a:pt x="17721" y="811"/>
                  </a:lnTo>
                  <a:lnTo>
                    <a:pt x="35442" y="1564"/>
                  </a:lnTo>
                  <a:lnTo>
                    <a:pt x="35442" y="10368"/>
                  </a:lnTo>
                  <a:lnTo>
                    <a:pt x="17721" y="10368"/>
                  </a:lnTo>
                  <a:lnTo>
                    <a:pt x="0" y="10368"/>
                  </a:lnTo>
                  <a:close/>
                </a:path>
              </a:pathLst>
            </a:custGeom>
            <a:solidFill>
              <a:srgbClr val="9A4532">
                <a:alpha val="100000"/>
              </a:srgbClr>
            </a:solidFill>
            <a:ln w="4762" cap="rnd">
              <a:solidFill>
                <a:srgbClr val="9A453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g2940"/>
            <p:cNvSpPr/>
            <p:nvPr/>
          </p:nvSpPr>
          <p:spPr>
            <a:xfrm>
              <a:off x="9675416" y="5741077"/>
              <a:ext cx="17721" cy="8803"/>
            </a:xfrm>
            <a:custGeom>
              <a:avLst/>
              <a:pathLst>
                <a:path w="17721" h="8803">
                  <a:moveTo>
                    <a:pt x="0" y="0"/>
                  </a:moveTo>
                  <a:lnTo>
                    <a:pt x="17721" y="713"/>
                  </a:lnTo>
                  <a:lnTo>
                    <a:pt x="17721" y="8803"/>
                  </a:lnTo>
                  <a:lnTo>
                    <a:pt x="0" y="8803"/>
                  </a:lnTo>
                  <a:close/>
                </a:path>
              </a:pathLst>
            </a:custGeom>
            <a:solidFill>
              <a:srgbClr val="9A4531">
                <a:alpha val="100000"/>
              </a:srgbClr>
            </a:solidFill>
            <a:ln w="4762" cap="rnd">
              <a:solidFill>
                <a:srgbClr val="9A453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g2941"/>
            <p:cNvSpPr/>
            <p:nvPr/>
          </p:nvSpPr>
          <p:spPr>
            <a:xfrm>
              <a:off x="9693138" y="5741790"/>
              <a:ext cx="35442" cy="8090"/>
            </a:xfrm>
            <a:custGeom>
              <a:avLst/>
              <a:pathLst>
                <a:path w="35442" h="8090">
                  <a:moveTo>
                    <a:pt x="0" y="0"/>
                  </a:moveTo>
                  <a:lnTo>
                    <a:pt x="17721" y="657"/>
                  </a:lnTo>
                  <a:lnTo>
                    <a:pt x="35442" y="1262"/>
                  </a:lnTo>
                  <a:lnTo>
                    <a:pt x="35442" y="8090"/>
                  </a:lnTo>
                  <a:lnTo>
                    <a:pt x="17721" y="8090"/>
                  </a:lnTo>
                  <a:lnTo>
                    <a:pt x="0" y="8090"/>
                  </a:lnTo>
                  <a:close/>
                </a:path>
              </a:pathLst>
            </a:custGeom>
            <a:solidFill>
              <a:srgbClr val="994431">
                <a:alpha val="100000"/>
              </a:srgbClr>
            </a:solidFill>
            <a:ln w="4762" cap="rnd">
              <a:solidFill>
                <a:srgbClr val="99443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g2942"/>
            <p:cNvSpPr/>
            <p:nvPr/>
          </p:nvSpPr>
          <p:spPr>
            <a:xfrm>
              <a:off x="9728580" y="5743053"/>
              <a:ext cx="17721" cy="6827"/>
            </a:xfrm>
            <a:custGeom>
              <a:avLst/>
              <a:pathLst>
                <a:path w="17721" h="6827">
                  <a:moveTo>
                    <a:pt x="0" y="0"/>
                  </a:moveTo>
                  <a:lnTo>
                    <a:pt x="17721" y="572"/>
                  </a:lnTo>
                  <a:lnTo>
                    <a:pt x="17721" y="6827"/>
                  </a:lnTo>
                  <a:lnTo>
                    <a:pt x="0" y="6827"/>
                  </a:lnTo>
                  <a:close/>
                </a:path>
              </a:pathLst>
            </a:custGeom>
            <a:solidFill>
              <a:srgbClr val="994430">
                <a:alpha val="100000"/>
              </a:srgbClr>
            </a:solidFill>
            <a:ln w="4762" cap="rnd">
              <a:solidFill>
                <a:srgbClr val="9944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g2943"/>
            <p:cNvSpPr/>
            <p:nvPr/>
          </p:nvSpPr>
          <p:spPr>
            <a:xfrm>
              <a:off x="9746302" y="5743626"/>
              <a:ext cx="0" cy="6255"/>
            </a:xfrm>
            <a:custGeom>
              <a:avLst/>
              <a:pathLst>
                <a:path w="0" h="6255">
                  <a:moveTo>
                    <a:pt x="0" y="0"/>
                  </a:moveTo>
                  <a:lnTo>
                    <a:pt x="0" y="6255"/>
                  </a:lnTo>
                  <a:close/>
                </a:path>
              </a:pathLst>
            </a:custGeom>
            <a:solidFill>
              <a:srgbClr val="994330">
                <a:alpha val="100000"/>
              </a:srgbClr>
            </a:solidFill>
            <a:ln w="4762" cap="rnd">
              <a:solidFill>
                <a:srgbClr val="9943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l2944"/>
            <p:cNvSpPr/>
            <p:nvPr/>
          </p:nvSpPr>
          <p:spPr>
            <a:xfrm>
              <a:off x="3207117" y="5189652"/>
              <a:ext cx="6539184" cy="554139"/>
            </a:xfrm>
            <a:custGeom>
              <a:avLst/>
              <a:pathLst>
                <a:path w="6539184" h="554139">
                  <a:moveTo>
                    <a:pt x="0" y="554139"/>
                  </a:moveTo>
                  <a:lnTo>
                    <a:pt x="17721" y="553574"/>
                  </a:lnTo>
                  <a:lnTo>
                    <a:pt x="35442" y="552941"/>
                  </a:lnTo>
                  <a:lnTo>
                    <a:pt x="53164" y="552267"/>
                  </a:lnTo>
                  <a:lnTo>
                    <a:pt x="70885" y="551552"/>
                  </a:lnTo>
                  <a:lnTo>
                    <a:pt x="88606" y="550756"/>
                  </a:lnTo>
                  <a:lnTo>
                    <a:pt x="106328" y="549909"/>
                  </a:lnTo>
                  <a:lnTo>
                    <a:pt x="124049" y="549014"/>
                  </a:lnTo>
                  <a:lnTo>
                    <a:pt x="141770" y="548024"/>
                  </a:lnTo>
                  <a:lnTo>
                    <a:pt x="159492" y="546971"/>
                  </a:lnTo>
                  <a:lnTo>
                    <a:pt x="177213" y="545860"/>
                  </a:lnTo>
                  <a:lnTo>
                    <a:pt x="194935" y="544640"/>
                  </a:lnTo>
                  <a:lnTo>
                    <a:pt x="212656" y="543343"/>
                  </a:lnTo>
                  <a:lnTo>
                    <a:pt x="230377" y="541979"/>
                  </a:lnTo>
                  <a:lnTo>
                    <a:pt x="248099" y="540490"/>
                  </a:lnTo>
                  <a:lnTo>
                    <a:pt x="265820" y="538909"/>
                  </a:lnTo>
                  <a:lnTo>
                    <a:pt x="283541" y="537249"/>
                  </a:lnTo>
                  <a:lnTo>
                    <a:pt x="301263" y="535451"/>
                  </a:lnTo>
                  <a:lnTo>
                    <a:pt x="318984" y="533542"/>
                  </a:lnTo>
                  <a:lnTo>
                    <a:pt x="336705" y="531544"/>
                  </a:lnTo>
                  <a:lnTo>
                    <a:pt x="354427" y="529392"/>
                  </a:lnTo>
                  <a:lnTo>
                    <a:pt x="372148" y="527110"/>
                  </a:lnTo>
                  <a:lnTo>
                    <a:pt x="389870" y="524729"/>
                  </a:lnTo>
                  <a:lnTo>
                    <a:pt x="407591" y="522178"/>
                  </a:lnTo>
                  <a:lnTo>
                    <a:pt x="425312" y="519480"/>
                  </a:lnTo>
                  <a:lnTo>
                    <a:pt x="443034" y="516669"/>
                  </a:lnTo>
                  <a:lnTo>
                    <a:pt x="460755" y="513677"/>
                  </a:lnTo>
                  <a:lnTo>
                    <a:pt x="478476" y="510517"/>
                  </a:lnTo>
                  <a:lnTo>
                    <a:pt x="496198" y="507234"/>
                  </a:lnTo>
                  <a:lnTo>
                    <a:pt x="513919" y="503758"/>
                  </a:lnTo>
                  <a:lnTo>
                    <a:pt x="531641" y="500095"/>
                  </a:lnTo>
                  <a:lnTo>
                    <a:pt x="549362" y="496299"/>
                  </a:lnTo>
                  <a:lnTo>
                    <a:pt x="567083" y="492303"/>
                  </a:lnTo>
                  <a:lnTo>
                    <a:pt x="584805" y="488100"/>
                  </a:lnTo>
                  <a:lnTo>
                    <a:pt x="602526" y="483757"/>
                  </a:lnTo>
                  <a:lnTo>
                    <a:pt x="620247" y="479207"/>
                  </a:lnTo>
                  <a:lnTo>
                    <a:pt x="637969" y="474436"/>
                  </a:lnTo>
                  <a:lnTo>
                    <a:pt x="655690" y="469517"/>
                  </a:lnTo>
                  <a:lnTo>
                    <a:pt x="673411" y="464391"/>
                  </a:lnTo>
                  <a:lnTo>
                    <a:pt x="691133" y="459030"/>
                  </a:lnTo>
                  <a:lnTo>
                    <a:pt x="708854" y="453518"/>
                  </a:lnTo>
                  <a:lnTo>
                    <a:pt x="726576" y="447803"/>
                  </a:lnTo>
                  <a:lnTo>
                    <a:pt x="744297" y="441843"/>
                  </a:lnTo>
                  <a:lnTo>
                    <a:pt x="762018" y="435733"/>
                  </a:lnTo>
                  <a:lnTo>
                    <a:pt x="779740" y="429425"/>
                  </a:lnTo>
                  <a:lnTo>
                    <a:pt x="797461" y="422871"/>
                  </a:lnTo>
                  <a:lnTo>
                    <a:pt x="815182" y="416170"/>
                  </a:lnTo>
                  <a:lnTo>
                    <a:pt x="832904" y="409283"/>
                  </a:lnTo>
                  <a:lnTo>
                    <a:pt x="850625" y="402154"/>
                  </a:lnTo>
                  <a:lnTo>
                    <a:pt x="868347" y="394885"/>
                  </a:lnTo>
                  <a:lnTo>
                    <a:pt x="886068" y="387448"/>
                  </a:lnTo>
                  <a:lnTo>
                    <a:pt x="903789" y="379779"/>
                  </a:lnTo>
                  <a:lnTo>
                    <a:pt x="921511" y="371982"/>
                  </a:lnTo>
                  <a:lnTo>
                    <a:pt x="939232" y="364037"/>
                  </a:lnTo>
                  <a:lnTo>
                    <a:pt x="956953" y="355881"/>
                  </a:lnTo>
                  <a:lnTo>
                    <a:pt x="974675" y="347613"/>
                  </a:lnTo>
                  <a:lnTo>
                    <a:pt x="992396" y="339222"/>
                  </a:lnTo>
                  <a:lnTo>
                    <a:pt x="1010117" y="330647"/>
                  </a:lnTo>
                  <a:lnTo>
                    <a:pt x="1027839" y="321983"/>
                  </a:lnTo>
                  <a:lnTo>
                    <a:pt x="1045560" y="313221"/>
                  </a:lnTo>
                  <a:lnTo>
                    <a:pt x="1063282" y="304314"/>
                  </a:lnTo>
                  <a:lnTo>
                    <a:pt x="1081003" y="295342"/>
                  </a:lnTo>
                  <a:lnTo>
                    <a:pt x="1098724" y="286302"/>
                  </a:lnTo>
                  <a:lnTo>
                    <a:pt x="1116446" y="277164"/>
                  </a:lnTo>
                  <a:lnTo>
                    <a:pt x="1134167" y="267988"/>
                  </a:lnTo>
                  <a:lnTo>
                    <a:pt x="1151888" y="258775"/>
                  </a:lnTo>
                  <a:lnTo>
                    <a:pt x="1169610" y="249519"/>
                  </a:lnTo>
                  <a:lnTo>
                    <a:pt x="1187331" y="240256"/>
                  </a:lnTo>
                  <a:lnTo>
                    <a:pt x="1205053" y="230986"/>
                  </a:lnTo>
                  <a:lnTo>
                    <a:pt x="1222774" y="221734"/>
                  </a:lnTo>
                  <a:lnTo>
                    <a:pt x="1240495" y="212508"/>
                  </a:lnTo>
                  <a:lnTo>
                    <a:pt x="1258217" y="203309"/>
                  </a:lnTo>
                  <a:lnTo>
                    <a:pt x="1275938" y="194187"/>
                  </a:lnTo>
                  <a:lnTo>
                    <a:pt x="1293659" y="185129"/>
                  </a:lnTo>
                  <a:lnTo>
                    <a:pt x="1311381" y="176130"/>
                  </a:lnTo>
                  <a:lnTo>
                    <a:pt x="1329102" y="167267"/>
                  </a:lnTo>
                  <a:lnTo>
                    <a:pt x="1346823" y="158506"/>
                  </a:lnTo>
                  <a:lnTo>
                    <a:pt x="1364545" y="149839"/>
                  </a:lnTo>
                  <a:lnTo>
                    <a:pt x="1382266" y="141361"/>
                  </a:lnTo>
                  <a:lnTo>
                    <a:pt x="1399988" y="133027"/>
                  </a:lnTo>
                  <a:lnTo>
                    <a:pt x="1417709" y="124817"/>
                  </a:lnTo>
                  <a:lnTo>
                    <a:pt x="1435430" y="116844"/>
                  </a:lnTo>
                  <a:lnTo>
                    <a:pt x="1453152" y="109055"/>
                  </a:lnTo>
                  <a:lnTo>
                    <a:pt x="1470873" y="101420"/>
                  </a:lnTo>
                  <a:lnTo>
                    <a:pt x="1488594" y="94063"/>
                  </a:lnTo>
                  <a:lnTo>
                    <a:pt x="1506316" y="86929"/>
                  </a:lnTo>
                  <a:lnTo>
                    <a:pt x="1524037" y="79974"/>
                  </a:lnTo>
                  <a:lnTo>
                    <a:pt x="1541759" y="73329"/>
                  </a:lnTo>
                  <a:lnTo>
                    <a:pt x="1559480" y="66942"/>
                  </a:lnTo>
                  <a:lnTo>
                    <a:pt x="1577201" y="60756"/>
                  </a:lnTo>
                  <a:lnTo>
                    <a:pt x="1594923" y="54903"/>
                  </a:lnTo>
                  <a:lnTo>
                    <a:pt x="1612644" y="49339"/>
                  </a:lnTo>
                  <a:lnTo>
                    <a:pt x="1630365" y="43992"/>
                  </a:lnTo>
                  <a:lnTo>
                    <a:pt x="1648087" y="38992"/>
                  </a:lnTo>
                  <a:lnTo>
                    <a:pt x="1665808" y="34307"/>
                  </a:lnTo>
                  <a:lnTo>
                    <a:pt x="1683529" y="29849"/>
                  </a:lnTo>
                  <a:lnTo>
                    <a:pt x="1701251" y="25743"/>
                  </a:lnTo>
                  <a:lnTo>
                    <a:pt x="1718972" y="21971"/>
                  </a:lnTo>
                  <a:lnTo>
                    <a:pt x="1736694" y="18433"/>
                  </a:lnTo>
                  <a:lnTo>
                    <a:pt x="1754415" y="15241"/>
                  </a:lnTo>
                  <a:lnTo>
                    <a:pt x="1772136" y="12396"/>
                  </a:lnTo>
                  <a:lnTo>
                    <a:pt x="1789858" y="9785"/>
                  </a:lnTo>
                  <a:lnTo>
                    <a:pt x="1807579" y="7509"/>
                  </a:lnTo>
                  <a:lnTo>
                    <a:pt x="1825300" y="5585"/>
                  </a:lnTo>
                  <a:lnTo>
                    <a:pt x="1843022" y="3890"/>
                  </a:lnTo>
                  <a:lnTo>
                    <a:pt x="1860743" y="2513"/>
                  </a:lnTo>
                  <a:lnTo>
                    <a:pt x="1878465" y="1486"/>
                  </a:lnTo>
                  <a:lnTo>
                    <a:pt x="1896186" y="680"/>
                  </a:lnTo>
                  <a:lnTo>
                    <a:pt x="1913907" y="168"/>
                  </a:lnTo>
                  <a:lnTo>
                    <a:pt x="1931629" y="0"/>
                  </a:lnTo>
                  <a:lnTo>
                    <a:pt x="1949350" y="39"/>
                  </a:lnTo>
                  <a:lnTo>
                    <a:pt x="1967071" y="349"/>
                  </a:lnTo>
                  <a:lnTo>
                    <a:pt x="1984793" y="988"/>
                  </a:lnTo>
                  <a:lnTo>
                    <a:pt x="2002514" y="1821"/>
                  </a:lnTo>
                  <a:lnTo>
                    <a:pt x="2020235" y="2896"/>
                  </a:lnTo>
                  <a:lnTo>
                    <a:pt x="2037957" y="4284"/>
                  </a:lnTo>
                  <a:lnTo>
                    <a:pt x="2055678" y="5851"/>
                  </a:lnTo>
                  <a:lnTo>
                    <a:pt x="2073400" y="7632"/>
                  </a:lnTo>
                  <a:lnTo>
                    <a:pt x="2091121" y="9707"/>
                  </a:lnTo>
                  <a:lnTo>
                    <a:pt x="2108842" y="11944"/>
                  </a:lnTo>
                  <a:lnTo>
                    <a:pt x="2126564" y="14369"/>
                  </a:lnTo>
                  <a:lnTo>
                    <a:pt x="2144285" y="17066"/>
                  </a:lnTo>
                  <a:lnTo>
                    <a:pt x="2162006" y="19910"/>
                  </a:lnTo>
                  <a:lnTo>
                    <a:pt x="2179728" y="22917"/>
                  </a:lnTo>
                  <a:lnTo>
                    <a:pt x="2197449" y="26176"/>
                  </a:lnTo>
                  <a:lnTo>
                    <a:pt x="2215171" y="29567"/>
                  </a:lnTo>
                  <a:lnTo>
                    <a:pt x="2232892" y="33099"/>
                  </a:lnTo>
                  <a:lnTo>
                    <a:pt x="2250613" y="36863"/>
                  </a:lnTo>
                  <a:lnTo>
                    <a:pt x="2268335" y="40745"/>
                  </a:lnTo>
                  <a:lnTo>
                    <a:pt x="2286056" y="44751"/>
                  </a:lnTo>
                  <a:lnTo>
                    <a:pt x="2303777" y="48969"/>
                  </a:lnTo>
                  <a:lnTo>
                    <a:pt x="2321499" y="53295"/>
                  </a:lnTo>
                  <a:lnTo>
                    <a:pt x="2339220" y="57727"/>
                  </a:lnTo>
                  <a:lnTo>
                    <a:pt x="2356941" y="62358"/>
                  </a:lnTo>
                  <a:lnTo>
                    <a:pt x="2374663" y="67086"/>
                  </a:lnTo>
                  <a:lnTo>
                    <a:pt x="2392384" y="71911"/>
                  </a:lnTo>
                  <a:lnTo>
                    <a:pt x="2410106" y="76913"/>
                  </a:lnTo>
                  <a:lnTo>
                    <a:pt x="2427827" y="82009"/>
                  </a:lnTo>
                  <a:lnTo>
                    <a:pt x="2445548" y="87193"/>
                  </a:lnTo>
                  <a:lnTo>
                    <a:pt x="2463270" y="92538"/>
                  </a:lnTo>
                  <a:lnTo>
                    <a:pt x="2480991" y="97973"/>
                  </a:lnTo>
                  <a:lnTo>
                    <a:pt x="2498712" y="103490"/>
                  </a:lnTo>
                  <a:lnTo>
                    <a:pt x="2516434" y="109153"/>
                  </a:lnTo>
                  <a:lnTo>
                    <a:pt x="2534155" y="114902"/>
                  </a:lnTo>
                  <a:lnTo>
                    <a:pt x="2551877" y="120728"/>
                  </a:lnTo>
                  <a:lnTo>
                    <a:pt x="2569598" y="126686"/>
                  </a:lnTo>
                  <a:lnTo>
                    <a:pt x="2587319" y="132728"/>
                  </a:lnTo>
                  <a:lnTo>
                    <a:pt x="2605041" y="138840"/>
                  </a:lnTo>
                  <a:lnTo>
                    <a:pt x="2622762" y="145071"/>
                  </a:lnTo>
                  <a:lnTo>
                    <a:pt x="2640483" y="151383"/>
                  </a:lnTo>
                  <a:lnTo>
                    <a:pt x="2658205" y="157759"/>
                  </a:lnTo>
                  <a:lnTo>
                    <a:pt x="2675926" y="164240"/>
                  </a:lnTo>
                  <a:lnTo>
                    <a:pt x="2693647" y="170796"/>
                  </a:lnTo>
                  <a:lnTo>
                    <a:pt x="2711369" y="177410"/>
                  </a:lnTo>
                  <a:lnTo>
                    <a:pt x="2729090" y="184115"/>
                  </a:lnTo>
                  <a:lnTo>
                    <a:pt x="2746812" y="190887"/>
                  </a:lnTo>
                  <a:lnTo>
                    <a:pt x="2764533" y="197708"/>
                  </a:lnTo>
                  <a:lnTo>
                    <a:pt x="2782254" y="204604"/>
                  </a:lnTo>
                  <a:lnTo>
                    <a:pt x="2799976" y="211556"/>
                  </a:lnTo>
                  <a:lnTo>
                    <a:pt x="2817697" y="218549"/>
                  </a:lnTo>
                  <a:lnTo>
                    <a:pt x="2835418" y="225598"/>
                  </a:lnTo>
                  <a:lnTo>
                    <a:pt x="2853140" y="232690"/>
                  </a:lnTo>
                  <a:lnTo>
                    <a:pt x="2870861" y="239810"/>
                  </a:lnTo>
                  <a:lnTo>
                    <a:pt x="2888583" y="246967"/>
                  </a:lnTo>
                  <a:lnTo>
                    <a:pt x="2906304" y="254151"/>
                  </a:lnTo>
                  <a:lnTo>
                    <a:pt x="2924025" y="261349"/>
                  </a:lnTo>
                  <a:lnTo>
                    <a:pt x="2941747" y="268564"/>
                  </a:lnTo>
                  <a:lnTo>
                    <a:pt x="2959468" y="275784"/>
                  </a:lnTo>
                  <a:lnTo>
                    <a:pt x="2977189" y="283005"/>
                  </a:lnTo>
                  <a:lnTo>
                    <a:pt x="2994911" y="290220"/>
                  </a:lnTo>
                  <a:lnTo>
                    <a:pt x="3012632" y="297417"/>
                  </a:lnTo>
                  <a:lnTo>
                    <a:pt x="3030353" y="304598"/>
                  </a:lnTo>
                  <a:lnTo>
                    <a:pt x="3048075" y="311752"/>
                  </a:lnTo>
                  <a:lnTo>
                    <a:pt x="3065796" y="318863"/>
                  </a:lnTo>
                  <a:lnTo>
                    <a:pt x="3083518" y="325940"/>
                  </a:lnTo>
                  <a:lnTo>
                    <a:pt x="3101239" y="332969"/>
                  </a:lnTo>
                  <a:lnTo>
                    <a:pt x="3118960" y="339926"/>
                  </a:lnTo>
                  <a:lnTo>
                    <a:pt x="3136682" y="346833"/>
                  </a:lnTo>
                  <a:lnTo>
                    <a:pt x="3154403" y="353671"/>
                  </a:lnTo>
                  <a:lnTo>
                    <a:pt x="3172124" y="360408"/>
                  </a:lnTo>
                  <a:lnTo>
                    <a:pt x="3189846" y="367078"/>
                  </a:lnTo>
                  <a:lnTo>
                    <a:pt x="3207567" y="373661"/>
                  </a:lnTo>
                  <a:lnTo>
                    <a:pt x="3225289" y="380114"/>
                  </a:lnTo>
                  <a:lnTo>
                    <a:pt x="3243010" y="386483"/>
                  </a:lnTo>
                  <a:lnTo>
                    <a:pt x="3260731" y="392749"/>
                  </a:lnTo>
                  <a:lnTo>
                    <a:pt x="3278453" y="398855"/>
                  </a:lnTo>
                  <a:lnTo>
                    <a:pt x="3296174" y="404864"/>
                  </a:lnTo>
                  <a:lnTo>
                    <a:pt x="3313895" y="410756"/>
                  </a:lnTo>
                  <a:lnTo>
                    <a:pt x="3331617" y="416459"/>
                  </a:lnTo>
                  <a:lnTo>
                    <a:pt x="3349338" y="422051"/>
                  </a:lnTo>
                  <a:lnTo>
                    <a:pt x="3367059" y="427517"/>
                  </a:lnTo>
                  <a:lnTo>
                    <a:pt x="3384781" y="432767"/>
                  </a:lnTo>
                  <a:lnTo>
                    <a:pt x="3402502" y="437895"/>
                  </a:lnTo>
                  <a:lnTo>
                    <a:pt x="3420224" y="442888"/>
                  </a:lnTo>
                  <a:lnTo>
                    <a:pt x="3437945" y="447642"/>
                  </a:lnTo>
                  <a:lnTo>
                    <a:pt x="3455666" y="452264"/>
                  </a:lnTo>
                  <a:lnTo>
                    <a:pt x="3473388" y="456747"/>
                  </a:lnTo>
                  <a:lnTo>
                    <a:pt x="3491109" y="460968"/>
                  </a:lnTo>
                  <a:lnTo>
                    <a:pt x="3508830" y="465049"/>
                  </a:lnTo>
                  <a:lnTo>
                    <a:pt x="3526552" y="468990"/>
                  </a:lnTo>
                  <a:lnTo>
                    <a:pt x="3544273" y="472650"/>
                  </a:lnTo>
                  <a:lnTo>
                    <a:pt x="3561995" y="476163"/>
                  </a:lnTo>
                  <a:lnTo>
                    <a:pt x="3579716" y="479531"/>
                  </a:lnTo>
                  <a:lnTo>
                    <a:pt x="3597437" y="482613"/>
                  </a:lnTo>
                  <a:lnTo>
                    <a:pt x="3615159" y="485539"/>
                  </a:lnTo>
                  <a:lnTo>
                    <a:pt x="3632880" y="488314"/>
                  </a:lnTo>
                  <a:lnTo>
                    <a:pt x="3650601" y="490804"/>
                  </a:lnTo>
                  <a:lnTo>
                    <a:pt x="3668323" y="493127"/>
                  </a:lnTo>
                  <a:lnTo>
                    <a:pt x="3686044" y="495296"/>
                  </a:lnTo>
                  <a:lnTo>
                    <a:pt x="3703765" y="497183"/>
                  </a:lnTo>
                  <a:lnTo>
                    <a:pt x="3721487" y="498895"/>
                  </a:lnTo>
                  <a:lnTo>
                    <a:pt x="3739208" y="500451"/>
                  </a:lnTo>
                  <a:lnTo>
                    <a:pt x="3756930" y="501730"/>
                  </a:lnTo>
                  <a:lnTo>
                    <a:pt x="3774651" y="502826"/>
                  </a:lnTo>
                  <a:lnTo>
                    <a:pt x="3792372" y="503766"/>
                  </a:lnTo>
                  <a:lnTo>
                    <a:pt x="3810094" y="504436"/>
                  </a:lnTo>
                  <a:lnTo>
                    <a:pt x="3827815" y="504916"/>
                  </a:lnTo>
                  <a:lnTo>
                    <a:pt x="3845536" y="505241"/>
                  </a:lnTo>
                  <a:lnTo>
                    <a:pt x="3863258" y="505303"/>
                  </a:lnTo>
                  <a:lnTo>
                    <a:pt x="3880979" y="505172"/>
                  </a:lnTo>
                  <a:lnTo>
                    <a:pt x="3898701" y="504887"/>
                  </a:lnTo>
                  <a:lnTo>
                    <a:pt x="3916422" y="504349"/>
                  </a:lnTo>
                  <a:lnTo>
                    <a:pt x="3934143" y="503615"/>
                  </a:lnTo>
                  <a:lnTo>
                    <a:pt x="3951865" y="502729"/>
                  </a:lnTo>
                  <a:lnTo>
                    <a:pt x="3969586" y="501603"/>
                  </a:lnTo>
                  <a:lnTo>
                    <a:pt x="3987307" y="500278"/>
                  </a:lnTo>
                  <a:lnTo>
                    <a:pt x="4005029" y="498806"/>
                  </a:lnTo>
                  <a:lnTo>
                    <a:pt x="4022750" y="497106"/>
                  </a:lnTo>
                  <a:lnTo>
                    <a:pt x="4040471" y="495209"/>
                  </a:lnTo>
                  <a:lnTo>
                    <a:pt x="4058193" y="493170"/>
                  </a:lnTo>
                  <a:lnTo>
                    <a:pt x="4075914" y="490920"/>
                  </a:lnTo>
                  <a:lnTo>
                    <a:pt x="4093636" y="488475"/>
                  </a:lnTo>
                  <a:lnTo>
                    <a:pt x="4111357" y="485896"/>
                  </a:lnTo>
                  <a:lnTo>
                    <a:pt x="4129078" y="483122"/>
                  </a:lnTo>
                  <a:lnTo>
                    <a:pt x="4146800" y="480161"/>
                  </a:lnTo>
                  <a:lnTo>
                    <a:pt x="4164521" y="477076"/>
                  </a:lnTo>
                  <a:lnTo>
                    <a:pt x="4182242" y="473816"/>
                  </a:lnTo>
                  <a:lnTo>
                    <a:pt x="4199964" y="470380"/>
                  </a:lnTo>
                  <a:lnTo>
                    <a:pt x="4217685" y="466831"/>
                  </a:lnTo>
                  <a:lnTo>
                    <a:pt x="4235407" y="463130"/>
                  </a:lnTo>
                  <a:lnTo>
                    <a:pt x="4253128" y="459269"/>
                  </a:lnTo>
                  <a:lnTo>
                    <a:pt x="4270849" y="455309"/>
                  </a:lnTo>
                  <a:lnTo>
                    <a:pt x="4288571" y="451222"/>
                  </a:lnTo>
                  <a:lnTo>
                    <a:pt x="4306292" y="446996"/>
                  </a:lnTo>
                  <a:lnTo>
                    <a:pt x="4324013" y="442689"/>
                  </a:lnTo>
                  <a:lnTo>
                    <a:pt x="4341735" y="438282"/>
                  </a:lnTo>
                  <a:lnTo>
                    <a:pt x="4359456" y="433762"/>
                  </a:lnTo>
                  <a:lnTo>
                    <a:pt x="4377177" y="429182"/>
                  </a:lnTo>
                  <a:lnTo>
                    <a:pt x="4394899" y="424530"/>
                  </a:lnTo>
                  <a:lnTo>
                    <a:pt x="4412620" y="419799"/>
                  </a:lnTo>
                  <a:lnTo>
                    <a:pt x="4430342" y="415031"/>
                  </a:lnTo>
                  <a:lnTo>
                    <a:pt x="4448063" y="410220"/>
                  </a:lnTo>
                  <a:lnTo>
                    <a:pt x="4465784" y="405370"/>
                  </a:lnTo>
                  <a:lnTo>
                    <a:pt x="4483506" y="400508"/>
                  </a:lnTo>
                  <a:lnTo>
                    <a:pt x="4501227" y="395634"/>
                  </a:lnTo>
                  <a:lnTo>
                    <a:pt x="4518948" y="390765"/>
                  </a:lnTo>
                  <a:lnTo>
                    <a:pt x="4536670" y="385911"/>
                  </a:lnTo>
                  <a:lnTo>
                    <a:pt x="4554391" y="381075"/>
                  </a:lnTo>
                  <a:lnTo>
                    <a:pt x="4572113" y="376295"/>
                  </a:lnTo>
                  <a:lnTo>
                    <a:pt x="4589834" y="371556"/>
                  </a:lnTo>
                  <a:lnTo>
                    <a:pt x="4607555" y="366866"/>
                  </a:lnTo>
                  <a:lnTo>
                    <a:pt x="4625277" y="362285"/>
                  </a:lnTo>
                  <a:lnTo>
                    <a:pt x="4642998" y="357774"/>
                  </a:lnTo>
                  <a:lnTo>
                    <a:pt x="4660719" y="353338"/>
                  </a:lnTo>
                  <a:lnTo>
                    <a:pt x="4678441" y="349067"/>
                  </a:lnTo>
                  <a:lnTo>
                    <a:pt x="4696162" y="344894"/>
                  </a:lnTo>
                  <a:lnTo>
                    <a:pt x="4713883" y="340820"/>
                  </a:lnTo>
                  <a:lnTo>
                    <a:pt x="4731605" y="336965"/>
                  </a:lnTo>
                  <a:lnTo>
                    <a:pt x="4749326" y="333236"/>
                  </a:lnTo>
                  <a:lnTo>
                    <a:pt x="4767048" y="329632"/>
                  </a:lnTo>
                  <a:lnTo>
                    <a:pt x="4784769" y="326290"/>
                  </a:lnTo>
                  <a:lnTo>
                    <a:pt x="4802490" y="323103"/>
                  </a:lnTo>
                  <a:lnTo>
                    <a:pt x="4820212" y="320064"/>
                  </a:lnTo>
                  <a:lnTo>
                    <a:pt x="4837933" y="317322"/>
                  </a:lnTo>
                  <a:lnTo>
                    <a:pt x="4855654" y="314762"/>
                  </a:lnTo>
                  <a:lnTo>
                    <a:pt x="4873376" y="312372"/>
                  </a:lnTo>
                  <a:lnTo>
                    <a:pt x="4891097" y="310303"/>
                  </a:lnTo>
                  <a:lnTo>
                    <a:pt x="4908819" y="308442"/>
                  </a:lnTo>
                  <a:lnTo>
                    <a:pt x="4926540" y="306765"/>
                  </a:lnTo>
                  <a:lnTo>
                    <a:pt x="4944261" y="305427"/>
                  </a:lnTo>
                  <a:lnTo>
                    <a:pt x="4961983" y="304316"/>
                  </a:lnTo>
                  <a:lnTo>
                    <a:pt x="4979704" y="303401"/>
                  </a:lnTo>
                  <a:lnTo>
                    <a:pt x="4997425" y="302830"/>
                  </a:lnTo>
                  <a:lnTo>
                    <a:pt x="5015147" y="302503"/>
                  </a:lnTo>
                  <a:lnTo>
                    <a:pt x="5032868" y="302375"/>
                  </a:lnTo>
                  <a:lnTo>
                    <a:pt x="5050589" y="302588"/>
                  </a:lnTo>
                  <a:lnTo>
                    <a:pt x="5068311" y="303053"/>
                  </a:lnTo>
                  <a:lnTo>
                    <a:pt x="5086032" y="303717"/>
                  </a:lnTo>
                  <a:lnTo>
                    <a:pt x="5103754" y="304709"/>
                  </a:lnTo>
                  <a:lnTo>
                    <a:pt x="5121475" y="305954"/>
                  </a:lnTo>
                  <a:lnTo>
                    <a:pt x="5139196" y="307392"/>
                  </a:lnTo>
                  <a:lnTo>
                    <a:pt x="5156918" y="309136"/>
                  </a:lnTo>
                  <a:lnTo>
                    <a:pt x="5174639" y="311128"/>
                  </a:lnTo>
                  <a:lnTo>
                    <a:pt x="5192360" y="313301"/>
                  </a:lnTo>
                  <a:lnTo>
                    <a:pt x="5210082" y="315751"/>
                  </a:lnTo>
                  <a:lnTo>
                    <a:pt x="5227803" y="318435"/>
                  </a:lnTo>
                  <a:lnTo>
                    <a:pt x="5245525" y="321284"/>
                  </a:lnTo>
                  <a:lnTo>
                    <a:pt x="5263246" y="324376"/>
                  </a:lnTo>
                  <a:lnTo>
                    <a:pt x="5280967" y="327682"/>
                  </a:lnTo>
                  <a:lnTo>
                    <a:pt x="5298689" y="331132"/>
                  </a:lnTo>
                  <a:lnTo>
                    <a:pt x="5316410" y="334786"/>
                  </a:lnTo>
                  <a:lnTo>
                    <a:pt x="5334131" y="338628"/>
                  </a:lnTo>
                  <a:lnTo>
                    <a:pt x="5351853" y="342590"/>
                  </a:lnTo>
                  <a:lnTo>
                    <a:pt x="5369574" y="346716"/>
                  </a:lnTo>
                  <a:lnTo>
                    <a:pt x="5387295" y="350997"/>
                  </a:lnTo>
                  <a:lnTo>
                    <a:pt x="5405017" y="355372"/>
                  </a:lnTo>
                  <a:lnTo>
                    <a:pt x="5422738" y="359871"/>
                  </a:lnTo>
                  <a:lnTo>
                    <a:pt x="5440460" y="364489"/>
                  </a:lnTo>
                  <a:lnTo>
                    <a:pt x="5458181" y="369174"/>
                  </a:lnTo>
                  <a:lnTo>
                    <a:pt x="5475902" y="373943"/>
                  </a:lnTo>
                  <a:lnTo>
                    <a:pt x="5493624" y="378792"/>
                  </a:lnTo>
                  <a:lnTo>
                    <a:pt x="5511345" y="383681"/>
                  </a:lnTo>
                  <a:lnTo>
                    <a:pt x="5529066" y="388618"/>
                  </a:lnTo>
                  <a:lnTo>
                    <a:pt x="5546788" y="393594"/>
                  </a:lnTo>
                  <a:lnTo>
                    <a:pt x="5564509" y="398584"/>
                  </a:lnTo>
                  <a:lnTo>
                    <a:pt x="5582231" y="403589"/>
                  </a:lnTo>
                  <a:lnTo>
                    <a:pt x="5599952" y="408593"/>
                  </a:lnTo>
                  <a:lnTo>
                    <a:pt x="5617673" y="413588"/>
                  </a:lnTo>
                  <a:lnTo>
                    <a:pt x="5635395" y="418569"/>
                  </a:lnTo>
                  <a:lnTo>
                    <a:pt x="5653116" y="423510"/>
                  </a:lnTo>
                  <a:lnTo>
                    <a:pt x="5670837" y="428420"/>
                  </a:lnTo>
                  <a:lnTo>
                    <a:pt x="5688559" y="433293"/>
                  </a:lnTo>
                  <a:lnTo>
                    <a:pt x="5706280" y="438091"/>
                  </a:lnTo>
                  <a:lnTo>
                    <a:pt x="5724001" y="442840"/>
                  </a:lnTo>
                  <a:lnTo>
                    <a:pt x="5741723" y="447532"/>
                  </a:lnTo>
                  <a:lnTo>
                    <a:pt x="5759444" y="452119"/>
                  </a:lnTo>
                  <a:lnTo>
                    <a:pt x="5777166" y="456641"/>
                  </a:lnTo>
                  <a:lnTo>
                    <a:pt x="5794887" y="461094"/>
                  </a:lnTo>
                  <a:lnTo>
                    <a:pt x="5812608" y="465414"/>
                  </a:lnTo>
                  <a:lnTo>
                    <a:pt x="5830330" y="469659"/>
                  </a:lnTo>
                  <a:lnTo>
                    <a:pt x="5848051" y="473826"/>
                  </a:lnTo>
                  <a:lnTo>
                    <a:pt x="5865772" y="477839"/>
                  </a:lnTo>
                  <a:lnTo>
                    <a:pt x="5883494" y="481768"/>
                  </a:lnTo>
                  <a:lnTo>
                    <a:pt x="5901215" y="485614"/>
                  </a:lnTo>
                  <a:lnTo>
                    <a:pt x="5918937" y="489292"/>
                  </a:lnTo>
                  <a:lnTo>
                    <a:pt x="5936658" y="492882"/>
                  </a:lnTo>
                  <a:lnTo>
                    <a:pt x="5954379" y="496384"/>
                  </a:lnTo>
                  <a:lnTo>
                    <a:pt x="5972101" y="499715"/>
                  </a:lnTo>
                  <a:lnTo>
                    <a:pt x="5989822" y="502952"/>
                  </a:lnTo>
                  <a:lnTo>
                    <a:pt x="6007543" y="506100"/>
                  </a:lnTo>
                  <a:lnTo>
                    <a:pt x="6025265" y="509080"/>
                  </a:lnTo>
                  <a:lnTo>
                    <a:pt x="6042986" y="511964"/>
                  </a:lnTo>
                  <a:lnTo>
                    <a:pt x="6060707" y="514759"/>
                  </a:lnTo>
                  <a:lnTo>
                    <a:pt x="6078429" y="517394"/>
                  </a:lnTo>
                  <a:lnTo>
                    <a:pt x="6096150" y="519931"/>
                  </a:lnTo>
                  <a:lnTo>
                    <a:pt x="6113872" y="522383"/>
                  </a:lnTo>
                  <a:lnTo>
                    <a:pt x="6131593" y="524685"/>
                  </a:lnTo>
                  <a:lnTo>
                    <a:pt x="6149314" y="526892"/>
                  </a:lnTo>
                  <a:lnTo>
                    <a:pt x="6167036" y="529018"/>
                  </a:lnTo>
                  <a:lnTo>
                    <a:pt x="6184757" y="531007"/>
                  </a:lnTo>
                  <a:lnTo>
                    <a:pt x="6202478" y="532903"/>
                  </a:lnTo>
                  <a:lnTo>
                    <a:pt x="6220200" y="534725"/>
                  </a:lnTo>
                  <a:lnTo>
                    <a:pt x="6237921" y="536425"/>
                  </a:lnTo>
                  <a:lnTo>
                    <a:pt x="6255643" y="538037"/>
                  </a:lnTo>
                  <a:lnTo>
                    <a:pt x="6273364" y="539581"/>
                  </a:lnTo>
                  <a:lnTo>
                    <a:pt x="6291085" y="541016"/>
                  </a:lnTo>
                  <a:lnTo>
                    <a:pt x="6308807" y="542371"/>
                  </a:lnTo>
                  <a:lnTo>
                    <a:pt x="6326528" y="543665"/>
                  </a:lnTo>
                  <a:lnTo>
                    <a:pt x="6344249" y="544865"/>
                  </a:lnTo>
                  <a:lnTo>
                    <a:pt x="6361971" y="545991"/>
                  </a:lnTo>
                  <a:lnTo>
                    <a:pt x="6379692" y="547063"/>
                  </a:lnTo>
                  <a:lnTo>
                    <a:pt x="6397413" y="548055"/>
                  </a:lnTo>
                  <a:lnTo>
                    <a:pt x="6415135" y="548981"/>
                  </a:lnTo>
                  <a:lnTo>
                    <a:pt x="6432856" y="549860"/>
                  </a:lnTo>
                  <a:lnTo>
                    <a:pt x="6450578" y="550672"/>
                  </a:lnTo>
                  <a:lnTo>
                    <a:pt x="6468299" y="551425"/>
                  </a:lnTo>
                  <a:lnTo>
                    <a:pt x="6486020" y="552138"/>
                  </a:lnTo>
                  <a:lnTo>
                    <a:pt x="6503742" y="552795"/>
                  </a:lnTo>
                  <a:lnTo>
                    <a:pt x="6521463" y="553401"/>
                  </a:lnTo>
                  <a:lnTo>
                    <a:pt x="6539184" y="553973"/>
                  </a:lnTo>
                </a:path>
              </a:pathLst>
            </a:custGeom>
            <a:ln w="542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g2945"/>
            <p:cNvSpPr/>
            <p:nvPr/>
          </p:nvSpPr>
          <p:spPr>
            <a:xfrm>
              <a:off x="3348888" y="6085933"/>
              <a:ext cx="17721" cy="7242"/>
            </a:xfrm>
            <a:custGeom>
              <a:avLst/>
              <a:pathLst>
                <a:path w="17721" h="7242">
                  <a:moveTo>
                    <a:pt x="0" y="648"/>
                  </a:moveTo>
                  <a:lnTo>
                    <a:pt x="17721" y="0"/>
                  </a:lnTo>
                  <a:lnTo>
                    <a:pt x="17721" y="7242"/>
                  </a:lnTo>
                  <a:lnTo>
                    <a:pt x="0" y="7242"/>
                  </a:lnTo>
                  <a:close/>
                </a:path>
              </a:pathLst>
            </a:custGeom>
            <a:solidFill>
              <a:srgbClr val="E8D0BF">
                <a:alpha val="100000"/>
              </a:srgbClr>
            </a:solidFill>
            <a:ln w="4762" cap="rnd">
              <a:solidFill>
                <a:srgbClr val="E8D0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g2946"/>
            <p:cNvSpPr/>
            <p:nvPr/>
          </p:nvSpPr>
          <p:spPr>
            <a:xfrm>
              <a:off x="3366609" y="6084473"/>
              <a:ext cx="35442" cy="8703"/>
            </a:xfrm>
            <a:custGeom>
              <a:avLst/>
              <a:pathLst>
                <a:path w="35442" h="8703">
                  <a:moveTo>
                    <a:pt x="0" y="1460"/>
                  </a:moveTo>
                  <a:lnTo>
                    <a:pt x="17721" y="770"/>
                  </a:lnTo>
                  <a:lnTo>
                    <a:pt x="35442" y="0"/>
                  </a:lnTo>
                  <a:lnTo>
                    <a:pt x="35442" y="8703"/>
                  </a:lnTo>
                  <a:lnTo>
                    <a:pt x="17721" y="8703"/>
                  </a:lnTo>
                  <a:lnTo>
                    <a:pt x="0" y="8703"/>
                  </a:lnTo>
                  <a:close/>
                </a:path>
              </a:pathLst>
            </a:custGeom>
            <a:solidFill>
              <a:srgbClr val="E8D0BE">
                <a:alpha val="100000"/>
              </a:srgbClr>
            </a:solidFill>
            <a:ln w="4762" cap="rnd">
              <a:solidFill>
                <a:srgbClr val="E8D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g2947"/>
            <p:cNvSpPr/>
            <p:nvPr/>
          </p:nvSpPr>
          <p:spPr>
            <a:xfrm>
              <a:off x="3402052" y="6083644"/>
              <a:ext cx="17721" cy="9531"/>
            </a:xfrm>
            <a:custGeom>
              <a:avLst/>
              <a:pathLst>
                <a:path w="17721" h="9531">
                  <a:moveTo>
                    <a:pt x="0" y="828"/>
                  </a:moveTo>
                  <a:lnTo>
                    <a:pt x="17721" y="0"/>
                  </a:lnTo>
                  <a:lnTo>
                    <a:pt x="17721" y="9531"/>
                  </a:lnTo>
                  <a:lnTo>
                    <a:pt x="0" y="9531"/>
                  </a:lnTo>
                  <a:close/>
                </a:path>
              </a:pathLst>
            </a:custGeom>
            <a:solidFill>
              <a:srgbClr val="E7CFBE">
                <a:alpha val="100000"/>
              </a:srgbClr>
            </a:solidFill>
            <a:ln w="4762" cap="rnd">
              <a:solidFill>
                <a:srgbClr val="E7CF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g2948"/>
            <p:cNvSpPr/>
            <p:nvPr/>
          </p:nvSpPr>
          <p:spPr>
            <a:xfrm>
              <a:off x="3419773" y="6082765"/>
              <a:ext cx="17721" cy="10411"/>
            </a:xfrm>
            <a:custGeom>
              <a:avLst/>
              <a:pathLst>
                <a:path w="17721" h="10411">
                  <a:moveTo>
                    <a:pt x="0" y="879"/>
                  </a:moveTo>
                  <a:lnTo>
                    <a:pt x="17721" y="0"/>
                  </a:lnTo>
                  <a:lnTo>
                    <a:pt x="17721" y="10411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E7CFBD">
                <a:alpha val="100000"/>
              </a:srgbClr>
            </a:solidFill>
            <a:ln w="4762" cap="rnd">
              <a:solidFill>
                <a:srgbClr val="E7CF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g2949"/>
            <p:cNvSpPr/>
            <p:nvPr/>
          </p:nvSpPr>
          <p:spPr>
            <a:xfrm>
              <a:off x="3437495" y="6081790"/>
              <a:ext cx="17721" cy="11386"/>
            </a:xfrm>
            <a:custGeom>
              <a:avLst/>
              <a:pathLst>
                <a:path w="17721" h="11386">
                  <a:moveTo>
                    <a:pt x="0" y="974"/>
                  </a:moveTo>
                  <a:lnTo>
                    <a:pt x="17721" y="0"/>
                  </a:lnTo>
                  <a:lnTo>
                    <a:pt x="17721" y="11386"/>
                  </a:lnTo>
                  <a:lnTo>
                    <a:pt x="0" y="11386"/>
                  </a:lnTo>
                  <a:close/>
                </a:path>
              </a:pathLst>
            </a:custGeom>
            <a:solidFill>
              <a:srgbClr val="E7CEBD">
                <a:alpha val="100000"/>
              </a:srgbClr>
            </a:solidFill>
            <a:ln w="4762" cap="rnd">
              <a:solidFill>
                <a:srgbClr val="E7CE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g2950"/>
            <p:cNvSpPr/>
            <p:nvPr/>
          </p:nvSpPr>
          <p:spPr>
            <a:xfrm>
              <a:off x="3455216" y="6079632"/>
              <a:ext cx="35442" cy="13544"/>
            </a:xfrm>
            <a:custGeom>
              <a:avLst/>
              <a:pathLst>
                <a:path w="35442" h="13544">
                  <a:moveTo>
                    <a:pt x="0" y="2158"/>
                  </a:moveTo>
                  <a:lnTo>
                    <a:pt x="17721" y="1110"/>
                  </a:lnTo>
                  <a:lnTo>
                    <a:pt x="35442" y="0"/>
                  </a:lnTo>
                  <a:lnTo>
                    <a:pt x="35442" y="13544"/>
                  </a:lnTo>
                  <a:lnTo>
                    <a:pt x="17721" y="13544"/>
                  </a:lnTo>
                  <a:lnTo>
                    <a:pt x="0" y="13544"/>
                  </a:lnTo>
                  <a:close/>
                </a:path>
              </a:pathLst>
            </a:custGeom>
            <a:solidFill>
              <a:srgbClr val="E7CEBC">
                <a:alpha val="100000"/>
              </a:srgbClr>
            </a:solidFill>
            <a:ln w="4762" cap="rnd">
              <a:solidFill>
                <a:srgbClr val="E7CEB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g2951"/>
            <p:cNvSpPr/>
            <p:nvPr/>
          </p:nvSpPr>
          <p:spPr>
            <a:xfrm>
              <a:off x="3490659" y="6077096"/>
              <a:ext cx="35442" cy="16079"/>
            </a:xfrm>
            <a:custGeom>
              <a:avLst/>
              <a:pathLst>
                <a:path w="35442" h="16079">
                  <a:moveTo>
                    <a:pt x="0" y="2535"/>
                  </a:moveTo>
                  <a:lnTo>
                    <a:pt x="17721" y="1313"/>
                  </a:lnTo>
                  <a:lnTo>
                    <a:pt x="35442" y="0"/>
                  </a:lnTo>
                  <a:lnTo>
                    <a:pt x="35442" y="16079"/>
                  </a:lnTo>
                  <a:lnTo>
                    <a:pt x="17721" y="16079"/>
                  </a:lnTo>
                  <a:lnTo>
                    <a:pt x="0" y="16079"/>
                  </a:lnTo>
                  <a:close/>
                </a:path>
              </a:pathLst>
            </a:custGeom>
            <a:solidFill>
              <a:srgbClr val="E6CDBB">
                <a:alpha val="100000"/>
              </a:srgbClr>
            </a:solidFill>
            <a:ln w="4762" cap="rnd">
              <a:solidFill>
                <a:srgbClr val="E6CD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g2952"/>
            <p:cNvSpPr/>
            <p:nvPr/>
          </p:nvSpPr>
          <p:spPr>
            <a:xfrm>
              <a:off x="3526102" y="6075709"/>
              <a:ext cx="17721" cy="17466"/>
            </a:xfrm>
            <a:custGeom>
              <a:avLst/>
              <a:pathLst>
                <a:path w="17721" h="17466">
                  <a:moveTo>
                    <a:pt x="0" y="1387"/>
                  </a:moveTo>
                  <a:lnTo>
                    <a:pt x="17721" y="0"/>
                  </a:lnTo>
                  <a:lnTo>
                    <a:pt x="17721" y="17466"/>
                  </a:lnTo>
                  <a:lnTo>
                    <a:pt x="0" y="17466"/>
                  </a:lnTo>
                  <a:close/>
                </a:path>
              </a:pathLst>
            </a:custGeom>
            <a:solidFill>
              <a:srgbClr val="E6CCBB">
                <a:alpha val="100000"/>
              </a:srgbClr>
            </a:solidFill>
            <a:ln w="4762" cap="rnd">
              <a:solidFill>
                <a:srgbClr val="E6CC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g2953"/>
            <p:cNvSpPr/>
            <p:nvPr/>
          </p:nvSpPr>
          <p:spPr>
            <a:xfrm>
              <a:off x="3543823" y="6072563"/>
              <a:ext cx="35442" cy="20612"/>
            </a:xfrm>
            <a:custGeom>
              <a:avLst/>
              <a:pathLst>
                <a:path w="35442" h="20612">
                  <a:moveTo>
                    <a:pt x="0" y="3146"/>
                  </a:moveTo>
                  <a:lnTo>
                    <a:pt x="17721" y="1628"/>
                  </a:lnTo>
                  <a:lnTo>
                    <a:pt x="35442" y="0"/>
                  </a:lnTo>
                  <a:lnTo>
                    <a:pt x="35442" y="20612"/>
                  </a:lnTo>
                  <a:lnTo>
                    <a:pt x="17721" y="20612"/>
                  </a:lnTo>
                  <a:lnTo>
                    <a:pt x="0" y="20612"/>
                  </a:lnTo>
                  <a:close/>
                </a:path>
              </a:pathLst>
            </a:custGeom>
            <a:solidFill>
              <a:srgbClr val="E6CCBA">
                <a:alpha val="100000"/>
              </a:srgbClr>
            </a:solidFill>
            <a:ln w="4762" cap="rnd">
              <a:solidFill>
                <a:srgbClr val="E6CCB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g2954"/>
            <p:cNvSpPr/>
            <p:nvPr/>
          </p:nvSpPr>
          <p:spPr>
            <a:xfrm>
              <a:off x="3579266" y="6070847"/>
              <a:ext cx="17721" cy="22329"/>
            </a:xfrm>
            <a:custGeom>
              <a:avLst/>
              <a:pathLst>
                <a:path w="17721" h="22329">
                  <a:moveTo>
                    <a:pt x="0" y="1716"/>
                  </a:moveTo>
                  <a:lnTo>
                    <a:pt x="17721" y="0"/>
                  </a:lnTo>
                  <a:lnTo>
                    <a:pt x="17721" y="22329"/>
                  </a:lnTo>
                  <a:lnTo>
                    <a:pt x="0" y="22329"/>
                  </a:lnTo>
                  <a:close/>
                </a:path>
              </a:pathLst>
            </a:custGeom>
            <a:solidFill>
              <a:srgbClr val="E6CBB9">
                <a:alpha val="100000"/>
              </a:srgbClr>
            </a:solidFill>
            <a:ln w="4762" cap="rnd">
              <a:solidFill>
                <a:srgbClr val="E6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g2955"/>
            <p:cNvSpPr/>
            <p:nvPr/>
          </p:nvSpPr>
          <p:spPr>
            <a:xfrm>
              <a:off x="3596987" y="6068981"/>
              <a:ext cx="17721" cy="24195"/>
            </a:xfrm>
            <a:custGeom>
              <a:avLst/>
              <a:pathLst>
                <a:path w="17721" h="24195">
                  <a:moveTo>
                    <a:pt x="0" y="1865"/>
                  </a:moveTo>
                  <a:lnTo>
                    <a:pt x="17721" y="0"/>
                  </a:lnTo>
                  <a:lnTo>
                    <a:pt x="17721" y="24195"/>
                  </a:lnTo>
                  <a:lnTo>
                    <a:pt x="0" y="24195"/>
                  </a:lnTo>
                  <a:close/>
                </a:path>
              </a:pathLst>
            </a:custGeom>
            <a:solidFill>
              <a:srgbClr val="E5CBB9">
                <a:alpha val="100000"/>
              </a:srgbClr>
            </a:solidFill>
            <a:ln w="4762" cap="rnd">
              <a:solidFill>
                <a:srgbClr val="E5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g2956"/>
            <p:cNvSpPr/>
            <p:nvPr/>
          </p:nvSpPr>
          <p:spPr>
            <a:xfrm>
              <a:off x="3614708" y="6062607"/>
              <a:ext cx="53164" cy="30569"/>
            </a:xfrm>
            <a:custGeom>
              <a:avLst/>
              <a:pathLst>
                <a:path w="53164" h="30569">
                  <a:moveTo>
                    <a:pt x="0" y="6374"/>
                  </a:moveTo>
                  <a:lnTo>
                    <a:pt x="17721" y="4374"/>
                  </a:lnTo>
                  <a:lnTo>
                    <a:pt x="35442" y="2271"/>
                  </a:lnTo>
                  <a:lnTo>
                    <a:pt x="53164" y="0"/>
                  </a:lnTo>
                  <a:lnTo>
                    <a:pt x="53164" y="30569"/>
                  </a:lnTo>
                  <a:lnTo>
                    <a:pt x="35442" y="30569"/>
                  </a:lnTo>
                  <a:lnTo>
                    <a:pt x="17721" y="30569"/>
                  </a:lnTo>
                  <a:lnTo>
                    <a:pt x="0" y="30569"/>
                  </a:lnTo>
                  <a:close/>
                </a:path>
              </a:pathLst>
            </a:custGeom>
            <a:solidFill>
              <a:srgbClr val="E5CAB8">
                <a:alpha val="100000"/>
              </a:srgbClr>
            </a:solidFill>
            <a:ln w="4762" cap="rnd">
              <a:solidFill>
                <a:srgbClr val="E5CA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g2957"/>
            <p:cNvSpPr/>
            <p:nvPr/>
          </p:nvSpPr>
          <p:spPr>
            <a:xfrm>
              <a:off x="3667873" y="6060175"/>
              <a:ext cx="17721" cy="33001"/>
            </a:xfrm>
            <a:custGeom>
              <a:avLst/>
              <a:pathLst>
                <a:path w="17721" h="33001">
                  <a:moveTo>
                    <a:pt x="0" y="2431"/>
                  </a:moveTo>
                  <a:lnTo>
                    <a:pt x="17721" y="0"/>
                  </a:lnTo>
                  <a:lnTo>
                    <a:pt x="17721" y="33001"/>
                  </a:lnTo>
                  <a:lnTo>
                    <a:pt x="0" y="33001"/>
                  </a:lnTo>
                  <a:close/>
                </a:path>
              </a:pathLst>
            </a:custGeom>
            <a:solidFill>
              <a:srgbClr val="E5C9B7">
                <a:alpha val="100000"/>
              </a:srgbClr>
            </a:solidFill>
            <a:ln w="4762" cap="rnd">
              <a:solidFill>
                <a:srgbClr val="E5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g2958"/>
            <p:cNvSpPr/>
            <p:nvPr/>
          </p:nvSpPr>
          <p:spPr>
            <a:xfrm>
              <a:off x="3685594" y="6057625"/>
              <a:ext cx="17721" cy="35551"/>
            </a:xfrm>
            <a:custGeom>
              <a:avLst/>
              <a:pathLst>
                <a:path w="17721" h="35551">
                  <a:moveTo>
                    <a:pt x="0" y="2550"/>
                  </a:moveTo>
                  <a:lnTo>
                    <a:pt x="17721" y="0"/>
                  </a:lnTo>
                  <a:lnTo>
                    <a:pt x="17721" y="35551"/>
                  </a:lnTo>
                  <a:lnTo>
                    <a:pt x="0" y="35551"/>
                  </a:lnTo>
                  <a:close/>
                </a:path>
              </a:pathLst>
            </a:custGeom>
            <a:solidFill>
              <a:srgbClr val="E4C9B7">
                <a:alpha val="100000"/>
              </a:srgbClr>
            </a:solidFill>
            <a:ln w="4762" cap="rnd">
              <a:solidFill>
                <a:srgbClr val="E4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g2959"/>
            <p:cNvSpPr/>
            <p:nvPr/>
          </p:nvSpPr>
          <p:spPr>
            <a:xfrm>
              <a:off x="3703315" y="6051960"/>
              <a:ext cx="35442" cy="41216"/>
            </a:xfrm>
            <a:custGeom>
              <a:avLst/>
              <a:pathLst>
                <a:path w="35442" h="41216">
                  <a:moveTo>
                    <a:pt x="0" y="5664"/>
                  </a:moveTo>
                  <a:lnTo>
                    <a:pt x="17721" y="2926"/>
                  </a:lnTo>
                  <a:lnTo>
                    <a:pt x="35442" y="0"/>
                  </a:lnTo>
                  <a:lnTo>
                    <a:pt x="35442" y="41216"/>
                  </a:lnTo>
                  <a:lnTo>
                    <a:pt x="17721" y="41216"/>
                  </a:lnTo>
                  <a:lnTo>
                    <a:pt x="0" y="41216"/>
                  </a:lnTo>
                  <a:close/>
                </a:path>
              </a:pathLst>
            </a:custGeom>
            <a:solidFill>
              <a:srgbClr val="E4C8B6">
                <a:alpha val="100000"/>
              </a:srgbClr>
            </a:solidFill>
            <a:ln w="4762" cap="rnd">
              <a:solidFill>
                <a:srgbClr val="E4C8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g2960"/>
            <p:cNvSpPr/>
            <p:nvPr/>
          </p:nvSpPr>
          <p:spPr>
            <a:xfrm>
              <a:off x="3738758" y="6048898"/>
              <a:ext cx="17721" cy="44278"/>
            </a:xfrm>
            <a:custGeom>
              <a:avLst/>
              <a:pathLst>
                <a:path w="17721" h="44278">
                  <a:moveTo>
                    <a:pt x="0" y="3061"/>
                  </a:moveTo>
                  <a:lnTo>
                    <a:pt x="17721" y="0"/>
                  </a:lnTo>
                  <a:lnTo>
                    <a:pt x="17721" y="44278"/>
                  </a:lnTo>
                  <a:lnTo>
                    <a:pt x="0" y="44278"/>
                  </a:lnTo>
                  <a:close/>
                </a:path>
              </a:pathLst>
            </a:custGeom>
            <a:solidFill>
              <a:srgbClr val="E4C8B5">
                <a:alpha val="100000"/>
              </a:srgbClr>
            </a:solidFill>
            <a:ln w="4762" cap="rnd">
              <a:solidFill>
                <a:srgbClr val="E4C8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g2961"/>
            <p:cNvSpPr/>
            <p:nvPr/>
          </p:nvSpPr>
          <p:spPr>
            <a:xfrm>
              <a:off x="3756479" y="6045629"/>
              <a:ext cx="17721" cy="47546"/>
            </a:xfrm>
            <a:custGeom>
              <a:avLst/>
              <a:pathLst>
                <a:path w="17721" h="47546">
                  <a:moveTo>
                    <a:pt x="0" y="3268"/>
                  </a:moveTo>
                  <a:lnTo>
                    <a:pt x="17721" y="0"/>
                  </a:lnTo>
                  <a:lnTo>
                    <a:pt x="17721" y="47546"/>
                  </a:lnTo>
                  <a:lnTo>
                    <a:pt x="0" y="47546"/>
                  </a:lnTo>
                  <a:close/>
                </a:path>
              </a:pathLst>
            </a:custGeom>
            <a:solidFill>
              <a:srgbClr val="E4C7B5">
                <a:alpha val="100000"/>
              </a:srgbClr>
            </a:solidFill>
            <a:ln w="4762" cap="rnd">
              <a:solidFill>
                <a:srgbClr val="E4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g2962"/>
            <p:cNvSpPr/>
            <p:nvPr/>
          </p:nvSpPr>
          <p:spPr>
            <a:xfrm>
              <a:off x="3774201" y="6042143"/>
              <a:ext cx="17721" cy="51033"/>
            </a:xfrm>
            <a:custGeom>
              <a:avLst/>
              <a:pathLst>
                <a:path w="17721" h="51033">
                  <a:moveTo>
                    <a:pt x="0" y="3486"/>
                  </a:moveTo>
                  <a:lnTo>
                    <a:pt x="17721" y="0"/>
                  </a:lnTo>
                  <a:lnTo>
                    <a:pt x="17721" y="51033"/>
                  </a:lnTo>
                  <a:lnTo>
                    <a:pt x="0" y="51033"/>
                  </a:lnTo>
                  <a:close/>
                </a:path>
              </a:pathLst>
            </a:custGeom>
            <a:solidFill>
              <a:srgbClr val="E3C7B5">
                <a:alpha val="100000"/>
              </a:srgbClr>
            </a:solidFill>
            <a:ln w="4762" cap="rnd">
              <a:solidFill>
                <a:srgbClr val="E3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g2963"/>
            <p:cNvSpPr/>
            <p:nvPr/>
          </p:nvSpPr>
          <p:spPr>
            <a:xfrm>
              <a:off x="3791922" y="6034642"/>
              <a:ext cx="35442" cy="58534"/>
            </a:xfrm>
            <a:custGeom>
              <a:avLst/>
              <a:pathLst>
                <a:path w="35442" h="58534">
                  <a:moveTo>
                    <a:pt x="0" y="7500"/>
                  </a:moveTo>
                  <a:lnTo>
                    <a:pt x="17721" y="3862"/>
                  </a:lnTo>
                  <a:lnTo>
                    <a:pt x="35442" y="0"/>
                  </a:lnTo>
                  <a:lnTo>
                    <a:pt x="35442" y="58534"/>
                  </a:lnTo>
                  <a:lnTo>
                    <a:pt x="17721" y="58534"/>
                  </a:lnTo>
                  <a:lnTo>
                    <a:pt x="0" y="58534"/>
                  </a:lnTo>
                  <a:close/>
                </a:path>
              </a:pathLst>
            </a:custGeom>
            <a:solidFill>
              <a:srgbClr val="E3C6B4">
                <a:alpha val="100000"/>
              </a:srgbClr>
            </a:solidFill>
            <a:ln w="4762" cap="rnd">
              <a:solidFill>
                <a:srgbClr val="E3C6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g2964"/>
            <p:cNvSpPr/>
            <p:nvPr/>
          </p:nvSpPr>
          <p:spPr>
            <a:xfrm>
              <a:off x="3827365" y="6030530"/>
              <a:ext cx="17721" cy="62645"/>
            </a:xfrm>
            <a:custGeom>
              <a:avLst/>
              <a:pathLst>
                <a:path w="17721" h="62645">
                  <a:moveTo>
                    <a:pt x="0" y="4111"/>
                  </a:moveTo>
                  <a:lnTo>
                    <a:pt x="17721" y="0"/>
                  </a:lnTo>
                  <a:lnTo>
                    <a:pt x="17721" y="62645"/>
                  </a:lnTo>
                  <a:lnTo>
                    <a:pt x="0" y="62645"/>
                  </a:lnTo>
                  <a:close/>
                </a:path>
              </a:pathLst>
            </a:custGeom>
            <a:solidFill>
              <a:srgbClr val="E3C6B3">
                <a:alpha val="100000"/>
              </a:srgbClr>
            </a:solidFill>
            <a:ln w="4762" cap="rnd">
              <a:solidFill>
                <a:srgbClr val="E3C6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g2965"/>
            <p:cNvSpPr/>
            <p:nvPr/>
          </p:nvSpPr>
          <p:spPr>
            <a:xfrm>
              <a:off x="3845086" y="6026251"/>
              <a:ext cx="17721" cy="66925"/>
            </a:xfrm>
            <a:custGeom>
              <a:avLst/>
              <a:pathLst>
                <a:path w="17721" h="66925">
                  <a:moveTo>
                    <a:pt x="0" y="4279"/>
                  </a:moveTo>
                  <a:lnTo>
                    <a:pt x="17721" y="0"/>
                  </a:lnTo>
                  <a:lnTo>
                    <a:pt x="17721" y="66925"/>
                  </a:lnTo>
                  <a:lnTo>
                    <a:pt x="0" y="66925"/>
                  </a:lnTo>
                  <a:close/>
                </a:path>
              </a:pathLst>
            </a:custGeom>
            <a:solidFill>
              <a:srgbClr val="E3C5B3">
                <a:alpha val="100000"/>
              </a:srgbClr>
            </a:solidFill>
            <a:ln w="4762" cap="rnd">
              <a:solidFill>
                <a:srgbClr val="E3C5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g2966"/>
            <p:cNvSpPr/>
            <p:nvPr/>
          </p:nvSpPr>
          <p:spPr>
            <a:xfrm>
              <a:off x="3862808" y="6021733"/>
              <a:ext cx="17721" cy="71443"/>
            </a:xfrm>
            <a:custGeom>
              <a:avLst/>
              <a:pathLst>
                <a:path w="17721" h="71443">
                  <a:moveTo>
                    <a:pt x="0" y="4518"/>
                  </a:moveTo>
                  <a:lnTo>
                    <a:pt x="17721" y="0"/>
                  </a:lnTo>
                  <a:lnTo>
                    <a:pt x="17721" y="71443"/>
                  </a:lnTo>
                  <a:lnTo>
                    <a:pt x="0" y="71443"/>
                  </a:lnTo>
                  <a:close/>
                </a:path>
              </a:pathLst>
            </a:custGeom>
            <a:solidFill>
              <a:srgbClr val="E3C5B2">
                <a:alpha val="100000"/>
              </a:srgbClr>
            </a:solidFill>
            <a:ln w="4762" cap="rnd">
              <a:solidFill>
                <a:srgbClr val="E3C5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g2967"/>
            <p:cNvSpPr/>
            <p:nvPr/>
          </p:nvSpPr>
          <p:spPr>
            <a:xfrm>
              <a:off x="3880529" y="6011954"/>
              <a:ext cx="35442" cy="81222"/>
            </a:xfrm>
            <a:custGeom>
              <a:avLst/>
              <a:pathLst>
                <a:path w="35442" h="81222">
                  <a:moveTo>
                    <a:pt x="0" y="9778"/>
                  </a:moveTo>
                  <a:lnTo>
                    <a:pt x="17721" y="4980"/>
                  </a:lnTo>
                  <a:lnTo>
                    <a:pt x="35442" y="0"/>
                  </a:lnTo>
                  <a:lnTo>
                    <a:pt x="35442" y="81222"/>
                  </a:lnTo>
                  <a:lnTo>
                    <a:pt x="17721" y="81222"/>
                  </a:lnTo>
                  <a:lnTo>
                    <a:pt x="0" y="81222"/>
                  </a:lnTo>
                  <a:close/>
                </a:path>
              </a:pathLst>
            </a:custGeom>
            <a:solidFill>
              <a:srgbClr val="E2C4B2">
                <a:alpha val="100000"/>
              </a:srgbClr>
            </a:solidFill>
            <a:ln w="4762" cap="rnd">
              <a:solidFill>
                <a:srgbClr val="E2C4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g2968"/>
            <p:cNvSpPr/>
            <p:nvPr/>
          </p:nvSpPr>
          <p:spPr>
            <a:xfrm>
              <a:off x="3915972" y="6006722"/>
              <a:ext cx="17721" cy="86453"/>
            </a:xfrm>
            <a:custGeom>
              <a:avLst/>
              <a:pathLst>
                <a:path w="17721" h="86453">
                  <a:moveTo>
                    <a:pt x="0" y="5231"/>
                  </a:moveTo>
                  <a:lnTo>
                    <a:pt x="17721" y="0"/>
                  </a:lnTo>
                  <a:lnTo>
                    <a:pt x="17721" y="86453"/>
                  </a:lnTo>
                  <a:lnTo>
                    <a:pt x="0" y="86453"/>
                  </a:lnTo>
                  <a:close/>
                </a:path>
              </a:pathLst>
            </a:custGeom>
            <a:solidFill>
              <a:srgbClr val="E2C4B1">
                <a:alpha val="100000"/>
              </a:srgbClr>
            </a:solidFill>
            <a:ln w="4762" cap="rnd">
              <a:solidFill>
                <a:srgbClr val="E2C4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g2969"/>
            <p:cNvSpPr/>
            <p:nvPr/>
          </p:nvSpPr>
          <p:spPr>
            <a:xfrm>
              <a:off x="3933693" y="6001182"/>
              <a:ext cx="17721" cy="91994"/>
            </a:xfrm>
            <a:custGeom>
              <a:avLst/>
              <a:pathLst>
                <a:path w="17721" h="91994">
                  <a:moveTo>
                    <a:pt x="0" y="5540"/>
                  </a:moveTo>
                  <a:lnTo>
                    <a:pt x="17721" y="0"/>
                  </a:lnTo>
                  <a:lnTo>
                    <a:pt x="17721" y="91994"/>
                  </a:lnTo>
                  <a:lnTo>
                    <a:pt x="0" y="91994"/>
                  </a:lnTo>
                  <a:close/>
                </a:path>
              </a:pathLst>
            </a:custGeom>
            <a:solidFill>
              <a:srgbClr val="E2C3B1">
                <a:alpha val="100000"/>
              </a:srgbClr>
            </a:solidFill>
            <a:ln w="4762" cap="rnd">
              <a:solidFill>
                <a:srgbClr val="E2C3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g2970"/>
            <p:cNvSpPr/>
            <p:nvPr/>
          </p:nvSpPr>
          <p:spPr>
            <a:xfrm>
              <a:off x="3951414" y="5995445"/>
              <a:ext cx="17721" cy="97730"/>
            </a:xfrm>
            <a:custGeom>
              <a:avLst/>
              <a:pathLst>
                <a:path w="17721" h="97730">
                  <a:moveTo>
                    <a:pt x="0" y="5736"/>
                  </a:moveTo>
                  <a:lnTo>
                    <a:pt x="17721" y="0"/>
                  </a:lnTo>
                  <a:lnTo>
                    <a:pt x="17721" y="97730"/>
                  </a:lnTo>
                  <a:lnTo>
                    <a:pt x="0" y="97730"/>
                  </a:lnTo>
                  <a:close/>
                </a:path>
              </a:pathLst>
            </a:custGeom>
            <a:solidFill>
              <a:srgbClr val="E2C3B0">
                <a:alpha val="100000"/>
              </a:srgbClr>
            </a:solidFill>
            <a:ln w="4762" cap="rnd">
              <a:solidFill>
                <a:srgbClr val="E2C3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g2971"/>
            <p:cNvSpPr/>
            <p:nvPr/>
          </p:nvSpPr>
          <p:spPr>
            <a:xfrm>
              <a:off x="3969136" y="5989450"/>
              <a:ext cx="17721" cy="103725"/>
            </a:xfrm>
            <a:custGeom>
              <a:avLst/>
              <a:pathLst>
                <a:path w="17721" h="103725">
                  <a:moveTo>
                    <a:pt x="0" y="5995"/>
                  </a:moveTo>
                  <a:lnTo>
                    <a:pt x="17721" y="0"/>
                  </a:lnTo>
                  <a:lnTo>
                    <a:pt x="17721" y="103725"/>
                  </a:lnTo>
                  <a:lnTo>
                    <a:pt x="0" y="103725"/>
                  </a:lnTo>
                  <a:close/>
                </a:path>
              </a:pathLst>
            </a:custGeom>
            <a:solidFill>
              <a:srgbClr val="E1C2B0">
                <a:alpha val="100000"/>
              </a:srgbClr>
            </a:solidFill>
            <a:ln w="4762" cap="rnd">
              <a:solidFill>
                <a:srgbClr val="E1C2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g2972"/>
            <p:cNvSpPr/>
            <p:nvPr/>
          </p:nvSpPr>
          <p:spPr>
            <a:xfrm>
              <a:off x="3986857" y="5983120"/>
              <a:ext cx="17721" cy="110056"/>
            </a:xfrm>
            <a:custGeom>
              <a:avLst/>
              <a:pathLst>
                <a:path w="17721" h="110056">
                  <a:moveTo>
                    <a:pt x="0" y="6330"/>
                  </a:moveTo>
                  <a:lnTo>
                    <a:pt x="17721" y="0"/>
                  </a:lnTo>
                  <a:lnTo>
                    <a:pt x="17721" y="110056"/>
                  </a:lnTo>
                  <a:lnTo>
                    <a:pt x="0" y="110056"/>
                  </a:lnTo>
                  <a:close/>
                </a:path>
              </a:pathLst>
            </a:custGeom>
            <a:solidFill>
              <a:srgbClr val="E1C2AF">
                <a:alpha val="100000"/>
              </a:srgbClr>
            </a:solidFill>
            <a:ln w="4762" cap="rnd">
              <a:solidFill>
                <a:srgbClr val="E1C2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g2973"/>
            <p:cNvSpPr/>
            <p:nvPr/>
          </p:nvSpPr>
          <p:spPr>
            <a:xfrm>
              <a:off x="4004579" y="5969785"/>
              <a:ext cx="35442" cy="123390"/>
            </a:xfrm>
            <a:custGeom>
              <a:avLst/>
              <a:pathLst>
                <a:path w="35442" h="123390">
                  <a:moveTo>
                    <a:pt x="0" y="13334"/>
                  </a:moveTo>
                  <a:lnTo>
                    <a:pt x="17721" y="6798"/>
                  </a:lnTo>
                  <a:lnTo>
                    <a:pt x="35442" y="0"/>
                  </a:lnTo>
                  <a:lnTo>
                    <a:pt x="35442" y="123390"/>
                  </a:lnTo>
                  <a:lnTo>
                    <a:pt x="17721" y="123390"/>
                  </a:lnTo>
                  <a:lnTo>
                    <a:pt x="0" y="123390"/>
                  </a:lnTo>
                  <a:close/>
                </a:path>
              </a:pathLst>
            </a:custGeom>
            <a:solidFill>
              <a:srgbClr val="E1C1AF">
                <a:alpha val="100000"/>
              </a:srgbClr>
            </a:solidFill>
            <a:ln w="4762" cap="rnd">
              <a:solidFill>
                <a:srgbClr val="E1C1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g2974"/>
            <p:cNvSpPr/>
            <p:nvPr/>
          </p:nvSpPr>
          <p:spPr>
            <a:xfrm>
              <a:off x="4040021" y="5962631"/>
              <a:ext cx="17721" cy="130545"/>
            </a:xfrm>
            <a:custGeom>
              <a:avLst/>
              <a:pathLst>
                <a:path w="17721" h="130545">
                  <a:moveTo>
                    <a:pt x="0" y="7154"/>
                  </a:moveTo>
                  <a:lnTo>
                    <a:pt x="17721" y="0"/>
                  </a:lnTo>
                  <a:lnTo>
                    <a:pt x="17721" y="130545"/>
                  </a:lnTo>
                  <a:lnTo>
                    <a:pt x="0" y="130545"/>
                  </a:lnTo>
                  <a:close/>
                </a:path>
              </a:pathLst>
            </a:custGeom>
            <a:solidFill>
              <a:srgbClr val="E1C1AE">
                <a:alpha val="100000"/>
              </a:srgbClr>
            </a:solidFill>
            <a:ln w="4762" cap="rnd">
              <a:solidFill>
                <a:srgbClr val="E1C1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g2975"/>
            <p:cNvSpPr/>
            <p:nvPr/>
          </p:nvSpPr>
          <p:spPr>
            <a:xfrm>
              <a:off x="4057743" y="5955263"/>
              <a:ext cx="17721" cy="137912"/>
            </a:xfrm>
            <a:custGeom>
              <a:avLst/>
              <a:pathLst>
                <a:path w="17721" h="137912">
                  <a:moveTo>
                    <a:pt x="0" y="7367"/>
                  </a:moveTo>
                  <a:lnTo>
                    <a:pt x="17721" y="0"/>
                  </a:lnTo>
                  <a:lnTo>
                    <a:pt x="17721" y="137912"/>
                  </a:lnTo>
                  <a:lnTo>
                    <a:pt x="0" y="137912"/>
                  </a:lnTo>
                  <a:close/>
                </a:path>
              </a:pathLst>
            </a:custGeom>
            <a:solidFill>
              <a:srgbClr val="E0C0AE">
                <a:alpha val="100000"/>
              </a:srgbClr>
            </a:solidFill>
            <a:ln w="4762" cap="rnd">
              <a:solidFill>
                <a:srgbClr val="E0C0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g2976"/>
            <p:cNvSpPr/>
            <p:nvPr/>
          </p:nvSpPr>
          <p:spPr>
            <a:xfrm>
              <a:off x="4075464" y="5947637"/>
              <a:ext cx="17721" cy="145539"/>
            </a:xfrm>
            <a:custGeom>
              <a:avLst/>
              <a:pathLst>
                <a:path w="17721" h="145539">
                  <a:moveTo>
                    <a:pt x="0" y="7626"/>
                  </a:moveTo>
                  <a:lnTo>
                    <a:pt x="17721" y="0"/>
                  </a:lnTo>
                  <a:lnTo>
                    <a:pt x="17721" y="145539"/>
                  </a:lnTo>
                  <a:lnTo>
                    <a:pt x="0" y="145539"/>
                  </a:lnTo>
                  <a:close/>
                </a:path>
              </a:pathLst>
            </a:custGeom>
            <a:solidFill>
              <a:srgbClr val="E0C0AD">
                <a:alpha val="100000"/>
              </a:srgbClr>
            </a:solidFill>
            <a:ln w="4762" cap="rnd">
              <a:solidFill>
                <a:srgbClr val="E0C0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g2977"/>
            <p:cNvSpPr/>
            <p:nvPr/>
          </p:nvSpPr>
          <p:spPr>
            <a:xfrm>
              <a:off x="4093185" y="5939639"/>
              <a:ext cx="17721" cy="153537"/>
            </a:xfrm>
            <a:custGeom>
              <a:avLst/>
              <a:pathLst>
                <a:path w="17721" h="153537">
                  <a:moveTo>
                    <a:pt x="0" y="7998"/>
                  </a:moveTo>
                  <a:lnTo>
                    <a:pt x="17721" y="0"/>
                  </a:lnTo>
                  <a:lnTo>
                    <a:pt x="17721" y="153537"/>
                  </a:lnTo>
                  <a:lnTo>
                    <a:pt x="0" y="153537"/>
                  </a:lnTo>
                  <a:close/>
                </a:path>
              </a:pathLst>
            </a:custGeom>
            <a:solidFill>
              <a:srgbClr val="E0BFAD">
                <a:alpha val="100000"/>
              </a:srgbClr>
            </a:solidFill>
            <a:ln w="4762" cap="rnd">
              <a:solidFill>
                <a:srgbClr val="E0BF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g2978"/>
            <p:cNvSpPr/>
            <p:nvPr/>
          </p:nvSpPr>
          <p:spPr>
            <a:xfrm>
              <a:off x="4110907" y="5922963"/>
              <a:ext cx="35442" cy="170212"/>
            </a:xfrm>
            <a:custGeom>
              <a:avLst/>
              <a:pathLst>
                <a:path w="35442" h="170212">
                  <a:moveTo>
                    <a:pt x="0" y="16675"/>
                  </a:moveTo>
                  <a:lnTo>
                    <a:pt x="17721" y="8463"/>
                  </a:lnTo>
                  <a:lnTo>
                    <a:pt x="35442" y="0"/>
                  </a:lnTo>
                  <a:lnTo>
                    <a:pt x="35442" y="170212"/>
                  </a:lnTo>
                  <a:lnTo>
                    <a:pt x="17721" y="170212"/>
                  </a:lnTo>
                  <a:lnTo>
                    <a:pt x="0" y="170212"/>
                  </a:lnTo>
                  <a:close/>
                </a:path>
              </a:pathLst>
            </a:custGeom>
            <a:solidFill>
              <a:srgbClr val="E0BFAC">
                <a:alpha val="100000"/>
              </a:srgbClr>
            </a:solidFill>
            <a:ln w="4762" cap="rnd">
              <a:solidFill>
                <a:srgbClr val="E0BF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g2979"/>
            <p:cNvSpPr/>
            <p:nvPr/>
          </p:nvSpPr>
          <p:spPr>
            <a:xfrm>
              <a:off x="4146349" y="5914122"/>
              <a:ext cx="17721" cy="179054"/>
            </a:xfrm>
            <a:custGeom>
              <a:avLst/>
              <a:pathLst>
                <a:path w="17721" h="179054">
                  <a:moveTo>
                    <a:pt x="0" y="8841"/>
                  </a:moveTo>
                  <a:lnTo>
                    <a:pt x="17721" y="0"/>
                  </a:lnTo>
                  <a:lnTo>
                    <a:pt x="17721" y="179054"/>
                  </a:lnTo>
                  <a:lnTo>
                    <a:pt x="0" y="179054"/>
                  </a:lnTo>
                  <a:close/>
                </a:path>
              </a:pathLst>
            </a:custGeom>
            <a:solidFill>
              <a:srgbClr val="DFBEAC">
                <a:alpha val="100000"/>
              </a:srgbClr>
            </a:solidFill>
            <a:ln w="4762" cap="rnd">
              <a:solidFill>
                <a:srgbClr val="DFBE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g2980"/>
            <p:cNvSpPr/>
            <p:nvPr/>
          </p:nvSpPr>
          <p:spPr>
            <a:xfrm>
              <a:off x="4164071" y="5905071"/>
              <a:ext cx="17721" cy="188105"/>
            </a:xfrm>
            <a:custGeom>
              <a:avLst/>
              <a:pathLst>
                <a:path w="17721" h="188105">
                  <a:moveTo>
                    <a:pt x="0" y="9051"/>
                  </a:moveTo>
                  <a:lnTo>
                    <a:pt x="17721" y="0"/>
                  </a:lnTo>
                  <a:lnTo>
                    <a:pt x="17721" y="188105"/>
                  </a:lnTo>
                  <a:lnTo>
                    <a:pt x="0" y="188105"/>
                  </a:lnTo>
                  <a:close/>
                </a:path>
              </a:pathLst>
            </a:custGeom>
            <a:solidFill>
              <a:srgbClr val="DFBEAB">
                <a:alpha val="100000"/>
              </a:srgbClr>
            </a:solidFill>
            <a:ln w="4762" cap="rnd">
              <a:solidFill>
                <a:srgbClr val="DFBE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g2981"/>
            <p:cNvSpPr/>
            <p:nvPr/>
          </p:nvSpPr>
          <p:spPr>
            <a:xfrm>
              <a:off x="4181792" y="5895783"/>
              <a:ext cx="17721" cy="197393"/>
            </a:xfrm>
            <a:custGeom>
              <a:avLst/>
              <a:pathLst>
                <a:path w="17721" h="197393">
                  <a:moveTo>
                    <a:pt x="0" y="9287"/>
                  </a:moveTo>
                  <a:lnTo>
                    <a:pt x="17721" y="0"/>
                  </a:lnTo>
                  <a:lnTo>
                    <a:pt x="17721" y="197393"/>
                  </a:lnTo>
                  <a:lnTo>
                    <a:pt x="0" y="197393"/>
                  </a:lnTo>
                  <a:close/>
                </a:path>
              </a:pathLst>
            </a:custGeom>
            <a:solidFill>
              <a:srgbClr val="DFBDAB">
                <a:alpha val="100000"/>
              </a:srgbClr>
            </a:solidFill>
            <a:ln w="4762" cap="rnd">
              <a:solidFill>
                <a:srgbClr val="DFBD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g2982"/>
            <p:cNvSpPr/>
            <p:nvPr/>
          </p:nvSpPr>
          <p:spPr>
            <a:xfrm>
              <a:off x="4199514" y="5876260"/>
              <a:ext cx="35442" cy="216916"/>
            </a:xfrm>
            <a:custGeom>
              <a:avLst/>
              <a:pathLst>
                <a:path w="35442" h="216916">
                  <a:moveTo>
                    <a:pt x="0" y="19522"/>
                  </a:moveTo>
                  <a:lnTo>
                    <a:pt x="17721" y="9861"/>
                  </a:lnTo>
                  <a:lnTo>
                    <a:pt x="35442" y="0"/>
                  </a:lnTo>
                  <a:lnTo>
                    <a:pt x="35442" y="216916"/>
                  </a:lnTo>
                  <a:lnTo>
                    <a:pt x="17721" y="216916"/>
                  </a:lnTo>
                  <a:lnTo>
                    <a:pt x="0" y="216916"/>
                  </a:lnTo>
                  <a:close/>
                </a:path>
              </a:pathLst>
            </a:custGeom>
            <a:solidFill>
              <a:srgbClr val="DFBDAA">
                <a:alpha val="100000"/>
              </a:srgbClr>
            </a:solidFill>
            <a:ln w="4762" cap="rnd">
              <a:solidFill>
                <a:srgbClr val="DFBD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g2983"/>
            <p:cNvSpPr/>
            <p:nvPr/>
          </p:nvSpPr>
          <p:spPr>
            <a:xfrm>
              <a:off x="4234956" y="5866183"/>
              <a:ext cx="17721" cy="226993"/>
            </a:xfrm>
            <a:custGeom>
              <a:avLst/>
              <a:pathLst>
                <a:path w="17721" h="226993">
                  <a:moveTo>
                    <a:pt x="0" y="10077"/>
                  </a:moveTo>
                  <a:lnTo>
                    <a:pt x="17721" y="0"/>
                  </a:lnTo>
                  <a:lnTo>
                    <a:pt x="17721" y="226993"/>
                  </a:lnTo>
                  <a:lnTo>
                    <a:pt x="0" y="226993"/>
                  </a:lnTo>
                  <a:close/>
                </a:path>
              </a:pathLst>
            </a:custGeom>
            <a:solidFill>
              <a:srgbClr val="DFBCA9">
                <a:alpha val="100000"/>
              </a:srgbClr>
            </a:solidFill>
            <a:ln w="4762" cap="rnd">
              <a:solidFill>
                <a:srgbClr val="DF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g2984"/>
            <p:cNvSpPr/>
            <p:nvPr/>
          </p:nvSpPr>
          <p:spPr>
            <a:xfrm>
              <a:off x="4252678" y="5855748"/>
              <a:ext cx="17721" cy="237427"/>
            </a:xfrm>
            <a:custGeom>
              <a:avLst/>
              <a:pathLst>
                <a:path w="17721" h="237427">
                  <a:moveTo>
                    <a:pt x="0" y="10434"/>
                  </a:moveTo>
                  <a:lnTo>
                    <a:pt x="17721" y="0"/>
                  </a:lnTo>
                  <a:lnTo>
                    <a:pt x="17721" y="237427"/>
                  </a:lnTo>
                  <a:lnTo>
                    <a:pt x="0" y="237427"/>
                  </a:lnTo>
                  <a:close/>
                </a:path>
              </a:pathLst>
            </a:custGeom>
            <a:solidFill>
              <a:srgbClr val="DEBCA9">
                <a:alpha val="100000"/>
              </a:srgbClr>
            </a:solidFill>
            <a:ln w="4762" cap="rnd">
              <a:solidFill>
                <a:srgbClr val="DE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g2985"/>
            <p:cNvSpPr/>
            <p:nvPr/>
          </p:nvSpPr>
          <p:spPr>
            <a:xfrm>
              <a:off x="4270399" y="5845132"/>
              <a:ext cx="17721" cy="248044"/>
            </a:xfrm>
            <a:custGeom>
              <a:avLst/>
              <a:pathLst>
                <a:path w="17721" h="248044">
                  <a:moveTo>
                    <a:pt x="0" y="10616"/>
                  </a:moveTo>
                  <a:lnTo>
                    <a:pt x="17721" y="0"/>
                  </a:lnTo>
                  <a:lnTo>
                    <a:pt x="17721" y="248044"/>
                  </a:lnTo>
                  <a:lnTo>
                    <a:pt x="0" y="248044"/>
                  </a:lnTo>
                  <a:close/>
                </a:path>
              </a:pathLst>
            </a:custGeom>
            <a:solidFill>
              <a:srgbClr val="DEBBA9">
                <a:alpha val="100000"/>
              </a:srgbClr>
            </a:solidFill>
            <a:ln w="4762" cap="rnd">
              <a:solidFill>
                <a:srgbClr val="DEBB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g2986"/>
            <p:cNvSpPr/>
            <p:nvPr/>
          </p:nvSpPr>
          <p:spPr>
            <a:xfrm>
              <a:off x="4288120" y="5823193"/>
              <a:ext cx="35442" cy="269982"/>
            </a:xfrm>
            <a:custGeom>
              <a:avLst/>
              <a:pathLst>
                <a:path w="35442" h="269982">
                  <a:moveTo>
                    <a:pt x="0" y="21938"/>
                  </a:moveTo>
                  <a:lnTo>
                    <a:pt x="17721" y="11132"/>
                  </a:lnTo>
                  <a:lnTo>
                    <a:pt x="35442" y="0"/>
                  </a:lnTo>
                  <a:lnTo>
                    <a:pt x="35442" y="269982"/>
                  </a:lnTo>
                  <a:lnTo>
                    <a:pt x="17721" y="269982"/>
                  </a:lnTo>
                  <a:lnTo>
                    <a:pt x="0" y="269982"/>
                  </a:lnTo>
                  <a:close/>
                </a:path>
              </a:pathLst>
            </a:custGeom>
            <a:solidFill>
              <a:srgbClr val="DEBBA8">
                <a:alpha val="100000"/>
              </a:srgbClr>
            </a:solidFill>
            <a:ln w="4762" cap="rnd">
              <a:solidFill>
                <a:srgbClr val="DEBBA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g2987"/>
            <p:cNvSpPr/>
            <p:nvPr/>
          </p:nvSpPr>
          <p:spPr>
            <a:xfrm>
              <a:off x="4323563" y="5811903"/>
              <a:ext cx="17721" cy="281273"/>
            </a:xfrm>
            <a:custGeom>
              <a:avLst/>
              <a:pathLst>
                <a:path w="17721" h="281273">
                  <a:moveTo>
                    <a:pt x="0" y="11290"/>
                  </a:moveTo>
                  <a:lnTo>
                    <a:pt x="17721" y="0"/>
                  </a:lnTo>
                  <a:lnTo>
                    <a:pt x="17721" y="281273"/>
                  </a:lnTo>
                  <a:lnTo>
                    <a:pt x="0" y="281273"/>
                  </a:lnTo>
                  <a:close/>
                </a:path>
              </a:pathLst>
            </a:custGeom>
            <a:solidFill>
              <a:srgbClr val="DEBAA7">
                <a:alpha val="100000"/>
              </a:srgbClr>
            </a:solidFill>
            <a:ln w="4762" cap="rnd">
              <a:solidFill>
                <a:srgbClr val="DE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g2988"/>
            <p:cNvSpPr/>
            <p:nvPr/>
          </p:nvSpPr>
          <p:spPr>
            <a:xfrm>
              <a:off x="4341285" y="5800454"/>
              <a:ext cx="17721" cy="292721"/>
            </a:xfrm>
            <a:custGeom>
              <a:avLst/>
              <a:pathLst>
                <a:path w="17721" h="292721">
                  <a:moveTo>
                    <a:pt x="0" y="11448"/>
                  </a:moveTo>
                  <a:lnTo>
                    <a:pt x="17721" y="0"/>
                  </a:lnTo>
                  <a:lnTo>
                    <a:pt x="17721" y="292721"/>
                  </a:lnTo>
                  <a:lnTo>
                    <a:pt x="0" y="292721"/>
                  </a:lnTo>
                  <a:close/>
                </a:path>
              </a:pathLst>
            </a:custGeom>
            <a:solidFill>
              <a:srgbClr val="DDBAA7">
                <a:alpha val="100000"/>
              </a:srgbClr>
            </a:solidFill>
            <a:ln w="4762" cap="rnd">
              <a:solidFill>
                <a:srgbClr val="DD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g2989"/>
            <p:cNvSpPr/>
            <p:nvPr/>
          </p:nvSpPr>
          <p:spPr>
            <a:xfrm>
              <a:off x="4359006" y="5788726"/>
              <a:ext cx="17721" cy="304449"/>
            </a:xfrm>
            <a:custGeom>
              <a:avLst/>
              <a:pathLst>
                <a:path w="17721" h="304449">
                  <a:moveTo>
                    <a:pt x="0" y="11728"/>
                  </a:moveTo>
                  <a:lnTo>
                    <a:pt x="17721" y="0"/>
                  </a:lnTo>
                  <a:lnTo>
                    <a:pt x="17721" y="304449"/>
                  </a:lnTo>
                  <a:lnTo>
                    <a:pt x="0" y="304449"/>
                  </a:lnTo>
                  <a:close/>
                </a:path>
              </a:pathLst>
            </a:custGeom>
            <a:solidFill>
              <a:srgbClr val="DDB9A7">
                <a:alpha val="100000"/>
              </a:srgbClr>
            </a:solidFill>
            <a:ln w="4762" cap="rnd">
              <a:solidFill>
                <a:srgbClr val="DDB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g2990"/>
            <p:cNvSpPr/>
            <p:nvPr/>
          </p:nvSpPr>
          <p:spPr>
            <a:xfrm>
              <a:off x="4376727" y="5764889"/>
              <a:ext cx="35442" cy="328286"/>
            </a:xfrm>
            <a:custGeom>
              <a:avLst/>
              <a:pathLst>
                <a:path w="35442" h="328286">
                  <a:moveTo>
                    <a:pt x="0" y="23836"/>
                  </a:moveTo>
                  <a:lnTo>
                    <a:pt x="17721" y="11981"/>
                  </a:lnTo>
                  <a:lnTo>
                    <a:pt x="35442" y="0"/>
                  </a:lnTo>
                  <a:lnTo>
                    <a:pt x="35442" y="328286"/>
                  </a:lnTo>
                  <a:lnTo>
                    <a:pt x="17721" y="328286"/>
                  </a:lnTo>
                  <a:lnTo>
                    <a:pt x="0" y="328286"/>
                  </a:lnTo>
                  <a:close/>
                </a:path>
              </a:pathLst>
            </a:custGeom>
            <a:solidFill>
              <a:srgbClr val="DDB9A6">
                <a:alpha val="100000"/>
              </a:srgbClr>
            </a:solidFill>
            <a:ln w="4762" cap="rnd">
              <a:solidFill>
                <a:srgbClr val="DDB9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g2991"/>
            <p:cNvSpPr/>
            <p:nvPr/>
          </p:nvSpPr>
          <p:spPr>
            <a:xfrm>
              <a:off x="4412170" y="5752699"/>
              <a:ext cx="17721" cy="340477"/>
            </a:xfrm>
            <a:custGeom>
              <a:avLst/>
              <a:pathLst>
                <a:path w="17721" h="340477">
                  <a:moveTo>
                    <a:pt x="0" y="12190"/>
                  </a:moveTo>
                  <a:lnTo>
                    <a:pt x="17721" y="0"/>
                  </a:lnTo>
                  <a:lnTo>
                    <a:pt x="17721" y="340477"/>
                  </a:lnTo>
                  <a:lnTo>
                    <a:pt x="0" y="340477"/>
                  </a:lnTo>
                  <a:close/>
                </a:path>
              </a:pathLst>
            </a:custGeom>
            <a:solidFill>
              <a:srgbClr val="DDB8A5">
                <a:alpha val="100000"/>
              </a:srgbClr>
            </a:solidFill>
            <a:ln w="4762" cap="rnd">
              <a:solidFill>
                <a:srgbClr val="DD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g2992"/>
            <p:cNvSpPr/>
            <p:nvPr/>
          </p:nvSpPr>
          <p:spPr>
            <a:xfrm>
              <a:off x="4429891" y="5740415"/>
              <a:ext cx="17721" cy="352761"/>
            </a:xfrm>
            <a:custGeom>
              <a:avLst/>
              <a:pathLst>
                <a:path w="17721" h="352761">
                  <a:moveTo>
                    <a:pt x="0" y="12283"/>
                  </a:moveTo>
                  <a:lnTo>
                    <a:pt x="17721" y="0"/>
                  </a:lnTo>
                  <a:lnTo>
                    <a:pt x="17721" y="352761"/>
                  </a:lnTo>
                  <a:lnTo>
                    <a:pt x="0" y="352761"/>
                  </a:lnTo>
                  <a:close/>
                </a:path>
              </a:pathLst>
            </a:custGeom>
            <a:solidFill>
              <a:srgbClr val="DCB8A5">
                <a:alpha val="100000"/>
              </a:srgbClr>
            </a:solidFill>
            <a:ln w="4762" cap="rnd">
              <a:solidFill>
                <a:srgbClr val="DC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g2993"/>
            <p:cNvSpPr/>
            <p:nvPr/>
          </p:nvSpPr>
          <p:spPr>
            <a:xfrm>
              <a:off x="4447613" y="5702991"/>
              <a:ext cx="53164" cy="390185"/>
            </a:xfrm>
            <a:custGeom>
              <a:avLst/>
              <a:pathLst>
                <a:path w="53164" h="390185">
                  <a:moveTo>
                    <a:pt x="0" y="37424"/>
                  </a:moveTo>
                  <a:lnTo>
                    <a:pt x="17721" y="25052"/>
                  </a:lnTo>
                  <a:lnTo>
                    <a:pt x="35442" y="12551"/>
                  </a:lnTo>
                  <a:lnTo>
                    <a:pt x="53164" y="0"/>
                  </a:lnTo>
                  <a:lnTo>
                    <a:pt x="53164" y="390185"/>
                  </a:lnTo>
                  <a:lnTo>
                    <a:pt x="35442" y="390185"/>
                  </a:lnTo>
                  <a:lnTo>
                    <a:pt x="17721" y="390185"/>
                  </a:lnTo>
                  <a:lnTo>
                    <a:pt x="0" y="390185"/>
                  </a:lnTo>
                  <a:close/>
                </a:path>
              </a:pathLst>
            </a:custGeom>
            <a:solidFill>
              <a:srgbClr val="DCB7A4">
                <a:alpha val="100000"/>
              </a:srgbClr>
            </a:solidFill>
            <a:ln w="4762" cap="rnd">
              <a:solidFill>
                <a:srgbClr val="DCB7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g2994"/>
            <p:cNvSpPr/>
            <p:nvPr/>
          </p:nvSpPr>
          <p:spPr>
            <a:xfrm>
              <a:off x="4500777" y="5690396"/>
              <a:ext cx="17721" cy="402779"/>
            </a:xfrm>
            <a:custGeom>
              <a:avLst/>
              <a:pathLst>
                <a:path w="17721" h="402779">
                  <a:moveTo>
                    <a:pt x="0" y="12594"/>
                  </a:moveTo>
                  <a:lnTo>
                    <a:pt x="17721" y="0"/>
                  </a:lnTo>
                  <a:lnTo>
                    <a:pt x="17721" y="402779"/>
                  </a:lnTo>
                  <a:lnTo>
                    <a:pt x="0" y="402779"/>
                  </a:lnTo>
                  <a:close/>
                </a:path>
              </a:pathLst>
            </a:custGeom>
            <a:solidFill>
              <a:srgbClr val="DCB6A3">
                <a:alpha val="100000"/>
              </a:srgbClr>
            </a:solidFill>
            <a:ln w="4762" cap="rnd">
              <a:solidFill>
                <a:srgbClr val="DC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g2995"/>
            <p:cNvSpPr/>
            <p:nvPr/>
          </p:nvSpPr>
          <p:spPr>
            <a:xfrm>
              <a:off x="4518498" y="5677759"/>
              <a:ext cx="17721" cy="415417"/>
            </a:xfrm>
            <a:custGeom>
              <a:avLst/>
              <a:pathLst>
                <a:path w="17721" h="415417">
                  <a:moveTo>
                    <a:pt x="0" y="12637"/>
                  </a:moveTo>
                  <a:lnTo>
                    <a:pt x="17721" y="0"/>
                  </a:lnTo>
                  <a:lnTo>
                    <a:pt x="17721" y="415417"/>
                  </a:lnTo>
                  <a:lnTo>
                    <a:pt x="0" y="415417"/>
                  </a:lnTo>
                  <a:close/>
                </a:path>
              </a:pathLst>
            </a:custGeom>
            <a:solidFill>
              <a:srgbClr val="DBB6A3">
                <a:alpha val="100000"/>
              </a:srgbClr>
            </a:solidFill>
            <a:ln w="4762" cap="rnd">
              <a:solidFill>
                <a:srgbClr val="DB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g2996"/>
            <p:cNvSpPr/>
            <p:nvPr/>
          </p:nvSpPr>
          <p:spPr>
            <a:xfrm>
              <a:off x="4536220" y="5652493"/>
              <a:ext cx="35442" cy="440682"/>
            </a:xfrm>
            <a:custGeom>
              <a:avLst/>
              <a:pathLst>
                <a:path w="35442" h="440682">
                  <a:moveTo>
                    <a:pt x="0" y="25265"/>
                  </a:moveTo>
                  <a:lnTo>
                    <a:pt x="17721" y="12629"/>
                  </a:lnTo>
                  <a:lnTo>
                    <a:pt x="35442" y="0"/>
                  </a:lnTo>
                  <a:lnTo>
                    <a:pt x="35442" y="440682"/>
                  </a:lnTo>
                  <a:lnTo>
                    <a:pt x="17721" y="440682"/>
                  </a:lnTo>
                  <a:lnTo>
                    <a:pt x="0" y="440682"/>
                  </a:lnTo>
                  <a:close/>
                </a:path>
              </a:pathLst>
            </a:custGeom>
            <a:solidFill>
              <a:srgbClr val="DBB5A2">
                <a:alpha val="100000"/>
              </a:srgbClr>
            </a:solidFill>
            <a:ln w="4762" cap="rnd">
              <a:solidFill>
                <a:srgbClr val="DBB5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g2997"/>
            <p:cNvSpPr/>
            <p:nvPr/>
          </p:nvSpPr>
          <p:spPr>
            <a:xfrm>
              <a:off x="4571662" y="5639912"/>
              <a:ext cx="17721" cy="453264"/>
            </a:xfrm>
            <a:custGeom>
              <a:avLst/>
              <a:pathLst>
                <a:path w="17721" h="453264">
                  <a:moveTo>
                    <a:pt x="0" y="12581"/>
                  </a:moveTo>
                  <a:lnTo>
                    <a:pt x="17721" y="0"/>
                  </a:lnTo>
                  <a:lnTo>
                    <a:pt x="17721" y="453264"/>
                  </a:lnTo>
                  <a:lnTo>
                    <a:pt x="0" y="453264"/>
                  </a:lnTo>
                  <a:close/>
                </a:path>
              </a:pathLst>
            </a:custGeom>
            <a:solidFill>
              <a:srgbClr val="DBB5A1">
                <a:alpha val="100000"/>
              </a:srgbClr>
            </a:solidFill>
            <a:ln w="4762" cap="rnd">
              <a:solidFill>
                <a:srgbClr val="DBB5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g2998"/>
            <p:cNvSpPr/>
            <p:nvPr/>
          </p:nvSpPr>
          <p:spPr>
            <a:xfrm>
              <a:off x="4589384" y="5627392"/>
              <a:ext cx="17721" cy="465783"/>
            </a:xfrm>
            <a:custGeom>
              <a:avLst/>
              <a:pathLst>
                <a:path w="17721" h="465783">
                  <a:moveTo>
                    <a:pt x="0" y="12519"/>
                  </a:moveTo>
                  <a:lnTo>
                    <a:pt x="17721" y="0"/>
                  </a:lnTo>
                  <a:lnTo>
                    <a:pt x="17721" y="465783"/>
                  </a:lnTo>
                  <a:lnTo>
                    <a:pt x="0" y="465783"/>
                  </a:lnTo>
                  <a:close/>
                </a:path>
              </a:pathLst>
            </a:custGeom>
            <a:solidFill>
              <a:srgbClr val="DBB4A1">
                <a:alpha val="100000"/>
              </a:srgbClr>
            </a:solidFill>
            <a:ln w="4762" cap="rnd">
              <a:solidFill>
                <a:srgbClr val="DB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g2999"/>
            <p:cNvSpPr/>
            <p:nvPr/>
          </p:nvSpPr>
          <p:spPr>
            <a:xfrm>
              <a:off x="4607105" y="5614932"/>
              <a:ext cx="17721" cy="478244"/>
            </a:xfrm>
            <a:custGeom>
              <a:avLst/>
              <a:pathLst>
                <a:path w="17721" h="478244">
                  <a:moveTo>
                    <a:pt x="0" y="12460"/>
                  </a:moveTo>
                  <a:lnTo>
                    <a:pt x="17721" y="0"/>
                  </a:lnTo>
                  <a:lnTo>
                    <a:pt x="17721" y="478244"/>
                  </a:lnTo>
                  <a:lnTo>
                    <a:pt x="0" y="478244"/>
                  </a:lnTo>
                  <a:close/>
                </a:path>
              </a:pathLst>
            </a:custGeom>
            <a:solidFill>
              <a:srgbClr val="DAB4A1">
                <a:alpha val="100000"/>
              </a:srgbClr>
            </a:solidFill>
            <a:ln w="4762" cap="rnd">
              <a:solidFill>
                <a:srgbClr val="DA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g3000"/>
            <p:cNvSpPr/>
            <p:nvPr/>
          </p:nvSpPr>
          <p:spPr>
            <a:xfrm>
              <a:off x="4624826" y="5590420"/>
              <a:ext cx="35442" cy="502755"/>
            </a:xfrm>
            <a:custGeom>
              <a:avLst/>
              <a:pathLst>
                <a:path w="35442" h="502755">
                  <a:moveTo>
                    <a:pt x="0" y="24511"/>
                  </a:moveTo>
                  <a:lnTo>
                    <a:pt x="17721" y="12190"/>
                  </a:lnTo>
                  <a:lnTo>
                    <a:pt x="35442" y="0"/>
                  </a:lnTo>
                  <a:lnTo>
                    <a:pt x="35442" y="502755"/>
                  </a:lnTo>
                  <a:lnTo>
                    <a:pt x="17721" y="502755"/>
                  </a:lnTo>
                  <a:lnTo>
                    <a:pt x="0" y="502755"/>
                  </a:lnTo>
                  <a:close/>
                </a:path>
              </a:pathLst>
            </a:custGeom>
            <a:solidFill>
              <a:srgbClr val="DAB3A0">
                <a:alpha val="100000"/>
              </a:srgbClr>
            </a:solidFill>
            <a:ln w="4762" cap="rnd">
              <a:solidFill>
                <a:srgbClr val="DAB3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g3001"/>
            <p:cNvSpPr/>
            <p:nvPr/>
          </p:nvSpPr>
          <p:spPr>
            <a:xfrm>
              <a:off x="4660269" y="5578344"/>
              <a:ext cx="17721" cy="514832"/>
            </a:xfrm>
            <a:custGeom>
              <a:avLst/>
              <a:pathLst>
                <a:path w="17721" h="514832">
                  <a:moveTo>
                    <a:pt x="0" y="12076"/>
                  </a:moveTo>
                  <a:lnTo>
                    <a:pt x="17721" y="0"/>
                  </a:lnTo>
                  <a:lnTo>
                    <a:pt x="17721" y="514832"/>
                  </a:lnTo>
                  <a:lnTo>
                    <a:pt x="0" y="514832"/>
                  </a:lnTo>
                  <a:close/>
                </a:path>
              </a:pathLst>
            </a:custGeom>
            <a:solidFill>
              <a:srgbClr val="DAB39F">
                <a:alpha val="100000"/>
              </a:srgbClr>
            </a:solidFill>
            <a:ln w="4762" cap="rnd">
              <a:solidFill>
                <a:srgbClr val="DAB3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g3002"/>
            <p:cNvSpPr/>
            <p:nvPr/>
          </p:nvSpPr>
          <p:spPr>
            <a:xfrm>
              <a:off x="4677991" y="5566495"/>
              <a:ext cx="17721" cy="526680"/>
            </a:xfrm>
            <a:custGeom>
              <a:avLst/>
              <a:pathLst>
                <a:path w="17721" h="526680">
                  <a:moveTo>
                    <a:pt x="0" y="11848"/>
                  </a:moveTo>
                  <a:lnTo>
                    <a:pt x="17721" y="0"/>
                  </a:lnTo>
                  <a:lnTo>
                    <a:pt x="17721" y="526680"/>
                  </a:lnTo>
                  <a:lnTo>
                    <a:pt x="0" y="526680"/>
                  </a:lnTo>
                  <a:close/>
                </a:path>
              </a:pathLst>
            </a:custGeom>
            <a:solidFill>
              <a:srgbClr val="DAB29F">
                <a:alpha val="100000"/>
              </a:srgbClr>
            </a:solidFill>
            <a:ln w="4762" cap="rnd">
              <a:solidFill>
                <a:srgbClr val="DA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g3003"/>
            <p:cNvSpPr/>
            <p:nvPr/>
          </p:nvSpPr>
          <p:spPr>
            <a:xfrm>
              <a:off x="4695712" y="5554850"/>
              <a:ext cx="17721" cy="538325"/>
            </a:xfrm>
            <a:custGeom>
              <a:avLst/>
              <a:pathLst>
                <a:path w="17721" h="538325">
                  <a:moveTo>
                    <a:pt x="0" y="11644"/>
                  </a:moveTo>
                  <a:lnTo>
                    <a:pt x="17721" y="0"/>
                  </a:lnTo>
                  <a:lnTo>
                    <a:pt x="17721" y="538325"/>
                  </a:lnTo>
                  <a:lnTo>
                    <a:pt x="0" y="538325"/>
                  </a:lnTo>
                  <a:close/>
                </a:path>
              </a:pathLst>
            </a:custGeom>
            <a:solidFill>
              <a:srgbClr val="D9B29F">
                <a:alpha val="100000"/>
              </a:srgbClr>
            </a:solidFill>
            <a:ln w="4762" cap="rnd">
              <a:solidFill>
                <a:srgbClr val="D9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g3004"/>
            <p:cNvSpPr/>
            <p:nvPr/>
          </p:nvSpPr>
          <p:spPr>
            <a:xfrm>
              <a:off x="4713433" y="5532212"/>
              <a:ext cx="35442" cy="560964"/>
            </a:xfrm>
            <a:custGeom>
              <a:avLst/>
              <a:pathLst>
                <a:path w="35442" h="560964">
                  <a:moveTo>
                    <a:pt x="0" y="22638"/>
                  </a:moveTo>
                  <a:lnTo>
                    <a:pt x="17721" y="11163"/>
                  </a:lnTo>
                  <a:lnTo>
                    <a:pt x="35442" y="0"/>
                  </a:lnTo>
                  <a:lnTo>
                    <a:pt x="35442" y="560964"/>
                  </a:lnTo>
                  <a:lnTo>
                    <a:pt x="17721" y="560964"/>
                  </a:lnTo>
                  <a:lnTo>
                    <a:pt x="0" y="560964"/>
                  </a:lnTo>
                  <a:close/>
                </a:path>
              </a:pathLst>
            </a:custGeom>
            <a:solidFill>
              <a:srgbClr val="D9B19E">
                <a:alpha val="100000"/>
              </a:srgbClr>
            </a:solidFill>
            <a:ln w="4762" cap="rnd">
              <a:solidFill>
                <a:srgbClr val="D9B1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g3005"/>
            <p:cNvSpPr/>
            <p:nvPr/>
          </p:nvSpPr>
          <p:spPr>
            <a:xfrm>
              <a:off x="4748876" y="5521328"/>
              <a:ext cx="17721" cy="571848"/>
            </a:xfrm>
            <a:custGeom>
              <a:avLst/>
              <a:pathLst>
                <a:path w="17721" h="571848">
                  <a:moveTo>
                    <a:pt x="0" y="10883"/>
                  </a:moveTo>
                  <a:lnTo>
                    <a:pt x="17721" y="0"/>
                  </a:lnTo>
                  <a:lnTo>
                    <a:pt x="17721" y="571848"/>
                  </a:lnTo>
                  <a:lnTo>
                    <a:pt x="0" y="571848"/>
                  </a:lnTo>
                  <a:close/>
                </a:path>
              </a:pathLst>
            </a:custGeom>
            <a:solidFill>
              <a:srgbClr val="D9B19D">
                <a:alpha val="100000"/>
              </a:srgbClr>
            </a:solidFill>
            <a:ln w="4762" cap="rnd">
              <a:solidFill>
                <a:srgbClr val="D9B1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g3006"/>
            <p:cNvSpPr/>
            <p:nvPr/>
          </p:nvSpPr>
          <p:spPr>
            <a:xfrm>
              <a:off x="4766597" y="5510667"/>
              <a:ext cx="17721" cy="582508"/>
            </a:xfrm>
            <a:custGeom>
              <a:avLst/>
              <a:pathLst>
                <a:path w="17721" h="582508">
                  <a:moveTo>
                    <a:pt x="0" y="10660"/>
                  </a:moveTo>
                  <a:lnTo>
                    <a:pt x="17721" y="0"/>
                  </a:lnTo>
                  <a:lnTo>
                    <a:pt x="17721" y="582508"/>
                  </a:lnTo>
                  <a:lnTo>
                    <a:pt x="0" y="582508"/>
                  </a:lnTo>
                  <a:close/>
                </a:path>
              </a:pathLst>
            </a:custGeom>
            <a:solidFill>
              <a:srgbClr val="D9B09D">
                <a:alpha val="100000"/>
              </a:srgbClr>
            </a:solidFill>
            <a:ln w="4762" cap="rnd">
              <a:solidFill>
                <a:srgbClr val="D9B0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g3007"/>
            <p:cNvSpPr/>
            <p:nvPr/>
          </p:nvSpPr>
          <p:spPr>
            <a:xfrm>
              <a:off x="4784319" y="5490475"/>
              <a:ext cx="35442" cy="602701"/>
            </a:xfrm>
            <a:custGeom>
              <a:avLst/>
              <a:pathLst>
                <a:path w="35442" h="602701">
                  <a:moveTo>
                    <a:pt x="0" y="20192"/>
                  </a:moveTo>
                  <a:lnTo>
                    <a:pt x="17721" y="9918"/>
                  </a:lnTo>
                  <a:lnTo>
                    <a:pt x="35442" y="0"/>
                  </a:lnTo>
                  <a:lnTo>
                    <a:pt x="35442" y="602701"/>
                  </a:lnTo>
                  <a:lnTo>
                    <a:pt x="17721" y="602701"/>
                  </a:lnTo>
                  <a:lnTo>
                    <a:pt x="0" y="602701"/>
                  </a:lnTo>
                  <a:close/>
                </a:path>
              </a:pathLst>
            </a:custGeom>
            <a:solidFill>
              <a:srgbClr val="D8B09C">
                <a:alpha val="100000"/>
              </a:srgbClr>
            </a:solidFill>
            <a:ln w="4762" cap="rnd">
              <a:solidFill>
                <a:srgbClr val="D8B0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g3008"/>
            <p:cNvSpPr/>
            <p:nvPr/>
          </p:nvSpPr>
          <p:spPr>
            <a:xfrm>
              <a:off x="4819761" y="5480830"/>
              <a:ext cx="17721" cy="612346"/>
            </a:xfrm>
            <a:custGeom>
              <a:avLst/>
              <a:pathLst>
                <a:path w="17721" h="612346">
                  <a:moveTo>
                    <a:pt x="0" y="9644"/>
                  </a:moveTo>
                  <a:lnTo>
                    <a:pt x="17721" y="0"/>
                  </a:lnTo>
                  <a:lnTo>
                    <a:pt x="17721" y="612346"/>
                  </a:lnTo>
                  <a:lnTo>
                    <a:pt x="0" y="612346"/>
                  </a:lnTo>
                  <a:close/>
                </a:path>
              </a:pathLst>
            </a:custGeom>
            <a:solidFill>
              <a:srgbClr val="D8AF9C">
                <a:alpha val="100000"/>
              </a:srgbClr>
            </a:solidFill>
            <a:ln w="4762" cap="rnd">
              <a:solidFill>
                <a:srgbClr val="D8AF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g3009"/>
            <p:cNvSpPr/>
            <p:nvPr/>
          </p:nvSpPr>
          <p:spPr>
            <a:xfrm>
              <a:off x="4837483" y="5471635"/>
              <a:ext cx="17721" cy="621540"/>
            </a:xfrm>
            <a:custGeom>
              <a:avLst/>
              <a:pathLst>
                <a:path w="17721" h="621540">
                  <a:moveTo>
                    <a:pt x="0" y="9194"/>
                  </a:moveTo>
                  <a:lnTo>
                    <a:pt x="17721" y="0"/>
                  </a:lnTo>
                  <a:lnTo>
                    <a:pt x="17721" y="621540"/>
                  </a:lnTo>
                  <a:lnTo>
                    <a:pt x="0" y="621540"/>
                  </a:lnTo>
                  <a:close/>
                </a:path>
              </a:pathLst>
            </a:custGeom>
            <a:solidFill>
              <a:srgbClr val="D8AF9B">
                <a:alpha val="100000"/>
              </a:srgbClr>
            </a:solidFill>
            <a:ln w="4762" cap="rnd">
              <a:solidFill>
                <a:srgbClr val="D8AF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g3010"/>
            <p:cNvSpPr/>
            <p:nvPr/>
          </p:nvSpPr>
          <p:spPr>
            <a:xfrm>
              <a:off x="4855204" y="5462870"/>
              <a:ext cx="17721" cy="630306"/>
            </a:xfrm>
            <a:custGeom>
              <a:avLst/>
              <a:pathLst>
                <a:path w="17721" h="630306">
                  <a:moveTo>
                    <a:pt x="0" y="8765"/>
                  </a:moveTo>
                  <a:lnTo>
                    <a:pt x="17721" y="0"/>
                  </a:lnTo>
                  <a:lnTo>
                    <a:pt x="17721" y="630306"/>
                  </a:lnTo>
                  <a:lnTo>
                    <a:pt x="0" y="630306"/>
                  </a:lnTo>
                  <a:close/>
                </a:path>
              </a:pathLst>
            </a:custGeom>
            <a:solidFill>
              <a:srgbClr val="D8AE9B">
                <a:alpha val="100000"/>
              </a:srgbClr>
            </a:solidFill>
            <a:ln w="4762" cap="rnd">
              <a:solidFill>
                <a:srgbClr val="D8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g3011"/>
            <p:cNvSpPr/>
            <p:nvPr/>
          </p:nvSpPr>
          <p:spPr>
            <a:xfrm>
              <a:off x="4872926" y="5446474"/>
              <a:ext cx="35442" cy="646702"/>
            </a:xfrm>
            <a:custGeom>
              <a:avLst/>
              <a:pathLst>
                <a:path w="35442" h="646702">
                  <a:moveTo>
                    <a:pt x="0" y="16395"/>
                  </a:moveTo>
                  <a:lnTo>
                    <a:pt x="17721" y="7947"/>
                  </a:lnTo>
                  <a:lnTo>
                    <a:pt x="35442" y="0"/>
                  </a:lnTo>
                  <a:lnTo>
                    <a:pt x="35442" y="646702"/>
                  </a:lnTo>
                  <a:lnTo>
                    <a:pt x="17721" y="646702"/>
                  </a:lnTo>
                  <a:lnTo>
                    <a:pt x="0" y="646702"/>
                  </a:lnTo>
                  <a:close/>
                </a:path>
              </a:pathLst>
            </a:custGeom>
            <a:solidFill>
              <a:srgbClr val="D7AE9A">
                <a:alpha val="100000"/>
              </a:srgbClr>
            </a:solidFill>
            <a:ln w="4762" cap="rnd">
              <a:solidFill>
                <a:srgbClr val="D7AE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g3012"/>
            <p:cNvSpPr/>
            <p:nvPr/>
          </p:nvSpPr>
          <p:spPr>
            <a:xfrm>
              <a:off x="4908368" y="5439023"/>
              <a:ext cx="17721" cy="654153"/>
            </a:xfrm>
            <a:custGeom>
              <a:avLst/>
              <a:pathLst>
                <a:path w="17721" h="654153">
                  <a:moveTo>
                    <a:pt x="0" y="7451"/>
                  </a:moveTo>
                  <a:lnTo>
                    <a:pt x="17721" y="0"/>
                  </a:lnTo>
                  <a:lnTo>
                    <a:pt x="17721" y="654153"/>
                  </a:lnTo>
                  <a:lnTo>
                    <a:pt x="0" y="654153"/>
                  </a:lnTo>
                  <a:close/>
                </a:path>
              </a:pathLst>
            </a:custGeom>
            <a:solidFill>
              <a:srgbClr val="D7AD9A">
                <a:alpha val="100000"/>
              </a:srgbClr>
            </a:solidFill>
            <a:ln w="4762" cap="rnd">
              <a:solidFill>
                <a:srgbClr val="D7A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g3013"/>
            <p:cNvSpPr/>
            <p:nvPr/>
          </p:nvSpPr>
          <p:spPr>
            <a:xfrm>
              <a:off x="4926090" y="5431925"/>
              <a:ext cx="17721" cy="661250"/>
            </a:xfrm>
            <a:custGeom>
              <a:avLst/>
              <a:pathLst>
                <a:path w="17721" h="661250">
                  <a:moveTo>
                    <a:pt x="0" y="7097"/>
                  </a:moveTo>
                  <a:lnTo>
                    <a:pt x="17721" y="0"/>
                  </a:lnTo>
                  <a:lnTo>
                    <a:pt x="17721" y="661250"/>
                  </a:lnTo>
                  <a:lnTo>
                    <a:pt x="0" y="661250"/>
                  </a:lnTo>
                  <a:close/>
                </a:path>
              </a:pathLst>
            </a:custGeom>
            <a:solidFill>
              <a:srgbClr val="D7AD99">
                <a:alpha val="100000"/>
              </a:srgbClr>
            </a:solidFill>
            <a:ln w="4762" cap="rnd">
              <a:solidFill>
                <a:srgbClr val="D7AD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g3014"/>
            <p:cNvSpPr/>
            <p:nvPr/>
          </p:nvSpPr>
          <p:spPr>
            <a:xfrm>
              <a:off x="4943811" y="5425363"/>
              <a:ext cx="17721" cy="667812"/>
            </a:xfrm>
            <a:custGeom>
              <a:avLst/>
              <a:pathLst>
                <a:path w="17721" h="667812">
                  <a:moveTo>
                    <a:pt x="0" y="6561"/>
                  </a:moveTo>
                  <a:lnTo>
                    <a:pt x="17721" y="0"/>
                  </a:lnTo>
                  <a:lnTo>
                    <a:pt x="17721" y="667812"/>
                  </a:lnTo>
                  <a:lnTo>
                    <a:pt x="0" y="667812"/>
                  </a:lnTo>
                  <a:close/>
                </a:path>
              </a:pathLst>
            </a:custGeom>
            <a:solidFill>
              <a:srgbClr val="D7AC99">
                <a:alpha val="100000"/>
              </a:srgbClr>
            </a:solidFill>
            <a:ln w="4762" cap="rnd">
              <a:solidFill>
                <a:srgbClr val="D7AC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g3015"/>
            <p:cNvSpPr/>
            <p:nvPr/>
          </p:nvSpPr>
          <p:spPr>
            <a:xfrm>
              <a:off x="4961532" y="5413730"/>
              <a:ext cx="35442" cy="679446"/>
            </a:xfrm>
            <a:custGeom>
              <a:avLst/>
              <a:pathLst>
                <a:path w="35442" h="679446">
                  <a:moveTo>
                    <a:pt x="0" y="11633"/>
                  </a:moveTo>
                  <a:lnTo>
                    <a:pt x="17721" y="5626"/>
                  </a:lnTo>
                  <a:lnTo>
                    <a:pt x="35442" y="0"/>
                  </a:lnTo>
                  <a:lnTo>
                    <a:pt x="35442" y="679446"/>
                  </a:lnTo>
                  <a:lnTo>
                    <a:pt x="17721" y="679446"/>
                  </a:lnTo>
                  <a:lnTo>
                    <a:pt x="0" y="679446"/>
                  </a:lnTo>
                  <a:close/>
                </a:path>
              </a:pathLst>
            </a:custGeom>
            <a:solidFill>
              <a:srgbClr val="D6AC98">
                <a:alpha val="100000"/>
              </a:srgbClr>
            </a:solidFill>
            <a:ln w="4762" cap="rnd">
              <a:solidFill>
                <a:srgbClr val="D6AC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g3016"/>
            <p:cNvSpPr/>
            <p:nvPr/>
          </p:nvSpPr>
          <p:spPr>
            <a:xfrm>
              <a:off x="4996975" y="5404187"/>
              <a:ext cx="35442" cy="688989"/>
            </a:xfrm>
            <a:custGeom>
              <a:avLst/>
              <a:pathLst>
                <a:path w="35442" h="688989">
                  <a:moveTo>
                    <a:pt x="0" y="9542"/>
                  </a:moveTo>
                  <a:lnTo>
                    <a:pt x="17721" y="4471"/>
                  </a:lnTo>
                  <a:lnTo>
                    <a:pt x="35442" y="0"/>
                  </a:lnTo>
                  <a:lnTo>
                    <a:pt x="35442" y="688989"/>
                  </a:lnTo>
                  <a:lnTo>
                    <a:pt x="17721" y="688989"/>
                  </a:lnTo>
                  <a:lnTo>
                    <a:pt x="0" y="688989"/>
                  </a:lnTo>
                  <a:close/>
                </a:path>
              </a:pathLst>
            </a:custGeom>
            <a:solidFill>
              <a:srgbClr val="D6AB97">
                <a:alpha val="100000"/>
              </a:srgbClr>
            </a:solidFill>
            <a:ln w="4762" cap="rnd">
              <a:solidFill>
                <a:srgbClr val="D6AB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g3017"/>
            <p:cNvSpPr/>
            <p:nvPr/>
          </p:nvSpPr>
          <p:spPr>
            <a:xfrm>
              <a:off x="5032418" y="5400114"/>
              <a:ext cx="17721" cy="693062"/>
            </a:xfrm>
            <a:custGeom>
              <a:avLst/>
              <a:pathLst>
                <a:path w="17721" h="693062">
                  <a:moveTo>
                    <a:pt x="0" y="4073"/>
                  </a:moveTo>
                  <a:lnTo>
                    <a:pt x="17721" y="0"/>
                  </a:lnTo>
                  <a:lnTo>
                    <a:pt x="17721" y="693062"/>
                  </a:lnTo>
                  <a:lnTo>
                    <a:pt x="0" y="693062"/>
                  </a:lnTo>
                  <a:close/>
                </a:path>
              </a:pathLst>
            </a:custGeom>
            <a:solidFill>
              <a:srgbClr val="D6AA97">
                <a:alpha val="100000"/>
              </a:srgbClr>
            </a:solidFill>
            <a:ln w="4762" cap="rnd">
              <a:solidFill>
                <a:srgbClr val="D6AA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g3018"/>
            <p:cNvSpPr/>
            <p:nvPr/>
          </p:nvSpPr>
          <p:spPr>
            <a:xfrm>
              <a:off x="5050139" y="5393714"/>
              <a:ext cx="35442" cy="699462"/>
            </a:xfrm>
            <a:custGeom>
              <a:avLst/>
              <a:pathLst>
                <a:path w="35442" h="699462">
                  <a:moveTo>
                    <a:pt x="0" y="6400"/>
                  </a:moveTo>
                  <a:lnTo>
                    <a:pt x="17721" y="2884"/>
                  </a:lnTo>
                  <a:lnTo>
                    <a:pt x="35442" y="0"/>
                  </a:lnTo>
                  <a:lnTo>
                    <a:pt x="35442" y="699462"/>
                  </a:lnTo>
                  <a:lnTo>
                    <a:pt x="17721" y="699462"/>
                  </a:lnTo>
                  <a:lnTo>
                    <a:pt x="0" y="699462"/>
                  </a:lnTo>
                  <a:close/>
                </a:path>
              </a:pathLst>
            </a:custGeom>
            <a:solidFill>
              <a:srgbClr val="D5AA96">
                <a:alpha val="100000"/>
              </a:srgbClr>
            </a:solidFill>
            <a:ln w="4762" cap="rnd">
              <a:solidFill>
                <a:srgbClr val="D5AA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g3019"/>
            <p:cNvSpPr/>
            <p:nvPr/>
          </p:nvSpPr>
          <p:spPr>
            <a:xfrm>
              <a:off x="5085582" y="5389297"/>
              <a:ext cx="35442" cy="703879"/>
            </a:xfrm>
            <a:custGeom>
              <a:avLst/>
              <a:pathLst>
                <a:path w="35442" h="703879">
                  <a:moveTo>
                    <a:pt x="0" y="4416"/>
                  </a:moveTo>
                  <a:lnTo>
                    <a:pt x="17721" y="1936"/>
                  </a:lnTo>
                  <a:lnTo>
                    <a:pt x="35442" y="0"/>
                  </a:lnTo>
                  <a:lnTo>
                    <a:pt x="35442" y="703879"/>
                  </a:lnTo>
                  <a:lnTo>
                    <a:pt x="17721" y="703879"/>
                  </a:lnTo>
                  <a:lnTo>
                    <a:pt x="0" y="703879"/>
                  </a:lnTo>
                  <a:close/>
                </a:path>
              </a:pathLst>
            </a:custGeom>
            <a:solidFill>
              <a:srgbClr val="D5A995">
                <a:alpha val="100000"/>
              </a:srgbClr>
            </a:solidFill>
            <a:ln w="4762" cap="rnd">
              <a:solidFill>
                <a:srgbClr val="D5A9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g3020"/>
            <p:cNvSpPr/>
            <p:nvPr/>
          </p:nvSpPr>
          <p:spPr>
            <a:xfrm>
              <a:off x="5121025" y="5388006"/>
              <a:ext cx="17721" cy="705169"/>
            </a:xfrm>
            <a:custGeom>
              <a:avLst/>
              <a:pathLst>
                <a:path w="17721" h="705169">
                  <a:moveTo>
                    <a:pt x="0" y="1290"/>
                  </a:moveTo>
                  <a:lnTo>
                    <a:pt x="17721" y="0"/>
                  </a:lnTo>
                  <a:lnTo>
                    <a:pt x="17721" y="705169"/>
                  </a:lnTo>
                  <a:lnTo>
                    <a:pt x="0" y="705169"/>
                  </a:lnTo>
                  <a:close/>
                </a:path>
              </a:pathLst>
            </a:custGeom>
            <a:solidFill>
              <a:srgbClr val="D5A895">
                <a:alpha val="100000"/>
              </a:srgbClr>
            </a:solidFill>
            <a:ln w="4762" cap="rnd">
              <a:solidFill>
                <a:srgbClr val="D5A8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g3021"/>
            <p:cNvSpPr/>
            <p:nvPr/>
          </p:nvSpPr>
          <p:spPr>
            <a:xfrm>
              <a:off x="5138746" y="5386738"/>
              <a:ext cx="35442" cy="706437"/>
            </a:xfrm>
            <a:custGeom>
              <a:avLst/>
              <a:pathLst>
                <a:path w="35442" h="706437">
                  <a:moveTo>
                    <a:pt x="0" y="1267"/>
                  </a:moveTo>
                  <a:lnTo>
                    <a:pt x="17721" y="375"/>
                  </a:lnTo>
                  <a:lnTo>
                    <a:pt x="35442" y="0"/>
                  </a:lnTo>
                  <a:lnTo>
                    <a:pt x="35442" y="706437"/>
                  </a:lnTo>
                  <a:lnTo>
                    <a:pt x="17721" y="706437"/>
                  </a:lnTo>
                  <a:lnTo>
                    <a:pt x="0" y="706437"/>
                  </a:lnTo>
                  <a:close/>
                </a:path>
              </a:pathLst>
            </a:custGeom>
            <a:solidFill>
              <a:srgbClr val="D4A894">
                <a:alpha val="100000"/>
              </a:srgbClr>
            </a:solidFill>
            <a:ln w="4762" cap="rnd">
              <a:solidFill>
                <a:srgbClr val="D4A8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g3022"/>
            <p:cNvSpPr/>
            <p:nvPr/>
          </p:nvSpPr>
          <p:spPr>
            <a:xfrm>
              <a:off x="5174189" y="5386738"/>
              <a:ext cx="35442" cy="706437"/>
            </a:xfrm>
            <a:custGeom>
              <a:avLst/>
              <a:pathLst>
                <a:path w="35442" h="706437">
                  <a:moveTo>
                    <a:pt x="0" y="0"/>
                  </a:moveTo>
                  <a:lnTo>
                    <a:pt x="17721" y="266"/>
                  </a:lnTo>
                  <a:lnTo>
                    <a:pt x="35442" y="913"/>
                  </a:lnTo>
                  <a:lnTo>
                    <a:pt x="35442" y="706437"/>
                  </a:lnTo>
                  <a:lnTo>
                    <a:pt x="17721" y="706437"/>
                  </a:lnTo>
                  <a:lnTo>
                    <a:pt x="0" y="706437"/>
                  </a:lnTo>
                  <a:close/>
                </a:path>
              </a:pathLst>
            </a:custGeom>
            <a:solidFill>
              <a:srgbClr val="D4A793">
                <a:alpha val="100000"/>
              </a:srgbClr>
            </a:solidFill>
            <a:ln w="4762" cap="rnd">
              <a:solidFill>
                <a:srgbClr val="D4A7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g3023"/>
            <p:cNvSpPr/>
            <p:nvPr/>
          </p:nvSpPr>
          <p:spPr>
            <a:xfrm>
              <a:off x="5209632" y="5387652"/>
              <a:ext cx="17721" cy="705523"/>
            </a:xfrm>
            <a:custGeom>
              <a:avLst/>
              <a:pathLst>
                <a:path w="17721" h="705523">
                  <a:moveTo>
                    <a:pt x="0" y="0"/>
                  </a:moveTo>
                  <a:lnTo>
                    <a:pt x="17721" y="1124"/>
                  </a:lnTo>
                  <a:lnTo>
                    <a:pt x="17721" y="705523"/>
                  </a:lnTo>
                  <a:lnTo>
                    <a:pt x="0" y="705523"/>
                  </a:lnTo>
                  <a:close/>
                </a:path>
              </a:pathLst>
            </a:custGeom>
            <a:solidFill>
              <a:srgbClr val="D4A692">
                <a:alpha val="100000"/>
              </a:srgbClr>
            </a:solidFill>
            <a:ln w="4762" cap="rnd">
              <a:solidFill>
                <a:srgbClr val="D4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g3024"/>
            <p:cNvSpPr/>
            <p:nvPr/>
          </p:nvSpPr>
          <p:spPr>
            <a:xfrm>
              <a:off x="5227353" y="5388777"/>
              <a:ext cx="35442" cy="704399"/>
            </a:xfrm>
            <a:custGeom>
              <a:avLst/>
              <a:pathLst>
                <a:path w="35442" h="704399">
                  <a:moveTo>
                    <a:pt x="0" y="0"/>
                  </a:moveTo>
                  <a:lnTo>
                    <a:pt x="17721" y="1743"/>
                  </a:lnTo>
                  <a:lnTo>
                    <a:pt x="35442" y="3841"/>
                  </a:lnTo>
                  <a:lnTo>
                    <a:pt x="35442" y="704399"/>
                  </a:lnTo>
                  <a:lnTo>
                    <a:pt x="17721" y="704399"/>
                  </a:lnTo>
                  <a:lnTo>
                    <a:pt x="0" y="704399"/>
                  </a:lnTo>
                  <a:close/>
                </a:path>
              </a:pathLst>
            </a:custGeom>
            <a:solidFill>
              <a:srgbClr val="D3A692">
                <a:alpha val="100000"/>
              </a:srgbClr>
            </a:solidFill>
            <a:ln w="4762" cap="rnd">
              <a:solidFill>
                <a:srgbClr val="D3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g3025"/>
            <p:cNvSpPr/>
            <p:nvPr/>
          </p:nvSpPr>
          <p:spPr>
            <a:xfrm>
              <a:off x="5262796" y="5392618"/>
              <a:ext cx="35442" cy="700558"/>
            </a:xfrm>
            <a:custGeom>
              <a:avLst/>
              <a:pathLst>
                <a:path w="35442" h="700558">
                  <a:moveTo>
                    <a:pt x="0" y="0"/>
                  </a:moveTo>
                  <a:lnTo>
                    <a:pt x="17721" y="2523"/>
                  </a:lnTo>
                  <a:lnTo>
                    <a:pt x="35442" y="5626"/>
                  </a:lnTo>
                  <a:lnTo>
                    <a:pt x="35442" y="700558"/>
                  </a:lnTo>
                  <a:lnTo>
                    <a:pt x="17721" y="700558"/>
                  </a:lnTo>
                  <a:lnTo>
                    <a:pt x="0" y="700558"/>
                  </a:lnTo>
                  <a:close/>
                </a:path>
              </a:pathLst>
            </a:custGeom>
            <a:solidFill>
              <a:srgbClr val="D3A591">
                <a:alpha val="100000"/>
              </a:srgbClr>
            </a:solidFill>
            <a:ln w="4762" cap="rnd">
              <a:solidFill>
                <a:srgbClr val="D3A5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g3026"/>
            <p:cNvSpPr/>
            <p:nvPr/>
          </p:nvSpPr>
          <p:spPr>
            <a:xfrm>
              <a:off x="5298238" y="5398244"/>
              <a:ext cx="17721" cy="694931"/>
            </a:xfrm>
            <a:custGeom>
              <a:avLst/>
              <a:pathLst>
                <a:path w="17721" h="694931">
                  <a:moveTo>
                    <a:pt x="0" y="0"/>
                  </a:moveTo>
                  <a:lnTo>
                    <a:pt x="17721" y="3419"/>
                  </a:lnTo>
                  <a:lnTo>
                    <a:pt x="17721" y="694931"/>
                  </a:lnTo>
                  <a:lnTo>
                    <a:pt x="0" y="694931"/>
                  </a:lnTo>
                  <a:close/>
                </a:path>
              </a:pathLst>
            </a:custGeom>
            <a:solidFill>
              <a:srgbClr val="D3A490">
                <a:alpha val="100000"/>
              </a:srgbClr>
            </a:solidFill>
            <a:ln w="4762" cap="rnd">
              <a:solidFill>
                <a:srgbClr val="D3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g3027"/>
            <p:cNvSpPr/>
            <p:nvPr/>
          </p:nvSpPr>
          <p:spPr>
            <a:xfrm>
              <a:off x="5315960" y="5401664"/>
              <a:ext cx="35442" cy="691511"/>
            </a:xfrm>
            <a:custGeom>
              <a:avLst/>
              <a:pathLst>
                <a:path w="35442" h="691511">
                  <a:moveTo>
                    <a:pt x="0" y="0"/>
                  </a:moveTo>
                  <a:lnTo>
                    <a:pt x="17721" y="3788"/>
                  </a:lnTo>
                  <a:lnTo>
                    <a:pt x="35442" y="8096"/>
                  </a:lnTo>
                  <a:lnTo>
                    <a:pt x="35442" y="691511"/>
                  </a:lnTo>
                  <a:lnTo>
                    <a:pt x="17721" y="691511"/>
                  </a:lnTo>
                  <a:lnTo>
                    <a:pt x="0" y="691511"/>
                  </a:lnTo>
                  <a:close/>
                </a:path>
              </a:pathLst>
            </a:custGeom>
            <a:solidFill>
              <a:srgbClr val="D2A490">
                <a:alpha val="100000"/>
              </a:srgbClr>
            </a:solidFill>
            <a:ln w="4762" cap="rnd">
              <a:solidFill>
                <a:srgbClr val="D2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g3028"/>
            <p:cNvSpPr/>
            <p:nvPr/>
          </p:nvSpPr>
          <p:spPr>
            <a:xfrm>
              <a:off x="5351403" y="5409761"/>
              <a:ext cx="35442" cy="683415"/>
            </a:xfrm>
            <a:custGeom>
              <a:avLst/>
              <a:pathLst>
                <a:path w="35442" h="683415">
                  <a:moveTo>
                    <a:pt x="0" y="0"/>
                  </a:moveTo>
                  <a:lnTo>
                    <a:pt x="17721" y="4582"/>
                  </a:lnTo>
                  <a:lnTo>
                    <a:pt x="35442" y="9469"/>
                  </a:lnTo>
                  <a:lnTo>
                    <a:pt x="35442" y="683415"/>
                  </a:lnTo>
                  <a:lnTo>
                    <a:pt x="17721" y="683415"/>
                  </a:lnTo>
                  <a:lnTo>
                    <a:pt x="0" y="683415"/>
                  </a:lnTo>
                  <a:close/>
                </a:path>
              </a:pathLst>
            </a:custGeom>
            <a:solidFill>
              <a:srgbClr val="D2A38F">
                <a:alpha val="100000"/>
              </a:srgbClr>
            </a:solidFill>
            <a:ln w="4762" cap="rnd">
              <a:solidFill>
                <a:srgbClr val="D2A3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g3029"/>
            <p:cNvSpPr/>
            <p:nvPr/>
          </p:nvSpPr>
          <p:spPr>
            <a:xfrm>
              <a:off x="5386845" y="5419231"/>
              <a:ext cx="17721" cy="673945"/>
            </a:xfrm>
            <a:custGeom>
              <a:avLst/>
              <a:pathLst>
                <a:path w="17721" h="673945">
                  <a:moveTo>
                    <a:pt x="0" y="0"/>
                  </a:moveTo>
                  <a:lnTo>
                    <a:pt x="17721" y="5336"/>
                  </a:lnTo>
                  <a:lnTo>
                    <a:pt x="17721" y="673945"/>
                  </a:lnTo>
                  <a:lnTo>
                    <a:pt x="0" y="673945"/>
                  </a:lnTo>
                  <a:close/>
                </a:path>
              </a:pathLst>
            </a:custGeom>
            <a:solidFill>
              <a:srgbClr val="D2A28E">
                <a:alpha val="100000"/>
              </a:srgbClr>
            </a:solidFill>
            <a:ln w="4762" cap="rnd">
              <a:solidFill>
                <a:srgbClr val="D2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g3030"/>
            <p:cNvSpPr/>
            <p:nvPr/>
          </p:nvSpPr>
          <p:spPr>
            <a:xfrm>
              <a:off x="5404567" y="5424567"/>
              <a:ext cx="35442" cy="668609"/>
            </a:xfrm>
            <a:custGeom>
              <a:avLst/>
              <a:pathLst>
                <a:path w="35442" h="668609">
                  <a:moveTo>
                    <a:pt x="0" y="0"/>
                  </a:moveTo>
                  <a:lnTo>
                    <a:pt x="17721" y="5560"/>
                  </a:lnTo>
                  <a:lnTo>
                    <a:pt x="35442" y="11360"/>
                  </a:lnTo>
                  <a:lnTo>
                    <a:pt x="35442" y="668609"/>
                  </a:lnTo>
                  <a:lnTo>
                    <a:pt x="17721" y="668609"/>
                  </a:lnTo>
                  <a:lnTo>
                    <a:pt x="0" y="668609"/>
                  </a:lnTo>
                  <a:close/>
                </a:path>
              </a:pathLst>
            </a:custGeom>
            <a:solidFill>
              <a:srgbClr val="D1A28E">
                <a:alpha val="100000"/>
              </a:srgbClr>
            </a:solidFill>
            <a:ln w="4762" cap="rnd">
              <a:solidFill>
                <a:srgbClr val="D1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g3031"/>
            <p:cNvSpPr/>
            <p:nvPr/>
          </p:nvSpPr>
          <p:spPr>
            <a:xfrm>
              <a:off x="5440009" y="5435927"/>
              <a:ext cx="35442" cy="657248"/>
            </a:xfrm>
            <a:custGeom>
              <a:avLst/>
              <a:pathLst>
                <a:path w="35442" h="657248">
                  <a:moveTo>
                    <a:pt x="0" y="0"/>
                  </a:moveTo>
                  <a:lnTo>
                    <a:pt x="17721" y="6164"/>
                  </a:lnTo>
                  <a:lnTo>
                    <a:pt x="35442" y="12500"/>
                  </a:lnTo>
                  <a:lnTo>
                    <a:pt x="35442" y="657248"/>
                  </a:lnTo>
                  <a:lnTo>
                    <a:pt x="17721" y="657248"/>
                  </a:lnTo>
                  <a:lnTo>
                    <a:pt x="0" y="657248"/>
                  </a:lnTo>
                  <a:close/>
                </a:path>
              </a:pathLst>
            </a:custGeom>
            <a:solidFill>
              <a:srgbClr val="D1A18D">
                <a:alpha val="100000"/>
              </a:srgbClr>
            </a:solidFill>
            <a:ln w="4762" cap="rnd">
              <a:solidFill>
                <a:srgbClr val="D1A1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g3032"/>
            <p:cNvSpPr/>
            <p:nvPr/>
          </p:nvSpPr>
          <p:spPr>
            <a:xfrm>
              <a:off x="5475452" y="5448427"/>
              <a:ext cx="17721" cy="644748"/>
            </a:xfrm>
            <a:custGeom>
              <a:avLst/>
              <a:pathLst>
                <a:path w="17721" h="644748">
                  <a:moveTo>
                    <a:pt x="0" y="0"/>
                  </a:moveTo>
                  <a:lnTo>
                    <a:pt x="17721" y="6511"/>
                  </a:lnTo>
                  <a:lnTo>
                    <a:pt x="17721" y="644748"/>
                  </a:lnTo>
                  <a:lnTo>
                    <a:pt x="0" y="644748"/>
                  </a:lnTo>
                  <a:close/>
                </a:path>
              </a:pathLst>
            </a:custGeom>
            <a:solidFill>
              <a:srgbClr val="D1A08C">
                <a:alpha val="100000"/>
              </a:srgbClr>
            </a:solidFill>
            <a:ln w="4762" cap="rnd">
              <a:solidFill>
                <a:srgbClr val="D1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g3033"/>
            <p:cNvSpPr/>
            <p:nvPr/>
          </p:nvSpPr>
          <p:spPr>
            <a:xfrm>
              <a:off x="5493173" y="5454939"/>
              <a:ext cx="35442" cy="638236"/>
            </a:xfrm>
            <a:custGeom>
              <a:avLst/>
              <a:pathLst>
                <a:path w="35442" h="638236">
                  <a:moveTo>
                    <a:pt x="0" y="0"/>
                  </a:moveTo>
                  <a:lnTo>
                    <a:pt x="17721" y="6783"/>
                  </a:lnTo>
                  <a:lnTo>
                    <a:pt x="35442" y="13684"/>
                  </a:lnTo>
                  <a:lnTo>
                    <a:pt x="35442" y="638236"/>
                  </a:lnTo>
                  <a:lnTo>
                    <a:pt x="17721" y="638236"/>
                  </a:lnTo>
                  <a:lnTo>
                    <a:pt x="0" y="638236"/>
                  </a:lnTo>
                  <a:close/>
                </a:path>
              </a:pathLst>
            </a:custGeom>
            <a:solidFill>
              <a:srgbClr val="D0A08C">
                <a:alpha val="100000"/>
              </a:srgbClr>
            </a:solidFill>
            <a:ln w="4762" cap="rnd">
              <a:solidFill>
                <a:srgbClr val="D0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g3034"/>
            <p:cNvSpPr/>
            <p:nvPr/>
          </p:nvSpPr>
          <p:spPr>
            <a:xfrm>
              <a:off x="5528616" y="5468624"/>
              <a:ext cx="35442" cy="624552"/>
            </a:xfrm>
            <a:custGeom>
              <a:avLst/>
              <a:pathLst>
                <a:path w="35442" h="624552">
                  <a:moveTo>
                    <a:pt x="0" y="0"/>
                  </a:moveTo>
                  <a:lnTo>
                    <a:pt x="17721" y="7016"/>
                  </a:lnTo>
                  <a:lnTo>
                    <a:pt x="35442" y="14208"/>
                  </a:lnTo>
                  <a:lnTo>
                    <a:pt x="35442" y="624552"/>
                  </a:lnTo>
                  <a:lnTo>
                    <a:pt x="17721" y="624552"/>
                  </a:lnTo>
                  <a:lnTo>
                    <a:pt x="0" y="624552"/>
                  </a:lnTo>
                  <a:close/>
                </a:path>
              </a:pathLst>
            </a:custGeom>
            <a:solidFill>
              <a:srgbClr val="D09F8B">
                <a:alpha val="100000"/>
              </a:srgbClr>
            </a:solidFill>
            <a:ln w="4762" cap="rnd">
              <a:solidFill>
                <a:srgbClr val="D09F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g3035"/>
            <p:cNvSpPr/>
            <p:nvPr/>
          </p:nvSpPr>
          <p:spPr>
            <a:xfrm>
              <a:off x="5564059" y="5482833"/>
              <a:ext cx="17721" cy="610343"/>
            </a:xfrm>
            <a:custGeom>
              <a:avLst/>
              <a:pathLst>
                <a:path w="17721" h="610343">
                  <a:moveTo>
                    <a:pt x="0" y="0"/>
                  </a:moveTo>
                  <a:lnTo>
                    <a:pt x="17721" y="7256"/>
                  </a:lnTo>
                  <a:lnTo>
                    <a:pt x="17721" y="610343"/>
                  </a:lnTo>
                  <a:lnTo>
                    <a:pt x="0" y="610343"/>
                  </a:lnTo>
                  <a:close/>
                </a:path>
              </a:pathLst>
            </a:custGeom>
            <a:solidFill>
              <a:srgbClr val="D09F8A">
                <a:alpha val="100000"/>
              </a:srgbClr>
            </a:solidFill>
            <a:ln w="4762" cap="rnd">
              <a:solidFill>
                <a:srgbClr val="D09F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g3036"/>
            <p:cNvSpPr/>
            <p:nvPr/>
          </p:nvSpPr>
          <p:spPr>
            <a:xfrm>
              <a:off x="5581780" y="5490089"/>
              <a:ext cx="17721" cy="603086"/>
            </a:xfrm>
            <a:custGeom>
              <a:avLst/>
              <a:pathLst>
                <a:path w="17721" h="603086">
                  <a:moveTo>
                    <a:pt x="0" y="0"/>
                  </a:moveTo>
                  <a:lnTo>
                    <a:pt x="17721" y="7319"/>
                  </a:lnTo>
                  <a:lnTo>
                    <a:pt x="17721" y="603086"/>
                  </a:lnTo>
                  <a:lnTo>
                    <a:pt x="0" y="603086"/>
                  </a:lnTo>
                  <a:close/>
                </a:path>
              </a:pathLst>
            </a:custGeom>
            <a:solidFill>
              <a:srgbClr val="CF9E8A">
                <a:alpha val="100000"/>
              </a:srgbClr>
            </a:solidFill>
            <a:ln w="4762" cap="rnd">
              <a:solidFill>
                <a:srgbClr val="CF9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g3037"/>
            <p:cNvSpPr/>
            <p:nvPr/>
          </p:nvSpPr>
          <p:spPr>
            <a:xfrm>
              <a:off x="5599502" y="5497409"/>
              <a:ext cx="17721" cy="595767"/>
            </a:xfrm>
            <a:custGeom>
              <a:avLst/>
              <a:pathLst>
                <a:path w="17721" h="595767">
                  <a:moveTo>
                    <a:pt x="0" y="0"/>
                  </a:moveTo>
                  <a:lnTo>
                    <a:pt x="17721" y="7394"/>
                  </a:lnTo>
                  <a:lnTo>
                    <a:pt x="17721" y="595767"/>
                  </a:lnTo>
                  <a:lnTo>
                    <a:pt x="0" y="595767"/>
                  </a:lnTo>
                  <a:close/>
                </a:path>
              </a:pathLst>
            </a:custGeom>
            <a:solidFill>
              <a:srgbClr val="CF9E89">
                <a:alpha val="100000"/>
              </a:srgbClr>
            </a:solidFill>
            <a:ln w="4762" cap="rnd">
              <a:solidFill>
                <a:srgbClr val="CF9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g3038"/>
            <p:cNvSpPr/>
            <p:nvPr/>
          </p:nvSpPr>
          <p:spPr>
            <a:xfrm>
              <a:off x="5617223" y="5504803"/>
              <a:ext cx="35442" cy="588372"/>
            </a:xfrm>
            <a:custGeom>
              <a:avLst/>
              <a:pathLst>
                <a:path w="35442" h="588372">
                  <a:moveTo>
                    <a:pt x="0" y="0"/>
                  </a:moveTo>
                  <a:lnTo>
                    <a:pt x="17721" y="7411"/>
                  </a:lnTo>
                  <a:lnTo>
                    <a:pt x="35442" y="14836"/>
                  </a:lnTo>
                  <a:lnTo>
                    <a:pt x="35442" y="588372"/>
                  </a:lnTo>
                  <a:lnTo>
                    <a:pt x="17721" y="588372"/>
                  </a:lnTo>
                  <a:lnTo>
                    <a:pt x="0" y="588372"/>
                  </a:lnTo>
                  <a:close/>
                </a:path>
              </a:pathLst>
            </a:custGeom>
            <a:solidFill>
              <a:srgbClr val="CF9D89">
                <a:alpha val="100000"/>
              </a:srgbClr>
            </a:solidFill>
            <a:ln w="4762" cap="rnd">
              <a:solidFill>
                <a:srgbClr val="CF9D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g3039"/>
            <p:cNvSpPr/>
            <p:nvPr/>
          </p:nvSpPr>
          <p:spPr>
            <a:xfrm>
              <a:off x="5652666" y="5519640"/>
              <a:ext cx="17721" cy="573535"/>
            </a:xfrm>
            <a:custGeom>
              <a:avLst/>
              <a:pathLst>
                <a:path w="17721" h="573535">
                  <a:moveTo>
                    <a:pt x="0" y="0"/>
                  </a:moveTo>
                  <a:lnTo>
                    <a:pt x="17721" y="7412"/>
                  </a:lnTo>
                  <a:lnTo>
                    <a:pt x="17721" y="573535"/>
                  </a:lnTo>
                  <a:lnTo>
                    <a:pt x="0" y="573535"/>
                  </a:lnTo>
                  <a:close/>
                </a:path>
              </a:pathLst>
            </a:custGeom>
            <a:solidFill>
              <a:srgbClr val="CF9D88">
                <a:alpha val="100000"/>
              </a:srgbClr>
            </a:solidFill>
            <a:ln w="4762" cap="rnd">
              <a:solidFill>
                <a:srgbClr val="CF9D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g3040"/>
            <p:cNvSpPr/>
            <p:nvPr/>
          </p:nvSpPr>
          <p:spPr>
            <a:xfrm>
              <a:off x="5670387" y="5527053"/>
              <a:ext cx="17721" cy="566123"/>
            </a:xfrm>
            <a:custGeom>
              <a:avLst/>
              <a:pathLst>
                <a:path w="17721" h="566123">
                  <a:moveTo>
                    <a:pt x="0" y="0"/>
                  </a:moveTo>
                  <a:lnTo>
                    <a:pt x="17721" y="7382"/>
                  </a:lnTo>
                  <a:lnTo>
                    <a:pt x="17721" y="566123"/>
                  </a:lnTo>
                  <a:lnTo>
                    <a:pt x="0" y="566123"/>
                  </a:lnTo>
                  <a:close/>
                </a:path>
              </a:pathLst>
            </a:custGeom>
            <a:solidFill>
              <a:srgbClr val="CE9C88">
                <a:alpha val="100000"/>
              </a:srgbClr>
            </a:solidFill>
            <a:ln w="4762" cap="rnd">
              <a:solidFill>
                <a:srgbClr val="CE9C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g3041"/>
            <p:cNvSpPr/>
            <p:nvPr/>
          </p:nvSpPr>
          <p:spPr>
            <a:xfrm>
              <a:off x="5688109" y="5534436"/>
              <a:ext cx="17721" cy="558740"/>
            </a:xfrm>
            <a:custGeom>
              <a:avLst/>
              <a:pathLst>
                <a:path w="17721" h="558740">
                  <a:moveTo>
                    <a:pt x="0" y="0"/>
                  </a:moveTo>
                  <a:lnTo>
                    <a:pt x="17721" y="7352"/>
                  </a:lnTo>
                  <a:lnTo>
                    <a:pt x="17721" y="558740"/>
                  </a:lnTo>
                  <a:lnTo>
                    <a:pt x="0" y="558740"/>
                  </a:lnTo>
                  <a:close/>
                </a:path>
              </a:pathLst>
            </a:custGeom>
            <a:solidFill>
              <a:srgbClr val="CE9C87">
                <a:alpha val="100000"/>
              </a:srgbClr>
            </a:solidFill>
            <a:ln w="4762" cap="rnd">
              <a:solidFill>
                <a:srgbClr val="CE9C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g3042"/>
            <p:cNvSpPr/>
            <p:nvPr/>
          </p:nvSpPr>
          <p:spPr>
            <a:xfrm>
              <a:off x="5705830" y="5541789"/>
              <a:ext cx="35442" cy="551387"/>
            </a:xfrm>
            <a:custGeom>
              <a:avLst/>
              <a:pathLst>
                <a:path w="35442" h="551387">
                  <a:moveTo>
                    <a:pt x="0" y="0"/>
                  </a:moveTo>
                  <a:lnTo>
                    <a:pt x="17721" y="7267"/>
                  </a:lnTo>
                  <a:lnTo>
                    <a:pt x="35442" y="14462"/>
                  </a:lnTo>
                  <a:lnTo>
                    <a:pt x="35442" y="551387"/>
                  </a:lnTo>
                  <a:lnTo>
                    <a:pt x="17721" y="551387"/>
                  </a:lnTo>
                  <a:lnTo>
                    <a:pt x="0" y="551387"/>
                  </a:lnTo>
                  <a:close/>
                </a:path>
              </a:pathLst>
            </a:custGeom>
            <a:solidFill>
              <a:srgbClr val="CE9B87">
                <a:alpha val="100000"/>
              </a:srgbClr>
            </a:solidFill>
            <a:ln w="4762" cap="rnd">
              <a:solidFill>
                <a:srgbClr val="CE9B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g3043"/>
            <p:cNvSpPr/>
            <p:nvPr/>
          </p:nvSpPr>
          <p:spPr>
            <a:xfrm>
              <a:off x="5741273" y="5556252"/>
              <a:ext cx="17721" cy="536924"/>
            </a:xfrm>
            <a:custGeom>
              <a:avLst/>
              <a:pathLst>
                <a:path w="17721" h="536924">
                  <a:moveTo>
                    <a:pt x="0" y="0"/>
                  </a:moveTo>
                  <a:lnTo>
                    <a:pt x="17721" y="7128"/>
                  </a:lnTo>
                  <a:lnTo>
                    <a:pt x="17721" y="536924"/>
                  </a:lnTo>
                  <a:lnTo>
                    <a:pt x="0" y="536924"/>
                  </a:lnTo>
                  <a:close/>
                </a:path>
              </a:pathLst>
            </a:custGeom>
            <a:solidFill>
              <a:srgbClr val="CD9B86">
                <a:alpha val="100000"/>
              </a:srgbClr>
            </a:solidFill>
            <a:ln w="4762" cap="rnd">
              <a:solidFill>
                <a:srgbClr val="CD9B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g3044"/>
            <p:cNvSpPr/>
            <p:nvPr/>
          </p:nvSpPr>
          <p:spPr>
            <a:xfrm>
              <a:off x="5758994" y="5563380"/>
              <a:ext cx="17721" cy="529795"/>
            </a:xfrm>
            <a:custGeom>
              <a:avLst/>
              <a:pathLst>
                <a:path w="17721" h="529795">
                  <a:moveTo>
                    <a:pt x="0" y="0"/>
                  </a:moveTo>
                  <a:lnTo>
                    <a:pt x="17721" y="6986"/>
                  </a:lnTo>
                  <a:lnTo>
                    <a:pt x="17721" y="529795"/>
                  </a:lnTo>
                  <a:lnTo>
                    <a:pt x="0" y="529795"/>
                  </a:lnTo>
                  <a:close/>
                </a:path>
              </a:pathLst>
            </a:custGeom>
            <a:solidFill>
              <a:srgbClr val="CD9A86">
                <a:alpha val="100000"/>
              </a:srgbClr>
            </a:solidFill>
            <a:ln w="4762" cap="rnd">
              <a:solidFill>
                <a:srgbClr val="CD9A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g3045"/>
            <p:cNvSpPr/>
            <p:nvPr/>
          </p:nvSpPr>
          <p:spPr>
            <a:xfrm>
              <a:off x="5776715" y="5570367"/>
              <a:ext cx="17721" cy="522809"/>
            </a:xfrm>
            <a:custGeom>
              <a:avLst/>
              <a:pathLst>
                <a:path w="17721" h="522809">
                  <a:moveTo>
                    <a:pt x="0" y="0"/>
                  </a:moveTo>
                  <a:lnTo>
                    <a:pt x="17721" y="6877"/>
                  </a:lnTo>
                  <a:lnTo>
                    <a:pt x="17721" y="522809"/>
                  </a:lnTo>
                  <a:lnTo>
                    <a:pt x="0" y="522809"/>
                  </a:lnTo>
                  <a:close/>
                </a:path>
              </a:pathLst>
            </a:custGeom>
            <a:solidFill>
              <a:srgbClr val="CD9A85">
                <a:alpha val="100000"/>
              </a:srgbClr>
            </a:solidFill>
            <a:ln w="4762" cap="rnd">
              <a:solidFill>
                <a:srgbClr val="CD9A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g3046"/>
            <p:cNvSpPr/>
            <p:nvPr/>
          </p:nvSpPr>
          <p:spPr>
            <a:xfrm>
              <a:off x="5794437" y="5577245"/>
              <a:ext cx="35442" cy="515931"/>
            </a:xfrm>
            <a:custGeom>
              <a:avLst/>
              <a:pathLst>
                <a:path w="35442" h="515931">
                  <a:moveTo>
                    <a:pt x="0" y="0"/>
                  </a:moveTo>
                  <a:lnTo>
                    <a:pt x="17721" y="6782"/>
                  </a:lnTo>
                  <a:lnTo>
                    <a:pt x="35442" y="13383"/>
                  </a:lnTo>
                  <a:lnTo>
                    <a:pt x="35442" y="515931"/>
                  </a:lnTo>
                  <a:lnTo>
                    <a:pt x="17721" y="515931"/>
                  </a:lnTo>
                  <a:lnTo>
                    <a:pt x="0" y="515931"/>
                  </a:lnTo>
                  <a:close/>
                </a:path>
              </a:pathLst>
            </a:custGeom>
            <a:solidFill>
              <a:srgbClr val="CD9985">
                <a:alpha val="100000"/>
              </a:srgbClr>
            </a:solidFill>
            <a:ln w="4762" cap="rnd">
              <a:solidFill>
                <a:srgbClr val="CD99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g3047"/>
            <p:cNvSpPr/>
            <p:nvPr/>
          </p:nvSpPr>
          <p:spPr>
            <a:xfrm>
              <a:off x="5829879" y="5590628"/>
              <a:ext cx="17721" cy="502548"/>
            </a:xfrm>
            <a:custGeom>
              <a:avLst/>
              <a:pathLst>
                <a:path w="17721" h="502548">
                  <a:moveTo>
                    <a:pt x="0" y="0"/>
                  </a:moveTo>
                  <a:lnTo>
                    <a:pt x="17721" y="6463"/>
                  </a:lnTo>
                  <a:lnTo>
                    <a:pt x="17721" y="502548"/>
                  </a:lnTo>
                  <a:lnTo>
                    <a:pt x="0" y="502548"/>
                  </a:lnTo>
                  <a:close/>
                </a:path>
              </a:pathLst>
            </a:custGeom>
            <a:solidFill>
              <a:srgbClr val="CC9984">
                <a:alpha val="100000"/>
              </a:srgbClr>
            </a:solidFill>
            <a:ln w="4762" cap="rnd">
              <a:solidFill>
                <a:srgbClr val="CC99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g3048"/>
            <p:cNvSpPr/>
            <p:nvPr/>
          </p:nvSpPr>
          <p:spPr>
            <a:xfrm>
              <a:off x="5847601" y="5597091"/>
              <a:ext cx="17721" cy="496084"/>
            </a:xfrm>
            <a:custGeom>
              <a:avLst/>
              <a:pathLst>
                <a:path w="17721" h="496084">
                  <a:moveTo>
                    <a:pt x="0" y="0"/>
                  </a:moveTo>
                  <a:lnTo>
                    <a:pt x="17721" y="6348"/>
                  </a:lnTo>
                  <a:lnTo>
                    <a:pt x="17721" y="496084"/>
                  </a:lnTo>
                  <a:lnTo>
                    <a:pt x="0" y="496084"/>
                  </a:lnTo>
                  <a:close/>
                </a:path>
              </a:pathLst>
            </a:custGeom>
            <a:solidFill>
              <a:srgbClr val="CC9884">
                <a:alpha val="100000"/>
              </a:srgbClr>
            </a:solidFill>
            <a:ln w="4762" cap="rnd">
              <a:solidFill>
                <a:srgbClr val="CC98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g3049"/>
            <p:cNvSpPr/>
            <p:nvPr/>
          </p:nvSpPr>
          <p:spPr>
            <a:xfrm>
              <a:off x="5865322" y="5603439"/>
              <a:ext cx="17721" cy="489736"/>
            </a:xfrm>
            <a:custGeom>
              <a:avLst/>
              <a:pathLst>
                <a:path w="17721" h="489736">
                  <a:moveTo>
                    <a:pt x="0" y="0"/>
                  </a:moveTo>
                  <a:lnTo>
                    <a:pt x="17721" y="6144"/>
                  </a:lnTo>
                  <a:lnTo>
                    <a:pt x="17721" y="489736"/>
                  </a:lnTo>
                  <a:lnTo>
                    <a:pt x="0" y="489736"/>
                  </a:lnTo>
                  <a:close/>
                </a:path>
              </a:pathLst>
            </a:custGeom>
            <a:solidFill>
              <a:srgbClr val="CC9883">
                <a:alpha val="100000"/>
              </a:srgbClr>
            </a:solidFill>
            <a:ln w="4762" cap="rnd">
              <a:solidFill>
                <a:srgbClr val="CC98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g3050"/>
            <p:cNvSpPr/>
            <p:nvPr/>
          </p:nvSpPr>
          <p:spPr>
            <a:xfrm>
              <a:off x="5883044" y="5609584"/>
              <a:ext cx="35442" cy="483592"/>
            </a:xfrm>
            <a:custGeom>
              <a:avLst/>
              <a:pathLst>
                <a:path w="35442" h="483592">
                  <a:moveTo>
                    <a:pt x="0" y="0"/>
                  </a:moveTo>
                  <a:lnTo>
                    <a:pt x="17721" y="5987"/>
                  </a:lnTo>
                  <a:lnTo>
                    <a:pt x="35442" y="11848"/>
                  </a:lnTo>
                  <a:lnTo>
                    <a:pt x="35442" y="483592"/>
                  </a:lnTo>
                  <a:lnTo>
                    <a:pt x="17721" y="483592"/>
                  </a:lnTo>
                  <a:lnTo>
                    <a:pt x="0" y="483592"/>
                  </a:lnTo>
                  <a:close/>
                </a:path>
              </a:pathLst>
            </a:custGeom>
            <a:solidFill>
              <a:srgbClr val="CC9783">
                <a:alpha val="100000"/>
              </a:srgbClr>
            </a:solidFill>
            <a:ln w="4762" cap="rnd">
              <a:solidFill>
                <a:srgbClr val="CC97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g3051"/>
            <p:cNvSpPr/>
            <p:nvPr/>
          </p:nvSpPr>
          <p:spPr>
            <a:xfrm>
              <a:off x="5918486" y="5621433"/>
              <a:ext cx="17721" cy="471743"/>
            </a:xfrm>
            <a:custGeom>
              <a:avLst/>
              <a:pathLst>
                <a:path w="17721" h="471743">
                  <a:moveTo>
                    <a:pt x="0" y="0"/>
                  </a:moveTo>
                  <a:lnTo>
                    <a:pt x="17721" y="5651"/>
                  </a:lnTo>
                  <a:lnTo>
                    <a:pt x="17721" y="471743"/>
                  </a:lnTo>
                  <a:lnTo>
                    <a:pt x="0" y="471743"/>
                  </a:lnTo>
                  <a:close/>
                </a:path>
              </a:pathLst>
            </a:custGeom>
            <a:solidFill>
              <a:srgbClr val="CB9782">
                <a:alpha val="100000"/>
              </a:srgbClr>
            </a:solidFill>
            <a:ln w="4762" cap="rnd">
              <a:solidFill>
                <a:srgbClr val="CB97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g3052"/>
            <p:cNvSpPr/>
            <p:nvPr/>
          </p:nvSpPr>
          <p:spPr>
            <a:xfrm>
              <a:off x="5936208" y="5627084"/>
              <a:ext cx="17721" cy="466092"/>
            </a:xfrm>
            <a:custGeom>
              <a:avLst/>
              <a:pathLst>
                <a:path w="17721" h="466092">
                  <a:moveTo>
                    <a:pt x="0" y="0"/>
                  </a:moveTo>
                  <a:lnTo>
                    <a:pt x="17721" y="5484"/>
                  </a:lnTo>
                  <a:lnTo>
                    <a:pt x="17721" y="466092"/>
                  </a:lnTo>
                  <a:lnTo>
                    <a:pt x="0" y="466092"/>
                  </a:lnTo>
                  <a:close/>
                </a:path>
              </a:pathLst>
            </a:custGeom>
            <a:solidFill>
              <a:srgbClr val="CB9682">
                <a:alpha val="100000"/>
              </a:srgbClr>
            </a:solidFill>
            <a:ln w="4762" cap="rnd">
              <a:solidFill>
                <a:srgbClr val="CB96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g3053"/>
            <p:cNvSpPr/>
            <p:nvPr/>
          </p:nvSpPr>
          <p:spPr>
            <a:xfrm>
              <a:off x="5953929" y="5632569"/>
              <a:ext cx="17721" cy="460607"/>
            </a:xfrm>
            <a:custGeom>
              <a:avLst/>
              <a:pathLst>
                <a:path w="17721" h="460607">
                  <a:moveTo>
                    <a:pt x="0" y="0"/>
                  </a:moveTo>
                  <a:lnTo>
                    <a:pt x="17721" y="5357"/>
                  </a:lnTo>
                  <a:lnTo>
                    <a:pt x="17721" y="460607"/>
                  </a:lnTo>
                  <a:lnTo>
                    <a:pt x="0" y="460607"/>
                  </a:lnTo>
                  <a:close/>
                </a:path>
              </a:pathLst>
            </a:custGeom>
            <a:solidFill>
              <a:srgbClr val="CB9681">
                <a:alpha val="100000"/>
              </a:srgbClr>
            </a:solidFill>
            <a:ln w="4762" cap="rnd">
              <a:solidFill>
                <a:srgbClr val="CB9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g3054"/>
            <p:cNvSpPr/>
            <p:nvPr/>
          </p:nvSpPr>
          <p:spPr>
            <a:xfrm>
              <a:off x="5971650" y="5637926"/>
              <a:ext cx="35442" cy="455249"/>
            </a:xfrm>
            <a:custGeom>
              <a:avLst/>
              <a:pathLst>
                <a:path w="35442" h="455249">
                  <a:moveTo>
                    <a:pt x="0" y="0"/>
                  </a:moveTo>
                  <a:lnTo>
                    <a:pt x="17721" y="5154"/>
                  </a:lnTo>
                  <a:lnTo>
                    <a:pt x="35442" y="10144"/>
                  </a:lnTo>
                  <a:lnTo>
                    <a:pt x="35442" y="455249"/>
                  </a:lnTo>
                  <a:lnTo>
                    <a:pt x="17721" y="455249"/>
                  </a:lnTo>
                  <a:lnTo>
                    <a:pt x="0" y="455249"/>
                  </a:lnTo>
                  <a:close/>
                </a:path>
              </a:pathLst>
            </a:custGeom>
            <a:solidFill>
              <a:srgbClr val="CB9581">
                <a:alpha val="100000"/>
              </a:srgbClr>
            </a:solidFill>
            <a:ln w="4762" cap="rnd">
              <a:solidFill>
                <a:srgbClr val="CB95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g3055"/>
            <p:cNvSpPr/>
            <p:nvPr/>
          </p:nvSpPr>
          <p:spPr>
            <a:xfrm>
              <a:off x="6007093" y="5648071"/>
              <a:ext cx="17721" cy="445105"/>
            </a:xfrm>
            <a:custGeom>
              <a:avLst/>
              <a:pathLst>
                <a:path w="17721" h="445105">
                  <a:moveTo>
                    <a:pt x="0" y="0"/>
                  </a:moveTo>
                  <a:lnTo>
                    <a:pt x="17721" y="4869"/>
                  </a:lnTo>
                  <a:lnTo>
                    <a:pt x="17721" y="445105"/>
                  </a:lnTo>
                  <a:lnTo>
                    <a:pt x="0" y="445105"/>
                  </a:lnTo>
                  <a:close/>
                </a:path>
              </a:pathLst>
            </a:custGeom>
            <a:solidFill>
              <a:srgbClr val="CA9580">
                <a:alpha val="100000"/>
              </a:srgbClr>
            </a:solidFill>
            <a:ln w="4762" cap="rnd">
              <a:solidFill>
                <a:srgbClr val="CA95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g3056"/>
            <p:cNvSpPr/>
            <p:nvPr/>
          </p:nvSpPr>
          <p:spPr>
            <a:xfrm>
              <a:off x="6024815" y="5652940"/>
              <a:ext cx="17721" cy="440236"/>
            </a:xfrm>
            <a:custGeom>
              <a:avLst/>
              <a:pathLst>
                <a:path w="17721" h="440236">
                  <a:moveTo>
                    <a:pt x="0" y="0"/>
                  </a:moveTo>
                  <a:lnTo>
                    <a:pt x="17721" y="4685"/>
                  </a:lnTo>
                  <a:lnTo>
                    <a:pt x="17721" y="440236"/>
                  </a:lnTo>
                  <a:lnTo>
                    <a:pt x="0" y="440236"/>
                  </a:lnTo>
                  <a:close/>
                </a:path>
              </a:pathLst>
            </a:custGeom>
            <a:solidFill>
              <a:srgbClr val="CA9480">
                <a:alpha val="100000"/>
              </a:srgbClr>
            </a:solidFill>
            <a:ln w="4762" cap="rnd">
              <a:solidFill>
                <a:srgbClr val="CA94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g3057"/>
            <p:cNvSpPr/>
            <p:nvPr/>
          </p:nvSpPr>
          <p:spPr>
            <a:xfrm>
              <a:off x="6042536" y="5657625"/>
              <a:ext cx="35442" cy="435550"/>
            </a:xfrm>
            <a:custGeom>
              <a:avLst/>
              <a:pathLst>
                <a:path w="35442" h="435550">
                  <a:moveTo>
                    <a:pt x="0" y="0"/>
                  </a:moveTo>
                  <a:lnTo>
                    <a:pt x="17721" y="4531"/>
                  </a:lnTo>
                  <a:lnTo>
                    <a:pt x="35442" y="8956"/>
                  </a:lnTo>
                  <a:lnTo>
                    <a:pt x="35442" y="435550"/>
                  </a:lnTo>
                  <a:lnTo>
                    <a:pt x="17721" y="435550"/>
                  </a:lnTo>
                  <a:lnTo>
                    <a:pt x="0" y="435550"/>
                  </a:lnTo>
                  <a:close/>
                </a:path>
              </a:pathLst>
            </a:custGeom>
            <a:solidFill>
              <a:srgbClr val="CA947F">
                <a:alpha val="100000"/>
              </a:srgbClr>
            </a:solidFill>
            <a:ln w="4762" cap="rnd">
              <a:solidFill>
                <a:srgbClr val="CA94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g3058"/>
            <p:cNvSpPr/>
            <p:nvPr/>
          </p:nvSpPr>
          <p:spPr>
            <a:xfrm>
              <a:off x="6077979" y="5666582"/>
              <a:ext cx="17721" cy="426593"/>
            </a:xfrm>
            <a:custGeom>
              <a:avLst/>
              <a:pathLst>
                <a:path w="17721" h="426593">
                  <a:moveTo>
                    <a:pt x="0" y="0"/>
                  </a:moveTo>
                  <a:lnTo>
                    <a:pt x="17721" y="4269"/>
                  </a:lnTo>
                  <a:lnTo>
                    <a:pt x="17721" y="426593"/>
                  </a:lnTo>
                  <a:lnTo>
                    <a:pt x="0" y="426593"/>
                  </a:lnTo>
                  <a:close/>
                </a:path>
              </a:pathLst>
            </a:custGeom>
            <a:solidFill>
              <a:srgbClr val="C9937F">
                <a:alpha val="100000"/>
              </a:srgbClr>
            </a:solidFill>
            <a:ln w="4762" cap="rnd">
              <a:solidFill>
                <a:srgbClr val="C99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g3059"/>
            <p:cNvSpPr/>
            <p:nvPr/>
          </p:nvSpPr>
          <p:spPr>
            <a:xfrm>
              <a:off x="6095700" y="5670852"/>
              <a:ext cx="17721" cy="422324"/>
            </a:xfrm>
            <a:custGeom>
              <a:avLst/>
              <a:pathLst>
                <a:path w="17721" h="422324">
                  <a:moveTo>
                    <a:pt x="0" y="0"/>
                  </a:moveTo>
                  <a:lnTo>
                    <a:pt x="17721" y="4137"/>
                  </a:lnTo>
                  <a:lnTo>
                    <a:pt x="17721" y="422324"/>
                  </a:lnTo>
                  <a:lnTo>
                    <a:pt x="0" y="422324"/>
                  </a:lnTo>
                  <a:close/>
                </a:path>
              </a:pathLst>
            </a:custGeom>
            <a:solidFill>
              <a:srgbClr val="C9937E">
                <a:alpha val="100000"/>
              </a:srgbClr>
            </a:solidFill>
            <a:ln w="4762" cap="rnd">
              <a:solidFill>
                <a:srgbClr val="C99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g3060"/>
            <p:cNvSpPr/>
            <p:nvPr/>
          </p:nvSpPr>
          <p:spPr>
            <a:xfrm>
              <a:off x="6113421" y="5674989"/>
              <a:ext cx="17721" cy="418187"/>
            </a:xfrm>
            <a:custGeom>
              <a:avLst/>
              <a:pathLst>
                <a:path w="17721" h="418187">
                  <a:moveTo>
                    <a:pt x="0" y="0"/>
                  </a:moveTo>
                  <a:lnTo>
                    <a:pt x="17721" y="4049"/>
                  </a:lnTo>
                  <a:lnTo>
                    <a:pt x="17721" y="418187"/>
                  </a:lnTo>
                  <a:lnTo>
                    <a:pt x="0" y="418187"/>
                  </a:lnTo>
                  <a:close/>
                </a:path>
              </a:pathLst>
            </a:custGeom>
            <a:solidFill>
              <a:srgbClr val="C9927E">
                <a:alpha val="100000"/>
              </a:srgbClr>
            </a:solidFill>
            <a:ln w="4762" cap="rnd">
              <a:solidFill>
                <a:srgbClr val="C992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g3061"/>
            <p:cNvSpPr/>
            <p:nvPr/>
          </p:nvSpPr>
          <p:spPr>
            <a:xfrm>
              <a:off x="6131143" y="5679039"/>
              <a:ext cx="35442" cy="414137"/>
            </a:xfrm>
            <a:custGeom>
              <a:avLst/>
              <a:pathLst>
                <a:path w="35442" h="414137">
                  <a:moveTo>
                    <a:pt x="0" y="0"/>
                  </a:moveTo>
                  <a:lnTo>
                    <a:pt x="17721" y="3928"/>
                  </a:lnTo>
                  <a:lnTo>
                    <a:pt x="35442" y="7753"/>
                  </a:lnTo>
                  <a:lnTo>
                    <a:pt x="35442" y="414137"/>
                  </a:lnTo>
                  <a:lnTo>
                    <a:pt x="17721" y="414137"/>
                  </a:lnTo>
                  <a:lnTo>
                    <a:pt x="0" y="414137"/>
                  </a:lnTo>
                  <a:close/>
                </a:path>
              </a:pathLst>
            </a:custGeom>
            <a:solidFill>
              <a:srgbClr val="C9927D">
                <a:alpha val="100000"/>
              </a:srgbClr>
            </a:solidFill>
            <a:ln w="4762" cap="rnd">
              <a:solidFill>
                <a:srgbClr val="C992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g3062"/>
            <p:cNvSpPr/>
            <p:nvPr/>
          </p:nvSpPr>
          <p:spPr>
            <a:xfrm>
              <a:off x="6166585" y="5686793"/>
              <a:ext cx="17721" cy="406383"/>
            </a:xfrm>
            <a:custGeom>
              <a:avLst/>
              <a:pathLst>
                <a:path w="17721" h="406383">
                  <a:moveTo>
                    <a:pt x="0" y="0"/>
                  </a:moveTo>
                  <a:lnTo>
                    <a:pt x="17721" y="3761"/>
                  </a:lnTo>
                  <a:lnTo>
                    <a:pt x="17721" y="406383"/>
                  </a:lnTo>
                  <a:lnTo>
                    <a:pt x="0" y="406383"/>
                  </a:lnTo>
                  <a:close/>
                </a:path>
              </a:pathLst>
            </a:custGeom>
            <a:solidFill>
              <a:srgbClr val="C8917D">
                <a:alpha val="100000"/>
              </a:srgbClr>
            </a:solidFill>
            <a:ln w="4762" cap="rnd">
              <a:solidFill>
                <a:srgbClr val="C891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g3063"/>
            <p:cNvSpPr/>
            <p:nvPr/>
          </p:nvSpPr>
          <p:spPr>
            <a:xfrm>
              <a:off x="6184307" y="5690554"/>
              <a:ext cx="17721" cy="402622"/>
            </a:xfrm>
            <a:custGeom>
              <a:avLst/>
              <a:pathLst>
                <a:path w="17721" h="402622">
                  <a:moveTo>
                    <a:pt x="0" y="0"/>
                  </a:moveTo>
                  <a:lnTo>
                    <a:pt x="17721" y="3678"/>
                  </a:lnTo>
                  <a:lnTo>
                    <a:pt x="17721" y="402622"/>
                  </a:lnTo>
                  <a:lnTo>
                    <a:pt x="0" y="402622"/>
                  </a:lnTo>
                  <a:close/>
                </a:path>
              </a:pathLst>
            </a:custGeom>
            <a:solidFill>
              <a:srgbClr val="C8917C">
                <a:alpha val="100000"/>
              </a:srgbClr>
            </a:solidFill>
            <a:ln w="4762" cap="rnd">
              <a:solidFill>
                <a:srgbClr val="C891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g3064"/>
            <p:cNvSpPr/>
            <p:nvPr/>
          </p:nvSpPr>
          <p:spPr>
            <a:xfrm>
              <a:off x="6202028" y="5694232"/>
              <a:ext cx="17721" cy="398944"/>
            </a:xfrm>
            <a:custGeom>
              <a:avLst/>
              <a:pathLst>
                <a:path w="17721" h="398944">
                  <a:moveTo>
                    <a:pt x="0" y="0"/>
                  </a:moveTo>
                  <a:lnTo>
                    <a:pt x="17721" y="3609"/>
                  </a:lnTo>
                  <a:lnTo>
                    <a:pt x="17721" y="398944"/>
                  </a:lnTo>
                  <a:lnTo>
                    <a:pt x="0" y="398944"/>
                  </a:lnTo>
                  <a:close/>
                </a:path>
              </a:pathLst>
            </a:custGeom>
            <a:solidFill>
              <a:srgbClr val="C8907C">
                <a:alpha val="100000"/>
              </a:srgbClr>
            </a:solidFill>
            <a:ln w="4762" cap="rnd">
              <a:solidFill>
                <a:srgbClr val="C890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g3065"/>
            <p:cNvSpPr/>
            <p:nvPr/>
          </p:nvSpPr>
          <p:spPr>
            <a:xfrm>
              <a:off x="6219750" y="5697841"/>
              <a:ext cx="35442" cy="395335"/>
            </a:xfrm>
            <a:custGeom>
              <a:avLst/>
              <a:pathLst>
                <a:path w="35442" h="395335">
                  <a:moveTo>
                    <a:pt x="0" y="0"/>
                  </a:moveTo>
                  <a:lnTo>
                    <a:pt x="17721" y="3571"/>
                  </a:lnTo>
                  <a:lnTo>
                    <a:pt x="35442" y="7097"/>
                  </a:lnTo>
                  <a:lnTo>
                    <a:pt x="35442" y="395335"/>
                  </a:lnTo>
                  <a:lnTo>
                    <a:pt x="17721" y="395335"/>
                  </a:lnTo>
                  <a:lnTo>
                    <a:pt x="0" y="395335"/>
                  </a:lnTo>
                  <a:close/>
                </a:path>
              </a:pathLst>
            </a:custGeom>
            <a:solidFill>
              <a:srgbClr val="C8907B">
                <a:alpha val="100000"/>
              </a:srgbClr>
            </a:solidFill>
            <a:ln w="4762" cap="rnd">
              <a:solidFill>
                <a:srgbClr val="C890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g3066"/>
            <p:cNvSpPr/>
            <p:nvPr/>
          </p:nvSpPr>
          <p:spPr>
            <a:xfrm>
              <a:off x="6255192" y="5704938"/>
              <a:ext cx="17721" cy="388237"/>
            </a:xfrm>
            <a:custGeom>
              <a:avLst/>
              <a:pathLst>
                <a:path w="17721" h="388237">
                  <a:moveTo>
                    <a:pt x="0" y="0"/>
                  </a:moveTo>
                  <a:lnTo>
                    <a:pt x="17721" y="3495"/>
                  </a:lnTo>
                  <a:lnTo>
                    <a:pt x="17721" y="388237"/>
                  </a:lnTo>
                  <a:lnTo>
                    <a:pt x="0" y="388237"/>
                  </a:lnTo>
                  <a:close/>
                </a:path>
              </a:pathLst>
            </a:custGeom>
            <a:solidFill>
              <a:srgbClr val="C78F7B">
                <a:alpha val="100000"/>
              </a:srgbClr>
            </a:solidFill>
            <a:ln w="4762" cap="rnd">
              <a:solidFill>
                <a:srgbClr val="C78F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g3067"/>
            <p:cNvSpPr/>
            <p:nvPr/>
          </p:nvSpPr>
          <p:spPr>
            <a:xfrm>
              <a:off x="6272914" y="5708434"/>
              <a:ext cx="17721" cy="384741"/>
            </a:xfrm>
            <a:custGeom>
              <a:avLst/>
              <a:pathLst>
                <a:path w="17721" h="384741">
                  <a:moveTo>
                    <a:pt x="0" y="0"/>
                  </a:moveTo>
                  <a:lnTo>
                    <a:pt x="17721" y="3484"/>
                  </a:lnTo>
                  <a:lnTo>
                    <a:pt x="17721" y="384741"/>
                  </a:lnTo>
                  <a:lnTo>
                    <a:pt x="0" y="384741"/>
                  </a:lnTo>
                  <a:close/>
                </a:path>
              </a:pathLst>
            </a:custGeom>
            <a:solidFill>
              <a:srgbClr val="C78F7A">
                <a:alpha val="100000"/>
              </a:srgbClr>
            </a:solidFill>
            <a:ln w="4762" cap="rnd">
              <a:solidFill>
                <a:srgbClr val="C78F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g3068"/>
            <p:cNvSpPr/>
            <p:nvPr/>
          </p:nvSpPr>
          <p:spPr>
            <a:xfrm>
              <a:off x="6290635" y="5711919"/>
              <a:ext cx="17721" cy="381257"/>
            </a:xfrm>
            <a:custGeom>
              <a:avLst/>
              <a:pathLst>
                <a:path w="17721" h="381257">
                  <a:moveTo>
                    <a:pt x="0" y="0"/>
                  </a:moveTo>
                  <a:lnTo>
                    <a:pt x="17721" y="3475"/>
                  </a:lnTo>
                  <a:lnTo>
                    <a:pt x="17721" y="381257"/>
                  </a:lnTo>
                  <a:lnTo>
                    <a:pt x="0" y="381257"/>
                  </a:lnTo>
                  <a:close/>
                </a:path>
              </a:pathLst>
            </a:custGeom>
            <a:solidFill>
              <a:srgbClr val="C78E7A">
                <a:alpha val="100000"/>
              </a:srgbClr>
            </a:solidFill>
            <a:ln w="4762" cap="rnd">
              <a:solidFill>
                <a:srgbClr val="C78E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g3069"/>
            <p:cNvSpPr/>
            <p:nvPr/>
          </p:nvSpPr>
          <p:spPr>
            <a:xfrm>
              <a:off x="6308356" y="5715394"/>
              <a:ext cx="17721" cy="377781"/>
            </a:xfrm>
            <a:custGeom>
              <a:avLst/>
              <a:pathLst>
                <a:path w="17721" h="377781">
                  <a:moveTo>
                    <a:pt x="0" y="0"/>
                  </a:moveTo>
                  <a:lnTo>
                    <a:pt x="17721" y="3485"/>
                  </a:lnTo>
                  <a:lnTo>
                    <a:pt x="17721" y="377781"/>
                  </a:lnTo>
                  <a:lnTo>
                    <a:pt x="0" y="377781"/>
                  </a:lnTo>
                  <a:close/>
                </a:path>
              </a:pathLst>
            </a:custGeom>
            <a:solidFill>
              <a:srgbClr val="C78E79">
                <a:alpha val="100000"/>
              </a:srgbClr>
            </a:solidFill>
            <a:ln w="4762" cap="rnd">
              <a:solidFill>
                <a:srgbClr val="C7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g3070"/>
            <p:cNvSpPr/>
            <p:nvPr/>
          </p:nvSpPr>
          <p:spPr>
            <a:xfrm>
              <a:off x="6326078" y="5718880"/>
              <a:ext cx="17721" cy="374296"/>
            </a:xfrm>
            <a:custGeom>
              <a:avLst/>
              <a:pathLst>
                <a:path w="17721" h="374296">
                  <a:moveTo>
                    <a:pt x="0" y="0"/>
                  </a:moveTo>
                  <a:lnTo>
                    <a:pt x="17721" y="3499"/>
                  </a:lnTo>
                  <a:lnTo>
                    <a:pt x="17721" y="374296"/>
                  </a:lnTo>
                  <a:lnTo>
                    <a:pt x="0" y="374296"/>
                  </a:lnTo>
                  <a:close/>
                </a:path>
              </a:pathLst>
            </a:custGeom>
            <a:solidFill>
              <a:srgbClr val="C68E79">
                <a:alpha val="100000"/>
              </a:srgbClr>
            </a:solidFill>
            <a:ln w="4762" cap="rnd">
              <a:solidFill>
                <a:srgbClr val="C6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g3071"/>
            <p:cNvSpPr/>
            <p:nvPr/>
          </p:nvSpPr>
          <p:spPr>
            <a:xfrm>
              <a:off x="6343799" y="5722379"/>
              <a:ext cx="17721" cy="370797"/>
            </a:xfrm>
            <a:custGeom>
              <a:avLst/>
              <a:pathLst>
                <a:path w="17721" h="370797">
                  <a:moveTo>
                    <a:pt x="0" y="0"/>
                  </a:moveTo>
                  <a:lnTo>
                    <a:pt x="17721" y="3522"/>
                  </a:lnTo>
                  <a:lnTo>
                    <a:pt x="17721" y="370797"/>
                  </a:lnTo>
                  <a:lnTo>
                    <a:pt x="0" y="370797"/>
                  </a:lnTo>
                  <a:close/>
                </a:path>
              </a:pathLst>
            </a:custGeom>
            <a:solidFill>
              <a:srgbClr val="C68D79">
                <a:alpha val="100000"/>
              </a:srgbClr>
            </a:solidFill>
            <a:ln w="4762" cap="rnd">
              <a:solidFill>
                <a:srgbClr val="C68D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g3072"/>
            <p:cNvSpPr/>
            <p:nvPr/>
          </p:nvSpPr>
          <p:spPr>
            <a:xfrm>
              <a:off x="6361521" y="5725902"/>
              <a:ext cx="35442" cy="367274"/>
            </a:xfrm>
            <a:custGeom>
              <a:avLst/>
              <a:pathLst>
                <a:path w="35442" h="367274">
                  <a:moveTo>
                    <a:pt x="0" y="0"/>
                  </a:moveTo>
                  <a:lnTo>
                    <a:pt x="17721" y="3571"/>
                  </a:lnTo>
                  <a:lnTo>
                    <a:pt x="35442" y="7178"/>
                  </a:lnTo>
                  <a:lnTo>
                    <a:pt x="35442" y="367274"/>
                  </a:lnTo>
                  <a:lnTo>
                    <a:pt x="17721" y="367274"/>
                  </a:lnTo>
                  <a:lnTo>
                    <a:pt x="0" y="367274"/>
                  </a:lnTo>
                  <a:close/>
                </a:path>
              </a:pathLst>
            </a:custGeom>
            <a:solidFill>
              <a:srgbClr val="C68D78">
                <a:alpha val="100000"/>
              </a:srgbClr>
            </a:solidFill>
            <a:ln w="4762" cap="rnd">
              <a:solidFill>
                <a:srgbClr val="C68D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g3073"/>
            <p:cNvSpPr/>
            <p:nvPr/>
          </p:nvSpPr>
          <p:spPr>
            <a:xfrm>
              <a:off x="6396963" y="5733080"/>
              <a:ext cx="17721" cy="360095"/>
            </a:xfrm>
            <a:custGeom>
              <a:avLst/>
              <a:pathLst>
                <a:path w="17721" h="360095">
                  <a:moveTo>
                    <a:pt x="0" y="0"/>
                  </a:moveTo>
                  <a:lnTo>
                    <a:pt x="17721" y="3657"/>
                  </a:lnTo>
                  <a:lnTo>
                    <a:pt x="17721" y="360095"/>
                  </a:lnTo>
                  <a:lnTo>
                    <a:pt x="0" y="360095"/>
                  </a:lnTo>
                  <a:close/>
                </a:path>
              </a:pathLst>
            </a:custGeom>
            <a:solidFill>
              <a:srgbClr val="C68C77">
                <a:alpha val="100000"/>
              </a:srgbClr>
            </a:solidFill>
            <a:ln w="4762" cap="rnd">
              <a:solidFill>
                <a:srgbClr val="C6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g3074"/>
            <p:cNvSpPr/>
            <p:nvPr/>
          </p:nvSpPr>
          <p:spPr>
            <a:xfrm>
              <a:off x="6414685" y="5736738"/>
              <a:ext cx="17721" cy="356437"/>
            </a:xfrm>
            <a:custGeom>
              <a:avLst/>
              <a:pathLst>
                <a:path w="17721" h="356437">
                  <a:moveTo>
                    <a:pt x="0" y="0"/>
                  </a:moveTo>
                  <a:lnTo>
                    <a:pt x="17721" y="3741"/>
                  </a:lnTo>
                  <a:lnTo>
                    <a:pt x="17721" y="356437"/>
                  </a:lnTo>
                  <a:lnTo>
                    <a:pt x="0" y="356437"/>
                  </a:lnTo>
                  <a:close/>
                </a:path>
              </a:pathLst>
            </a:custGeom>
            <a:solidFill>
              <a:srgbClr val="C58C77">
                <a:alpha val="100000"/>
              </a:srgbClr>
            </a:solidFill>
            <a:ln w="4762" cap="rnd">
              <a:solidFill>
                <a:srgbClr val="C5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g3075"/>
            <p:cNvSpPr/>
            <p:nvPr/>
          </p:nvSpPr>
          <p:spPr>
            <a:xfrm>
              <a:off x="6432406" y="5740480"/>
              <a:ext cx="17721" cy="352696"/>
            </a:xfrm>
            <a:custGeom>
              <a:avLst/>
              <a:pathLst>
                <a:path w="17721" h="352696">
                  <a:moveTo>
                    <a:pt x="0" y="0"/>
                  </a:moveTo>
                  <a:lnTo>
                    <a:pt x="17721" y="3796"/>
                  </a:lnTo>
                  <a:lnTo>
                    <a:pt x="17721" y="352696"/>
                  </a:lnTo>
                  <a:lnTo>
                    <a:pt x="0" y="352696"/>
                  </a:lnTo>
                  <a:close/>
                </a:path>
              </a:pathLst>
            </a:custGeom>
            <a:solidFill>
              <a:srgbClr val="C58B77">
                <a:alpha val="100000"/>
              </a:srgbClr>
            </a:solidFill>
            <a:ln w="4762" cap="rnd">
              <a:solidFill>
                <a:srgbClr val="C58B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g3076"/>
            <p:cNvSpPr/>
            <p:nvPr/>
          </p:nvSpPr>
          <p:spPr>
            <a:xfrm>
              <a:off x="6450127" y="5744277"/>
              <a:ext cx="35442" cy="348899"/>
            </a:xfrm>
            <a:custGeom>
              <a:avLst/>
              <a:pathLst>
                <a:path w="35442" h="348899">
                  <a:moveTo>
                    <a:pt x="0" y="0"/>
                  </a:moveTo>
                  <a:lnTo>
                    <a:pt x="17721" y="3867"/>
                  </a:lnTo>
                  <a:lnTo>
                    <a:pt x="35442" y="7847"/>
                  </a:lnTo>
                  <a:lnTo>
                    <a:pt x="35442" y="348899"/>
                  </a:lnTo>
                  <a:lnTo>
                    <a:pt x="17721" y="348899"/>
                  </a:lnTo>
                  <a:lnTo>
                    <a:pt x="0" y="348899"/>
                  </a:lnTo>
                  <a:close/>
                </a:path>
              </a:pathLst>
            </a:custGeom>
            <a:solidFill>
              <a:srgbClr val="C58B76">
                <a:alpha val="100000"/>
              </a:srgbClr>
            </a:solidFill>
            <a:ln w="4762" cap="rnd">
              <a:solidFill>
                <a:srgbClr val="C58B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g3077"/>
            <p:cNvSpPr/>
            <p:nvPr/>
          </p:nvSpPr>
          <p:spPr>
            <a:xfrm>
              <a:off x="6485570" y="5752124"/>
              <a:ext cx="35442" cy="341051"/>
            </a:xfrm>
            <a:custGeom>
              <a:avLst/>
              <a:pathLst>
                <a:path w="35442" h="341051">
                  <a:moveTo>
                    <a:pt x="0" y="0"/>
                  </a:moveTo>
                  <a:lnTo>
                    <a:pt x="17721" y="4050"/>
                  </a:lnTo>
                  <a:lnTo>
                    <a:pt x="35442" y="8183"/>
                  </a:lnTo>
                  <a:lnTo>
                    <a:pt x="35442" y="341051"/>
                  </a:lnTo>
                  <a:lnTo>
                    <a:pt x="17721" y="341051"/>
                  </a:lnTo>
                  <a:lnTo>
                    <a:pt x="0" y="341051"/>
                  </a:lnTo>
                  <a:close/>
                </a:path>
              </a:pathLst>
            </a:custGeom>
            <a:solidFill>
              <a:srgbClr val="C48A75">
                <a:alpha val="100000"/>
              </a:srgbClr>
            </a:solidFill>
            <a:ln w="4762" cap="rnd">
              <a:solidFill>
                <a:srgbClr val="C48A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g3078"/>
            <p:cNvSpPr/>
            <p:nvPr/>
          </p:nvSpPr>
          <p:spPr>
            <a:xfrm>
              <a:off x="6521013" y="5760308"/>
              <a:ext cx="17721" cy="332868"/>
            </a:xfrm>
            <a:custGeom>
              <a:avLst/>
              <a:pathLst>
                <a:path w="17721" h="332868">
                  <a:moveTo>
                    <a:pt x="0" y="0"/>
                  </a:moveTo>
                  <a:lnTo>
                    <a:pt x="17721" y="4268"/>
                  </a:lnTo>
                  <a:lnTo>
                    <a:pt x="17721" y="332868"/>
                  </a:lnTo>
                  <a:lnTo>
                    <a:pt x="0" y="332868"/>
                  </a:lnTo>
                  <a:close/>
                </a:path>
              </a:pathLst>
            </a:custGeom>
            <a:solidFill>
              <a:srgbClr val="C48975">
                <a:alpha val="100000"/>
              </a:srgbClr>
            </a:solidFill>
            <a:ln w="4762" cap="rnd">
              <a:solidFill>
                <a:srgbClr val="C489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g3079"/>
            <p:cNvSpPr/>
            <p:nvPr/>
          </p:nvSpPr>
          <p:spPr>
            <a:xfrm>
              <a:off x="6538734" y="5764576"/>
              <a:ext cx="35442" cy="328599"/>
            </a:xfrm>
            <a:custGeom>
              <a:avLst/>
              <a:pathLst>
                <a:path w="35442" h="328599">
                  <a:moveTo>
                    <a:pt x="0" y="0"/>
                  </a:moveTo>
                  <a:lnTo>
                    <a:pt x="17721" y="4346"/>
                  </a:lnTo>
                  <a:lnTo>
                    <a:pt x="35442" y="8783"/>
                  </a:lnTo>
                  <a:lnTo>
                    <a:pt x="35442" y="328599"/>
                  </a:lnTo>
                  <a:lnTo>
                    <a:pt x="17721" y="328599"/>
                  </a:lnTo>
                  <a:lnTo>
                    <a:pt x="0" y="328599"/>
                  </a:lnTo>
                  <a:close/>
                </a:path>
              </a:pathLst>
            </a:custGeom>
            <a:solidFill>
              <a:srgbClr val="C48974">
                <a:alpha val="100000"/>
              </a:srgbClr>
            </a:solidFill>
            <a:ln w="4762" cap="rnd">
              <a:solidFill>
                <a:srgbClr val="C489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g3080"/>
            <p:cNvSpPr/>
            <p:nvPr/>
          </p:nvSpPr>
          <p:spPr>
            <a:xfrm>
              <a:off x="6574177" y="5773360"/>
              <a:ext cx="35442" cy="319816"/>
            </a:xfrm>
            <a:custGeom>
              <a:avLst/>
              <a:pathLst>
                <a:path w="35442" h="319816">
                  <a:moveTo>
                    <a:pt x="0" y="0"/>
                  </a:moveTo>
                  <a:lnTo>
                    <a:pt x="17721" y="4584"/>
                  </a:lnTo>
                  <a:lnTo>
                    <a:pt x="35442" y="9251"/>
                  </a:lnTo>
                  <a:lnTo>
                    <a:pt x="35442" y="319816"/>
                  </a:lnTo>
                  <a:lnTo>
                    <a:pt x="17721" y="319816"/>
                  </a:lnTo>
                  <a:lnTo>
                    <a:pt x="0" y="319816"/>
                  </a:lnTo>
                  <a:close/>
                </a:path>
              </a:pathLst>
            </a:custGeom>
            <a:solidFill>
              <a:srgbClr val="C38873">
                <a:alpha val="100000"/>
              </a:srgbClr>
            </a:solidFill>
            <a:ln w="4762" cap="rnd">
              <a:solidFill>
                <a:srgbClr val="C388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g3081"/>
            <p:cNvSpPr/>
            <p:nvPr/>
          </p:nvSpPr>
          <p:spPr>
            <a:xfrm>
              <a:off x="6609620" y="5782611"/>
              <a:ext cx="17721" cy="310565"/>
            </a:xfrm>
            <a:custGeom>
              <a:avLst/>
              <a:pathLst>
                <a:path w="17721" h="310565">
                  <a:moveTo>
                    <a:pt x="0" y="0"/>
                  </a:moveTo>
                  <a:lnTo>
                    <a:pt x="17721" y="4755"/>
                  </a:lnTo>
                  <a:lnTo>
                    <a:pt x="17721" y="310565"/>
                  </a:lnTo>
                  <a:lnTo>
                    <a:pt x="0" y="310565"/>
                  </a:lnTo>
                  <a:close/>
                </a:path>
              </a:pathLst>
            </a:custGeom>
            <a:solidFill>
              <a:srgbClr val="C38773">
                <a:alpha val="100000"/>
              </a:srgbClr>
            </a:solidFill>
            <a:ln w="4762" cap="rnd">
              <a:solidFill>
                <a:srgbClr val="C387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g3082"/>
            <p:cNvSpPr/>
            <p:nvPr/>
          </p:nvSpPr>
          <p:spPr>
            <a:xfrm>
              <a:off x="6627341" y="5787366"/>
              <a:ext cx="35442" cy="305809"/>
            </a:xfrm>
            <a:custGeom>
              <a:avLst/>
              <a:pathLst>
                <a:path w="35442" h="305809">
                  <a:moveTo>
                    <a:pt x="0" y="0"/>
                  </a:moveTo>
                  <a:lnTo>
                    <a:pt x="17721" y="4907"/>
                  </a:lnTo>
                  <a:lnTo>
                    <a:pt x="35442" y="9894"/>
                  </a:lnTo>
                  <a:lnTo>
                    <a:pt x="35442" y="305809"/>
                  </a:lnTo>
                  <a:lnTo>
                    <a:pt x="17721" y="305809"/>
                  </a:lnTo>
                  <a:lnTo>
                    <a:pt x="0" y="305809"/>
                  </a:lnTo>
                  <a:close/>
                </a:path>
              </a:pathLst>
            </a:custGeom>
            <a:solidFill>
              <a:srgbClr val="C38772">
                <a:alpha val="100000"/>
              </a:srgbClr>
            </a:solidFill>
            <a:ln w="4762" cap="rnd">
              <a:solidFill>
                <a:srgbClr val="C387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g3083"/>
            <p:cNvSpPr/>
            <p:nvPr/>
          </p:nvSpPr>
          <p:spPr>
            <a:xfrm>
              <a:off x="6662784" y="5797261"/>
              <a:ext cx="53164" cy="295915"/>
            </a:xfrm>
            <a:custGeom>
              <a:avLst/>
              <a:pathLst>
                <a:path w="53164" h="295915">
                  <a:moveTo>
                    <a:pt x="0" y="0"/>
                  </a:moveTo>
                  <a:lnTo>
                    <a:pt x="17721" y="5069"/>
                  </a:lnTo>
                  <a:lnTo>
                    <a:pt x="35442" y="10286"/>
                  </a:lnTo>
                  <a:lnTo>
                    <a:pt x="53164" y="15574"/>
                  </a:lnTo>
                  <a:lnTo>
                    <a:pt x="53164" y="295915"/>
                  </a:lnTo>
                  <a:lnTo>
                    <a:pt x="35442" y="295915"/>
                  </a:lnTo>
                  <a:lnTo>
                    <a:pt x="17721" y="295915"/>
                  </a:lnTo>
                  <a:lnTo>
                    <a:pt x="0" y="295915"/>
                  </a:lnTo>
                  <a:close/>
                </a:path>
              </a:pathLst>
            </a:custGeom>
            <a:solidFill>
              <a:srgbClr val="C28671">
                <a:alpha val="100000"/>
              </a:srgbClr>
            </a:solidFill>
            <a:ln w="4762" cap="rnd">
              <a:solidFill>
                <a:srgbClr val="C286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g3084"/>
            <p:cNvSpPr/>
            <p:nvPr/>
          </p:nvSpPr>
          <p:spPr>
            <a:xfrm>
              <a:off x="6715948" y="5812835"/>
              <a:ext cx="17721" cy="280340"/>
            </a:xfrm>
            <a:custGeom>
              <a:avLst/>
              <a:pathLst>
                <a:path w="17721" h="280340">
                  <a:moveTo>
                    <a:pt x="0" y="0"/>
                  </a:moveTo>
                  <a:lnTo>
                    <a:pt x="17721" y="5360"/>
                  </a:lnTo>
                  <a:lnTo>
                    <a:pt x="17721" y="280340"/>
                  </a:lnTo>
                  <a:lnTo>
                    <a:pt x="0" y="280340"/>
                  </a:lnTo>
                  <a:close/>
                </a:path>
              </a:pathLst>
            </a:custGeom>
            <a:solidFill>
              <a:srgbClr val="C28570">
                <a:alpha val="100000"/>
              </a:srgbClr>
            </a:solidFill>
            <a:ln w="4762" cap="rnd">
              <a:solidFill>
                <a:srgbClr val="C2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g3085"/>
            <p:cNvSpPr/>
            <p:nvPr/>
          </p:nvSpPr>
          <p:spPr>
            <a:xfrm>
              <a:off x="6733669" y="5818196"/>
              <a:ext cx="17721" cy="274980"/>
            </a:xfrm>
            <a:custGeom>
              <a:avLst/>
              <a:pathLst>
                <a:path w="17721" h="274980">
                  <a:moveTo>
                    <a:pt x="0" y="0"/>
                  </a:moveTo>
                  <a:lnTo>
                    <a:pt x="17721" y="5491"/>
                  </a:lnTo>
                  <a:lnTo>
                    <a:pt x="17721" y="274980"/>
                  </a:lnTo>
                  <a:lnTo>
                    <a:pt x="0" y="274980"/>
                  </a:lnTo>
                  <a:close/>
                </a:path>
              </a:pathLst>
            </a:custGeom>
            <a:solidFill>
              <a:srgbClr val="C18570">
                <a:alpha val="100000"/>
              </a:srgbClr>
            </a:solidFill>
            <a:ln w="4762" cap="rnd">
              <a:solidFill>
                <a:srgbClr val="C1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g3086"/>
            <p:cNvSpPr/>
            <p:nvPr/>
          </p:nvSpPr>
          <p:spPr>
            <a:xfrm>
              <a:off x="6751391" y="5823687"/>
              <a:ext cx="53164" cy="269488"/>
            </a:xfrm>
            <a:custGeom>
              <a:avLst/>
              <a:pathLst>
                <a:path w="53164" h="269488">
                  <a:moveTo>
                    <a:pt x="0" y="0"/>
                  </a:moveTo>
                  <a:lnTo>
                    <a:pt x="17721" y="5552"/>
                  </a:lnTo>
                  <a:lnTo>
                    <a:pt x="35442" y="11164"/>
                  </a:lnTo>
                  <a:lnTo>
                    <a:pt x="53164" y="16879"/>
                  </a:lnTo>
                  <a:lnTo>
                    <a:pt x="53164" y="269488"/>
                  </a:lnTo>
                  <a:lnTo>
                    <a:pt x="35442" y="269488"/>
                  </a:lnTo>
                  <a:lnTo>
                    <a:pt x="17721" y="269488"/>
                  </a:lnTo>
                  <a:lnTo>
                    <a:pt x="0" y="269488"/>
                  </a:lnTo>
                  <a:close/>
                </a:path>
              </a:pathLst>
            </a:custGeom>
            <a:solidFill>
              <a:srgbClr val="C1846F">
                <a:alpha val="100000"/>
              </a:srgbClr>
            </a:solidFill>
            <a:ln w="4762" cap="rnd">
              <a:solidFill>
                <a:srgbClr val="C184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g3087"/>
            <p:cNvSpPr/>
            <p:nvPr/>
          </p:nvSpPr>
          <p:spPr>
            <a:xfrm>
              <a:off x="6804555" y="5840567"/>
              <a:ext cx="17721" cy="252608"/>
            </a:xfrm>
            <a:custGeom>
              <a:avLst/>
              <a:pathLst>
                <a:path w="17721" h="252608">
                  <a:moveTo>
                    <a:pt x="0" y="0"/>
                  </a:moveTo>
                  <a:lnTo>
                    <a:pt x="17721" y="5763"/>
                  </a:lnTo>
                  <a:lnTo>
                    <a:pt x="17721" y="252608"/>
                  </a:lnTo>
                  <a:lnTo>
                    <a:pt x="0" y="252608"/>
                  </a:lnTo>
                  <a:close/>
                </a:path>
              </a:pathLst>
            </a:custGeom>
            <a:solidFill>
              <a:srgbClr val="C1836E">
                <a:alpha val="100000"/>
              </a:srgbClr>
            </a:solidFill>
            <a:ln w="4762" cap="rnd">
              <a:solidFill>
                <a:srgbClr val="C1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g3088"/>
            <p:cNvSpPr/>
            <p:nvPr/>
          </p:nvSpPr>
          <p:spPr>
            <a:xfrm>
              <a:off x="6822276" y="5846330"/>
              <a:ext cx="17721" cy="246845"/>
            </a:xfrm>
            <a:custGeom>
              <a:avLst/>
              <a:pathLst>
                <a:path w="17721" h="246845">
                  <a:moveTo>
                    <a:pt x="0" y="0"/>
                  </a:moveTo>
                  <a:lnTo>
                    <a:pt x="17721" y="5808"/>
                  </a:lnTo>
                  <a:lnTo>
                    <a:pt x="17721" y="246845"/>
                  </a:lnTo>
                  <a:lnTo>
                    <a:pt x="0" y="246845"/>
                  </a:lnTo>
                  <a:close/>
                </a:path>
              </a:pathLst>
            </a:custGeom>
            <a:solidFill>
              <a:srgbClr val="C0836E">
                <a:alpha val="100000"/>
              </a:srgbClr>
            </a:solidFill>
            <a:ln w="4762" cap="rnd">
              <a:solidFill>
                <a:srgbClr val="C0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g3089"/>
            <p:cNvSpPr/>
            <p:nvPr/>
          </p:nvSpPr>
          <p:spPr>
            <a:xfrm>
              <a:off x="6839997" y="5852139"/>
              <a:ext cx="53164" cy="241037"/>
            </a:xfrm>
            <a:custGeom>
              <a:avLst/>
              <a:pathLst>
                <a:path w="53164" h="241037">
                  <a:moveTo>
                    <a:pt x="0" y="0"/>
                  </a:moveTo>
                  <a:lnTo>
                    <a:pt x="17721" y="5878"/>
                  </a:lnTo>
                  <a:lnTo>
                    <a:pt x="35442" y="11787"/>
                  </a:lnTo>
                  <a:lnTo>
                    <a:pt x="53164" y="17724"/>
                  </a:lnTo>
                  <a:lnTo>
                    <a:pt x="53164" y="241037"/>
                  </a:lnTo>
                  <a:lnTo>
                    <a:pt x="35442" y="241037"/>
                  </a:lnTo>
                  <a:lnTo>
                    <a:pt x="17721" y="241037"/>
                  </a:lnTo>
                  <a:lnTo>
                    <a:pt x="0" y="241037"/>
                  </a:lnTo>
                  <a:close/>
                </a:path>
              </a:pathLst>
            </a:custGeom>
            <a:solidFill>
              <a:srgbClr val="C0826D">
                <a:alpha val="100000"/>
              </a:srgbClr>
            </a:solidFill>
            <a:ln w="4762" cap="rnd">
              <a:solidFill>
                <a:srgbClr val="C082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g3090"/>
            <p:cNvSpPr/>
            <p:nvPr/>
          </p:nvSpPr>
          <p:spPr>
            <a:xfrm>
              <a:off x="6893162" y="5869863"/>
              <a:ext cx="35442" cy="223312"/>
            </a:xfrm>
            <a:custGeom>
              <a:avLst/>
              <a:pathLst>
                <a:path w="35442" h="223312">
                  <a:moveTo>
                    <a:pt x="0" y="0"/>
                  </a:moveTo>
                  <a:lnTo>
                    <a:pt x="17721" y="5972"/>
                  </a:lnTo>
                  <a:lnTo>
                    <a:pt x="35442" y="11955"/>
                  </a:lnTo>
                  <a:lnTo>
                    <a:pt x="35442" y="223312"/>
                  </a:lnTo>
                  <a:lnTo>
                    <a:pt x="17721" y="223312"/>
                  </a:lnTo>
                  <a:lnTo>
                    <a:pt x="0" y="223312"/>
                  </a:lnTo>
                  <a:close/>
                </a:path>
              </a:pathLst>
            </a:custGeom>
            <a:solidFill>
              <a:srgbClr val="BF816C">
                <a:alpha val="100000"/>
              </a:srgbClr>
            </a:solidFill>
            <a:ln w="4762" cap="rnd">
              <a:solidFill>
                <a:srgbClr val="BF81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g3091"/>
            <p:cNvSpPr/>
            <p:nvPr/>
          </p:nvSpPr>
          <p:spPr>
            <a:xfrm>
              <a:off x="6928604" y="5881819"/>
              <a:ext cx="53164" cy="211357"/>
            </a:xfrm>
            <a:custGeom>
              <a:avLst/>
              <a:pathLst>
                <a:path w="53164" h="211357">
                  <a:moveTo>
                    <a:pt x="0" y="0"/>
                  </a:moveTo>
                  <a:lnTo>
                    <a:pt x="17721" y="5991"/>
                  </a:lnTo>
                  <a:lnTo>
                    <a:pt x="35442" y="11983"/>
                  </a:lnTo>
                  <a:lnTo>
                    <a:pt x="53164" y="17965"/>
                  </a:lnTo>
                  <a:lnTo>
                    <a:pt x="53164" y="211357"/>
                  </a:lnTo>
                  <a:lnTo>
                    <a:pt x="35442" y="211357"/>
                  </a:lnTo>
                  <a:lnTo>
                    <a:pt x="17721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BF806B">
                <a:alpha val="100000"/>
              </a:srgbClr>
            </a:solidFill>
            <a:ln w="4762" cap="rnd">
              <a:solidFill>
                <a:srgbClr val="BF8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g3092"/>
            <p:cNvSpPr/>
            <p:nvPr/>
          </p:nvSpPr>
          <p:spPr>
            <a:xfrm>
              <a:off x="6981768" y="5899784"/>
              <a:ext cx="35442" cy="193392"/>
            </a:xfrm>
            <a:custGeom>
              <a:avLst/>
              <a:pathLst>
                <a:path w="35442" h="193392">
                  <a:moveTo>
                    <a:pt x="0" y="0"/>
                  </a:moveTo>
                  <a:lnTo>
                    <a:pt x="17721" y="5969"/>
                  </a:lnTo>
                  <a:lnTo>
                    <a:pt x="35442" y="11907"/>
                  </a:lnTo>
                  <a:lnTo>
                    <a:pt x="35442" y="193392"/>
                  </a:lnTo>
                  <a:lnTo>
                    <a:pt x="17721" y="193392"/>
                  </a:lnTo>
                  <a:lnTo>
                    <a:pt x="0" y="193392"/>
                  </a:lnTo>
                  <a:close/>
                </a:path>
              </a:pathLst>
            </a:custGeom>
            <a:solidFill>
              <a:srgbClr val="BE7F6A">
                <a:alpha val="100000"/>
              </a:srgbClr>
            </a:solidFill>
            <a:ln w="4762" cap="rnd">
              <a:solidFill>
                <a:srgbClr val="BE7F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g3093"/>
            <p:cNvSpPr/>
            <p:nvPr/>
          </p:nvSpPr>
          <p:spPr>
            <a:xfrm>
              <a:off x="7017211" y="5911691"/>
              <a:ext cx="17721" cy="181485"/>
            </a:xfrm>
            <a:custGeom>
              <a:avLst/>
              <a:pathLst>
                <a:path w="17721" h="181485">
                  <a:moveTo>
                    <a:pt x="0" y="0"/>
                  </a:moveTo>
                  <a:lnTo>
                    <a:pt x="17721" y="5903"/>
                  </a:lnTo>
                  <a:lnTo>
                    <a:pt x="17721" y="181485"/>
                  </a:lnTo>
                  <a:lnTo>
                    <a:pt x="0" y="181485"/>
                  </a:lnTo>
                  <a:close/>
                </a:path>
              </a:pathLst>
            </a:custGeom>
            <a:solidFill>
              <a:srgbClr val="BE7F69">
                <a:alpha val="100000"/>
              </a:srgbClr>
            </a:solidFill>
            <a:ln w="4762" cap="rnd">
              <a:solidFill>
                <a:srgbClr val="BE7F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g3094"/>
            <p:cNvSpPr/>
            <p:nvPr/>
          </p:nvSpPr>
          <p:spPr>
            <a:xfrm>
              <a:off x="7034932" y="5917594"/>
              <a:ext cx="17721" cy="175581"/>
            </a:xfrm>
            <a:custGeom>
              <a:avLst/>
              <a:pathLst>
                <a:path w="17721" h="175581">
                  <a:moveTo>
                    <a:pt x="0" y="0"/>
                  </a:moveTo>
                  <a:lnTo>
                    <a:pt x="17721" y="5872"/>
                  </a:lnTo>
                  <a:lnTo>
                    <a:pt x="17721" y="175581"/>
                  </a:lnTo>
                  <a:lnTo>
                    <a:pt x="0" y="175581"/>
                  </a:lnTo>
                  <a:close/>
                </a:path>
              </a:pathLst>
            </a:custGeom>
            <a:solidFill>
              <a:srgbClr val="BE7E69">
                <a:alpha val="100000"/>
              </a:srgbClr>
            </a:solidFill>
            <a:ln w="4762" cap="rnd">
              <a:solidFill>
                <a:srgbClr val="BE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g3095"/>
            <p:cNvSpPr/>
            <p:nvPr/>
          </p:nvSpPr>
          <p:spPr>
            <a:xfrm>
              <a:off x="7052654" y="5923467"/>
              <a:ext cx="17721" cy="169709"/>
            </a:xfrm>
            <a:custGeom>
              <a:avLst/>
              <a:pathLst>
                <a:path w="17721" h="169709">
                  <a:moveTo>
                    <a:pt x="0" y="0"/>
                  </a:moveTo>
                  <a:lnTo>
                    <a:pt x="17721" y="5810"/>
                  </a:lnTo>
                  <a:lnTo>
                    <a:pt x="17721" y="169709"/>
                  </a:lnTo>
                  <a:lnTo>
                    <a:pt x="0" y="169709"/>
                  </a:lnTo>
                  <a:close/>
                </a:path>
              </a:pathLst>
            </a:custGeom>
            <a:solidFill>
              <a:srgbClr val="BD7E69">
                <a:alpha val="100000"/>
              </a:srgbClr>
            </a:solidFill>
            <a:ln w="4762" cap="rnd">
              <a:solidFill>
                <a:srgbClr val="BD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g3096"/>
            <p:cNvSpPr/>
            <p:nvPr/>
          </p:nvSpPr>
          <p:spPr>
            <a:xfrm>
              <a:off x="7070375" y="5929277"/>
              <a:ext cx="53164" cy="163899"/>
            </a:xfrm>
            <a:custGeom>
              <a:avLst/>
              <a:pathLst>
                <a:path w="53164" h="163899">
                  <a:moveTo>
                    <a:pt x="0" y="0"/>
                  </a:moveTo>
                  <a:lnTo>
                    <a:pt x="17721" y="5752"/>
                  </a:lnTo>
                  <a:lnTo>
                    <a:pt x="35442" y="11456"/>
                  </a:lnTo>
                  <a:lnTo>
                    <a:pt x="53164" y="17072"/>
                  </a:lnTo>
                  <a:lnTo>
                    <a:pt x="53164" y="163899"/>
                  </a:lnTo>
                  <a:lnTo>
                    <a:pt x="35442" y="163899"/>
                  </a:lnTo>
                  <a:lnTo>
                    <a:pt x="17721" y="163899"/>
                  </a:lnTo>
                  <a:lnTo>
                    <a:pt x="0" y="163899"/>
                  </a:lnTo>
                  <a:close/>
                </a:path>
              </a:pathLst>
            </a:custGeom>
            <a:solidFill>
              <a:srgbClr val="BD7D68">
                <a:alpha val="100000"/>
              </a:srgbClr>
            </a:solidFill>
            <a:ln w="4762" cap="rnd">
              <a:solidFill>
                <a:srgbClr val="BD7D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g3097"/>
            <p:cNvSpPr/>
            <p:nvPr/>
          </p:nvSpPr>
          <p:spPr>
            <a:xfrm>
              <a:off x="7123539" y="5946350"/>
              <a:ext cx="35442" cy="146826"/>
            </a:xfrm>
            <a:custGeom>
              <a:avLst/>
              <a:pathLst>
                <a:path w="35442" h="146826">
                  <a:moveTo>
                    <a:pt x="0" y="0"/>
                  </a:moveTo>
                  <a:lnTo>
                    <a:pt x="17721" y="5535"/>
                  </a:lnTo>
                  <a:lnTo>
                    <a:pt x="35442" y="11008"/>
                  </a:lnTo>
                  <a:lnTo>
                    <a:pt x="35442" y="146826"/>
                  </a:lnTo>
                  <a:lnTo>
                    <a:pt x="17721" y="146826"/>
                  </a:lnTo>
                  <a:lnTo>
                    <a:pt x="0" y="146826"/>
                  </a:lnTo>
                  <a:close/>
                </a:path>
              </a:pathLst>
            </a:custGeom>
            <a:solidFill>
              <a:srgbClr val="BC7C67">
                <a:alpha val="100000"/>
              </a:srgbClr>
            </a:solidFill>
            <a:ln w="4762" cap="rnd">
              <a:solidFill>
                <a:srgbClr val="BC7C6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g3098"/>
            <p:cNvSpPr/>
            <p:nvPr/>
          </p:nvSpPr>
          <p:spPr>
            <a:xfrm>
              <a:off x="7158982" y="5957358"/>
              <a:ext cx="53164" cy="135818"/>
            </a:xfrm>
            <a:custGeom>
              <a:avLst/>
              <a:pathLst>
                <a:path w="53164" h="135818">
                  <a:moveTo>
                    <a:pt x="0" y="0"/>
                  </a:moveTo>
                  <a:lnTo>
                    <a:pt x="17721" y="5362"/>
                  </a:lnTo>
                  <a:lnTo>
                    <a:pt x="35442" y="10624"/>
                  </a:lnTo>
                  <a:lnTo>
                    <a:pt x="53164" y="15809"/>
                  </a:lnTo>
                  <a:lnTo>
                    <a:pt x="53164" y="135818"/>
                  </a:lnTo>
                  <a:lnTo>
                    <a:pt x="35442" y="135818"/>
                  </a:lnTo>
                  <a:lnTo>
                    <a:pt x="17721" y="135818"/>
                  </a:lnTo>
                  <a:lnTo>
                    <a:pt x="0" y="135818"/>
                  </a:lnTo>
                  <a:close/>
                </a:path>
              </a:pathLst>
            </a:custGeom>
            <a:solidFill>
              <a:srgbClr val="BC7B66">
                <a:alpha val="100000"/>
              </a:srgbClr>
            </a:solidFill>
            <a:ln w="4762" cap="rnd">
              <a:solidFill>
                <a:srgbClr val="BC7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g3099"/>
            <p:cNvSpPr/>
            <p:nvPr/>
          </p:nvSpPr>
          <p:spPr>
            <a:xfrm>
              <a:off x="7212146" y="5973167"/>
              <a:ext cx="35442" cy="120008"/>
            </a:xfrm>
            <a:custGeom>
              <a:avLst/>
              <a:pathLst>
                <a:path w="35442" h="120008">
                  <a:moveTo>
                    <a:pt x="0" y="0"/>
                  </a:moveTo>
                  <a:lnTo>
                    <a:pt x="17721" y="5059"/>
                  </a:lnTo>
                  <a:lnTo>
                    <a:pt x="35442" y="10000"/>
                  </a:lnTo>
                  <a:lnTo>
                    <a:pt x="35442" y="120008"/>
                  </a:lnTo>
                  <a:lnTo>
                    <a:pt x="17721" y="120008"/>
                  </a:lnTo>
                  <a:lnTo>
                    <a:pt x="0" y="120008"/>
                  </a:lnTo>
                  <a:close/>
                </a:path>
              </a:pathLst>
            </a:custGeom>
            <a:solidFill>
              <a:srgbClr val="BB7A65">
                <a:alpha val="100000"/>
              </a:srgbClr>
            </a:solidFill>
            <a:ln w="4762" cap="rnd">
              <a:solidFill>
                <a:srgbClr val="BB7A6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g3100"/>
            <p:cNvSpPr/>
            <p:nvPr/>
          </p:nvSpPr>
          <p:spPr>
            <a:xfrm>
              <a:off x="7247589" y="5983168"/>
              <a:ext cx="17721" cy="110008"/>
            </a:xfrm>
            <a:custGeom>
              <a:avLst/>
              <a:pathLst>
                <a:path w="17721" h="110008">
                  <a:moveTo>
                    <a:pt x="0" y="0"/>
                  </a:moveTo>
                  <a:lnTo>
                    <a:pt x="17721" y="4854"/>
                  </a:lnTo>
                  <a:lnTo>
                    <a:pt x="17721" y="110008"/>
                  </a:lnTo>
                  <a:lnTo>
                    <a:pt x="0" y="110008"/>
                  </a:lnTo>
                  <a:close/>
                </a:path>
              </a:pathLst>
            </a:custGeom>
            <a:solidFill>
              <a:srgbClr val="BB7A64">
                <a:alpha val="100000"/>
              </a:srgbClr>
            </a:solidFill>
            <a:ln w="4762" cap="rnd">
              <a:solidFill>
                <a:srgbClr val="BB7A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g3101"/>
            <p:cNvSpPr/>
            <p:nvPr/>
          </p:nvSpPr>
          <p:spPr>
            <a:xfrm>
              <a:off x="7265310" y="5988022"/>
              <a:ext cx="17721" cy="105153"/>
            </a:xfrm>
            <a:custGeom>
              <a:avLst/>
              <a:pathLst>
                <a:path w="17721" h="105153">
                  <a:moveTo>
                    <a:pt x="0" y="0"/>
                  </a:moveTo>
                  <a:lnTo>
                    <a:pt x="17721" y="4718"/>
                  </a:lnTo>
                  <a:lnTo>
                    <a:pt x="17721" y="105153"/>
                  </a:lnTo>
                  <a:lnTo>
                    <a:pt x="0" y="105153"/>
                  </a:lnTo>
                  <a:close/>
                </a:path>
              </a:pathLst>
            </a:custGeom>
            <a:solidFill>
              <a:srgbClr val="BB7964">
                <a:alpha val="100000"/>
              </a:srgbClr>
            </a:solidFill>
            <a:ln w="4762" cap="rnd">
              <a:solidFill>
                <a:srgbClr val="BB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g3102"/>
            <p:cNvSpPr/>
            <p:nvPr/>
          </p:nvSpPr>
          <p:spPr>
            <a:xfrm>
              <a:off x="7283032" y="5992740"/>
              <a:ext cx="17721" cy="100435"/>
            </a:xfrm>
            <a:custGeom>
              <a:avLst/>
              <a:pathLst>
                <a:path w="17721" h="100435">
                  <a:moveTo>
                    <a:pt x="0" y="0"/>
                  </a:moveTo>
                  <a:lnTo>
                    <a:pt x="17721" y="4584"/>
                  </a:lnTo>
                  <a:lnTo>
                    <a:pt x="17721" y="100435"/>
                  </a:lnTo>
                  <a:lnTo>
                    <a:pt x="0" y="100435"/>
                  </a:lnTo>
                  <a:close/>
                </a:path>
              </a:pathLst>
            </a:custGeom>
            <a:solidFill>
              <a:srgbClr val="BA7964">
                <a:alpha val="100000"/>
              </a:srgbClr>
            </a:solidFill>
            <a:ln w="4762" cap="rnd">
              <a:solidFill>
                <a:srgbClr val="BA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g3103"/>
            <p:cNvSpPr/>
            <p:nvPr/>
          </p:nvSpPr>
          <p:spPr>
            <a:xfrm>
              <a:off x="7300753" y="5997325"/>
              <a:ext cx="35442" cy="95851"/>
            </a:xfrm>
            <a:custGeom>
              <a:avLst/>
              <a:pathLst>
                <a:path w="35442" h="95851">
                  <a:moveTo>
                    <a:pt x="0" y="0"/>
                  </a:moveTo>
                  <a:lnTo>
                    <a:pt x="17721" y="4490"/>
                  </a:lnTo>
                  <a:lnTo>
                    <a:pt x="35442" y="8839"/>
                  </a:lnTo>
                  <a:lnTo>
                    <a:pt x="35442" y="95851"/>
                  </a:lnTo>
                  <a:lnTo>
                    <a:pt x="17721" y="95851"/>
                  </a:lnTo>
                  <a:lnTo>
                    <a:pt x="0" y="95851"/>
                  </a:lnTo>
                  <a:close/>
                </a:path>
              </a:pathLst>
            </a:custGeom>
            <a:solidFill>
              <a:srgbClr val="BA7863">
                <a:alpha val="100000"/>
              </a:srgbClr>
            </a:solidFill>
            <a:ln w="4762" cap="rnd">
              <a:solidFill>
                <a:srgbClr val="BA78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g3104"/>
            <p:cNvSpPr/>
            <p:nvPr/>
          </p:nvSpPr>
          <p:spPr>
            <a:xfrm>
              <a:off x="7336196" y="6006164"/>
              <a:ext cx="17721" cy="87011"/>
            </a:xfrm>
            <a:custGeom>
              <a:avLst/>
              <a:pathLst>
                <a:path w="17721" h="87011">
                  <a:moveTo>
                    <a:pt x="0" y="0"/>
                  </a:moveTo>
                  <a:lnTo>
                    <a:pt x="17721" y="4204"/>
                  </a:lnTo>
                  <a:lnTo>
                    <a:pt x="17721" y="87011"/>
                  </a:lnTo>
                  <a:lnTo>
                    <a:pt x="0" y="87011"/>
                  </a:lnTo>
                  <a:close/>
                </a:path>
              </a:pathLst>
            </a:custGeom>
            <a:solidFill>
              <a:srgbClr val="BA7862">
                <a:alpha val="100000"/>
              </a:srgbClr>
            </a:solidFill>
            <a:ln w="4762" cap="rnd">
              <a:solidFill>
                <a:srgbClr val="BA78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g3105"/>
            <p:cNvSpPr/>
            <p:nvPr/>
          </p:nvSpPr>
          <p:spPr>
            <a:xfrm>
              <a:off x="7353917" y="6010369"/>
              <a:ext cx="17721" cy="82807"/>
            </a:xfrm>
            <a:custGeom>
              <a:avLst/>
              <a:pathLst>
                <a:path w="17721" h="82807">
                  <a:moveTo>
                    <a:pt x="0" y="0"/>
                  </a:moveTo>
                  <a:lnTo>
                    <a:pt x="17721" y="4105"/>
                  </a:lnTo>
                  <a:lnTo>
                    <a:pt x="17721" y="82807"/>
                  </a:lnTo>
                  <a:lnTo>
                    <a:pt x="0" y="82807"/>
                  </a:lnTo>
                  <a:close/>
                </a:path>
              </a:pathLst>
            </a:custGeom>
            <a:solidFill>
              <a:srgbClr val="BA7762">
                <a:alpha val="100000"/>
              </a:srgbClr>
            </a:solidFill>
            <a:ln w="4762" cap="rnd">
              <a:solidFill>
                <a:srgbClr val="BA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g3106"/>
            <p:cNvSpPr/>
            <p:nvPr/>
          </p:nvSpPr>
          <p:spPr>
            <a:xfrm>
              <a:off x="7371638" y="6014475"/>
              <a:ext cx="17721" cy="78701"/>
            </a:xfrm>
            <a:custGeom>
              <a:avLst/>
              <a:pathLst>
                <a:path w="17721" h="78701">
                  <a:moveTo>
                    <a:pt x="0" y="0"/>
                  </a:moveTo>
                  <a:lnTo>
                    <a:pt x="17721" y="3963"/>
                  </a:lnTo>
                  <a:lnTo>
                    <a:pt x="17721" y="78701"/>
                  </a:lnTo>
                  <a:lnTo>
                    <a:pt x="0" y="78701"/>
                  </a:lnTo>
                  <a:close/>
                </a:path>
              </a:pathLst>
            </a:custGeom>
            <a:solidFill>
              <a:srgbClr val="B97762">
                <a:alpha val="100000"/>
              </a:srgbClr>
            </a:solidFill>
            <a:ln w="4762" cap="rnd">
              <a:solidFill>
                <a:srgbClr val="B9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g3107"/>
            <p:cNvSpPr/>
            <p:nvPr/>
          </p:nvSpPr>
          <p:spPr>
            <a:xfrm>
              <a:off x="7389360" y="6018438"/>
              <a:ext cx="53164" cy="74737"/>
            </a:xfrm>
            <a:custGeom>
              <a:avLst/>
              <a:pathLst>
                <a:path w="53164" h="74737">
                  <a:moveTo>
                    <a:pt x="0" y="0"/>
                  </a:moveTo>
                  <a:lnTo>
                    <a:pt x="17721" y="3811"/>
                  </a:lnTo>
                  <a:lnTo>
                    <a:pt x="35442" y="7522"/>
                  </a:lnTo>
                  <a:lnTo>
                    <a:pt x="53164" y="11094"/>
                  </a:lnTo>
                  <a:lnTo>
                    <a:pt x="53164" y="74737"/>
                  </a:lnTo>
                  <a:lnTo>
                    <a:pt x="35442" y="74737"/>
                  </a:lnTo>
                  <a:lnTo>
                    <a:pt x="17721" y="74737"/>
                  </a:lnTo>
                  <a:lnTo>
                    <a:pt x="0" y="74737"/>
                  </a:lnTo>
                  <a:close/>
                </a:path>
              </a:pathLst>
            </a:custGeom>
            <a:solidFill>
              <a:srgbClr val="B97661">
                <a:alpha val="100000"/>
              </a:srgbClr>
            </a:solidFill>
            <a:ln w="4762" cap="rnd">
              <a:solidFill>
                <a:srgbClr val="B976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g3108"/>
            <p:cNvSpPr/>
            <p:nvPr/>
          </p:nvSpPr>
          <p:spPr>
            <a:xfrm>
              <a:off x="7442524" y="6029532"/>
              <a:ext cx="35442" cy="63643"/>
            </a:xfrm>
            <a:custGeom>
              <a:avLst/>
              <a:pathLst>
                <a:path w="35442" h="63643">
                  <a:moveTo>
                    <a:pt x="0" y="0"/>
                  </a:moveTo>
                  <a:lnTo>
                    <a:pt x="17721" y="3415"/>
                  </a:lnTo>
                  <a:lnTo>
                    <a:pt x="35442" y="6732"/>
                  </a:lnTo>
                  <a:lnTo>
                    <a:pt x="35442" y="63643"/>
                  </a:lnTo>
                  <a:lnTo>
                    <a:pt x="17721" y="63643"/>
                  </a:lnTo>
                  <a:lnTo>
                    <a:pt x="0" y="63643"/>
                  </a:lnTo>
                  <a:close/>
                </a:path>
              </a:pathLst>
            </a:custGeom>
            <a:solidFill>
              <a:srgbClr val="B87560">
                <a:alpha val="100000"/>
              </a:srgbClr>
            </a:solidFill>
            <a:ln w="4762" cap="rnd">
              <a:solidFill>
                <a:srgbClr val="B875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g3109"/>
            <p:cNvSpPr/>
            <p:nvPr/>
          </p:nvSpPr>
          <p:spPr>
            <a:xfrm>
              <a:off x="7477967" y="6036264"/>
              <a:ext cx="17721" cy="56911"/>
            </a:xfrm>
            <a:custGeom>
              <a:avLst/>
              <a:pathLst>
                <a:path w="17721" h="56911">
                  <a:moveTo>
                    <a:pt x="0" y="0"/>
                  </a:moveTo>
                  <a:lnTo>
                    <a:pt x="17721" y="3183"/>
                  </a:lnTo>
                  <a:lnTo>
                    <a:pt x="17721" y="56911"/>
                  </a:lnTo>
                  <a:lnTo>
                    <a:pt x="0" y="56911"/>
                  </a:lnTo>
                  <a:close/>
                </a:path>
              </a:pathLst>
            </a:custGeom>
            <a:solidFill>
              <a:srgbClr val="B8755F">
                <a:alpha val="100000"/>
              </a:srgbClr>
            </a:solidFill>
            <a:ln w="4762" cap="rnd">
              <a:solidFill>
                <a:srgbClr val="B875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g3110"/>
            <p:cNvSpPr/>
            <p:nvPr/>
          </p:nvSpPr>
          <p:spPr>
            <a:xfrm>
              <a:off x="7495688" y="6039448"/>
              <a:ext cx="17721" cy="53727"/>
            </a:xfrm>
            <a:custGeom>
              <a:avLst/>
              <a:pathLst>
                <a:path w="17721" h="53727">
                  <a:moveTo>
                    <a:pt x="0" y="0"/>
                  </a:moveTo>
                  <a:lnTo>
                    <a:pt x="17721" y="3027"/>
                  </a:lnTo>
                  <a:lnTo>
                    <a:pt x="17721" y="53727"/>
                  </a:lnTo>
                  <a:lnTo>
                    <a:pt x="0" y="53727"/>
                  </a:lnTo>
                  <a:close/>
                </a:path>
              </a:pathLst>
            </a:custGeom>
            <a:solidFill>
              <a:srgbClr val="B8745F">
                <a:alpha val="100000"/>
              </a:srgbClr>
            </a:solidFill>
            <a:ln w="4762" cap="rnd">
              <a:solidFill>
                <a:srgbClr val="B8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g3111"/>
            <p:cNvSpPr/>
            <p:nvPr/>
          </p:nvSpPr>
          <p:spPr>
            <a:xfrm>
              <a:off x="7513409" y="6042475"/>
              <a:ext cx="17721" cy="50700"/>
            </a:xfrm>
            <a:custGeom>
              <a:avLst/>
              <a:pathLst>
                <a:path w="17721" h="50700">
                  <a:moveTo>
                    <a:pt x="0" y="0"/>
                  </a:moveTo>
                  <a:lnTo>
                    <a:pt x="17721" y="2931"/>
                  </a:lnTo>
                  <a:lnTo>
                    <a:pt x="17721" y="50700"/>
                  </a:lnTo>
                  <a:lnTo>
                    <a:pt x="0" y="50700"/>
                  </a:lnTo>
                  <a:close/>
                </a:path>
              </a:pathLst>
            </a:custGeom>
            <a:solidFill>
              <a:srgbClr val="B7745F">
                <a:alpha val="100000"/>
              </a:srgbClr>
            </a:solidFill>
            <a:ln w="4762" cap="rnd">
              <a:solidFill>
                <a:srgbClr val="B7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g3112"/>
            <p:cNvSpPr/>
            <p:nvPr/>
          </p:nvSpPr>
          <p:spPr>
            <a:xfrm>
              <a:off x="7531131" y="6045406"/>
              <a:ext cx="35442" cy="47769"/>
            </a:xfrm>
            <a:custGeom>
              <a:avLst/>
              <a:pathLst>
                <a:path w="35442" h="47769">
                  <a:moveTo>
                    <a:pt x="0" y="0"/>
                  </a:moveTo>
                  <a:lnTo>
                    <a:pt x="17721" y="2806"/>
                  </a:lnTo>
                  <a:lnTo>
                    <a:pt x="35442" y="5459"/>
                  </a:lnTo>
                  <a:lnTo>
                    <a:pt x="35442" y="47769"/>
                  </a:lnTo>
                  <a:lnTo>
                    <a:pt x="17721" y="47769"/>
                  </a:lnTo>
                  <a:lnTo>
                    <a:pt x="0" y="47769"/>
                  </a:lnTo>
                  <a:close/>
                </a:path>
              </a:pathLst>
            </a:custGeom>
            <a:solidFill>
              <a:srgbClr val="B7735E">
                <a:alpha val="100000"/>
              </a:srgbClr>
            </a:solidFill>
            <a:ln w="4762" cap="rnd">
              <a:solidFill>
                <a:srgbClr val="B773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g3113"/>
            <p:cNvSpPr/>
            <p:nvPr/>
          </p:nvSpPr>
          <p:spPr>
            <a:xfrm>
              <a:off x="7566574" y="6050866"/>
              <a:ext cx="17721" cy="42310"/>
            </a:xfrm>
            <a:custGeom>
              <a:avLst/>
              <a:pathLst>
                <a:path w="17721" h="42310">
                  <a:moveTo>
                    <a:pt x="0" y="0"/>
                  </a:moveTo>
                  <a:lnTo>
                    <a:pt x="17721" y="2561"/>
                  </a:lnTo>
                  <a:lnTo>
                    <a:pt x="17721" y="42310"/>
                  </a:lnTo>
                  <a:lnTo>
                    <a:pt x="0" y="42310"/>
                  </a:lnTo>
                  <a:close/>
                </a:path>
              </a:pathLst>
            </a:custGeom>
            <a:solidFill>
              <a:srgbClr val="B7735D">
                <a:alpha val="100000"/>
              </a:srgbClr>
            </a:solidFill>
            <a:ln w="4762" cap="rnd">
              <a:solidFill>
                <a:srgbClr val="B773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g3114"/>
            <p:cNvSpPr/>
            <p:nvPr/>
          </p:nvSpPr>
          <p:spPr>
            <a:xfrm>
              <a:off x="7584295" y="6053428"/>
              <a:ext cx="17721" cy="39748"/>
            </a:xfrm>
            <a:custGeom>
              <a:avLst/>
              <a:pathLst>
                <a:path w="17721" h="39748">
                  <a:moveTo>
                    <a:pt x="0" y="0"/>
                  </a:moveTo>
                  <a:lnTo>
                    <a:pt x="17721" y="2448"/>
                  </a:lnTo>
                  <a:lnTo>
                    <a:pt x="17721" y="39748"/>
                  </a:lnTo>
                  <a:lnTo>
                    <a:pt x="0" y="39748"/>
                  </a:lnTo>
                  <a:close/>
                </a:path>
              </a:pathLst>
            </a:custGeom>
            <a:solidFill>
              <a:srgbClr val="B7725D">
                <a:alpha val="100000"/>
              </a:srgbClr>
            </a:solidFill>
            <a:ln w="4762" cap="rnd">
              <a:solidFill>
                <a:srgbClr val="B7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g3115"/>
            <p:cNvSpPr/>
            <p:nvPr/>
          </p:nvSpPr>
          <p:spPr>
            <a:xfrm>
              <a:off x="7602016" y="6055876"/>
              <a:ext cx="17721" cy="37299"/>
            </a:xfrm>
            <a:custGeom>
              <a:avLst/>
              <a:pathLst>
                <a:path w="17721" h="37299">
                  <a:moveTo>
                    <a:pt x="0" y="0"/>
                  </a:moveTo>
                  <a:lnTo>
                    <a:pt x="17721" y="2300"/>
                  </a:lnTo>
                  <a:lnTo>
                    <a:pt x="17721" y="37299"/>
                  </a:lnTo>
                  <a:lnTo>
                    <a:pt x="0" y="37299"/>
                  </a:lnTo>
                  <a:close/>
                </a:path>
              </a:pathLst>
            </a:custGeom>
            <a:solidFill>
              <a:srgbClr val="B6725D">
                <a:alpha val="100000"/>
              </a:srgbClr>
            </a:solidFill>
            <a:ln w="4762" cap="rnd">
              <a:solidFill>
                <a:srgbClr val="B6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g3116"/>
            <p:cNvSpPr/>
            <p:nvPr/>
          </p:nvSpPr>
          <p:spPr>
            <a:xfrm>
              <a:off x="7619738" y="6058176"/>
              <a:ext cx="53164" cy="34999"/>
            </a:xfrm>
            <a:custGeom>
              <a:avLst/>
              <a:pathLst>
                <a:path w="53164" h="34999">
                  <a:moveTo>
                    <a:pt x="0" y="0"/>
                  </a:moveTo>
                  <a:lnTo>
                    <a:pt x="17721" y="2215"/>
                  </a:lnTo>
                  <a:lnTo>
                    <a:pt x="35442" y="4327"/>
                  </a:lnTo>
                  <a:lnTo>
                    <a:pt x="53164" y="6300"/>
                  </a:lnTo>
                  <a:lnTo>
                    <a:pt x="53164" y="34999"/>
                  </a:lnTo>
                  <a:lnTo>
                    <a:pt x="35442" y="34999"/>
                  </a:lnTo>
                  <a:lnTo>
                    <a:pt x="17721" y="34999"/>
                  </a:lnTo>
                  <a:lnTo>
                    <a:pt x="0" y="34999"/>
                  </a:lnTo>
                  <a:close/>
                </a:path>
              </a:pathLst>
            </a:custGeom>
            <a:solidFill>
              <a:srgbClr val="B6715C">
                <a:alpha val="100000"/>
              </a:srgbClr>
            </a:solidFill>
            <a:ln w="4762" cap="rnd">
              <a:solidFill>
                <a:srgbClr val="B671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g3117"/>
            <p:cNvSpPr/>
            <p:nvPr/>
          </p:nvSpPr>
          <p:spPr>
            <a:xfrm>
              <a:off x="7672902" y="6064476"/>
              <a:ext cx="35442" cy="28699"/>
            </a:xfrm>
            <a:custGeom>
              <a:avLst/>
              <a:pathLst>
                <a:path w="35442" h="28699">
                  <a:moveTo>
                    <a:pt x="0" y="0"/>
                  </a:moveTo>
                  <a:lnTo>
                    <a:pt x="17721" y="1894"/>
                  </a:lnTo>
                  <a:lnTo>
                    <a:pt x="35442" y="3699"/>
                  </a:lnTo>
                  <a:lnTo>
                    <a:pt x="35442" y="28699"/>
                  </a:lnTo>
                  <a:lnTo>
                    <a:pt x="17721" y="28699"/>
                  </a:lnTo>
                  <a:lnTo>
                    <a:pt x="0" y="28699"/>
                  </a:lnTo>
                  <a:close/>
                </a:path>
              </a:pathLst>
            </a:custGeom>
            <a:solidFill>
              <a:srgbClr val="B5705B">
                <a:alpha val="100000"/>
              </a:srgbClr>
            </a:solidFill>
            <a:ln w="4762" cap="rnd">
              <a:solidFill>
                <a:srgbClr val="B5705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g3118"/>
            <p:cNvSpPr/>
            <p:nvPr/>
          </p:nvSpPr>
          <p:spPr>
            <a:xfrm>
              <a:off x="7708344" y="6068176"/>
              <a:ext cx="17721" cy="25000"/>
            </a:xfrm>
            <a:custGeom>
              <a:avLst/>
              <a:pathLst>
                <a:path w="17721" h="25000">
                  <a:moveTo>
                    <a:pt x="0" y="0"/>
                  </a:moveTo>
                  <a:lnTo>
                    <a:pt x="17721" y="1673"/>
                  </a:lnTo>
                  <a:lnTo>
                    <a:pt x="17721" y="25000"/>
                  </a:lnTo>
                  <a:lnTo>
                    <a:pt x="0" y="25000"/>
                  </a:lnTo>
                  <a:close/>
                </a:path>
              </a:pathLst>
            </a:custGeom>
            <a:solidFill>
              <a:srgbClr val="B5705A">
                <a:alpha val="100000"/>
              </a:srgbClr>
            </a:solidFill>
            <a:ln w="4762" cap="rnd">
              <a:solidFill>
                <a:srgbClr val="B570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g3119"/>
            <p:cNvSpPr/>
            <p:nvPr/>
          </p:nvSpPr>
          <p:spPr>
            <a:xfrm>
              <a:off x="7726066" y="6069849"/>
              <a:ext cx="17721" cy="23326"/>
            </a:xfrm>
            <a:custGeom>
              <a:avLst/>
              <a:pathLst>
                <a:path w="17721" h="23326">
                  <a:moveTo>
                    <a:pt x="0" y="0"/>
                  </a:moveTo>
                  <a:lnTo>
                    <a:pt x="17721" y="1603"/>
                  </a:lnTo>
                  <a:lnTo>
                    <a:pt x="17721" y="23326"/>
                  </a:lnTo>
                  <a:lnTo>
                    <a:pt x="0" y="23326"/>
                  </a:lnTo>
                  <a:close/>
                </a:path>
              </a:pathLst>
            </a:custGeom>
            <a:solidFill>
              <a:srgbClr val="B56F5A">
                <a:alpha val="100000"/>
              </a:srgbClr>
            </a:solidFill>
            <a:ln w="4762" cap="rnd">
              <a:solidFill>
                <a:srgbClr val="B5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g3120"/>
            <p:cNvSpPr/>
            <p:nvPr/>
          </p:nvSpPr>
          <p:spPr>
            <a:xfrm>
              <a:off x="7743787" y="6071453"/>
              <a:ext cx="17721" cy="21723"/>
            </a:xfrm>
            <a:custGeom>
              <a:avLst/>
              <a:pathLst>
                <a:path w="17721" h="21723">
                  <a:moveTo>
                    <a:pt x="0" y="0"/>
                  </a:moveTo>
                  <a:lnTo>
                    <a:pt x="17721" y="1525"/>
                  </a:lnTo>
                  <a:lnTo>
                    <a:pt x="17721" y="21723"/>
                  </a:lnTo>
                  <a:lnTo>
                    <a:pt x="0" y="21723"/>
                  </a:lnTo>
                  <a:close/>
                </a:path>
              </a:pathLst>
            </a:custGeom>
            <a:solidFill>
              <a:srgbClr val="B46F5A">
                <a:alpha val="100000"/>
              </a:srgbClr>
            </a:solidFill>
            <a:ln w="4762" cap="rnd">
              <a:solidFill>
                <a:srgbClr val="B4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g3121"/>
            <p:cNvSpPr/>
            <p:nvPr/>
          </p:nvSpPr>
          <p:spPr>
            <a:xfrm>
              <a:off x="7761509" y="6072978"/>
              <a:ext cx="35442" cy="20198"/>
            </a:xfrm>
            <a:custGeom>
              <a:avLst/>
              <a:pathLst>
                <a:path w="35442" h="20198">
                  <a:moveTo>
                    <a:pt x="0" y="0"/>
                  </a:moveTo>
                  <a:lnTo>
                    <a:pt x="17721" y="1405"/>
                  </a:lnTo>
                  <a:lnTo>
                    <a:pt x="35442" y="2747"/>
                  </a:lnTo>
                  <a:lnTo>
                    <a:pt x="35442" y="20198"/>
                  </a:lnTo>
                  <a:lnTo>
                    <a:pt x="17721" y="20198"/>
                  </a:lnTo>
                  <a:lnTo>
                    <a:pt x="0" y="20198"/>
                  </a:lnTo>
                  <a:close/>
                </a:path>
              </a:pathLst>
            </a:custGeom>
            <a:solidFill>
              <a:srgbClr val="B46E59">
                <a:alpha val="100000"/>
              </a:srgbClr>
            </a:solidFill>
            <a:ln w="4762" cap="rnd">
              <a:solidFill>
                <a:srgbClr val="B46E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g3122"/>
            <p:cNvSpPr/>
            <p:nvPr/>
          </p:nvSpPr>
          <p:spPr>
            <a:xfrm>
              <a:off x="7796951" y="6075726"/>
              <a:ext cx="17721" cy="17450"/>
            </a:xfrm>
            <a:custGeom>
              <a:avLst/>
              <a:pathLst>
                <a:path w="17721" h="17450">
                  <a:moveTo>
                    <a:pt x="0" y="0"/>
                  </a:moveTo>
                  <a:lnTo>
                    <a:pt x="17721" y="1275"/>
                  </a:lnTo>
                  <a:lnTo>
                    <a:pt x="17721" y="17450"/>
                  </a:lnTo>
                  <a:lnTo>
                    <a:pt x="0" y="17450"/>
                  </a:lnTo>
                  <a:close/>
                </a:path>
              </a:pathLst>
            </a:custGeom>
            <a:solidFill>
              <a:srgbClr val="B46E58">
                <a:alpha val="100000"/>
              </a:srgbClr>
            </a:solidFill>
            <a:ln w="4762" cap="rnd">
              <a:solidFill>
                <a:srgbClr val="B46E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g3123"/>
            <p:cNvSpPr/>
            <p:nvPr/>
          </p:nvSpPr>
          <p:spPr>
            <a:xfrm>
              <a:off x="7814673" y="6077002"/>
              <a:ext cx="17721" cy="16174"/>
            </a:xfrm>
            <a:custGeom>
              <a:avLst/>
              <a:pathLst>
                <a:path w="17721" h="16174">
                  <a:moveTo>
                    <a:pt x="0" y="0"/>
                  </a:moveTo>
                  <a:lnTo>
                    <a:pt x="17721" y="1167"/>
                  </a:lnTo>
                  <a:lnTo>
                    <a:pt x="17721" y="16174"/>
                  </a:lnTo>
                  <a:lnTo>
                    <a:pt x="0" y="16174"/>
                  </a:lnTo>
                  <a:close/>
                </a:path>
              </a:pathLst>
            </a:custGeom>
            <a:solidFill>
              <a:srgbClr val="B46D58">
                <a:alpha val="100000"/>
              </a:srgbClr>
            </a:solidFill>
            <a:ln w="4762" cap="rnd">
              <a:solidFill>
                <a:srgbClr val="B4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g3124"/>
            <p:cNvSpPr/>
            <p:nvPr/>
          </p:nvSpPr>
          <p:spPr>
            <a:xfrm>
              <a:off x="7832394" y="6078169"/>
              <a:ext cx="17721" cy="15007"/>
            </a:xfrm>
            <a:custGeom>
              <a:avLst/>
              <a:pathLst>
                <a:path w="17721" h="15007">
                  <a:moveTo>
                    <a:pt x="0" y="0"/>
                  </a:moveTo>
                  <a:lnTo>
                    <a:pt x="17721" y="1112"/>
                  </a:lnTo>
                  <a:lnTo>
                    <a:pt x="17721" y="15007"/>
                  </a:lnTo>
                  <a:lnTo>
                    <a:pt x="0" y="15007"/>
                  </a:lnTo>
                  <a:close/>
                </a:path>
              </a:pathLst>
            </a:custGeom>
            <a:solidFill>
              <a:srgbClr val="B36D58">
                <a:alpha val="100000"/>
              </a:srgbClr>
            </a:solidFill>
            <a:ln w="4762" cap="rnd">
              <a:solidFill>
                <a:srgbClr val="B3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g3125"/>
            <p:cNvSpPr/>
            <p:nvPr/>
          </p:nvSpPr>
          <p:spPr>
            <a:xfrm>
              <a:off x="7850115" y="6079282"/>
              <a:ext cx="53164" cy="13894"/>
            </a:xfrm>
            <a:custGeom>
              <a:avLst/>
              <a:pathLst>
                <a:path w="53164" h="13894">
                  <a:moveTo>
                    <a:pt x="0" y="0"/>
                  </a:moveTo>
                  <a:lnTo>
                    <a:pt x="17721" y="1056"/>
                  </a:lnTo>
                  <a:lnTo>
                    <a:pt x="35442" y="2016"/>
                  </a:lnTo>
                  <a:lnTo>
                    <a:pt x="53164" y="2929"/>
                  </a:lnTo>
                  <a:lnTo>
                    <a:pt x="53164" y="13894"/>
                  </a:lnTo>
                  <a:lnTo>
                    <a:pt x="35442" y="13894"/>
                  </a:lnTo>
                  <a:lnTo>
                    <a:pt x="17721" y="13894"/>
                  </a:lnTo>
                  <a:lnTo>
                    <a:pt x="0" y="13894"/>
                  </a:lnTo>
                  <a:close/>
                </a:path>
              </a:pathLst>
            </a:custGeom>
            <a:solidFill>
              <a:srgbClr val="B36C57">
                <a:alpha val="100000"/>
              </a:srgbClr>
            </a:solidFill>
            <a:ln w="4762" cap="rnd">
              <a:solidFill>
                <a:srgbClr val="B36C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g3126"/>
            <p:cNvSpPr/>
            <p:nvPr/>
          </p:nvSpPr>
          <p:spPr>
            <a:xfrm>
              <a:off x="7903280" y="6082211"/>
              <a:ext cx="35442" cy="10965"/>
            </a:xfrm>
            <a:custGeom>
              <a:avLst/>
              <a:pathLst>
                <a:path w="35442" h="10965">
                  <a:moveTo>
                    <a:pt x="0" y="0"/>
                  </a:moveTo>
                  <a:lnTo>
                    <a:pt x="17721" y="865"/>
                  </a:lnTo>
                  <a:lnTo>
                    <a:pt x="35442" y="1647"/>
                  </a:lnTo>
                  <a:lnTo>
                    <a:pt x="35442" y="10965"/>
                  </a:lnTo>
                  <a:lnTo>
                    <a:pt x="17721" y="10965"/>
                  </a:lnTo>
                  <a:lnTo>
                    <a:pt x="0" y="10965"/>
                  </a:lnTo>
                  <a:close/>
                </a:path>
              </a:pathLst>
            </a:custGeom>
            <a:solidFill>
              <a:srgbClr val="B26B56">
                <a:alpha val="100000"/>
              </a:srgbClr>
            </a:solidFill>
            <a:ln w="4762" cap="rnd">
              <a:solidFill>
                <a:srgbClr val="B26B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g3127"/>
            <p:cNvSpPr/>
            <p:nvPr/>
          </p:nvSpPr>
          <p:spPr>
            <a:xfrm>
              <a:off x="7938722" y="6083858"/>
              <a:ext cx="17721" cy="9318"/>
            </a:xfrm>
            <a:custGeom>
              <a:avLst/>
              <a:pathLst>
                <a:path w="17721" h="9318">
                  <a:moveTo>
                    <a:pt x="0" y="0"/>
                  </a:moveTo>
                  <a:lnTo>
                    <a:pt x="17721" y="741"/>
                  </a:lnTo>
                  <a:lnTo>
                    <a:pt x="17721" y="9318"/>
                  </a:lnTo>
                  <a:lnTo>
                    <a:pt x="0" y="9318"/>
                  </a:lnTo>
                  <a:close/>
                </a:path>
              </a:pathLst>
            </a:custGeom>
            <a:solidFill>
              <a:srgbClr val="B26B55">
                <a:alpha val="100000"/>
              </a:srgbClr>
            </a:solidFill>
            <a:ln w="4762" cap="rnd">
              <a:solidFill>
                <a:srgbClr val="B26B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g3128"/>
            <p:cNvSpPr/>
            <p:nvPr/>
          </p:nvSpPr>
          <p:spPr>
            <a:xfrm>
              <a:off x="7956444" y="6084599"/>
              <a:ext cx="17721" cy="8577"/>
            </a:xfrm>
            <a:custGeom>
              <a:avLst/>
              <a:pathLst>
                <a:path w="17721" h="8577">
                  <a:moveTo>
                    <a:pt x="0" y="0"/>
                  </a:moveTo>
                  <a:lnTo>
                    <a:pt x="17721" y="701"/>
                  </a:lnTo>
                  <a:lnTo>
                    <a:pt x="17721" y="8577"/>
                  </a:lnTo>
                  <a:lnTo>
                    <a:pt x="0" y="8577"/>
                  </a:lnTo>
                  <a:close/>
                </a:path>
              </a:pathLst>
            </a:custGeom>
            <a:solidFill>
              <a:srgbClr val="B26A55">
                <a:alpha val="100000"/>
              </a:srgbClr>
            </a:solidFill>
            <a:ln w="4762" cap="rnd">
              <a:solidFill>
                <a:srgbClr val="B2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g3129"/>
            <p:cNvSpPr/>
            <p:nvPr/>
          </p:nvSpPr>
          <p:spPr>
            <a:xfrm>
              <a:off x="7974165" y="6085300"/>
              <a:ext cx="17721" cy="7875"/>
            </a:xfrm>
            <a:custGeom>
              <a:avLst/>
              <a:pathLst>
                <a:path w="17721" h="7875">
                  <a:moveTo>
                    <a:pt x="0" y="0"/>
                  </a:moveTo>
                  <a:lnTo>
                    <a:pt x="17721" y="630"/>
                  </a:lnTo>
                  <a:lnTo>
                    <a:pt x="17721" y="7875"/>
                  </a:lnTo>
                  <a:lnTo>
                    <a:pt x="0" y="7875"/>
                  </a:lnTo>
                  <a:close/>
                </a:path>
              </a:pathLst>
            </a:custGeom>
            <a:solidFill>
              <a:srgbClr val="B16A55">
                <a:alpha val="100000"/>
              </a:srgbClr>
            </a:solidFill>
            <a:ln w="4762" cap="rnd">
              <a:solidFill>
                <a:srgbClr val="B1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g3130"/>
            <p:cNvSpPr/>
            <p:nvPr/>
          </p:nvSpPr>
          <p:spPr>
            <a:xfrm>
              <a:off x="7991886" y="6085931"/>
              <a:ext cx="35442" cy="7245"/>
            </a:xfrm>
            <a:custGeom>
              <a:avLst/>
              <a:pathLst>
                <a:path w="35442" h="7245">
                  <a:moveTo>
                    <a:pt x="0" y="0"/>
                  </a:moveTo>
                  <a:lnTo>
                    <a:pt x="17721" y="595"/>
                  </a:lnTo>
                  <a:lnTo>
                    <a:pt x="35442" y="1157"/>
                  </a:lnTo>
                  <a:lnTo>
                    <a:pt x="35442" y="7245"/>
                  </a:lnTo>
                  <a:lnTo>
                    <a:pt x="17721" y="7245"/>
                  </a:lnTo>
                  <a:lnTo>
                    <a:pt x="0" y="7245"/>
                  </a:lnTo>
                  <a:close/>
                </a:path>
              </a:pathLst>
            </a:custGeom>
            <a:solidFill>
              <a:srgbClr val="B16954">
                <a:alpha val="100000"/>
              </a:srgbClr>
            </a:solidFill>
            <a:ln w="4762" cap="rnd">
              <a:solidFill>
                <a:srgbClr val="B169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l3131"/>
            <p:cNvSpPr/>
            <p:nvPr/>
          </p:nvSpPr>
          <p:spPr>
            <a:xfrm>
              <a:off x="3348888" y="5386738"/>
              <a:ext cx="4678441" cy="700349"/>
            </a:xfrm>
            <a:custGeom>
              <a:avLst/>
              <a:pathLst>
                <a:path w="4678441" h="700349">
                  <a:moveTo>
                    <a:pt x="0" y="699843"/>
                  </a:moveTo>
                  <a:lnTo>
                    <a:pt x="17721" y="699194"/>
                  </a:lnTo>
                  <a:lnTo>
                    <a:pt x="35442" y="698504"/>
                  </a:lnTo>
                  <a:lnTo>
                    <a:pt x="53164" y="697734"/>
                  </a:lnTo>
                  <a:lnTo>
                    <a:pt x="70885" y="696905"/>
                  </a:lnTo>
                  <a:lnTo>
                    <a:pt x="88606" y="696026"/>
                  </a:lnTo>
                  <a:lnTo>
                    <a:pt x="106328" y="695051"/>
                  </a:lnTo>
                  <a:lnTo>
                    <a:pt x="124049" y="694003"/>
                  </a:lnTo>
                  <a:lnTo>
                    <a:pt x="141770" y="692893"/>
                  </a:lnTo>
                  <a:lnTo>
                    <a:pt x="159492" y="691671"/>
                  </a:lnTo>
                  <a:lnTo>
                    <a:pt x="177213" y="690358"/>
                  </a:lnTo>
                  <a:lnTo>
                    <a:pt x="194935" y="688970"/>
                  </a:lnTo>
                  <a:lnTo>
                    <a:pt x="212656" y="687453"/>
                  </a:lnTo>
                  <a:lnTo>
                    <a:pt x="230377" y="685824"/>
                  </a:lnTo>
                  <a:lnTo>
                    <a:pt x="248099" y="684108"/>
                  </a:lnTo>
                  <a:lnTo>
                    <a:pt x="265820" y="682242"/>
                  </a:lnTo>
                  <a:lnTo>
                    <a:pt x="283541" y="680242"/>
                  </a:lnTo>
                  <a:lnTo>
                    <a:pt x="301263" y="678139"/>
                  </a:lnTo>
                  <a:lnTo>
                    <a:pt x="318984" y="675868"/>
                  </a:lnTo>
                  <a:lnTo>
                    <a:pt x="336705" y="673436"/>
                  </a:lnTo>
                  <a:lnTo>
                    <a:pt x="354427" y="670886"/>
                  </a:lnTo>
                  <a:lnTo>
                    <a:pt x="372148" y="668147"/>
                  </a:lnTo>
                  <a:lnTo>
                    <a:pt x="389870" y="665221"/>
                  </a:lnTo>
                  <a:lnTo>
                    <a:pt x="407591" y="662159"/>
                  </a:lnTo>
                  <a:lnTo>
                    <a:pt x="425312" y="658890"/>
                  </a:lnTo>
                  <a:lnTo>
                    <a:pt x="443034" y="655404"/>
                  </a:lnTo>
                  <a:lnTo>
                    <a:pt x="460755" y="651765"/>
                  </a:lnTo>
                  <a:lnTo>
                    <a:pt x="478476" y="647903"/>
                  </a:lnTo>
                  <a:lnTo>
                    <a:pt x="496198" y="643791"/>
                  </a:lnTo>
                  <a:lnTo>
                    <a:pt x="513919" y="639512"/>
                  </a:lnTo>
                  <a:lnTo>
                    <a:pt x="531641" y="634994"/>
                  </a:lnTo>
                  <a:lnTo>
                    <a:pt x="549362" y="630196"/>
                  </a:lnTo>
                  <a:lnTo>
                    <a:pt x="567083" y="625215"/>
                  </a:lnTo>
                  <a:lnTo>
                    <a:pt x="584805" y="619983"/>
                  </a:lnTo>
                  <a:lnTo>
                    <a:pt x="602526" y="614443"/>
                  </a:lnTo>
                  <a:lnTo>
                    <a:pt x="620247" y="608706"/>
                  </a:lnTo>
                  <a:lnTo>
                    <a:pt x="637969" y="602711"/>
                  </a:lnTo>
                  <a:lnTo>
                    <a:pt x="655690" y="596381"/>
                  </a:lnTo>
                  <a:lnTo>
                    <a:pt x="673411" y="589845"/>
                  </a:lnTo>
                  <a:lnTo>
                    <a:pt x="691133" y="583047"/>
                  </a:lnTo>
                  <a:lnTo>
                    <a:pt x="708854" y="575892"/>
                  </a:lnTo>
                  <a:lnTo>
                    <a:pt x="726576" y="568525"/>
                  </a:lnTo>
                  <a:lnTo>
                    <a:pt x="744297" y="560898"/>
                  </a:lnTo>
                  <a:lnTo>
                    <a:pt x="762018" y="552900"/>
                  </a:lnTo>
                  <a:lnTo>
                    <a:pt x="779740" y="544688"/>
                  </a:lnTo>
                  <a:lnTo>
                    <a:pt x="797461" y="536224"/>
                  </a:lnTo>
                  <a:lnTo>
                    <a:pt x="815182" y="527383"/>
                  </a:lnTo>
                  <a:lnTo>
                    <a:pt x="832904" y="518332"/>
                  </a:lnTo>
                  <a:lnTo>
                    <a:pt x="850625" y="509044"/>
                  </a:lnTo>
                  <a:lnTo>
                    <a:pt x="868347" y="499382"/>
                  </a:lnTo>
                  <a:lnTo>
                    <a:pt x="886068" y="489521"/>
                  </a:lnTo>
                  <a:lnTo>
                    <a:pt x="903789" y="479444"/>
                  </a:lnTo>
                  <a:lnTo>
                    <a:pt x="921511" y="469010"/>
                  </a:lnTo>
                  <a:lnTo>
                    <a:pt x="939232" y="458393"/>
                  </a:lnTo>
                  <a:lnTo>
                    <a:pt x="956953" y="447587"/>
                  </a:lnTo>
                  <a:lnTo>
                    <a:pt x="974675" y="436455"/>
                  </a:lnTo>
                  <a:lnTo>
                    <a:pt x="992396" y="425164"/>
                  </a:lnTo>
                  <a:lnTo>
                    <a:pt x="1010117" y="413716"/>
                  </a:lnTo>
                  <a:lnTo>
                    <a:pt x="1027839" y="401987"/>
                  </a:lnTo>
                  <a:lnTo>
                    <a:pt x="1045560" y="390132"/>
                  </a:lnTo>
                  <a:lnTo>
                    <a:pt x="1063282" y="378150"/>
                  </a:lnTo>
                  <a:lnTo>
                    <a:pt x="1081003" y="365960"/>
                  </a:lnTo>
                  <a:lnTo>
                    <a:pt x="1098724" y="353676"/>
                  </a:lnTo>
                  <a:lnTo>
                    <a:pt x="1116446" y="341304"/>
                  </a:lnTo>
                  <a:lnTo>
                    <a:pt x="1134167" y="328803"/>
                  </a:lnTo>
                  <a:lnTo>
                    <a:pt x="1151888" y="316252"/>
                  </a:lnTo>
                  <a:lnTo>
                    <a:pt x="1169610" y="303657"/>
                  </a:lnTo>
                  <a:lnTo>
                    <a:pt x="1187331" y="291020"/>
                  </a:lnTo>
                  <a:lnTo>
                    <a:pt x="1205053" y="278384"/>
                  </a:lnTo>
                  <a:lnTo>
                    <a:pt x="1222774" y="265754"/>
                  </a:lnTo>
                  <a:lnTo>
                    <a:pt x="1240495" y="253173"/>
                  </a:lnTo>
                  <a:lnTo>
                    <a:pt x="1258217" y="240653"/>
                  </a:lnTo>
                  <a:lnTo>
                    <a:pt x="1275938" y="228193"/>
                  </a:lnTo>
                  <a:lnTo>
                    <a:pt x="1293659" y="215872"/>
                  </a:lnTo>
                  <a:lnTo>
                    <a:pt x="1311381" y="203681"/>
                  </a:lnTo>
                  <a:lnTo>
                    <a:pt x="1329102" y="191605"/>
                  </a:lnTo>
                  <a:lnTo>
                    <a:pt x="1346823" y="179756"/>
                  </a:lnTo>
                  <a:lnTo>
                    <a:pt x="1364545" y="168111"/>
                  </a:lnTo>
                  <a:lnTo>
                    <a:pt x="1382266" y="156636"/>
                  </a:lnTo>
                  <a:lnTo>
                    <a:pt x="1399988" y="145473"/>
                  </a:lnTo>
                  <a:lnTo>
                    <a:pt x="1417709" y="134589"/>
                  </a:lnTo>
                  <a:lnTo>
                    <a:pt x="1435430" y="123928"/>
                  </a:lnTo>
                  <a:lnTo>
                    <a:pt x="1453152" y="113654"/>
                  </a:lnTo>
                  <a:lnTo>
                    <a:pt x="1470873" y="103736"/>
                  </a:lnTo>
                  <a:lnTo>
                    <a:pt x="1488594" y="94091"/>
                  </a:lnTo>
                  <a:lnTo>
                    <a:pt x="1506316" y="84896"/>
                  </a:lnTo>
                  <a:lnTo>
                    <a:pt x="1524037" y="76131"/>
                  </a:lnTo>
                  <a:lnTo>
                    <a:pt x="1541759" y="67683"/>
                  </a:lnTo>
                  <a:lnTo>
                    <a:pt x="1559480" y="59735"/>
                  </a:lnTo>
                  <a:lnTo>
                    <a:pt x="1577201" y="52284"/>
                  </a:lnTo>
                  <a:lnTo>
                    <a:pt x="1594923" y="45186"/>
                  </a:lnTo>
                  <a:lnTo>
                    <a:pt x="1612644" y="38624"/>
                  </a:lnTo>
                  <a:lnTo>
                    <a:pt x="1630365" y="32617"/>
                  </a:lnTo>
                  <a:lnTo>
                    <a:pt x="1648087" y="26991"/>
                  </a:lnTo>
                  <a:lnTo>
                    <a:pt x="1665808" y="21919"/>
                  </a:lnTo>
                  <a:lnTo>
                    <a:pt x="1683529" y="17448"/>
                  </a:lnTo>
                  <a:lnTo>
                    <a:pt x="1701251" y="13375"/>
                  </a:lnTo>
                  <a:lnTo>
                    <a:pt x="1718972" y="9859"/>
                  </a:lnTo>
                  <a:lnTo>
                    <a:pt x="1736694" y="6975"/>
                  </a:lnTo>
                  <a:lnTo>
                    <a:pt x="1754415" y="4494"/>
                  </a:lnTo>
                  <a:lnTo>
                    <a:pt x="1772136" y="2558"/>
                  </a:lnTo>
                  <a:lnTo>
                    <a:pt x="1789858" y="1267"/>
                  </a:lnTo>
                  <a:lnTo>
                    <a:pt x="1807579" y="375"/>
                  </a:lnTo>
                  <a:lnTo>
                    <a:pt x="1825300" y="0"/>
                  </a:lnTo>
                  <a:lnTo>
                    <a:pt x="1843022" y="266"/>
                  </a:lnTo>
                  <a:lnTo>
                    <a:pt x="1860743" y="913"/>
                  </a:lnTo>
                  <a:lnTo>
                    <a:pt x="1878465" y="2038"/>
                  </a:lnTo>
                  <a:lnTo>
                    <a:pt x="1896186" y="3781"/>
                  </a:lnTo>
                  <a:lnTo>
                    <a:pt x="1913907" y="5879"/>
                  </a:lnTo>
                  <a:lnTo>
                    <a:pt x="1931629" y="8403"/>
                  </a:lnTo>
                  <a:lnTo>
                    <a:pt x="1949350" y="11505"/>
                  </a:lnTo>
                  <a:lnTo>
                    <a:pt x="1967071" y="14925"/>
                  </a:lnTo>
                  <a:lnTo>
                    <a:pt x="1984793" y="18713"/>
                  </a:lnTo>
                  <a:lnTo>
                    <a:pt x="2002514" y="23022"/>
                  </a:lnTo>
                  <a:lnTo>
                    <a:pt x="2020235" y="27605"/>
                  </a:lnTo>
                  <a:lnTo>
                    <a:pt x="2037957" y="32492"/>
                  </a:lnTo>
                  <a:lnTo>
                    <a:pt x="2055678" y="37828"/>
                  </a:lnTo>
                  <a:lnTo>
                    <a:pt x="2073400" y="43388"/>
                  </a:lnTo>
                  <a:lnTo>
                    <a:pt x="2091121" y="49188"/>
                  </a:lnTo>
                  <a:lnTo>
                    <a:pt x="2108842" y="55353"/>
                  </a:lnTo>
                  <a:lnTo>
                    <a:pt x="2126564" y="61688"/>
                  </a:lnTo>
                  <a:lnTo>
                    <a:pt x="2144285" y="68200"/>
                  </a:lnTo>
                  <a:lnTo>
                    <a:pt x="2162006" y="74984"/>
                  </a:lnTo>
                  <a:lnTo>
                    <a:pt x="2179728" y="81885"/>
                  </a:lnTo>
                  <a:lnTo>
                    <a:pt x="2197449" y="88902"/>
                  </a:lnTo>
                  <a:lnTo>
                    <a:pt x="2215171" y="96094"/>
                  </a:lnTo>
                  <a:lnTo>
                    <a:pt x="2232892" y="103350"/>
                  </a:lnTo>
                  <a:lnTo>
                    <a:pt x="2250613" y="110670"/>
                  </a:lnTo>
                  <a:lnTo>
                    <a:pt x="2268335" y="118065"/>
                  </a:lnTo>
                  <a:lnTo>
                    <a:pt x="2286056" y="125476"/>
                  </a:lnTo>
                  <a:lnTo>
                    <a:pt x="2303777" y="132901"/>
                  </a:lnTo>
                  <a:lnTo>
                    <a:pt x="2321499" y="140314"/>
                  </a:lnTo>
                  <a:lnTo>
                    <a:pt x="2339220" y="147697"/>
                  </a:lnTo>
                  <a:lnTo>
                    <a:pt x="2356941" y="155050"/>
                  </a:lnTo>
                  <a:lnTo>
                    <a:pt x="2374663" y="162318"/>
                  </a:lnTo>
                  <a:lnTo>
                    <a:pt x="2392384" y="169513"/>
                  </a:lnTo>
                  <a:lnTo>
                    <a:pt x="2410106" y="176641"/>
                  </a:lnTo>
                  <a:lnTo>
                    <a:pt x="2427827" y="183628"/>
                  </a:lnTo>
                  <a:lnTo>
                    <a:pt x="2445548" y="190506"/>
                  </a:lnTo>
                  <a:lnTo>
                    <a:pt x="2463270" y="197288"/>
                  </a:lnTo>
                  <a:lnTo>
                    <a:pt x="2480991" y="203889"/>
                  </a:lnTo>
                  <a:lnTo>
                    <a:pt x="2498712" y="210352"/>
                  </a:lnTo>
                  <a:lnTo>
                    <a:pt x="2516434" y="216700"/>
                  </a:lnTo>
                  <a:lnTo>
                    <a:pt x="2534155" y="222845"/>
                  </a:lnTo>
                  <a:lnTo>
                    <a:pt x="2551877" y="228832"/>
                  </a:lnTo>
                  <a:lnTo>
                    <a:pt x="2569598" y="234694"/>
                  </a:lnTo>
                  <a:lnTo>
                    <a:pt x="2587319" y="240345"/>
                  </a:lnTo>
                  <a:lnTo>
                    <a:pt x="2605041" y="245830"/>
                  </a:lnTo>
                  <a:lnTo>
                    <a:pt x="2622762" y="251187"/>
                  </a:lnTo>
                  <a:lnTo>
                    <a:pt x="2640483" y="256342"/>
                  </a:lnTo>
                  <a:lnTo>
                    <a:pt x="2658205" y="261332"/>
                  </a:lnTo>
                  <a:lnTo>
                    <a:pt x="2675926" y="266201"/>
                  </a:lnTo>
                  <a:lnTo>
                    <a:pt x="2693647" y="270886"/>
                  </a:lnTo>
                  <a:lnTo>
                    <a:pt x="2711369" y="275418"/>
                  </a:lnTo>
                  <a:lnTo>
                    <a:pt x="2729090" y="279843"/>
                  </a:lnTo>
                  <a:lnTo>
                    <a:pt x="2746812" y="284113"/>
                  </a:lnTo>
                  <a:lnTo>
                    <a:pt x="2764533" y="288250"/>
                  </a:lnTo>
                  <a:lnTo>
                    <a:pt x="2782254" y="292300"/>
                  </a:lnTo>
                  <a:lnTo>
                    <a:pt x="2799976" y="296229"/>
                  </a:lnTo>
                  <a:lnTo>
                    <a:pt x="2817697" y="300054"/>
                  </a:lnTo>
                  <a:lnTo>
                    <a:pt x="2835418" y="303815"/>
                  </a:lnTo>
                  <a:lnTo>
                    <a:pt x="2853140" y="307493"/>
                  </a:lnTo>
                  <a:lnTo>
                    <a:pt x="2870861" y="311102"/>
                  </a:lnTo>
                  <a:lnTo>
                    <a:pt x="2888583" y="314673"/>
                  </a:lnTo>
                  <a:lnTo>
                    <a:pt x="2906304" y="318199"/>
                  </a:lnTo>
                  <a:lnTo>
                    <a:pt x="2924025" y="321695"/>
                  </a:lnTo>
                  <a:lnTo>
                    <a:pt x="2941747" y="325180"/>
                  </a:lnTo>
                  <a:lnTo>
                    <a:pt x="2959468" y="328655"/>
                  </a:lnTo>
                  <a:lnTo>
                    <a:pt x="2977189" y="332141"/>
                  </a:lnTo>
                  <a:lnTo>
                    <a:pt x="2994911" y="335640"/>
                  </a:lnTo>
                  <a:lnTo>
                    <a:pt x="3012632" y="339163"/>
                  </a:lnTo>
                  <a:lnTo>
                    <a:pt x="3030353" y="342734"/>
                  </a:lnTo>
                  <a:lnTo>
                    <a:pt x="3048075" y="346342"/>
                  </a:lnTo>
                  <a:lnTo>
                    <a:pt x="3065796" y="349999"/>
                  </a:lnTo>
                  <a:lnTo>
                    <a:pt x="3083518" y="353741"/>
                  </a:lnTo>
                  <a:lnTo>
                    <a:pt x="3101239" y="357538"/>
                  </a:lnTo>
                  <a:lnTo>
                    <a:pt x="3118960" y="361405"/>
                  </a:lnTo>
                  <a:lnTo>
                    <a:pt x="3136682" y="365386"/>
                  </a:lnTo>
                  <a:lnTo>
                    <a:pt x="3154403" y="369436"/>
                  </a:lnTo>
                  <a:lnTo>
                    <a:pt x="3172124" y="373569"/>
                  </a:lnTo>
                  <a:lnTo>
                    <a:pt x="3189846" y="377837"/>
                  </a:lnTo>
                  <a:lnTo>
                    <a:pt x="3207567" y="382184"/>
                  </a:lnTo>
                  <a:lnTo>
                    <a:pt x="3225289" y="386621"/>
                  </a:lnTo>
                  <a:lnTo>
                    <a:pt x="3243010" y="391205"/>
                  </a:lnTo>
                  <a:lnTo>
                    <a:pt x="3260731" y="395872"/>
                  </a:lnTo>
                  <a:lnTo>
                    <a:pt x="3278453" y="400627"/>
                  </a:lnTo>
                  <a:lnTo>
                    <a:pt x="3296174" y="405535"/>
                  </a:lnTo>
                  <a:lnTo>
                    <a:pt x="3313895" y="410522"/>
                  </a:lnTo>
                  <a:lnTo>
                    <a:pt x="3331617" y="415592"/>
                  </a:lnTo>
                  <a:lnTo>
                    <a:pt x="3349338" y="420808"/>
                  </a:lnTo>
                  <a:lnTo>
                    <a:pt x="3367059" y="426096"/>
                  </a:lnTo>
                  <a:lnTo>
                    <a:pt x="3384781" y="431457"/>
                  </a:lnTo>
                  <a:lnTo>
                    <a:pt x="3402502" y="436949"/>
                  </a:lnTo>
                  <a:lnTo>
                    <a:pt x="3420224" y="442501"/>
                  </a:lnTo>
                  <a:lnTo>
                    <a:pt x="3437945" y="448113"/>
                  </a:lnTo>
                  <a:lnTo>
                    <a:pt x="3455666" y="453828"/>
                  </a:lnTo>
                  <a:lnTo>
                    <a:pt x="3473388" y="459591"/>
                  </a:lnTo>
                  <a:lnTo>
                    <a:pt x="3491109" y="465400"/>
                  </a:lnTo>
                  <a:lnTo>
                    <a:pt x="3508830" y="471278"/>
                  </a:lnTo>
                  <a:lnTo>
                    <a:pt x="3526552" y="477187"/>
                  </a:lnTo>
                  <a:lnTo>
                    <a:pt x="3544273" y="483124"/>
                  </a:lnTo>
                  <a:lnTo>
                    <a:pt x="3561995" y="489096"/>
                  </a:lnTo>
                  <a:lnTo>
                    <a:pt x="3579716" y="495080"/>
                  </a:lnTo>
                  <a:lnTo>
                    <a:pt x="3597437" y="501071"/>
                  </a:lnTo>
                  <a:lnTo>
                    <a:pt x="3615159" y="507064"/>
                  </a:lnTo>
                  <a:lnTo>
                    <a:pt x="3632880" y="513045"/>
                  </a:lnTo>
                  <a:lnTo>
                    <a:pt x="3650601" y="519015"/>
                  </a:lnTo>
                  <a:lnTo>
                    <a:pt x="3668323" y="524952"/>
                  </a:lnTo>
                  <a:lnTo>
                    <a:pt x="3686044" y="530855"/>
                  </a:lnTo>
                  <a:lnTo>
                    <a:pt x="3703765" y="536728"/>
                  </a:lnTo>
                  <a:lnTo>
                    <a:pt x="3721487" y="542538"/>
                  </a:lnTo>
                  <a:lnTo>
                    <a:pt x="3739208" y="548291"/>
                  </a:lnTo>
                  <a:lnTo>
                    <a:pt x="3756930" y="553995"/>
                  </a:lnTo>
                  <a:lnTo>
                    <a:pt x="3774651" y="559611"/>
                  </a:lnTo>
                  <a:lnTo>
                    <a:pt x="3792372" y="565147"/>
                  </a:lnTo>
                  <a:lnTo>
                    <a:pt x="3810094" y="570619"/>
                  </a:lnTo>
                  <a:lnTo>
                    <a:pt x="3827815" y="575981"/>
                  </a:lnTo>
                  <a:lnTo>
                    <a:pt x="3845536" y="581243"/>
                  </a:lnTo>
                  <a:lnTo>
                    <a:pt x="3863258" y="586428"/>
                  </a:lnTo>
                  <a:lnTo>
                    <a:pt x="3880979" y="591488"/>
                  </a:lnTo>
                  <a:lnTo>
                    <a:pt x="3898701" y="596429"/>
                  </a:lnTo>
                  <a:lnTo>
                    <a:pt x="3916422" y="601283"/>
                  </a:lnTo>
                  <a:lnTo>
                    <a:pt x="3934143" y="606001"/>
                  </a:lnTo>
                  <a:lnTo>
                    <a:pt x="3951865" y="610586"/>
                  </a:lnTo>
                  <a:lnTo>
                    <a:pt x="3969586" y="615077"/>
                  </a:lnTo>
                  <a:lnTo>
                    <a:pt x="3987307" y="619426"/>
                  </a:lnTo>
                  <a:lnTo>
                    <a:pt x="4005029" y="623630"/>
                  </a:lnTo>
                  <a:lnTo>
                    <a:pt x="4022750" y="627736"/>
                  </a:lnTo>
                  <a:lnTo>
                    <a:pt x="4040471" y="631699"/>
                  </a:lnTo>
                  <a:lnTo>
                    <a:pt x="4058193" y="635510"/>
                  </a:lnTo>
                  <a:lnTo>
                    <a:pt x="4075914" y="639222"/>
                  </a:lnTo>
                  <a:lnTo>
                    <a:pt x="4093636" y="642793"/>
                  </a:lnTo>
                  <a:lnTo>
                    <a:pt x="4111357" y="646209"/>
                  </a:lnTo>
                  <a:lnTo>
                    <a:pt x="4129078" y="649526"/>
                  </a:lnTo>
                  <a:lnTo>
                    <a:pt x="4146800" y="652709"/>
                  </a:lnTo>
                  <a:lnTo>
                    <a:pt x="4164521" y="655736"/>
                  </a:lnTo>
                  <a:lnTo>
                    <a:pt x="4182242" y="658667"/>
                  </a:lnTo>
                  <a:lnTo>
                    <a:pt x="4199964" y="661474"/>
                  </a:lnTo>
                  <a:lnTo>
                    <a:pt x="4217685" y="664127"/>
                  </a:lnTo>
                  <a:lnTo>
                    <a:pt x="4235407" y="666689"/>
                  </a:lnTo>
                  <a:lnTo>
                    <a:pt x="4253128" y="669137"/>
                  </a:lnTo>
                  <a:lnTo>
                    <a:pt x="4270849" y="671437"/>
                  </a:lnTo>
                  <a:lnTo>
                    <a:pt x="4288571" y="673652"/>
                  </a:lnTo>
                  <a:lnTo>
                    <a:pt x="4306292" y="675765"/>
                  </a:lnTo>
                  <a:lnTo>
                    <a:pt x="4324013" y="677738"/>
                  </a:lnTo>
                  <a:lnTo>
                    <a:pt x="4341735" y="679632"/>
                  </a:lnTo>
                  <a:lnTo>
                    <a:pt x="4359456" y="681437"/>
                  </a:lnTo>
                  <a:lnTo>
                    <a:pt x="4377177" y="683110"/>
                  </a:lnTo>
                  <a:lnTo>
                    <a:pt x="4394899" y="684714"/>
                  </a:lnTo>
                  <a:lnTo>
                    <a:pt x="4412620" y="686239"/>
                  </a:lnTo>
                  <a:lnTo>
                    <a:pt x="4430342" y="687644"/>
                  </a:lnTo>
                  <a:lnTo>
                    <a:pt x="4448063" y="688987"/>
                  </a:lnTo>
                  <a:lnTo>
                    <a:pt x="4465784" y="690263"/>
                  </a:lnTo>
                  <a:lnTo>
                    <a:pt x="4483506" y="691430"/>
                  </a:lnTo>
                  <a:lnTo>
                    <a:pt x="4501227" y="692543"/>
                  </a:lnTo>
                  <a:lnTo>
                    <a:pt x="4518948" y="693599"/>
                  </a:lnTo>
                  <a:lnTo>
                    <a:pt x="4536670" y="694559"/>
                  </a:lnTo>
                  <a:lnTo>
                    <a:pt x="4554391" y="695472"/>
                  </a:lnTo>
                  <a:lnTo>
                    <a:pt x="4572113" y="696338"/>
                  </a:lnTo>
                  <a:lnTo>
                    <a:pt x="4589834" y="697119"/>
                  </a:lnTo>
                  <a:lnTo>
                    <a:pt x="4607555" y="697860"/>
                  </a:lnTo>
                  <a:lnTo>
                    <a:pt x="4625277" y="698561"/>
                  </a:lnTo>
                  <a:lnTo>
                    <a:pt x="4642998" y="699192"/>
                  </a:lnTo>
                  <a:lnTo>
                    <a:pt x="4660719" y="699787"/>
                  </a:lnTo>
                  <a:lnTo>
                    <a:pt x="4678441" y="700349"/>
                  </a:lnTo>
                </a:path>
              </a:pathLst>
            </a:custGeom>
            <a:ln w="542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g3132"/>
            <p:cNvSpPr/>
            <p:nvPr/>
          </p:nvSpPr>
          <p:spPr>
            <a:xfrm>
              <a:off x="2675476" y="6429917"/>
              <a:ext cx="17721" cy="6554"/>
            </a:xfrm>
            <a:custGeom>
              <a:avLst/>
              <a:pathLst>
                <a:path w="17721" h="6554">
                  <a:moveTo>
                    <a:pt x="0" y="506"/>
                  </a:moveTo>
                  <a:lnTo>
                    <a:pt x="17721" y="0"/>
                  </a:lnTo>
                  <a:lnTo>
                    <a:pt x="17721" y="6554"/>
                  </a:lnTo>
                  <a:lnTo>
                    <a:pt x="0" y="6554"/>
                  </a:lnTo>
                  <a:close/>
                </a:path>
              </a:pathLst>
            </a:custGeom>
            <a:solidFill>
              <a:srgbClr val="EFE0CF">
                <a:alpha val="100000"/>
              </a:srgbClr>
            </a:solidFill>
            <a:ln w="4762" cap="rnd">
              <a:solidFill>
                <a:srgbClr val="EFE0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g3133"/>
            <p:cNvSpPr/>
            <p:nvPr/>
          </p:nvSpPr>
          <p:spPr>
            <a:xfrm>
              <a:off x="2693197" y="6429367"/>
              <a:ext cx="17721" cy="7103"/>
            </a:xfrm>
            <a:custGeom>
              <a:avLst/>
              <a:pathLst>
                <a:path w="17721" h="7103">
                  <a:moveTo>
                    <a:pt x="0" y="549"/>
                  </a:moveTo>
                  <a:lnTo>
                    <a:pt x="17721" y="0"/>
                  </a:lnTo>
                  <a:lnTo>
                    <a:pt x="17721" y="7103"/>
                  </a:lnTo>
                  <a:lnTo>
                    <a:pt x="0" y="7103"/>
                  </a:lnTo>
                  <a:close/>
                </a:path>
              </a:pathLst>
            </a:custGeom>
            <a:solidFill>
              <a:srgbClr val="EEE0CF">
                <a:alpha val="100000"/>
              </a:srgbClr>
            </a:solidFill>
            <a:ln w="4762" cap="rnd">
              <a:solidFill>
                <a:srgbClr val="EEE0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g3134"/>
            <p:cNvSpPr/>
            <p:nvPr/>
          </p:nvSpPr>
          <p:spPr>
            <a:xfrm>
              <a:off x="2710919" y="6428788"/>
              <a:ext cx="17721" cy="7683"/>
            </a:xfrm>
            <a:custGeom>
              <a:avLst/>
              <a:pathLst>
                <a:path w="17721" h="7683">
                  <a:moveTo>
                    <a:pt x="0" y="579"/>
                  </a:moveTo>
                  <a:lnTo>
                    <a:pt x="17721" y="0"/>
                  </a:lnTo>
                  <a:lnTo>
                    <a:pt x="17721" y="7683"/>
                  </a:lnTo>
                  <a:lnTo>
                    <a:pt x="0" y="7683"/>
                  </a:lnTo>
                  <a:close/>
                </a:path>
              </a:pathLst>
            </a:custGeom>
            <a:solidFill>
              <a:srgbClr val="EEDFCF">
                <a:alpha val="100000"/>
              </a:srgbClr>
            </a:solidFill>
            <a:ln w="4762" cap="rnd">
              <a:solidFill>
                <a:srgbClr val="EED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g3135"/>
            <p:cNvSpPr/>
            <p:nvPr/>
          </p:nvSpPr>
          <p:spPr>
            <a:xfrm>
              <a:off x="2728640" y="6428168"/>
              <a:ext cx="17721" cy="8303"/>
            </a:xfrm>
            <a:custGeom>
              <a:avLst/>
              <a:pathLst>
                <a:path w="17721" h="8303">
                  <a:moveTo>
                    <a:pt x="0" y="620"/>
                  </a:moveTo>
                  <a:lnTo>
                    <a:pt x="17721" y="0"/>
                  </a:lnTo>
                  <a:lnTo>
                    <a:pt x="17721" y="8303"/>
                  </a:lnTo>
                  <a:lnTo>
                    <a:pt x="0" y="8303"/>
                  </a:lnTo>
                  <a:close/>
                </a:path>
              </a:pathLst>
            </a:custGeom>
            <a:solidFill>
              <a:srgbClr val="EEDFCE">
                <a:alpha val="100000"/>
              </a:srgbClr>
            </a:solidFill>
            <a:ln w="4762" cap="rnd">
              <a:solidFill>
                <a:srgbClr val="EEDF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g3136"/>
            <p:cNvSpPr/>
            <p:nvPr/>
          </p:nvSpPr>
          <p:spPr>
            <a:xfrm>
              <a:off x="2746361" y="6427495"/>
              <a:ext cx="17721" cy="8976"/>
            </a:xfrm>
            <a:custGeom>
              <a:avLst/>
              <a:pathLst>
                <a:path w="17721" h="8976">
                  <a:moveTo>
                    <a:pt x="0" y="672"/>
                  </a:moveTo>
                  <a:lnTo>
                    <a:pt x="17721" y="0"/>
                  </a:lnTo>
                  <a:lnTo>
                    <a:pt x="17721" y="8976"/>
                  </a:lnTo>
                  <a:lnTo>
                    <a:pt x="0" y="8976"/>
                  </a:lnTo>
                  <a:close/>
                </a:path>
              </a:pathLst>
            </a:custGeom>
            <a:solidFill>
              <a:srgbClr val="EEDECE">
                <a:alpha val="100000"/>
              </a:srgbClr>
            </a:solidFill>
            <a:ln w="4762" cap="rnd">
              <a:solidFill>
                <a:srgbClr val="EEDE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g3137"/>
            <p:cNvSpPr/>
            <p:nvPr/>
          </p:nvSpPr>
          <p:spPr>
            <a:xfrm>
              <a:off x="2764083" y="6426787"/>
              <a:ext cx="17721" cy="9683"/>
            </a:xfrm>
            <a:custGeom>
              <a:avLst/>
              <a:pathLst>
                <a:path w="17721" h="9683">
                  <a:moveTo>
                    <a:pt x="0" y="707"/>
                  </a:moveTo>
                  <a:lnTo>
                    <a:pt x="17721" y="0"/>
                  </a:lnTo>
                  <a:lnTo>
                    <a:pt x="17721" y="9683"/>
                  </a:lnTo>
                  <a:lnTo>
                    <a:pt x="0" y="9683"/>
                  </a:lnTo>
                  <a:close/>
                </a:path>
              </a:pathLst>
            </a:custGeom>
            <a:solidFill>
              <a:srgbClr val="EEDECD">
                <a:alpha val="100000"/>
              </a:srgbClr>
            </a:solidFill>
            <a:ln w="4762" cap="rnd">
              <a:solidFill>
                <a:srgbClr val="EEDEC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g3138"/>
            <p:cNvSpPr/>
            <p:nvPr/>
          </p:nvSpPr>
          <p:spPr>
            <a:xfrm>
              <a:off x="2781804" y="6426034"/>
              <a:ext cx="17721" cy="10437"/>
            </a:xfrm>
            <a:custGeom>
              <a:avLst/>
              <a:pathLst>
                <a:path w="17721" h="10437">
                  <a:moveTo>
                    <a:pt x="0" y="753"/>
                  </a:moveTo>
                  <a:lnTo>
                    <a:pt x="17721" y="0"/>
                  </a:lnTo>
                  <a:lnTo>
                    <a:pt x="17721" y="10437"/>
                  </a:lnTo>
                  <a:lnTo>
                    <a:pt x="0" y="10437"/>
                  </a:lnTo>
                  <a:close/>
                </a:path>
              </a:pathLst>
            </a:custGeom>
            <a:solidFill>
              <a:srgbClr val="EEDDCD">
                <a:alpha val="100000"/>
              </a:srgbClr>
            </a:solidFill>
            <a:ln w="4762" cap="rnd">
              <a:solidFill>
                <a:srgbClr val="EEDDC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g3139"/>
            <p:cNvSpPr/>
            <p:nvPr/>
          </p:nvSpPr>
          <p:spPr>
            <a:xfrm>
              <a:off x="2799525" y="6424361"/>
              <a:ext cx="35442" cy="12109"/>
            </a:xfrm>
            <a:custGeom>
              <a:avLst/>
              <a:pathLst>
                <a:path w="35442" h="12109">
                  <a:moveTo>
                    <a:pt x="0" y="1672"/>
                  </a:moveTo>
                  <a:lnTo>
                    <a:pt x="17721" y="856"/>
                  </a:lnTo>
                  <a:lnTo>
                    <a:pt x="35442" y="0"/>
                  </a:lnTo>
                  <a:lnTo>
                    <a:pt x="35442" y="12109"/>
                  </a:lnTo>
                  <a:lnTo>
                    <a:pt x="17721" y="12109"/>
                  </a:lnTo>
                  <a:lnTo>
                    <a:pt x="0" y="12109"/>
                  </a:lnTo>
                  <a:close/>
                </a:path>
              </a:pathLst>
            </a:custGeom>
            <a:solidFill>
              <a:srgbClr val="EDDDCC">
                <a:alpha val="100000"/>
              </a:srgbClr>
            </a:solidFill>
            <a:ln w="4762" cap="rnd">
              <a:solidFill>
                <a:srgbClr val="EDDD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g3140"/>
            <p:cNvSpPr/>
            <p:nvPr/>
          </p:nvSpPr>
          <p:spPr>
            <a:xfrm>
              <a:off x="2834968" y="6422471"/>
              <a:ext cx="35442" cy="13999"/>
            </a:xfrm>
            <a:custGeom>
              <a:avLst/>
              <a:pathLst>
                <a:path w="35442" h="13999">
                  <a:moveTo>
                    <a:pt x="0" y="1890"/>
                  </a:moveTo>
                  <a:lnTo>
                    <a:pt x="17721" y="982"/>
                  </a:lnTo>
                  <a:lnTo>
                    <a:pt x="35442" y="0"/>
                  </a:lnTo>
                  <a:lnTo>
                    <a:pt x="35442" y="13999"/>
                  </a:lnTo>
                  <a:lnTo>
                    <a:pt x="17721" y="13999"/>
                  </a:lnTo>
                  <a:lnTo>
                    <a:pt x="0" y="13999"/>
                  </a:lnTo>
                  <a:close/>
                </a:path>
              </a:pathLst>
            </a:custGeom>
            <a:solidFill>
              <a:srgbClr val="EDDCCB">
                <a:alpha val="100000"/>
              </a:srgbClr>
            </a:solidFill>
            <a:ln w="4762" cap="rnd">
              <a:solidFill>
                <a:srgbClr val="EDDC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g3141"/>
            <p:cNvSpPr/>
            <p:nvPr/>
          </p:nvSpPr>
          <p:spPr>
            <a:xfrm>
              <a:off x="2870411" y="6421443"/>
              <a:ext cx="17721" cy="15027"/>
            </a:xfrm>
            <a:custGeom>
              <a:avLst/>
              <a:pathLst>
                <a:path w="17721" h="15027">
                  <a:moveTo>
                    <a:pt x="0" y="1027"/>
                  </a:moveTo>
                  <a:lnTo>
                    <a:pt x="17721" y="0"/>
                  </a:lnTo>
                  <a:lnTo>
                    <a:pt x="17721" y="15027"/>
                  </a:lnTo>
                  <a:lnTo>
                    <a:pt x="0" y="15027"/>
                  </a:lnTo>
                  <a:close/>
                </a:path>
              </a:pathLst>
            </a:custGeom>
            <a:solidFill>
              <a:srgbClr val="EDDBCB">
                <a:alpha val="100000"/>
              </a:srgbClr>
            </a:solidFill>
            <a:ln w="4762" cap="rnd">
              <a:solidFill>
                <a:srgbClr val="EDDB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g3142"/>
            <p:cNvSpPr/>
            <p:nvPr/>
          </p:nvSpPr>
          <p:spPr>
            <a:xfrm>
              <a:off x="2888132" y="6420358"/>
              <a:ext cx="17721" cy="16112"/>
            </a:xfrm>
            <a:custGeom>
              <a:avLst/>
              <a:pathLst>
                <a:path w="17721" h="16112">
                  <a:moveTo>
                    <a:pt x="0" y="1084"/>
                  </a:moveTo>
                  <a:lnTo>
                    <a:pt x="17721" y="0"/>
                  </a:lnTo>
                  <a:lnTo>
                    <a:pt x="17721" y="16112"/>
                  </a:lnTo>
                  <a:lnTo>
                    <a:pt x="0" y="16112"/>
                  </a:lnTo>
                  <a:close/>
                </a:path>
              </a:pathLst>
            </a:custGeom>
            <a:solidFill>
              <a:srgbClr val="EDDBCA">
                <a:alpha val="100000"/>
              </a:srgbClr>
            </a:solidFill>
            <a:ln w="4762" cap="rnd">
              <a:solidFill>
                <a:srgbClr val="EDDBC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g3143"/>
            <p:cNvSpPr/>
            <p:nvPr/>
          </p:nvSpPr>
          <p:spPr>
            <a:xfrm>
              <a:off x="2905854" y="6419187"/>
              <a:ext cx="17721" cy="17284"/>
            </a:xfrm>
            <a:custGeom>
              <a:avLst/>
              <a:pathLst>
                <a:path w="17721" h="17284">
                  <a:moveTo>
                    <a:pt x="0" y="1171"/>
                  </a:moveTo>
                  <a:lnTo>
                    <a:pt x="17721" y="0"/>
                  </a:lnTo>
                  <a:lnTo>
                    <a:pt x="17721" y="17284"/>
                  </a:lnTo>
                  <a:lnTo>
                    <a:pt x="0" y="17284"/>
                  </a:lnTo>
                  <a:close/>
                </a:path>
              </a:pathLst>
            </a:custGeom>
            <a:solidFill>
              <a:srgbClr val="ECDBCA">
                <a:alpha val="100000"/>
              </a:srgbClr>
            </a:solidFill>
            <a:ln w="4762" cap="rnd">
              <a:solidFill>
                <a:srgbClr val="ECDBC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g3144"/>
            <p:cNvSpPr/>
            <p:nvPr/>
          </p:nvSpPr>
          <p:spPr>
            <a:xfrm>
              <a:off x="2923575" y="6416678"/>
              <a:ext cx="35442" cy="19793"/>
            </a:xfrm>
            <a:custGeom>
              <a:avLst/>
              <a:pathLst>
                <a:path w="35442" h="19793">
                  <a:moveTo>
                    <a:pt x="0" y="2509"/>
                  </a:moveTo>
                  <a:lnTo>
                    <a:pt x="17721" y="1285"/>
                  </a:lnTo>
                  <a:lnTo>
                    <a:pt x="35442" y="0"/>
                  </a:lnTo>
                  <a:lnTo>
                    <a:pt x="35442" y="19793"/>
                  </a:lnTo>
                  <a:lnTo>
                    <a:pt x="17721" y="19793"/>
                  </a:lnTo>
                  <a:lnTo>
                    <a:pt x="0" y="19793"/>
                  </a:lnTo>
                  <a:close/>
                </a:path>
              </a:pathLst>
            </a:custGeom>
            <a:solidFill>
              <a:srgbClr val="ECDAC9">
                <a:alpha val="100000"/>
              </a:srgbClr>
            </a:solidFill>
            <a:ln w="4762" cap="rnd">
              <a:solidFill>
                <a:srgbClr val="ECDAC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g3145"/>
            <p:cNvSpPr/>
            <p:nvPr/>
          </p:nvSpPr>
          <p:spPr>
            <a:xfrm>
              <a:off x="2959018" y="6413848"/>
              <a:ext cx="35442" cy="22623"/>
            </a:xfrm>
            <a:custGeom>
              <a:avLst/>
              <a:pathLst>
                <a:path w="35442" h="22623">
                  <a:moveTo>
                    <a:pt x="0" y="2829"/>
                  </a:moveTo>
                  <a:lnTo>
                    <a:pt x="17721" y="1444"/>
                  </a:lnTo>
                  <a:lnTo>
                    <a:pt x="35442" y="0"/>
                  </a:lnTo>
                  <a:lnTo>
                    <a:pt x="35442" y="22623"/>
                  </a:lnTo>
                  <a:lnTo>
                    <a:pt x="17721" y="22623"/>
                  </a:lnTo>
                  <a:lnTo>
                    <a:pt x="0" y="22623"/>
                  </a:lnTo>
                  <a:close/>
                </a:path>
              </a:pathLst>
            </a:custGeom>
            <a:solidFill>
              <a:srgbClr val="ECD9C8">
                <a:alpha val="100000"/>
              </a:srgbClr>
            </a:solidFill>
            <a:ln w="4762" cap="rnd">
              <a:solidFill>
                <a:srgbClr val="ECD9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g3146"/>
            <p:cNvSpPr/>
            <p:nvPr/>
          </p:nvSpPr>
          <p:spPr>
            <a:xfrm>
              <a:off x="2994461" y="6412336"/>
              <a:ext cx="17721" cy="24134"/>
            </a:xfrm>
            <a:custGeom>
              <a:avLst/>
              <a:pathLst>
                <a:path w="17721" h="24134">
                  <a:moveTo>
                    <a:pt x="0" y="1511"/>
                  </a:moveTo>
                  <a:lnTo>
                    <a:pt x="17721" y="0"/>
                  </a:lnTo>
                  <a:lnTo>
                    <a:pt x="17721" y="24134"/>
                  </a:lnTo>
                  <a:lnTo>
                    <a:pt x="0" y="24134"/>
                  </a:lnTo>
                  <a:close/>
                </a:path>
              </a:pathLst>
            </a:custGeom>
            <a:solidFill>
              <a:srgbClr val="EBD9C8">
                <a:alpha val="100000"/>
              </a:srgbClr>
            </a:solidFill>
            <a:ln w="4762" cap="rnd">
              <a:solidFill>
                <a:srgbClr val="EBD9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g3147"/>
            <p:cNvSpPr/>
            <p:nvPr/>
          </p:nvSpPr>
          <p:spPr>
            <a:xfrm>
              <a:off x="3012182" y="6409021"/>
              <a:ext cx="35442" cy="27450"/>
            </a:xfrm>
            <a:custGeom>
              <a:avLst/>
              <a:pathLst>
                <a:path w="35442" h="27450">
                  <a:moveTo>
                    <a:pt x="0" y="3315"/>
                  </a:moveTo>
                  <a:lnTo>
                    <a:pt x="17721" y="1690"/>
                  </a:lnTo>
                  <a:lnTo>
                    <a:pt x="35442" y="0"/>
                  </a:lnTo>
                  <a:lnTo>
                    <a:pt x="35442" y="27450"/>
                  </a:lnTo>
                  <a:lnTo>
                    <a:pt x="17721" y="27450"/>
                  </a:lnTo>
                  <a:lnTo>
                    <a:pt x="0" y="27450"/>
                  </a:lnTo>
                  <a:close/>
                </a:path>
              </a:pathLst>
            </a:custGeom>
            <a:solidFill>
              <a:srgbClr val="EBD8C7">
                <a:alpha val="100000"/>
              </a:srgbClr>
            </a:solidFill>
            <a:ln w="4762" cap="rnd">
              <a:solidFill>
                <a:srgbClr val="EBD8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g3148"/>
            <p:cNvSpPr/>
            <p:nvPr/>
          </p:nvSpPr>
          <p:spPr>
            <a:xfrm>
              <a:off x="3047625" y="6405367"/>
              <a:ext cx="35442" cy="31103"/>
            </a:xfrm>
            <a:custGeom>
              <a:avLst/>
              <a:pathLst>
                <a:path w="35442" h="31103">
                  <a:moveTo>
                    <a:pt x="0" y="3653"/>
                  </a:moveTo>
                  <a:lnTo>
                    <a:pt x="17721" y="1891"/>
                  </a:lnTo>
                  <a:lnTo>
                    <a:pt x="35442" y="0"/>
                  </a:lnTo>
                  <a:lnTo>
                    <a:pt x="35442" y="31103"/>
                  </a:lnTo>
                  <a:lnTo>
                    <a:pt x="17721" y="31103"/>
                  </a:lnTo>
                  <a:lnTo>
                    <a:pt x="0" y="31103"/>
                  </a:lnTo>
                  <a:close/>
                </a:path>
              </a:pathLst>
            </a:custGeom>
            <a:solidFill>
              <a:srgbClr val="EBD7C6">
                <a:alpha val="100000"/>
              </a:srgbClr>
            </a:solidFill>
            <a:ln w="4762" cap="rnd">
              <a:solidFill>
                <a:srgbClr val="EBD7C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g3149"/>
            <p:cNvSpPr/>
            <p:nvPr/>
          </p:nvSpPr>
          <p:spPr>
            <a:xfrm>
              <a:off x="3083067" y="6403404"/>
              <a:ext cx="17721" cy="33066"/>
            </a:xfrm>
            <a:custGeom>
              <a:avLst/>
              <a:pathLst>
                <a:path w="17721" h="33066">
                  <a:moveTo>
                    <a:pt x="0" y="1963"/>
                  </a:moveTo>
                  <a:lnTo>
                    <a:pt x="17721" y="0"/>
                  </a:lnTo>
                  <a:lnTo>
                    <a:pt x="17721" y="33066"/>
                  </a:lnTo>
                  <a:lnTo>
                    <a:pt x="0" y="33066"/>
                  </a:lnTo>
                  <a:close/>
                </a:path>
              </a:pathLst>
            </a:custGeom>
            <a:solidFill>
              <a:srgbClr val="EBD7C5">
                <a:alpha val="100000"/>
              </a:srgbClr>
            </a:solidFill>
            <a:ln w="4762" cap="rnd">
              <a:solidFill>
                <a:srgbClr val="EBD7C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g3150"/>
            <p:cNvSpPr/>
            <p:nvPr/>
          </p:nvSpPr>
          <p:spPr>
            <a:xfrm>
              <a:off x="3100789" y="6401366"/>
              <a:ext cx="17721" cy="35105"/>
            </a:xfrm>
            <a:custGeom>
              <a:avLst/>
              <a:pathLst>
                <a:path w="17721" h="35105">
                  <a:moveTo>
                    <a:pt x="0" y="2038"/>
                  </a:moveTo>
                  <a:lnTo>
                    <a:pt x="17721" y="0"/>
                  </a:lnTo>
                  <a:lnTo>
                    <a:pt x="17721" y="35105"/>
                  </a:lnTo>
                  <a:lnTo>
                    <a:pt x="0" y="35105"/>
                  </a:lnTo>
                  <a:close/>
                </a:path>
              </a:pathLst>
            </a:custGeom>
            <a:solidFill>
              <a:srgbClr val="EAD6C5">
                <a:alpha val="100000"/>
              </a:srgbClr>
            </a:solidFill>
            <a:ln w="4762" cap="rnd">
              <a:solidFill>
                <a:srgbClr val="EAD6C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g3151"/>
            <p:cNvSpPr/>
            <p:nvPr/>
          </p:nvSpPr>
          <p:spPr>
            <a:xfrm>
              <a:off x="3118510" y="6399183"/>
              <a:ext cx="17721" cy="37288"/>
            </a:xfrm>
            <a:custGeom>
              <a:avLst/>
              <a:pathLst>
                <a:path w="17721" h="37288">
                  <a:moveTo>
                    <a:pt x="0" y="2182"/>
                  </a:moveTo>
                  <a:lnTo>
                    <a:pt x="17721" y="0"/>
                  </a:lnTo>
                  <a:lnTo>
                    <a:pt x="17721" y="37288"/>
                  </a:lnTo>
                  <a:lnTo>
                    <a:pt x="0" y="37288"/>
                  </a:lnTo>
                  <a:close/>
                </a:path>
              </a:pathLst>
            </a:custGeom>
            <a:solidFill>
              <a:srgbClr val="EAD6C4">
                <a:alpha val="100000"/>
              </a:srgbClr>
            </a:solidFill>
            <a:ln w="4762" cap="rnd">
              <a:solidFill>
                <a:srgbClr val="EAD6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g3152"/>
            <p:cNvSpPr/>
            <p:nvPr/>
          </p:nvSpPr>
          <p:spPr>
            <a:xfrm>
              <a:off x="3136231" y="6394582"/>
              <a:ext cx="35442" cy="41889"/>
            </a:xfrm>
            <a:custGeom>
              <a:avLst/>
              <a:pathLst>
                <a:path w="35442" h="41889">
                  <a:moveTo>
                    <a:pt x="0" y="4601"/>
                  </a:moveTo>
                  <a:lnTo>
                    <a:pt x="17721" y="2339"/>
                  </a:lnTo>
                  <a:lnTo>
                    <a:pt x="35442" y="0"/>
                  </a:lnTo>
                  <a:lnTo>
                    <a:pt x="35442" y="41889"/>
                  </a:lnTo>
                  <a:lnTo>
                    <a:pt x="17721" y="41889"/>
                  </a:lnTo>
                  <a:lnTo>
                    <a:pt x="0" y="41889"/>
                  </a:lnTo>
                  <a:close/>
                </a:path>
              </a:pathLst>
            </a:custGeom>
            <a:solidFill>
              <a:srgbClr val="EAD5C4">
                <a:alpha val="100000"/>
              </a:srgbClr>
            </a:solidFill>
            <a:ln w="4762" cap="rnd">
              <a:solidFill>
                <a:srgbClr val="EAD5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g3153"/>
            <p:cNvSpPr/>
            <p:nvPr/>
          </p:nvSpPr>
          <p:spPr>
            <a:xfrm>
              <a:off x="3171674" y="6392082"/>
              <a:ext cx="17721" cy="44388"/>
            </a:xfrm>
            <a:custGeom>
              <a:avLst/>
              <a:pathLst>
                <a:path w="17721" h="44388">
                  <a:moveTo>
                    <a:pt x="0" y="2499"/>
                  </a:moveTo>
                  <a:lnTo>
                    <a:pt x="17721" y="0"/>
                  </a:lnTo>
                  <a:lnTo>
                    <a:pt x="17721" y="44388"/>
                  </a:lnTo>
                  <a:lnTo>
                    <a:pt x="0" y="44388"/>
                  </a:lnTo>
                  <a:close/>
                </a:path>
              </a:pathLst>
            </a:custGeom>
            <a:solidFill>
              <a:srgbClr val="EAD5C3">
                <a:alpha val="100000"/>
              </a:srgbClr>
            </a:solidFill>
            <a:ln w="4762" cap="rnd">
              <a:solidFill>
                <a:srgbClr val="EAD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g3154"/>
            <p:cNvSpPr/>
            <p:nvPr/>
          </p:nvSpPr>
          <p:spPr>
            <a:xfrm>
              <a:off x="3189396" y="6389498"/>
              <a:ext cx="17721" cy="46972"/>
            </a:xfrm>
            <a:custGeom>
              <a:avLst/>
              <a:pathLst>
                <a:path w="17721" h="46972">
                  <a:moveTo>
                    <a:pt x="0" y="2584"/>
                  </a:moveTo>
                  <a:lnTo>
                    <a:pt x="17721" y="0"/>
                  </a:lnTo>
                  <a:lnTo>
                    <a:pt x="17721" y="46972"/>
                  </a:lnTo>
                  <a:lnTo>
                    <a:pt x="0" y="46972"/>
                  </a:lnTo>
                  <a:close/>
                </a:path>
              </a:pathLst>
            </a:custGeom>
            <a:solidFill>
              <a:srgbClr val="EAD4C3">
                <a:alpha val="100000"/>
              </a:srgbClr>
            </a:solidFill>
            <a:ln w="4762" cap="rnd">
              <a:solidFill>
                <a:srgbClr val="EAD4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g3155"/>
            <p:cNvSpPr/>
            <p:nvPr/>
          </p:nvSpPr>
          <p:spPr>
            <a:xfrm>
              <a:off x="3207117" y="6386829"/>
              <a:ext cx="17721" cy="49641"/>
            </a:xfrm>
            <a:custGeom>
              <a:avLst/>
              <a:pathLst>
                <a:path w="17721" h="49641">
                  <a:moveTo>
                    <a:pt x="0" y="2668"/>
                  </a:moveTo>
                  <a:lnTo>
                    <a:pt x="17721" y="0"/>
                  </a:lnTo>
                  <a:lnTo>
                    <a:pt x="17721" y="49641"/>
                  </a:lnTo>
                  <a:lnTo>
                    <a:pt x="0" y="49641"/>
                  </a:lnTo>
                  <a:close/>
                </a:path>
              </a:pathLst>
            </a:custGeom>
            <a:solidFill>
              <a:srgbClr val="E9D4C2">
                <a:alpha val="100000"/>
              </a:srgbClr>
            </a:solidFill>
            <a:ln w="4762" cap="rnd">
              <a:solidFill>
                <a:srgbClr val="E9D4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g3156"/>
            <p:cNvSpPr/>
            <p:nvPr/>
          </p:nvSpPr>
          <p:spPr>
            <a:xfrm>
              <a:off x="3224838" y="6383993"/>
              <a:ext cx="17721" cy="52478"/>
            </a:xfrm>
            <a:custGeom>
              <a:avLst/>
              <a:pathLst>
                <a:path w="17721" h="52478">
                  <a:moveTo>
                    <a:pt x="0" y="2836"/>
                  </a:moveTo>
                  <a:lnTo>
                    <a:pt x="17721" y="0"/>
                  </a:lnTo>
                  <a:lnTo>
                    <a:pt x="17721" y="52478"/>
                  </a:lnTo>
                  <a:lnTo>
                    <a:pt x="0" y="52478"/>
                  </a:lnTo>
                  <a:close/>
                </a:path>
              </a:pathLst>
            </a:custGeom>
            <a:solidFill>
              <a:srgbClr val="E9D3C2">
                <a:alpha val="100000"/>
              </a:srgbClr>
            </a:solidFill>
            <a:ln w="4762" cap="rnd">
              <a:solidFill>
                <a:srgbClr val="E9D3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g3157"/>
            <p:cNvSpPr/>
            <p:nvPr/>
          </p:nvSpPr>
          <p:spPr>
            <a:xfrm>
              <a:off x="3242560" y="6381062"/>
              <a:ext cx="17721" cy="55408"/>
            </a:xfrm>
            <a:custGeom>
              <a:avLst/>
              <a:pathLst>
                <a:path w="17721" h="55408">
                  <a:moveTo>
                    <a:pt x="0" y="2930"/>
                  </a:moveTo>
                  <a:lnTo>
                    <a:pt x="17721" y="0"/>
                  </a:lnTo>
                  <a:lnTo>
                    <a:pt x="17721" y="55408"/>
                  </a:lnTo>
                  <a:lnTo>
                    <a:pt x="0" y="55408"/>
                  </a:lnTo>
                  <a:close/>
                </a:path>
              </a:pathLst>
            </a:custGeom>
            <a:solidFill>
              <a:srgbClr val="E9D3C1">
                <a:alpha val="100000"/>
              </a:srgbClr>
            </a:solidFill>
            <a:ln w="4762" cap="rnd">
              <a:solidFill>
                <a:srgbClr val="E9D3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g3158"/>
            <p:cNvSpPr/>
            <p:nvPr/>
          </p:nvSpPr>
          <p:spPr>
            <a:xfrm>
              <a:off x="3260281" y="6374846"/>
              <a:ext cx="35442" cy="61624"/>
            </a:xfrm>
            <a:custGeom>
              <a:avLst/>
              <a:pathLst>
                <a:path w="35442" h="61624">
                  <a:moveTo>
                    <a:pt x="0" y="6215"/>
                  </a:moveTo>
                  <a:lnTo>
                    <a:pt x="17721" y="3194"/>
                  </a:lnTo>
                  <a:lnTo>
                    <a:pt x="35442" y="0"/>
                  </a:lnTo>
                  <a:lnTo>
                    <a:pt x="35442" y="61624"/>
                  </a:lnTo>
                  <a:lnTo>
                    <a:pt x="17721" y="61624"/>
                  </a:lnTo>
                  <a:lnTo>
                    <a:pt x="0" y="61624"/>
                  </a:lnTo>
                  <a:close/>
                </a:path>
              </a:pathLst>
            </a:custGeom>
            <a:solidFill>
              <a:srgbClr val="E9D2C1">
                <a:alpha val="100000"/>
              </a:srgbClr>
            </a:solidFill>
            <a:ln w="4762" cap="rnd">
              <a:solidFill>
                <a:srgbClr val="E9D2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g3159"/>
            <p:cNvSpPr/>
            <p:nvPr/>
          </p:nvSpPr>
          <p:spPr>
            <a:xfrm>
              <a:off x="3295724" y="6371548"/>
              <a:ext cx="17721" cy="64922"/>
            </a:xfrm>
            <a:custGeom>
              <a:avLst/>
              <a:pathLst>
                <a:path w="17721" h="64922">
                  <a:moveTo>
                    <a:pt x="0" y="3298"/>
                  </a:moveTo>
                  <a:lnTo>
                    <a:pt x="17721" y="0"/>
                  </a:lnTo>
                  <a:lnTo>
                    <a:pt x="17721" y="64922"/>
                  </a:lnTo>
                  <a:lnTo>
                    <a:pt x="0" y="64922"/>
                  </a:lnTo>
                  <a:close/>
                </a:path>
              </a:pathLst>
            </a:custGeom>
            <a:solidFill>
              <a:srgbClr val="E8D2C0">
                <a:alpha val="100000"/>
              </a:srgbClr>
            </a:solidFill>
            <a:ln w="4762" cap="rnd">
              <a:solidFill>
                <a:srgbClr val="E8D2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g3160"/>
            <p:cNvSpPr/>
            <p:nvPr/>
          </p:nvSpPr>
          <p:spPr>
            <a:xfrm>
              <a:off x="3313445" y="6368154"/>
              <a:ext cx="17721" cy="68316"/>
            </a:xfrm>
            <a:custGeom>
              <a:avLst/>
              <a:pathLst>
                <a:path w="17721" h="68316">
                  <a:moveTo>
                    <a:pt x="0" y="3393"/>
                  </a:moveTo>
                  <a:lnTo>
                    <a:pt x="17721" y="0"/>
                  </a:lnTo>
                  <a:lnTo>
                    <a:pt x="17721" y="68316"/>
                  </a:lnTo>
                  <a:lnTo>
                    <a:pt x="0" y="68316"/>
                  </a:lnTo>
                  <a:close/>
                </a:path>
              </a:pathLst>
            </a:custGeom>
            <a:solidFill>
              <a:srgbClr val="E8D1C0">
                <a:alpha val="100000"/>
              </a:srgbClr>
            </a:solidFill>
            <a:ln w="4762" cap="rnd">
              <a:solidFill>
                <a:srgbClr val="E8D1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g3161"/>
            <p:cNvSpPr/>
            <p:nvPr/>
          </p:nvSpPr>
          <p:spPr>
            <a:xfrm>
              <a:off x="3331167" y="6364582"/>
              <a:ext cx="17721" cy="71889"/>
            </a:xfrm>
            <a:custGeom>
              <a:avLst/>
              <a:pathLst>
                <a:path w="17721" h="71889">
                  <a:moveTo>
                    <a:pt x="0" y="3572"/>
                  </a:moveTo>
                  <a:lnTo>
                    <a:pt x="17721" y="0"/>
                  </a:lnTo>
                  <a:lnTo>
                    <a:pt x="17721" y="71889"/>
                  </a:lnTo>
                  <a:lnTo>
                    <a:pt x="0" y="71889"/>
                  </a:lnTo>
                  <a:close/>
                </a:path>
              </a:pathLst>
            </a:custGeom>
            <a:solidFill>
              <a:srgbClr val="E8D1BF">
                <a:alpha val="100000"/>
              </a:srgbClr>
            </a:solidFill>
            <a:ln w="4762" cap="rnd">
              <a:solidFill>
                <a:srgbClr val="E8D1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g3162"/>
            <p:cNvSpPr/>
            <p:nvPr/>
          </p:nvSpPr>
          <p:spPr>
            <a:xfrm>
              <a:off x="3348888" y="6360897"/>
              <a:ext cx="17721" cy="75573"/>
            </a:xfrm>
            <a:custGeom>
              <a:avLst/>
              <a:pathLst>
                <a:path w="17721" h="75573">
                  <a:moveTo>
                    <a:pt x="0" y="3684"/>
                  </a:moveTo>
                  <a:lnTo>
                    <a:pt x="17721" y="0"/>
                  </a:lnTo>
                  <a:lnTo>
                    <a:pt x="17721" y="75573"/>
                  </a:lnTo>
                  <a:lnTo>
                    <a:pt x="0" y="75573"/>
                  </a:lnTo>
                  <a:close/>
                </a:path>
              </a:pathLst>
            </a:custGeom>
            <a:solidFill>
              <a:srgbClr val="E8D0BF">
                <a:alpha val="100000"/>
              </a:srgbClr>
            </a:solidFill>
            <a:ln w="4762" cap="rnd">
              <a:solidFill>
                <a:srgbClr val="E8D0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g3163"/>
            <p:cNvSpPr/>
            <p:nvPr/>
          </p:nvSpPr>
          <p:spPr>
            <a:xfrm>
              <a:off x="3366609" y="6353146"/>
              <a:ext cx="35442" cy="83324"/>
            </a:xfrm>
            <a:custGeom>
              <a:avLst/>
              <a:pathLst>
                <a:path w="35442" h="83324">
                  <a:moveTo>
                    <a:pt x="0" y="7750"/>
                  </a:moveTo>
                  <a:lnTo>
                    <a:pt x="17721" y="3965"/>
                  </a:lnTo>
                  <a:lnTo>
                    <a:pt x="35442" y="0"/>
                  </a:lnTo>
                  <a:lnTo>
                    <a:pt x="35442" y="83324"/>
                  </a:lnTo>
                  <a:lnTo>
                    <a:pt x="17721" y="83324"/>
                  </a:lnTo>
                  <a:lnTo>
                    <a:pt x="0" y="83324"/>
                  </a:lnTo>
                  <a:close/>
                </a:path>
              </a:pathLst>
            </a:custGeom>
            <a:solidFill>
              <a:srgbClr val="E8D0BE">
                <a:alpha val="100000"/>
              </a:srgbClr>
            </a:solidFill>
            <a:ln w="4762" cap="rnd">
              <a:solidFill>
                <a:srgbClr val="E8D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g3164"/>
            <p:cNvSpPr/>
            <p:nvPr/>
          </p:nvSpPr>
          <p:spPr>
            <a:xfrm>
              <a:off x="3402052" y="6349059"/>
              <a:ext cx="17721" cy="87411"/>
            </a:xfrm>
            <a:custGeom>
              <a:avLst/>
              <a:pathLst>
                <a:path w="17721" h="87411">
                  <a:moveTo>
                    <a:pt x="0" y="4086"/>
                  </a:moveTo>
                  <a:lnTo>
                    <a:pt x="17721" y="0"/>
                  </a:lnTo>
                  <a:lnTo>
                    <a:pt x="17721" y="87411"/>
                  </a:lnTo>
                  <a:lnTo>
                    <a:pt x="0" y="87411"/>
                  </a:lnTo>
                  <a:close/>
                </a:path>
              </a:pathLst>
            </a:custGeom>
            <a:solidFill>
              <a:srgbClr val="E7CFBE">
                <a:alpha val="100000"/>
              </a:srgbClr>
            </a:solidFill>
            <a:ln w="4762" cap="rnd">
              <a:solidFill>
                <a:srgbClr val="E7CF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g3165"/>
            <p:cNvSpPr/>
            <p:nvPr/>
          </p:nvSpPr>
          <p:spPr>
            <a:xfrm>
              <a:off x="3419773" y="6344869"/>
              <a:ext cx="17721" cy="91601"/>
            </a:xfrm>
            <a:custGeom>
              <a:avLst/>
              <a:pathLst>
                <a:path w="17721" h="91601">
                  <a:moveTo>
                    <a:pt x="0" y="4190"/>
                  </a:moveTo>
                  <a:lnTo>
                    <a:pt x="17721" y="0"/>
                  </a:lnTo>
                  <a:lnTo>
                    <a:pt x="17721" y="91601"/>
                  </a:lnTo>
                  <a:lnTo>
                    <a:pt x="0" y="91601"/>
                  </a:lnTo>
                  <a:close/>
                </a:path>
              </a:pathLst>
            </a:custGeom>
            <a:solidFill>
              <a:srgbClr val="E7CFBD">
                <a:alpha val="100000"/>
              </a:srgbClr>
            </a:solidFill>
            <a:ln w="4762" cap="rnd">
              <a:solidFill>
                <a:srgbClr val="E7CF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g3166"/>
            <p:cNvSpPr/>
            <p:nvPr/>
          </p:nvSpPr>
          <p:spPr>
            <a:xfrm>
              <a:off x="3437495" y="6340497"/>
              <a:ext cx="17721" cy="95974"/>
            </a:xfrm>
            <a:custGeom>
              <a:avLst/>
              <a:pathLst>
                <a:path w="17721" h="95974">
                  <a:moveTo>
                    <a:pt x="0" y="4372"/>
                  </a:moveTo>
                  <a:lnTo>
                    <a:pt x="17721" y="0"/>
                  </a:lnTo>
                  <a:lnTo>
                    <a:pt x="17721" y="95974"/>
                  </a:lnTo>
                  <a:lnTo>
                    <a:pt x="0" y="95974"/>
                  </a:lnTo>
                  <a:close/>
                </a:path>
              </a:pathLst>
            </a:custGeom>
            <a:solidFill>
              <a:srgbClr val="E7CEBD">
                <a:alpha val="100000"/>
              </a:srgbClr>
            </a:solidFill>
            <a:ln w="4762" cap="rnd">
              <a:solidFill>
                <a:srgbClr val="E7CE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g3167"/>
            <p:cNvSpPr/>
            <p:nvPr/>
          </p:nvSpPr>
          <p:spPr>
            <a:xfrm>
              <a:off x="3455216" y="6331388"/>
              <a:ext cx="35442" cy="105082"/>
            </a:xfrm>
            <a:custGeom>
              <a:avLst/>
              <a:pathLst>
                <a:path w="35442" h="105082">
                  <a:moveTo>
                    <a:pt x="0" y="9108"/>
                  </a:moveTo>
                  <a:lnTo>
                    <a:pt x="17721" y="4607"/>
                  </a:lnTo>
                  <a:lnTo>
                    <a:pt x="35442" y="0"/>
                  </a:lnTo>
                  <a:lnTo>
                    <a:pt x="35442" y="105082"/>
                  </a:lnTo>
                  <a:lnTo>
                    <a:pt x="17721" y="105082"/>
                  </a:lnTo>
                  <a:lnTo>
                    <a:pt x="0" y="105082"/>
                  </a:lnTo>
                  <a:close/>
                </a:path>
              </a:pathLst>
            </a:custGeom>
            <a:solidFill>
              <a:srgbClr val="E7CEBC">
                <a:alpha val="100000"/>
              </a:srgbClr>
            </a:solidFill>
            <a:ln w="4762" cap="rnd">
              <a:solidFill>
                <a:srgbClr val="E7CEB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g3168"/>
            <p:cNvSpPr/>
            <p:nvPr/>
          </p:nvSpPr>
          <p:spPr>
            <a:xfrm>
              <a:off x="3490659" y="6321677"/>
              <a:ext cx="35442" cy="114794"/>
            </a:xfrm>
            <a:custGeom>
              <a:avLst/>
              <a:pathLst>
                <a:path w="35442" h="114794">
                  <a:moveTo>
                    <a:pt x="0" y="9711"/>
                  </a:moveTo>
                  <a:lnTo>
                    <a:pt x="17721" y="4923"/>
                  </a:lnTo>
                  <a:lnTo>
                    <a:pt x="35442" y="0"/>
                  </a:lnTo>
                  <a:lnTo>
                    <a:pt x="35442" y="114794"/>
                  </a:lnTo>
                  <a:lnTo>
                    <a:pt x="17721" y="114794"/>
                  </a:lnTo>
                  <a:lnTo>
                    <a:pt x="0" y="114794"/>
                  </a:lnTo>
                  <a:close/>
                </a:path>
              </a:pathLst>
            </a:custGeom>
            <a:solidFill>
              <a:srgbClr val="E6CDBB">
                <a:alpha val="100000"/>
              </a:srgbClr>
            </a:solidFill>
            <a:ln w="4762" cap="rnd">
              <a:solidFill>
                <a:srgbClr val="E6CD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g3169"/>
            <p:cNvSpPr/>
            <p:nvPr/>
          </p:nvSpPr>
          <p:spPr>
            <a:xfrm>
              <a:off x="3526102" y="6316646"/>
              <a:ext cx="17721" cy="119825"/>
            </a:xfrm>
            <a:custGeom>
              <a:avLst/>
              <a:pathLst>
                <a:path w="17721" h="119825">
                  <a:moveTo>
                    <a:pt x="0" y="5030"/>
                  </a:moveTo>
                  <a:lnTo>
                    <a:pt x="17721" y="0"/>
                  </a:lnTo>
                  <a:lnTo>
                    <a:pt x="17721" y="119825"/>
                  </a:lnTo>
                  <a:lnTo>
                    <a:pt x="0" y="119825"/>
                  </a:lnTo>
                  <a:close/>
                </a:path>
              </a:pathLst>
            </a:custGeom>
            <a:solidFill>
              <a:srgbClr val="E6CCBB">
                <a:alpha val="100000"/>
              </a:srgbClr>
            </a:solidFill>
            <a:ln w="4762" cap="rnd">
              <a:solidFill>
                <a:srgbClr val="E6CC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g3170"/>
            <p:cNvSpPr/>
            <p:nvPr/>
          </p:nvSpPr>
          <p:spPr>
            <a:xfrm>
              <a:off x="3543823" y="6306087"/>
              <a:ext cx="35442" cy="130384"/>
            </a:xfrm>
            <a:custGeom>
              <a:avLst/>
              <a:pathLst>
                <a:path w="35442" h="130384">
                  <a:moveTo>
                    <a:pt x="0" y="10558"/>
                  </a:moveTo>
                  <a:lnTo>
                    <a:pt x="17721" y="5349"/>
                  </a:lnTo>
                  <a:lnTo>
                    <a:pt x="35442" y="0"/>
                  </a:lnTo>
                  <a:lnTo>
                    <a:pt x="35442" y="130384"/>
                  </a:lnTo>
                  <a:lnTo>
                    <a:pt x="17721" y="130384"/>
                  </a:lnTo>
                  <a:lnTo>
                    <a:pt x="0" y="130384"/>
                  </a:lnTo>
                  <a:close/>
                </a:path>
              </a:pathLst>
            </a:custGeom>
            <a:solidFill>
              <a:srgbClr val="E6CCBA">
                <a:alpha val="100000"/>
              </a:srgbClr>
            </a:solidFill>
            <a:ln w="4762" cap="rnd">
              <a:solidFill>
                <a:srgbClr val="E6CCB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g3171"/>
            <p:cNvSpPr/>
            <p:nvPr/>
          </p:nvSpPr>
          <p:spPr>
            <a:xfrm>
              <a:off x="3579266" y="6300629"/>
              <a:ext cx="17721" cy="135841"/>
            </a:xfrm>
            <a:custGeom>
              <a:avLst/>
              <a:pathLst>
                <a:path w="17721" h="135841">
                  <a:moveTo>
                    <a:pt x="0" y="5457"/>
                  </a:moveTo>
                  <a:lnTo>
                    <a:pt x="17721" y="0"/>
                  </a:lnTo>
                  <a:lnTo>
                    <a:pt x="17721" y="135841"/>
                  </a:lnTo>
                  <a:lnTo>
                    <a:pt x="0" y="135841"/>
                  </a:lnTo>
                  <a:close/>
                </a:path>
              </a:pathLst>
            </a:custGeom>
            <a:solidFill>
              <a:srgbClr val="E6CBB9">
                <a:alpha val="100000"/>
              </a:srgbClr>
            </a:solidFill>
            <a:ln w="4762" cap="rnd">
              <a:solidFill>
                <a:srgbClr val="E6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g3172"/>
            <p:cNvSpPr/>
            <p:nvPr/>
          </p:nvSpPr>
          <p:spPr>
            <a:xfrm>
              <a:off x="3596987" y="6294999"/>
              <a:ext cx="17721" cy="141472"/>
            </a:xfrm>
            <a:custGeom>
              <a:avLst/>
              <a:pathLst>
                <a:path w="17721" h="141472">
                  <a:moveTo>
                    <a:pt x="0" y="5630"/>
                  </a:moveTo>
                  <a:lnTo>
                    <a:pt x="17721" y="0"/>
                  </a:lnTo>
                  <a:lnTo>
                    <a:pt x="17721" y="141472"/>
                  </a:lnTo>
                  <a:lnTo>
                    <a:pt x="0" y="141472"/>
                  </a:lnTo>
                  <a:close/>
                </a:path>
              </a:pathLst>
            </a:custGeom>
            <a:solidFill>
              <a:srgbClr val="E5CBB9">
                <a:alpha val="100000"/>
              </a:srgbClr>
            </a:solidFill>
            <a:ln w="4762" cap="rnd">
              <a:solidFill>
                <a:srgbClr val="E5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g3173"/>
            <p:cNvSpPr/>
            <p:nvPr/>
          </p:nvSpPr>
          <p:spPr>
            <a:xfrm>
              <a:off x="3614708" y="6277292"/>
              <a:ext cx="53164" cy="159178"/>
            </a:xfrm>
            <a:custGeom>
              <a:avLst/>
              <a:pathLst>
                <a:path w="53164" h="159178">
                  <a:moveTo>
                    <a:pt x="0" y="17706"/>
                  </a:moveTo>
                  <a:lnTo>
                    <a:pt x="17721" y="11931"/>
                  </a:lnTo>
                  <a:lnTo>
                    <a:pt x="35442" y="6048"/>
                  </a:lnTo>
                  <a:lnTo>
                    <a:pt x="53164" y="0"/>
                  </a:lnTo>
                  <a:lnTo>
                    <a:pt x="53164" y="159178"/>
                  </a:lnTo>
                  <a:lnTo>
                    <a:pt x="35442" y="159178"/>
                  </a:lnTo>
                  <a:lnTo>
                    <a:pt x="17721" y="159178"/>
                  </a:lnTo>
                  <a:lnTo>
                    <a:pt x="0" y="159178"/>
                  </a:lnTo>
                  <a:close/>
                </a:path>
              </a:pathLst>
            </a:custGeom>
            <a:solidFill>
              <a:srgbClr val="E5CAB8">
                <a:alpha val="100000"/>
              </a:srgbClr>
            </a:solidFill>
            <a:ln w="4762" cap="rnd">
              <a:solidFill>
                <a:srgbClr val="E5CA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g3174"/>
            <p:cNvSpPr/>
            <p:nvPr/>
          </p:nvSpPr>
          <p:spPr>
            <a:xfrm>
              <a:off x="3667873" y="6271097"/>
              <a:ext cx="17721" cy="165373"/>
            </a:xfrm>
            <a:custGeom>
              <a:avLst/>
              <a:pathLst>
                <a:path w="17721" h="165373">
                  <a:moveTo>
                    <a:pt x="0" y="6195"/>
                  </a:moveTo>
                  <a:lnTo>
                    <a:pt x="17721" y="0"/>
                  </a:lnTo>
                  <a:lnTo>
                    <a:pt x="17721" y="165373"/>
                  </a:lnTo>
                  <a:lnTo>
                    <a:pt x="0" y="165373"/>
                  </a:lnTo>
                  <a:close/>
                </a:path>
              </a:pathLst>
            </a:custGeom>
            <a:solidFill>
              <a:srgbClr val="E5C9B7">
                <a:alpha val="100000"/>
              </a:srgbClr>
            </a:solidFill>
            <a:ln w="4762" cap="rnd">
              <a:solidFill>
                <a:srgbClr val="E5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g3175"/>
            <p:cNvSpPr/>
            <p:nvPr/>
          </p:nvSpPr>
          <p:spPr>
            <a:xfrm>
              <a:off x="3685594" y="6264797"/>
              <a:ext cx="17721" cy="171674"/>
            </a:xfrm>
            <a:custGeom>
              <a:avLst/>
              <a:pathLst>
                <a:path w="17721" h="171674">
                  <a:moveTo>
                    <a:pt x="0" y="6300"/>
                  </a:moveTo>
                  <a:lnTo>
                    <a:pt x="17721" y="0"/>
                  </a:lnTo>
                  <a:lnTo>
                    <a:pt x="17721" y="171674"/>
                  </a:lnTo>
                  <a:lnTo>
                    <a:pt x="0" y="171674"/>
                  </a:lnTo>
                  <a:close/>
                </a:path>
              </a:pathLst>
            </a:custGeom>
            <a:solidFill>
              <a:srgbClr val="E4C9B7">
                <a:alpha val="100000"/>
              </a:srgbClr>
            </a:solidFill>
            <a:ln w="4762" cap="rnd">
              <a:solidFill>
                <a:srgbClr val="E4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g3176"/>
            <p:cNvSpPr/>
            <p:nvPr/>
          </p:nvSpPr>
          <p:spPr>
            <a:xfrm>
              <a:off x="3703315" y="6251732"/>
              <a:ext cx="35442" cy="184738"/>
            </a:xfrm>
            <a:custGeom>
              <a:avLst/>
              <a:pathLst>
                <a:path w="35442" h="184738">
                  <a:moveTo>
                    <a:pt x="0" y="13064"/>
                  </a:moveTo>
                  <a:lnTo>
                    <a:pt x="17721" y="6605"/>
                  </a:lnTo>
                  <a:lnTo>
                    <a:pt x="35442" y="0"/>
                  </a:lnTo>
                  <a:lnTo>
                    <a:pt x="35442" y="184738"/>
                  </a:lnTo>
                  <a:lnTo>
                    <a:pt x="17721" y="184738"/>
                  </a:lnTo>
                  <a:lnTo>
                    <a:pt x="0" y="184738"/>
                  </a:lnTo>
                  <a:close/>
                </a:path>
              </a:pathLst>
            </a:custGeom>
            <a:solidFill>
              <a:srgbClr val="E4C8B6">
                <a:alpha val="100000"/>
              </a:srgbClr>
            </a:solidFill>
            <a:ln w="4762" cap="rnd">
              <a:solidFill>
                <a:srgbClr val="E4C8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g3177"/>
            <p:cNvSpPr/>
            <p:nvPr/>
          </p:nvSpPr>
          <p:spPr>
            <a:xfrm>
              <a:off x="3738758" y="6245025"/>
              <a:ext cx="17721" cy="191446"/>
            </a:xfrm>
            <a:custGeom>
              <a:avLst/>
              <a:pathLst>
                <a:path w="17721" h="191446">
                  <a:moveTo>
                    <a:pt x="0" y="6707"/>
                  </a:moveTo>
                  <a:lnTo>
                    <a:pt x="17721" y="0"/>
                  </a:lnTo>
                  <a:lnTo>
                    <a:pt x="17721" y="191446"/>
                  </a:lnTo>
                  <a:lnTo>
                    <a:pt x="0" y="191446"/>
                  </a:lnTo>
                  <a:close/>
                </a:path>
              </a:pathLst>
            </a:custGeom>
            <a:solidFill>
              <a:srgbClr val="E4C8B5">
                <a:alpha val="100000"/>
              </a:srgbClr>
            </a:solidFill>
            <a:ln w="4762" cap="rnd">
              <a:solidFill>
                <a:srgbClr val="E4C8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g3178"/>
            <p:cNvSpPr/>
            <p:nvPr/>
          </p:nvSpPr>
          <p:spPr>
            <a:xfrm>
              <a:off x="3756479" y="6238169"/>
              <a:ext cx="17721" cy="198302"/>
            </a:xfrm>
            <a:custGeom>
              <a:avLst/>
              <a:pathLst>
                <a:path w="17721" h="198302">
                  <a:moveTo>
                    <a:pt x="0" y="6856"/>
                  </a:moveTo>
                  <a:lnTo>
                    <a:pt x="17721" y="0"/>
                  </a:lnTo>
                  <a:lnTo>
                    <a:pt x="17721" y="198302"/>
                  </a:lnTo>
                  <a:lnTo>
                    <a:pt x="0" y="198302"/>
                  </a:lnTo>
                  <a:close/>
                </a:path>
              </a:pathLst>
            </a:custGeom>
            <a:solidFill>
              <a:srgbClr val="E4C7B5">
                <a:alpha val="100000"/>
              </a:srgbClr>
            </a:solidFill>
            <a:ln w="4762" cap="rnd">
              <a:solidFill>
                <a:srgbClr val="E4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g3179"/>
            <p:cNvSpPr/>
            <p:nvPr/>
          </p:nvSpPr>
          <p:spPr>
            <a:xfrm>
              <a:off x="3774201" y="6231168"/>
              <a:ext cx="17721" cy="205303"/>
            </a:xfrm>
            <a:custGeom>
              <a:avLst/>
              <a:pathLst>
                <a:path w="17721" h="205303">
                  <a:moveTo>
                    <a:pt x="0" y="7001"/>
                  </a:moveTo>
                  <a:lnTo>
                    <a:pt x="17721" y="0"/>
                  </a:lnTo>
                  <a:lnTo>
                    <a:pt x="17721" y="205303"/>
                  </a:lnTo>
                  <a:lnTo>
                    <a:pt x="0" y="205303"/>
                  </a:lnTo>
                  <a:close/>
                </a:path>
              </a:pathLst>
            </a:custGeom>
            <a:solidFill>
              <a:srgbClr val="E3C7B5">
                <a:alpha val="100000"/>
              </a:srgbClr>
            </a:solidFill>
            <a:ln w="4762" cap="rnd">
              <a:solidFill>
                <a:srgbClr val="E3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g3180"/>
            <p:cNvSpPr/>
            <p:nvPr/>
          </p:nvSpPr>
          <p:spPr>
            <a:xfrm>
              <a:off x="3791922" y="6216834"/>
              <a:ext cx="35442" cy="219637"/>
            </a:xfrm>
            <a:custGeom>
              <a:avLst/>
              <a:pathLst>
                <a:path w="35442" h="219637">
                  <a:moveTo>
                    <a:pt x="0" y="14333"/>
                  </a:moveTo>
                  <a:lnTo>
                    <a:pt x="17721" y="7235"/>
                  </a:lnTo>
                  <a:lnTo>
                    <a:pt x="35442" y="0"/>
                  </a:lnTo>
                  <a:lnTo>
                    <a:pt x="35442" y="219637"/>
                  </a:lnTo>
                  <a:lnTo>
                    <a:pt x="17721" y="219637"/>
                  </a:lnTo>
                  <a:lnTo>
                    <a:pt x="0" y="219637"/>
                  </a:lnTo>
                  <a:close/>
                </a:path>
              </a:pathLst>
            </a:custGeom>
            <a:solidFill>
              <a:srgbClr val="E3C6B4">
                <a:alpha val="100000"/>
              </a:srgbClr>
            </a:solidFill>
            <a:ln w="4762" cap="rnd">
              <a:solidFill>
                <a:srgbClr val="E3C6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g3181"/>
            <p:cNvSpPr/>
            <p:nvPr/>
          </p:nvSpPr>
          <p:spPr>
            <a:xfrm>
              <a:off x="3827365" y="6209457"/>
              <a:ext cx="17721" cy="227014"/>
            </a:xfrm>
            <a:custGeom>
              <a:avLst/>
              <a:pathLst>
                <a:path w="17721" h="227014">
                  <a:moveTo>
                    <a:pt x="0" y="7377"/>
                  </a:moveTo>
                  <a:lnTo>
                    <a:pt x="17721" y="0"/>
                  </a:lnTo>
                  <a:lnTo>
                    <a:pt x="17721" y="227014"/>
                  </a:lnTo>
                  <a:lnTo>
                    <a:pt x="0" y="227014"/>
                  </a:lnTo>
                  <a:close/>
                </a:path>
              </a:pathLst>
            </a:custGeom>
            <a:solidFill>
              <a:srgbClr val="E3C6B3">
                <a:alpha val="100000"/>
              </a:srgbClr>
            </a:solidFill>
            <a:ln w="4762" cap="rnd">
              <a:solidFill>
                <a:srgbClr val="E3C6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g3182"/>
            <p:cNvSpPr/>
            <p:nvPr/>
          </p:nvSpPr>
          <p:spPr>
            <a:xfrm>
              <a:off x="3845086" y="6201988"/>
              <a:ext cx="17721" cy="234482"/>
            </a:xfrm>
            <a:custGeom>
              <a:avLst/>
              <a:pathLst>
                <a:path w="17721" h="234482">
                  <a:moveTo>
                    <a:pt x="0" y="7468"/>
                  </a:moveTo>
                  <a:lnTo>
                    <a:pt x="17721" y="0"/>
                  </a:lnTo>
                  <a:lnTo>
                    <a:pt x="17721" y="234482"/>
                  </a:lnTo>
                  <a:lnTo>
                    <a:pt x="0" y="234482"/>
                  </a:lnTo>
                  <a:close/>
                </a:path>
              </a:pathLst>
            </a:custGeom>
            <a:solidFill>
              <a:srgbClr val="E3C5B3">
                <a:alpha val="100000"/>
              </a:srgbClr>
            </a:solidFill>
            <a:ln w="4762" cap="rnd">
              <a:solidFill>
                <a:srgbClr val="E3C5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g3183"/>
            <p:cNvSpPr/>
            <p:nvPr/>
          </p:nvSpPr>
          <p:spPr>
            <a:xfrm>
              <a:off x="3862808" y="6194395"/>
              <a:ext cx="17721" cy="242075"/>
            </a:xfrm>
            <a:custGeom>
              <a:avLst/>
              <a:pathLst>
                <a:path w="17721" h="242075">
                  <a:moveTo>
                    <a:pt x="0" y="7593"/>
                  </a:moveTo>
                  <a:lnTo>
                    <a:pt x="17721" y="0"/>
                  </a:lnTo>
                  <a:lnTo>
                    <a:pt x="17721" y="242075"/>
                  </a:lnTo>
                  <a:lnTo>
                    <a:pt x="0" y="242075"/>
                  </a:lnTo>
                  <a:close/>
                </a:path>
              </a:pathLst>
            </a:custGeom>
            <a:solidFill>
              <a:srgbClr val="E3C5B2">
                <a:alpha val="100000"/>
              </a:srgbClr>
            </a:solidFill>
            <a:ln w="4762" cap="rnd">
              <a:solidFill>
                <a:srgbClr val="E3C5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g3184"/>
            <p:cNvSpPr/>
            <p:nvPr/>
          </p:nvSpPr>
          <p:spPr>
            <a:xfrm>
              <a:off x="3880529" y="6178854"/>
              <a:ext cx="35442" cy="257616"/>
            </a:xfrm>
            <a:custGeom>
              <a:avLst/>
              <a:pathLst>
                <a:path w="35442" h="257616">
                  <a:moveTo>
                    <a:pt x="0" y="15540"/>
                  </a:moveTo>
                  <a:lnTo>
                    <a:pt x="17721" y="7812"/>
                  </a:lnTo>
                  <a:lnTo>
                    <a:pt x="35442" y="0"/>
                  </a:lnTo>
                  <a:lnTo>
                    <a:pt x="35442" y="257616"/>
                  </a:lnTo>
                  <a:lnTo>
                    <a:pt x="17721" y="257616"/>
                  </a:lnTo>
                  <a:lnTo>
                    <a:pt x="0" y="257616"/>
                  </a:lnTo>
                  <a:close/>
                </a:path>
              </a:pathLst>
            </a:custGeom>
            <a:solidFill>
              <a:srgbClr val="E2C4B2">
                <a:alpha val="100000"/>
              </a:srgbClr>
            </a:solidFill>
            <a:ln w="4762" cap="rnd">
              <a:solidFill>
                <a:srgbClr val="E2C4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g3185"/>
            <p:cNvSpPr/>
            <p:nvPr/>
          </p:nvSpPr>
          <p:spPr>
            <a:xfrm>
              <a:off x="3915972" y="6170931"/>
              <a:ext cx="17721" cy="265540"/>
            </a:xfrm>
            <a:custGeom>
              <a:avLst/>
              <a:pathLst>
                <a:path w="17721" h="265540">
                  <a:moveTo>
                    <a:pt x="0" y="7923"/>
                  </a:moveTo>
                  <a:lnTo>
                    <a:pt x="17721" y="0"/>
                  </a:lnTo>
                  <a:lnTo>
                    <a:pt x="17721" y="265540"/>
                  </a:lnTo>
                  <a:lnTo>
                    <a:pt x="0" y="265540"/>
                  </a:lnTo>
                  <a:close/>
                </a:path>
              </a:pathLst>
            </a:custGeom>
            <a:solidFill>
              <a:srgbClr val="E2C4B1">
                <a:alpha val="100000"/>
              </a:srgbClr>
            </a:solidFill>
            <a:ln w="4762" cap="rnd">
              <a:solidFill>
                <a:srgbClr val="E2C4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g3186"/>
            <p:cNvSpPr/>
            <p:nvPr/>
          </p:nvSpPr>
          <p:spPr>
            <a:xfrm>
              <a:off x="3933693" y="6162881"/>
              <a:ext cx="17721" cy="273590"/>
            </a:xfrm>
            <a:custGeom>
              <a:avLst/>
              <a:pathLst>
                <a:path w="17721" h="273590">
                  <a:moveTo>
                    <a:pt x="0" y="8050"/>
                  </a:moveTo>
                  <a:lnTo>
                    <a:pt x="17721" y="0"/>
                  </a:lnTo>
                  <a:lnTo>
                    <a:pt x="17721" y="273590"/>
                  </a:lnTo>
                  <a:lnTo>
                    <a:pt x="0" y="273590"/>
                  </a:lnTo>
                  <a:close/>
                </a:path>
              </a:pathLst>
            </a:custGeom>
            <a:solidFill>
              <a:srgbClr val="E2C3B1">
                <a:alpha val="100000"/>
              </a:srgbClr>
            </a:solidFill>
            <a:ln w="4762" cap="rnd">
              <a:solidFill>
                <a:srgbClr val="E2C3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g3187"/>
            <p:cNvSpPr/>
            <p:nvPr/>
          </p:nvSpPr>
          <p:spPr>
            <a:xfrm>
              <a:off x="3951414" y="6154755"/>
              <a:ext cx="17721" cy="281716"/>
            </a:xfrm>
            <a:custGeom>
              <a:avLst/>
              <a:pathLst>
                <a:path w="17721" h="281716">
                  <a:moveTo>
                    <a:pt x="0" y="8125"/>
                  </a:moveTo>
                  <a:lnTo>
                    <a:pt x="17721" y="0"/>
                  </a:lnTo>
                  <a:lnTo>
                    <a:pt x="17721" y="281716"/>
                  </a:lnTo>
                  <a:lnTo>
                    <a:pt x="0" y="281716"/>
                  </a:lnTo>
                  <a:close/>
                </a:path>
              </a:pathLst>
            </a:custGeom>
            <a:solidFill>
              <a:srgbClr val="E2C3B0">
                <a:alpha val="100000"/>
              </a:srgbClr>
            </a:solidFill>
            <a:ln w="4762" cap="rnd">
              <a:solidFill>
                <a:srgbClr val="E2C3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g3188"/>
            <p:cNvSpPr/>
            <p:nvPr/>
          </p:nvSpPr>
          <p:spPr>
            <a:xfrm>
              <a:off x="3969136" y="6146533"/>
              <a:ext cx="17721" cy="289938"/>
            </a:xfrm>
            <a:custGeom>
              <a:avLst/>
              <a:pathLst>
                <a:path w="17721" h="289938">
                  <a:moveTo>
                    <a:pt x="0" y="8222"/>
                  </a:moveTo>
                  <a:lnTo>
                    <a:pt x="17721" y="0"/>
                  </a:lnTo>
                  <a:lnTo>
                    <a:pt x="17721" y="289938"/>
                  </a:lnTo>
                  <a:lnTo>
                    <a:pt x="0" y="289938"/>
                  </a:lnTo>
                  <a:close/>
                </a:path>
              </a:pathLst>
            </a:custGeom>
            <a:solidFill>
              <a:srgbClr val="E1C2B0">
                <a:alpha val="100000"/>
              </a:srgbClr>
            </a:solidFill>
            <a:ln w="4762" cap="rnd">
              <a:solidFill>
                <a:srgbClr val="E1C2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g3189"/>
            <p:cNvSpPr/>
            <p:nvPr/>
          </p:nvSpPr>
          <p:spPr>
            <a:xfrm>
              <a:off x="3986857" y="6138196"/>
              <a:ext cx="17721" cy="298275"/>
            </a:xfrm>
            <a:custGeom>
              <a:avLst/>
              <a:pathLst>
                <a:path w="17721" h="298275">
                  <a:moveTo>
                    <a:pt x="0" y="8336"/>
                  </a:moveTo>
                  <a:lnTo>
                    <a:pt x="17721" y="0"/>
                  </a:lnTo>
                  <a:lnTo>
                    <a:pt x="17721" y="298275"/>
                  </a:lnTo>
                  <a:lnTo>
                    <a:pt x="0" y="298275"/>
                  </a:lnTo>
                  <a:close/>
                </a:path>
              </a:pathLst>
            </a:custGeom>
            <a:solidFill>
              <a:srgbClr val="E1C2AF">
                <a:alpha val="100000"/>
              </a:srgbClr>
            </a:solidFill>
            <a:ln w="4762" cap="rnd">
              <a:solidFill>
                <a:srgbClr val="E1C2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g3190"/>
            <p:cNvSpPr/>
            <p:nvPr/>
          </p:nvSpPr>
          <p:spPr>
            <a:xfrm>
              <a:off x="4004579" y="6121310"/>
              <a:ext cx="35442" cy="315161"/>
            </a:xfrm>
            <a:custGeom>
              <a:avLst/>
              <a:pathLst>
                <a:path w="35442" h="315161">
                  <a:moveTo>
                    <a:pt x="0" y="16886"/>
                  </a:moveTo>
                  <a:lnTo>
                    <a:pt x="17721" y="8483"/>
                  </a:lnTo>
                  <a:lnTo>
                    <a:pt x="35442" y="0"/>
                  </a:lnTo>
                  <a:lnTo>
                    <a:pt x="35442" y="315161"/>
                  </a:lnTo>
                  <a:lnTo>
                    <a:pt x="17721" y="315161"/>
                  </a:lnTo>
                  <a:lnTo>
                    <a:pt x="0" y="315161"/>
                  </a:lnTo>
                  <a:close/>
                </a:path>
              </a:pathLst>
            </a:custGeom>
            <a:solidFill>
              <a:srgbClr val="E1C1AF">
                <a:alpha val="100000"/>
              </a:srgbClr>
            </a:solidFill>
            <a:ln w="4762" cap="rnd">
              <a:solidFill>
                <a:srgbClr val="E1C1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g3191"/>
            <p:cNvSpPr/>
            <p:nvPr/>
          </p:nvSpPr>
          <p:spPr>
            <a:xfrm>
              <a:off x="4040021" y="6112726"/>
              <a:ext cx="17721" cy="323744"/>
            </a:xfrm>
            <a:custGeom>
              <a:avLst/>
              <a:pathLst>
                <a:path w="17721" h="323744">
                  <a:moveTo>
                    <a:pt x="0" y="8583"/>
                  </a:moveTo>
                  <a:lnTo>
                    <a:pt x="17721" y="0"/>
                  </a:lnTo>
                  <a:lnTo>
                    <a:pt x="17721" y="323744"/>
                  </a:lnTo>
                  <a:lnTo>
                    <a:pt x="0" y="323744"/>
                  </a:lnTo>
                  <a:close/>
                </a:path>
              </a:pathLst>
            </a:custGeom>
            <a:solidFill>
              <a:srgbClr val="E1C1AE">
                <a:alpha val="100000"/>
              </a:srgbClr>
            </a:solidFill>
            <a:ln w="4762" cap="rnd">
              <a:solidFill>
                <a:srgbClr val="E1C1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g3192"/>
            <p:cNvSpPr/>
            <p:nvPr/>
          </p:nvSpPr>
          <p:spPr>
            <a:xfrm>
              <a:off x="4057743" y="6104089"/>
              <a:ext cx="17721" cy="332382"/>
            </a:xfrm>
            <a:custGeom>
              <a:avLst/>
              <a:pathLst>
                <a:path w="17721" h="332382">
                  <a:moveTo>
                    <a:pt x="0" y="8637"/>
                  </a:moveTo>
                  <a:lnTo>
                    <a:pt x="17721" y="0"/>
                  </a:lnTo>
                  <a:lnTo>
                    <a:pt x="17721" y="332382"/>
                  </a:lnTo>
                  <a:lnTo>
                    <a:pt x="0" y="332382"/>
                  </a:lnTo>
                  <a:close/>
                </a:path>
              </a:pathLst>
            </a:custGeom>
            <a:solidFill>
              <a:srgbClr val="E0C0AE">
                <a:alpha val="100000"/>
              </a:srgbClr>
            </a:solidFill>
            <a:ln w="4762" cap="rnd">
              <a:solidFill>
                <a:srgbClr val="E0C0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g3193"/>
            <p:cNvSpPr/>
            <p:nvPr/>
          </p:nvSpPr>
          <p:spPr>
            <a:xfrm>
              <a:off x="4075464" y="6095387"/>
              <a:ext cx="17721" cy="341084"/>
            </a:xfrm>
            <a:custGeom>
              <a:avLst/>
              <a:pathLst>
                <a:path w="17721" h="341084">
                  <a:moveTo>
                    <a:pt x="0" y="8702"/>
                  </a:moveTo>
                  <a:lnTo>
                    <a:pt x="17721" y="0"/>
                  </a:lnTo>
                  <a:lnTo>
                    <a:pt x="17721" y="341084"/>
                  </a:lnTo>
                  <a:lnTo>
                    <a:pt x="0" y="341084"/>
                  </a:lnTo>
                  <a:close/>
                </a:path>
              </a:pathLst>
            </a:custGeom>
            <a:solidFill>
              <a:srgbClr val="E0C0AD">
                <a:alpha val="100000"/>
              </a:srgbClr>
            </a:solidFill>
            <a:ln w="4762" cap="rnd">
              <a:solidFill>
                <a:srgbClr val="E0C0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g3194"/>
            <p:cNvSpPr/>
            <p:nvPr/>
          </p:nvSpPr>
          <p:spPr>
            <a:xfrm>
              <a:off x="4093185" y="6086603"/>
              <a:ext cx="17721" cy="349867"/>
            </a:xfrm>
            <a:custGeom>
              <a:avLst/>
              <a:pathLst>
                <a:path w="17721" h="349867">
                  <a:moveTo>
                    <a:pt x="0" y="8783"/>
                  </a:moveTo>
                  <a:lnTo>
                    <a:pt x="17721" y="0"/>
                  </a:lnTo>
                  <a:lnTo>
                    <a:pt x="17721" y="349867"/>
                  </a:lnTo>
                  <a:lnTo>
                    <a:pt x="0" y="349867"/>
                  </a:lnTo>
                  <a:close/>
                </a:path>
              </a:pathLst>
            </a:custGeom>
            <a:solidFill>
              <a:srgbClr val="E0BFAD">
                <a:alpha val="100000"/>
              </a:srgbClr>
            </a:solidFill>
            <a:ln w="4762" cap="rnd">
              <a:solidFill>
                <a:srgbClr val="E0BF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g3195"/>
            <p:cNvSpPr/>
            <p:nvPr/>
          </p:nvSpPr>
          <p:spPr>
            <a:xfrm>
              <a:off x="4110907" y="6068906"/>
              <a:ext cx="35442" cy="367564"/>
            </a:xfrm>
            <a:custGeom>
              <a:avLst/>
              <a:pathLst>
                <a:path w="35442" h="367564">
                  <a:moveTo>
                    <a:pt x="0" y="17696"/>
                  </a:moveTo>
                  <a:lnTo>
                    <a:pt x="17721" y="8871"/>
                  </a:lnTo>
                  <a:lnTo>
                    <a:pt x="35442" y="0"/>
                  </a:lnTo>
                  <a:lnTo>
                    <a:pt x="35442" y="367564"/>
                  </a:lnTo>
                  <a:lnTo>
                    <a:pt x="17721" y="367564"/>
                  </a:lnTo>
                  <a:lnTo>
                    <a:pt x="0" y="367564"/>
                  </a:lnTo>
                  <a:close/>
                </a:path>
              </a:pathLst>
            </a:custGeom>
            <a:solidFill>
              <a:srgbClr val="E0BFAC">
                <a:alpha val="100000"/>
              </a:srgbClr>
            </a:solidFill>
            <a:ln w="4762" cap="rnd">
              <a:solidFill>
                <a:srgbClr val="E0BF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g3196"/>
            <p:cNvSpPr/>
            <p:nvPr/>
          </p:nvSpPr>
          <p:spPr>
            <a:xfrm>
              <a:off x="4146349" y="6059975"/>
              <a:ext cx="17721" cy="376495"/>
            </a:xfrm>
            <a:custGeom>
              <a:avLst/>
              <a:pathLst>
                <a:path w="17721" h="376495">
                  <a:moveTo>
                    <a:pt x="0" y="8930"/>
                  </a:moveTo>
                  <a:lnTo>
                    <a:pt x="17721" y="0"/>
                  </a:lnTo>
                  <a:lnTo>
                    <a:pt x="17721" y="376495"/>
                  </a:lnTo>
                  <a:lnTo>
                    <a:pt x="0" y="376495"/>
                  </a:lnTo>
                  <a:close/>
                </a:path>
              </a:pathLst>
            </a:custGeom>
            <a:solidFill>
              <a:srgbClr val="DFBEAC">
                <a:alpha val="100000"/>
              </a:srgbClr>
            </a:solidFill>
            <a:ln w="4762" cap="rnd">
              <a:solidFill>
                <a:srgbClr val="DFBE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g3197"/>
            <p:cNvSpPr/>
            <p:nvPr/>
          </p:nvSpPr>
          <p:spPr>
            <a:xfrm>
              <a:off x="4164071" y="6051018"/>
              <a:ext cx="17721" cy="385453"/>
            </a:xfrm>
            <a:custGeom>
              <a:avLst/>
              <a:pathLst>
                <a:path w="17721" h="385453">
                  <a:moveTo>
                    <a:pt x="0" y="8957"/>
                  </a:moveTo>
                  <a:lnTo>
                    <a:pt x="17721" y="0"/>
                  </a:lnTo>
                  <a:lnTo>
                    <a:pt x="17721" y="385453"/>
                  </a:lnTo>
                  <a:lnTo>
                    <a:pt x="0" y="385453"/>
                  </a:lnTo>
                  <a:close/>
                </a:path>
              </a:pathLst>
            </a:custGeom>
            <a:solidFill>
              <a:srgbClr val="DFBEAB">
                <a:alpha val="100000"/>
              </a:srgbClr>
            </a:solidFill>
            <a:ln w="4762" cap="rnd">
              <a:solidFill>
                <a:srgbClr val="DFBE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g3198"/>
            <p:cNvSpPr/>
            <p:nvPr/>
          </p:nvSpPr>
          <p:spPr>
            <a:xfrm>
              <a:off x="4181792" y="6042031"/>
              <a:ext cx="17721" cy="394440"/>
            </a:xfrm>
            <a:custGeom>
              <a:avLst/>
              <a:pathLst>
                <a:path w="17721" h="394440">
                  <a:moveTo>
                    <a:pt x="0" y="8986"/>
                  </a:moveTo>
                  <a:lnTo>
                    <a:pt x="17721" y="0"/>
                  </a:lnTo>
                  <a:lnTo>
                    <a:pt x="17721" y="394440"/>
                  </a:lnTo>
                  <a:lnTo>
                    <a:pt x="0" y="394440"/>
                  </a:lnTo>
                  <a:close/>
                </a:path>
              </a:pathLst>
            </a:custGeom>
            <a:solidFill>
              <a:srgbClr val="DFBDAB">
                <a:alpha val="100000"/>
              </a:srgbClr>
            </a:solidFill>
            <a:ln w="4762" cap="rnd">
              <a:solidFill>
                <a:srgbClr val="DFBD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g3199"/>
            <p:cNvSpPr/>
            <p:nvPr/>
          </p:nvSpPr>
          <p:spPr>
            <a:xfrm>
              <a:off x="4199514" y="6023981"/>
              <a:ext cx="35442" cy="412489"/>
            </a:xfrm>
            <a:custGeom>
              <a:avLst/>
              <a:pathLst>
                <a:path w="35442" h="412489">
                  <a:moveTo>
                    <a:pt x="0" y="18049"/>
                  </a:moveTo>
                  <a:lnTo>
                    <a:pt x="17721" y="9029"/>
                  </a:lnTo>
                  <a:lnTo>
                    <a:pt x="35442" y="0"/>
                  </a:lnTo>
                  <a:lnTo>
                    <a:pt x="35442" y="412489"/>
                  </a:lnTo>
                  <a:lnTo>
                    <a:pt x="17721" y="412489"/>
                  </a:lnTo>
                  <a:lnTo>
                    <a:pt x="0" y="412489"/>
                  </a:lnTo>
                  <a:close/>
                </a:path>
              </a:pathLst>
            </a:custGeom>
            <a:solidFill>
              <a:srgbClr val="DFBDAA">
                <a:alpha val="100000"/>
              </a:srgbClr>
            </a:solidFill>
            <a:ln w="4762" cap="rnd">
              <a:solidFill>
                <a:srgbClr val="DFBD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g3200"/>
            <p:cNvSpPr/>
            <p:nvPr/>
          </p:nvSpPr>
          <p:spPr>
            <a:xfrm>
              <a:off x="4234956" y="6014941"/>
              <a:ext cx="17721" cy="421529"/>
            </a:xfrm>
            <a:custGeom>
              <a:avLst/>
              <a:pathLst>
                <a:path w="17721" h="421529">
                  <a:moveTo>
                    <a:pt x="0" y="9040"/>
                  </a:moveTo>
                  <a:lnTo>
                    <a:pt x="17721" y="0"/>
                  </a:lnTo>
                  <a:lnTo>
                    <a:pt x="17721" y="421529"/>
                  </a:lnTo>
                  <a:lnTo>
                    <a:pt x="0" y="421529"/>
                  </a:lnTo>
                  <a:close/>
                </a:path>
              </a:pathLst>
            </a:custGeom>
            <a:solidFill>
              <a:srgbClr val="DFBCA9">
                <a:alpha val="100000"/>
              </a:srgbClr>
            </a:solidFill>
            <a:ln w="4762" cap="rnd">
              <a:solidFill>
                <a:srgbClr val="DF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g3201"/>
            <p:cNvSpPr/>
            <p:nvPr/>
          </p:nvSpPr>
          <p:spPr>
            <a:xfrm>
              <a:off x="4252678" y="6005900"/>
              <a:ext cx="17721" cy="430571"/>
            </a:xfrm>
            <a:custGeom>
              <a:avLst/>
              <a:pathLst>
                <a:path w="17721" h="430571">
                  <a:moveTo>
                    <a:pt x="0" y="9041"/>
                  </a:moveTo>
                  <a:lnTo>
                    <a:pt x="17721" y="0"/>
                  </a:lnTo>
                  <a:lnTo>
                    <a:pt x="17721" y="430571"/>
                  </a:lnTo>
                  <a:lnTo>
                    <a:pt x="0" y="430571"/>
                  </a:lnTo>
                  <a:close/>
                </a:path>
              </a:pathLst>
            </a:custGeom>
            <a:solidFill>
              <a:srgbClr val="DEBCA9">
                <a:alpha val="100000"/>
              </a:srgbClr>
            </a:solidFill>
            <a:ln w="4762" cap="rnd">
              <a:solidFill>
                <a:srgbClr val="DE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g3202"/>
            <p:cNvSpPr/>
            <p:nvPr/>
          </p:nvSpPr>
          <p:spPr>
            <a:xfrm>
              <a:off x="4270399" y="5996866"/>
              <a:ext cx="17721" cy="439604"/>
            </a:xfrm>
            <a:custGeom>
              <a:avLst/>
              <a:pathLst>
                <a:path w="17721" h="439604">
                  <a:moveTo>
                    <a:pt x="0" y="9033"/>
                  </a:moveTo>
                  <a:lnTo>
                    <a:pt x="17721" y="0"/>
                  </a:lnTo>
                  <a:lnTo>
                    <a:pt x="17721" y="439604"/>
                  </a:lnTo>
                  <a:lnTo>
                    <a:pt x="0" y="439604"/>
                  </a:lnTo>
                  <a:close/>
                </a:path>
              </a:pathLst>
            </a:custGeom>
            <a:solidFill>
              <a:srgbClr val="DEBBA9">
                <a:alpha val="100000"/>
              </a:srgbClr>
            </a:solidFill>
            <a:ln w="4762" cap="rnd">
              <a:solidFill>
                <a:srgbClr val="DEBB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g3203"/>
            <p:cNvSpPr/>
            <p:nvPr/>
          </p:nvSpPr>
          <p:spPr>
            <a:xfrm>
              <a:off x="4288120" y="5978851"/>
              <a:ext cx="35442" cy="457619"/>
            </a:xfrm>
            <a:custGeom>
              <a:avLst/>
              <a:pathLst>
                <a:path w="35442" h="457619">
                  <a:moveTo>
                    <a:pt x="0" y="18014"/>
                  </a:moveTo>
                  <a:lnTo>
                    <a:pt x="17721" y="8990"/>
                  </a:lnTo>
                  <a:lnTo>
                    <a:pt x="35442" y="0"/>
                  </a:lnTo>
                  <a:lnTo>
                    <a:pt x="35442" y="457619"/>
                  </a:lnTo>
                  <a:lnTo>
                    <a:pt x="17721" y="457619"/>
                  </a:lnTo>
                  <a:lnTo>
                    <a:pt x="0" y="457619"/>
                  </a:lnTo>
                  <a:close/>
                </a:path>
              </a:pathLst>
            </a:custGeom>
            <a:solidFill>
              <a:srgbClr val="DEBBA8">
                <a:alpha val="100000"/>
              </a:srgbClr>
            </a:solidFill>
            <a:ln w="4762" cap="rnd">
              <a:solidFill>
                <a:srgbClr val="DEBBA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g3204"/>
            <p:cNvSpPr/>
            <p:nvPr/>
          </p:nvSpPr>
          <p:spPr>
            <a:xfrm>
              <a:off x="4323563" y="5969889"/>
              <a:ext cx="17721" cy="466581"/>
            </a:xfrm>
            <a:custGeom>
              <a:avLst/>
              <a:pathLst>
                <a:path w="17721" h="466581">
                  <a:moveTo>
                    <a:pt x="0" y="8962"/>
                  </a:moveTo>
                  <a:lnTo>
                    <a:pt x="17721" y="0"/>
                  </a:lnTo>
                  <a:lnTo>
                    <a:pt x="17721" y="466581"/>
                  </a:lnTo>
                  <a:lnTo>
                    <a:pt x="0" y="466581"/>
                  </a:lnTo>
                  <a:close/>
                </a:path>
              </a:pathLst>
            </a:custGeom>
            <a:solidFill>
              <a:srgbClr val="DEBAA7">
                <a:alpha val="100000"/>
              </a:srgbClr>
            </a:solidFill>
            <a:ln w="4762" cap="rnd">
              <a:solidFill>
                <a:srgbClr val="DE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g3205"/>
            <p:cNvSpPr/>
            <p:nvPr/>
          </p:nvSpPr>
          <p:spPr>
            <a:xfrm>
              <a:off x="4341285" y="5960955"/>
              <a:ext cx="17721" cy="475515"/>
            </a:xfrm>
            <a:custGeom>
              <a:avLst/>
              <a:pathLst>
                <a:path w="17721" h="475515">
                  <a:moveTo>
                    <a:pt x="0" y="8933"/>
                  </a:moveTo>
                  <a:lnTo>
                    <a:pt x="17721" y="0"/>
                  </a:lnTo>
                  <a:lnTo>
                    <a:pt x="17721" y="475515"/>
                  </a:lnTo>
                  <a:lnTo>
                    <a:pt x="0" y="475515"/>
                  </a:lnTo>
                  <a:close/>
                </a:path>
              </a:pathLst>
            </a:custGeom>
            <a:solidFill>
              <a:srgbClr val="DDBAA7">
                <a:alpha val="100000"/>
              </a:srgbClr>
            </a:solidFill>
            <a:ln w="4762" cap="rnd">
              <a:solidFill>
                <a:srgbClr val="DD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g3206"/>
            <p:cNvSpPr/>
            <p:nvPr/>
          </p:nvSpPr>
          <p:spPr>
            <a:xfrm>
              <a:off x="4359006" y="5952098"/>
              <a:ext cx="17721" cy="484373"/>
            </a:xfrm>
            <a:custGeom>
              <a:avLst/>
              <a:pathLst>
                <a:path w="17721" h="484373">
                  <a:moveTo>
                    <a:pt x="0" y="8857"/>
                  </a:moveTo>
                  <a:lnTo>
                    <a:pt x="17721" y="0"/>
                  </a:lnTo>
                  <a:lnTo>
                    <a:pt x="17721" y="484373"/>
                  </a:lnTo>
                  <a:lnTo>
                    <a:pt x="0" y="484373"/>
                  </a:lnTo>
                  <a:close/>
                </a:path>
              </a:pathLst>
            </a:custGeom>
            <a:solidFill>
              <a:srgbClr val="DDB9A7">
                <a:alpha val="100000"/>
              </a:srgbClr>
            </a:solidFill>
            <a:ln w="4762" cap="rnd">
              <a:solidFill>
                <a:srgbClr val="DDB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g3207"/>
            <p:cNvSpPr/>
            <p:nvPr/>
          </p:nvSpPr>
          <p:spPr>
            <a:xfrm>
              <a:off x="4376727" y="5934533"/>
              <a:ext cx="35442" cy="501937"/>
            </a:xfrm>
            <a:custGeom>
              <a:avLst/>
              <a:pathLst>
                <a:path w="35442" h="501937">
                  <a:moveTo>
                    <a:pt x="0" y="17564"/>
                  </a:moveTo>
                  <a:lnTo>
                    <a:pt x="17721" y="8757"/>
                  </a:lnTo>
                  <a:lnTo>
                    <a:pt x="35442" y="0"/>
                  </a:lnTo>
                  <a:lnTo>
                    <a:pt x="35442" y="501937"/>
                  </a:lnTo>
                  <a:lnTo>
                    <a:pt x="17721" y="501937"/>
                  </a:lnTo>
                  <a:lnTo>
                    <a:pt x="0" y="501937"/>
                  </a:lnTo>
                  <a:close/>
                </a:path>
              </a:pathLst>
            </a:custGeom>
            <a:solidFill>
              <a:srgbClr val="DDB9A6">
                <a:alpha val="100000"/>
              </a:srgbClr>
            </a:solidFill>
            <a:ln w="4762" cap="rnd">
              <a:solidFill>
                <a:srgbClr val="DDB9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g3208"/>
            <p:cNvSpPr/>
            <p:nvPr/>
          </p:nvSpPr>
          <p:spPr>
            <a:xfrm>
              <a:off x="4412170" y="5925894"/>
              <a:ext cx="17721" cy="510577"/>
            </a:xfrm>
            <a:custGeom>
              <a:avLst/>
              <a:pathLst>
                <a:path w="17721" h="510577">
                  <a:moveTo>
                    <a:pt x="0" y="8639"/>
                  </a:moveTo>
                  <a:lnTo>
                    <a:pt x="17721" y="0"/>
                  </a:lnTo>
                  <a:lnTo>
                    <a:pt x="17721" y="510577"/>
                  </a:lnTo>
                  <a:lnTo>
                    <a:pt x="0" y="510577"/>
                  </a:lnTo>
                  <a:close/>
                </a:path>
              </a:pathLst>
            </a:custGeom>
            <a:solidFill>
              <a:srgbClr val="DDB8A5">
                <a:alpha val="100000"/>
              </a:srgbClr>
            </a:solidFill>
            <a:ln w="4762" cap="rnd">
              <a:solidFill>
                <a:srgbClr val="DD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g3209"/>
            <p:cNvSpPr/>
            <p:nvPr/>
          </p:nvSpPr>
          <p:spPr>
            <a:xfrm>
              <a:off x="4429891" y="5917331"/>
              <a:ext cx="17721" cy="519140"/>
            </a:xfrm>
            <a:custGeom>
              <a:avLst/>
              <a:pathLst>
                <a:path w="17721" h="519140">
                  <a:moveTo>
                    <a:pt x="0" y="8562"/>
                  </a:moveTo>
                  <a:lnTo>
                    <a:pt x="17721" y="0"/>
                  </a:lnTo>
                  <a:lnTo>
                    <a:pt x="17721" y="519140"/>
                  </a:lnTo>
                  <a:lnTo>
                    <a:pt x="0" y="519140"/>
                  </a:lnTo>
                  <a:close/>
                </a:path>
              </a:pathLst>
            </a:custGeom>
            <a:solidFill>
              <a:srgbClr val="DCB8A5">
                <a:alpha val="100000"/>
              </a:srgbClr>
            </a:solidFill>
            <a:ln w="4762" cap="rnd">
              <a:solidFill>
                <a:srgbClr val="DC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g3210"/>
            <p:cNvSpPr/>
            <p:nvPr/>
          </p:nvSpPr>
          <p:spPr>
            <a:xfrm>
              <a:off x="4447613" y="5892292"/>
              <a:ext cx="53164" cy="544179"/>
            </a:xfrm>
            <a:custGeom>
              <a:avLst/>
              <a:pathLst>
                <a:path w="53164" h="544179">
                  <a:moveTo>
                    <a:pt x="0" y="25038"/>
                  </a:moveTo>
                  <a:lnTo>
                    <a:pt x="17721" y="16550"/>
                  </a:lnTo>
                  <a:lnTo>
                    <a:pt x="35442" y="8221"/>
                  </a:lnTo>
                  <a:lnTo>
                    <a:pt x="53164" y="0"/>
                  </a:lnTo>
                  <a:lnTo>
                    <a:pt x="53164" y="544179"/>
                  </a:lnTo>
                  <a:lnTo>
                    <a:pt x="35442" y="544179"/>
                  </a:lnTo>
                  <a:lnTo>
                    <a:pt x="17721" y="544179"/>
                  </a:lnTo>
                  <a:lnTo>
                    <a:pt x="0" y="544179"/>
                  </a:lnTo>
                  <a:close/>
                </a:path>
              </a:pathLst>
            </a:custGeom>
            <a:solidFill>
              <a:srgbClr val="DCB7A4">
                <a:alpha val="100000"/>
              </a:srgbClr>
            </a:solidFill>
            <a:ln w="4762" cap="rnd">
              <a:solidFill>
                <a:srgbClr val="DCB7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g3211"/>
            <p:cNvSpPr/>
            <p:nvPr/>
          </p:nvSpPr>
          <p:spPr>
            <a:xfrm>
              <a:off x="4500777" y="5884170"/>
              <a:ext cx="17721" cy="552301"/>
            </a:xfrm>
            <a:custGeom>
              <a:avLst/>
              <a:pathLst>
                <a:path w="17721" h="552301">
                  <a:moveTo>
                    <a:pt x="0" y="8121"/>
                  </a:moveTo>
                  <a:lnTo>
                    <a:pt x="17721" y="0"/>
                  </a:lnTo>
                  <a:lnTo>
                    <a:pt x="17721" y="552301"/>
                  </a:lnTo>
                  <a:lnTo>
                    <a:pt x="0" y="552301"/>
                  </a:lnTo>
                  <a:close/>
                </a:path>
              </a:pathLst>
            </a:custGeom>
            <a:solidFill>
              <a:srgbClr val="DCB6A3">
                <a:alpha val="100000"/>
              </a:srgbClr>
            </a:solidFill>
            <a:ln w="4762" cap="rnd">
              <a:solidFill>
                <a:srgbClr val="DC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g3212"/>
            <p:cNvSpPr/>
            <p:nvPr/>
          </p:nvSpPr>
          <p:spPr>
            <a:xfrm>
              <a:off x="4518498" y="5876251"/>
              <a:ext cx="17721" cy="560220"/>
            </a:xfrm>
            <a:custGeom>
              <a:avLst/>
              <a:pathLst>
                <a:path w="17721" h="560220">
                  <a:moveTo>
                    <a:pt x="0" y="7919"/>
                  </a:moveTo>
                  <a:lnTo>
                    <a:pt x="17721" y="0"/>
                  </a:lnTo>
                  <a:lnTo>
                    <a:pt x="17721" y="560220"/>
                  </a:lnTo>
                  <a:lnTo>
                    <a:pt x="0" y="560220"/>
                  </a:lnTo>
                  <a:close/>
                </a:path>
              </a:pathLst>
            </a:custGeom>
            <a:solidFill>
              <a:srgbClr val="DBB6A3">
                <a:alpha val="100000"/>
              </a:srgbClr>
            </a:solidFill>
            <a:ln w="4762" cap="rnd">
              <a:solidFill>
                <a:srgbClr val="DB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g3213"/>
            <p:cNvSpPr/>
            <p:nvPr/>
          </p:nvSpPr>
          <p:spPr>
            <a:xfrm>
              <a:off x="4536220" y="5860820"/>
              <a:ext cx="35442" cy="575651"/>
            </a:xfrm>
            <a:custGeom>
              <a:avLst/>
              <a:pathLst>
                <a:path w="35442" h="575651">
                  <a:moveTo>
                    <a:pt x="0" y="15430"/>
                  </a:moveTo>
                  <a:lnTo>
                    <a:pt x="17721" y="7652"/>
                  </a:lnTo>
                  <a:lnTo>
                    <a:pt x="35442" y="0"/>
                  </a:lnTo>
                  <a:lnTo>
                    <a:pt x="35442" y="575651"/>
                  </a:lnTo>
                  <a:lnTo>
                    <a:pt x="17721" y="575651"/>
                  </a:lnTo>
                  <a:lnTo>
                    <a:pt x="0" y="575651"/>
                  </a:lnTo>
                  <a:close/>
                </a:path>
              </a:pathLst>
            </a:custGeom>
            <a:solidFill>
              <a:srgbClr val="DBB5A2">
                <a:alpha val="100000"/>
              </a:srgbClr>
            </a:solidFill>
            <a:ln w="4762" cap="rnd">
              <a:solidFill>
                <a:srgbClr val="DBB5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g3214"/>
            <p:cNvSpPr/>
            <p:nvPr/>
          </p:nvSpPr>
          <p:spPr>
            <a:xfrm>
              <a:off x="4571662" y="5853413"/>
              <a:ext cx="17721" cy="583057"/>
            </a:xfrm>
            <a:custGeom>
              <a:avLst/>
              <a:pathLst>
                <a:path w="17721" h="583057">
                  <a:moveTo>
                    <a:pt x="0" y="7406"/>
                  </a:moveTo>
                  <a:lnTo>
                    <a:pt x="17721" y="0"/>
                  </a:lnTo>
                  <a:lnTo>
                    <a:pt x="17721" y="583057"/>
                  </a:lnTo>
                  <a:lnTo>
                    <a:pt x="0" y="583057"/>
                  </a:lnTo>
                  <a:close/>
                </a:path>
              </a:pathLst>
            </a:custGeom>
            <a:solidFill>
              <a:srgbClr val="DBB5A1">
                <a:alpha val="100000"/>
              </a:srgbClr>
            </a:solidFill>
            <a:ln w="4762" cap="rnd">
              <a:solidFill>
                <a:srgbClr val="DBB5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g3215"/>
            <p:cNvSpPr/>
            <p:nvPr/>
          </p:nvSpPr>
          <p:spPr>
            <a:xfrm>
              <a:off x="4589384" y="5846184"/>
              <a:ext cx="17721" cy="590287"/>
            </a:xfrm>
            <a:custGeom>
              <a:avLst/>
              <a:pathLst>
                <a:path w="17721" h="590287">
                  <a:moveTo>
                    <a:pt x="0" y="7229"/>
                  </a:moveTo>
                  <a:lnTo>
                    <a:pt x="17721" y="0"/>
                  </a:lnTo>
                  <a:lnTo>
                    <a:pt x="17721" y="590287"/>
                  </a:lnTo>
                  <a:lnTo>
                    <a:pt x="0" y="590287"/>
                  </a:lnTo>
                  <a:close/>
                </a:path>
              </a:pathLst>
            </a:custGeom>
            <a:solidFill>
              <a:srgbClr val="DBB4A1">
                <a:alpha val="100000"/>
              </a:srgbClr>
            </a:solidFill>
            <a:ln w="4762" cap="rnd">
              <a:solidFill>
                <a:srgbClr val="DB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g3216"/>
            <p:cNvSpPr/>
            <p:nvPr/>
          </p:nvSpPr>
          <p:spPr>
            <a:xfrm>
              <a:off x="4607105" y="5839108"/>
              <a:ext cx="17721" cy="597362"/>
            </a:xfrm>
            <a:custGeom>
              <a:avLst/>
              <a:pathLst>
                <a:path w="17721" h="597362">
                  <a:moveTo>
                    <a:pt x="0" y="7075"/>
                  </a:moveTo>
                  <a:lnTo>
                    <a:pt x="17721" y="0"/>
                  </a:lnTo>
                  <a:lnTo>
                    <a:pt x="17721" y="597362"/>
                  </a:lnTo>
                  <a:lnTo>
                    <a:pt x="0" y="597362"/>
                  </a:lnTo>
                  <a:close/>
                </a:path>
              </a:pathLst>
            </a:custGeom>
            <a:solidFill>
              <a:srgbClr val="DAB4A1">
                <a:alpha val="100000"/>
              </a:srgbClr>
            </a:solidFill>
            <a:ln w="4762" cap="rnd">
              <a:solidFill>
                <a:srgbClr val="DA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g3217"/>
            <p:cNvSpPr/>
            <p:nvPr/>
          </p:nvSpPr>
          <p:spPr>
            <a:xfrm>
              <a:off x="4624826" y="5825746"/>
              <a:ext cx="35442" cy="610724"/>
            </a:xfrm>
            <a:custGeom>
              <a:avLst/>
              <a:pathLst>
                <a:path w="35442" h="610724">
                  <a:moveTo>
                    <a:pt x="0" y="13361"/>
                  </a:moveTo>
                  <a:lnTo>
                    <a:pt x="17721" y="6572"/>
                  </a:lnTo>
                  <a:lnTo>
                    <a:pt x="35442" y="0"/>
                  </a:lnTo>
                  <a:lnTo>
                    <a:pt x="35442" y="610724"/>
                  </a:lnTo>
                  <a:lnTo>
                    <a:pt x="17721" y="610724"/>
                  </a:lnTo>
                  <a:lnTo>
                    <a:pt x="0" y="610724"/>
                  </a:lnTo>
                  <a:close/>
                </a:path>
              </a:pathLst>
            </a:custGeom>
            <a:solidFill>
              <a:srgbClr val="DAB3A0">
                <a:alpha val="100000"/>
              </a:srgbClr>
            </a:solidFill>
            <a:ln w="4762" cap="rnd">
              <a:solidFill>
                <a:srgbClr val="DAB3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g3218"/>
            <p:cNvSpPr/>
            <p:nvPr/>
          </p:nvSpPr>
          <p:spPr>
            <a:xfrm>
              <a:off x="4660269" y="5819355"/>
              <a:ext cx="17721" cy="617115"/>
            </a:xfrm>
            <a:custGeom>
              <a:avLst/>
              <a:pathLst>
                <a:path w="17721" h="617115">
                  <a:moveTo>
                    <a:pt x="0" y="6390"/>
                  </a:moveTo>
                  <a:lnTo>
                    <a:pt x="17721" y="0"/>
                  </a:lnTo>
                  <a:lnTo>
                    <a:pt x="17721" y="617115"/>
                  </a:lnTo>
                  <a:lnTo>
                    <a:pt x="0" y="617115"/>
                  </a:lnTo>
                  <a:close/>
                </a:path>
              </a:pathLst>
            </a:custGeom>
            <a:solidFill>
              <a:srgbClr val="DAB39F">
                <a:alpha val="100000"/>
              </a:srgbClr>
            </a:solidFill>
            <a:ln w="4762" cap="rnd">
              <a:solidFill>
                <a:srgbClr val="DAB3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g3219"/>
            <p:cNvSpPr/>
            <p:nvPr/>
          </p:nvSpPr>
          <p:spPr>
            <a:xfrm>
              <a:off x="4677991" y="5813289"/>
              <a:ext cx="17721" cy="623181"/>
            </a:xfrm>
            <a:custGeom>
              <a:avLst/>
              <a:pathLst>
                <a:path w="17721" h="623181">
                  <a:moveTo>
                    <a:pt x="0" y="6066"/>
                  </a:moveTo>
                  <a:lnTo>
                    <a:pt x="17721" y="0"/>
                  </a:lnTo>
                  <a:lnTo>
                    <a:pt x="17721" y="623181"/>
                  </a:lnTo>
                  <a:lnTo>
                    <a:pt x="0" y="623181"/>
                  </a:lnTo>
                  <a:close/>
                </a:path>
              </a:pathLst>
            </a:custGeom>
            <a:solidFill>
              <a:srgbClr val="DAB29F">
                <a:alpha val="100000"/>
              </a:srgbClr>
            </a:solidFill>
            <a:ln w="4762" cap="rnd">
              <a:solidFill>
                <a:srgbClr val="DA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g3220"/>
            <p:cNvSpPr/>
            <p:nvPr/>
          </p:nvSpPr>
          <p:spPr>
            <a:xfrm>
              <a:off x="4695712" y="5807481"/>
              <a:ext cx="17721" cy="628989"/>
            </a:xfrm>
            <a:custGeom>
              <a:avLst/>
              <a:pathLst>
                <a:path w="17721" h="628989">
                  <a:moveTo>
                    <a:pt x="0" y="5808"/>
                  </a:moveTo>
                  <a:lnTo>
                    <a:pt x="17721" y="0"/>
                  </a:lnTo>
                  <a:lnTo>
                    <a:pt x="17721" y="628989"/>
                  </a:lnTo>
                  <a:lnTo>
                    <a:pt x="0" y="628989"/>
                  </a:lnTo>
                  <a:close/>
                </a:path>
              </a:pathLst>
            </a:custGeom>
            <a:solidFill>
              <a:srgbClr val="D9B29F">
                <a:alpha val="100000"/>
              </a:srgbClr>
            </a:solidFill>
            <a:ln w="4762" cap="rnd">
              <a:solidFill>
                <a:srgbClr val="D9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g3221"/>
            <p:cNvSpPr/>
            <p:nvPr/>
          </p:nvSpPr>
          <p:spPr>
            <a:xfrm>
              <a:off x="4713433" y="5796642"/>
              <a:ext cx="35442" cy="639828"/>
            </a:xfrm>
            <a:custGeom>
              <a:avLst/>
              <a:pathLst>
                <a:path w="35442" h="639828">
                  <a:moveTo>
                    <a:pt x="0" y="10839"/>
                  </a:moveTo>
                  <a:lnTo>
                    <a:pt x="17721" y="5239"/>
                  </a:lnTo>
                  <a:lnTo>
                    <a:pt x="35442" y="0"/>
                  </a:lnTo>
                  <a:lnTo>
                    <a:pt x="35442" y="639828"/>
                  </a:lnTo>
                  <a:lnTo>
                    <a:pt x="17721" y="639828"/>
                  </a:lnTo>
                  <a:lnTo>
                    <a:pt x="0" y="639828"/>
                  </a:lnTo>
                  <a:close/>
                </a:path>
              </a:pathLst>
            </a:custGeom>
            <a:solidFill>
              <a:srgbClr val="D9B19E">
                <a:alpha val="100000"/>
              </a:srgbClr>
            </a:solidFill>
            <a:ln w="4762" cap="rnd">
              <a:solidFill>
                <a:srgbClr val="D9B1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g3222"/>
            <p:cNvSpPr/>
            <p:nvPr/>
          </p:nvSpPr>
          <p:spPr>
            <a:xfrm>
              <a:off x="4748876" y="5791702"/>
              <a:ext cx="17721" cy="644768"/>
            </a:xfrm>
            <a:custGeom>
              <a:avLst/>
              <a:pathLst>
                <a:path w="17721" h="644768">
                  <a:moveTo>
                    <a:pt x="0" y="4939"/>
                  </a:moveTo>
                  <a:lnTo>
                    <a:pt x="17721" y="0"/>
                  </a:lnTo>
                  <a:lnTo>
                    <a:pt x="17721" y="644768"/>
                  </a:lnTo>
                  <a:lnTo>
                    <a:pt x="0" y="644768"/>
                  </a:lnTo>
                  <a:close/>
                </a:path>
              </a:pathLst>
            </a:custGeom>
            <a:solidFill>
              <a:srgbClr val="D9B19D">
                <a:alpha val="100000"/>
              </a:srgbClr>
            </a:solidFill>
            <a:ln w="4762" cap="rnd">
              <a:solidFill>
                <a:srgbClr val="D9B1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g3223"/>
            <p:cNvSpPr/>
            <p:nvPr/>
          </p:nvSpPr>
          <p:spPr>
            <a:xfrm>
              <a:off x="4766597" y="5786997"/>
              <a:ext cx="17721" cy="649473"/>
            </a:xfrm>
            <a:custGeom>
              <a:avLst/>
              <a:pathLst>
                <a:path w="17721" h="649473">
                  <a:moveTo>
                    <a:pt x="0" y="4705"/>
                  </a:moveTo>
                  <a:lnTo>
                    <a:pt x="17721" y="0"/>
                  </a:lnTo>
                  <a:lnTo>
                    <a:pt x="17721" y="649473"/>
                  </a:lnTo>
                  <a:lnTo>
                    <a:pt x="0" y="649473"/>
                  </a:lnTo>
                  <a:close/>
                </a:path>
              </a:pathLst>
            </a:custGeom>
            <a:solidFill>
              <a:srgbClr val="D9B09D">
                <a:alpha val="100000"/>
              </a:srgbClr>
            </a:solidFill>
            <a:ln w="4762" cap="rnd">
              <a:solidFill>
                <a:srgbClr val="D9B0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g3224"/>
            <p:cNvSpPr/>
            <p:nvPr/>
          </p:nvSpPr>
          <p:spPr>
            <a:xfrm>
              <a:off x="4784319" y="5778708"/>
              <a:ext cx="35442" cy="657763"/>
            </a:xfrm>
            <a:custGeom>
              <a:avLst/>
              <a:pathLst>
                <a:path w="35442" h="657763">
                  <a:moveTo>
                    <a:pt x="0" y="8289"/>
                  </a:moveTo>
                  <a:lnTo>
                    <a:pt x="17721" y="3973"/>
                  </a:lnTo>
                  <a:lnTo>
                    <a:pt x="35442" y="0"/>
                  </a:lnTo>
                  <a:lnTo>
                    <a:pt x="35442" y="657763"/>
                  </a:lnTo>
                  <a:lnTo>
                    <a:pt x="17721" y="657763"/>
                  </a:lnTo>
                  <a:lnTo>
                    <a:pt x="0" y="657763"/>
                  </a:lnTo>
                  <a:close/>
                </a:path>
              </a:pathLst>
            </a:custGeom>
            <a:solidFill>
              <a:srgbClr val="D8B09C">
                <a:alpha val="100000"/>
              </a:srgbClr>
            </a:solidFill>
            <a:ln w="4762" cap="rnd">
              <a:solidFill>
                <a:srgbClr val="D8B0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g3225"/>
            <p:cNvSpPr/>
            <p:nvPr/>
          </p:nvSpPr>
          <p:spPr>
            <a:xfrm>
              <a:off x="4819761" y="5774991"/>
              <a:ext cx="17721" cy="661479"/>
            </a:xfrm>
            <a:custGeom>
              <a:avLst/>
              <a:pathLst>
                <a:path w="17721" h="661479">
                  <a:moveTo>
                    <a:pt x="0" y="3716"/>
                  </a:moveTo>
                  <a:lnTo>
                    <a:pt x="17721" y="0"/>
                  </a:lnTo>
                  <a:lnTo>
                    <a:pt x="17721" y="661479"/>
                  </a:lnTo>
                  <a:lnTo>
                    <a:pt x="0" y="661479"/>
                  </a:lnTo>
                  <a:close/>
                </a:path>
              </a:pathLst>
            </a:custGeom>
            <a:solidFill>
              <a:srgbClr val="D8AF9C">
                <a:alpha val="100000"/>
              </a:srgbClr>
            </a:solidFill>
            <a:ln w="4762" cap="rnd">
              <a:solidFill>
                <a:srgbClr val="D8AF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g3226"/>
            <p:cNvSpPr/>
            <p:nvPr/>
          </p:nvSpPr>
          <p:spPr>
            <a:xfrm>
              <a:off x="4837483" y="5771689"/>
              <a:ext cx="17721" cy="664781"/>
            </a:xfrm>
            <a:custGeom>
              <a:avLst/>
              <a:pathLst>
                <a:path w="17721" h="664781">
                  <a:moveTo>
                    <a:pt x="0" y="3302"/>
                  </a:moveTo>
                  <a:lnTo>
                    <a:pt x="17721" y="0"/>
                  </a:lnTo>
                  <a:lnTo>
                    <a:pt x="17721" y="664781"/>
                  </a:lnTo>
                  <a:lnTo>
                    <a:pt x="0" y="664781"/>
                  </a:lnTo>
                  <a:close/>
                </a:path>
              </a:pathLst>
            </a:custGeom>
            <a:solidFill>
              <a:srgbClr val="D8AF9B">
                <a:alpha val="100000"/>
              </a:srgbClr>
            </a:solidFill>
            <a:ln w="4762" cap="rnd">
              <a:solidFill>
                <a:srgbClr val="D8AF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g3227"/>
            <p:cNvSpPr/>
            <p:nvPr/>
          </p:nvSpPr>
          <p:spPr>
            <a:xfrm>
              <a:off x="4855204" y="5768769"/>
              <a:ext cx="17721" cy="667702"/>
            </a:xfrm>
            <a:custGeom>
              <a:avLst/>
              <a:pathLst>
                <a:path w="17721" h="667702">
                  <a:moveTo>
                    <a:pt x="0" y="2920"/>
                  </a:moveTo>
                  <a:lnTo>
                    <a:pt x="17721" y="0"/>
                  </a:lnTo>
                  <a:lnTo>
                    <a:pt x="17721" y="667702"/>
                  </a:lnTo>
                  <a:lnTo>
                    <a:pt x="0" y="667702"/>
                  </a:lnTo>
                  <a:close/>
                </a:path>
              </a:pathLst>
            </a:custGeom>
            <a:solidFill>
              <a:srgbClr val="D8AE9B">
                <a:alpha val="100000"/>
              </a:srgbClr>
            </a:solidFill>
            <a:ln w="4762" cap="rnd">
              <a:solidFill>
                <a:srgbClr val="D8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g3228"/>
            <p:cNvSpPr/>
            <p:nvPr/>
          </p:nvSpPr>
          <p:spPr>
            <a:xfrm>
              <a:off x="4872926" y="5763915"/>
              <a:ext cx="35442" cy="672555"/>
            </a:xfrm>
            <a:custGeom>
              <a:avLst/>
              <a:pathLst>
                <a:path w="35442" h="672555">
                  <a:moveTo>
                    <a:pt x="0" y="4853"/>
                  </a:moveTo>
                  <a:lnTo>
                    <a:pt x="17721" y="2211"/>
                  </a:lnTo>
                  <a:lnTo>
                    <a:pt x="35442" y="0"/>
                  </a:lnTo>
                  <a:lnTo>
                    <a:pt x="35442" y="672555"/>
                  </a:lnTo>
                  <a:lnTo>
                    <a:pt x="17721" y="672555"/>
                  </a:lnTo>
                  <a:lnTo>
                    <a:pt x="0" y="672555"/>
                  </a:lnTo>
                  <a:close/>
                </a:path>
              </a:pathLst>
            </a:custGeom>
            <a:solidFill>
              <a:srgbClr val="D7AE9A">
                <a:alpha val="100000"/>
              </a:srgbClr>
            </a:solidFill>
            <a:ln w="4762" cap="rnd">
              <a:solidFill>
                <a:srgbClr val="D7AE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g3229"/>
            <p:cNvSpPr/>
            <p:nvPr/>
          </p:nvSpPr>
          <p:spPr>
            <a:xfrm>
              <a:off x="4908368" y="5762122"/>
              <a:ext cx="17721" cy="674349"/>
            </a:xfrm>
            <a:custGeom>
              <a:avLst/>
              <a:pathLst>
                <a:path w="17721" h="674349">
                  <a:moveTo>
                    <a:pt x="0" y="1793"/>
                  </a:moveTo>
                  <a:lnTo>
                    <a:pt x="17721" y="0"/>
                  </a:lnTo>
                  <a:lnTo>
                    <a:pt x="17721" y="674349"/>
                  </a:lnTo>
                  <a:lnTo>
                    <a:pt x="0" y="674349"/>
                  </a:lnTo>
                  <a:close/>
                </a:path>
              </a:pathLst>
            </a:custGeom>
            <a:solidFill>
              <a:srgbClr val="D7AD9A">
                <a:alpha val="100000"/>
              </a:srgbClr>
            </a:solidFill>
            <a:ln w="4762" cap="rnd">
              <a:solidFill>
                <a:srgbClr val="D7A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g3230"/>
            <p:cNvSpPr/>
            <p:nvPr/>
          </p:nvSpPr>
          <p:spPr>
            <a:xfrm>
              <a:off x="4926090" y="5760623"/>
              <a:ext cx="17721" cy="675847"/>
            </a:xfrm>
            <a:custGeom>
              <a:avLst/>
              <a:pathLst>
                <a:path w="17721" h="675847">
                  <a:moveTo>
                    <a:pt x="0" y="1498"/>
                  </a:moveTo>
                  <a:lnTo>
                    <a:pt x="17721" y="0"/>
                  </a:lnTo>
                  <a:lnTo>
                    <a:pt x="17721" y="675847"/>
                  </a:lnTo>
                  <a:lnTo>
                    <a:pt x="0" y="675847"/>
                  </a:lnTo>
                  <a:close/>
                </a:path>
              </a:pathLst>
            </a:custGeom>
            <a:solidFill>
              <a:srgbClr val="D7AD99">
                <a:alpha val="100000"/>
              </a:srgbClr>
            </a:solidFill>
            <a:ln w="4762" cap="rnd">
              <a:solidFill>
                <a:srgbClr val="D7AD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g3231"/>
            <p:cNvSpPr/>
            <p:nvPr/>
          </p:nvSpPr>
          <p:spPr>
            <a:xfrm>
              <a:off x="4943811" y="5759566"/>
              <a:ext cx="17721" cy="676905"/>
            </a:xfrm>
            <a:custGeom>
              <a:avLst/>
              <a:pathLst>
                <a:path w="17721" h="676905">
                  <a:moveTo>
                    <a:pt x="0" y="1057"/>
                  </a:moveTo>
                  <a:lnTo>
                    <a:pt x="17721" y="0"/>
                  </a:lnTo>
                  <a:lnTo>
                    <a:pt x="17721" y="676905"/>
                  </a:lnTo>
                  <a:lnTo>
                    <a:pt x="0" y="676905"/>
                  </a:lnTo>
                  <a:close/>
                </a:path>
              </a:pathLst>
            </a:custGeom>
            <a:solidFill>
              <a:srgbClr val="D7AC99">
                <a:alpha val="100000"/>
              </a:srgbClr>
            </a:solidFill>
            <a:ln w="4762" cap="rnd">
              <a:solidFill>
                <a:srgbClr val="D7AC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g3232"/>
            <p:cNvSpPr/>
            <p:nvPr/>
          </p:nvSpPr>
          <p:spPr>
            <a:xfrm>
              <a:off x="4961532" y="5758655"/>
              <a:ext cx="35442" cy="677815"/>
            </a:xfrm>
            <a:custGeom>
              <a:avLst/>
              <a:pathLst>
                <a:path w="35442" h="677815">
                  <a:moveTo>
                    <a:pt x="0" y="910"/>
                  </a:moveTo>
                  <a:lnTo>
                    <a:pt x="17721" y="302"/>
                  </a:lnTo>
                  <a:lnTo>
                    <a:pt x="35442" y="0"/>
                  </a:lnTo>
                  <a:lnTo>
                    <a:pt x="35442" y="677815"/>
                  </a:lnTo>
                  <a:lnTo>
                    <a:pt x="17721" y="677815"/>
                  </a:lnTo>
                  <a:lnTo>
                    <a:pt x="0" y="677815"/>
                  </a:lnTo>
                  <a:close/>
                </a:path>
              </a:pathLst>
            </a:custGeom>
            <a:solidFill>
              <a:srgbClr val="D6AC98">
                <a:alpha val="100000"/>
              </a:srgbClr>
            </a:solidFill>
            <a:ln w="4762" cap="rnd">
              <a:solidFill>
                <a:srgbClr val="D6AC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g3233"/>
            <p:cNvSpPr/>
            <p:nvPr/>
          </p:nvSpPr>
          <p:spPr>
            <a:xfrm>
              <a:off x="4996975" y="5758655"/>
              <a:ext cx="35442" cy="677815"/>
            </a:xfrm>
            <a:custGeom>
              <a:avLst/>
              <a:pathLst>
                <a:path w="35442" h="677815">
                  <a:moveTo>
                    <a:pt x="0" y="0"/>
                  </a:moveTo>
                  <a:lnTo>
                    <a:pt x="17721" y="140"/>
                  </a:lnTo>
                  <a:lnTo>
                    <a:pt x="35442" y="755"/>
                  </a:lnTo>
                  <a:lnTo>
                    <a:pt x="35442" y="677815"/>
                  </a:lnTo>
                  <a:lnTo>
                    <a:pt x="17721" y="677815"/>
                  </a:lnTo>
                  <a:lnTo>
                    <a:pt x="0" y="677815"/>
                  </a:lnTo>
                  <a:close/>
                </a:path>
              </a:pathLst>
            </a:custGeom>
            <a:solidFill>
              <a:srgbClr val="D6AB97">
                <a:alpha val="100000"/>
              </a:srgbClr>
            </a:solidFill>
            <a:ln w="4762" cap="rnd">
              <a:solidFill>
                <a:srgbClr val="D6AB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g3234"/>
            <p:cNvSpPr/>
            <p:nvPr/>
          </p:nvSpPr>
          <p:spPr>
            <a:xfrm>
              <a:off x="5032418" y="5759411"/>
              <a:ext cx="17721" cy="677060"/>
            </a:xfrm>
            <a:custGeom>
              <a:avLst/>
              <a:pathLst>
                <a:path w="17721" h="677060">
                  <a:moveTo>
                    <a:pt x="0" y="0"/>
                  </a:moveTo>
                  <a:lnTo>
                    <a:pt x="17721" y="927"/>
                  </a:lnTo>
                  <a:lnTo>
                    <a:pt x="17721" y="677060"/>
                  </a:lnTo>
                  <a:lnTo>
                    <a:pt x="0" y="677060"/>
                  </a:lnTo>
                  <a:close/>
                </a:path>
              </a:pathLst>
            </a:custGeom>
            <a:solidFill>
              <a:srgbClr val="D6AA97">
                <a:alpha val="100000"/>
              </a:srgbClr>
            </a:solidFill>
            <a:ln w="4762" cap="rnd">
              <a:solidFill>
                <a:srgbClr val="D6AA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g3235"/>
            <p:cNvSpPr/>
            <p:nvPr/>
          </p:nvSpPr>
          <p:spPr>
            <a:xfrm>
              <a:off x="5050139" y="5760338"/>
              <a:ext cx="35442" cy="676132"/>
            </a:xfrm>
            <a:custGeom>
              <a:avLst/>
              <a:pathLst>
                <a:path w="35442" h="676132">
                  <a:moveTo>
                    <a:pt x="0" y="0"/>
                  </a:moveTo>
                  <a:lnTo>
                    <a:pt x="17721" y="1363"/>
                  </a:lnTo>
                  <a:lnTo>
                    <a:pt x="35442" y="3218"/>
                  </a:lnTo>
                  <a:lnTo>
                    <a:pt x="35442" y="676132"/>
                  </a:lnTo>
                  <a:lnTo>
                    <a:pt x="17721" y="676132"/>
                  </a:lnTo>
                  <a:lnTo>
                    <a:pt x="0" y="676132"/>
                  </a:lnTo>
                  <a:close/>
                </a:path>
              </a:pathLst>
            </a:custGeom>
            <a:solidFill>
              <a:srgbClr val="D5AA96">
                <a:alpha val="100000"/>
              </a:srgbClr>
            </a:solidFill>
            <a:ln w="4762" cap="rnd">
              <a:solidFill>
                <a:srgbClr val="D5AA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g3236"/>
            <p:cNvSpPr/>
            <p:nvPr/>
          </p:nvSpPr>
          <p:spPr>
            <a:xfrm>
              <a:off x="5085582" y="5763556"/>
              <a:ext cx="35442" cy="672914"/>
            </a:xfrm>
            <a:custGeom>
              <a:avLst/>
              <a:pathLst>
                <a:path w="35442" h="672914">
                  <a:moveTo>
                    <a:pt x="0" y="0"/>
                  </a:moveTo>
                  <a:lnTo>
                    <a:pt x="17721" y="2167"/>
                  </a:lnTo>
                  <a:lnTo>
                    <a:pt x="35442" y="4756"/>
                  </a:lnTo>
                  <a:lnTo>
                    <a:pt x="35442" y="672914"/>
                  </a:lnTo>
                  <a:lnTo>
                    <a:pt x="17721" y="672914"/>
                  </a:lnTo>
                  <a:lnTo>
                    <a:pt x="0" y="672914"/>
                  </a:lnTo>
                  <a:close/>
                </a:path>
              </a:pathLst>
            </a:custGeom>
            <a:solidFill>
              <a:srgbClr val="D5A995">
                <a:alpha val="100000"/>
              </a:srgbClr>
            </a:solidFill>
            <a:ln w="4762" cap="rnd">
              <a:solidFill>
                <a:srgbClr val="D5A9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g3237"/>
            <p:cNvSpPr/>
            <p:nvPr/>
          </p:nvSpPr>
          <p:spPr>
            <a:xfrm>
              <a:off x="5121025" y="5768313"/>
              <a:ext cx="17721" cy="668158"/>
            </a:xfrm>
            <a:custGeom>
              <a:avLst/>
              <a:pathLst>
                <a:path w="17721" h="668158">
                  <a:moveTo>
                    <a:pt x="0" y="0"/>
                  </a:moveTo>
                  <a:lnTo>
                    <a:pt x="17721" y="3087"/>
                  </a:lnTo>
                  <a:lnTo>
                    <a:pt x="17721" y="668158"/>
                  </a:lnTo>
                  <a:lnTo>
                    <a:pt x="0" y="668158"/>
                  </a:lnTo>
                  <a:close/>
                </a:path>
              </a:pathLst>
            </a:custGeom>
            <a:solidFill>
              <a:srgbClr val="D5A895">
                <a:alpha val="100000"/>
              </a:srgbClr>
            </a:solidFill>
            <a:ln w="4762" cap="rnd">
              <a:solidFill>
                <a:srgbClr val="D5A8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g3238"/>
            <p:cNvSpPr/>
            <p:nvPr/>
          </p:nvSpPr>
          <p:spPr>
            <a:xfrm>
              <a:off x="5138746" y="5771400"/>
              <a:ext cx="35442" cy="665071"/>
            </a:xfrm>
            <a:custGeom>
              <a:avLst/>
              <a:pathLst>
                <a:path w="35442" h="665071">
                  <a:moveTo>
                    <a:pt x="0" y="0"/>
                  </a:moveTo>
                  <a:lnTo>
                    <a:pt x="17721" y="3394"/>
                  </a:lnTo>
                  <a:lnTo>
                    <a:pt x="35442" y="7187"/>
                  </a:lnTo>
                  <a:lnTo>
                    <a:pt x="35442" y="665071"/>
                  </a:lnTo>
                  <a:lnTo>
                    <a:pt x="17721" y="665071"/>
                  </a:lnTo>
                  <a:lnTo>
                    <a:pt x="0" y="665071"/>
                  </a:lnTo>
                  <a:close/>
                </a:path>
              </a:pathLst>
            </a:custGeom>
            <a:solidFill>
              <a:srgbClr val="D4A894">
                <a:alpha val="100000"/>
              </a:srgbClr>
            </a:solidFill>
            <a:ln w="4762" cap="rnd">
              <a:solidFill>
                <a:srgbClr val="D4A8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g3239"/>
            <p:cNvSpPr/>
            <p:nvPr/>
          </p:nvSpPr>
          <p:spPr>
            <a:xfrm>
              <a:off x="5174189" y="5778587"/>
              <a:ext cx="35442" cy="657883"/>
            </a:xfrm>
            <a:custGeom>
              <a:avLst/>
              <a:pathLst>
                <a:path w="35442" h="657883">
                  <a:moveTo>
                    <a:pt x="0" y="0"/>
                  </a:moveTo>
                  <a:lnTo>
                    <a:pt x="17721" y="4288"/>
                  </a:lnTo>
                  <a:lnTo>
                    <a:pt x="35442" y="8872"/>
                  </a:lnTo>
                  <a:lnTo>
                    <a:pt x="35442" y="657883"/>
                  </a:lnTo>
                  <a:lnTo>
                    <a:pt x="17721" y="657883"/>
                  </a:lnTo>
                  <a:lnTo>
                    <a:pt x="0" y="657883"/>
                  </a:lnTo>
                  <a:close/>
                </a:path>
              </a:pathLst>
            </a:custGeom>
            <a:solidFill>
              <a:srgbClr val="D4A793">
                <a:alpha val="100000"/>
              </a:srgbClr>
            </a:solidFill>
            <a:ln w="4762" cap="rnd">
              <a:solidFill>
                <a:srgbClr val="D4A7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g3240"/>
            <p:cNvSpPr/>
            <p:nvPr/>
          </p:nvSpPr>
          <p:spPr>
            <a:xfrm>
              <a:off x="5209632" y="5787459"/>
              <a:ext cx="17721" cy="649011"/>
            </a:xfrm>
            <a:custGeom>
              <a:avLst/>
              <a:pathLst>
                <a:path w="17721" h="649011">
                  <a:moveTo>
                    <a:pt x="0" y="0"/>
                  </a:moveTo>
                  <a:lnTo>
                    <a:pt x="17721" y="4952"/>
                  </a:lnTo>
                  <a:lnTo>
                    <a:pt x="17721" y="649011"/>
                  </a:lnTo>
                  <a:lnTo>
                    <a:pt x="0" y="649011"/>
                  </a:lnTo>
                  <a:close/>
                </a:path>
              </a:pathLst>
            </a:custGeom>
            <a:solidFill>
              <a:srgbClr val="D4A692">
                <a:alpha val="100000"/>
              </a:srgbClr>
            </a:solidFill>
            <a:ln w="4762" cap="rnd">
              <a:solidFill>
                <a:srgbClr val="D4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g3241"/>
            <p:cNvSpPr/>
            <p:nvPr/>
          </p:nvSpPr>
          <p:spPr>
            <a:xfrm>
              <a:off x="5227353" y="5792412"/>
              <a:ext cx="35442" cy="644058"/>
            </a:xfrm>
            <a:custGeom>
              <a:avLst/>
              <a:pathLst>
                <a:path w="35442" h="644058">
                  <a:moveTo>
                    <a:pt x="0" y="0"/>
                  </a:moveTo>
                  <a:lnTo>
                    <a:pt x="17721" y="5434"/>
                  </a:lnTo>
                  <a:lnTo>
                    <a:pt x="35442" y="11145"/>
                  </a:lnTo>
                  <a:lnTo>
                    <a:pt x="35442" y="644058"/>
                  </a:lnTo>
                  <a:lnTo>
                    <a:pt x="17721" y="644058"/>
                  </a:lnTo>
                  <a:lnTo>
                    <a:pt x="0" y="644058"/>
                  </a:lnTo>
                  <a:close/>
                </a:path>
              </a:pathLst>
            </a:custGeom>
            <a:solidFill>
              <a:srgbClr val="D3A692">
                <a:alpha val="100000"/>
              </a:srgbClr>
            </a:solidFill>
            <a:ln w="4762" cap="rnd">
              <a:solidFill>
                <a:srgbClr val="D3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g3242"/>
            <p:cNvSpPr/>
            <p:nvPr/>
          </p:nvSpPr>
          <p:spPr>
            <a:xfrm>
              <a:off x="5262796" y="5803558"/>
              <a:ext cx="35442" cy="632913"/>
            </a:xfrm>
            <a:custGeom>
              <a:avLst/>
              <a:pathLst>
                <a:path w="35442" h="632913">
                  <a:moveTo>
                    <a:pt x="0" y="0"/>
                  </a:moveTo>
                  <a:lnTo>
                    <a:pt x="17721" y="6044"/>
                  </a:lnTo>
                  <a:lnTo>
                    <a:pt x="35442" y="12546"/>
                  </a:lnTo>
                  <a:lnTo>
                    <a:pt x="35442" y="632913"/>
                  </a:lnTo>
                  <a:lnTo>
                    <a:pt x="17721" y="632913"/>
                  </a:lnTo>
                  <a:lnTo>
                    <a:pt x="0" y="632913"/>
                  </a:lnTo>
                  <a:close/>
                </a:path>
              </a:pathLst>
            </a:custGeom>
            <a:solidFill>
              <a:srgbClr val="D3A591">
                <a:alpha val="100000"/>
              </a:srgbClr>
            </a:solidFill>
            <a:ln w="4762" cap="rnd">
              <a:solidFill>
                <a:srgbClr val="D3A5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g3243"/>
            <p:cNvSpPr/>
            <p:nvPr/>
          </p:nvSpPr>
          <p:spPr>
            <a:xfrm>
              <a:off x="5298238" y="5816104"/>
              <a:ext cx="17721" cy="620366"/>
            </a:xfrm>
            <a:custGeom>
              <a:avLst/>
              <a:pathLst>
                <a:path w="17721" h="620366">
                  <a:moveTo>
                    <a:pt x="0" y="0"/>
                  </a:moveTo>
                  <a:lnTo>
                    <a:pt x="17721" y="6754"/>
                  </a:lnTo>
                  <a:lnTo>
                    <a:pt x="17721" y="620366"/>
                  </a:lnTo>
                  <a:lnTo>
                    <a:pt x="0" y="620366"/>
                  </a:lnTo>
                  <a:close/>
                </a:path>
              </a:pathLst>
            </a:custGeom>
            <a:solidFill>
              <a:srgbClr val="D3A490">
                <a:alpha val="100000"/>
              </a:srgbClr>
            </a:solidFill>
            <a:ln w="4762" cap="rnd">
              <a:solidFill>
                <a:srgbClr val="D3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g3244"/>
            <p:cNvSpPr/>
            <p:nvPr/>
          </p:nvSpPr>
          <p:spPr>
            <a:xfrm>
              <a:off x="5315960" y="5822859"/>
              <a:ext cx="35442" cy="613612"/>
            </a:xfrm>
            <a:custGeom>
              <a:avLst/>
              <a:pathLst>
                <a:path w="35442" h="613612">
                  <a:moveTo>
                    <a:pt x="0" y="0"/>
                  </a:moveTo>
                  <a:lnTo>
                    <a:pt x="17721" y="7047"/>
                  </a:lnTo>
                  <a:lnTo>
                    <a:pt x="35442" y="14515"/>
                  </a:lnTo>
                  <a:lnTo>
                    <a:pt x="35442" y="613612"/>
                  </a:lnTo>
                  <a:lnTo>
                    <a:pt x="17721" y="613612"/>
                  </a:lnTo>
                  <a:lnTo>
                    <a:pt x="0" y="613612"/>
                  </a:lnTo>
                  <a:close/>
                </a:path>
              </a:pathLst>
            </a:custGeom>
            <a:solidFill>
              <a:srgbClr val="D2A490">
                <a:alpha val="100000"/>
              </a:srgbClr>
            </a:solidFill>
            <a:ln w="4762" cap="rnd">
              <a:solidFill>
                <a:srgbClr val="D2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g3245"/>
            <p:cNvSpPr/>
            <p:nvPr/>
          </p:nvSpPr>
          <p:spPr>
            <a:xfrm>
              <a:off x="5351403" y="5837374"/>
              <a:ext cx="35442" cy="599096"/>
            </a:xfrm>
            <a:custGeom>
              <a:avLst/>
              <a:pathLst>
                <a:path w="35442" h="599096">
                  <a:moveTo>
                    <a:pt x="0" y="0"/>
                  </a:moveTo>
                  <a:lnTo>
                    <a:pt x="17721" y="7691"/>
                  </a:lnTo>
                  <a:lnTo>
                    <a:pt x="35442" y="15633"/>
                  </a:lnTo>
                  <a:lnTo>
                    <a:pt x="35442" y="599096"/>
                  </a:lnTo>
                  <a:lnTo>
                    <a:pt x="17721" y="599096"/>
                  </a:lnTo>
                  <a:lnTo>
                    <a:pt x="0" y="599096"/>
                  </a:lnTo>
                  <a:close/>
                </a:path>
              </a:pathLst>
            </a:custGeom>
            <a:solidFill>
              <a:srgbClr val="D2A38F">
                <a:alpha val="100000"/>
              </a:srgbClr>
            </a:solidFill>
            <a:ln w="4762" cap="rnd">
              <a:solidFill>
                <a:srgbClr val="D2A3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g3246"/>
            <p:cNvSpPr/>
            <p:nvPr/>
          </p:nvSpPr>
          <p:spPr>
            <a:xfrm>
              <a:off x="5386845" y="5853008"/>
              <a:ext cx="17721" cy="583463"/>
            </a:xfrm>
            <a:custGeom>
              <a:avLst/>
              <a:pathLst>
                <a:path w="17721" h="583463">
                  <a:moveTo>
                    <a:pt x="0" y="0"/>
                  </a:moveTo>
                  <a:lnTo>
                    <a:pt x="17721" y="8315"/>
                  </a:lnTo>
                  <a:lnTo>
                    <a:pt x="17721" y="583463"/>
                  </a:lnTo>
                  <a:lnTo>
                    <a:pt x="0" y="583463"/>
                  </a:lnTo>
                  <a:close/>
                </a:path>
              </a:pathLst>
            </a:custGeom>
            <a:solidFill>
              <a:srgbClr val="D2A28E">
                <a:alpha val="100000"/>
              </a:srgbClr>
            </a:solidFill>
            <a:ln w="4762" cap="rnd">
              <a:solidFill>
                <a:srgbClr val="D2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g3247"/>
            <p:cNvSpPr/>
            <p:nvPr/>
          </p:nvSpPr>
          <p:spPr>
            <a:xfrm>
              <a:off x="5404567" y="5861323"/>
              <a:ext cx="35442" cy="575147"/>
            </a:xfrm>
            <a:custGeom>
              <a:avLst/>
              <a:pathLst>
                <a:path w="35442" h="575147">
                  <a:moveTo>
                    <a:pt x="0" y="0"/>
                  </a:moveTo>
                  <a:lnTo>
                    <a:pt x="17721" y="8505"/>
                  </a:lnTo>
                  <a:lnTo>
                    <a:pt x="35442" y="17215"/>
                  </a:lnTo>
                  <a:lnTo>
                    <a:pt x="35442" y="575147"/>
                  </a:lnTo>
                  <a:lnTo>
                    <a:pt x="17721" y="575147"/>
                  </a:lnTo>
                  <a:lnTo>
                    <a:pt x="0" y="575147"/>
                  </a:lnTo>
                  <a:close/>
                </a:path>
              </a:pathLst>
            </a:custGeom>
            <a:solidFill>
              <a:srgbClr val="D1A28E">
                <a:alpha val="100000"/>
              </a:srgbClr>
            </a:solidFill>
            <a:ln w="4762" cap="rnd">
              <a:solidFill>
                <a:srgbClr val="D1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g3248"/>
            <p:cNvSpPr/>
            <p:nvPr/>
          </p:nvSpPr>
          <p:spPr>
            <a:xfrm>
              <a:off x="5440009" y="5878539"/>
              <a:ext cx="35442" cy="557931"/>
            </a:xfrm>
            <a:custGeom>
              <a:avLst/>
              <a:pathLst>
                <a:path w="35442" h="557931">
                  <a:moveTo>
                    <a:pt x="0" y="0"/>
                  </a:moveTo>
                  <a:lnTo>
                    <a:pt x="17721" y="9027"/>
                  </a:lnTo>
                  <a:lnTo>
                    <a:pt x="35442" y="18209"/>
                  </a:lnTo>
                  <a:lnTo>
                    <a:pt x="35442" y="557931"/>
                  </a:lnTo>
                  <a:lnTo>
                    <a:pt x="17721" y="557931"/>
                  </a:lnTo>
                  <a:lnTo>
                    <a:pt x="0" y="557931"/>
                  </a:lnTo>
                  <a:close/>
                </a:path>
              </a:pathLst>
            </a:custGeom>
            <a:solidFill>
              <a:srgbClr val="D1A18D">
                <a:alpha val="100000"/>
              </a:srgbClr>
            </a:solidFill>
            <a:ln w="4762" cap="rnd">
              <a:solidFill>
                <a:srgbClr val="D1A1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g3249"/>
            <p:cNvSpPr/>
            <p:nvPr/>
          </p:nvSpPr>
          <p:spPr>
            <a:xfrm>
              <a:off x="5475452" y="5896748"/>
              <a:ext cx="17721" cy="539722"/>
            </a:xfrm>
            <a:custGeom>
              <a:avLst/>
              <a:pathLst>
                <a:path w="17721" h="539722">
                  <a:moveTo>
                    <a:pt x="0" y="0"/>
                  </a:moveTo>
                  <a:lnTo>
                    <a:pt x="17721" y="9339"/>
                  </a:lnTo>
                  <a:lnTo>
                    <a:pt x="17721" y="539722"/>
                  </a:lnTo>
                  <a:lnTo>
                    <a:pt x="0" y="539722"/>
                  </a:lnTo>
                  <a:close/>
                </a:path>
              </a:pathLst>
            </a:custGeom>
            <a:solidFill>
              <a:srgbClr val="D1A08C">
                <a:alpha val="100000"/>
              </a:srgbClr>
            </a:solidFill>
            <a:ln w="4762" cap="rnd">
              <a:solidFill>
                <a:srgbClr val="D1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g3250"/>
            <p:cNvSpPr/>
            <p:nvPr/>
          </p:nvSpPr>
          <p:spPr>
            <a:xfrm>
              <a:off x="5493173" y="5906088"/>
              <a:ext cx="35442" cy="530383"/>
            </a:xfrm>
            <a:custGeom>
              <a:avLst/>
              <a:pathLst>
                <a:path w="35442" h="530383">
                  <a:moveTo>
                    <a:pt x="0" y="0"/>
                  </a:moveTo>
                  <a:lnTo>
                    <a:pt x="17721" y="9593"/>
                  </a:lnTo>
                  <a:lnTo>
                    <a:pt x="35442" y="19301"/>
                  </a:lnTo>
                  <a:lnTo>
                    <a:pt x="35442" y="530383"/>
                  </a:lnTo>
                  <a:lnTo>
                    <a:pt x="17721" y="530383"/>
                  </a:lnTo>
                  <a:lnTo>
                    <a:pt x="0" y="530383"/>
                  </a:lnTo>
                  <a:close/>
                </a:path>
              </a:pathLst>
            </a:custGeom>
            <a:solidFill>
              <a:srgbClr val="D0A08C">
                <a:alpha val="100000"/>
              </a:srgbClr>
            </a:solidFill>
            <a:ln w="4762" cap="rnd">
              <a:solidFill>
                <a:srgbClr val="D0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g3251"/>
            <p:cNvSpPr/>
            <p:nvPr/>
          </p:nvSpPr>
          <p:spPr>
            <a:xfrm>
              <a:off x="5528616" y="5925389"/>
              <a:ext cx="35442" cy="511081"/>
            </a:xfrm>
            <a:custGeom>
              <a:avLst/>
              <a:pathLst>
                <a:path w="35442" h="511081">
                  <a:moveTo>
                    <a:pt x="0" y="0"/>
                  </a:moveTo>
                  <a:lnTo>
                    <a:pt x="17721" y="9821"/>
                  </a:lnTo>
                  <a:lnTo>
                    <a:pt x="35442" y="19825"/>
                  </a:lnTo>
                  <a:lnTo>
                    <a:pt x="35442" y="511081"/>
                  </a:lnTo>
                  <a:lnTo>
                    <a:pt x="17721" y="511081"/>
                  </a:lnTo>
                  <a:lnTo>
                    <a:pt x="0" y="511081"/>
                  </a:lnTo>
                  <a:close/>
                </a:path>
              </a:pathLst>
            </a:custGeom>
            <a:solidFill>
              <a:srgbClr val="D09F8B">
                <a:alpha val="100000"/>
              </a:srgbClr>
            </a:solidFill>
            <a:ln w="4762" cap="rnd">
              <a:solidFill>
                <a:srgbClr val="D09F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g3252"/>
            <p:cNvSpPr/>
            <p:nvPr/>
          </p:nvSpPr>
          <p:spPr>
            <a:xfrm>
              <a:off x="5564059" y="5945215"/>
              <a:ext cx="17721" cy="491255"/>
            </a:xfrm>
            <a:custGeom>
              <a:avLst/>
              <a:pathLst>
                <a:path w="17721" h="491255">
                  <a:moveTo>
                    <a:pt x="0" y="0"/>
                  </a:moveTo>
                  <a:lnTo>
                    <a:pt x="17721" y="10078"/>
                  </a:lnTo>
                  <a:lnTo>
                    <a:pt x="17721" y="491255"/>
                  </a:lnTo>
                  <a:lnTo>
                    <a:pt x="0" y="491255"/>
                  </a:lnTo>
                  <a:close/>
                </a:path>
              </a:pathLst>
            </a:custGeom>
            <a:solidFill>
              <a:srgbClr val="D09F8A">
                <a:alpha val="100000"/>
              </a:srgbClr>
            </a:solidFill>
            <a:ln w="4762" cap="rnd">
              <a:solidFill>
                <a:srgbClr val="D09F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g3253"/>
            <p:cNvSpPr/>
            <p:nvPr/>
          </p:nvSpPr>
          <p:spPr>
            <a:xfrm>
              <a:off x="5581780" y="5955294"/>
              <a:ext cx="17721" cy="481177"/>
            </a:xfrm>
            <a:custGeom>
              <a:avLst/>
              <a:pathLst>
                <a:path w="17721" h="481177">
                  <a:moveTo>
                    <a:pt x="0" y="0"/>
                  </a:moveTo>
                  <a:lnTo>
                    <a:pt x="17721" y="10151"/>
                  </a:lnTo>
                  <a:lnTo>
                    <a:pt x="17721" y="481177"/>
                  </a:lnTo>
                  <a:lnTo>
                    <a:pt x="0" y="481177"/>
                  </a:lnTo>
                  <a:close/>
                </a:path>
              </a:pathLst>
            </a:custGeom>
            <a:solidFill>
              <a:srgbClr val="CF9E8A">
                <a:alpha val="100000"/>
              </a:srgbClr>
            </a:solidFill>
            <a:ln w="4762" cap="rnd">
              <a:solidFill>
                <a:srgbClr val="CF9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g3254"/>
            <p:cNvSpPr/>
            <p:nvPr/>
          </p:nvSpPr>
          <p:spPr>
            <a:xfrm>
              <a:off x="5599502" y="5965446"/>
              <a:ext cx="17721" cy="471025"/>
            </a:xfrm>
            <a:custGeom>
              <a:avLst/>
              <a:pathLst>
                <a:path w="17721" h="471025">
                  <a:moveTo>
                    <a:pt x="0" y="0"/>
                  </a:moveTo>
                  <a:lnTo>
                    <a:pt x="17721" y="10255"/>
                  </a:lnTo>
                  <a:lnTo>
                    <a:pt x="17721" y="471025"/>
                  </a:lnTo>
                  <a:lnTo>
                    <a:pt x="0" y="471025"/>
                  </a:lnTo>
                  <a:close/>
                </a:path>
              </a:pathLst>
            </a:custGeom>
            <a:solidFill>
              <a:srgbClr val="CF9E89">
                <a:alpha val="100000"/>
              </a:srgbClr>
            </a:solidFill>
            <a:ln w="4762" cap="rnd">
              <a:solidFill>
                <a:srgbClr val="CF9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g3255"/>
            <p:cNvSpPr/>
            <p:nvPr/>
          </p:nvSpPr>
          <p:spPr>
            <a:xfrm>
              <a:off x="5617223" y="5975701"/>
              <a:ext cx="35442" cy="460769"/>
            </a:xfrm>
            <a:custGeom>
              <a:avLst/>
              <a:pathLst>
                <a:path w="35442" h="460769">
                  <a:moveTo>
                    <a:pt x="0" y="0"/>
                  </a:moveTo>
                  <a:lnTo>
                    <a:pt x="17721" y="10291"/>
                  </a:lnTo>
                  <a:lnTo>
                    <a:pt x="35442" y="20616"/>
                  </a:lnTo>
                  <a:lnTo>
                    <a:pt x="35442" y="460769"/>
                  </a:lnTo>
                  <a:lnTo>
                    <a:pt x="17721" y="460769"/>
                  </a:lnTo>
                  <a:lnTo>
                    <a:pt x="0" y="460769"/>
                  </a:lnTo>
                  <a:close/>
                </a:path>
              </a:pathLst>
            </a:custGeom>
            <a:solidFill>
              <a:srgbClr val="CF9D89">
                <a:alpha val="100000"/>
              </a:srgbClr>
            </a:solidFill>
            <a:ln w="4762" cap="rnd">
              <a:solidFill>
                <a:srgbClr val="CF9D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g3256"/>
            <p:cNvSpPr/>
            <p:nvPr/>
          </p:nvSpPr>
          <p:spPr>
            <a:xfrm>
              <a:off x="5652666" y="5996318"/>
              <a:ext cx="17721" cy="440153"/>
            </a:xfrm>
            <a:custGeom>
              <a:avLst/>
              <a:pathLst>
                <a:path w="17721" h="440153">
                  <a:moveTo>
                    <a:pt x="0" y="0"/>
                  </a:moveTo>
                  <a:lnTo>
                    <a:pt x="17721" y="10353"/>
                  </a:lnTo>
                  <a:lnTo>
                    <a:pt x="17721" y="440153"/>
                  </a:lnTo>
                  <a:lnTo>
                    <a:pt x="0" y="440153"/>
                  </a:lnTo>
                  <a:close/>
                </a:path>
              </a:pathLst>
            </a:custGeom>
            <a:solidFill>
              <a:srgbClr val="CF9D88">
                <a:alpha val="100000"/>
              </a:srgbClr>
            </a:solidFill>
            <a:ln w="4762" cap="rnd">
              <a:solidFill>
                <a:srgbClr val="CF9D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g3257"/>
            <p:cNvSpPr/>
            <p:nvPr/>
          </p:nvSpPr>
          <p:spPr>
            <a:xfrm>
              <a:off x="5670387" y="6006671"/>
              <a:ext cx="17721" cy="429799"/>
            </a:xfrm>
            <a:custGeom>
              <a:avLst/>
              <a:pathLst>
                <a:path w="17721" h="429799">
                  <a:moveTo>
                    <a:pt x="0" y="0"/>
                  </a:moveTo>
                  <a:lnTo>
                    <a:pt x="17721" y="10349"/>
                  </a:lnTo>
                  <a:lnTo>
                    <a:pt x="17721" y="429799"/>
                  </a:lnTo>
                  <a:lnTo>
                    <a:pt x="0" y="429799"/>
                  </a:lnTo>
                  <a:close/>
                </a:path>
              </a:pathLst>
            </a:custGeom>
            <a:solidFill>
              <a:srgbClr val="CE9C88">
                <a:alpha val="100000"/>
              </a:srgbClr>
            </a:solidFill>
            <a:ln w="4762" cap="rnd">
              <a:solidFill>
                <a:srgbClr val="CE9C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g3258"/>
            <p:cNvSpPr/>
            <p:nvPr/>
          </p:nvSpPr>
          <p:spPr>
            <a:xfrm>
              <a:off x="5688109" y="6017020"/>
              <a:ext cx="17721" cy="419450"/>
            </a:xfrm>
            <a:custGeom>
              <a:avLst/>
              <a:pathLst>
                <a:path w="17721" h="419450">
                  <a:moveTo>
                    <a:pt x="0" y="0"/>
                  </a:moveTo>
                  <a:lnTo>
                    <a:pt x="17721" y="10342"/>
                  </a:lnTo>
                  <a:lnTo>
                    <a:pt x="17721" y="419450"/>
                  </a:lnTo>
                  <a:lnTo>
                    <a:pt x="0" y="419450"/>
                  </a:lnTo>
                  <a:close/>
                </a:path>
              </a:pathLst>
            </a:custGeom>
            <a:solidFill>
              <a:srgbClr val="CE9C87">
                <a:alpha val="100000"/>
              </a:srgbClr>
            </a:solidFill>
            <a:ln w="4762" cap="rnd">
              <a:solidFill>
                <a:srgbClr val="CE9C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g3259"/>
            <p:cNvSpPr/>
            <p:nvPr/>
          </p:nvSpPr>
          <p:spPr>
            <a:xfrm>
              <a:off x="5705830" y="6027363"/>
              <a:ext cx="35442" cy="409107"/>
            </a:xfrm>
            <a:custGeom>
              <a:avLst/>
              <a:pathLst>
                <a:path w="35442" h="409107">
                  <a:moveTo>
                    <a:pt x="0" y="0"/>
                  </a:moveTo>
                  <a:lnTo>
                    <a:pt x="17721" y="10302"/>
                  </a:lnTo>
                  <a:lnTo>
                    <a:pt x="35442" y="20558"/>
                  </a:lnTo>
                  <a:lnTo>
                    <a:pt x="35442" y="409107"/>
                  </a:lnTo>
                  <a:lnTo>
                    <a:pt x="17721" y="409107"/>
                  </a:lnTo>
                  <a:lnTo>
                    <a:pt x="0" y="409107"/>
                  </a:lnTo>
                  <a:close/>
                </a:path>
              </a:pathLst>
            </a:custGeom>
            <a:solidFill>
              <a:srgbClr val="CE9B87">
                <a:alpha val="100000"/>
              </a:srgbClr>
            </a:solidFill>
            <a:ln w="4762" cap="rnd">
              <a:solidFill>
                <a:srgbClr val="CE9B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g3260"/>
            <p:cNvSpPr/>
            <p:nvPr/>
          </p:nvSpPr>
          <p:spPr>
            <a:xfrm>
              <a:off x="5741273" y="6047922"/>
              <a:ext cx="17721" cy="388549"/>
            </a:xfrm>
            <a:custGeom>
              <a:avLst/>
              <a:pathLst>
                <a:path w="17721" h="388549">
                  <a:moveTo>
                    <a:pt x="0" y="0"/>
                  </a:moveTo>
                  <a:lnTo>
                    <a:pt x="17721" y="10213"/>
                  </a:lnTo>
                  <a:lnTo>
                    <a:pt x="17721" y="388549"/>
                  </a:lnTo>
                  <a:lnTo>
                    <a:pt x="0" y="388549"/>
                  </a:lnTo>
                  <a:close/>
                </a:path>
              </a:pathLst>
            </a:custGeom>
            <a:solidFill>
              <a:srgbClr val="CD9B86">
                <a:alpha val="100000"/>
              </a:srgbClr>
            </a:solidFill>
            <a:ln w="4762" cap="rnd">
              <a:solidFill>
                <a:srgbClr val="CD9B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g3261"/>
            <p:cNvSpPr/>
            <p:nvPr/>
          </p:nvSpPr>
          <p:spPr>
            <a:xfrm>
              <a:off x="5758994" y="6058135"/>
              <a:ext cx="17721" cy="378336"/>
            </a:xfrm>
            <a:custGeom>
              <a:avLst/>
              <a:pathLst>
                <a:path w="17721" h="378336">
                  <a:moveTo>
                    <a:pt x="0" y="0"/>
                  </a:moveTo>
                  <a:lnTo>
                    <a:pt x="17721" y="10110"/>
                  </a:lnTo>
                  <a:lnTo>
                    <a:pt x="17721" y="378336"/>
                  </a:lnTo>
                  <a:lnTo>
                    <a:pt x="0" y="378336"/>
                  </a:lnTo>
                  <a:close/>
                </a:path>
              </a:pathLst>
            </a:custGeom>
            <a:solidFill>
              <a:srgbClr val="CD9A86">
                <a:alpha val="100000"/>
              </a:srgbClr>
            </a:solidFill>
            <a:ln w="4762" cap="rnd">
              <a:solidFill>
                <a:srgbClr val="CD9A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g3262"/>
            <p:cNvSpPr/>
            <p:nvPr/>
          </p:nvSpPr>
          <p:spPr>
            <a:xfrm>
              <a:off x="5776715" y="6068245"/>
              <a:ext cx="17721" cy="368225"/>
            </a:xfrm>
            <a:custGeom>
              <a:avLst/>
              <a:pathLst>
                <a:path w="17721" h="368225">
                  <a:moveTo>
                    <a:pt x="0" y="0"/>
                  </a:moveTo>
                  <a:lnTo>
                    <a:pt x="17721" y="10023"/>
                  </a:lnTo>
                  <a:lnTo>
                    <a:pt x="17721" y="368225"/>
                  </a:lnTo>
                  <a:lnTo>
                    <a:pt x="0" y="368225"/>
                  </a:lnTo>
                  <a:close/>
                </a:path>
              </a:pathLst>
            </a:custGeom>
            <a:solidFill>
              <a:srgbClr val="CD9A85">
                <a:alpha val="100000"/>
              </a:srgbClr>
            </a:solidFill>
            <a:ln w="4762" cap="rnd">
              <a:solidFill>
                <a:srgbClr val="CD9A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g3263"/>
            <p:cNvSpPr/>
            <p:nvPr/>
          </p:nvSpPr>
          <p:spPr>
            <a:xfrm>
              <a:off x="5794437" y="6078269"/>
              <a:ext cx="35442" cy="358202"/>
            </a:xfrm>
            <a:custGeom>
              <a:avLst/>
              <a:pathLst>
                <a:path w="35442" h="358202">
                  <a:moveTo>
                    <a:pt x="0" y="0"/>
                  </a:moveTo>
                  <a:lnTo>
                    <a:pt x="17721" y="9945"/>
                  </a:lnTo>
                  <a:lnTo>
                    <a:pt x="35442" y="19735"/>
                  </a:lnTo>
                  <a:lnTo>
                    <a:pt x="35442" y="358202"/>
                  </a:lnTo>
                  <a:lnTo>
                    <a:pt x="17721" y="358202"/>
                  </a:lnTo>
                  <a:lnTo>
                    <a:pt x="0" y="358202"/>
                  </a:lnTo>
                  <a:close/>
                </a:path>
              </a:pathLst>
            </a:custGeom>
            <a:solidFill>
              <a:srgbClr val="CD9985">
                <a:alpha val="100000"/>
              </a:srgbClr>
            </a:solidFill>
            <a:ln w="4762" cap="rnd">
              <a:solidFill>
                <a:srgbClr val="CD99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g3264"/>
            <p:cNvSpPr/>
            <p:nvPr/>
          </p:nvSpPr>
          <p:spPr>
            <a:xfrm>
              <a:off x="5829879" y="6098004"/>
              <a:ext cx="17721" cy="338466"/>
            </a:xfrm>
            <a:custGeom>
              <a:avLst/>
              <a:pathLst>
                <a:path w="17721" h="338466">
                  <a:moveTo>
                    <a:pt x="0" y="0"/>
                  </a:moveTo>
                  <a:lnTo>
                    <a:pt x="17721" y="9662"/>
                  </a:lnTo>
                  <a:lnTo>
                    <a:pt x="17721" y="338466"/>
                  </a:lnTo>
                  <a:lnTo>
                    <a:pt x="0" y="338466"/>
                  </a:lnTo>
                  <a:close/>
                </a:path>
              </a:pathLst>
            </a:custGeom>
            <a:solidFill>
              <a:srgbClr val="CC9984">
                <a:alpha val="100000"/>
              </a:srgbClr>
            </a:solidFill>
            <a:ln w="4762" cap="rnd">
              <a:solidFill>
                <a:srgbClr val="CC99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g3265"/>
            <p:cNvSpPr/>
            <p:nvPr/>
          </p:nvSpPr>
          <p:spPr>
            <a:xfrm>
              <a:off x="5847601" y="6107667"/>
              <a:ext cx="17721" cy="328804"/>
            </a:xfrm>
            <a:custGeom>
              <a:avLst/>
              <a:pathLst>
                <a:path w="17721" h="328804">
                  <a:moveTo>
                    <a:pt x="0" y="0"/>
                  </a:moveTo>
                  <a:lnTo>
                    <a:pt x="17721" y="9554"/>
                  </a:lnTo>
                  <a:lnTo>
                    <a:pt x="17721" y="328804"/>
                  </a:lnTo>
                  <a:lnTo>
                    <a:pt x="0" y="328804"/>
                  </a:lnTo>
                  <a:close/>
                </a:path>
              </a:pathLst>
            </a:custGeom>
            <a:solidFill>
              <a:srgbClr val="CC9884">
                <a:alpha val="100000"/>
              </a:srgbClr>
            </a:solidFill>
            <a:ln w="4762" cap="rnd">
              <a:solidFill>
                <a:srgbClr val="CC98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g3266"/>
            <p:cNvSpPr/>
            <p:nvPr/>
          </p:nvSpPr>
          <p:spPr>
            <a:xfrm>
              <a:off x="5865322" y="6117221"/>
              <a:ext cx="17721" cy="319249"/>
            </a:xfrm>
            <a:custGeom>
              <a:avLst/>
              <a:pathLst>
                <a:path w="17721" h="319249">
                  <a:moveTo>
                    <a:pt x="0" y="0"/>
                  </a:moveTo>
                  <a:lnTo>
                    <a:pt x="17721" y="9353"/>
                  </a:lnTo>
                  <a:lnTo>
                    <a:pt x="17721" y="319249"/>
                  </a:lnTo>
                  <a:lnTo>
                    <a:pt x="0" y="319249"/>
                  </a:lnTo>
                  <a:close/>
                </a:path>
              </a:pathLst>
            </a:custGeom>
            <a:solidFill>
              <a:srgbClr val="CC9883">
                <a:alpha val="100000"/>
              </a:srgbClr>
            </a:solidFill>
            <a:ln w="4762" cap="rnd">
              <a:solidFill>
                <a:srgbClr val="CC98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g3267"/>
            <p:cNvSpPr/>
            <p:nvPr/>
          </p:nvSpPr>
          <p:spPr>
            <a:xfrm>
              <a:off x="5883044" y="6126575"/>
              <a:ext cx="35442" cy="309896"/>
            </a:xfrm>
            <a:custGeom>
              <a:avLst/>
              <a:pathLst>
                <a:path w="35442" h="309896">
                  <a:moveTo>
                    <a:pt x="0" y="0"/>
                  </a:moveTo>
                  <a:lnTo>
                    <a:pt x="17721" y="9188"/>
                  </a:lnTo>
                  <a:lnTo>
                    <a:pt x="35442" y="18242"/>
                  </a:lnTo>
                  <a:lnTo>
                    <a:pt x="35442" y="309896"/>
                  </a:lnTo>
                  <a:lnTo>
                    <a:pt x="17721" y="309896"/>
                  </a:lnTo>
                  <a:lnTo>
                    <a:pt x="0" y="309896"/>
                  </a:lnTo>
                  <a:close/>
                </a:path>
              </a:pathLst>
            </a:custGeom>
            <a:solidFill>
              <a:srgbClr val="CC9783">
                <a:alpha val="100000"/>
              </a:srgbClr>
            </a:solidFill>
            <a:ln w="4762" cap="rnd">
              <a:solidFill>
                <a:srgbClr val="CC97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g3268"/>
            <p:cNvSpPr/>
            <p:nvPr/>
          </p:nvSpPr>
          <p:spPr>
            <a:xfrm>
              <a:off x="5918486" y="6144817"/>
              <a:ext cx="17721" cy="291653"/>
            </a:xfrm>
            <a:custGeom>
              <a:avLst/>
              <a:pathLst>
                <a:path w="17721" h="291653">
                  <a:moveTo>
                    <a:pt x="0" y="0"/>
                  </a:moveTo>
                  <a:lnTo>
                    <a:pt x="17721" y="8818"/>
                  </a:lnTo>
                  <a:lnTo>
                    <a:pt x="17721" y="291653"/>
                  </a:lnTo>
                  <a:lnTo>
                    <a:pt x="0" y="291653"/>
                  </a:lnTo>
                  <a:close/>
                </a:path>
              </a:pathLst>
            </a:custGeom>
            <a:solidFill>
              <a:srgbClr val="CB9782">
                <a:alpha val="100000"/>
              </a:srgbClr>
            </a:solidFill>
            <a:ln w="4762" cap="rnd">
              <a:solidFill>
                <a:srgbClr val="CB97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g3269"/>
            <p:cNvSpPr/>
            <p:nvPr/>
          </p:nvSpPr>
          <p:spPr>
            <a:xfrm>
              <a:off x="5936208" y="6153635"/>
              <a:ext cx="17721" cy="282835"/>
            </a:xfrm>
            <a:custGeom>
              <a:avLst/>
              <a:pathLst>
                <a:path w="17721" h="282835">
                  <a:moveTo>
                    <a:pt x="0" y="0"/>
                  </a:moveTo>
                  <a:lnTo>
                    <a:pt x="17721" y="8618"/>
                  </a:lnTo>
                  <a:lnTo>
                    <a:pt x="17721" y="282835"/>
                  </a:lnTo>
                  <a:lnTo>
                    <a:pt x="0" y="282835"/>
                  </a:lnTo>
                  <a:close/>
                </a:path>
              </a:pathLst>
            </a:custGeom>
            <a:solidFill>
              <a:srgbClr val="CB9682">
                <a:alpha val="100000"/>
              </a:srgbClr>
            </a:solidFill>
            <a:ln w="4762" cap="rnd">
              <a:solidFill>
                <a:srgbClr val="CB96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g3270"/>
            <p:cNvSpPr/>
            <p:nvPr/>
          </p:nvSpPr>
          <p:spPr>
            <a:xfrm>
              <a:off x="5953929" y="6162253"/>
              <a:ext cx="17721" cy="274217"/>
            </a:xfrm>
            <a:custGeom>
              <a:avLst/>
              <a:pathLst>
                <a:path w="17721" h="274217">
                  <a:moveTo>
                    <a:pt x="0" y="0"/>
                  </a:moveTo>
                  <a:lnTo>
                    <a:pt x="17721" y="8461"/>
                  </a:lnTo>
                  <a:lnTo>
                    <a:pt x="17721" y="274217"/>
                  </a:lnTo>
                  <a:lnTo>
                    <a:pt x="0" y="274217"/>
                  </a:lnTo>
                  <a:close/>
                </a:path>
              </a:pathLst>
            </a:custGeom>
            <a:solidFill>
              <a:srgbClr val="CB9681">
                <a:alpha val="100000"/>
              </a:srgbClr>
            </a:solidFill>
            <a:ln w="4762" cap="rnd">
              <a:solidFill>
                <a:srgbClr val="CB9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g3271"/>
            <p:cNvSpPr/>
            <p:nvPr/>
          </p:nvSpPr>
          <p:spPr>
            <a:xfrm>
              <a:off x="5971650" y="6170715"/>
              <a:ext cx="35442" cy="265755"/>
            </a:xfrm>
            <a:custGeom>
              <a:avLst/>
              <a:pathLst>
                <a:path w="35442" h="265755">
                  <a:moveTo>
                    <a:pt x="0" y="0"/>
                  </a:moveTo>
                  <a:lnTo>
                    <a:pt x="17721" y="8200"/>
                  </a:lnTo>
                  <a:lnTo>
                    <a:pt x="35442" y="16169"/>
                  </a:lnTo>
                  <a:lnTo>
                    <a:pt x="35442" y="265755"/>
                  </a:lnTo>
                  <a:lnTo>
                    <a:pt x="17721" y="265755"/>
                  </a:lnTo>
                  <a:lnTo>
                    <a:pt x="0" y="265755"/>
                  </a:lnTo>
                  <a:close/>
                </a:path>
              </a:pathLst>
            </a:custGeom>
            <a:solidFill>
              <a:srgbClr val="CB9581">
                <a:alpha val="100000"/>
              </a:srgbClr>
            </a:solidFill>
            <a:ln w="4762" cap="rnd">
              <a:solidFill>
                <a:srgbClr val="CB95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g3272"/>
            <p:cNvSpPr/>
            <p:nvPr/>
          </p:nvSpPr>
          <p:spPr>
            <a:xfrm>
              <a:off x="6007093" y="6186885"/>
              <a:ext cx="17721" cy="249586"/>
            </a:xfrm>
            <a:custGeom>
              <a:avLst/>
              <a:pathLst>
                <a:path w="17721" h="249586">
                  <a:moveTo>
                    <a:pt x="0" y="0"/>
                  </a:moveTo>
                  <a:lnTo>
                    <a:pt x="17721" y="7795"/>
                  </a:lnTo>
                  <a:lnTo>
                    <a:pt x="17721" y="249586"/>
                  </a:lnTo>
                  <a:lnTo>
                    <a:pt x="0" y="249586"/>
                  </a:lnTo>
                  <a:close/>
                </a:path>
              </a:pathLst>
            </a:custGeom>
            <a:solidFill>
              <a:srgbClr val="CA9580">
                <a:alpha val="100000"/>
              </a:srgbClr>
            </a:solidFill>
            <a:ln w="4762" cap="rnd">
              <a:solidFill>
                <a:srgbClr val="CA95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g3273"/>
            <p:cNvSpPr/>
            <p:nvPr/>
          </p:nvSpPr>
          <p:spPr>
            <a:xfrm>
              <a:off x="6024815" y="6194681"/>
              <a:ext cx="17721" cy="241790"/>
            </a:xfrm>
            <a:custGeom>
              <a:avLst/>
              <a:pathLst>
                <a:path w="17721" h="241790">
                  <a:moveTo>
                    <a:pt x="0" y="0"/>
                  </a:moveTo>
                  <a:lnTo>
                    <a:pt x="17721" y="7517"/>
                  </a:lnTo>
                  <a:lnTo>
                    <a:pt x="17721" y="241790"/>
                  </a:lnTo>
                  <a:lnTo>
                    <a:pt x="0" y="241790"/>
                  </a:lnTo>
                  <a:close/>
                </a:path>
              </a:pathLst>
            </a:custGeom>
            <a:solidFill>
              <a:srgbClr val="CA9480">
                <a:alpha val="100000"/>
              </a:srgbClr>
            </a:solidFill>
            <a:ln w="4762" cap="rnd">
              <a:solidFill>
                <a:srgbClr val="CA94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g3274"/>
            <p:cNvSpPr/>
            <p:nvPr/>
          </p:nvSpPr>
          <p:spPr>
            <a:xfrm>
              <a:off x="6042536" y="6202198"/>
              <a:ext cx="35442" cy="234272"/>
            </a:xfrm>
            <a:custGeom>
              <a:avLst/>
              <a:pathLst>
                <a:path w="35442" h="234272">
                  <a:moveTo>
                    <a:pt x="0" y="0"/>
                  </a:moveTo>
                  <a:lnTo>
                    <a:pt x="17721" y="7261"/>
                  </a:lnTo>
                  <a:lnTo>
                    <a:pt x="35442" y="14336"/>
                  </a:lnTo>
                  <a:lnTo>
                    <a:pt x="35442" y="234272"/>
                  </a:lnTo>
                  <a:lnTo>
                    <a:pt x="17721" y="234272"/>
                  </a:lnTo>
                  <a:lnTo>
                    <a:pt x="0" y="234272"/>
                  </a:lnTo>
                  <a:close/>
                </a:path>
              </a:pathLst>
            </a:custGeom>
            <a:solidFill>
              <a:srgbClr val="CA947F">
                <a:alpha val="100000"/>
              </a:srgbClr>
            </a:solidFill>
            <a:ln w="4762" cap="rnd">
              <a:solidFill>
                <a:srgbClr val="CA94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g3275"/>
            <p:cNvSpPr/>
            <p:nvPr/>
          </p:nvSpPr>
          <p:spPr>
            <a:xfrm>
              <a:off x="6077979" y="6216535"/>
              <a:ext cx="17721" cy="219936"/>
            </a:xfrm>
            <a:custGeom>
              <a:avLst/>
              <a:pathLst>
                <a:path w="17721" h="219936">
                  <a:moveTo>
                    <a:pt x="0" y="0"/>
                  </a:moveTo>
                  <a:lnTo>
                    <a:pt x="17721" y="6787"/>
                  </a:lnTo>
                  <a:lnTo>
                    <a:pt x="17721" y="219936"/>
                  </a:lnTo>
                  <a:lnTo>
                    <a:pt x="0" y="219936"/>
                  </a:lnTo>
                  <a:close/>
                </a:path>
              </a:pathLst>
            </a:custGeom>
            <a:solidFill>
              <a:srgbClr val="C9937F">
                <a:alpha val="100000"/>
              </a:srgbClr>
            </a:solidFill>
            <a:ln w="4762" cap="rnd">
              <a:solidFill>
                <a:srgbClr val="C99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g3276"/>
            <p:cNvSpPr/>
            <p:nvPr/>
          </p:nvSpPr>
          <p:spPr>
            <a:xfrm>
              <a:off x="6095700" y="6223323"/>
              <a:ext cx="17721" cy="213148"/>
            </a:xfrm>
            <a:custGeom>
              <a:avLst/>
              <a:pathLst>
                <a:path w="17721" h="213148">
                  <a:moveTo>
                    <a:pt x="0" y="0"/>
                  </a:moveTo>
                  <a:lnTo>
                    <a:pt x="17721" y="6511"/>
                  </a:lnTo>
                  <a:lnTo>
                    <a:pt x="17721" y="213148"/>
                  </a:lnTo>
                  <a:lnTo>
                    <a:pt x="0" y="213148"/>
                  </a:lnTo>
                  <a:close/>
                </a:path>
              </a:pathLst>
            </a:custGeom>
            <a:solidFill>
              <a:srgbClr val="C9937E">
                <a:alpha val="100000"/>
              </a:srgbClr>
            </a:solidFill>
            <a:ln w="4762" cap="rnd">
              <a:solidFill>
                <a:srgbClr val="C99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g3277"/>
            <p:cNvSpPr/>
            <p:nvPr/>
          </p:nvSpPr>
          <p:spPr>
            <a:xfrm>
              <a:off x="6113421" y="6229835"/>
              <a:ext cx="17721" cy="206636"/>
            </a:xfrm>
            <a:custGeom>
              <a:avLst/>
              <a:pathLst>
                <a:path w="17721" h="206636">
                  <a:moveTo>
                    <a:pt x="0" y="0"/>
                  </a:moveTo>
                  <a:lnTo>
                    <a:pt x="17721" y="6318"/>
                  </a:lnTo>
                  <a:lnTo>
                    <a:pt x="17721" y="206636"/>
                  </a:lnTo>
                  <a:lnTo>
                    <a:pt x="0" y="206636"/>
                  </a:lnTo>
                  <a:close/>
                </a:path>
              </a:pathLst>
            </a:custGeom>
            <a:solidFill>
              <a:srgbClr val="C9927E">
                <a:alpha val="100000"/>
              </a:srgbClr>
            </a:solidFill>
            <a:ln w="4762" cap="rnd">
              <a:solidFill>
                <a:srgbClr val="C992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g3278"/>
            <p:cNvSpPr/>
            <p:nvPr/>
          </p:nvSpPr>
          <p:spPr>
            <a:xfrm>
              <a:off x="6131143" y="6236153"/>
              <a:ext cx="35442" cy="200318"/>
            </a:xfrm>
            <a:custGeom>
              <a:avLst/>
              <a:pathLst>
                <a:path w="35442" h="200318">
                  <a:moveTo>
                    <a:pt x="0" y="0"/>
                  </a:moveTo>
                  <a:lnTo>
                    <a:pt x="17721" y="6029"/>
                  </a:lnTo>
                  <a:lnTo>
                    <a:pt x="35442" y="11768"/>
                  </a:lnTo>
                  <a:lnTo>
                    <a:pt x="35442" y="200318"/>
                  </a:lnTo>
                  <a:lnTo>
                    <a:pt x="17721" y="200318"/>
                  </a:lnTo>
                  <a:lnTo>
                    <a:pt x="0" y="200318"/>
                  </a:lnTo>
                  <a:close/>
                </a:path>
              </a:pathLst>
            </a:custGeom>
            <a:solidFill>
              <a:srgbClr val="C9927D">
                <a:alpha val="100000"/>
              </a:srgbClr>
            </a:solidFill>
            <a:ln w="4762" cap="rnd">
              <a:solidFill>
                <a:srgbClr val="C992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g3279"/>
            <p:cNvSpPr/>
            <p:nvPr/>
          </p:nvSpPr>
          <p:spPr>
            <a:xfrm>
              <a:off x="6166585" y="6247922"/>
              <a:ext cx="17721" cy="188549"/>
            </a:xfrm>
            <a:custGeom>
              <a:avLst/>
              <a:pathLst>
                <a:path w="17721" h="188549">
                  <a:moveTo>
                    <a:pt x="0" y="0"/>
                  </a:moveTo>
                  <a:lnTo>
                    <a:pt x="17721" y="5542"/>
                  </a:lnTo>
                  <a:lnTo>
                    <a:pt x="17721" y="188549"/>
                  </a:lnTo>
                  <a:lnTo>
                    <a:pt x="0" y="188549"/>
                  </a:lnTo>
                  <a:close/>
                </a:path>
              </a:pathLst>
            </a:custGeom>
            <a:solidFill>
              <a:srgbClr val="C8917D">
                <a:alpha val="100000"/>
              </a:srgbClr>
            </a:solidFill>
            <a:ln w="4762" cap="rnd">
              <a:solidFill>
                <a:srgbClr val="C891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g3280"/>
            <p:cNvSpPr/>
            <p:nvPr/>
          </p:nvSpPr>
          <p:spPr>
            <a:xfrm>
              <a:off x="6184307" y="6253464"/>
              <a:ext cx="17721" cy="183006"/>
            </a:xfrm>
            <a:custGeom>
              <a:avLst/>
              <a:pathLst>
                <a:path w="17721" h="183006">
                  <a:moveTo>
                    <a:pt x="0" y="0"/>
                  </a:moveTo>
                  <a:lnTo>
                    <a:pt x="17721" y="5259"/>
                  </a:lnTo>
                  <a:lnTo>
                    <a:pt x="17721" y="183006"/>
                  </a:lnTo>
                  <a:lnTo>
                    <a:pt x="0" y="183006"/>
                  </a:lnTo>
                  <a:close/>
                </a:path>
              </a:pathLst>
            </a:custGeom>
            <a:solidFill>
              <a:srgbClr val="C8917C">
                <a:alpha val="100000"/>
              </a:srgbClr>
            </a:solidFill>
            <a:ln w="4762" cap="rnd">
              <a:solidFill>
                <a:srgbClr val="C891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g3281"/>
            <p:cNvSpPr/>
            <p:nvPr/>
          </p:nvSpPr>
          <p:spPr>
            <a:xfrm>
              <a:off x="6202028" y="6258724"/>
              <a:ext cx="17721" cy="177747"/>
            </a:xfrm>
            <a:custGeom>
              <a:avLst/>
              <a:pathLst>
                <a:path w="17721" h="177747">
                  <a:moveTo>
                    <a:pt x="0" y="0"/>
                  </a:moveTo>
                  <a:lnTo>
                    <a:pt x="17721" y="4960"/>
                  </a:lnTo>
                  <a:lnTo>
                    <a:pt x="17721" y="177747"/>
                  </a:lnTo>
                  <a:lnTo>
                    <a:pt x="0" y="177747"/>
                  </a:lnTo>
                  <a:close/>
                </a:path>
              </a:pathLst>
            </a:custGeom>
            <a:solidFill>
              <a:srgbClr val="C8907C">
                <a:alpha val="100000"/>
              </a:srgbClr>
            </a:solidFill>
            <a:ln w="4762" cap="rnd">
              <a:solidFill>
                <a:srgbClr val="C890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g3282"/>
            <p:cNvSpPr/>
            <p:nvPr/>
          </p:nvSpPr>
          <p:spPr>
            <a:xfrm>
              <a:off x="6219750" y="6263685"/>
              <a:ext cx="35442" cy="172786"/>
            </a:xfrm>
            <a:custGeom>
              <a:avLst/>
              <a:pathLst>
                <a:path w="35442" h="172786">
                  <a:moveTo>
                    <a:pt x="0" y="0"/>
                  </a:moveTo>
                  <a:lnTo>
                    <a:pt x="17721" y="4765"/>
                  </a:lnTo>
                  <a:lnTo>
                    <a:pt x="35442" y="9259"/>
                  </a:lnTo>
                  <a:lnTo>
                    <a:pt x="35442" y="172786"/>
                  </a:lnTo>
                  <a:lnTo>
                    <a:pt x="17721" y="172786"/>
                  </a:lnTo>
                  <a:lnTo>
                    <a:pt x="0" y="172786"/>
                  </a:lnTo>
                  <a:close/>
                </a:path>
              </a:pathLst>
            </a:custGeom>
            <a:solidFill>
              <a:srgbClr val="C8907B">
                <a:alpha val="100000"/>
              </a:srgbClr>
            </a:solidFill>
            <a:ln w="4762" cap="rnd">
              <a:solidFill>
                <a:srgbClr val="C890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g3283"/>
            <p:cNvSpPr/>
            <p:nvPr/>
          </p:nvSpPr>
          <p:spPr>
            <a:xfrm>
              <a:off x="6255192" y="6272944"/>
              <a:ext cx="17721" cy="163526"/>
            </a:xfrm>
            <a:custGeom>
              <a:avLst/>
              <a:pathLst>
                <a:path w="17721" h="163526">
                  <a:moveTo>
                    <a:pt x="0" y="0"/>
                  </a:moveTo>
                  <a:lnTo>
                    <a:pt x="17721" y="4193"/>
                  </a:lnTo>
                  <a:lnTo>
                    <a:pt x="17721" y="163526"/>
                  </a:lnTo>
                  <a:lnTo>
                    <a:pt x="0" y="163526"/>
                  </a:lnTo>
                  <a:close/>
                </a:path>
              </a:pathLst>
            </a:custGeom>
            <a:solidFill>
              <a:srgbClr val="C78F7B">
                <a:alpha val="100000"/>
              </a:srgbClr>
            </a:solidFill>
            <a:ln w="4762" cap="rnd">
              <a:solidFill>
                <a:srgbClr val="C78F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g3284"/>
            <p:cNvSpPr/>
            <p:nvPr/>
          </p:nvSpPr>
          <p:spPr>
            <a:xfrm>
              <a:off x="6272914" y="6277137"/>
              <a:ext cx="17721" cy="159333"/>
            </a:xfrm>
            <a:custGeom>
              <a:avLst/>
              <a:pathLst>
                <a:path w="17721" h="159333">
                  <a:moveTo>
                    <a:pt x="0" y="0"/>
                  </a:moveTo>
                  <a:lnTo>
                    <a:pt x="17721" y="4002"/>
                  </a:lnTo>
                  <a:lnTo>
                    <a:pt x="17721" y="159333"/>
                  </a:lnTo>
                  <a:lnTo>
                    <a:pt x="0" y="159333"/>
                  </a:lnTo>
                  <a:close/>
                </a:path>
              </a:pathLst>
            </a:custGeom>
            <a:solidFill>
              <a:srgbClr val="C78F7A">
                <a:alpha val="100000"/>
              </a:srgbClr>
            </a:solidFill>
            <a:ln w="4762" cap="rnd">
              <a:solidFill>
                <a:srgbClr val="C78F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g3285"/>
            <p:cNvSpPr/>
            <p:nvPr/>
          </p:nvSpPr>
          <p:spPr>
            <a:xfrm>
              <a:off x="6290635" y="6281140"/>
              <a:ext cx="17721" cy="155331"/>
            </a:xfrm>
            <a:custGeom>
              <a:avLst/>
              <a:pathLst>
                <a:path w="17721" h="155331">
                  <a:moveTo>
                    <a:pt x="0" y="0"/>
                  </a:moveTo>
                  <a:lnTo>
                    <a:pt x="17721" y="3747"/>
                  </a:lnTo>
                  <a:lnTo>
                    <a:pt x="17721" y="155331"/>
                  </a:lnTo>
                  <a:lnTo>
                    <a:pt x="0" y="155331"/>
                  </a:lnTo>
                  <a:close/>
                </a:path>
              </a:pathLst>
            </a:custGeom>
            <a:solidFill>
              <a:srgbClr val="C78E7A">
                <a:alpha val="100000"/>
              </a:srgbClr>
            </a:solidFill>
            <a:ln w="4762" cap="rnd">
              <a:solidFill>
                <a:srgbClr val="C78E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g3286"/>
            <p:cNvSpPr/>
            <p:nvPr/>
          </p:nvSpPr>
          <p:spPr>
            <a:xfrm>
              <a:off x="6308356" y="6284888"/>
              <a:ext cx="17721" cy="151583"/>
            </a:xfrm>
            <a:custGeom>
              <a:avLst/>
              <a:pathLst>
                <a:path w="17721" h="151583">
                  <a:moveTo>
                    <a:pt x="0" y="0"/>
                  </a:moveTo>
                  <a:lnTo>
                    <a:pt x="17721" y="3450"/>
                  </a:lnTo>
                  <a:lnTo>
                    <a:pt x="17721" y="151583"/>
                  </a:lnTo>
                  <a:lnTo>
                    <a:pt x="0" y="151583"/>
                  </a:lnTo>
                  <a:close/>
                </a:path>
              </a:pathLst>
            </a:custGeom>
            <a:solidFill>
              <a:srgbClr val="C78E79">
                <a:alpha val="100000"/>
              </a:srgbClr>
            </a:solidFill>
            <a:ln w="4762" cap="rnd">
              <a:solidFill>
                <a:srgbClr val="C7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g3287"/>
            <p:cNvSpPr/>
            <p:nvPr/>
          </p:nvSpPr>
          <p:spPr>
            <a:xfrm>
              <a:off x="6326078" y="6288338"/>
              <a:ext cx="17721" cy="148132"/>
            </a:xfrm>
            <a:custGeom>
              <a:avLst/>
              <a:pathLst>
                <a:path w="17721" h="148132">
                  <a:moveTo>
                    <a:pt x="0" y="0"/>
                  </a:moveTo>
                  <a:lnTo>
                    <a:pt x="17721" y="3268"/>
                  </a:lnTo>
                  <a:lnTo>
                    <a:pt x="17721" y="148132"/>
                  </a:lnTo>
                  <a:lnTo>
                    <a:pt x="0" y="148132"/>
                  </a:lnTo>
                  <a:close/>
                </a:path>
              </a:pathLst>
            </a:custGeom>
            <a:solidFill>
              <a:srgbClr val="C68E79">
                <a:alpha val="100000"/>
              </a:srgbClr>
            </a:solidFill>
            <a:ln w="4762" cap="rnd">
              <a:solidFill>
                <a:srgbClr val="C6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g3288"/>
            <p:cNvSpPr/>
            <p:nvPr/>
          </p:nvSpPr>
          <p:spPr>
            <a:xfrm>
              <a:off x="6343799" y="6291607"/>
              <a:ext cx="17721" cy="144863"/>
            </a:xfrm>
            <a:custGeom>
              <a:avLst/>
              <a:pathLst>
                <a:path w="17721" h="144863">
                  <a:moveTo>
                    <a:pt x="0" y="0"/>
                  </a:moveTo>
                  <a:lnTo>
                    <a:pt x="17721" y="3034"/>
                  </a:lnTo>
                  <a:lnTo>
                    <a:pt x="17721" y="144863"/>
                  </a:lnTo>
                  <a:lnTo>
                    <a:pt x="0" y="144863"/>
                  </a:lnTo>
                  <a:close/>
                </a:path>
              </a:pathLst>
            </a:custGeom>
            <a:solidFill>
              <a:srgbClr val="C68D79">
                <a:alpha val="100000"/>
              </a:srgbClr>
            </a:solidFill>
            <a:ln w="4762" cap="rnd">
              <a:solidFill>
                <a:srgbClr val="C68D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g3289"/>
            <p:cNvSpPr/>
            <p:nvPr/>
          </p:nvSpPr>
          <p:spPr>
            <a:xfrm>
              <a:off x="6361521" y="6294642"/>
              <a:ext cx="35442" cy="141829"/>
            </a:xfrm>
            <a:custGeom>
              <a:avLst/>
              <a:pathLst>
                <a:path w="35442" h="141829">
                  <a:moveTo>
                    <a:pt x="0" y="0"/>
                  </a:moveTo>
                  <a:lnTo>
                    <a:pt x="17721" y="2746"/>
                  </a:lnTo>
                  <a:lnTo>
                    <a:pt x="35442" y="5323"/>
                  </a:lnTo>
                  <a:lnTo>
                    <a:pt x="35442" y="141829"/>
                  </a:lnTo>
                  <a:lnTo>
                    <a:pt x="17721" y="141829"/>
                  </a:lnTo>
                  <a:lnTo>
                    <a:pt x="0" y="141829"/>
                  </a:lnTo>
                  <a:close/>
                </a:path>
              </a:pathLst>
            </a:custGeom>
            <a:solidFill>
              <a:srgbClr val="C68D78">
                <a:alpha val="100000"/>
              </a:srgbClr>
            </a:solidFill>
            <a:ln w="4762" cap="rnd">
              <a:solidFill>
                <a:srgbClr val="C68D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g3290"/>
            <p:cNvSpPr/>
            <p:nvPr/>
          </p:nvSpPr>
          <p:spPr>
            <a:xfrm>
              <a:off x="6396963" y="6299965"/>
              <a:ext cx="17721" cy="136505"/>
            </a:xfrm>
            <a:custGeom>
              <a:avLst/>
              <a:pathLst>
                <a:path w="17721" h="136505">
                  <a:moveTo>
                    <a:pt x="0" y="0"/>
                  </a:moveTo>
                  <a:lnTo>
                    <a:pt x="17721" y="2365"/>
                  </a:lnTo>
                  <a:lnTo>
                    <a:pt x="17721" y="136505"/>
                  </a:lnTo>
                  <a:lnTo>
                    <a:pt x="0" y="136505"/>
                  </a:lnTo>
                  <a:close/>
                </a:path>
              </a:pathLst>
            </a:custGeom>
            <a:solidFill>
              <a:srgbClr val="C68C77">
                <a:alpha val="100000"/>
              </a:srgbClr>
            </a:solidFill>
            <a:ln w="4762" cap="rnd">
              <a:solidFill>
                <a:srgbClr val="C6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g3291"/>
            <p:cNvSpPr/>
            <p:nvPr/>
          </p:nvSpPr>
          <p:spPr>
            <a:xfrm>
              <a:off x="6414685" y="6302331"/>
              <a:ext cx="17721" cy="134140"/>
            </a:xfrm>
            <a:custGeom>
              <a:avLst/>
              <a:pathLst>
                <a:path w="17721" h="134140">
                  <a:moveTo>
                    <a:pt x="0" y="0"/>
                  </a:moveTo>
                  <a:lnTo>
                    <a:pt x="17721" y="2092"/>
                  </a:lnTo>
                  <a:lnTo>
                    <a:pt x="17721" y="134140"/>
                  </a:lnTo>
                  <a:lnTo>
                    <a:pt x="0" y="134140"/>
                  </a:lnTo>
                  <a:close/>
                </a:path>
              </a:pathLst>
            </a:custGeom>
            <a:solidFill>
              <a:srgbClr val="C58C77">
                <a:alpha val="100000"/>
              </a:srgbClr>
            </a:solidFill>
            <a:ln w="4762" cap="rnd">
              <a:solidFill>
                <a:srgbClr val="C5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g3292"/>
            <p:cNvSpPr/>
            <p:nvPr/>
          </p:nvSpPr>
          <p:spPr>
            <a:xfrm>
              <a:off x="6432406" y="6304423"/>
              <a:ext cx="17721" cy="132047"/>
            </a:xfrm>
            <a:custGeom>
              <a:avLst/>
              <a:pathLst>
                <a:path w="17721" h="132047">
                  <a:moveTo>
                    <a:pt x="0" y="0"/>
                  </a:moveTo>
                  <a:lnTo>
                    <a:pt x="17721" y="1937"/>
                  </a:lnTo>
                  <a:lnTo>
                    <a:pt x="17721" y="132047"/>
                  </a:lnTo>
                  <a:lnTo>
                    <a:pt x="0" y="132047"/>
                  </a:lnTo>
                  <a:close/>
                </a:path>
              </a:pathLst>
            </a:custGeom>
            <a:solidFill>
              <a:srgbClr val="C58B77">
                <a:alpha val="100000"/>
              </a:srgbClr>
            </a:solidFill>
            <a:ln w="4762" cap="rnd">
              <a:solidFill>
                <a:srgbClr val="C58B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g3293"/>
            <p:cNvSpPr/>
            <p:nvPr/>
          </p:nvSpPr>
          <p:spPr>
            <a:xfrm>
              <a:off x="6450127" y="6306361"/>
              <a:ext cx="35442" cy="130110"/>
            </a:xfrm>
            <a:custGeom>
              <a:avLst/>
              <a:pathLst>
                <a:path w="35442" h="130110">
                  <a:moveTo>
                    <a:pt x="0" y="0"/>
                  </a:moveTo>
                  <a:lnTo>
                    <a:pt x="17721" y="1750"/>
                  </a:lnTo>
                  <a:lnTo>
                    <a:pt x="35442" y="3249"/>
                  </a:lnTo>
                  <a:lnTo>
                    <a:pt x="35442" y="130110"/>
                  </a:lnTo>
                  <a:lnTo>
                    <a:pt x="17721" y="130110"/>
                  </a:lnTo>
                  <a:lnTo>
                    <a:pt x="0" y="130110"/>
                  </a:lnTo>
                  <a:close/>
                </a:path>
              </a:pathLst>
            </a:custGeom>
            <a:solidFill>
              <a:srgbClr val="C58B76">
                <a:alpha val="100000"/>
              </a:srgbClr>
            </a:solidFill>
            <a:ln w="4762" cap="rnd">
              <a:solidFill>
                <a:srgbClr val="C58B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g3294"/>
            <p:cNvSpPr/>
            <p:nvPr/>
          </p:nvSpPr>
          <p:spPr>
            <a:xfrm>
              <a:off x="6485570" y="6309610"/>
              <a:ext cx="35442" cy="126860"/>
            </a:xfrm>
            <a:custGeom>
              <a:avLst/>
              <a:pathLst>
                <a:path w="35442" h="126860">
                  <a:moveTo>
                    <a:pt x="0" y="0"/>
                  </a:moveTo>
                  <a:lnTo>
                    <a:pt x="17721" y="1359"/>
                  </a:lnTo>
                  <a:lnTo>
                    <a:pt x="35442" y="2559"/>
                  </a:lnTo>
                  <a:lnTo>
                    <a:pt x="35442" y="126860"/>
                  </a:lnTo>
                  <a:lnTo>
                    <a:pt x="17721" y="126860"/>
                  </a:lnTo>
                  <a:lnTo>
                    <a:pt x="0" y="126860"/>
                  </a:lnTo>
                  <a:close/>
                </a:path>
              </a:pathLst>
            </a:custGeom>
            <a:solidFill>
              <a:srgbClr val="C48A75">
                <a:alpha val="100000"/>
              </a:srgbClr>
            </a:solidFill>
            <a:ln w="4762" cap="rnd">
              <a:solidFill>
                <a:srgbClr val="C48A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g3295"/>
            <p:cNvSpPr/>
            <p:nvPr/>
          </p:nvSpPr>
          <p:spPr>
            <a:xfrm>
              <a:off x="6521013" y="6312170"/>
              <a:ext cx="17721" cy="124301"/>
            </a:xfrm>
            <a:custGeom>
              <a:avLst/>
              <a:pathLst>
                <a:path w="17721" h="124301">
                  <a:moveTo>
                    <a:pt x="0" y="0"/>
                  </a:moveTo>
                  <a:lnTo>
                    <a:pt x="17721" y="971"/>
                  </a:lnTo>
                  <a:lnTo>
                    <a:pt x="17721" y="124301"/>
                  </a:lnTo>
                  <a:lnTo>
                    <a:pt x="0" y="124301"/>
                  </a:lnTo>
                  <a:close/>
                </a:path>
              </a:pathLst>
            </a:custGeom>
            <a:solidFill>
              <a:srgbClr val="C48975">
                <a:alpha val="100000"/>
              </a:srgbClr>
            </a:solidFill>
            <a:ln w="4762" cap="rnd">
              <a:solidFill>
                <a:srgbClr val="C489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g3296"/>
            <p:cNvSpPr/>
            <p:nvPr/>
          </p:nvSpPr>
          <p:spPr>
            <a:xfrm>
              <a:off x="6538734" y="6313141"/>
              <a:ext cx="35442" cy="123329"/>
            </a:xfrm>
            <a:custGeom>
              <a:avLst/>
              <a:pathLst>
                <a:path w="35442" h="123329">
                  <a:moveTo>
                    <a:pt x="0" y="0"/>
                  </a:moveTo>
                  <a:lnTo>
                    <a:pt x="17721" y="851"/>
                  </a:lnTo>
                  <a:lnTo>
                    <a:pt x="35442" y="1568"/>
                  </a:lnTo>
                  <a:lnTo>
                    <a:pt x="35442" y="123329"/>
                  </a:lnTo>
                  <a:lnTo>
                    <a:pt x="17721" y="123329"/>
                  </a:lnTo>
                  <a:lnTo>
                    <a:pt x="0" y="123329"/>
                  </a:lnTo>
                  <a:close/>
                </a:path>
              </a:pathLst>
            </a:custGeom>
            <a:solidFill>
              <a:srgbClr val="C48974">
                <a:alpha val="100000"/>
              </a:srgbClr>
            </a:solidFill>
            <a:ln w="4762" cap="rnd">
              <a:solidFill>
                <a:srgbClr val="C489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g3297"/>
            <p:cNvSpPr/>
            <p:nvPr/>
          </p:nvSpPr>
          <p:spPr>
            <a:xfrm>
              <a:off x="6574177" y="6314710"/>
              <a:ext cx="35442" cy="121761"/>
            </a:xfrm>
            <a:custGeom>
              <a:avLst/>
              <a:pathLst>
                <a:path w="35442" h="121761">
                  <a:moveTo>
                    <a:pt x="0" y="0"/>
                  </a:moveTo>
                  <a:lnTo>
                    <a:pt x="17721" y="517"/>
                  </a:lnTo>
                  <a:lnTo>
                    <a:pt x="35442" y="935"/>
                  </a:lnTo>
                  <a:lnTo>
                    <a:pt x="35442" y="121761"/>
                  </a:lnTo>
                  <a:lnTo>
                    <a:pt x="17721" y="121761"/>
                  </a:lnTo>
                  <a:lnTo>
                    <a:pt x="0" y="121761"/>
                  </a:lnTo>
                  <a:close/>
                </a:path>
              </a:pathLst>
            </a:custGeom>
            <a:solidFill>
              <a:srgbClr val="C38873">
                <a:alpha val="100000"/>
              </a:srgbClr>
            </a:solidFill>
            <a:ln w="4762" cap="rnd">
              <a:solidFill>
                <a:srgbClr val="C388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g3298"/>
            <p:cNvSpPr/>
            <p:nvPr/>
          </p:nvSpPr>
          <p:spPr>
            <a:xfrm>
              <a:off x="6609620" y="6315645"/>
              <a:ext cx="17721" cy="120826"/>
            </a:xfrm>
            <a:custGeom>
              <a:avLst/>
              <a:pathLst>
                <a:path w="17721" h="120826">
                  <a:moveTo>
                    <a:pt x="0" y="0"/>
                  </a:moveTo>
                  <a:lnTo>
                    <a:pt x="17721" y="309"/>
                  </a:lnTo>
                  <a:lnTo>
                    <a:pt x="17721" y="120826"/>
                  </a:lnTo>
                  <a:lnTo>
                    <a:pt x="0" y="120826"/>
                  </a:lnTo>
                  <a:close/>
                </a:path>
              </a:pathLst>
            </a:custGeom>
            <a:solidFill>
              <a:srgbClr val="C38773">
                <a:alpha val="100000"/>
              </a:srgbClr>
            </a:solidFill>
            <a:ln w="4762" cap="rnd">
              <a:solidFill>
                <a:srgbClr val="C387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g3299"/>
            <p:cNvSpPr/>
            <p:nvPr/>
          </p:nvSpPr>
          <p:spPr>
            <a:xfrm>
              <a:off x="6627341" y="6315954"/>
              <a:ext cx="35442" cy="120517"/>
            </a:xfrm>
            <a:custGeom>
              <a:avLst/>
              <a:pathLst>
                <a:path w="35442" h="120517">
                  <a:moveTo>
                    <a:pt x="0" y="0"/>
                  </a:moveTo>
                  <a:lnTo>
                    <a:pt x="17721" y="141"/>
                  </a:lnTo>
                  <a:lnTo>
                    <a:pt x="35442" y="202"/>
                  </a:lnTo>
                  <a:lnTo>
                    <a:pt x="35442" y="120517"/>
                  </a:lnTo>
                  <a:lnTo>
                    <a:pt x="17721" y="120517"/>
                  </a:lnTo>
                  <a:lnTo>
                    <a:pt x="0" y="120517"/>
                  </a:lnTo>
                  <a:close/>
                </a:path>
              </a:pathLst>
            </a:custGeom>
            <a:solidFill>
              <a:srgbClr val="C38772">
                <a:alpha val="100000"/>
              </a:srgbClr>
            </a:solidFill>
            <a:ln w="4762" cap="rnd">
              <a:solidFill>
                <a:srgbClr val="C387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g3300"/>
            <p:cNvSpPr/>
            <p:nvPr/>
          </p:nvSpPr>
          <p:spPr>
            <a:xfrm>
              <a:off x="6662784" y="6315761"/>
              <a:ext cx="53164" cy="120709"/>
            </a:xfrm>
            <a:custGeom>
              <a:avLst/>
              <a:pathLst>
                <a:path w="53164" h="120709">
                  <a:moveTo>
                    <a:pt x="0" y="394"/>
                  </a:moveTo>
                  <a:lnTo>
                    <a:pt x="17721" y="372"/>
                  </a:lnTo>
                  <a:lnTo>
                    <a:pt x="35442" y="216"/>
                  </a:lnTo>
                  <a:lnTo>
                    <a:pt x="53164" y="0"/>
                  </a:lnTo>
                  <a:lnTo>
                    <a:pt x="53164" y="120709"/>
                  </a:lnTo>
                  <a:lnTo>
                    <a:pt x="35442" y="120709"/>
                  </a:lnTo>
                  <a:lnTo>
                    <a:pt x="17721" y="120709"/>
                  </a:lnTo>
                  <a:lnTo>
                    <a:pt x="0" y="120709"/>
                  </a:lnTo>
                  <a:close/>
                </a:path>
              </a:pathLst>
            </a:custGeom>
            <a:solidFill>
              <a:srgbClr val="C28671">
                <a:alpha val="100000"/>
              </a:srgbClr>
            </a:solidFill>
            <a:ln w="4762" cap="rnd">
              <a:solidFill>
                <a:srgbClr val="C286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g3301"/>
            <p:cNvSpPr/>
            <p:nvPr/>
          </p:nvSpPr>
          <p:spPr>
            <a:xfrm>
              <a:off x="6715948" y="6315485"/>
              <a:ext cx="17721" cy="120985"/>
            </a:xfrm>
            <a:custGeom>
              <a:avLst/>
              <a:pathLst>
                <a:path w="17721" h="120985">
                  <a:moveTo>
                    <a:pt x="0" y="276"/>
                  </a:moveTo>
                  <a:lnTo>
                    <a:pt x="17721" y="0"/>
                  </a:lnTo>
                  <a:lnTo>
                    <a:pt x="17721" y="120985"/>
                  </a:lnTo>
                  <a:lnTo>
                    <a:pt x="0" y="120985"/>
                  </a:lnTo>
                  <a:close/>
                </a:path>
              </a:pathLst>
            </a:custGeom>
            <a:solidFill>
              <a:srgbClr val="C28570">
                <a:alpha val="100000"/>
              </a:srgbClr>
            </a:solidFill>
            <a:ln w="4762" cap="rnd">
              <a:solidFill>
                <a:srgbClr val="C2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g3302"/>
            <p:cNvSpPr/>
            <p:nvPr/>
          </p:nvSpPr>
          <p:spPr>
            <a:xfrm>
              <a:off x="6733669" y="6315111"/>
              <a:ext cx="17721" cy="121359"/>
            </a:xfrm>
            <a:custGeom>
              <a:avLst/>
              <a:pathLst>
                <a:path w="17721" h="121359">
                  <a:moveTo>
                    <a:pt x="0" y="374"/>
                  </a:moveTo>
                  <a:lnTo>
                    <a:pt x="17721" y="0"/>
                  </a:lnTo>
                  <a:lnTo>
                    <a:pt x="17721" y="121359"/>
                  </a:lnTo>
                  <a:lnTo>
                    <a:pt x="0" y="121359"/>
                  </a:lnTo>
                  <a:close/>
                </a:path>
              </a:pathLst>
            </a:custGeom>
            <a:solidFill>
              <a:srgbClr val="C18570">
                <a:alpha val="100000"/>
              </a:srgbClr>
            </a:solidFill>
            <a:ln w="4762" cap="rnd">
              <a:solidFill>
                <a:srgbClr val="C1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g3303"/>
            <p:cNvSpPr/>
            <p:nvPr/>
          </p:nvSpPr>
          <p:spPr>
            <a:xfrm>
              <a:off x="6751391" y="6313729"/>
              <a:ext cx="53164" cy="122742"/>
            </a:xfrm>
            <a:custGeom>
              <a:avLst/>
              <a:pathLst>
                <a:path w="53164" h="122742">
                  <a:moveTo>
                    <a:pt x="0" y="1382"/>
                  </a:moveTo>
                  <a:lnTo>
                    <a:pt x="17721" y="967"/>
                  </a:lnTo>
                  <a:lnTo>
                    <a:pt x="35442" y="513"/>
                  </a:lnTo>
                  <a:lnTo>
                    <a:pt x="53164" y="0"/>
                  </a:lnTo>
                  <a:lnTo>
                    <a:pt x="53164" y="122742"/>
                  </a:lnTo>
                  <a:lnTo>
                    <a:pt x="35442" y="122742"/>
                  </a:lnTo>
                  <a:lnTo>
                    <a:pt x="17721" y="122742"/>
                  </a:lnTo>
                  <a:lnTo>
                    <a:pt x="0" y="122742"/>
                  </a:lnTo>
                  <a:close/>
                </a:path>
              </a:pathLst>
            </a:custGeom>
            <a:solidFill>
              <a:srgbClr val="C1846F">
                <a:alpha val="100000"/>
              </a:srgbClr>
            </a:solidFill>
            <a:ln w="4762" cap="rnd">
              <a:solidFill>
                <a:srgbClr val="C184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g3304"/>
            <p:cNvSpPr/>
            <p:nvPr/>
          </p:nvSpPr>
          <p:spPr>
            <a:xfrm>
              <a:off x="6804555" y="6313193"/>
              <a:ext cx="17721" cy="123277"/>
            </a:xfrm>
            <a:custGeom>
              <a:avLst/>
              <a:pathLst>
                <a:path w="17721" h="123277">
                  <a:moveTo>
                    <a:pt x="0" y="535"/>
                  </a:moveTo>
                  <a:lnTo>
                    <a:pt x="17721" y="0"/>
                  </a:lnTo>
                  <a:lnTo>
                    <a:pt x="17721" y="123277"/>
                  </a:lnTo>
                  <a:lnTo>
                    <a:pt x="0" y="123277"/>
                  </a:lnTo>
                  <a:close/>
                </a:path>
              </a:pathLst>
            </a:custGeom>
            <a:solidFill>
              <a:srgbClr val="C1836E">
                <a:alpha val="100000"/>
              </a:srgbClr>
            </a:solidFill>
            <a:ln w="4762" cap="rnd">
              <a:solidFill>
                <a:srgbClr val="C1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g3305"/>
            <p:cNvSpPr/>
            <p:nvPr/>
          </p:nvSpPr>
          <p:spPr>
            <a:xfrm>
              <a:off x="6822276" y="6312637"/>
              <a:ext cx="17721" cy="123834"/>
            </a:xfrm>
            <a:custGeom>
              <a:avLst/>
              <a:pathLst>
                <a:path w="17721" h="123834">
                  <a:moveTo>
                    <a:pt x="0" y="556"/>
                  </a:moveTo>
                  <a:lnTo>
                    <a:pt x="17721" y="0"/>
                  </a:lnTo>
                  <a:lnTo>
                    <a:pt x="17721" y="123834"/>
                  </a:lnTo>
                  <a:lnTo>
                    <a:pt x="0" y="123834"/>
                  </a:lnTo>
                  <a:close/>
                </a:path>
              </a:pathLst>
            </a:custGeom>
            <a:solidFill>
              <a:srgbClr val="C0836E">
                <a:alpha val="100000"/>
              </a:srgbClr>
            </a:solidFill>
            <a:ln w="4762" cap="rnd">
              <a:solidFill>
                <a:srgbClr val="C0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g3306"/>
            <p:cNvSpPr/>
            <p:nvPr/>
          </p:nvSpPr>
          <p:spPr>
            <a:xfrm>
              <a:off x="6839997" y="6310886"/>
              <a:ext cx="53164" cy="125585"/>
            </a:xfrm>
            <a:custGeom>
              <a:avLst/>
              <a:pathLst>
                <a:path w="53164" h="125585">
                  <a:moveTo>
                    <a:pt x="0" y="1751"/>
                  </a:moveTo>
                  <a:lnTo>
                    <a:pt x="17721" y="1171"/>
                  </a:lnTo>
                  <a:lnTo>
                    <a:pt x="35442" y="586"/>
                  </a:lnTo>
                  <a:lnTo>
                    <a:pt x="53164" y="0"/>
                  </a:lnTo>
                  <a:lnTo>
                    <a:pt x="53164" y="125585"/>
                  </a:lnTo>
                  <a:lnTo>
                    <a:pt x="35442" y="125585"/>
                  </a:lnTo>
                  <a:lnTo>
                    <a:pt x="17721" y="125585"/>
                  </a:lnTo>
                  <a:lnTo>
                    <a:pt x="0" y="125585"/>
                  </a:lnTo>
                  <a:close/>
                </a:path>
              </a:pathLst>
            </a:custGeom>
            <a:solidFill>
              <a:srgbClr val="C0826D">
                <a:alpha val="100000"/>
              </a:srgbClr>
            </a:solidFill>
            <a:ln w="4762" cap="rnd">
              <a:solidFill>
                <a:srgbClr val="C082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g3307"/>
            <p:cNvSpPr/>
            <p:nvPr/>
          </p:nvSpPr>
          <p:spPr>
            <a:xfrm>
              <a:off x="6893162" y="6309742"/>
              <a:ext cx="35442" cy="126728"/>
            </a:xfrm>
            <a:custGeom>
              <a:avLst/>
              <a:pathLst>
                <a:path w="35442" h="126728">
                  <a:moveTo>
                    <a:pt x="0" y="1143"/>
                  </a:moveTo>
                  <a:lnTo>
                    <a:pt x="17721" y="564"/>
                  </a:lnTo>
                  <a:lnTo>
                    <a:pt x="35442" y="0"/>
                  </a:lnTo>
                  <a:lnTo>
                    <a:pt x="35442" y="126728"/>
                  </a:lnTo>
                  <a:lnTo>
                    <a:pt x="17721" y="126728"/>
                  </a:lnTo>
                  <a:lnTo>
                    <a:pt x="0" y="126728"/>
                  </a:lnTo>
                  <a:close/>
                </a:path>
              </a:pathLst>
            </a:custGeom>
            <a:solidFill>
              <a:srgbClr val="BF816C">
                <a:alpha val="100000"/>
              </a:srgbClr>
            </a:solidFill>
            <a:ln w="4762" cap="rnd">
              <a:solidFill>
                <a:srgbClr val="BF81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g3308"/>
            <p:cNvSpPr/>
            <p:nvPr/>
          </p:nvSpPr>
          <p:spPr>
            <a:xfrm>
              <a:off x="6928604" y="6308191"/>
              <a:ext cx="53164" cy="128279"/>
            </a:xfrm>
            <a:custGeom>
              <a:avLst/>
              <a:pathLst>
                <a:path w="53164" h="128279">
                  <a:moveTo>
                    <a:pt x="0" y="1551"/>
                  </a:moveTo>
                  <a:lnTo>
                    <a:pt x="17721" y="999"/>
                  </a:lnTo>
                  <a:lnTo>
                    <a:pt x="35442" y="484"/>
                  </a:lnTo>
                  <a:lnTo>
                    <a:pt x="53164" y="0"/>
                  </a:lnTo>
                  <a:lnTo>
                    <a:pt x="53164" y="128279"/>
                  </a:lnTo>
                  <a:lnTo>
                    <a:pt x="35442" y="128279"/>
                  </a:lnTo>
                  <a:lnTo>
                    <a:pt x="17721" y="128279"/>
                  </a:lnTo>
                  <a:lnTo>
                    <a:pt x="0" y="128279"/>
                  </a:lnTo>
                  <a:close/>
                </a:path>
              </a:pathLst>
            </a:custGeom>
            <a:solidFill>
              <a:srgbClr val="BF806B">
                <a:alpha val="100000"/>
              </a:srgbClr>
            </a:solidFill>
            <a:ln w="4762" cap="rnd">
              <a:solidFill>
                <a:srgbClr val="BF8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g3309"/>
            <p:cNvSpPr/>
            <p:nvPr/>
          </p:nvSpPr>
          <p:spPr>
            <a:xfrm>
              <a:off x="6981768" y="6307337"/>
              <a:ext cx="35442" cy="129134"/>
            </a:xfrm>
            <a:custGeom>
              <a:avLst/>
              <a:pathLst>
                <a:path w="35442" h="129134">
                  <a:moveTo>
                    <a:pt x="0" y="854"/>
                  </a:moveTo>
                  <a:lnTo>
                    <a:pt x="17721" y="398"/>
                  </a:lnTo>
                  <a:lnTo>
                    <a:pt x="35442" y="0"/>
                  </a:lnTo>
                  <a:lnTo>
                    <a:pt x="35442" y="129134"/>
                  </a:lnTo>
                  <a:lnTo>
                    <a:pt x="17721" y="129134"/>
                  </a:lnTo>
                  <a:lnTo>
                    <a:pt x="0" y="129134"/>
                  </a:lnTo>
                  <a:close/>
                </a:path>
              </a:pathLst>
            </a:custGeom>
            <a:solidFill>
              <a:srgbClr val="BE7F6A">
                <a:alpha val="100000"/>
              </a:srgbClr>
            </a:solidFill>
            <a:ln w="4762" cap="rnd">
              <a:solidFill>
                <a:srgbClr val="BE7F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g3310"/>
            <p:cNvSpPr/>
            <p:nvPr/>
          </p:nvSpPr>
          <p:spPr>
            <a:xfrm>
              <a:off x="7017211" y="6306987"/>
              <a:ext cx="17721" cy="129484"/>
            </a:xfrm>
            <a:custGeom>
              <a:avLst/>
              <a:pathLst>
                <a:path w="17721" h="129484">
                  <a:moveTo>
                    <a:pt x="0" y="350"/>
                  </a:moveTo>
                  <a:lnTo>
                    <a:pt x="17721" y="0"/>
                  </a:lnTo>
                  <a:lnTo>
                    <a:pt x="17721" y="129484"/>
                  </a:lnTo>
                  <a:lnTo>
                    <a:pt x="0" y="129484"/>
                  </a:lnTo>
                  <a:close/>
                </a:path>
              </a:pathLst>
            </a:custGeom>
            <a:solidFill>
              <a:srgbClr val="BE7F69">
                <a:alpha val="100000"/>
              </a:srgbClr>
            </a:solidFill>
            <a:ln w="4762" cap="rnd">
              <a:solidFill>
                <a:srgbClr val="BE7F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g3311"/>
            <p:cNvSpPr/>
            <p:nvPr/>
          </p:nvSpPr>
          <p:spPr>
            <a:xfrm>
              <a:off x="7034932" y="6306677"/>
              <a:ext cx="17721" cy="129794"/>
            </a:xfrm>
            <a:custGeom>
              <a:avLst/>
              <a:pathLst>
                <a:path w="17721" h="129794">
                  <a:moveTo>
                    <a:pt x="0" y="309"/>
                  </a:moveTo>
                  <a:lnTo>
                    <a:pt x="17721" y="0"/>
                  </a:lnTo>
                  <a:lnTo>
                    <a:pt x="17721" y="129794"/>
                  </a:lnTo>
                  <a:lnTo>
                    <a:pt x="0" y="129794"/>
                  </a:lnTo>
                  <a:close/>
                </a:path>
              </a:pathLst>
            </a:custGeom>
            <a:solidFill>
              <a:srgbClr val="BE7E69">
                <a:alpha val="100000"/>
              </a:srgbClr>
            </a:solidFill>
            <a:ln w="4762" cap="rnd">
              <a:solidFill>
                <a:srgbClr val="BE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g3312"/>
            <p:cNvSpPr/>
            <p:nvPr/>
          </p:nvSpPr>
          <p:spPr>
            <a:xfrm>
              <a:off x="7052654" y="6306443"/>
              <a:ext cx="17721" cy="130028"/>
            </a:xfrm>
            <a:custGeom>
              <a:avLst/>
              <a:pathLst>
                <a:path w="17721" h="130028">
                  <a:moveTo>
                    <a:pt x="0" y="234"/>
                  </a:moveTo>
                  <a:lnTo>
                    <a:pt x="17721" y="0"/>
                  </a:lnTo>
                  <a:lnTo>
                    <a:pt x="17721" y="130028"/>
                  </a:lnTo>
                  <a:lnTo>
                    <a:pt x="0" y="130028"/>
                  </a:lnTo>
                  <a:close/>
                </a:path>
              </a:pathLst>
            </a:custGeom>
            <a:solidFill>
              <a:srgbClr val="BD7E69">
                <a:alpha val="100000"/>
              </a:srgbClr>
            </a:solidFill>
            <a:ln w="4762" cap="rnd">
              <a:solidFill>
                <a:srgbClr val="BD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g3313"/>
            <p:cNvSpPr/>
            <p:nvPr/>
          </p:nvSpPr>
          <p:spPr>
            <a:xfrm>
              <a:off x="7070375" y="6306117"/>
              <a:ext cx="53164" cy="130353"/>
            </a:xfrm>
            <a:custGeom>
              <a:avLst/>
              <a:pathLst>
                <a:path w="53164" h="130353">
                  <a:moveTo>
                    <a:pt x="0" y="325"/>
                  </a:moveTo>
                  <a:lnTo>
                    <a:pt x="17721" y="153"/>
                  </a:lnTo>
                  <a:lnTo>
                    <a:pt x="35442" y="32"/>
                  </a:lnTo>
                  <a:lnTo>
                    <a:pt x="53164" y="0"/>
                  </a:lnTo>
                  <a:lnTo>
                    <a:pt x="53164" y="130353"/>
                  </a:lnTo>
                  <a:lnTo>
                    <a:pt x="35442" y="130353"/>
                  </a:lnTo>
                  <a:lnTo>
                    <a:pt x="17721" y="130353"/>
                  </a:lnTo>
                  <a:lnTo>
                    <a:pt x="0" y="130353"/>
                  </a:lnTo>
                  <a:close/>
                </a:path>
              </a:pathLst>
            </a:custGeom>
            <a:solidFill>
              <a:srgbClr val="BD7D68">
                <a:alpha val="100000"/>
              </a:srgbClr>
            </a:solidFill>
            <a:ln w="4762" cap="rnd">
              <a:solidFill>
                <a:srgbClr val="BD7D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g3314"/>
            <p:cNvSpPr/>
            <p:nvPr/>
          </p:nvSpPr>
          <p:spPr>
            <a:xfrm>
              <a:off x="7123539" y="6306117"/>
              <a:ext cx="35442" cy="130353"/>
            </a:xfrm>
            <a:custGeom>
              <a:avLst/>
              <a:pathLst>
                <a:path w="35442" h="130353">
                  <a:moveTo>
                    <a:pt x="0" y="0"/>
                  </a:moveTo>
                  <a:lnTo>
                    <a:pt x="17721" y="42"/>
                  </a:lnTo>
                  <a:lnTo>
                    <a:pt x="35442" y="142"/>
                  </a:lnTo>
                  <a:lnTo>
                    <a:pt x="35442" y="130353"/>
                  </a:lnTo>
                  <a:lnTo>
                    <a:pt x="17721" y="130353"/>
                  </a:lnTo>
                  <a:lnTo>
                    <a:pt x="0" y="130353"/>
                  </a:lnTo>
                  <a:close/>
                </a:path>
              </a:pathLst>
            </a:custGeom>
            <a:solidFill>
              <a:srgbClr val="BC7C67">
                <a:alpha val="100000"/>
              </a:srgbClr>
            </a:solidFill>
            <a:ln w="4762" cap="rnd">
              <a:solidFill>
                <a:srgbClr val="BC7C6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g3315"/>
            <p:cNvSpPr/>
            <p:nvPr/>
          </p:nvSpPr>
          <p:spPr>
            <a:xfrm>
              <a:off x="7158982" y="6306260"/>
              <a:ext cx="53164" cy="130211"/>
            </a:xfrm>
            <a:custGeom>
              <a:avLst/>
              <a:pathLst>
                <a:path w="53164" h="130211">
                  <a:moveTo>
                    <a:pt x="0" y="0"/>
                  </a:moveTo>
                  <a:lnTo>
                    <a:pt x="17721" y="197"/>
                  </a:lnTo>
                  <a:lnTo>
                    <a:pt x="35442" y="479"/>
                  </a:lnTo>
                  <a:lnTo>
                    <a:pt x="53164" y="824"/>
                  </a:lnTo>
                  <a:lnTo>
                    <a:pt x="53164" y="130211"/>
                  </a:lnTo>
                  <a:lnTo>
                    <a:pt x="35442" y="130211"/>
                  </a:lnTo>
                  <a:lnTo>
                    <a:pt x="17721" y="130211"/>
                  </a:lnTo>
                  <a:lnTo>
                    <a:pt x="0" y="130211"/>
                  </a:lnTo>
                  <a:close/>
                </a:path>
              </a:pathLst>
            </a:custGeom>
            <a:solidFill>
              <a:srgbClr val="BC7B66">
                <a:alpha val="100000"/>
              </a:srgbClr>
            </a:solidFill>
            <a:ln w="4762" cap="rnd">
              <a:solidFill>
                <a:srgbClr val="BC7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g3316"/>
            <p:cNvSpPr/>
            <p:nvPr/>
          </p:nvSpPr>
          <p:spPr>
            <a:xfrm>
              <a:off x="7212146" y="6307084"/>
              <a:ext cx="35442" cy="129386"/>
            </a:xfrm>
            <a:custGeom>
              <a:avLst/>
              <a:pathLst>
                <a:path w="35442" h="129386">
                  <a:moveTo>
                    <a:pt x="0" y="0"/>
                  </a:moveTo>
                  <a:lnTo>
                    <a:pt x="17721" y="446"/>
                  </a:lnTo>
                  <a:lnTo>
                    <a:pt x="35442" y="983"/>
                  </a:lnTo>
                  <a:lnTo>
                    <a:pt x="35442" y="129386"/>
                  </a:lnTo>
                  <a:lnTo>
                    <a:pt x="17721" y="129386"/>
                  </a:lnTo>
                  <a:lnTo>
                    <a:pt x="0" y="129386"/>
                  </a:lnTo>
                  <a:close/>
                </a:path>
              </a:pathLst>
            </a:custGeom>
            <a:solidFill>
              <a:srgbClr val="BB7A65">
                <a:alpha val="100000"/>
              </a:srgbClr>
            </a:solidFill>
            <a:ln w="4762" cap="rnd">
              <a:solidFill>
                <a:srgbClr val="BB7A6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g3317"/>
            <p:cNvSpPr/>
            <p:nvPr/>
          </p:nvSpPr>
          <p:spPr>
            <a:xfrm>
              <a:off x="7247589" y="6308068"/>
              <a:ext cx="17721" cy="128403"/>
            </a:xfrm>
            <a:custGeom>
              <a:avLst/>
              <a:pathLst>
                <a:path w="17721" h="128403">
                  <a:moveTo>
                    <a:pt x="0" y="0"/>
                  </a:moveTo>
                  <a:lnTo>
                    <a:pt x="17721" y="603"/>
                  </a:lnTo>
                  <a:lnTo>
                    <a:pt x="17721" y="128403"/>
                  </a:lnTo>
                  <a:lnTo>
                    <a:pt x="0" y="128403"/>
                  </a:lnTo>
                  <a:close/>
                </a:path>
              </a:pathLst>
            </a:custGeom>
            <a:solidFill>
              <a:srgbClr val="BB7A64">
                <a:alpha val="100000"/>
              </a:srgbClr>
            </a:solidFill>
            <a:ln w="4762" cap="rnd">
              <a:solidFill>
                <a:srgbClr val="BB7A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g3318"/>
            <p:cNvSpPr/>
            <p:nvPr/>
          </p:nvSpPr>
          <p:spPr>
            <a:xfrm>
              <a:off x="7265310" y="6308671"/>
              <a:ext cx="17721" cy="127799"/>
            </a:xfrm>
            <a:custGeom>
              <a:avLst/>
              <a:pathLst>
                <a:path w="17721" h="127799">
                  <a:moveTo>
                    <a:pt x="0" y="0"/>
                  </a:moveTo>
                  <a:lnTo>
                    <a:pt x="17721" y="704"/>
                  </a:lnTo>
                  <a:lnTo>
                    <a:pt x="17721" y="127799"/>
                  </a:lnTo>
                  <a:lnTo>
                    <a:pt x="0" y="127799"/>
                  </a:lnTo>
                  <a:close/>
                </a:path>
              </a:pathLst>
            </a:custGeom>
            <a:solidFill>
              <a:srgbClr val="BB7964">
                <a:alpha val="100000"/>
              </a:srgbClr>
            </a:solidFill>
            <a:ln w="4762" cap="rnd">
              <a:solidFill>
                <a:srgbClr val="BB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g3319"/>
            <p:cNvSpPr/>
            <p:nvPr/>
          </p:nvSpPr>
          <p:spPr>
            <a:xfrm>
              <a:off x="7283032" y="6309375"/>
              <a:ext cx="17721" cy="127095"/>
            </a:xfrm>
            <a:custGeom>
              <a:avLst/>
              <a:pathLst>
                <a:path w="17721" h="127095">
                  <a:moveTo>
                    <a:pt x="0" y="0"/>
                  </a:moveTo>
                  <a:lnTo>
                    <a:pt x="17721" y="799"/>
                  </a:lnTo>
                  <a:lnTo>
                    <a:pt x="17721" y="127095"/>
                  </a:lnTo>
                  <a:lnTo>
                    <a:pt x="0" y="127095"/>
                  </a:lnTo>
                  <a:close/>
                </a:path>
              </a:pathLst>
            </a:custGeom>
            <a:solidFill>
              <a:srgbClr val="BA7964">
                <a:alpha val="100000"/>
              </a:srgbClr>
            </a:solidFill>
            <a:ln w="4762" cap="rnd">
              <a:solidFill>
                <a:srgbClr val="BA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g3320"/>
            <p:cNvSpPr/>
            <p:nvPr/>
          </p:nvSpPr>
          <p:spPr>
            <a:xfrm>
              <a:off x="7300753" y="6310175"/>
              <a:ext cx="35442" cy="126296"/>
            </a:xfrm>
            <a:custGeom>
              <a:avLst/>
              <a:pathLst>
                <a:path w="35442" h="126296">
                  <a:moveTo>
                    <a:pt x="0" y="0"/>
                  </a:moveTo>
                  <a:lnTo>
                    <a:pt x="17721" y="865"/>
                  </a:lnTo>
                  <a:lnTo>
                    <a:pt x="35442" y="1828"/>
                  </a:lnTo>
                  <a:lnTo>
                    <a:pt x="35442" y="126296"/>
                  </a:lnTo>
                  <a:lnTo>
                    <a:pt x="17721" y="126296"/>
                  </a:lnTo>
                  <a:lnTo>
                    <a:pt x="0" y="126296"/>
                  </a:lnTo>
                  <a:close/>
                </a:path>
              </a:pathLst>
            </a:custGeom>
            <a:solidFill>
              <a:srgbClr val="BA7863">
                <a:alpha val="100000"/>
              </a:srgbClr>
            </a:solidFill>
            <a:ln w="4762" cap="rnd">
              <a:solidFill>
                <a:srgbClr val="BA78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g3321"/>
            <p:cNvSpPr/>
            <p:nvPr/>
          </p:nvSpPr>
          <p:spPr>
            <a:xfrm>
              <a:off x="7336196" y="6312003"/>
              <a:ext cx="17721" cy="124467"/>
            </a:xfrm>
            <a:custGeom>
              <a:avLst/>
              <a:pathLst>
                <a:path w="17721" h="124467">
                  <a:moveTo>
                    <a:pt x="0" y="0"/>
                  </a:moveTo>
                  <a:lnTo>
                    <a:pt x="17721" y="1058"/>
                  </a:lnTo>
                  <a:lnTo>
                    <a:pt x="17721" y="124467"/>
                  </a:lnTo>
                  <a:lnTo>
                    <a:pt x="0" y="124467"/>
                  </a:lnTo>
                  <a:close/>
                </a:path>
              </a:pathLst>
            </a:custGeom>
            <a:solidFill>
              <a:srgbClr val="BA7862">
                <a:alpha val="100000"/>
              </a:srgbClr>
            </a:solidFill>
            <a:ln w="4762" cap="rnd">
              <a:solidFill>
                <a:srgbClr val="BA78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g3322"/>
            <p:cNvSpPr/>
            <p:nvPr/>
          </p:nvSpPr>
          <p:spPr>
            <a:xfrm>
              <a:off x="7353917" y="6313062"/>
              <a:ext cx="17721" cy="123409"/>
            </a:xfrm>
            <a:custGeom>
              <a:avLst/>
              <a:pathLst>
                <a:path w="17721" h="123409">
                  <a:moveTo>
                    <a:pt x="0" y="0"/>
                  </a:moveTo>
                  <a:lnTo>
                    <a:pt x="17721" y="1122"/>
                  </a:lnTo>
                  <a:lnTo>
                    <a:pt x="17721" y="123409"/>
                  </a:lnTo>
                  <a:lnTo>
                    <a:pt x="0" y="123409"/>
                  </a:lnTo>
                  <a:close/>
                </a:path>
              </a:pathLst>
            </a:custGeom>
            <a:solidFill>
              <a:srgbClr val="BA7762">
                <a:alpha val="100000"/>
              </a:srgbClr>
            </a:solidFill>
            <a:ln w="4762" cap="rnd">
              <a:solidFill>
                <a:srgbClr val="BA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g3323"/>
            <p:cNvSpPr/>
            <p:nvPr/>
          </p:nvSpPr>
          <p:spPr>
            <a:xfrm>
              <a:off x="7371638" y="6314185"/>
              <a:ext cx="17721" cy="122286"/>
            </a:xfrm>
            <a:custGeom>
              <a:avLst/>
              <a:pathLst>
                <a:path w="17721" h="122286">
                  <a:moveTo>
                    <a:pt x="0" y="0"/>
                  </a:moveTo>
                  <a:lnTo>
                    <a:pt x="17721" y="1213"/>
                  </a:lnTo>
                  <a:lnTo>
                    <a:pt x="17721" y="122286"/>
                  </a:lnTo>
                  <a:lnTo>
                    <a:pt x="0" y="122286"/>
                  </a:lnTo>
                  <a:close/>
                </a:path>
              </a:pathLst>
            </a:custGeom>
            <a:solidFill>
              <a:srgbClr val="B97762">
                <a:alpha val="100000"/>
              </a:srgbClr>
            </a:solidFill>
            <a:ln w="4762" cap="rnd">
              <a:solidFill>
                <a:srgbClr val="B9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5" name="pg3324"/>
            <p:cNvSpPr/>
            <p:nvPr/>
          </p:nvSpPr>
          <p:spPr>
            <a:xfrm>
              <a:off x="7389360" y="6315398"/>
              <a:ext cx="53164" cy="121072"/>
            </a:xfrm>
            <a:custGeom>
              <a:avLst/>
              <a:pathLst>
                <a:path w="53164" h="121072">
                  <a:moveTo>
                    <a:pt x="0" y="0"/>
                  </a:moveTo>
                  <a:lnTo>
                    <a:pt x="17721" y="1307"/>
                  </a:lnTo>
                  <a:lnTo>
                    <a:pt x="35442" y="2674"/>
                  </a:lnTo>
                  <a:lnTo>
                    <a:pt x="53164" y="4123"/>
                  </a:lnTo>
                  <a:lnTo>
                    <a:pt x="53164" y="121072"/>
                  </a:lnTo>
                  <a:lnTo>
                    <a:pt x="35442" y="121072"/>
                  </a:lnTo>
                  <a:lnTo>
                    <a:pt x="17721" y="121072"/>
                  </a:lnTo>
                  <a:lnTo>
                    <a:pt x="0" y="121072"/>
                  </a:lnTo>
                  <a:close/>
                </a:path>
              </a:pathLst>
            </a:custGeom>
            <a:solidFill>
              <a:srgbClr val="B97661">
                <a:alpha val="100000"/>
              </a:srgbClr>
            </a:solidFill>
            <a:ln w="4762" cap="rnd">
              <a:solidFill>
                <a:srgbClr val="B976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6" name="pg3325"/>
            <p:cNvSpPr/>
            <p:nvPr/>
          </p:nvSpPr>
          <p:spPr>
            <a:xfrm>
              <a:off x="7442524" y="6319521"/>
              <a:ext cx="35442" cy="116949"/>
            </a:xfrm>
            <a:custGeom>
              <a:avLst/>
              <a:pathLst>
                <a:path w="35442" h="116949">
                  <a:moveTo>
                    <a:pt x="0" y="0"/>
                  </a:moveTo>
                  <a:lnTo>
                    <a:pt x="17721" y="1536"/>
                  </a:lnTo>
                  <a:lnTo>
                    <a:pt x="35442" y="3127"/>
                  </a:lnTo>
                  <a:lnTo>
                    <a:pt x="35442" y="116949"/>
                  </a:lnTo>
                  <a:lnTo>
                    <a:pt x="17721" y="116949"/>
                  </a:lnTo>
                  <a:lnTo>
                    <a:pt x="0" y="116949"/>
                  </a:lnTo>
                  <a:close/>
                </a:path>
              </a:pathLst>
            </a:custGeom>
            <a:solidFill>
              <a:srgbClr val="B87560">
                <a:alpha val="100000"/>
              </a:srgbClr>
            </a:solidFill>
            <a:ln w="4762" cap="rnd">
              <a:solidFill>
                <a:srgbClr val="B875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pg3326"/>
            <p:cNvSpPr/>
            <p:nvPr/>
          </p:nvSpPr>
          <p:spPr>
            <a:xfrm>
              <a:off x="7477967" y="6322649"/>
              <a:ext cx="17721" cy="113821"/>
            </a:xfrm>
            <a:custGeom>
              <a:avLst/>
              <a:pathLst>
                <a:path w="17721" h="113821">
                  <a:moveTo>
                    <a:pt x="0" y="0"/>
                  </a:moveTo>
                  <a:lnTo>
                    <a:pt x="17721" y="1662"/>
                  </a:lnTo>
                  <a:lnTo>
                    <a:pt x="17721" y="113821"/>
                  </a:lnTo>
                  <a:lnTo>
                    <a:pt x="0" y="113821"/>
                  </a:lnTo>
                  <a:close/>
                </a:path>
              </a:pathLst>
            </a:custGeom>
            <a:solidFill>
              <a:srgbClr val="B8755F">
                <a:alpha val="100000"/>
              </a:srgbClr>
            </a:solidFill>
            <a:ln w="4762" cap="rnd">
              <a:solidFill>
                <a:srgbClr val="B875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8" name="pg3327"/>
            <p:cNvSpPr/>
            <p:nvPr/>
          </p:nvSpPr>
          <p:spPr>
            <a:xfrm>
              <a:off x="7495688" y="6324312"/>
              <a:ext cx="17721" cy="112159"/>
            </a:xfrm>
            <a:custGeom>
              <a:avLst/>
              <a:pathLst>
                <a:path w="17721" h="112159">
                  <a:moveTo>
                    <a:pt x="0" y="0"/>
                  </a:moveTo>
                  <a:lnTo>
                    <a:pt x="17721" y="1741"/>
                  </a:lnTo>
                  <a:lnTo>
                    <a:pt x="17721" y="112159"/>
                  </a:lnTo>
                  <a:lnTo>
                    <a:pt x="0" y="112159"/>
                  </a:lnTo>
                  <a:close/>
                </a:path>
              </a:pathLst>
            </a:custGeom>
            <a:solidFill>
              <a:srgbClr val="B8745F">
                <a:alpha val="100000"/>
              </a:srgbClr>
            </a:solidFill>
            <a:ln w="4762" cap="rnd">
              <a:solidFill>
                <a:srgbClr val="B8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9" name="pg3328"/>
            <p:cNvSpPr/>
            <p:nvPr/>
          </p:nvSpPr>
          <p:spPr>
            <a:xfrm>
              <a:off x="7513409" y="6326054"/>
              <a:ext cx="17721" cy="110417"/>
            </a:xfrm>
            <a:custGeom>
              <a:avLst/>
              <a:pathLst>
                <a:path w="17721" h="110417">
                  <a:moveTo>
                    <a:pt x="0" y="0"/>
                  </a:moveTo>
                  <a:lnTo>
                    <a:pt x="17721" y="1788"/>
                  </a:lnTo>
                  <a:lnTo>
                    <a:pt x="17721" y="110417"/>
                  </a:lnTo>
                  <a:lnTo>
                    <a:pt x="0" y="110417"/>
                  </a:lnTo>
                  <a:close/>
                </a:path>
              </a:pathLst>
            </a:custGeom>
            <a:solidFill>
              <a:srgbClr val="B7745F">
                <a:alpha val="100000"/>
              </a:srgbClr>
            </a:solidFill>
            <a:ln w="4762" cap="rnd">
              <a:solidFill>
                <a:srgbClr val="B7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0" name="pg3329"/>
            <p:cNvSpPr/>
            <p:nvPr/>
          </p:nvSpPr>
          <p:spPr>
            <a:xfrm>
              <a:off x="7531131" y="6327842"/>
              <a:ext cx="35442" cy="108628"/>
            </a:xfrm>
            <a:custGeom>
              <a:avLst/>
              <a:pathLst>
                <a:path w="35442" h="108628">
                  <a:moveTo>
                    <a:pt x="0" y="0"/>
                  </a:moveTo>
                  <a:lnTo>
                    <a:pt x="17721" y="1848"/>
                  </a:lnTo>
                  <a:lnTo>
                    <a:pt x="35442" y="3765"/>
                  </a:lnTo>
                  <a:lnTo>
                    <a:pt x="35442" y="108628"/>
                  </a:lnTo>
                  <a:lnTo>
                    <a:pt x="17721" y="108628"/>
                  </a:lnTo>
                  <a:lnTo>
                    <a:pt x="0" y="108628"/>
                  </a:lnTo>
                  <a:close/>
                </a:path>
              </a:pathLst>
            </a:custGeom>
            <a:solidFill>
              <a:srgbClr val="B7735E">
                <a:alpha val="100000"/>
              </a:srgbClr>
            </a:solidFill>
            <a:ln w="4762" cap="rnd">
              <a:solidFill>
                <a:srgbClr val="B773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1" name="pg3330"/>
            <p:cNvSpPr/>
            <p:nvPr/>
          </p:nvSpPr>
          <p:spPr>
            <a:xfrm>
              <a:off x="7566574" y="6331608"/>
              <a:ext cx="17721" cy="104863"/>
            </a:xfrm>
            <a:custGeom>
              <a:avLst/>
              <a:pathLst>
                <a:path w="17721" h="104863">
                  <a:moveTo>
                    <a:pt x="0" y="0"/>
                  </a:moveTo>
                  <a:lnTo>
                    <a:pt x="17721" y="1955"/>
                  </a:lnTo>
                  <a:lnTo>
                    <a:pt x="17721" y="104863"/>
                  </a:lnTo>
                  <a:lnTo>
                    <a:pt x="0" y="104863"/>
                  </a:lnTo>
                  <a:close/>
                </a:path>
              </a:pathLst>
            </a:custGeom>
            <a:solidFill>
              <a:srgbClr val="B7735D">
                <a:alpha val="100000"/>
              </a:srgbClr>
            </a:solidFill>
            <a:ln w="4762" cap="rnd">
              <a:solidFill>
                <a:srgbClr val="B773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2" name="pg3331"/>
            <p:cNvSpPr/>
            <p:nvPr/>
          </p:nvSpPr>
          <p:spPr>
            <a:xfrm>
              <a:off x="7584295" y="6333564"/>
              <a:ext cx="17721" cy="102907"/>
            </a:xfrm>
            <a:custGeom>
              <a:avLst/>
              <a:pathLst>
                <a:path w="17721" h="102907">
                  <a:moveTo>
                    <a:pt x="0" y="0"/>
                  </a:moveTo>
                  <a:lnTo>
                    <a:pt x="17721" y="2002"/>
                  </a:lnTo>
                  <a:lnTo>
                    <a:pt x="17721" y="102907"/>
                  </a:lnTo>
                  <a:lnTo>
                    <a:pt x="0" y="102907"/>
                  </a:lnTo>
                  <a:close/>
                </a:path>
              </a:pathLst>
            </a:custGeom>
            <a:solidFill>
              <a:srgbClr val="B7725D">
                <a:alpha val="100000"/>
              </a:srgbClr>
            </a:solidFill>
            <a:ln w="4762" cap="rnd">
              <a:solidFill>
                <a:srgbClr val="B7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g3332"/>
            <p:cNvSpPr/>
            <p:nvPr/>
          </p:nvSpPr>
          <p:spPr>
            <a:xfrm>
              <a:off x="7602016" y="6335567"/>
              <a:ext cx="17721" cy="100904"/>
            </a:xfrm>
            <a:custGeom>
              <a:avLst/>
              <a:pathLst>
                <a:path w="17721" h="100904">
                  <a:moveTo>
                    <a:pt x="0" y="0"/>
                  </a:moveTo>
                  <a:lnTo>
                    <a:pt x="17721" y="2058"/>
                  </a:lnTo>
                  <a:lnTo>
                    <a:pt x="17721" y="100904"/>
                  </a:lnTo>
                  <a:lnTo>
                    <a:pt x="0" y="100904"/>
                  </a:lnTo>
                  <a:close/>
                </a:path>
              </a:pathLst>
            </a:custGeom>
            <a:solidFill>
              <a:srgbClr val="B6725D">
                <a:alpha val="100000"/>
              </a:srgbClr>
            </a:solidFill>
            <a:ln w="4762" cap="rnd">
              <a:solidFill>
                <a:srgbClr val="B6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g3333"/>
            <p:cNvSpPr/>
            <p:nvPr/>
          </p:nvSpPr>
          <p:spPr>
            <a:xfrm>
              <a:off x="7619738" y="6337625"/>
              <a:ext cx="53164" cy="98845"/>
            </a:xfrm>
            <a:custGeom>
              <a:avLst/>
              <a:pathLst>
                <a:path w="53164" h="98845">
                  <a:moveTo>
                    <a:pt x="0" y="0"/>
                  </a:moveTo>
                  <a:lnTo>
                    <a:pt x="17721" y="2088"/>
                  </a:lnTo>
                  <a:lnTo>
                    <a:pt x="35442" y="4211"/>
                  </a:lnTo>
                  <a:lnTo>
                    <a:pt x="53164" y="6376"/>
                  </a:lnTo>
                  <a:lnTo>
                    <a:pt x="53164" y="98845"/>
                  </a:lnTo>
                  <a:lnTo>
                    <a:pt x="35442" y="98845"/>
                  </a:lnTo>
                  <a:lnTo>
                    <a:pt x="17721" y="98845"/>
                  </a:lnTo>
                  <a:lnTo>
                    <a:pt x="0" y="98845"/>
                  </a:lnTo>
                  <a:close/>
                </a:path>
              </a:pathLst>
            </a:custGeom>
            <a:solidFill>
              <a:srgbClr val="B6715C">
                <a:alpha val="100000"/>
              </a:srgbClr>
            </a:solidFill>
            <a:ln w="4762" cap="rnd">
              <a:solidFill>
                <a:srgbClr val="B671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g3334"/>
            <p:cNvSpPr/>
            <p:nvPr/>
          </p:nvSpPr>
          <p:spPr>
            <a:xfrm>
              <a:off x="7672902" y="6344002"/>
              <a:ext cx="35442" cy="92469"/>
            </a:xfrm>
            <a:custGeom>
              <a:avLst/>
              <a:pathLst>
                <a:path w="35442" h="92469">
                  <a:moveTo>
                    <a:pt x="0" y="0"/>
                  </a:moveTo>
                  <a:lnTo>
                    <a:pt x="17721" y="2184"/>
                  </a:lnTo>
                  <a:lnTo>
                    <a:pt x="35442" y="4392"/>
                  </a:lnTo>
                  <a:lnTo>
                    <a:pt x="35442" y="92469"/>
                  </a:lnTo>
                  <a:lnTo>
                    <a:pt x="17721" y="92469"/>
                  </a:lnTo>
                  <a:lnTo>
                    <a:pt x="0" y="92469"/>
                  </a:lnTo>
                  <a:close/>
                </a:path>
              </a:pathLst>
            </a:custGeom>
            <a:solidFill>
              <a:srgbClr val="B5705B">
                <a:alpha val="100000"/>
              </a:srgbClr>
            </a:solidFill>
            <a:ln w="4762" cap="rnd">
              <a:solidFill>
                <a:srgbClr val="B5705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g3335"/>
            <p:cNvSpPr/>
            <p:nvPr/>
          </p:nvSpPr>
          <p:spPr>
            <a:xfrm>
              <a:off x="7708344" y="6348394"/>
              <a:ext cx="17721" cy="88076"/>
            </a:xfrm>
            <a:custGeom>
              <a:avLst/>
              <a:pathLst>
                <a:path w="17721" h="88076">
                  <a:moveTo>
                    <a:pt x="0" y="0"/>
                  </a:moveTo>
                  <a:lnTo>
                    <a:pt x="17721" y="2233"/>
                  </a:lnTo>
                  <a:lnTo>
                    <a:pt x="17721" y="88076"/>
                  </a:lnTo>
                  <a:lnTo>
                    <a:pt x="0" y="88076"/>
                  </a:lnTo>
                  <a:close/>
                </a:path>
              </a:pathLst>
            </a:custGeom>
            <a:solidFill>
              <a:srgbClr val="B5705A">
                <a:alpha val="100000"/>
              </a:srgbClr>
            </a:solidFill>
            <a:ln w="4762" cap="rnd">
              <a:solidFill>
                <a:srgbClr val="B570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g3336"/>
            <p:cNvSpPr/>
            <p:nvPr/>
          </p:nvSpPr>
          <p:spPr>
            <a:xfrm>
              <a:off x="7726066" y="6350628"/>
              <a:ext cx="17721" cy="85843"/>
            </a:xfrm>
            <a:custGeom>
              <a:avLst/>
              <a:pathLst>
                <a:path w="17721" h="85843">
                  <a:moveTo>
                    <a:pt x="0" y="0"/>
                  </a:moveTo>
                  <a:lnTo>
                    <a:pt x="17721" y="2244"/>
                  </a:lnTo>
                  <a:lnTo>
                    <a:pt x="17721" y="85843"/>
                  </a:lnTo>
                  <a:lnTo>
                    <a:pt x="0" y="85843"/>
                  </a:lnTo>
                  <a:close/>
                </a:path>
              </a:pathLst>
            </a:custGeom>
            <a:solidFill>
              <a:srgbClr val="B56F5A">
                <a:alpha val="100000"/>
              </a:srgbClr>
            </a:solidFill>
            <a:ln w="4762" cap="rnd">
              <a:solidFill>
                <a:srgbClr val="B5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g3337"/>
            <p:cNvSpPr/>
            <p:nvPr/>
          </p:nvSpPr>
          <p:spPr>
            <a:xfrm>
              <a:off x="7743787" y="6352873"/>
              <a:ext cx="17721" cy="83598"/>
            </a:xfrm>
            <a:custGeom>
              <a:avLst/>
              <a:pathLst>
                <a:path w="17721" h="83598">
                  <a:moveTo>
                    <a:pt x="0" y="0"/>
                  </a:moveTo>
                  <a:lnTo>
                    <a:pt x="17721" y="2256"/>
                  </a:lnTo>
                  <a:lnTo>
                    <a:pt x="17721" y="83598"/>
                  </a:lnTo>
                  <a:lnTo>
                    <a:pt x="0" y="83598"/>
                  </a:lnTo>
                  <a:close/>
                </a:path>
              </a:pathLst>
            </a:custGeom>
            <a:solidFill>
              <a:srgbClr val="B46F5A">
                <a:alpha val="100000"/>
              </a:srgbClr>
            </a:solidFill>
            <a:ln w="4762" cap="rnd">
              <a:solidFill>
                <a:srgbClr val="B4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g3338"/>
            <p:cNvSpPr/>
            <p:nvPr/>
          </p:nvSpPr>
          <p:spPr>
            <a:xfrm>
              <a:off x="7761509" y="6355129"/>
              <a:ext cx="35442" cy="81342"/>
            </a:xfrm>
            <a:custGeom>
              <a:avLst/>
              <a:pathLst>
                <a:path w="35442" h="81342">
                  <a:moveTo>
                    <a:pt x="0" y="0"/>
                  </a:moveTo>
                  <a:lnTo>
                    <a:pt x="17721" y="2266"/>
                  </a:lnTo>
                  <a:lnTo>
                    <a:pt x="35442" y="4534"/>
                  </a:lnTo>
                  <a:lnTo>
                    <a:pt x="35442" y="81342"/>
                  </a:lnTo>
                  <a:lnTo>
                    <a:pt x="17721" y="81342"/>
                  </a:lnTo>
                  <a:lnTo>
                    <a:pt x="0" y="81342"/>
                  </a:lnTo>
                  <a:close/>
                </a:path>
              </a:pathLst>
            </a:custGeom>
            <a:solidFill>
              <a:srgbClr val="B46E59">
                <a:alpha val="100000"/>
              </a:srgbClr>
            </a:solidFill>
            <a:ln w="4762" cap="rnd">
              <a:solidFill>
                <a:srgbClr val="B46E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pg3339"/>
            <p:cNvSpPr/>
            <p:nvPr/>
          </p:nvSpPr>
          <p:spPr>
            <a:xfrm>
              <a:off x="7796951" y="6359663"/>
              <a:ext cx="17721" cy="76807"/>
            </a:xfrm>
            <a:custGeom>
              <a:avLst/>
              <a:pathLst>
                <a:path w="17721" h="76807">
                  <a:moveTo>
                    <a:pt x="0" y="0"/>
                  </a:moveTo>
                  <a:lnTo>
                    <a:pt x="17721" y="2269"/>
                  </a:lnTo>
                  <a:lnTo>
                    <a:pt x="17721" y="76807"/>
                  </a:lnTo>
                  <a:lnTo>
                    <a:pt x="0" y="76807"/>
                  </a:lnTo>
                  <a:close/>
                </a:path>
              </a:pathLst>
            </a:custGeom>
            <a:solidFill>
              <a:srgbClr val="B46E58">
                <a:alpha val="100000"/>
              </a:srgbClr>
            </a:solidFill>
            <a:ln w="4762" cap="rnd">
              <a:solidFill>
                <a:srgbClr val="B46E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1" name="pg3340"/>
            <p:cNvSpPr/>
            <p:nvPr/>
          </p:nvSpPr>
          <p:spPr>
            <a:xfrm>
              <a:off x="7814673" y="6361933"/>
              <a:ext cx="17721" cy="74538"/>
            </a:xfrm>
            <a:custGeom>
              <a:avLst/>
              <a:pathLst>
                <a:path w="17721" h="74538">
                  <a:moveTo>
                    <a:pt x="0" y="0"/>
                  </a:moveTo>
                  <a:lnTo>
                    <a:pt x="17721" y="2263"/>
                  </a:lnTo>
                  <a:lnTo>
                    <a:pt x="17721" y="74538"/>
                  </a:lnTo>
                  <a:lnTo>
                    <a:pt x="0" y="74538"/>
                  </a:lnTo>
                  <a:close/>
                </a:path>
              </a:pathLst>
            </a:custGeom>
            <a:solidFill>
              <a:srgbClr val="B46D58">
                <a:alpha val="100000"/>
              </a:srgbClr>
            </a:solidFill>
            <a:ln w="4762" cap="rnd">
              <a:solidFill>
                <a:srgbClr val="B4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2" name="pg3341"/>
            <p:cNvSpPr/>
            <p:nvPr/>
          </p:nvSpPr>
          <p:spPr>
            <a:xfrm>
              <a:off x="7832394" y="6364196"/>
              <a:ext cx="17721" cy="72274"/>
            </a:xfrm>
            <a:custGeom>
              <a:avLst/>
              <a:pathLst>
                <a:path w="17721" h="72274">
                  <a:moveTo>
                    <a:pt x="0" y="0"/>
                  </a:moveTo>
                  <a:lnTo>
                    <a:pt x="17721" y="2257"/>
                  </a:lnTo>
                  <a:lnTo>
                    <a:pt x="17721" y="72274"/>
                  </a:lnTo>
                  <a:lnTo>
                    <a:pt x="0" y="72274"/>
                  </a:lnTo>
                  <a:close/>
                </a:path>
              </a:pathLst>
            </a:custGeom>
            <a:solidFill>
              <a:srgbClr val="B36D58">
                <a:alpha val="100000"/>
              </a:srgbClr>
            </a:solidFill>
            <a:ln w="4762" cap="rnd">
              <a:solidFill>
                <a:srgbClr val="B3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3" name="pg3342"/>
            <p:cNvSpPr/>
            <p:nvPr/>
          </p:nvSpPr>
          <p:spPr>
            <a:xfrm>
              <a:off x="7850115" y="6366454"/>
              <a:ext cx="53164" cy="70017"/>
            </a:xfrm>
            <a:custGeom>
              <a:avLst/>
              <a:pathLst>
                <a:path w="53164" h="70017">
                  <a:moveTo>
                    <a:pt x="0" y="0"/>
                  </a:moveTo>
                  <a:lnTo>
                    <a:pt x="17721" y="2249"/>
                  </a:lnTo>
                  <a:lnTo>
                    <a:pt x="35442" y="4478"/>
                  </a:lnTo>
                  <a:lnTo>
                    <a:pt x="53164" y="6693"/>
                  </a:lnTo>
                  <a:lnTo>
                    <a:pt x="53164" y="70017"/>
                  </a:lnTo>
                  <a:lnTo>
                    <a:pt x="35442" y="70017"/>
                  </a:lnTo>
                  <a:lnTo>
                    <a:pt x="17721" y="70017"/>
                  </a:lnTo>
                  <a:lnTo>
                    <a:pt x="0" y="70017"/>
                  </a:lnTo>
                  <a:close/>
                </a:path>
              </a:pathLst>
            </a:custGeom>
            <a:solidFill>
              <a:srgbClr val="B36C57">
                <a:alpha val="100000"/>
              </a:srgbClr>
            </a:solidFill>
            <a:ln w="4762" cap="rnd">
              <a:solidFill>
                <a:srgbClr val="B36C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4" name="pg3343"/>
            <p:cNvSpPr/>
            <p:nvPr/>
          </p:nvSpPr>
          <p:spPr>
            <a:xfrm>
              <a:off x="7903280" y="6373147"/>
              <a:ext cx="35442" cy="63324"/>
            </a:xfrm>
            <a:custGeom>
              <a:avLst/>
              <a:pathLst>
                <a:path w="35442" h="63324">
                  <a:moveTo>
                    <a:pt x="0" y="0"/>
                  </a:moveTo>
                  <a:lnTo>
                    <a:pt x="17721" y="2199"/>
                  </a:lnTo>
                  <a:lnTo>
                    <a:pt x="35442" y="4364"/>
                  </a:lnTo>
                  <a:lnTo>
                    <a:pt x="35442" y="63324"/>
                  </a:lnTo>
                  <a:lnTo>
                    <a:pt x="17721" y="63324"/>
                  </a:lnTo>
                  <a:lnTo>
                    <a:pt x="0" y="63324"/>
                  </a:lnTo>
                  <a:close/>
                </a:path>
              </a:pathLst>
            </a:custGeom>
            <a:solidFill>
              <a:srgbClr val="B26B56">
                <a:alpha val="100000"/>
              </a:srgbClr>
            </a:solidFill>
            <a:ln w="4762" cap="rnd">
              <a:solidFill>
                <a:srgbClr val="B26B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5" name="pg3344"/>
            <p:cNvSpPr/>
            <p:nvPr/>
          </p:nvSpPr>
          <p:spPr>
            <a:xfrm>
              <a:off x="7938722" y="6377512"/>
              <a:ext cx="17721" cy="58959"/>
            </a:xfrm>
            <a:custGeom>
              <a:avLst/>
              <a:pathLst>
                <a:path w="17721" h="58959">
                  <a:moveTo>
                    <a:pt x="0" y="0"/>
                  </a:moveTo>
                  <a:lnTo>
                    <a:pt x="17721" y="2143"/>
                  </a:lnTo>
                  <a:lnTo>
                    <a:pt x="17721" y="58959"/>
                  </a:lnTo>
                  <a:lnTo>
                    <a:pt x="0" y="58959"/>
                  </a:lnTo>
                  <a:close/>
                </a:path>
              </a:pathLst>
            </a:custGeom>
            <a:solidFill>
              <a:srgbClr val="B26B55">
                <a:alpha val="100000"/>
              </a:srgbClr>
            </a:solidFill>
            <a:ln w="4762" cap="rnd">
              <a:solidFill>
                <a:srgbClr val="B26B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6" name="pg3345"/>
            <p:cNvSpPr/>
            <p:nvPr/>
          </p:nvSpPr>
          <p:spPr>
            <a:xfrm>
              <a:off x="7956444" y="6379655"/>
              <a:ext cx="17721" cy="56815"/>
            </a:xfrm>
            <a:custGeom>
              <a:avLst/>
              <a:pathLst>
                <a:path w="17721" h="56815">
                  <a:moveTo>
                    <a:pt x="0" y="0"/>
                  </a:moveTo>
                  <a:lnTo>
                    <a:pt x="17721" y="2122"/>
                  </a:lnTo>
                  <a:lnTo>
                    <a:pt x="17721" y="56815"/>
                  </a:lnTo>
                  <a:lnTo>
                    <a:pt x="0" y="56815"/>
                  </a:lnTo>
                  <a:close/>
                </a:path>
              </a:pathLst>
            </a:custGeom>
            <a:solidFill>
              <a:srgbClr val="B26A55">
                <a:alpha val="100000"/>
              </a:srgbClr>
            </a:solidFill>
            <a:ln w="4762" cap="rnd">
              <a:solidFill>
                <a:srgbClr val="B2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7" name="pg3346"/>
            <p:cNvSpPr/>
            <p:nvPr/>
          </p:nvSpPr>
          <p:spPr>
            <a:xfrm>
              <a:off x="7974165" y="6381777"/>
              <a:ext cx="17721" cy="54693"/>
            </a:xfrm>
            <a:custGeom>
              <a:avLst/>
              <a:pathLst>
                <a:path w="17721" h="54693">
                  <a:moveTo>
                    <a:pt x="0" y="0"/>
                  </a:moveTo>
                  <a:lnTo>
                    <a:pt x="17721" y="2076"/>
                  </a:lnTo>
                  <a:lnTo>
                    <a:pt x="17721" y="54693"/>
                  </a:lnTo>
                  <a:lnTo>
                    <a:pt x="0" y="54693"/>
                  </a:lnTo>
                  <a:close/>
                </a:path>
              </a:pathLst>
            </a:custGeom>
            <a:solidFill>
              <a:srgbClr val="B16A55">
                <a:alpha val="100000"/>
              </a:srgbClr>
            </a:solidFill>
            <a:ln w="4762" cap="rnd">
              <a:solidFill>
                <a:srgbClr val="B1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8" name="pg3347"/>
            <p:cNvSpPr/>
            <p:nvPr/>
          </p:nvSpPr>
          <p:spPr>
            <a:xfrm>
              <a:off x="7991886" y="6383854"/>
              <a:ext cx="53164" cy="52617"/>
            </a:xfrm>
            <a:custGeom>
              <a:avLst/>
              <a:pathLst>
                <a:path w="53164" h="52617">
                  <a:moveTo>
                    <a:pt x="0" y="0"/>
                  </a:moveTo>
                  <a:lnTo>
                    <a:pt x="17721" y="2048"/>
                  </a:lnTo>
                  <a:lnTo>
                    <a:pt x="35442" y="4070"/>
                  </a:lnTo>
                  <a:lnTo>
                    <a:pt x="53164" y="6037"/>
                  </a:lnTo>
                  <a:lnTo>
                    <a:pt x="53164" y="52617"/>
                  </a:lnTo>
                  <a:lnTo>
                    <a:pt x="35442" y="52617"/>
                  </a:lnTo>
                  <a:lnTo>
                    <a:pt x="17721" y="52617"/>
                  </a:lnTo>
                  <a:lnTo>
                    <a:pt x="0" y="52617"/>
                  </a:lnTo>
                  <a:close/>
                </a:path>
              </a:pathLst>
            </a:custGeom>
            <a:solidFill>
              <a:srgbClr val="B16954">
                <a:alpha val="100000"/>
              </a:srgbClr>
            </a:solidFill>
            <a:ln w="4762" cap="rnd">
              <a:solidFill>
                <a:srgbClr val="B169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9" name="pg3348"/>
            <p:cNvSpPr/>
            <p:nvPr/>
          </p:nvSpPr>
          <p:spPr>
            <a:xfrm>
              <a:off x="8045050" y="6389892"/>
              <a:ext cx="35442" cy="46579"/>
            </a:xfrm>
            <a:custGeom>
              <a:avLst/>
              <a:pathLst>
                <a:path w="35442" h="46579">
                  <a:moveTo>
                    <a:pt x="0" y="0"/>
                  </a:moveTo>
                  <a:lnTo>
                    <a:pt x="17721" y="1933"/>
                  </a:lnTo>
                  <a:lnTo>
                    <a:pt x="35442" y="3836"/>
                  </a:lnTo>
                  <a:lnTo>
                    <a:pt x="35442" y="46579"/>
                  </a:lnTo>
                  <a:lnTo>
                    <a:pt x="17721" y="46579"/>
                  </a:lnTo>
                  <a:lnTo>
                    <a:pt x="0" y="46579"/>
                  </a:lnTo>
                  <a:close/>
                </a:path>
              </a:pathLst>
            </a:custGeom>
            <a:solidFill>
              <a:srgbClr val="B06853">
                <a:alpha val="100000"/>
              </a:srgbClr>
            </a:solidFill>
            <a:ln w="4762" cap="rnd">
              <a:solidFill>
                <a:srgbClr val="B0685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0" name="pg3349"/>
            <p:cNvSpPr/>
            <p:nvPr/>
          </p:nvSpPr>
          <p:spPr>
            <a:xfrm>
              <a:off x="8080493" y="6393728"/>
              <a:ext cx="35442" cy="42743"/>
            </a:xfrm>
            <a:custGeom>
              <a:avLst/>
              <a:pathLst>
                <a:path w="35442" h="42743">
                  <a:moveTo>
                    <a:pt x="0" y="0"/>
                  </a:moveTo>
                  <a:lnTo>
                    <a:pt x="17721" y="1842"/>
                  </a:lnTo>
                  <a:lnTo>
                    <a:pt x="35442" y="3646"/>
                  </a:lnTo>
                  <a:lnTo>
                    <a:pt x="35442" y="42743"/>
                  </a:lnTo>
                  <a:lnTo>
                    <a:pt x="17721" y="42743"/>
                  </a:lnTo>
                  <a:lnTo>
                    <a:pt x="0" y="42743"/>
                  </a:lnTo>
                  <a:close/>
                </a:path>
              </a:pathLst>
            </a:custGeom>
            <a:solidFill>
              <a:srgbClr val="B06752">
                <a:alpha val="100000"/>
              </a:srgbClr>
            </a:solidFill>
            <a:ln w="4762" cap="rnd">
              <a:solidFill>
                <a:srgbClr val="B0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1" name="pg3350"/>
            <p:cNvSpPr/>
            <p:nvPr/>
          </p:nvSpPr>
          <p:spPr>
            <a:xfrm>
              <a:off x="8115936" y="6397374"/>
              <a:ext cx="17721" cy="39096"/>
            </a:xfrm>
            <a:custGeom>
              <a:avLst/>
              <a:pathLst>
                <a:path w="17721" h="39096">
                  <a:moveTo>
                    <a:pt x="0" y="0"/>
                  </a:moveTo>
                  <a:lnTo>
                    <a:pt x="17721" y="1769"/>
                  </a:lnTo>
                  <a:lnTo>
                    <a:pt x="17721" y="39096"/>
                  </a:lnTo>
                  <a:lnTo>
                    <a:pt x="0" y="39096"/>
                  </a:lnTo>
                  <a:close/>
                </a:path>
              </a:pathLst>
            </a:custGeom>
            <a:solidFill>
              <a:srgbClr val="AF6752">
                <a:alpha val="100000"/>
              </a:srgbClr>
            </a:solidFill>
            <a:ln w="4762" cap="rnd">
              <a:solidFill>
                <a:srgbClr val="AF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2" name="pg3351"/>
            <p:cNvSpPr/>
            <p:nvPr/>
          </p:nvSpPr>
          <p:spPr>
            <a:xfrm>
              <a:off x="8133657" y="6399144"/>
              <a:ext cx="53164" cy="37327"/>
            </a:xfrm>
            <a:custGeom>
              <a:avLst/>
              <a:pathLst>
                <a:path w="53164" h="37327">
                  <a:moveTo>
                    <a:pt x="0" y="0"/>
                  </a:moveTo>
                  <a:lnTo>
                    <a:pt x="17721" y="1706"/>
                  </a:lnTo>
                  <a:lnTo>
                    <a:pt x="35442" y="3369"/>
                  </a:lnTo>
                  <a:lnTo>
                    <a:pt x="53164" y="4996"/>
                  </a:lnTo>
                  <a:lnTo>
                    <a:pt x="53164" y="37327"/>
                  </a:lnTo>
                  <a:lnTo>
                    <a:pt x="35442" y="37327"/>
                  </a:lnTo>
                  <a:lnTo>
                    <a:pt x="17721" y="37327"/>
                  </a:lnTo>
                  <a:lnTo>
                    <a:pt x="0" y="37327"/>
                  </a:lnTo>
                  <a:close/>
                </a:path>
              </a:pathLst>
            </a:custGeom>
            <a:solidFill>
              <a:srgbClr val="AF6651">
                <a:alpha val="100000"/>
              </a:srgbClr>
            </a:solidFill>
            <a:ln w="4762" cap="rnd">
              <a:solidFill>
                <a:srgbClr val="AF66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3" name="pg3352"/>
            <p:cNvSpPr/>
            <p:nvPr/>
          </p:nvSpPr>
          <p:spPr>
            <a:xfrm>
              <a:off x="8186821" y="6404140"/>
              <a:ext cx="17721" cy="32330"/>
            </a:xfrm>
            <a:custGeom>
              <a:avLst/>
              <a:pathLst>
                <a:path w="17721" h="32330">
                  <a:moveTo>
                    <a:pt x="0" y="0"/>
                  </a:moveTo>
                  <a:lnTo>
                    <a:pt x="17721" y="1562"/>
                  </a:lnTo>
                  <a:lnTo>
                    <a:pt x="17721" y="32330"/>
                  </a:lnTo>
                  <a:lnTo>
                    <a:pt x="0" y="32330"/>
                  </a:lnTo>
                  <a:close/>
                </a:path>
              </a:pathLst>
            </a:custGeom>
            <a:solidFill>
              <a:srgbClr val="AF6550">
                <a:alpha val="100000"/>
              </a:srgbClr>
            </a:solidFill>
            <a:ln w="4762" cap="rnd">
              <a:solidFill>
                <a:srgbClr val="AF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4" name="pg3353"/>
            <p:cNvSpPr/>
            <p:nvPr/>
          </p:nvSpPr>
          <p:spPr>
            <a:xfrm>
              <a:off x="8204543" y="6405702"/>
              <a:ext cx="17721" cy="30768"/>
            </a:xfrm>
            <a:custGeom>
              <a:avLst/>
              <a:pathLst>
                <a:path w="17721" h="30768">
                  <a:moveTo>
                    <a:pt x="0" y="0"/>
                  </a:moveTo>
                  <a:lnTo>
                    <a:pt x="17721" y="1516"/>
                  </a:lnTo>
                  <a:lnTo>
                    <a:pt x="17721" y="30768"/>
                  </a:lnTo>
                  <a:lnTo>
                    <a:pt x="0" y="30768"/>
                  </a:lnTo>
                  <a:close/>
                </a:path>
              </a:pathLst>
            </a:custGeom>
            <a:solidFill>
              <a:srgbClr val="AE6550">
                <a:alpha val="100000"/>
              </a:srgbClr>
            </a:solidFill>
            <a:ln w="4762" cap="rnd">
              <a:solidFill>
                <a:srgbClr val="AE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5" name="pg3354"/>
            <p:cNvSpPr/>
            <p:nvPr/>
          </p:nvSpPr>
          <p:spPr>
            <a:xfrm>
              <a:off x="8222264" y="6407219"/>
              <a:ext cx="53164" cy="29251"/>
            </a:xfrm>
            <a:custGeom>
              <a:avLst/>
              <a:pathLst>
                <a:path w="53164" h="29251">
                  <a:moveTo>
                    <a:pt x="0" y="0"/>
                  </a:moveTo>
                  <a:lnTo>
                    <a:pt x="17721" y="1479"/>
                  </a:lnTo>
                  <a:lnTo>
                    <a:pt x="35442" y="2894"/>
                  </a:lnTo>
                  <a:lnTo>
                    <a:pt x="53164" y="4261"/>
                  </a:lnTo>
                  <a:lnTo>
                    <a:pt x="53164" y="29251"/>
                  </a:lnTo>
                  <a:lnTo>
                    <a:pt x="35442" y="29251"/>
                  </a:lnTo>
                  <a:lnTo>
                    <a:pt x="17721" y="29251"/>
                  </a:lnTo>
                  <a:lnTo>
                    <a:pt x="0" y="29251"/>
                  </a:lnTo>
                  <a:close/>
                </a:path>
              </a:pathLst>
            </a:custGeom>
            <a:solidFill>
              <a:srgbClr val="AE644F">
                <a:alpha val="100000"/>
              </a:srgbClr>
            </a:solidFill>
            <a:ln w="4762" cap="rnd">
              <a:solidFill>
                <a:srgbClr val="AE64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6" name="pg3355"/>
            <p:cNvSpPr/>
            <p:nvPr/>
          </p:nvSpPr>
          <p:spPr>
            <a:xfrm>
              <a:off x="8275428" y="6411481"/>
              <a:ext cx="35442" cy="24989"/>
            </a:xfrm>
            <a:custGeom>
              <a:avLst/>
              <a:pathLst>
                <a:path w="35442" h="24989">
                  <a:moveTo>
                    <a:pt x="0" y="0"/>
                  </a:moveTo>
                  <a:lnTo>
                    <a:pt x="17721" y="1330"/>
                  </a:lnTo>
                  <a:lnTo>
                    <a:pt x="35442" y="2598"/>
                  </a:lnTo>
                  <a:lnTo>
                    <a:pt x="35442" y="24989"/>
                  </a:lnTo>
                  <a:lnTo>
                    <a:pt x="17721" y="24989"/>
                  </a:lnTo>
                  <a:lnTo>
                    <a:pt x="0" y="24989"/>
                  </a:lnTo>
                  <a:close/>
                </a:path>
              </a:pathLst>
            </a:custGeom>
            <a:solidFill>
              <a:srgbClr val="AD634E">
                <a:alpha val="100000"/>
              </a:srgbClr>
            </a:solidFill>
            <a:ln w="4762" cap="rnd">
              <a:solidFill>
                <a:srgbClr val="AD63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7" name="pg3356"/>
            <p:cNvSpPr/>
            <p:nvPr/>
          </p:nvSpPr>
          <p:spPr>
            <a:xfrm>
              <a:off x="8310871" y="6414079"/>
              <a:ext cx="17721" cy="22391"/>
            </a:xfrm>
            <a:custGeom>
              <a:avLst/>
              <a:pathLst>
                <a:path w="17721" h="22391">
                  <a:moveTo>
                    <a:pt x="0" y="0"/>
                  </a:moveTo>
                  <a:lnTo>
                    <a:pt x="17721" y="1220"/>
                  </a:lnTo>
                  <a:lnTo>
                    <a:pt x="17721" y="22391"/>
                  </a:lnTo>
                  <a:lnTo>
                    <a:pt x="0" y="22391"/>
                  </a:lnTo>
                  <a:close/>
                </a:path>
              </a:pathLst>
            </a:custGeom>
            <a:solidFill>
              <a:srgbClr val="AD624E">
                <a:alpha val="100000"/>
              </a:srgbClr>
            </a:solidFill>
            <a:ln w="4762" cap="rnd">
              <a:solidFill>
                <a:srgbClr val="AD62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8" name="pg3357"/>
            <p:cNvSpPr/>
            <p:nvPr/>
          </p:nvSpPr>
          <p:spPr>
            <a:xfrm>
              <a:off x="8328592" y="6415300"/>
              <a:ext cx="17721" cy="21171"/>
            </a:xfrm>
            <a:custGeom>
              <a:avLst/>
              <a:pathLst>
                <a:path w="17721" h="21171">
                  <a:moveTo>
                    <a:pt x="0" y="0"/>
                  </a:moveTo>
                  <a:lnTo>
                    <a:pt x="17721" y="1183"/>
                  </a:lnTo>
                  <a:lnTo>
                    <a:pt x="17721" y="21171"/>
                  </a:lnTo>
                  <a:lnTo>
                    <a:pt x="0" y="21171"/>
                  </a:lnTo>
                  <a:close/>
                </a:path>
              </a:pathLst>
            </a:custGeom>
            <a:solidFill>
              <a:srgbClr val="AD624D">
                <a:alpha val="100000"/>
              </a:srgbClr>
            </a:solidFill>
            <a:ln w="4762" cap="rnd">
              <a:solidFill>
                <a:srgbClr val="AD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9" name="pg3358"/>
            <p:cNvSpPr/>
            <p:nvPr/>
          </p:nvSpPr>
          <p:spPr>
            <a:xfrm>
              <a:off x="8346314" y="6416483"/>
              <a:ext cx="17721" cy="19988"/>
            </a:xfrm>
            <a:custGeom>
              <a:avLst/>
              <a:pathLst>
                <a:path w="17721" h="19988">
                  <a:moveTo>
                    <a:pt x="0" y="0"/>
                  </a:moveTo>
                  <a:lnTo>
                    <a:pt x="17721" y="1124"/>
                  </a:lnTo>
                  <a:lnTo>
                    <a:pt x="17721" y="19988"/>
                  </a:lnTo>
                  <a:lnTo>
                    <a:pt x="0" y="19988"/>
                  </a:lnTo>
                  <a:close/>
                </a:path>
              </a:pathLst>
            </a:custGeom>
            <a:solidFill>
              <a:srgbClr val="AC624D">
                <a:alpha val="100000"/>
              </a:srgbClr>
            </a:solidFill>
            <a:ln w="4762" cap="rnd">
              <a:solidFill>
                <a:srgbClr val="AC62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0" name="pg3359"/>
            <p:cNvSpPr/>
            <p:nvPr/>
          </p:nvSpPr>
          <p:spPr>
            <a:xfrm>
              <a:off x="8364035" y="6417608"/>
              <a:ext cx="53164" cy="18863"/>
            </a:xfrm>
            <a:custGeom>
              <a:avLst/>
              <a:pathLst>
                <a:path w="53164" h="18863">
                  <a:moveTo>
                    <a:pt x="0" y="0"/>
                  </a:moveTo>
                  <a:lnTo>
                    <a:pt x="17721" y="1076"/>
                  </a:lnTo>
                  <a:lnTo>
                    <a:pt x="35442" y="2118"/>
                  </a:lnTo>
                  <a:lnTo>
                    <a:pt x="53164" y="3105"/>
                  </a:lnTo>
                  <a:lnTo>
                    <a:pt x="53164" y="18863"/>
                  </a:lnTo>
                  <a:lnTo>
                    <a:pt x="35442" y="18863"/>
                  </a:lnTo>
                  <a:lnTo>
                    <a:pt x="17721" y="18863"/>
                  </a:lnTo>
                  <a:lnTo>
                    <a:pt x="0" y="18863"/>
                  </a:lnTo>
                  <a:close/>
                </a:path>
              </a:pathLst>
            </a:custGeom>
            <a:solidFill>
              <a:srgbClr val="AC614C">
                <a:alpha val="100000"/>
              </a:srgbClr>
            </a:solidFill>
            <a:ln w="4762" cap="rnd">
              <a:solidFill>
                <a:srgbClr val="AC614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" name="pg3360"/>
            <p:cNvSpPr/>
            <p:nvPr/>
          </p:nvSpPr>
          <p:spPr>
            <a:xfrm>
              <a:off x="8417199" y="6420713"/>
              <a:ext cx="35442" cy="15757"/>
            </a:xfrm>
            <a:custGeom>
              <a:avLst/>
              <a:pathLst>
                <a:path w="35442" h="15757">
                  <a:moveTo>
                    <a:pt x="0" y="0"/>
                  </a:moveTo>
                  <a:lnTo>
                    <a:pt x="17721" y="940"/>
                  </a:lnTo>
                  <a:lnTo>
                    <a:pt x="35442" y="1847"/>
                  </a:lnTo>
                  <a:lnTo>
                    <a:pt x="35442" y="15757"/>
                  </a:lnTo>
                  <a:lnTo>
                    <a:pt x="17721" y="15757"/>
                  </a:lnTo>
                  <a:lnTo>
                    <a:pt x="0" y="15757"/>
                  </a:lnTo>
                  <a:close/>
                </a:path>
              </a:pathLst>
            </a:custGeom>
            <a:solidFill>
              <a:srgbClr val="AB604B">
                <a:alpha val="100000"/>
              </a:srgbClr>
            </a:solidFill>
            <a:ln w="4762" cap="rnd">
              <a:solidFill>
                <a:srgbClr val="AB60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" name="pg3361"/>
            <p:cNvSpPr/>
            <p:nvPr/>
          </p:nvSpPr>
          <p:spPr>
            <a:xfrm>
              <a:off x="8452642" y="6422561"/>
              <a:ext cx="17721" cy="13909"/>
            </a:xfrm>
            <a:custGeom>
              <a:avLst/>
              <a:pathLst>
                <a:path w="17721" h="13909">
                  <a:moveTo>
                    <a:pt x="0" y="0"/>
                  </a:moveTo>
                  <a:lnTo>
                    <a:pt x="17721" y="857"/>
                  </a:lnTo>
                  <a:lnTo>
                    <a:pt x="17721" y="13909"/>
                  </a:lnTo>
                  <a:lnTo>
                    <a:pt x="0" y="13909"/>
                  </a:lnTo>
                  <a:close/>
                </a:path>
              </a:pathLst>
            </a:custGeom>
            <a:solidFill>
              <a:srgbClr val="AB5F4B">
                <a:alpha val="100000"/>
              </a:srgbClr>
            </a:solidFill>
            <a:ln w="4762" cap="rnd">
              <a:solidFill>
                <a:srgbClr val="AB5F4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3" name="pg3362"/>
            <p:cNvSpPr/>
            <p:nvPr/>
          </p:nvSpPr>
          <p:spPr>
            <a:xfrm>
              <a:off x="8470363" y="6423419"/>
              <a:ext cx="17721" cy="13051"/>
            </a:xfrm>
            <a:custGeom>
              <a:avLst/>
              <a:pathLst>
                <a:path w="17721" h="13051">
                  <a:moveTo>
                    <a:pt x="0" y="0"/>
                  </a:moveTo>
                  <a:lnTo>
                    <a:pt x="17721" y="812"/>
                  </a:lnTo>
                  <a:lnTo>
                    <a:pt x="17721" y="13051"/>
                  </a:lnTo>
                  <a:lnTo>
                    <a:pt x="0" y="13051"/>
                  </a:lnTo>
                  <a:close/>
                </a:path>
              </a:pathLst>
            </a:custGeom>
            <a:solidFill>
              <a:srgbClr val="AB5F4A">
                <a:alpha val="100000"/>
              </a:srgbClr>
            </a:solidFill>
            <a:ln w="4762" cap="rnd">
              <a:solidFill>
                <a:srgbClr val="AB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4" name="pg3363"/>
            <p:cNvSpPr/>
            <p:nvPr/>
          </p:nvSpPr>
          <p:spPr>
            <a:xfrm>
              <a:off x="8488085" y="6424232"/>
              <a:ext cx="17721" cy="12239"/>
            </a:xfrm>
            <a:custGeom>
              <a:avLst/>
              <a:pathLst>
                <a:path w="17721" h="12239">
                  <a:moveTo>
                    <a:pt x="0" y="0"/>
                  </a:moveTo>
                  <a:lnTo>
                    <a:pt x="17721" y="782"/>
                  </a:lnTo>
                  <a:lnTo>
                    <a:pt x="17721" y="12239"/>
                  </a:lnTo>
                  <a:lnTo>
                    <a:pt x="0" y="12239"/>
                  </a:lnTo>
                  <a:close/>
                </a:path>
              </a:pathLst>
            </a:custGeom>
            <a:solidFill>
              <a:srgbClr val="AA5F4A">
                <a:alpha val="100000"/>
              </a:srgbClr>
            </a:solidFill>
            <a:ln w="4762" cap="rnd">
              <a:solidFill>
                <a:srgbClr val="AA5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" name="pg3364"/>
            <p:cNvSpPr/>
            <p:nvPr/>
          </p:nvSpPr>
          <p:spPr>
            <a:xfrm>
              <a:off x="8505806" y="6425014"/>
              <a:ext cx="35442" cy="11456"/>
            </a:xfrm>
            <a:custGeom>
              <a:avLst/>
              <a:pathLst>
                <a:path w="35442" h="11456">
                  <a:moveTo>
                    <a:pt x="0" y="0"/>
                  </a:moveTo>
                  <a:lnTo>
                    <a:pt x="17721" y="737"/>
                  </a:lnTo>
                  <a:lnTo>
                    <a:pt x="35442" y="1433"/>
                  </a:lnTo>
                  <a:lnTo>
                    <a:pt x="35442" y="11456"/>
                  </a:lnTo>
                  <a:lnTo>
                    <a:pt x="17721" y="11456"/>
                  </a:lnTo>
                  <a:lnTo>
                    <a:pt x="0" y="11456"/>
                  </a:lnTo>
                  <a:close/>
                </a:path>
              </a:pathLst>
            </a:custGeom>
            <a:solidFill>
              <a:srgbClr val="AA5E49">
                <a:alpha val="100000"/>
              </a:srgbClr>
            </a:solidFill>
            <a:ln w="4762" cap="rnd">
              <a:solidFill>
                <a:srgbClr val="AA5E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" name="pg3365"/>
            <p:cNvSpPr/>
            <p:nvPr/>
          </p:nvSpPr>
          <p:spPr>
            <a:xfrm>
              <a:off x="8541249" y="6426447"/>
              <a:ext cx="17721" cy="10023"/>
            </a:xfrm>
            <a:custGeom>
              <a:avLst/>
              <a:pathLst>
                <a:path w="17721" h="10023">
                  <a:moveTo>
                    <a:pt x="0" y="0"/>
                  </a:moveTo>
                  <a:lnTo>
                    <a:pt x="17721" y="667"/>
                  </a:lnTo>
                  <a:lnTo>
                    <a:pt x="17721" y="10023"/>
                  </a:lnTo>
                  <a:lnTo>
                    <a:pt x="0" y="10023"/>
                  </a:lnTo>
                  <a:close/>
                </a:path>
              </a:pathLst>
            </a:custGeom>
            <a:solidFill>
              <a:srgbClr val="AA5D49">
                <a:alpha val="100000"/>
              </a:srgbClr>
            </a:solidFill>
            <a:ln w="4762" cap="rnd">
              <a:solidFill>
                <a:srgbClr val="AA5D4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" name="pg3366"/>
            <p:cNvSpPr/>
            <p:nvPr/>
          </p:nvSpPr>
          <p:spPr>
            <a:xfrm>
              <a:off x="8558970" y="6427115"/>
              <a:ext cx="35442" cy="9356"/>
            </a:xfrm>
            <a:custGeom>
              <a:avLst/>
              <a:pathLst>
                <a:path w="35442" h="9356">
                  <a:moveTo>
                    <a:pt x="0" y="0"/>
                  </a:moveTo>
                  <a:lnTo>
                    <a:pt x="17721" y="628"/>
                  </a:lnTo>
                  <a:lnTo>
                    <a:pt x="35442" y="1217"/>
                  </a:lnTo>
                  <a:lnTo>
                    <a:pt x="35442" y="9356"/>
                  </a:lnTo>
                  <a:lnTo>
                    <a:pt x="17721" y="9356"/>
                  </a:lnTo>
                  <a:lnTo>
                    <a:pt x="0" y="9356"/>
                  </a:lnTo>
                  <a:close/>
                </a:path>
              </a:pathLst>
            </a:custGeom>
            <a:solidFill>
              <a:srgbClr val="A95D48">
                <a:alpha val="100000"/>
              </a:srgbClr>
            </a:solidFill>
            <a:ln w="4762" cap="rnd">
              <a:solidFill>
                <a:srgbClr val="A95D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8" name="pg3367"/>
            <p:cNvSpPr/>
            <p:nvPr/>
          </p:nvSpPr>
          <p:spPr>
            <a:xfrm>
              <a:off x="8594413" y="6428332"/>
              <a:ext cx="17721" cy="8139"/>
            </a:xfrm>
            <a:custGeom>
              <a:avLst/>
              <a:pathLst>
                <a:path w="17721" h="8139">
                  <a:moveTo>
                    <a:pt x="0" y="0"/>
                  </a:moveTo>
                  <a:lnTo>
                    <a:pt x="17721" y="563"/>
                  </a:lnTo>
                  <a:lnTo>
                    <a:pt x="17721" y="8139"/>
                  </a:lnTo>
                  <a:lnTo>
                    <a:pt x="0" y="8139"/>
                  </a:lnTo>
                  <a:close/>
                </a:path>
              </a:pathLst>
            </a:custGeom>
            <a:solidFill>
              <a:srgbClr val="A95C48">
                <a:alpha val="100000"/>
              </a:srgbClr>
            </a:solidFill>
            <a:ln w="4762" cap="rnd">
              <a:solidFill>
                <a:srgbClr val="A95C4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9" name="pg3368"/>
            <p:cNvSpPr/>
            <p:nvPr/>
          </p:nvSpPr>
          <p:spPr>
            <a:xfrm>
              <a:off x="8612134" y="6428895"/>
              <a:ext cx="35442" cy="7575"/>
            </a:xfrm>
            <a:custGeom>
              <a:avLst/>
              <a:pathLst>
                <a:path w="35442" h="7575">
                  <a:moveTo>
                    <a:pt x="0" y="0"/>
                  </a:moveTo>
                  <a:lnTo>
                    <a:pt x="17721" y="529"/>
                  </a:lnTo>
                  <a:lnTo>
                    <a:pt x="35442" y="1023"/>
                  </a:lnTo>
                  <a:lnTo>
                    <a:pt x="35442" y="7575"/>
                  </a:lnTo>
                  <a:lnTo>
                    <a:pt x="17721" y="7575"/>
                  </a:lnTo>
                  <a:lnTo>
                    <a:pt x="0" y="7575"/>
                  </a:lnTo>
                  <a:close/>
                </a:path>
              </a:pathLst>
            </a:custGeom>
            <a:solidFill>
              <a:srgbClr val="A95C47">
                <a:alpha val="100000"/>
              </a:srgbClr>
            </a:solidFill>
            <a:ln w="4762" cap="rnd">
              <a:solidFill>
                <a:srgbClr val="A95C4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0" name="pg3369"/>
            <p:cNvSpPr/>
            <p:nvPr/>
          </p:nvSpPr>
          <p:spPr>
            <a:xfrm>
              <a:off x="8647577" y="6429919"/>
              <a:ext cx="17721" cy="6552"/>
            </a:xfrm>
            <a:custGeom>
              <a:avLst/>
              <a:pathLst>
                <a:path w="17721" h="6552">
                  <a:moveTo>
                    <a:pt x="0" y="0"/>
                  </a:moveTo>
                  <a:lnTo>
                    <a:pt x="17721" y="471"/>
                  </a:lnTo>
                  <a:lnTo>
                    <a:pt x="17721" y="6552"/>
                  </a:lnTo>
                  <a:lnTo>
                    <a:pt x="0" y="6552"/>
                  </a:lnTo>
                  <a:close/>
                </a:path>
              </a:pathLst>
            </a:custGeom>
            <a:solidFill>
              <a:srgbClr val="A85B46">
                <a:alpha val="100000"/>
              </a:srgbClr>
            </a:solidFill>
            <a:ln w="4762" cap="rnd">
              <a:solidFill>
                <a:srgbClr val="A85B4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1" name="pl3370"/>
            <p:cNvSpPr/>
            <p:nvPr/>
          </p:nvSpPr>
          <p:spPr>
            <a:xfrm>
              <a:off x="2675476" y="5758655"/>
              <a:ext cx="5989822" cy="671767"/>
            </a:xfrm>
            <a:custGeom>
              <a:avLst/>
              <a:pathLst>
                <a:path w="5989822" h="671767">
                  <a:moveTo>
                    <a:pt x="0" y="671767"/>
                  </a:moveTo>
                  <a:lnTo>
                    <a:pt x="17721" y="671261"/>
                  </a:lnTo>
                  <a:lnTo>
                    <a:pt x="35442" y="670711"/>
                  </a:lnTo>
                  <a:lnTo>
                    <a:pt x="53164" y="670132"/>
                  </a:lnTo>
                  <a:lnTo>
                    <a:pt x="70885" y="669512"/>
                  </a:lnTo>
                  <a:lnTo>
                    <a:pt x="88606" y="668839"/>
                  </a:lnTo>
                  <a:lnTo>
                    <a:pt x="106328" y="668132"/>
                  </a:lnTo>
                  <a:lnTo>
                    <a:pt x="124049" y="667378"/>
                  </a:lnTo>
                  <a:lnTo>
                    <a:pt x="141770" y="666562"/>
                  </a:lnTo>
                  <a:lnTo>
                    <a:pt x="159492" y="665705"/>
                  </a:lnTo>
                  <a:lnTo>
                    <a:pt x="177213" y="664797"/>
                  </a:lnTo>
                  <a:lnTo>
                    <a:pt x="194935" y="663815"/>
                  </a:lnTo>
                  <a:lnTo>
                    <a:pt x="212656" y="662787"/>
                  </a:lnTo>
                  <a:lnTo>
                    <a:pt x="230377" y="661702"/>
                  </a:lnTo>
                  <a:lnTo>
                    <a:pt x="248099" y="660531"/>
                  </a:lnTo>
                  <a:lnTo>
                    <a:pt x="265820" y="659308"/>
                  </a:lnTo>
                  <a:lnTo>
                    <a:pt x="283541" y="658022"/>
                  </a:lnTo>
                  <a:lnTo>
                    <a:pt x="301263" y="656636"/>
                  </a:lnTo>
                  <a:lnTo>
                    <a:pt x="318984" y="655192"/>
                  </a:lnTo>
                  <a:lnTo>
                    <a:pt x="336705" y="653681"/>
                  </a:lnTo>
                  <a:lnTo>
                    <a:pt x="354427" y="652055"/>
                  </a:lnTo>
                  <a:lnTo>
                    <a:pt x="372148" y="650365"/>
                  </a:lnTo>
                  <a:lnTo>
                    <a:pt x="389870" y="648603"/>
                  </a:lnTo>
                  <a:lnTo>
                    <a:pt x="407591" y="646712"/>
                  </a:lnTo>
                  <a:lnTo>
                    <a:pt x="425312" y="644748"/>
                  </a:lnTo>
                  <a:lnTo>
                    <a:pt x="443034" y="642710"/>
                  </a:lnTo>
                  <a:lnTo>
                    <a:pt x="460755" y="640527"/>
                  </a:lnTo>
                  <a:lnTo>
                    <a:pt x="478476" y="638266"/>
                  </a:lnTo>
                  <a:lnTo>
                    <a:pt x="496198" y="635926"/>
                  </a:lnTo>
                  <a:lnTo>
                    <a:pt x="513919" y="633427"/>
                  </a:lnTo>
                  <a:lnTo>
                    <a:pt x="531641" y="630842"/>
                  </a:lnTo>
                  <a:lnTo>
                    <a:pt x="549362" y="628173"/>
                  </a:lnTo>
                  <a:lnTo>
                    <a:pt x="567083" y="625337"/>
                  </a:lnTo>
                  <a:lnTo>
                    <a:pt x="584805" y="622406"/>
                  </a:lnTo>
                  <a:lnTo>
                    <a:pt x="602526" y="619385"/>
                  </a:lnTo>
                  <a:lnTo>
                    <a:pt x="620247" y="616191"/>
                  </a:lnTo>
                  <a:lnTo>
                    <a:pt x="637969" y="612892"/>
                  </a:lnTo>
                  <a:lnTo>
                    <a:pt x="655690" y="609498"/>
                  </a:lnTo>
                  <a:lnTo>
                    <a:pt x="673411" y="605926"/>
                  </a:lnTo>
                  <a:lnTo>
                    <a:pt x="691133" y="602241"/>
                  </a:lnTo>
                  <a:lnTo>
                    <a:pt x="708854" y="598457"/>
                  </a:lnTo>
                  <a:lnTo>
                    <a:pt x="726576" y="594491"/>
                  </a:lnTo>
                  <a:lnTo>
                    <a:pt x="744297" y="590404"/>
                  </a:lnTo>
                  <a:lnTo>
                    <a:pt x="762018" y="586213"/>
                  </a:lnTo>
                  <a:lnTo>
                    <a:pt x="779740" y="581841"/>
                  </a:lnTo>
                  <a:lnTo>
                    <a:pt x="797461" y="577340"/>
                  </a:lnTo>
                  <a:lnTo>
                    <a:pt x="815182" y="572733"/>
                  </a:lnTo>
                  <a:lnTo>
                    <a:pt x="832904" y="567944"/>
                  </a:lnTo>
                  <a:lnTo>
                    <a:pt x="850625" y="563021"/>
                  </a:lnTo>
                  <a:lnTo>
                    <a:pt x="868347" y="557990"/>
                  </a:lnTo>
                  <a:lnTo>
                    <a:pt x="886068" y="552781"/>
                  </a:lnTo>
                  <a:lnTo>
                    <a:pt x="903789" y="547431"/>
                  </a:lnTo>
                  <a:lnTo>
                    <a:pt x="921511" y="541974"/>
                  </a:lnTo>
                  <a:lnTo>
                    <a:pt x="939232" y="536343"/>
                  </a:lnTo>
                  <a:lnTo>
                    <a:pt x="956953" y="530568"/>
                  </a:lnTo>
                  <a:lnTo>
                    <a:pt x="974675" y="524686"/>
                  </a:lnTo>
                  <a:lnTo>
                    <a:pt x="992396" y="518637"/>
                  </a:lnTo>
                  <a:lnTo>
                    <a:pt x="1010117" y="512441"/>
                  </a:lnTo>
                  <a:lnTo>
                    <a:pt x="1027839" y="506141"/>
                  </a:lnTo>
                  <a:lnTo>
                    <a:pt x="1045560" y="499682"/>
                  </a:lnTo>
                  <a:lnTo>
                    <a:pt x="1063282" y="493076"/>
                  </a:lnTo>
                  <a:lnTo>
                    <a:pt x="1081003" y="486369"/>
                  </a:lnTo>
                  <a:lnTo>
                    <a:pt x="1098724" y="479513"/>
                  </a:lnTo>
                  <a:lnTo>
                    <a:pt x="1116446" y="472512"/>
                  </a:lnTo>
                  <a:lnTo>
                    <a:pt x="1134167" y="465414"/>
                  </a:lnTo>
                  <a:lnTo>
                    <a:pt x="1151888" y="458178"/>
                  </a:lnTo>
                  <a:lnTo>
                    <a:pt x="1169610" y="450801"/>
                  </a:lnTo>
                  <a:lnTo>
                    <a:pt x="1187331" y="443333"/>
                  </a:lnTo>
                  <a:lnTo>
                    <a:pt x="1205053" y="435739"/>
                  </a:lnTo>
                  <a:lnTo>
                    <a:pt x="1222774" y="428011"/>
                  </a:lnTo>
                  <a:lnTo>
                    <a:pt x="1240495" y="420199"/>
                  </a:lnTo>
                  <a:lnTo>
                    <a:pt x="1258217" y="412275"/>
                  </a:lnTo>
                  <a:lnTo>
                    <a:pt x="1275938" y="404225"/>
                  </a:lnTo>
                  <a:lnTo>
                    <a:pt x="1293659" y="396099"/>
                  </a:lnTo>
                  <a:lnTo>
                    <a:pt x="1311381" y="387877"/>
                  </a:lnTo>
                  <a:lnTo>
                    <a:pt x="1329102" y="379540"/>
                  </a:lnTo>
                  <a:lnTo>
                    <a:pt x="1346823" y="371137"/>
                  </a:lnTo>
                  <a:lnTo>
                    <a:pt x="1364545" y="362654"/>
                  </a:lnTo>
                  <a:lnTo>
                    <a:pt x="1382266" y="354071"/>
                  </a:lnTo>
                  <a:lnTo>
                    <a:pt x="1399988" y="345433"/>
                  </a:lnTo>
                  <a:lnTo>
                    <a:pt x="1417709" y="336731"/>
                  </a:lnTo>
                  <a:lnTo>
                    <a:pt x="1435430" y="327948"/>
                  </a:lnTo>
                  <a:lnTo>
                    <a:pt x="1453152" y="319123"/>
                  </a:lnTo>
                  <a:lnTo>
                    <a:pt x="1470873" y="310251"/>
                  </a:lnTo>
                  <a:lnTo>
                    <a:pt x="1488594" y="301320"/>
                  </a:lnTo>
                  <a:lnTo>
                    <a:pt x="1506316" y="292362"/>
                  </a:lnTo>
                  <a:lnTo>
                    <a:pt x="1524037" y="283375"/>
                  </a:lnTo>
                  <a:lnTo>
                    <a:pt x="1541759" y="274356"/>
                  </a:lnTo>
                  <a:lnTo>
                    <a:pt x="1559480" y="265326"/>
                  </a:lnTo>
                  <a:lnTo>
                    <a:pt x="1577201" y="256286"/>
                  </a:lnTo>
                  <a:lnTo>
                    <a:pt x="1594923" y="247244"/>
                  </a:lnTo>
                  <a:lnTo>
                    <a:pt x="1612644" y="238210"/>
                  </a:lnTo>
                  <a:lnTo>
                    <a:pt x="1630365" y="229186"/>
                  </a:lnTo>
                  <a:lnTo>
                    <a:pt x="1648087" y="220195"/>
                  </a:lnTo>
                  <a:lnTo>
                    <a:pt x="1665808" y="211233"/>
                  </a:lnTo>
                  <a:lnTo>
                    <a:pt x="1683529" y="202300"/>
                  </a:lnTo>
                  <a:lnTo>
                    <a:pt x="1701251" y="193442"/>
                  </a:lnTo>
                  <a:lnTo>
                    <a:pt x="1718972" y="184635"/>
                  </a:lnTo>
                  <a:lnTo>
                    <a:pt x="1736694" y="175877"/>
                  </a:lnTo>
                  <a:lnTo>
                    <a:pt x="1754415" y="167238"/>
                  </a:lnTo>
                  <a:lnTo>
                    <a:pt x="1772136" y="158675"/>
                  </a:lnTo>
                  <a:lnTo>
                    <a:pt x="1789858" y="150186"/>
                  </a:lnTo>
                  <a:lnTo>
                    <a:pt x="1807579" y="141858"/>
                  </a:lnTo>
                  <a:lnTo>
                    <a:pt x="1825300" y="133636"/>
                  </a:lnTo>
                  <a:lnTo>
                    <a:pt x="1843022" y="125514"/>
                  </a:lnTo>
                  <a:lnTo>
                    <a:pt x="1860743" y="117595"/>
                  </a:lnTo>
                  <a:lnTo>
                    <a:pt x="1878465" y="109816"/>
                  </a:lnTo>
                  <a:lnTo>
                    <a:pt x="1896186" y="102164"/>
                  </a:lnTo>
                  <a:lnTo>
                    <a:pt x="1913907" y="94757"/>
                  </a:lnTo>
                  <a:lnTo>
                    <a:pt x="1931629" y="87528"/>
                  </a:lnTo>
                  <a:lnTo>
                    <a:pt x="1949350" y="80452"/>
                  </a:lnTo>
                  <a:lnTo>
                    <a:pt x="1967071" y="73663"/>
                  </a:lnTo>
                  <a:lnTo>
                    <a:pt x="1984793" y="67091"/>
                  </a:lnTo>
                  <a:lnTo>
                    <a:pt x="2002514" y="60700"/>
                  </a:lnTo>
                  <a:lnTo>
                    <a:pt x="2020235" y="54634"/>
                  </a:lnTo>
                  <a:lnTo>
                    <a:pt x="2037957" y="48826"/>
                  </a:lnTo>
                  <a:lnTo>
                    <a:pt x="2055678" y="43226"/>
                  </a:lnTo>
                  <a:lnTo>
                    <a:pt x="2073400" y="37986"/>
                  </a:lnTo>
                  <a:lnTo>
                    <a:pt x="2091121" y="33047"/>
                  </a:lnTo>
                  <a:lnTo>
                    <a:pt x="2108842" y="28341"/>
                  </a:lnTo>
                  <a:lnTo>
                    <a:pt x="2126564" y="24026"/>
                  </a:lnTo>
                  <a:lnTo>
                    <a:pt x="2144285" y="20052"/>
                  </a:lnTo>
                  <a:lnTo>
                    <a:pt x="2162006" y="16336"/>
                  </a:lnTo>
                  <a:lnTo>
                    <a:pt x="2179728" y="13034"/>
                  </a:lnTo>
                  <a:lnTo>
                    <a:pt x="2197449" y="10113"/>
                  </a:lnTo>
                  <a:lnTo>
                    <a:pt x="2215171" y="7470"/>
                  </a:lnTo>
                  <a:lnTo>
                    <a:pt x="2232892" y="5259"/>
                  </a:lnTo>
                  <a:lnTo>
                    <a:pt x="2250613" y="3466"/>
                  </a:lnTo>
                  <a:lnTo>
                    <a:pt x="2268335" y="1967"/>
                  </a:lnTo>
                  <a:lnTo>
                    <a:pt x="2286056" y="910"/>
                  </a:lnTo>
                  <a:lnTo>
                    <a:pt x="2303777" y="302"/>
                  </a:lnTo>
                  <a:lnTo>
                    <a:pt x="2321499" y="0"/>
                  </a:lnTo>
                  <a:lnTo>
                    <a:pt x="2339220" y="140"/>
                  </a:lnTo>
                  <a:lnTo>
                    <a:pt x="2356941" y="755"/>
                  </a:lnTo>
                  <a:lnTo>
                    <a:pt x="2374663" y="1683"/>
                  </a:lnTo>
                  <a:lnTo>
                    <a:pt x="2392384" y="3046"/>
                  </a:lnTo>
                  <a:lnTo>
                    <a:pt x="2410106" y="4901"/>
                  </a:lnTo>
                  <a:lnTo>
                    <a:pt x="2427827" y="7068"/>
                  </a:lnTo>
                  <a:lnTo>
                    <a:pt x="2445548" y="9657"/>
                  </a:lnTo>
                  <a:lnTo>
                    <a:pt x="2463270" y="12744"/>
                  </a:lnTo>
                  <a:lnTo>
                    <a:pt x="2480991" y="16138"/>
                  </a:lnTo>
                  <a:lnTo>
                    <a:pt x="2498712" y="19931"/>
                  </a:lnTo>
                  <a:lnTo>
                    <a:pt x="2516434" y="24220"/>
                  </a:lnTo>
                  <a:lnTo>
                    <a:pt x="2534155" y="28804"/>
                  </a:lnTo>
                  <a:lnTo>
                    <a:pt x="2551877" y="33756"/>
                  </a:lnTo>
                  <a:lnTo>
                    <a:pt x="2569598" y="39191"/>
                  </a:lnTo>
                  <a:lnTo>
                    <a:pt x="2587319" y="44902"/>
                  </a:lnTo>
                  <a:lnTo>
                    <a:pt x="2605041" y="50947"/>
                  </a:lnTo>
                  <a:lnTo>
                    <a:pt x="2622762" y="57449"/>
                  </a:lnTo>
                  <a:lnTo>
                    <a:pt x="2640483" y="64203"/>
                  </a:lnTo>
                  <a:lnTo>
                    <a:pt x="2658205" y="71251"/>
                  </a:lnTo>
                  <a:lnTo>
                    <a:pt x="2675926" y="78719"/>
                  </a:lnTo>
                  <a:lnTo>
                    <a:pt x="2693647" y="86411"/>
                  </a:lnTo>
                  <a:lnTo>
                    <a:pt x="2711369" y="94352"/>
                  </a:lnTo>
                  <a:lnTo>
                    <a:pt x="2729090" y="102668"/>
                  </a:lnTo>
                  <a:lnTo>
                    <a:pt x="2746812" y="111173"/>
                  </a:lnTo>
                  <a:lnTo>
                    <a:pt x="2764533" y="119883"/>
                  </a:lnTo>
                  <a:lnTo>
                    <a:pt x="2782254" y="128911"/>
                  </a:lnTo>
                  <a:lnTo>
                    <a:pt x="2799976" y="138093"/>
                  </a:lnTo>
                  <a:lnTo>
                    <a:pt x="2817697" y="147432"/>
                  </a:lnTo>
                  <a:lnTo>
                    <a:pt x="2835418" y="157026"/>
                  </a:lnTo>
                  <a:lnTo>
                    <a:pt x="2853140" y="166733"/>
                  </a:lnTo>
                  <a:lnTo>
                    <a:pt x="2870861" y="176555"/>
                  </a:lnTo>
                  <a:lnTo>
                    <a:pt x="2888583" y="186559"/>
                  </a:lnTo>
                  <a:lnTo>
                    <a:pt x="2906304" y="196638"/>
                  </a:lnTo>
                  <a:lnTo>
                    <a:pt x="2924025" y="206790"/>
                  </a:lnTo>
                  <a:lnTo>
                    <a:pt x="2941747" y="217046"/>
                  </a:lnTo>
                  <a:lnTo>
                    <a:pt x="2959468" y="227337"/>
                  </a:lnTo>
                  <a:lnTo>
                    <a:pt x="2977189" y="237662"/>
                  </a:lnTo>
                  <a:lnTo>
                    <a:pt x="2994911" y="248015"/>
                  </a:lnTo>
                  <a:lnTo>
                    <a:pt x="3012632" y="258365"/>
                  </a:lnTo>
                  <a:lnTo>
                    <a:pt x="3030353" y="268707"/>
                  </a:lnTo>
                  <a:lnTo>
                    <a:pt x="3048075" y="279010"/>
                  </a:lnTo>
                  <a:lnTo>
                    <a:pt x="3065796" y="289266"/>
                  </a:lnTo>
                  <a:lnTo>
                    <a:pt x="3083518" y="299479"/>
                  </a:lnTo>
                  <a:lnTo>
                    <a:pt x="3101239" y="309590"/>
                  </a:lnTo>
                  <a:lnTo>
                    <a:pt x="3118960" y="319613"/>
                  </a:lnTo>
                  <a:lnTo>
                    <a:pt x="3136682" y="329559"/>
                  </a:lnTo>
                  <a:lnTo>
                    <a:pt x="3154403" y="339349"/>
                  </a:lnTo>
                  <a:lnTo>
                    <a:pt x="3172124" y="349011"/>
                  </a:lnTo>
                  <a:lnTo>
                    <a:pt x="3189846" y="358565"/>
                  </a:lnTo>
                  <a:lnTo>
                    <a:pt x="3207567" y="367919"/>
                  </a:lnTo>
                  <a:lnTo>
                    <a:pt x="3225289" y="377107"/>
                  </a:lnTo>
                  <a:lnTo>
                    <a:pt x="3243010" y="386161"/>
                  </a:lnTo>
                  <a:lnTo>
                    <a:pt x="3260731" y="394979"/>
                  </a:lnTo>
                  <a:lnTo>
                    <a:pt x="3278453" y="403598"/>
                  </a:lnTo>
                  <a:lnTo>
                    <a:pt x="3296174" y="412059"/>
                  </a:lnTo>
                  <a:lnTo>
                    <a:pt x="3313895" y="420260"/>
                  </a:lnTo>
                  <a:lnTo>
                    <a:pt x="3331617" y="428229"/>
                  </a:lnTo>
                  <a:lnTo>
                    <a:pt x="3349338" y="436025"/>
                  </a:lnTo>
                  <a:lnTo>
                    <a:pt x="3367059" y="443543"/>
                  </a:lnTo>
                  <a:lnTo>
                    <a:pt x="3384781" y="450804"/>
                  </a:lnTo>
                  <a:lnTo>
                    <a:pt x="3402502" y="457879"/>
                  </a:lnTo>
                  <a:lnTo>
                    <a:pt x="3420224" y="464667"/>
                  </a:lnTo>
                  <a:lnTo>
                    <a:pt x="3437945" y="471179"/>
                  </a:lnTo>
                  <a:lnTo>
                    <a:pt x="3455666" y="477497"/>
                  </a:lnTo>
                  <a:lnTo>
                    <a:pt x="3473388" y="483527"/>
                  </a:lnTo>
                  <a:lnTo>
                    <a:pt x="3491109" y="489266"/>
                  </a:lnTo>
                  <a:lnTo>
                    <a:pt x="3508830" y="494808"/>
                  </a:lnTo>
                  <a:lnTo>
                    <a:pt x="3526552" y="500068"/>
                  </a:lnTo>
                  <a:lnTo>
                    <a:pt x="3544273" y="505029"/>
                  </a:lnTo>
                  <a:lnTo>
                    <a:pt x="3561995" y="509794"/>
                  </a:lnTo>
                  <a:lnTo>
                    <a:pt x="3579716" y="514288"/>
                  </a:lnTo>
                  <a:lnTo>
                    <a:pt x="3597437" y="518482"/>
                  </a:lnTo>
                  <a:lnTo>
                    <a:pt x="3615159" y="522484"/>
                  </a:lnTo>
                  <a:lnTo>
                    <a:pt x="3632880" y="526232"/>
                  </a:lnTo>
                  <a:lnTo>
                    <a:pt x="3650601" y="529683"/>
                  </a:lnTo>
                  <a:lnTo>
                    <a:pt x="3668323" y="532952"/>
                  </a:lnTo>
                  <a:lnTo>
                    <a:pt x="3686044" y="535986"/>
                  </a:lnTo>
                  <a:lnTo>
                    <a:pt x="3703765" y="538733"/>
                  </a:lnTo>
                  <a:lnTo>
                    <a:pt x="3721487" y="541310"/>
                  </a:lnTo>
                  <a:lnTo>
                    <a:pt x="3739208" y="543675"/>
                  </a:lnTo>
                  <a:lnTo>
                    <a:pt x="3756930" y="545768"/>
                  </a:lnTo>
                  <a:lnTo>
                    <a:pt x="3774651" y="547705"/>
                  </a:lnTo>
                  <a:lnTo>
                    <a:pt x="3792372" y="549456"/>
                  </a:lnTo>
                  <a:lnTo>
                    <a:pt x="3810094" y="550955"/>
                  </a:lnTo>
                  <a:lnTo>
                    <a:pt x="3827815" y="552314"/>
                  </a:lnTo>
                  <a:lnTo>
                    <a:pt x="3845536" y="553514"/>
                  </a:lnTo>
                  <a:lnTo>
                    <a:pt x="3863258" y="554485"/>
                  </a:lnTo>
                  <a:lnTo>
                    <a:pt x="3880979" y="555337"/>
                  </a:lnTo>
                  <a:lnTo>
                    <a:pt x="3898701" y="556054"/>
                  </a:lnTo>
                  <a:lnTo>
                    <a:pt x="3916422" y="556572"/>
                  </a:lnTo>
                  <a:lnTo>
                    <a:pt x="3934143" y="556989"/>
                  </a:lnTo>
                  <a:lnTo>
                    <a:pt x="3951865" y="557298"/>
                  </a:lnTo>
                  <a:lnTo>
                    <a:pt x="3969586" y="557440"/>
                  </a:lnTo>
                  <a:lnTo>
                    <a:pt x="3987307" y="557500"/>
                  </a:lnTo>
                  <a:lnTo>
                    <a:pt x="4005029" y="557478"/>
                  </a:lnTo>
                  <a:lnTo>
                    <a:pt x="4022750" y="557322"/>
                  </a:lnTo>
                  <a:lnTo>
                    <a:pt x="4040471" y="557106"/>
                  </a:lnTo>
                  <a:lnTo>
                    <a:pt x="4058193" y="556830"/>
                  </a:lnTo>
                  <a:lnTo>
                    <a:pt x="4075914" y="556455"/>
                  </a:lnTo>
                  <a:lnTo>
                    <a:pt x="4093636" y="556041"/>
                  </a:lnTo>
                  <a:lnTo>
                    <a:pt x="4111357" y="555587"/>
                  </a:lnTo>
                  <a:lnTo>
                    <a:pt x="4129078" y="555073"/>
                  </a:lnTo>
                  <a:lnTo>
                    <a:pt x="4146800" y="554537"/>
                  </a:lnTo>
                  <a:lnTo>
                    <a:pt x="4164521" y="553981"/>
                  </a:lnTo>
                  <a:lnTo>
                    <a:pt x="4182242" y="553401"/>
                  </a:lnTo>
                  <a:lnTo>
                    <a:pt x="4199964" y="552817"/>
                  </a:lnTo>
                  <a:lnTo>
                    <a:pt x="4217685" y="552230"/>
                  </a:lnTo>
                  <a:lnTo>
                    <a:pt x="4235407" y="551651"/>
                  </a:lnTo>
                  <a:lnTo>
                    <a:pt x="4253128" y="551086"/>
                  </a:lnTo>
                  <a:lnTo>
                    <a:pt x="4270849" y="550535"/>
                  </a:lnTo>
                  <a:lnTo>
                    <a:pt x="4288571" y="550020"/>
                  </a:lnTo>
                  <a:lnTo>
                    <a:pt x="4306292" y="549535"/>
                  </a:lnTo>
                  <a:lnTo>
                    <a:pt x="4324013" y="549079"/>
                  </a:lnTo>
                  <a:lnTo>
                    <a:pt x="4341735" y="548681"/>
                  </a:lnTo>
                  <a:lnTo>
                    <a:pt x="4359456" y="548331"/>
                  </a:lnTo>
                  <a:lnTo>
                    <a:pt x="4377177" y="548021"/>
                  </a:lnTo>
                  <a:lnTo>
                    <a:pt x="4394899" y="547787"/>
                  </a:lnTo>
                  <a:lnTo>
                    <a:pt x="4412620" y="547615"/>
                  </a:lnTo>
                  <a:lnTo>
                    <a:pt x="4430342" y="547494"/>
                  </a:lnTo>
                  <a:lnTo>
                    <a:pt x="4448063" y="547462"/>
                  </a:lnTo>
                  <a:lnTo>
                    <a:pt x="4465784" y="547504"/>
                  </a:lnTo>
                  <a:lnTo>
                    <a:pt x="4483506" y="547604"/>
                  </a:lnTo>
                  <a:lnTo>
                    <a:pt x="4501227" y="547801"/>
                  </a:lnTo>
                  <a:lnTo>
                    <a:pt x="4518948" y="548083"/>
                  </a:lnTo>
                  <a:lnTo>
                    <a:pt x="4536670" y="548428"/>
                  </a:lnTo>
                  <a:lnTo>
                    <a:pt x="4554391" y="548874"/>
                  </a:lnTo>
                  <a:lnTo>
                    <a:pt x="4572113" y="549412"/>
                  </a:lnTo>
                  <a:lnTo>
                    <a:pt x="4589834" y="550015"/>
                  </a:lnTo>
                  <a:lnTo>
                    <a:pt x="4607555" y="550719"/>
                  </a:lnTo>
                  <a:lnTo>
                    <a:pt x="4625277" y="551519"/>
                  </a:lnTo>
                  <a:lnTo>
                    <a:pt x="4642998" y="552384"/>
                  </a:lnTo>
                  <a:lnTo>
                    <a:pt x="4660719" y="553347"/>
                  </a:lnTo>
                  <a:lnTo>
                    <a:pt x="4678441" y="554406"/>
                  </a:lnTo>
                  <a:lnTo>
                    <a:pt x="4696162" y="555529"/>
                  </a:lnTo>
                  <a:lnTo>
                    <a:pt x="4713883" y="556743"/>
                  </a:lnTo>
                  <a:lnTo>
                    <a:pt x="4731605" y="558050"/>
                  </a:lnTo>
                  <a:lnTo>
                    <a:pt x="4749326" y="559417"/>
                  </a:lnTo>
                  <a:lnTo>
                    <a:pt x="4767048" y="560866"/>
                  </a:lnTo>
                  <a:lnTo>
                    <a:pt x="4784769" y="562403"/>
                  </a:lnTo>
                  <a:lnTo>
                    <a:pt x="4802490" y="563994"/>
                  </a:lnTo>
                  <a:lnTo>
                    <a:pt x="4820212" y="565656"/>
                  </a:lnTo>
                  <a:lnTo>
                    <a:pt x="4837933" y="567398"/>
                  </a:lnTo>
                  <a:lnTo>
                    <a:pt x="4855654" y="569187"/>
                  </a:lnTo>
                  <a:lnTo>
                    <a:pt x="4873376" y="571035"/>
                  </a:lnTo>
                  <a:lnTo>
                    <a:pt x="4891097" y="572952"/>
                  </a:lnTo>
                  <a:lnTo>
                    <a:pt x="4908819" y="574908"/>
                  </a:lnTo>
                  <a:lnTo>
                    <a:pt x="4926540" y="576911"/>
                  </a:lnTo>
                  <a:lnTo>
                    <a:pt x="4944261" y="578970"/>
                  </a:lnTo>
                  <a:lnTo>
                    <a:pt x="4961983" y="581058"/>
                  </a:lnTo>
                  <a:lnTo>
                    <a:pt x="4979704" y="583181"/>
                  </a:lnTo>
                  <a:lnTo>
                    <a:pt x="4997425" y="585346"/>
                  </a:lnTo>
                  <a:lnTo>
                    <a:pt x="5015147" y="587531"/>
                  </a:lnTo>
                  <a:lnTo>
                    <a:pt x="5032868" y="589738"/>
                  </a:lnTo>
                  <a:lnTo>
                    <a:pt x="5050589" y="591972"/>
                  </a:lnTo>
                  <a:lnTo>
                    <a:pt x="5068311" y="594217"/>
                  </a:lnTo>
                  <a:lnTo>
                    <a:pt x="5086032" y="596473"/>
                  </a:lnTo>
                  <a:lnTo>
                    <a:pt x="5103754" y="598739"/>
                  </a:lnTo>
                  <a:lnTo>
                    <a:pt x="5121475" y="601007"/>
                  </a:lnTo>
                  <a:lnTo>
                    <a:pt x="5139196" y="603277"/>
                  </a:lnTo>
                  <a:lnTo>
                    <a:pt x="5156918" y="605541"/>
                  </a:lnTo>
                  <a:lnTo>
                    <a:pt x="5174639" y="607798"/>
                  </a:lnTo>
                  <a:lnTo>
                    <a:pt x="5192360" y="610048"/>
                  </a:lnTo>
                  <a:lnTo>
                    <a:pt x="5210082" y="612277"/>
                  </a:lnTo>
                  <a:lnTo>
                    <a:pt x="5227803" y="614491"/>
                  </a:lnTo>
                  <a:lnTo>
                    <a:pt x="5245525" y="616691"/>
                  </a:lnTo>
                  <a:lnTo>
                    <a:pt x="5263246" y="618856"/>
                  </a:lnTo>
                  <a:lnTo>
                    <a:pt x="5280967" y="620999"/>
                  </a:lnTo>
                  <a:lnTo>
                    <a:pt x="5298689" y="623122"/>
                  </a:lnTo>
                  <a:lnTo>
                    <a:pt x="5316410" y="625198"/>
                  </a:lnTo>
                  <a:lnTo>
                    <a:pt x="5334131" y="627247"/>
                  </a:lnTo>
                  <a:lnTo>
                    <a:pt x="5351853" y="629268"/>
                  </a:lnTo>
                  <a:lnTo>
                    <a:pt x="5369574" y="631236"/>
                  </a:lnTo>
                  <a:lnTo>
                    <a:pt x="5387295" y="633170"/>
                  </a:lnTo>
                  <a:lnTo>
                    <a:pt x="5405017" y="635072"/>
                  </a:lnTo>
                  <a:lnTo>
                    <a:pt x="5422738" y="636915"/>
                  </a:lnTo>
                  <a:lnTo>
                    <a:pt x="5440460" y="638719"/>
                  </a:lnTo>
                  <a:lnTo>
                    <a:pt x="5458181" y="640488"/>
                  </a:lnTo>
                  <a:lnTo>
                    <a:pt x="5475902" y="642194"/>
                  </a:lnTo>
                  <a:lnTo>
                    <a:pt x="5493624" y="643858"/>
                  </a:lnTo>
                  <a:lnTo>
                    <a:pt x="5511345" y="645484"/>
                  </a:lnTo>
                  <a:lnTo>
                    <a:pt x="5529066" y="647047"/>
                  </a:lnTo>
                  <a:lnTo>
                    <a:pt x="5546788" y="648563"/>
                  </a:lnTo>
                  <a:lnTo>
                    <a:pt x="5564509" y="650042"/>
                  </a:lnTo>
                  <a:lnTo>
                    <a:pt x="5582231" y="651458"/>
                  </a:lnTo>
                  <a:lnTo>
                    <a:pt x="5599952" y="652825"/>
                  </a:lnTo>
                  <a:lnTo>
                    <a:pt x="5617673" y="654155"/>
                  </a:lnTo>
                  <a:lnTo>
                    <a:pt x="5635395" y="655424"/>
                  </a:lnTo>
                  <a:lnTo>
                    <a:pt x="5653116" y="656644"/>
                  </a:lnTo>
                  <a:lnTo>
                    <a:pt x="5670837" y="657827"/>
                  </a:lnTo>
                  <a:lnTo>
                    <a:pt x="5688559" y="658952"/>
                  </a:lnTo>
                  <a:lnTo>
                    <a:pt x="5706280" y="660029"/>
                  </a:lnTo>
                  <a:lnTo>
                    <a:pt x="5724001" y="661070"/>
                  </a:lnTo>
                  <a:lnTo>
                    <a:pt x="5741723" y="662058"/>
                  </a:lnTo>
                  <a:lnTo>
                    <a:pt x="5759444" y="662998"/>
                  </a:lnTo>
                  <a:lnTo>
                    <a:pt x="5777166" y="663906"/>
                  </a:lnTo>
                  <a:lnTo>
                    <a:pt x="5794887" y="664763"/>
                  </a:lnTo>
                  <a:lnTo>
                    <a:pt x="5812608" y="665576"/>
                  </a:lnTo>
                  <a:lnTo>
                    <a:pt x="5830330" y="666358"/>
                  </a:lnTo>
                  <a:lnTo>
                    <a:pt x="5848051" y="667096"/>
                  </a:lnTo>
                  <a:lnTo>
                    <a:pt x="5865772" y="667792"/>
                  </a:lnTo>
                  <a:lnTo>
                    <a:pt x="5883494" y="668459"/>
                  </a:lnTo>
                  <a:lnTo>
                    <a:pt x="5901215" y="669087"/>
                  </a:lnTo>
                  <a:lnTo>
                    <a:pt x="5918937" y="669676"/>
                  </a:lnTo>
                  <a:lnTo>
                    <a:pt x="5936658" y="670240"/>
                  </a:lnTo>
                  <a:lnTo>
                    <a:pt x="5954379" y="670769"/>
                  </a:lnTo>
                  <a:lnTo>
                    <a:pt x="5972101" y="671263"/>
                  </a:lnTo>
                  <a:lnTo>
                    <a:pt x="5989822" y="671734"/>
                  </a:lnTo>
                </a:path>
              </a:pathLst>
            </a:custGeom>
            <a:ln w="542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2" name="pg3371"/>
            <p:cNvSpPr/>
            <p:nvPr/>
          </p:nvSpPr>
          <p:spPr>
            <a:xfrm>
              <a:off x="2480541" y="6772894"/>
              <a:ext cx="17721" cy="6872"/>
            </a:xfrm>
            <a:custGeom>
              <a:avLst/>
              <a:pathLst>
                <a:path w="17721" h="6872">
                  <a:moveTo>
                    <a:pt x="0" y="553"/>
                  </a:moveTo>
                  <a:lnTo>
                    <a:pt x="17721" y="0"/>
                  </a:lnTo>
                  <a:lnTo>
                    <a:pt x="17721" y="6872"/>
                  </a:lnTo>
                  <a:lnTo>
                    <a:pt x="0" y="6872"/>
                  </a:lnTo>
                  <a:close/>
                </a:path>
              </a:pathLst>
            </a:custGeom>
            <a:solidFill>
              <a:srgbClr val="F1E4D4">
                <a:alpha val="100000"/>
              </a:srgbClr>
            </a:solidFill>
            <a:ln w="4762" cap="rnd">
              <a:solidFill>
                <a:srgbClr val="F1E4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3" name="pg3372"/>
            <p:cNvSpPr/>
            <p:nvPr/>
          </p:nvSpPr>
          <p:spPr>
            <a:xfrm>
              <a:off x="2498262" y="6772309"/>
              <a:ext cx="17721" cy="7456"/>
            </a:xfrm>
            <a:custGeom>
              <a:avLst/>
              <a:pathLst>
                <a:path w="17721" h="7456">
                  <a:moveTo>
                    <a:pt x="0" y="584"/>
                  </a:moveTo>
                  <a:lnTo>
                    <a:pt x="17721" y="0"/>
                  </a:lnTo>
                  <a:lnTo>
                    <a:pt x="17721" y="7456"/>
                  </a:lnTo>
                  <a:lnTo>
                    <a:pt x="0" y="7456"/>
                  </a:lnTo>
                  <a:close/>
                </a:path>
              </a:pathLst>
            </a:custGeom>
            <a:solidFill>
              <a:srgbClr val="F0E4D4">
                <a:alpha val="100000"/>
              </a:srgbClr>
            </a:solidFill>
            <a:ln w="4762" cap="rnd">
              <a:solidFill>
                <a:srgbClr val="F0E4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4" name="pg3373"/>
            <p:cNvSpPr/>
            <p:nvPr/>
          </p:nvSpPr>
          <p:spPr>
            <a:xfrm>
              <a:off x="2515984" y="6771676"/>
              <a:ext cx="17721" cy="8090"/>
            </a:xfrm>
            <a:custGeom>
              <a:avLst/>
              <a:pathLst>
                <a:path w="17721" h="8090">
                  <a:moveTo>
                    <a:pt x="0" y="633"/>
                  </a:moveTo>
                  <a:lnTo>
                    <a:pt x="17721" y="0"/>
                  </a:lnTo>
                  <a:lnTo>
                    <a:pt x="17721" y="8090"/>
                  </a:lnTo>
                  <a:lnTo>
                    <a:pt x="0" y="8090"/>
                  </a:lnTo>
                  <a:close/>
                </a:path>
              </a:pathLst>
            </a:custGeom>
            <a:solidFill>
              <a:srgbClr val="F0E4D3">
                <a:alpha val="100000"/>
              </a:srgbClr>
            </a:solidFill>
            <a:ln w="4762" cap="rnd">
              <a:solidFill>
                <a:srgbClr val="F0E4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5" name="pg3374"/>
            <p:cNvSpPr/>
            <p:nvPr/>
          </p:nvSpPr>
          <p:spPr>
            <a:xfrm>
              <a:off x="2533705" y="6770992"/>
              <a:ext cx="17721" cy="8773"/>
            </a:xfrm>
            <a:custGeom>
              <a:avLst/>
              <a:pathLst>
                <a:path w="17721" h="8773">
                  <a:moveTo>
                    <a:pt x="0" y="683"/>
                  </a:moveTo>
                  <a:lnTo>
                    <a:pt x="17721" y="0"/>
                  </a:lnTo>
                  <a:lnTo>
                    <a:pt x="17721" y="8773"/>
                  </a:lnTo>
                  <a:lnTo>
                    <a:pt x="0" y="8773"/>
                  </a:lnTo>
                  <a:close/>
                </a:path>
              </a:pathLst>
            </a:custGeom>
            <a:solidFill>
              <a:srgbClr val="F0E3D3">
                <a:alpha val="100000"/>
              </a:srgbClr>
            </a:solidFill>
            <a:ln w="4762" cap="rnd">
              <a:solidFill>
                <a:srgbClr val="F0E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6" name="pg3375"/>
            <p:cNvSpPr/>
            <p:nvPr/>
          </p:nvSpPr>
          <p:spPr>
            <a:xfrm>
              <a:off x="2551426" y="6770272"/>
              <a:ext cx="17721" cy="9493"/>
            </a:xfrm>
            <a:custGeom>
              <a:avLst/>
              <a:pathLst>
                <a:path w="17721" h="9493">
                  <a:moveTo>
                    <a:pt x="0" y="719"/>
                  </a:moveTo>
                  <a:lnTo>
                    <a:pt x="17721" y="0"/>
                  </a:lnTo>
                  <a:lnTo>
                    <a:pt x="17721" y="9493"/>
                  </a:lnTo>
                  <a:lnTo>
                    <a:pt x="0" y="9493"/>
                  </a:lnTo>
                  <a:close/>
                </a:path>
              </a:pathLst>
            </a:custGeom>
            <a:solidFill>
              <a:srgbClr val="F0E3D2">
                <a:alpha val="100000"/>
              </a:srgbClr>
            </a:solidFill>
            <a:ln w="4762" cap="rnd">
              <a:solidFill>
                <a:srgbClr val="F0E3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7" name="pg3376"/>
            <p:cNvSpPr/>
            <p:nvPr/>
          </p:nvSpPr>
          <p:spPr>
            <a:xfrm>
              <a:off x="2569148" y="6768661"/>
              <a:ext cx="35442" cy="11104"/>
            </a:xfrm>
            <a:custGeom>
              <a:avLst/>
              <a:pathLst>
                <a:path w="35442" h="11104">
                  <a:moveTo>
                    <a:pt x="0" y="1611"/>
                  </a:moveTo>
                  <a:lnTo>
                    <a:pt x="17721" y="835"/>
                  </a:lnTo>
                  <a:lnTo>
                    <a:pt x="35442" y="0"/>
                  </a:lnTo>
                  <a:lnTo>
                    <a:pt x="35442" y="11104"/>
                  </a:lnTo>
                  <a:lnTo>
                    <a:pt x="17721" y="11104"/>
                  </a:lnTo>
                  <a:lnTo>
                    <a:pt x="0" y="11104"/>
                  </a:lnTo>
                  <a:close/>
                </a:path>
              </a:pathLst>
            </a:custGeom>
            <a:solidFill>
              <a:srgbClr val="F0E2D2">
                <a:alpha val="100000"/>
              </a:srgbClr>
            </a:solidFill>
            <a:ln w="4762" cap="rnd">
              <a:solidFill>
                <a:srgbClr val="F0E2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8" name="pg3377"/>
            <p:cNvSpPr/>
            <p:nvPr/>
          </p:nvSpPr>
          <p:spPr>
            <a:xfrm>
              <a:off x="2604590" y="6767783"/>
              <a:ext cx="17721" cy="11982"/>
            </a:xfrm>
            <a:custGeom>
              <a:avLst/>
              <a:pathLst>
                <a:path w="17721" h="11982">
                  <a:moveTo>
                    <a:pt x="0" y="877"/>
                  </a:moveTo>
                  <a:lnTo>
                    <a:pt x="17721" y="0"/>
                  </a:lnTo>
                  <a:lnTo>
                    <a:pt x="17721" y="11982"/>
                  </a:lnTo>
                  <a:lnTo>
                    <a:pt x="0" y="11982"/>
                  </a:lnTo>
                  <a:close/>
                </a:path>
              </a:pathLst>
            </a:custGeom>
            <a:solidFill>
              <a:srgbClr val="EFE2D1">
                <a:alpha val="100000"/>
              </a:srgbClr>
            </a:solidFill>
            <a:ln w="4762" cap="rnd">
              <a:solidFill>
                <a:srgbClr val="EFE2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9" name="pg3378"/>
            <p:cNvSpPr/>
            <p:nvPr/>
          </p:nvSpPr>
          <p:spPr>
            <a:xfrm>
              <a:off x="2622312" y="6766843"/>
              <a:ext cx="17721" cy="12923"/>
            </a:xfrm>
            <a:custGeom>
              <a:avLst/>
              <a:pathLst>
                <a:path w="17721" h="12923">
                  <a:moveTo>
                    <a:pt x="0" y="940"/>
                  </a:moveTo>
                  <a:lnTo>
                    <a:pt x="17721" y="0"/>
                  </a:lnTo>
                  <a:lnTo>
                    <a:pt x="17721" y="12923"/>
                  </a:lnTo>
                  <a:lnTo>
                    <a:pt x="0" y="12923"/>
                  </a:lnTo>
                  <a:close/>
                </a:path>
              </a:pathLst>
            </a:custGeom>
            <a:solidFill>
              <a:srgbClr val="EFE1D1">
                <a:alpha val="100000"/>
              </a:srgbClr>
            </a:solidFill>
            <a:ln w="4762" cap="rnd">
              <a:solidFill>
                <a:srgbClr val="EFE1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0" name="pg3379"/>
            <p:cNvSpPr/>
            <p:nvPr/>
          </p:nvSpPr>
          <p:spPr>
            <a:xfrm>
              <a:off x="2640033" y="6765832"/>
              <a:ext cx="17721" cy="13934"/>
            </a:xfrm>
            <a:custGeom>
              <a:avLst/>
              <a:pathLst>
                <a:path w="17721" h="13934">
                  <a:moveTo>
                    <a:pt x="0" y="1011"/>
                  </a:moveTo>
                  <a:lnTo>
                    <a:pt x="17721" y="0"/>
                  </a:lnTo>
                  <a:lnTo>
                    <a:pt x="17721" y="13934"/>
                  </a:lnTo>
                  <a:lnTo>
                    <a:pt x="0" y="13934"/>
                  </a:lnTo>
                  <a:close/>
                </a:path>
              </a:pathLst>
            </a:custGeom>
            <a:solidFill>
              <a:srgbClr val="EFE1D0">
                <a:alpha val="100000"/>
              </a:srgbClr>
            </a:solidFill>
            <a:ln w="4762" cap="rnd">
              <a:solidFill>
                <a:srgbClr val="EFE1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1" name="pg3380"/>
            <p:cNvSpPr/>
            <p:nvPr/>
          </p:nvSpPr>
          <p:spPr>
            <a:xfrm>
              <a:off x="2657755" y="6764772"/>
              <a:ext cx="17721" cy="14994"/>
            </a:xfrm>
            <a:custGeom>
              <a:avLst/>
              <a:pathLst>
                <a:path w="17721" h="14994">
                  <a:moveTo>
                    <a:pt x="0" y="1059"/>
                  </a:moveTo>
                  <a:lnTo>
                    <a:pt x="17721" y="0"/>
                  </a:lnTo>
                  <a:lnTo>
                    <a:pt x="17721" y="14994"/>
                  </a:lnTo>
                  <a:lnTo>
                    <a:pt x="0" y="14994"/>
                  </a:lnTo>
                  <a:close/>
                </a:path>
              </a:pathLst>
            </a:custGeom>
            <a:solidFill>
              <a:srgbClr val="EFE0D0">
                <a:alpha val="100000"/>
              </a:srgbClr>
            </a:solidFill>
            <a:ln w="4762" cap="rnd">
              <a:solidFill>
                <a:srgbClr val="EF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2" name="pg3381"/>
            <p:cNvSpPr/>
            <p:nvPr/>
          </p:nvSpPr>
          <p:spPr>
            <a:xfrm>
              <a:off x="2675476" y="6763643"/>
              <a:ext cx="17721" cy="16123"/>
            </a:xfrm>
            <a:custGeom>
              <a:avLst/>
              <a:pathLst>
                <a:path w="17721" h="16123">
                  <a:moveTo>
                    <a:pt x="0" y="1129"/>
                  </a:moveTo>
                  <a:lnTo>
                    <a:pt x="17721" y="0"/>
                  </a:lnTo>
                  <a:lnTo>
                    <a:pt x="17721" y="16123"/>
                  </a:lnTo>
                  <a:lnTo>
                    <a:pt x="0" y="16123"/>
                  </a:lnTo>
                  <a:close/>
                </a:path>
              </a:pathLst>
            </a:custGeom>
            <a:solidFill>
              <a:srgbClr val="EFE0CF">
                <a:alpha val="100000"/>
              </a:srgbClr>
            </a:solidFill>
            <a:ln w="4762" cap="rnd">
              <a:solidFill>
                <a:srgbClr val="EFE0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3" name="pg3382"/>
            <p:cNvSpPr/>
            <p:nvPr/>
          </p:nvSpPr>
          <p:spPr>
            <a:xfrm>
              <a:off x="2693197" y="6762431"/>
              <a:ext cx="17721" cy="17335"/>
            </a:xfrm>
            <a:custGeom>
              <a:avLst/>
              <a:pathLst>
                <a:path w="17721" h="17335">
                  <a:moveTo>
                    <a:pt x="0" y="1212"/>
                  </a:moveTo>
                  <a:lnTo>
                    <a:pt x="17721" y="0"/>
                  </a:lnTo>
                  <a:lnTo>
                    <a:pt x="17721" y="17335"/>
                  </a:lnTo>
                  <a:lnTo>
                    <a:pt x="0" y="17335"/>
                  </a:lnTo>
                  <a:close/>
                </a:path>
              </a:pathLst>
            </a:custGeom>
            <a:solidFill>
              <a:srgbClr val="EEE0CF">
                <a:alpha val="100000"/>
              </a:srgbClr>
            </a:solidFill>
            <a:ln w="4762" cap="rnd">
              <a:solidFill>
                <a:srgbClr val="EEE0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4" name="pg3383"/>
            <p:cNvSpPr/>
            <p:nvPr/>
          </p:nvSpPr>
          <p:spPr>
            <a:xfrm>
              <a:off x="2710919" y="6761163"/>
              <a:ext cx="17721" cy="18602"/>
            </a:xfrm>
            <a:custGeom>
              <a:avLst/>
              <a:pathLst>
                <a:path w="17721" h="18602">
                  <a:moveTo>
                    <a:pt x="0" y="1267"/>
                  </a:moveTo>
                  <a:lnTo>
                    <a:pt x="17721" y="0"/>
                  </a:lnTo>
                  <a:lnTo>
                    <a:pt x="17721" y="18602"/>
                  </a:lnTo>
                  <a:lnTo>
                    <a:pt x="0" y="18602"/>
                  </a:lnTo>
                  <a:close/>
                </a:path>
              </a:pathLst>
            </a:custGeom>
            <a:solidFill>
              <a:srgbClr val="EEDFCF">
                <a:alpha val="100000"/>
              </a:srgbClr>
            </a:solidFill>
            <a:ln w="4762" cap="rnd">
              <a:solidFill>
                <a:srgbClr val="EED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5" name="pg3384"/>
            <p:cNvSpPr/>
            <p:nvPr/>
          </p:nvSpPr>
          <p:spPr>
            <a:xfrm>
              <a:off x="2728640" y="6759820"/>
              <a:ext cx="17721" cy="19945"/>
            </a:xfrm>
            <a:custGeom>
              <a:avLst/>
              <a:pathLst>
                <a:path w="17721" h="19945">
                  <a:moveTo>
                    <a:pt x="0" y="1343"/>
                  </a:moveTo>
                  <a:lnTo>
                    <a:pt x="17721" y="0"/>
                  </a:lnTo>
                  <a:lnTo>
                    <a:pt x="17721" y="19945"/>
                  </a:lnTo>
                  <a:lnTo>
                    <a:pt x="0" y="19945"/>
                  </a:lnTo>
                  <a:close/>
                </a:path>
              </a:pathLst>
            </a:custGeom>
            <a:solidFill>
              <a:srgbClr val="EEDFCE">
                <a:alpha val="100000"/>
              </a:srgbClr>
            </a:solidFill>
            <a:ln w="4762" cap="rnd">
              <a:solidFill>
                <a:srgbClr val="EEDF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6" name="pg3385"/>
            <p:cNvSpPr/>
            <p:nvPr/>
          </p:nvSpPr>
          <p:spPr>
            <a:xfrm>
              <a:off x="2746361" y="6758381"/>
              <a:ext cx="17721" cy="21384"/>
            </a:xfrm>
            <a:custGeom>
              <a:avLst/>
              <a:pathLst>
                <a:path w="17721" h="21384">
                  <a:moveTo>
                    <a:pt x="0" y="1438"/>
                  </a:moveTo>
                  <a:lnTo>
                    <a:pt x="17721" y="0"/>
                  </a:lnTo>
                  <a:lnTo>
                    <a:pt x="17721" y="21384"/>
                  </a:lnTo>
                  <a:lnTo>
                    <a:pt x="0" y="21384"/>
                  </a:lnTo>
                  <a:close/>
                </a:path>
              </a:pathLst>
            </a:custGeom>
            <a:solidFill>
              <a:srgbClr val="EEDECE">
                <a:alpha val="100000"/>
              </a:srgbClr>
            </a:solidFill>
            <a:ln w="4762" cap="rnd">
              <a:solidFill>
                <a:srgbClr val="EEDE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7" name="pg3386"/>
            <p:cNvSpPr/>
            <p:nvPr/>
          </p:nvSpPr>
          <p:spPr>
            <a:xfrm>
              <a:off x="2764083" y="6756881"/>
              <a:ext cx="17721" cy="22885"/>
            </a:xfrm>
            <a:custGeom>
              <a:avLst/>
              <a:pathLst>
                <a:path w="17721" h="22885">
                  <a:moveTo>
                    <a:pt x="0" y="1500"/>
                  </a:moveTo>
                  <a:lnTo>
                    <a:pt x="17721" y="0"/>
                  </a:lnTo>
                  <a:lnTo>
                    <a:pt x="17721" y="22885"/>
                  </a:lnTo>
                  <a:lnTo>
                    <a:pt x="0" y="22885"/>
                  </a:lnTo>
                  <a:close/>
                </a:path>
              </a:pathLst>
            </a:custGeom>
            <a:solidFill>
              <a:srgbClr val="EEDECD">
                <a:alpha val="100000"/>
              </a:srgbClr>
            </a:solidFill>
            <a:ln w="4762" cap="rnd">
              <a:solidFill>
                <a:srgbClr val="EEDEC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8" name="pg3387"/>
            <p:cNvSpPr/>
            <p:nvPr/>
          </p:nvSpPr>
          <p:spPr>
            <a:xfrm>
              <a:off x="2781804" y="6755298"/>
              <a:ext cx="17721" cy="24467"/>
            </a:xfrm>
            <a:custGeom>
              <a:avLst/>
              <a:pathLst>
                <a:path w="17721" h="24467">
                  <a:moveTo>
                    <a:pt x="0" y="1582"/>
                  </a:moveTo>
                  <a:lnTo>
                    <a:pt x="17721" y="0"/>
                  </a:lnTo>
                  <a:lnTo>
                    <a:pt x="17721" y="24467"/>
                  </a:lnTo>
                  <a:lnTo>
                    <a:pt x="0" y="24467"/>
                  </a:lnTo>
                  <a:close/>
                </a:path>
              </a:pathLst>
            </a:custGeom>
            <a:solidFill>
              <a:srgbClr val="EEDDCD">
                <a:alpha val="100000"/>
              </a:srgbClr>
            </a:solidFill>
            <a:ln w="4762" cap="rnd">
              <a:solidFill>
                <a:srgbClr val="EEDDC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9" name="pg3388"/>
            <p:cNvSpPr/>
            <p:nvPr/>
          </p:nvSpPr>
          <p:spPr>
            <a:xfrm>
              <a:off x="2799525" y="6751847"/>
              <a:ext cx="35442" cy="27918"/>
            </a:xfrm>
            <a:custGeom>
              <a:avLst/>
              <a:pathLst>
                <a:path w="35442" h="27918">
                  <a:moveTo>
                    <a:pt x="0" y="3451"/>
                  </a:moveTo>
                  <a:lnTo>
                    <a:pt x="17721" y="1759"/>
                  </a:lnTo>
                  <a:lnTo>
                    <a:pt x="35442" y="0"/>
                  </a:lnTo>
                  <a:lnTo>
                    <a:pt x="35442" y="27918"/>
                  </a:lnTo>
                  <a:lnTo>
                    <a:pt x="17721" y="27918"/>
                  </a:lnTo>
                  <a:lnTo>
                    <a:pt x="0" y="27918"/>
                  </a:lnTo>
                  <a:close/>
                </a:path>
              </a:pathLst>
            </a:custGeom>
            <a:solidFill>
              <a:srgbClr val="EDDDCC">
                <a:alpha val="100000"/>
              </a:srgbClr>
            </a:solidFill>
            <a:ln w="4762" cap="rnd">
              <a:solidFill>
                <a:srgbClr val="EDDD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g3389"/>
            <p:cNvSpPr/>
            <p:nvPr/>
          </p:nvSpPr>
          <p:spPr>
            <a:xfrm>
              <a:off x="2834968" y="6748030"/>
              <a:ext cx="35442" cy="31735"/>
            </a:xfrm>
            <a:custGeom>
              <a:avLst/>
              <a:pathLst>
                <a:path w="35442" h="31735">
                  <a:moveTo>
                    <a:pt x="0" y="3816"/>
                  </a:moveTo>
                  <a:lnTo>
                    <a:pt x="17721" y="1969"/>
                  </a:lnTo>
                  <a:lnTo>
                    <a:pt x="35442" y="0"/>
                  </a:lnTo>
                  <a:lnTo>
                    <a:pt x="35442" y="31735"/>
                  </a:lnTo>
                  <a:lnTo>
                    <a:pt x="17721" y="31735"/>
                  </a:lnTo>
                  <a:lnTo>
                    <a:pt x="0" y="31735"/>
                  </a:lnTo>
                  <a:close/>
                </a:path>
              </a:pathLst>
            </a:custGeom>
            <a:solidFill>
              <a:srgbClr val="EDDCCB">
                <a:alpha val="100000"/>
              </a:srgbClr>
            </a:solidFill>
            <a:ln w="4762" cap="rnd">
              <a:solidFill>
                <a:srgbClr val="EDDC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g3390"/>
            <p:cNvSpPr/>
            <p:nvPr/>
          </p:nvSpPr>
          <p:spPr>
            <a:xfrm>
              <a:off x="2870411" y="6745986"/>
              <a:ext cx="17721" cy="33779"/>
            </a:xfrm>
            <a:custGeom>
              <a:avLst/>
              <a:pathLst>
                <a:path w="17721" h="33779">
                  <a:moveTo>
                    <a:pt x="0" y="2044"/>
                  </a:moveTo>
                  <a:lnTo>
                    <a:pt x="17721" y="0"/>
                  </a:lnTo>
                  <a:lnTo>
                    <a:pt x="17721" y="33779"/>
                  </a:lnTo>
                  <a:lnTo>
                    <a:pt x="0" y="33779"/>
                  </a:lnTo>
                  <a:close/>
                </a:path>
              </a:pathLst>
            </a:custGeom>
            <a:solidFill>
              <a:srgbClr val="EDDBCB">
                <a:alpha val="100000"/>
              </a:srgbClr>
            </a:solidFill>
            <a:ln w="4762" cap="rnd">
              <a:solidFill>
                <a:srgbClr val="EDDB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g3391"/>
            <p:cNvSpPr/>
            <p:nvPr/>
          </p:nvSpPr>
          <p:spPr>
            <a:xfrm>
              <a:off x="2888132" y="6743850"/>
              <a:ext cx="17721" cy="35916"/>
            </a:xfrm>
            <a:custGeom>
              <a:avLst/>
              <a:pathLst>
                <a:path w="17721" h="35916">
                  <a:moveTo>
                    <a:pt x="0" y="2136"/>
                  </a:moveTo>
                  <a:lnTo>
                    <a:pt x="17721" y="0"/>
                  </a:lnTo>
                  <a:lnTo>
                    <a:pt x="17721" y="35916"/>
                  </a:lnTo>
                  <a:lnTo>
                    <a:pt x="0" y="35916"/>
                  </a:lnTo>
                  <a:close/>
                </a:path>
              </a:pathLst>
            </a:custGeom>
            <a:solidFill>
              <a:srgbClr val="EDDBCA">
                <a:alpha val="100000"/>
              </a:srgbClr>
            </a:solidFill>
            <a:ln w="4762" cap="rnd">
              <a:solidFill>
                <a:srgbClr val="EDDBC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g3392"/>
            <p:cNvSpPr/>
            <p:nvPr/>
          </p:nvSpPr>
          <p:spPr>
            <a:xfrm>
              <a:off x="2905854" y="6741578"/>
              <a:ext cx="17721" cy="38188"/>
            </a:xfrm>
            <a:custGeom>
              <a:avLst/>
              <a:pathLst>
                <a:path w="17721" h="38188">
                  <a:moveTo>
                    <a:pt x="0" y="2271"/>
                  </a:moveTo>
                  <a:lnTo>
                    <a:pt x="17721" y="0"/>
                  </a:lnTo>
                  <a:lnTo>
                    <a:pt x="17721" y="38188"/>
                  </a:lnTo>
                  <a:lnTo>
                    <a:pt x="0" y="38188"/>
                  </a:lnTo>
                  <a:close/>
                </a:path>
              </a:pathLst>
            </a:custGeom>
            <a:solidFill>
              <a:srgbClr val="ECDBCA">
                <a:alpha val="100000"/>
              </a:srgbClr>
            </a:solidFill>
            <a:ln w="4762" cap="rnd">
              <a:solidFill>
                <a:srgbClr val="ECDBC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g3393"/>
            <p:cNvSpPr/>
            <p:nvPr/>
          </p:nvSpPr>
          <p:spPr>
            <a:xfrm>
              <a:off x="2923575" y="6736778"/>
              <a:ext cx="35442" cy="42988"/>
            </a:xfrm>
            <a:custGeom>
              <a:avLst/>
              <a:pathLst>
                <a:path w="35442" h="42988">
                  <a:moveTo>
                    <a:pt x="0" y="4799"/>
                  </a:moveTo>
                  <a:lnTo>
                    <a:pt x="17721" y="2447"/>
                  </a:lnTo>
                  <a:lnTo>
                    <a:pt x="35442" y="0"/>
                  </a:lnTo>
                  <a:lnTo>
                    <a:pt x="35442" y="42988"/>
                  </a:lnTo>
                  <a:lnTo>
                    <a:pt x="17721" y="42988"/>
                  </a:lnTo>
                  <a:lnTo>
                    <a:pt x="0" y="42988"/>
                  </a:lnTo>
                  <a:close/>
                </a:path>
              </a:pathLst>
            </a:custGeom>
            <a:solidFill>
              <a:srgbClr val="ECDAC9">
                <a:alpha val="100000"/>
              </a:srgbClr>
            </a:solidFill>
            <a:ln w="4762" cap="rnd">
              <a:solidFill>
                <a:srgbClr val="ECDAC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g3394"/>
            <p:cNvSpPr/>
            <p:nvPr/>
          </p:nvSpPr>
          <p:spPr>
            <a:xfrm>
              <a:off x="2959018" y="6731500"/>
              <a:ext cx="35442" cy="48266"/>
            </a:xfrm>
            <a:custGeom>
              <a:avLst/>
              <a:pathLst>
                <a:path w="35442" h="48266">
                  <a:moveTo>
                    <a:pt x="0" y="5278"/>
                  </a:moveTo>
                  <a:lnTo>
                    <a:pt x="17721" y="2681"/>
                  </a:lnTo>
                  <a:lnTo>
                    <a:pt x="35442" y="0"/>
                  </a:lnTo>
                  <a:lnTo>
                    <a:pt x="35442" y="48266"/>
                  </a:lnTo>
                  <a:lnTo>
                    <a:pt x="17721" y="48266"/>
                  </a:lnTo>
                  <a:lnTo>
                    <a:pt x="0" y="48266"/>
                  </a:lnTo>
                  <a:close/>
                </a:path>
              </a:pathLst>
            </a:custGeom>
            <a:solidFill>
              <a:srgbClr val="ECD9C8">
                <a:alpha val="100000"/>
              </a:srgbClr>
            </a:solidFill>
            <a:ln w="4762" cap="rnd">
              <a:solidFill>
                <a:srgbClr val="ECD9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g3395"/>
            <p:cNvSpPr/>
            <p:nvPr/>
          </p:nvSpPr>
          <p:spPr>
            <a:xfrm>
              <a:off x="2994461" y="6728721"/>
              <a:ext cx="17721" cy="51045"/>
            </a:xfrm>
            <a:custGeom>
              <a:avLst/>
              <a:pathLst>
                <a:path w="17721" h="51045">
                  <a:moveTo>
                    <a:pt x="0" y="2779"/>
                  </a:moveTo>
                  <a:lnTo>
                    <a:pt x="17721" y="0"/>
                  </a:lnTo>
                  <a:lnTo>
                    <a:pt x="17721" y="51045"/>
                  </a:lnTo>
                  <a:lnTo>
                    <a:pt x="0" y="51045"/>
                  </a:lnTo>
                  <a:close/>
                </a:path>
              </a:pathLst>
            </a:custGeom>
            <a:solidFill>
              <a:srgbClr val="EBD9C8">
                <a:alpha val="100000"/>
              </a:srgbClr>
            </a:solidFill>
            <a:ln w="4762" cap="rnd">
              <a:solidFill>
                <a:srgbClr val="EBD9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g3396"/>
            <p:cNvSpPr/>
            <p:nvPr/>
          </p:nvSpPr>
          <p:spPr>
            <a:xfrm>
              <a:off x="3012182" y="6722751"/>
              <a:ext cx="35442" cy="57015"/>
            </a:xfrm>
            <a:custGeom>
              <a:avLst/>
              <a:pathLst>
                <a:path w="35442" h="57015">
                  <a:moveTo>
                    <a:pt x="0" y="5969"/>
                  </a:moveTo>
                  <a:lnTo>
                    <a:pt x="17721" y="3029"/>
                  </a:lnTo>
                  <a:lnTo>
                    <a:pt x="35442" y="0"/>
                  </a:lnTo>
                  <a:lnTo>
                    <a:pt x="35442" y="57015"/>
                  </a:lnTo>
                  <a:lnTo>
                    <a:pt x="17721" y="57015"/>
                  </a:lnTo>
                  <a:lnTo>
                    <a:pt x="0" y="57015"/>
                  </a:lnTo>
                  <a:close/>
                </a:path>
              </a:pathLst>
            </a:custGeom>
            <a:solidFill>
              <a:srgbClr val="EBD8C7">
                <a:alpha val="100000"/>
              </a:srgbClr>
            </a:solidFill>
            <a:ln w="4762" cap="rnd">
              <a:solidFill>
                <a:srgbClr val="EBD8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g3397"/>
            <p:cNvSpPr/>
            <p:nvPr/>
          </p:nvSpPr>
          <p:spPr>
            <a:xfrm>
              <a:off x="3047625" y="6716324"/>
              <a:ext cx="35442" cy="63441"/>
            </a:xfrm>
            <a:custGeom>
              <a:avLst/>
              <a:pathLst>
                <a:path w="35442" h="63441">
                  <a:moveTo>
                    <a:pt x="0" y="6426"/>
                  </a:moveTo>
                  <a:lnTo>
                    <a:pt x="17721" y="3299"/>
                  </a:lnTo>
                  <a:lnTo>
                    <a:pt x="35442" y="0"/>
                  </a:lnTo>
                  <a:lnTo>
                    <a:pt x="35442" y="63441"/>
                  </a:lnTo>
                  <a:lnTo>
                    <a:pt x="17721" y="63441"/>
                  </a:lnTo>
                  <a:lnTo>
                    <a:pt x="0" y="63441"/>
                  </a:lnTo>
                  <a:close/>
                </a:path>
              </a:pathLst>
            </a:custGeom>
            <a:solidFill>
              <a:srgbClr val="EBD7C6">
                <a:alpha val="100000"/>
              </a:srgbClr>
            </a:solidFill>
            <a:ln w="4762" cap="rnd">
              <a:solidFill>
                <a:srgbClr val="EBD7C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g3398"/>
            <p:cNvSpPr/>
            <p:nvPr/>
          </p:nvSpPr>
          <p:spPr>
            <a:xfrm>
              <a:off x="3083067" y="6712932"/>
              <a:ext cx="17721" cy="66834"/>
            </a:xfrm>
            <a:custGeom>
              <a:avLst/>
              <a:pathLst>
                <a:path w="17721" h="66834">
                  <a:moveTo>
                    <a:pt x="0" y="3392"/>
                  </a:moveTo>
                  <a:lnTo>
                    <a:pt x="17721" y="0"/>
                  </a:lnTo>
                  <a:lnTo>
                    <a:pt x="17721" y="66834"/>
                  </a:lnTo>
                  <a:lnTo>
                    <a:pt x="0" y="66834"/>
                  </a:lnTo>
                  <a:close/>
                </a:path>
              </a:pathLst>
            </a:custGeom>
            <a:solidFill>
              <a:srgbClr val="EBD7C5">
                <a:alpha val="100000"/>
              </a:srgbClr>
            </a:solidFill>
            <a:ln w="4762" cap="rnd">
              <a:solidFill>
                <a:srgbClr val="EBD7C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g3399"/>
            <p:cNvSpPr/>
            <p:nvPr/>
          </p:nvSpPr>
          <p:spPr>
            <a:xfrm>
              <a:off x="3100789" y="6709443"/>
              <a:ext cx="17721" cy="70323"/>
            </a:xfrm>
            <a:custGeom>
              <a:avLst/>
              <a:pathLst>
                <a:path w="17721" h="70323">
                  <a:moveTo>
                    <a:pt x="0" y="3489"/>
                  </a:moveTo>
                  <a:lnTo>
                    <a:pt x="17721" y="0"/>
                  </a:lnTo>
                  <a:lnTo>
                    <a:pt x="17721" y="70323"/>
                  </a:lnTo>
                  <a:lnTo>
                    <a:pt x="0" y="70323"/>
                  </a:lnTo>
                  <a:close/>
                </a:path>
              </a:pathLst>
            </a:custGeom>
            <a:solidFill>
              <a:srgbClr val="EAD6C5">
                <a:alpha val="100000"/>
              </a:srgbClr>
            </a:solidFill>
            <a:ln w="4762" cap="rnd">
              <a:solidFill>
                <a:srgbClr val="EAD6C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g3400"/>
            <p:cNvSpPr/>
            <p:nvPr/>
          </p:nvSpPr>
          <p:spPr>
            <a:xfrm>
              <a:off x="3118510" y="6705773"/>
              <a:ext cx="17721" cy="73993"/>
            </a:xfrm>
            <a:custGeom>
              <a:avLst/>
              <a:pathLst>
                <a:path w="17721" h="73993">
                  <a:moveTo>
                    <a:pt x="0" y="3669"/>
                  </a:moveTo>
                  <a:lnTo>
                    <a:pt x="17721" y="0"/>
                  </a:lnTo>
                  <a:lnTo>
                    <a:pt x="17721" y="73993"/>
                  </a:lnTo>
                  <a:lnTo>
                    <a:pt x="0" y="73993"/>
                  </a:lnTo>
                  <a:close/>
                </a:path>
              </a:pathLst>
            </a:custGeom>
            <a:solidFill>
              <a:srgbClr val="EAD6C4">
                <a:alpha val="100000"/>
              </a:srgbClr>
            </a:solidFill>
            <a:ln w="4762" cap="rnd">
              <a:solidFill>
                <a:srgbClr val="EAD6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g3401"/>
            <p:cNvSpPr/>
            <p:nvPr/>
          </p:nvSpPr>
          <p:spPr>
            <a:xfrm>
              <a:off x="3136231" y="6698148"/>
              <a:ext cx="35442" cy="81617"/>
            </a:xfrm>
            <a:custGeom>
              <a:avLst/>
              <a:pathLst>
                <a:path w="35442" h="81617">
                  <a:moveTo>
                    <a:pt x="0" y="7624"/>
                  </a:moveTo>
                  <a:lnTo>
                    <a:pt x="17721" y="3859"/>
                  </a:lnTo>
                  <a:lnTo>
                    <a:pt x="35442" y="0"/>
                  </a:lnTo>
                  <a:lnTo>
                    <a:pt x="35442" y="81617"/>
                  </a:lnTo>
                  <a:lnTo>
                    <a:pt x="17721" y="81617"/>
                  </a:lnTo>
                  <a:lnTo>
                    <a:pt x="0" y="81617"/>
                  </a:lnTo>
                  <a:close/>
                </a:path>
              </a:pathLst>
            </a:custGeom>
            <a:solidFill>
              <a:srgbClr val="EAD5C4">
                <a:alpha val="100000"/>
              </a:srgbClr>
            </a:solidFill>
            <a:ln w="4762" cap="rnd">
              <a:solidFill>
                <a:srgbClr val="EAD5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3" name="pg3402"/>
            <p:cNvSpPr/>
            <p:nvPr/>
          </p:nvSpPr>
          <p:spPr>
            <a:xfrm>
              <a:off x="3171674" y="6694101"/>
              <a:ext cx="17721" cy="85664"/>
            </a:xfrm>
            <a:custGeom>
              <a:avLst/>
              <a:pathLst>
                <a:path w="17721" h="85664">
                  <a:moveTo>
                    <a:pt x="0" y="4046"/>
                  </a:moveTo>
                  <a:lnTo>
                    <a:pt x="17721" y="0"/>
                  </a:lnTo>
                  <a:lnTo>
                    <a:pt x="17721" y="85664"/>
                  </a:lnTo>
                  <a:lnTo>
                    <a:pt x="0" y="85664"/>
                  </a:lnTo>
                  <a:close/>
                </a:path>
              </a:pathLst>
            </a:custGeom>
            <a:solidFill>
              <a:srgbClr val="EAD5C3">
                <a:alpha val="100000"/>
              </a:srgbClr>
            </a:solidFill>
            <a:ln w="4762" cap="rnd">
              <a:solidFill>
                <a:srgbClr val="EAD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4" name="pg3403"/>
            <p:cNvSpPr/>
            <p:nvPr/>
          </p:nvSpPr>
          <p:spPr>
            <a:xfrm>
              <a:off x="3189396" y="6689959"/>
              <a:ext cx="17721" cy="89807"/>
            </a:xfrm>
            <a:custGeom>
              <a:avLst/>
              <a:pathLst>
                <a:path w="17721" h="89807">
                  <a:moveTo>
                    <a:pt x="0" y="4142"/>
                  </a:moveTo>
                  <a:lnTo>
                    <a:pt x="17721" y="0"/>
                  </a:lnTo>
                  <a:lnTo>
                    <a:pt x="17721" y="89807"/>
                  </a:lnTo>
                  <a:lnTo>
                    <a:pt x="0" y="89807"/>
                  </a:lnTo>
                  <a:close/>
                </a:path>
              </a:pathLst>
            </a:custGeom>
            <a:solidFill>
              <a:srgbClr val="EAD4C3">
                <a:alpha val="100000"/>
              </a:srgbClr>
            </a:solidFill>
            <a:ln w="4762" cap="rnd">
              <a:solidFill>
                <a:srgbClr val="EAD4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pg3404"/>
            <p:cNvSpPr/>
            <p:nvPr/>
          </p:nvSpPr>
          <p:spPr>
            <a:xfrm>
              <a:off x="3207117" y="6685720"/>
              <a:ext cx="17721" cy="94046"/>
            </a:xfrm>
            <a:custGeom>
              <a:avLst/>
              <a:pathLst>
                <a:path w="17721" h="94046">
                  <a:moveTo>
                    <a:pt x="0" y="4238"/>
                  </a:moveTo>
                  <a:lnTo>
                    <a:pt x="17721" y="0"/>
                  </a:lnTo>
                  <a:lnTo>
                    <a:pt x="17721" y="94046"/>
                  </a:lnTo>
                  <a:lnTo>
                    <a:pt x="0" y="94046"/>
                  </a:lnTo>
                  <a:close/>
                </a:path>
              </a:pathLst>
            </a:custGeom>
            <a:solidFill>
              <a:srgbClr val="E9D4C2">
                <a:alpha val="100000"/>
              </a:srgbClr>
            </a:solidFill>
            <a:ln w="4762" cap="rnd">
              <a:solidFill>
                <a:srgbClr val="E9D4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6" name="pg3405"/>
            <p:cNvSpPr/>
            <p:nvPr/>
          </p:nvSpPr>
          <p:spPr>
            <a:xfrm>
              <a:off x="3224838" y="6681298"/>
              <a:ext cx="17721" cy="98468"/>
            </a:xfrm>
            <a:custGeom>
              <a:avLst/>
              <a:pathLst>
                <a:path w="17721" h="98468">
                  <a:moveTo>
                    <a:pt x="0" y="4422"/>
                  </a:moveTo>
                  <a:lnTo>
                    <a:pt x="17721" y="0"/>
                  </a:lnTo>
                  <a:lnTo>
                    <a:pt x="17721" y="98468"/>
                  </a:lnTo>
                  <a:lnTo>
                    <a:pt x="0" y="98468"/>
                  </a:lnTo>
                  <a:close/>
                </a:path>
              </a:pathLst>
            </a:custGeom>
            <a:solidFill>
              <a:srgbClr val="E9D3C2">
                <a:alpha val="100000"/>
              </a:srgbClr>
            </a:solidFill>
            <a:ln w="4762" cap="rnd">
              <a:solidFill>
                <a:srgbClr val="E9D3C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7" name="pg3406"/>
            <p:cNvSpPr/>
            <p:nvPr/>
          </p:nvSpPr>
          <p:spPr>
            <a:xfrm>
              <a:off x="3242560" y="6676776"/>
              <a:ext cx="17721" cy="102989"/>
            </a:xfrm>
            <a:custGeom>
              <a:avLst/>
              <a:pathLst>
                <a:path w="17721" h="102989">
                  <a:moveTo>
                    <a:pt x="0" y="4521"/>
                  </a:moveTo>
                  <a:lnTo>
                    <a:pt x="17721" y="0"/>
                  </a:lnTo>
                  <a:lnTo>
                    <a:pt x="17721" y="102989"/>
                  </a:lnTo>
                  <a:lnTo>
                    <a:pt x="0" y="102989"/>
                  </a:lnTo>
                  <a:close/>
                </a:path>
              </a:pathLst>
            </a:custGeom>
            <a:solidFill>
              <a:srgbClr val="E9D3C1">
                <a:alpha val="100000"/>
              </a:srgbClr>
            </a:solidFill>
            <a:ln w="4762" cap="rnd">
              <a:solidFill>
                <a:srgbClr val="E9D3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8" name="pg3407"/>
            <p:cNvSpPr/>
            <p:nvPr/>
          </p:nvSpPr>
          <p:spPr>
            <a:xfrm>
              <a:off x="3260281" y="6667366"/>
              <a:ext cx="35442" cy="112400"/>
            </a:xfrm>
            <a:custGeom>
              <a:avLst/>
              <a:pathLst>
                <a:path w="35442" h="112400">
                  <a:moveTo>
                    <a:pt x="0" y="9410"/>
                  </a:moveTo>
                  <a:lnTo>
                    <a:pt x="17721" y="4793"/>
                  </a:lnTo>
                  <a:lnTo>
                    <a:pt x="35442" y="0"/>
                  </a:lnTo>
                  <a:lnTo>
                    <a:pt x="35442" y="112400"/>
                  </a:lnTo>
                  <a:lnTo>
                    <a:pt x="17721" y="112400"/>
                  </a:lnTo>
                  <a:lnTo>
                    <a:pt x="0" y="112400"/>
                  </a:lnTo>
                  <a:close/>
                </a:path>
              </a:pathLst>
            </a:custGeom>
            <a:solidFill>
              <a:srgbClr val="E9D2C1">
                <a:alpha val="100000"/>
              </a:srgbClr>
            </a:solidFill>
            <a:ln w="4762" cap="rnd">
              <a:solidFill>
                <a:srgbClr val="E9D2C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9" name="pg3408"/>
            <p:cNvSpPr/>
            <p:nvPr/>
          </p:nvSpPr>
          <p:spPr>
            <a:xfrm>
              <a:off x="3295724" y="6662470"/>
              <a:ext cx="17721" cy="117296"/>
            </a:xfrm>
            <a:custGeom>
              <a:avLst/>
              <a:pathLst>
                <a:path w="17721" h="117296">
                  <a:moveTo>
                    <a:pt x="0" y="4895"/>
                  </a:moveTo>
                  <a:lnTo>
                    <a:pt x="17721" y="0"/>
                  </a:lnTo>
                  <a:lnTo>
                    <a:pt x="17721" y="117296"/>
                  </a:lnTo>
                  <a:lnTo>
                    <a:pt x="0" y="117296"/>
                  </a:lnTo>
                  <a:close/>
                </a:path>
              </a:pathLst>
            </a:custGeom>
            <a:solidFill>
              <a:srgbClr val="E8D2C0">
                <a:alpha val="100000"/>
              </a:srgbClr>
            </a:solidFill>
            <a:ln w="4762" cap="rnd">
              <a:solidFill>
                <a:srgbClr val="E8D2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g3409"/>
            <p:cNvSpPr/>
            <p:nvPr/>
          </p:nvSpPr>
          <p:spPr>
            <a:xfrm>
              <a:off x="3313445" y="6657481"/>
              <a:ext cx="17721" cy="122285"/>
            </a:xfrm>
            <a:custGeom>
              <a:avLst/>
              <a:pathLst>
                <a:path w="17721" h="122285">
                  <a:moveTo>
                    <a:pt x="0" y="4989"/>
                  </a:moveTo>
                  <a:lnTo>
                    <a:pt x="17721" y="0"/>
                  </a:lnTo>
                  <a:lnTo>
                    <a:pt x="17721" y="122285"/>
                  </a:lnTo>
                  <a:lnTo>
                    <a:pt x="0" y="122285"/>
                  </a:lnTo>
                  <a:close/>
                </a:path>
              </a:pathLst>
            </a:custGeom>
            <a:solidFill>
              <a:srgbClr val="E8D1C0">
                <a:alpha val="100000"/>
              </a:srgbClr>
            </a:solidFill>
            <a:ln w="4762" cap="rnd">
              <a:solidFill>
                <a:srgbClr val="E8D1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g3410"/>
            <p:cNvSpPr/>
            <p:nvPr/>
          </p:nvSpPr>
          <p:spPr>
            <a:xfrm>
              <a:off x="3331167" y="6652322"/>
              <a:ext cx="17721" cy="127443"/>
            </a:xfrm>
            <a:custGeom>
              <a:avLst/>
              <a:pathLst>
                <a:path w="17721" h="127443">
                  <a:moveTo>
                    <a:pt x="0" y="5158"/>
                  </a:moveTo>
                  <a:lnTo>
                    <a:pt x="17721" y="0"/>
                  </a:lnTo>
                  <a:lnTo>
                    <a:pt x="17721" y="127443"/>
                  </a:lnTo>
                  <a:lnTo>
                    <a:pt x="0" y="127443"/>
                  </a:lnTo>
                  <a:close/>
                </a:path>
              </a:pathLst>
            </a:custGeom>
            <a:solidFill>
              <a:srgbClr val="E8D1BF">
                <a:alpha val="100000"/>
              </a:srgbClr>
            </a:solidFill>
            <a:ln w="4762" cap="rnd">
              <a:solidFill>
                <a:srgbClr val="E8D1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g3411"/>
            <p:cNvSpPr/>
            <p:nvPr/>
          </p:nvSpPr>
          <p:spPr>
            <a:xfrm>
              <a:off x="3348888" y="6647062"/>
              <a:ext cx="17721" cy="132704"/>
            </a:xfrm>
            <a:custGeom>
              <a:avLst/>
              <a:pathLst>
                <a:path w="17721" h="132704">
                  <a:moveTo>
                    <a:pt x="0" y="5260"/>
                  </a:moveTo>
                  <a:lnTo>
                    <a:pt x="17721" y="0"/>
                  </a:lnTo>
                  <a:lnTo>
                    <a:pt x="17721" y="132704"/>
                  </a:lnTo>
                  <a:lnTo>
                    <a:pt x="0" y="132704"/>
                  </a:lnTo>
                  <a:close/>
                </a:path>
              </a:pathLst>
            </a:custGeom>
            <a:solidFill>
              <a:srgbClr val="E8D0BF">
                <a:alpha val="100000"/>
              </a:srgbClr>
            </a:solidFill>
            <a:ln w="4762" cap="rnd">
              <a:solidFill>
                <a:srgbClr val="E8D0B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g3412"/>
            <p:cNvSpPr/>
            <p:nvPr/>
          </p:nvSpPr>
          <p:spPr>
            <a:xfrm>
              <a:off x="3366609" y="6636200"/>
              <a:ext cx="35442" cy="143565"/>
            </a:xfrm>
            <a:custGeom>
              <a:avLst/>
              <a:pathLst>
                <a:path w="35442" h="143565">
                  <a:moveTo>
                    <a:pt x="0" y="10861"/>
                  </a:moveTo>
                  <a:lnTo>
                    <a:pt x="17721" y="5510"/>
                  </a:lnTo>
                  <a:lnTo>
                    <a:pt x="35442" y="0"/>
                  </a:lnTo>
                  <a:lnTo>
                    <a:pt x="35442" y="143565"/>
                  </a:lnTo>
                  <a:lnTo>
                    <a:pt x="17721" y="143565"/>
                  </a:lnTo>
                  <a:lnTo>
                    <a:pt x="0" y="143565"/>
                  </a:lnTo>
                  <a:close/>
                </a:path>
              </a:pathLst>
            </a:custGeom>
            <a:solidFill>
              <a:srgbClr val="E8D0BE">
                <a:alpha val="100000"/>
              </a:srgbClr>
            </a:solidFill>
            <a:ln w="4762" cap="rnd">
              <a:solidFill>
                <a:srgbClr val="E8D0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g3413"/>
            <p:cNvSpPr/>
            <p:nvPr/>
          </p:nvSpPr>
          <p:spPr>
            <a:xfrm>
              <a:off x="3402052" y="6630588"/>
              <a:ext cx="17721" cy="149177"/>
            </a:xfrm>
            <a:custGeom>
              <a:avLst/>
              <a:pathLst>
                <a:path w="17721" h="149177">
                  <a:moveTo>
                    <a:pt x="0" y="5612"/>
                  </a:moveTo>
                  <a:lnTo>
                    <a:pt x="17721" y="0"/>
                  </a:lnTo>
                  <a:lnTo>
                    <a:pt x="17721" y="149177"/>
                  </a:lnTo>
                  <a:lnTo>
                    <a:pt x="0" y="149177"/>
                  </a:lnTo>
                  <a:close/>
                </a:path>
              </a:pathLst>
            </a:custGeom>
            <a:solidFill>
              <a:srgbClr val="E7CFBE">
                <a:alpha val="100000"/>
              </a:srgbClr>
            </a:solidFill>
            <a:ln w="4762" cap="rnd">
              <a:solidFill>
                <a:srgbClr val="E7CF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g3414"/>
            <p:cNvSpPr/>
            <p:nvPr/>
          </p:nvSpPr>
          <p:spPr>
            <a:xfrm>
              <a:off x="3419773" y="6624890"/>
              <a:ext cx="17721" cy="154876"/>
            </a:xfrm>
            <a:custGeom>
              <a:avLst/>
              <a:pathLst>
                <a:path w="17721" h="154876">
                  <a:moveTo>
                    <a:pt x="0" y="5698"/>
                  </a:moveTo>
                  <a:lnTo>
                    <a:pt x="17721" y="0"/>
                  </a:lnTo>
                  <a:lnTo>
                    <a:pt x="17721" y="154876"/>
                  </a:lnTo>
                  <a:lnTo>
                    <a:pt x="0" y="154876"/>
                  </a:lnTo>
                  <a:close/>
                </a:path>
              </a:pathLst>
            </a:custGeom>
            <a:solidFill>
              <a:srgbClr val="E7CFBD">
                <a:alpha val="100000"/>
              </a:srgbClr>
            </a:solidFill>
            <a:ln w="4762" cap="rnd">
              <a:solidFill>
                <a:srgbClr val="E7CF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g3415"/>
            <p:cNvSpPr/>
            <p:nvPr/>
          </p:nvSpPr>
          <p:spPr>
            <a:xfrm>
              <a:off x="3437495" y="6619044"/>
              <a:ext cx="17721" cy="160722"/>
            </a:xfrm>
            <a:custGeom>
              <a:avLst/>
              <a:pathLst>
                <a:path w="17721" h="160722">
                  <a:moveTo>
                    <a:pt x="0" y="5845"/>
                  </a:moveTo>
                  <a:lnTo>
                    <a:pt x="17721" y="0"/>
                  </a:lnTo>
                  <a:lnTo>
                    <a:pt x="17721" y="160722"/>
                  </a:lnTo>
                  <a:lnTo>
                    <a:pt x="0" y="160722"/>
                  </a:lnTo>
                  <a:close/>
                </a:path>
              </a:pathLst>
            </a:custGeom>
            <a:solidFill>
              <a:srgbClr val="E7CEBD">
                <a:alpha val="100000"/>
              </a:srgbClr>
            </a:solidFill>
            <a:ln w="4762" cap="rnd">
              <a:solidFill>
                <a:srgbClr val="E7CE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g3416"/>
            <p:cNvSpPr/>
            <p:nvPr/>
          </p:nvSpPr>
          <p:spPr>
            <a:xfrm>
              <a:off x="3455216" y="6607071"/>
              <a:ext cx="35442" cy="172695"/>
            </a:xfrm>
            <a:custGeom>
              <a:avLst/>
              <a:pathLst>
                <a:path w="35442" h="172695">
                  <a:moveTo>
                    <a:pt x="0" y="11972"/>
                  </a:moveTo>
                  <a:lnTo>
                    <a:pt x="17721" y="6027"/>
                  </a:lnTo>
                  <a:lnTo>
                    <a:pt x="35442" y="0"/>
                  </a:lnTo>
                  <a:lnTo>
                    <a:pt x="35442" y="172695"/>
                  </a:lnTo>
                  <a:lnTo>
                    <a:pt x="17721" y="172695"/>
                  </a:lnTo>
                  <a:lnTo>
                    <a:pt x="0" y="172695"/>
                  </a:lnTo>
                  <a:close/>
                </a:path>
              </a:pathLst>
            </a:custGeom>
            <a:solidFill>
              <a:srgbClr val="E7CEBC">
                <a:alpha val="100000"/>
              </a:srgbClr>
            </a:solidFill>
            <a:ln w="4762" cap="rnd">
              <a:solidFill>
                <a:srgbClr val="E7CEB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g3417"/>
            <p:cNvSpPr/>
            <p:nvPr/>
          </p:nvSpPr>
          <p:spPr>
            <a:xfrm>
              <a:off x="3490659" y="6594651"/>
              <a:ext cx="35442" cy="185115"/>
            </a:xfrm>
            <a:custGeom>
              <a:avLst/>
              <a:pathLst>
                <a:path w="35442" h="185115">
                  <a:moveTo>
                    <a:pt x="0" y="12420"/>
                  </a:moveTo>
                  <a:lnTo>
                    <a:pt x="17721" y="6258"/>
                  </a:lnTo>
                  <a:lnTo>
                    <a:pt x="35442" y="0"/>
                  </a:lnTo>
                  <a:lnTo>
                    <a:pt x="35442" y="185115"/>
                  </a:lnTo>
                  <a:lnTo>
                    <a:pt x="17721" y="185115"/>
                  </a:lnTo>
                  <a:lnTo>
                    <a:pt x="0" y="185115"/>
                  </a:lnTo>
                  <a:close/>
                </a:path>
              </a:pathLst>
            </a:custGeom>
            <a:solidFill>
              <a:srgbClr val="E6CDBB">
                <a:alpha val="100000"/>
              </a:srgbClr>
            </a:solidFill>
            <a:ln w="4762" cap="rnd">
              <a:solidFill>
                <a:srgbClr val="E6CD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g3418"/>
            <p:cNvSpPr/>
            <p:nvPr/>
          </p:nvSpPr>
          <p:spPr>
            <a:xfrm>
              <a:off x="3526102" y="6588317"/>
              <a:ext cx="17721" cy="191449"/>
            </a:xfrm>
            <a:custGeom>
              <a:avLst/>
              <a:pathLst>
                <a:path w="17721" h="191449">
                  <a:moveTo>
                    <a:pt x="0" y="6333"/>
                  </a:moveTo>
                  <a:lnTo>
                    <a:pt x="17721" y="0"/>
                  </a:lnTo>
                  <a:lnTo>
                    <a:pt x="17721" y="191449"/>
                  </a:lnTo>
                  <a:lnTo>
                    <a:pt x="0" y="191449"/>
                  </a:lnTo>
                  <a:close/>
                </a:path>
              </a:pathLst>
            </a:custGeom>
            <a:solidFill>
              <a:srgbClr val="E6CCBB">
                <a:alpha val="100000"/>
              </a:srgbClr>
            </a:solidFill>
            <a:ln w="4762" cap="rnd">
              <a:solidFill>
                <a:srgbClr val="E6CC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g3419"/>
            <p:cNvSpPr/>
            <p:nvPr/>
          </p:nvSpPr>
          <p:spPr>
            <a:xfrm>
              <a:off x="3543823" y="6575315"/>
              <a:ext cx="35442" cy="204450"/>
            </a:xfrm>
            <a:custGeom>
              <a:avLst/>
              <a:pathLst>
                <a:path w="35442" h="204450">
                  <a:moveTo>
                    <a:pt x="0" y="13001"/>
                  </a:moveTo>
                  <a:lnTo>
                    <a:pt x="17721" y="6546"/>
                  </a:lnTo>
                  <a:lnTo>
                    <a:pt x="35442" y="0"/>
                  </a:lnTo>
                  <a:lnTo>
                    <a:pt x="35442" y="204450"/>
                  </a:lnTo>
                  <a:lnTo>
                    <a:pt x="17721" y="204450"/>
                  </a:lnTo>
                  <a:lnTo>
                    <a:pt x="0" y="204450"/>
                  </a:lnTo>
                  <a:close/>
                </a:path>
              </a:pathLst>
            </a:custGeom>
            <a:solidFill>
              <a:srgbClr val="E6CCBA">
                <a:alpha val="100000"/>
              </a:srgbClr>
            </a:solidFill>
            <a:ln w="4762" cap="rnd">
              <a:solidFill>
                <a:srgbClr val="E6CCB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g3420"/>
            <p:cNvSpPr/>
            <p:nvPr/>
          </p:nvSpPr>
          <p:spPr>
            <a:xfrm>
              <a:off x="3579266" y="6568700"/>
              <a:ext cx="17721" cy="211065"/>
            </a:xfrm>
            <a:custGeom>
              <a:avLst/>
              <a:pathLst>
                <a:path w="17721" h="211065">
                  <a:moveTo>
                    <a:pt x="0" y="6615"/>
                  </a:moveTo>
                  <a:lnTo>
                    <a:pt x="17721" y="0"/>
                  </a:lnTo>
                  <a:lnTo>
                    <a:pt x="17721" y="211065"/>
                  </a:lnTo>
                  <a:lnTo>
                    <a:pt x="0" y="211065"/>
                  </a:lnTo>
                  <a:close/>
                </a:path>
              </a:pathLst>
            </a:custGeom>
            <a:solidFill>
              <a:srgbClr val="E6CBB9">
                <a:alpha val="100000"/>
              </a:srgbClr>
            </a:solidFill>
            <a:ln w="4762" cap="rnd">
              <a:solidFill>
                <a:srgbClr val="E6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g3421"/>
            <p:cNvSpPr/>
            <p:nvPr/>
          </p:nvSpPr>
          <p:spPr>
            <a:xfrm>
              <a:off x="3596987" y="6561978"/>
              <a:ext cx="17721" cy="217788"/>
            </a:xfrm>
            <a:custGeom>
              <a:avLst/>
              <a:pathLst>
                <a:path w="17721" h="217788">
                  <a:moveTo>
                    <a:pt x="0" y="6722"/>
                  </a:moveTo>
                  <a:lnTo>
                    <a:pt x="17721" y="0"/>
                  </a:lnTo>
                  <a:lnTo>
                    <a:pt x="17721" y="217788"/>
                  </a:lnTo>
                  <a:lnTo>
                    <a:pt x="0" y="217788"/>
                  </a:lnTo>
                  <a:close/>
                </a:path>
              </a:pathLst>
            </a:custGeom>
            <a:solidFill>
              <a:srgbClr val="E5CBB9">
                <a:alpha val="100000"/>
              </a:srgbClr>
            </a:solidFill>
            <a:ln w="4762" cap="rnd">
              <a:solidFill>
                <a:srgbClr val="E5CB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g3422"/>
            <p:cNvSpPr/>
            <p:nvPr/>
          </p:nvSpPr>
          <p:spPr>
            <a:xfrm>
              <a:off x="3614708" y="6541340"/>
              <a:ext cx="53164" cy="238426"/>
            </a:xfrm>
            <a:custGeom>
              <a:avLst/>
              <a:pathLst>
                <a:path w="53164" h="238426">
                  <a:moveTo>
                    <a:pt x="0" y="20638"/>
                  </a:moveTo>
                  <a:lnTo>
                    <a:pt x="17721" y="13830"/>
                  </a:lnTo>
                  <a:lnTo>
                    <a:pt x="35442" y="6961"/>
                  </a:lnTo>
                  <a:lnTo>
                    <a:pt x="53164" y="0"/>
                  </a:lnTo>
                  <a:lnTo>
                    <a:pt x="53164" y="238426"/>
                  </a:lnTo>
                  <a:lnTo>
                    <a:pt x="35442" y="238426"/>
                  </a:lnTo>
                  <a:lnTo>
                    <a:pt x="17721" y="238426"/>
                  </a:lnTo>
                  <a:lnTo>
                    <a:pt x="0" y="238426"/>
                  </a:lnTo>
                  <a:close/>
                </a:path>
              </a:pathLst>
            </a:custGeom>
            <a:solidFill>
              <a:srgbClr val="E5CAB8">
                <a:alpha val="100000"/>
              </a:srgbClr>
            </a:solidFill>
            <a:ln w="4762" cap="rnd">
              <a:solidFill>
                <a:srgbClr val="E5CA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g3423"/>
            <p:cNvSpPr/>
            <p:nvPr/>
          </p:nvSpPr>
          <p:spPr>
            <a:xfrm>
              <a:off x="3667873" y="6534301"/>
              <a:ext cx="17721" cy="245465"/>
            </a:xfrm>
            <a:custGeom>
              <a:avLst/>
              <a:pathLst>
                <a:path w="17721" h="245465">
                  <a:moveTo>
                    <a:pt x="0" y="7038"/>
                  </a:moveTo>
                  <a:lnTo>
                    <a:pt x="17721" y="0"/>
                  </a:lnTo>
                  <a:lnTo>
                    <a:pt x="17721" y="245465"/>
                  </a:lnTo>
                  <a:lnTo>
                    <a:pt x="0" y="245465"/>
                  </a:lnTo>
                  <a:close/>
                </a:path>
              </a:pathLst>
            </a:custGeom>
            <a:solidFill>
              <a:srgbClr val="E5C9B7">
                <a:alpha val="100000"/>
              </a:srgbClr>
            </a:solidFill>
            <a:ln w="4762" cap="rnd">
              <a:solidFill>
                <a:srgbClr val="E5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g3424"/>
            <p:cNvSpPr/>
            <p:nvPr/>
          </p:nvSpPr>
          <p:spPr>
            <a:xfrm>
              <a:off x="3685594" y="6527209"/>
              <a:ext cx="17721" cy="252557"/>
            </a:xfrm>
            <a:custGeom>
              <a:avLst/>
              <a:pathLst>
                <a:path w="17721" h="252557">
                  <a:moveTo>
                    <a:pt x="0" y="7092"/>
                  </a:moveTo>
                  <a:lnTo>
                    <a:pt x="17721" y="0"/>
                  </a:lnTo>
                  <a:lnTo>
                    <a:pt x="17721" y="252557"/>
                  </a:lnTo>
                  <a:lnTo>
                    <a:pt x="0" y="252557"/>
                  </a:lnTo>
                  <a:close/>
                </a:path>
              </a:pathLst>
            </a:custGeom>
            <a:solidFill>
              <a:srgbClr val="E4C9B7">
                <a:alpha val="100000"/>
              </a:srgbClr>
            </a:solidFill>
            <a:ln w="4762" cap="rnd">
              <a:solidFill>
                <a:srgbClr val="E4C9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g3425"/>
            <p:cNvSpPr/>
            <p:nvPr/>
          </p:nvSpPr>
          <p:spPr>
            <a:xfrm>
              <a:off x="3703315" y="6512801"/>
              <a:ext cx="35442" cy="266964"/>
            </a:xfrm>
            <a:custGeom>
              <a:avLst/>
              <a:pathLst>
                <a:path w="35442" h="266964">
                  <a:moveTo>
                    <a:pt x="0" y="14407"/>
                  </a:moveTo>
                  <a:lnTo>
                    <a:pt x="17721" y="7237"/>
                  </a:lnTo>
                  <a:lnTo>
                    <a:pt x="35442" y="0"/>
                  </a:lnTo>
                  <a:lnTo>
                    <a:pt x="35442" y="266964"/>
                  </a:lnTo>
                  <a:lnTo>
                    <a:pt x="17721" y="266964"/>
                  </a:lnTo>
                  <a:lnTo>
                    <a:pt x="0" y="266964"/>
                  </a:lnTo>
                  <a:close/>
                </a:path>
              </a:pathLst>
            </a:custGeom>
            <a:solidFill>
              <a:srgbClr val="E4C8B6">
                <a:alpha val="100000"/>
              </a:srgbClr>
            </a:solidFill>
            <a:ln w="4762" cap="rnd">
              <a:solidFill>
                <a:srgbClr val="E4C8B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g3426"/>
            <p:cNvSpPr/>
            <p:nvPr/>
          </p:nvSpPr>
          <p:spPr>
            <a:xfrm>
              <a:off x="3738758" y="6505519"/>
              <a:ext cx="17721" cy="274246"/>
            </a:xfrm>
            <a:custGeom>
              <a:avLst/>
              <a:pathLst>
                <a:path w="17721" h="274246">
                  <a:moveTo>
                    <a:pt x="0" y="7282"/>
                  </a:moveTo>
                  <a:lnTo>
                    <a:pt x="17721" y="0"/>
                  </a:lnTo>
                  <a:lnTo>
                    <a:pt x="17721" y="274246"/>
                  </a:lnTo>
                  <a:lnTo>
                    <a:pt x="0" y="274246"/>
                  </a:lnTo>
                  <a:close/>
                </a:path>
              </a:pathLst>
            </a:custGeom>
            <a:solidFill>
              <a:srgbClr val="E4C8B5">
                <a:alpha val="100000"/>
              </a:srgbClr>
            </a:solidFill>
            <a:ln w="4762" cap="rnd">
              <a:solidFill>
                <a:srgbClr val="E4C8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g3427"/>
            <p:cNvSpPr/>
            <p:nvPr/>
          </p:nvSpPr>
          <p:spPr>
            <a:xfrm>
              <a:off x="3756479" y="6498174"/>
              <a:ext cx="17721" cy="281591"/>
            </a:xfrm>
            <a:custGeom>
              <a:avLst/>
              <a:pathLst>
                <a:path w="17721" h="281591">
                  <a:moveTo>
                    <a:pt x="0" y="7344"/>
                  </a:moveTo>
                  <a:lnTo>
                    <a:pt x="17721" y="0"/>
                  </a:lnTo>
                  <a:lnTo>
                    <a:pt x="17721" y="281591"/>
                  </a:lnTo>
                  <a:lnTo>
                    <a:pt x="0" y="281591"/>
                  </a:lnTo>
                  <a:close/>
                </a:path>
              </a:pathLst>
            </a:custGeom>
            <a:solidFill>
              <a:srgbClr val="E4C7B5">
                <a:alpha val="100000"/>
              </a:srgbClr>
            </a:solidFill>
            <a:ln w="4762" cap="rnd">
              <a:solidFill>
                <a:srgbClr val="E4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g3428"/>
            <p:cNvSpPr/>
            <p:nvPr/>
          </p:nvSpPr>
          <p:spPr>
            <a:xfrm>
              <a:off x="3774201" y="6490774"/>
              <a:ext cx="17721" cy="288991"/>
            </a:xfrm>
            <a:custGeom>
              <a:avLst/>
              <a:pathLst>
                <a:path w="17721" h="288991">
                  <a:moveTo>
                    <a:pt x="0" y="7400"/>
                  </a:moveTo>
                  <a:lnTo>
                    <a:pt x="17721" y="0"/>
                  </a:lnTo>
                  <a:lnTo>
                    <a:pt x="17721" y="288991"/>
                  </a:lnTo>
                  <a:lnTo>
                    <a:pt x="0" y="288991"/>
                  </a:lnTo>
                  <a:close/>
                </a:path>
              </a:pathLst>
            </a:custGeom>
            <a:solidFill>
              <a:srgbClr val="E3C7B5">
                <a:alpha val="100000"/>
              </a:srgbClr>
            </a:solidFill>
            <a:ln w="4762" cap="rnd">
              <a:solidFill>
                <a:srgbClr val="E3C7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pg3429"/>
            <p:cNvSpPr/>
            <p:nvPr/>
          </p:nvSpPr>
          <p:spPr>
            <a:xfrm>
              <a:off x="3791922" y="6475857"/>
              <a:ext cx="35442" cy="303909"/>
            </a:xfrm>
            <a:custGeom>
              <a:avLst/>
              <a:pathLst>
                <a:path w="35442" h="303909">
                  <a:moveTo>
                    <a:pt x="0" y="14917"/>
                  </a:moveTo>
                  <a:lnTo>
                    <a:pt x="17721" y="7482"/>
                  </a:lnTo>
                  <a:lnTo>
                    <a:pt x="35442" y="0"/>
                  </a:lnTo>
                  <a:lnTo>
                    <a:pt x="35442" y="303909"/>
                  </a:lnTo>
                  <a:lnTo>
                    <a:pt x="17721" y="303909"/>
                  </a:lnTo>
                  <a:lnTo>
                    <a:pt x="0" y="303909"/>
                  </a:lnTo>
                  <a:close/>
                </a:path>
              </a:pathLst>
            </a:custGeom>
            <a:solidFill>
              <a:srgbClr val="E3C6B4">
                <a:alpha val="100000"/>
              </a:srgbClr>
            </a:solidFill>
            <a:ln w="4762" cap="rnd">
              <a:solidFill>
                <a:srgbClr val="E3C6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1" name="pg3430"/>
            <p:cNvSpPr/>
            <p:nvPr/>
          </p:nvSpPr>
          <p:spPr>
            <a:xfrm>
              <a:off x="3827365" y="6468333"/>
              <a:ext cx="17721" cy="311432"/>
            </a:xfrm>
            <a:custGeom>
              <a:avLst/>
              <a:pathLst>
                <a:path w="17721" h="311432">
                  <a:moveTo>
                    <a:pt x="0" y="7523"/>
                  </a:moveTo>
                  <a:lnTo>
                    <a:pt x="17721" y="0"/>
                  </a:lnTo>
                  <a:lnTo>
                    <a:pt x="17721" y="311432"/>
                  </a:lnTo>
                  <a:lnTo>
                    <a:pt x="0" y="311432"/>
                  </a:lnTo>
                  <a:close/>
                </a:path>
              </a:pathLst>
            </a:custGeom>
            <a:solidFill>
              <a:srgbClr val="E3C6B3">
                <a:alpha val="100000"/>
              </a:srgbClr>
            </a:solidFill>
            <a:ln w="4762" cap="rnd">
              <a:solidFill>
                <a:srgbClr val="E3C6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2" name="pg3431"/>
            <p:cNvSpPr/>
            <p:nvPr/>
          </p:nvSpPr>
          <p:spPr>
            <a:xfrm>
              <a:off x="3845086" y="6460785"/>
              <a:ext cx="17721" cy="318980"/>
            </a:xfrm>
            <a:custGeom>
              <a:avLst/>
              <a:pathLst>
                <a:path w="17721" h="318980">
                  <a:moveTo>
                    <a:pt x="0" y="7547"/>
                  </a:moveTo>
                  <a:lnTo>
                    <a:pt x="17721" y="0"/>
                  </a:lnTo>
                  <a:lnTo>
                    <a:pt x="17721" y="318980"/>
                  </a:lnTo>
                  <a:lnTo>
                    <a:pt x="0" y="318980"/>
                  </a:lnTo>
                  <a:close/>
                </a:path>
              </a:pathLst>
            </a:custGeom>
            <a:solidFill>
              <a:srgbClr val="E3C5B3">
                <a:alpha val="100000"/>
              </a:srgbClr>
            </a:solidFill>
            <a:ln w="4762" cap="rnd">
              <a:solidFill>
                <a:srgbClr val="E3C5B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3" name="pg3432"/>
            <p:cNvSpPr/>
            <p:nvPr/>
          </p:nvSpPr>
          <p:spPr>
            <a:xfrm>
              <a:off x="3862808" y="6453208"/>
              <a:ext cx="17721" cy="326558"/>
            </a:xfrm>
            <a:custGeom>
              <a:avLst/>
              <a:pathLst>
                <a:path w="17721" h="326558">
                  <a:moveTo>
                    <a:pt x="0" y="7577"/>
                  </a:moveTo>
                  <a:lnTo>
                    <a:pt x="17721" y="0"/>
                  </a:lnTo>
                  <a:lnTo>
                    <a:pt x="17721" y="326558"/>
                  </a:lnTo>
                  <a:lnTo>
                    <a:pt x="0" y="326558"/>
                  </a:lnTo>
                  <a:close/>
                </a:path>
              </a:pathLst>
            </a:custGeom>
            <a:solidFill>
              <a:srgbClr val="E3C5B2">
                <a:alpha val="100000"/>
              </a:srgbClr>
            </a:solidFill>
            <a:ln w="4762" cap="rnd">
              <a:solidFill>
                <a:srgbClr val="E3C5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4" name="pg3433"/>
            <p:cNvSpPr/>
            <p:nvPr/>
          </p:nvSpPr>
          <p:spPr>
            <a:xfrm>
              <a:off x="3880529" y="6437992"/>
              <a:ext cx="35442" cy="341774"/>
            </a:xfrm>
            <a:custGeom>
              <a:avLst/>
              <a:pathLst>
                <a:path w="35442" h="341774">
                  <a:moveTo>
                    <a:pt x="0" y="15215"/>
                  </a:moveTo>
                  <a:lnTo>
                    <a:pt x="17721" y="7613"/>
                  </a:lnTo>
                  <a:lnTo>
                    <a:pt x="35442" y="0"/>
                  </a:lnTo>
                  <a:lnTo>
                    <a:pt x="35442" y="341774"/>
                  </a:lnTo>
                  <a:lnTo>
                    <a:pt x="17721" y="341774"/>
                  </a:lnTo>
                  <a:lnTo>
                    <a:pt x="0" y="341774"/>
                  </a:lnTo>
                  <a:close/>
                </a:path>
              </a:pathLst>
            </a:custGeom>
            <a:solidFill>
              <a:srgbClr val="E2C4B2">
                <a:alpha val="100000"/>
              </a:srgbClr>
            </a:solidFill>
            <a:ln w="4762" cap="rnd">
              <a:solidFill>
                <a:srgbClr val="E2C4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5" name="pg3434"/>
            <p:cNvSpPr/>
            <p:nvPr/>
          </p:nvSpPr>
          <p:spPr>
            <a:xfrm>
              <a:off x="3915972" y="6430366"/>
              <a:ext cx="17721" cy="349400"/>
            </a:xfrm>
            <a:custGeom>
              <a:avLst/>
              <a:pathLst>
                <a:path w="17721" h="349400">
                  <a:moveTo>
                    <a:pt x="0" y="7626"/>
                  </a:moveTo>
                  <a:lnTo>
                    <a:pt x="17721" y="0"/>
                  </a:lnTo>
                  <a:lnTo>
                    <a:pt x="17721" y="349400"/>
                  </a:lnTo>
                  <a:lnTo>
                    <a:pt x="0" y="349400"/>
                  </a:lnTo>
                  <a:close/>
                </a:path>
              </a:pathLst>
            </a:custGeom>
            <a:solidFill>
              <a:srgbClr val="E2C4B1">
                <a:alpha val="100000"/>
              </a:srgbClr>
            </a:solidFill>
            <a:ln w="4762" cap="rnd">
              <a:solidFill>
                <a:srgbClr val="E2C4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6" name="pg3435"/>
            <p:cNvSpPr/>
            <p:nvPr/>
          </p:nvSpPr>
          <p:spPr>
            <a:xfrm>
              <a:off x="3933693" y="6422736"/>
              <a:ext cx="17721" cy="357030"/>
            </a:xfrm>
            <a:custGeom>
              <a:avLst/>
              <a:pathLst>
                <a:path w="17721" h="357030">
                  <a:moveTo>
                    <a:pt x="0" y="7629"/>
                  </a:moveTo>
                  <a:lnTo>
                    <a:pt x="17721" y="0"/>
                  </a:lnTo>
                  <a:lnTo>
                    <a:pt x="17721" y="357030"/>
                  </a:lnTo>
                  <a:lnTo>
                    <a:pt x="0" y="357030"/>
                  </a:lnTo>
                  <a:close/>
                </a:path>
              </a:pathLst>
            </a:custGeom>
            <a:solidFill>
              <a:srgbClr val="E2C3B1">
                <a:alpha val="100000"/>
              </a:srgbClr>
            </a:solidFill>
            <a:ln w="4762" cap="rnd">
              <a:solidFill>
                <a:srgbClr val="E2C3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7" name="pg3436"/>
            <p:cNvSpPr/>
            <p:nvPr/>
          </p:nvSpPr>
          <p:spPr>
            <a:xfrm>
              <a:off x="3951414" y="6415108"/>
              <a:ext cx="17721" cy="364657"/>
            </a:xfrm>
            <a:custGeom>
              <a:avLst/>
              <a:pathLst>
                <a:path w="17721" h="364657">
                  <a:moveTo>
                    <a:pt x="0" y="7627"/>
                  </a:moveTo>
                  <a:lnTo>
                    <a:pt x="17721" y="0"/>
                  </a:lnTo>
                  <a:lnTo>
                    <a:pt x="17721" y="364657"/>
                  </a:lnTo>
                  <a:lnTo>
                    <a:pt x="0" y="364657"/>
                  </a:lnTo>
                  <a:close/>
                </a:path>
              </a:pathLst>
            </a:custGeom>
            <a:solidFill>
              <a:srgbClr val="E2C3B0">
                <a:alpha val="100000"/>
              </a:srgbClr>
            </a:solidFill>
            <a:ln w="4762" cap="rnd">
              <a:solidFill>
                <a:srgbClr val="E2C3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8" name="pg3437"/>
            <p:cNvSpPr/>
            <p:nvPr/>
          </p:nvSpPr>
          <p:spPr>
            <a:xfrm>
              <a:off x="3969136" y="6407488"/>
              <a:ext cx="17721" cy="372278"/>
            </a:xfrm>
            <a:custGeom>
              <a:avLst/>
              <a:pathLst>
                <a:path w="17721" h="372278">
                  <a:moveTo>
                    <a:pt x="0" y="7620"/>
                  </a:moveTo>
                  <a:lnTo>
                    <a:pt x="17721" y="0"/>
                  </a:lnTo>
                  <a:lnTo>
                    <a:pt x="17721" y="372278"/>
                  </a:lnTo>
                  <a:lnTo>
                    <a:pt x="0" y="372278"/>
                  </a:lnTo>
                  <a:close/>
                </a:path>
              </a:pathLst>
            </a:custGeom>
            <a:solidFill>
              <a:srgbClr val="E1C2B0">
                <a:alpha val="100000"/>
              </a:srgbClr>
            </a:solidFill>
            <a:ln w="4762" cap="rnd">
              <a:solidFill>
                <a:srgbClr val="E1C2B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9" name="pg3438"/>
            <p:cNvSpPr/>
            <p:nvPr/>
          </p:nvSpPr>
          <p:spPr>
            <a:xfrm>
              <a:off x="3986857" y="6399888"/>
              <a:ext cx="17721" cy="379878"/>
            </a:xfrm>
            <a:custGeom>
              <a:avLst/>
              <a:pathLst>
                <a:path w="17721" h="379878">
                  <a:moveTo>
                    <a:pt x="0" y="7599"/>
                  </a:moveTo>
                  <a:lnTo>
                    <a:pt x="17721" y="0"/>
                  </a:lnTo>
                  <a:lnTo>
                    <a:pt x="17721" y="379878"/>
                  </a:lnTo>
                  <a:lnTo>
                    <a:pt x="0" y="379878"/>
                  </a:lnTo>
                  <a:close/>
                </a:path>
              </a:pathLst>
            </a:custGeom>
            <a:solidFill>
              <a:srgbClr val="E1C2AF">
                <a:alpha val="100000"/>
              </a:srgbClr>
            </a:solidFill>
            <a:ln w="4762" cap="rnd">
              <a:solidFill>
                <a:srgbClr val="E1C2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0" name="pg3439"/>
            <p:cNvSpPr/>
            <p:nvPr/>
          </p:nvSpPr>
          <p:spPr>
            <a:xfrm>
              <a:off x="4004579" y="6384753"/>
              <a:ext cx="35442" cy="395013"/>
            </a:xfrm>
            <a:custGeom>
              <a:avLst/>
              <a:pathLst>
                <a:path w="35442" h="395013">
                  <a:moveTo>
                    <a:pt x="0" y="15134"/>
                  </a:moveTo>
                  <a:lnTo>
                    <a:pt x="17721" y="7554"/>
                  </a:lnTo>
                  <a:lnTo>
                    <a:pt x="35442" y="0"/>
                  </a:lnTo>
                  <a:lnTo>
                    <a:pt x="35442" y="395013"/>
                  </a:lnTo>
                  <a:lnTo>
                    <a:pt x="17721" y="395013"/>
                  </a:lnTo>
                  <a:lnTo>
                    <a:pt x="0" y="395013"/>
                  </a:lnTo>
                  <a:close/>
                </a:path>
              </a:pathLst>
            </a:custGeom>
            <a:solidFill>
              <a:srgbClr val="E1C1AF">
                <a:alpha val="100000"/>
              </a:srgbClr>
            </a:solidFill>
            <a:ln w="4762" cap="rnd">
              <a:solidFill>
                <a:srgbClr val="E1C1A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1" name="pg3440"/>
            <p:cNvSpPr/>
            <p:nvPr/>
          </p:nvSpPr>
          <p:spPr>
            <a:xfrm>
              <a:off x="4040021" y="6377250"/>
              <a:ext cx="17721" cy="402516"/>
            </a:xfrm>
            <a:custGeom>
              <a:avLst/>
              <a:pathLst>
                <a:path w="17721" h="402516">
                  <a:moveTo>
                    <a:pt x="0" y="7502"/>
                  </a:moveTo>
                  <a:lnTo>
                    <a:pt x="17721" y="0"/>
                  </a:lnTo>
                  <a:lnTo>
                    <a:pt x="17721" y="402516"/>
                  </a:lnTo>
                  <a:lnTo>
                    <a:pt x="0" y="402516"/>
                  </a:lnTo>
                  <a:close/>
                </a:path>
              </a:pathLst>
            </a:custGeom>
            <a:solidFill>
              <a:srgbClr val="E1C1AE">
                <a:alpha val="100000"/>
              </a:srgbClr>
            </a:solidFill>
            <a:ln w="4762" cap="rnd">
              <a:solidFill>
                <a:srgbClr val="E1C1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2" name="pg3441"/>
            <p:cNvSpPr/>
            <p:nvPr/>
          </p:nvSpPr>
          <p:spPr>
            <a:xfrm>
              <a:off x="4057743" y="6369784"/>
              <a:ext cx="17721" cy="409981"/>
            </a:xfrm>
            <a:custGeom>
              <a:avLst/>
              <a:pathLst>
                <a:path w="17721" h="409981">
                  <a:moveTo>
                    <a:pt x="0" y="7465"/>
                  </a:moveTo>
                  <a:lnTo>
                    <a:pt x="17721" y="0"/>
                  </a:lnTo>
                  <a:lnTo>
                    <a:pt x="17721" y="409981"/>
                  </a:lnTo>
                  <a:lnTo>
                    <a:pt x="0" y="409981"/>
                  </a:lnTo>
                  <a:close/>
                </a:path>
              </a:pathLst>
            </a:custGeom>
            <a:solidFill>
              <a:srgbClr val="E0C0AE">
                <a:alpha val="100000"/>
              </a:srgbClr>
            </a:solidFill>
            <a:ln w="4762" cap="rnd">
              <a:solidFill>
                <a:srgbClr val="E0C0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3" name="pg3442"/>
            <p:cNvSpPr/>
            <p:nvPr/>
          </p:nvSpPr>
          <p:spPr>
            <a:xfrm>
              <a:off x="4075464" y="6362367"/>
              <a:ext cx="17721" cy="417398"/>
            </a:xfrm>
            <a:custGeom>
              <a:avLst/>
              <a:pathLst>
                <a:path w="17721" h="417398">
                  <a:moveTo>
                    <a:pt x="0" y="7417"/>
                  </a:moveTo>
                  <a:lnTo>
                    <a:pt x="17721" y="0"/>
                  </a:lnTo>
                  <a:lnTo>
                    <a:pt x="17721" y="417398"/>
                  </a:lnTo>
                  <a:lnTo>
                    <a:pt x="0" y="417398"/>
                  </a:lnTo>
                  <a:close/>
                </a:path>
              </a:pathLst>
            </a:custGeom>
            <a:solidFill>
              <a:srgbClr val="E0C0AD">
                <a:alpha val="100000"/>
              </a:srgbClr>
            </a:solidFill>
            <a:ln w="4762" cap="rnd">
              <a:solidFill>
                <a:srgbClr val="E0C0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4" name="pg3443"/>
            <p:cNvSpPr/>
            <p:nvPr/>
          </p:nvSpPr>
          <p:spPr>
            <a:xfrm>
              <a:off x="4093185" y="6355036"/>
              <a:ext cx="17721" cy="424729"/>
            </a:xfrm>
            <a:custGeom>
              <a:avLst/>
              <a:pathLst>
                <a:path w="17721" h="424729">
                  <a:moveTo>
                    <a:pt x="0" y="7330"/>
                  </a:moveTo>
                  <a:lnTo>
                    <a:pt x="17721" y="0"/>
                  </a:lnTo>
                  <a:lnTo>
                    <a:pt x="17721" y="424729"/>
                  </a:lnTo>
                  <a:lnTo>
                    <a:pt x="0" y="424729"/>
                  </a:lnTo>
                  <a:close/>
                </a:path>
              </a:pathLst>
            </a:custGeom>
            <a:solidFill>
              <a:srgbClr val="E0BFAD">
                <a:alpha val="100000"/>
              </a:srgbClr>
            </a:solidFill>
            <a:ln w="4762" cap="rnd">
              <a:solidFill>
                <a:srgbClr val="E0BFA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5" name="pg3444"/>
            <p:cNvSpPr/>
            <p:nvPr/>
          </p:nvSpPr>
          <p:spPr>
            <a:xfrm>
              <a:off x="4110907" y="6340562"/>
              <a:ext cx="35442" cy="439203"/>
            </a:xfrm>
            <a:custGeom>
              <a:avLst/>
              <a:pathLst>
                <a:path w="35442" h="439203">
                  <a:moveTo>
                    <a:pt x="0" y="14473"/>
                  </a:moveTo>
                  <a:lnTo>
                    <a:pt x="17721" y="7201"/>
                  </a:lnTo>
                  <a:lnTo>
                    <a:pt x="35442" y="0"/>
                  </a:lnTo>
                  <a:lnTo>
                    <a:pt x="35442" y="439203"/>
                  </a:lnTo>
                  <a:lnTo>
                    <a:pt x="17721" y="439203"/>
                  </a:lnTo>
                  <a:lnTo>
                    <a:pt x="0" y="439203"/>
                  </a:lnTo>
                  <a:close/>
                </a:path>
              </a:pathLst>
            </a:custGeom>
            <a:solidFill>
              <a:srgbClr val="E0BFAC">
                <a:alpha val="100000"/>
              </a:srgbClr>
            </a:solidFill>
            <a:ln w="4762" cap="rnd">
              <a:solidFill>
                <a:srgbClr val="E0BF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6" name="pg3445"/>
            <p:cNvSpPr/>
            <p:nvPr/>
          </p:nvSpPr>
          <p:spPr>
            <a:xfrm>
              <a:off x="4146349" y="6333489"/>
              <a:ext cx="17721" cy="446277"/>
            </a:xfrm>
            <a:custGeom>
              <a:avLst/>
              <a:pathLst>
                <a:path w="17721" h="446277">
                  <a:moveTo>
                    <a:pt x="0" y="7073"/>
                  </a:moveTo>
                  <a:lnTo>
                    <a:pt x="17721" y="0"/>
                  </a:lnTo>
                  <a:lnTo>
                    <a:pt x="17721" y="446277"/>
                  </a:lnTo>
                  <a:lnTo>
                    <a:pt x="0" y="446277"/>
                  </a:lnTo>
                  <a:close/>
                </a:path>
              </a:pathLst>
            </a:custGeom>
            <a:solidFill>
              <a:srgbClr val="DFBEAC">
                <a:alpha val="100000"/>
              </a:srgbClr>
            </a:solidFill>
            <a:ln w="4762" cap="rnd">
              <a:solidFill>
                <a:srgbClr val="DFBE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7" name="pg3446"/>
            <p:cNvSpPr/>
            <p:nvPr/>
          </p:nvSpPr>
          <p:spPr>
            <a:xfrm>
              <a:off x="4164071" y="6326497"/>
              <a:ext cx="17721" cy="453269"/>
            </a:xfrm>
            <a:custGeom>
              <a:avLst/>
              <a:pathLst>
                <a:path w="17721" h="453269">
                  <a:moveTo>
                    <a:pt x="0" y="6991"/>
                  </a:moveTo>
                  <a:lnTo>
                    <a:pt x="17721" y="0"/>
                  </a:lnTo>
                  <a:lnTo>
                    <a:pt x="17721" y="453269"/>
                  </a:lnTo>
                  <a:lnTo>
                    <a:pt x="0" y="453269"/>
                  </a:lnTo>
                  <a:close/>
                </a:path>
              </a:pathLst>
            </a:custGeom>
            <a:solidFill>
              <a:srgbClr val="DFBEAB">
                <a:alpha val="100000"/>
              </a:srgbClr>
            </a:solidFill>
            <a:ln w="4762" cap="rnd">
              <a:solidFill>
                <a:srgbClr val="DFBE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8" name="pg3447"/>
            <p:cNvSpPr/>
            <p:nvPr/>
          </p:nvSpPr>
          <p:spPr>
            <a:xfrm>
              <a:off x="4181792" y="6319600"/>
              <a:ext cx="17721" cy="460166"/>
            </a:xfrm>
            <a:custGeom>
              <a:avLst/>
              <a:pathLst>
                <a:path w="17721" h="460166">
                  <a:moveTo>
                    <a:pt x="0" y="6897"/>
                  </a:moveTo>
                  <a:lnTo>
                    <a:pt x="17721" y="0"/>
                  </a:lnTo>
                  <a:lnTo>
                    <a:pt x="17721" y="460166"/>
                  </a:lnTo>
                  <a:lnTo>
                    <a:pt x="0" y="460166"/>
                  </a:lnTo>
                  <a:close/>
                </a:path>
              </a:pathLst>
            </a:custGeom>
            <a:solidFill>
              <a:srgbClr val="DFBDAB">
                <a:alpha val="100000"/>
              </a:srgbClr>
            </a:solidFill>
            <a:ln w="4762" cap="rnd">
              <a:solidFill>
                <a:srgbClr val="DFBD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9" name="pg3448"/>
            <p:cNvSpPr/>
            <p:nvPr/>
          </p:nvSpPr>
          <p:spPr>
            <a:xfrm>
              <a:off x="4199514" y="6306262"/>
              <a:ext cx="35442" cy="473503"/>
            </a:xfrm>
            <a:custGeom>
              <a:avLst/>
              <a:pathLst>
                <a:path w="35442" h="473503">
                  <a:moveTo>
                    <a:pt x="0" y="13337"/>
                  </a:moveTo>
                  <a:lnTo>
                    <a:pt x="17721" y="6615"/>
                  </a:lnTo>
                  <a:lnTo>
                    <a:pt x="35442" y="0"/>
                  </a:lnTo>
                  <a:lnTo>
                    <a:pt x="35442" y="473503"/>
                  </a:lnTo>
                  <a:lnTo>
                    <a:pt x="17721" y="473503"/>
                  </a:lnTo>
                  <a:lnTo>
                    <a:pt x="0" y="473503"/>
                  </a:lnTo>
                  <a:close/>
                </a:path>
              </a:pathLst>
            </a:custGeom>
            <a:solidFill>
              <a:srgbClr val="DFBDAA">
                <a:alpha val="100000"/>
              </a:srgbClr>
            </a:solidFill>
            <a:ln w="4762" cap="rnd">
              <a:solidFill>
                <a:srgbClr val="DFBD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0" name="pg3449"/>
            <p:cNvSpPr/>
            <p:nvPr/>
          </p:nvSpPr>
          <p:spPr>
            <a:xfrm>
              <a:off x="4234956" y="6299765"/>
              <a:ext cx="17721" cy="480000"/>
            </a:xfrm>
            <a:custGeom>
              <a:avLst/>
              <a:pathLst>
                <a:path w="17721" h="480000">
                  <a:moveTo>
                    <a:pt x="0" y="6496"/>
                  </a:moveTo>
                  <a:lnTo>
                    <a:pt x="17721" y="0"/>
                  </a:lnTo>
                  <a:lnTo>
                    <a:pt x="17721" y="480000"/>
                  </a:lnTo>
                  <a:lnTo>
                    <a:pt x="0" y="480000"/>
                  </a:lnTo>
                  <a:close/>
                </a:path>
              </a:pathLst>
            </a:custGeom>
            <a:solidFill>
              <a:srgbClr val="DFBCA9">
                <a:alpha val="100000"/>
              </a:srgbClr>
            </a:solidFill>
            <a:ln w="4762" cap="rnd">
              <a:solidFill>
                <a:srgbClr val="DF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1" name="pg3450"/>
            <p:cNvSpPr/>
            <p:nvPr/>
          </p:nvSpPr>
          <p:spPr>
            <a:xfrm>
              <a:off x="4252678" y="6293496"/>
              <a:ext cx="17721" cy="486269"/>
            </a:xfrm>
            <a:custGeom>
              <a:avLst/>
              <a:pathLst>
                <a:path w="17721" h="486269">
                  <a:moveTo>
                    <a:pt x="0" y="6268"/>
                  </a:moveTo>
                  <a:lnTo>
                    <a:pt x="17721" y="0"/>
                  </a:lnTo>
                  <a:lnTo>
                    <a:pt x="17721" y="486269"/>
                  </a:lnTo>
                  <a:lnTo>
                    <a:pt x="0" y="486269"/>
                  </a:lnTo>
                  <a:close/>
                </a:path>
              </a:pathLst>
            </a:custGeom>
            <a:solidFill>
              <a:srgbClr val="DEBCA9">
                <a:alpha val="100000"/>
              </a:srgbClr>
            </a:solidFill>
            <a:ln w="4762" cap="rnd">
              <a:solidFill>
                <a:srgbClr val="DEBC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2" name="pg3451"/>
            <p:cNvSpPr/>
            <p:nvPr/>
          </p:nvSpPr>
          <p:spPr>
            <a:xfrm>
              <a:off x="4270399" y="6287362"/>
              <a:ext cx="17721" cy="492404"/>
            </a:xfrm>
            <a:custGeom>
              <a:avLst/>
              <a:pathLst>
                <a:path w="17721" h="492404">
                  <a:moveTo>
                    <a:pt x="0" y="6134"/>
                  </a:moveTo>
                  <a:lnTo>
                    <a:pt x="17721" y="0"/>
                  </a:lnTo>
                  <a:lnTo>
                    <a:pt x="17721" y="492404"/>
                  </a:lnTo>
                  <a:lnTo>
                    <a:pt x="0" y="492404"/>
                  </a:lnTo>
                  <a:close/>
                </a:path>
              </a:pathLst>
            </a:custGeom>
            <a:solidFill>
              <a:srgbClr val="DEBBA9">
                <a:alpha val="100000"/>
              </a:srgbClr>
            </a:solidFill>
            <a:ln w="4762" cap="rnd">
              <a:solidFill>
                <a:srgbClr val="DEBBA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3" name="pg3452"/>
            <p:cNvSpPr/>
            <p:nvPr/>
          </p:nvSpPr>
          <p:spPr>
            <a:xfrm>
              <a:off x="4288120" y="6275662"/>
              <a:ext cx="35442" cy="504104"/>
            </a:xfrm>
            <a:custGeom>
              <a:avLst/>
              <a:pathLst>
                <a:path w="35442" h="504104">
                  <a:moveTo>
                    <a:pt x="0" y="11700"/>
                  </a:moveTo>
                  <a:lnTo>
                    <a:pt x="17721" y="5707"/>
                  </a:lnTo>
                  <a:lnTo>
                    <a:pt x="35442" y="0"/>
                  </a:lnTo>
                  <a:lnTo>
                    <a:pt x="35442" y="504104"/>
                  </a:lnTo>
                  <a:lnTo>
                    <a:pt x="17721" y="504104"/>
                  </a:lnTo>
                  <a:lnTo>
                    <a:pt x="0" y="504104"/>
                  </a:lnTo>
                  <a:close/>
                </a:path>
              </a:pathLst>
            </a:custGeom>
            <a:solidFill>
              <a:srgbClr val="DEBBA8">
                <a:alpha val="100000"/>
              </a:srgbClr>
            </a:solidFill>
            <a:ln w="4762" cap="rnd">
              <a:solidFill>
                <a:srgbClr val="DEBBA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4" name="pg3453"/>
            <p:cNvSpPr/>
            <p:nvPr/>
          </p:nvSpPr>
          <p:spPr>
            <a:xfrm>
              <a:off x="4323563" y="6270117"/>
              <a:ext cx="17721" cy="509649"/>
            </a:xfrm>
            <a:custGeom>
              <a:avLst/>
              <a:pathLst>
                <a:path w="17721" h="509649">
                  <a:moveTo>
                    <a:pt x="0" y="5544"/>
                  </a:moveTo>
                  <a:lnTo>
                    <a:pt x="17721" y="0"/>
                  </a:lnTo>
                  <a:lnTo>
                    <a:pt x="17721" y="509649"/>
                  </a:lnTo>
                  <a:lnTo>
                    <a:pt x="0" y="509649"/>
                  </a:lnTo>
                  <a:close/>
                </a:path>
              </a:pathLst>
            </a:custGeom>
            <a:solidFill>
              <a:srgbClr val="DEBAA7">
                <a:alpha val="100000"/>
              </a:srgbClr>
            </a:solidFill>
            <a:ln w="4762" cap="rnd">
              <a:solidFill>
                <a:srgbClr val="DE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5" name="pg3454"/>
            <p:cNvSpPr/>
            <p:nvPr/>
          </p:nvSpPr>
          <p:spPr>
            <a:xfrm>
              <a:off x="4341285" y="6264736"/>
              <a:ext cx="17721" cy="515030"/>
            </a:xfrm>
            <a:custGeom>
              <a:avLst/>
              <a:pathLst>
                <a:path w="17721" h="515030">
                  <a:moveTo>
                    <a:pt x="0" y="5381"/>
                  </a:moveTo>
                  <a:lnTo>
                    <a:pt x="17721" y="0"/>
                  </a:lnTo>
                  <a:lnTo>
                    <a:pt x="17721" y="515030"/>
                  </a:lnTo>
                  <a:lnTo>
                    <a:pt x="0" y="515030"/>
                  </a:lnTo>
                  <a:close/>
                </a:path>
              </a:pathLst>
            </a:custGeom>
            <a:solidFill>
              <a:srgbClr val="DDBAA7">
                <a:alpha val="100000"/>
              </a:srgbClr>
            </a:solidFill>
            <a:ln w="4762" cap="rnd">
              <a:solidFill>
                <a:srgbClr val="DDBA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6" name="pg3455"/>
            <p:cNvSpPr/>
            <p:nvPr/>
          </p:nvSpPr>
          <p:spPr>
            <a:xfrm>
              <a:off x="4359006" y="6259701"/>
              <a:ext cx="17721" cy="520064"/>
            </a:xfrm>
            <a:custGeom>
              <a:avLst/>
              <a:pathLst>
                <a:path w="17721" h="520064">
                  <a:moveTo>
                    <a:pt x="0" y="5034"/>
                  </a:moveTo>
                  <a:lnTo>
                    <a:pt x="17721" y="0"/>
                  </a:lnTo>
                  <a:lnTo>
                    <a:pt x="17721" y="520064"/>
                  </a:lnTo>
                  <a:lnTo>
                    <a:pt x="0" y="520064"/>
                  </a:lnTo>
                  <a:close/>
                </a:path>
              </a:pathLst>
            </a:custGeom>
            <a:solidFill>
              <a:srgbClr val="DDB9A7">
                <a:alpha val="100000"/>
              </a:srgbClr>
            </a:solidFill>
            <a:ln w="4762" cap="rnd">
              <a:solidFill>
                <a:srgbClr val="DDB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7" name="pg3456"/>
            <p:cNvSpPr/>
            <p:nvPr/>
          </p:nvSpPr>
          <p:spPr>
            <a:xfrm>
              <a:off x="4376727" y="6250207"/>
              <a:ext cx="35442" cy="529559"/>
            </a:xfrm>
            <a:custGeom>
              <a:avLst/>
              <a:pathLst>
                <a:path w="35442" h="529559">
                  <a:moveTo>
                    <a:pt x="0" y="9494"/>
                  </a:moveTo>
                  <a:lnTo>
                    <a:pt x="17721" y="4651"/>
                  </a:lnTo>
                  <a:lnTo>
                    <a:pt x="35442" y="0"/>
                  </a:lnTo>
                  <a:lnTo>
                    <a:pt x="35442" y="529559"/>
                  </a:lnTo>
                  <a:lnTo>
                    <a:pt x="17721" y="529559"/>
                  </a:lnTo>
                  <a:lnTo>
                    <a:pt x="0" y="529559"/>
                  </a:lnTo>
                  <a:close/>
                </a:path>
              </a:pathLst>
            </a:custGeom>
            <a:solidFill>
              <a:srgbClr val="DDB9A6">
                <a:alpha val="100000"/>
              </a:srgbClr>
            </a:solidFill>
            <a:ln w="4762" cap="rnd">
              <a:solidFill>
                <a:srgbClr val="DDB9A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8" name="pg3457"/>
            <p:cNvSpPr/>
            <p:nvPr/>
          </p:nvSpPr>
          <p:spPr>
            <a:xfrm>
              <a:off x="4412170" y="6245948"/>
              <a:ext cx="17721" cy="533818"/>
            </a:xfrm>
            <a:custGeom>
              <a:avLst/>
              <a:pathLst>
                <a:path w="17721" h="533818">
                  <a:moveTo>
                    <a:pt x="0" y="4259"/>
                  </a:moveTo>
                  <a:lnTo>
                    <a:pt x="17721" y="0"/>
                  </a:lnTo>
                  <a:lnTo>
                    <a:pt x="17721" y="533818"/>
                  </a:lnTo>
                  <a:lnTo>
                    <a:pt x="0" y="533818"/>
                  </a:lnTo>
                  <a:close/>
                </a:path>
              </a:pathLst>
            </a:custGeom>
            <a:solidFill>
              <a:srgbClr val="DDB8A5">
                <a:alpha val="100000"/>
              </a:srgbClr>
            </a:solidFill>
            <a:ln w="4762" cap="rnd">
              <a:solidFill>
                <a:srgbClr val="DD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9" name="pg3458"/>
            <p:cNvSpPr/>
            <p:nvPr/>
          </p:nvSpPr>
          <p:spPr>
            <a:xfrm>
              <a:off x="4429891" y="6241916"/>
              <a:ext cx="17721" cy="537849"/>
            </a:xfrm>
            <a:custGeom>
              <a:avLst/>
              <a:pathLst>
                <a:path w="17721" h="537849">
                  <a:moveTo>
                    <a:pt x="0" y="4031"/>
                  </a:moveTo>
                  <a:lnTo>
                    <a:pt x="17721" y="0"/>
                  </a:lnTo>
                  <a:lnTo>
                    <a:pt x="17721" y="537849"/>
                  </a:lnTo>
                  <a:lnTo>
                    <a:pt x="0" y="537849"/>
                  </a:lnTo>
                  <a:close/>
                </a:path>
              </a:pathLst>
            </a:custGeom>
            <a:solidFill>
              <a:srgbClr val="DCB8A5">
                <a:alpha val="100000"/>
              </a:srgbClr>
            </a:solidFill>
            <a:ln w="4762" cap="rnd">
              <a:solidFill>
                <a:srgbClr val="DCB8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0" name="pg3459"/>
            <p:cNvSpPr/>
            <p:nvPr/>
          </p:nvSpPr>
          <p:spPr>
            <a:xfrm>
              <a:off x="4447613" y="6231610"/>
              <a:ext cx="53164" cy="548156"/>
            </a:xfrm>
            <a:custGeom>
              <a:avLst/>
              <a:pathLst>
                <a:path w="53164" h="548156">
                  <a:moveTo>
                    <a:pt x="0" y="10306"/>
                  </a:moveTo>
                  <a:lnTo>
                    <a:pt x="17721" y="6494"/>
                  </a:lnTo>
                  <a:lnTo>
                    <a:pt x="35442" y="3115"/>
                  </a:lnTo>
                  <a:lnTo>
                    <a:pt x="53164" y="0"/>
                  </a:lnTo>
                  <a:lnTo>
                    <a:pt x="53164" y="548156"/>
                  </a:lnTo>
                  <a:lnTo>
                    <a:pt x="35442" y="548156"/>
                  </a:lnTo>
                  <a:lnTo>
                    <a:pt x="17721" y="548156"/>
                  </a:lnTo>
                  <a:lnTo>
                    <a:pt x="0" y="548156"/>
                  </a:lnTo>
                  <a:close/>
                </a:path>
              </a:pathLst>
            </a:custGeom>
            <a:solidFill>
              <a:srgbClr val="DCB7A4">
                <a:alpha val="100000"/>
              </a:srgbClr>
            </a:solidFill>
            <a:ln w="4762" cap="rnd">
              <a:solidFill>
                <a:srgbClr val="DCB7A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1" name="pg3460"/>
            <p:cNvSpPr/>
            <p:nvPr/>
          </p:nvSpPr>
          <p:spPr>
            <a:xfrm>
              <a:off x="4500777" y="6228740"/>
              <a:ext cx="17721" cy="551026"/>
            </a:xfrm>
            <a:custGeom>
              <a:avLst/>
              <a:pathLst>
                <a:path w="17721" h="551026">
                  <a:moveTo>
                    <a:pt x="0" y="2870"/>
                  </a:moveTo>
                  <a:lnTo>
                    <a:pt x="17721" y="0"/>
                  </a:lnTo>
                  <a:lnTo>
                    <a:pt x="17721" y="551026"/>
                  </a:lnTo>
                  <a:lnTo>
                    <a:pt x="0" y="551026"/>
                  </a:lnTo>
                  <a:close/>
                </a:path>
              </a:pathLst>
            </a:custGeom>
            <a:solidFill>
              <a:srgbClr val="DCB6A3">
                <a:alpha val="100000"/>
              </a:srgbClr>
            </a:solidFill>
            <a:ln w="4762" cap="rnd">
              <a:solidFill>
                <a:srgbClr val="DC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2" name="pg3461"/>
            <p:cNvSpPr/>
            <p:nvPr/>
          </p:nvSpPr>
          <p:spPr>
            <a:xfrm>
              <a:off x="4518498" y="6226335"/>
              <a:ext cx="17721" cy="553430"/>
            </a:xfrm>
            <a:custGeom>
              <a:avLst/>
              <a:pathLst>
                <a:path w="17721" h="553430">
                  <a:moveTo>
                    <a:pt x="0" y="2404"/>
                  </a:moveTo>
                  <a:lnTo>
                    <a:pt x="17721" y="0"/>
                  </a:lnTo>
                  <a:lnTo>
                    <a:pt x="17721" y="553430"/>
                  </a:lnTo>
                  <a:lnTo>
                    <a:pt x="0" y="553430"/>
                  </a:lnTo>
                  <a:close/>
                </a:path>
              </a:pathLst>
            </a:custGeom>
            <a:solidFill>
              <a:srgbClr val="DBB6A3">
                <a:alpha val="100000"/>
              </a:srgbClr>
            </a:solidFill>
            <a:ln w="4762" cap="rnd">
              <a:solidFill>
                <a:srgbClr val="DBB6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3" name="pg3462"/>
            <p:cNvSpPr/>
            <p:nvPr/>
          </p:nvSpPr>
          <p:spPr>
            <a:xfrm>
              <a:off x="4536220" y="6222393"/>
              <a:ext cx="35442" cy="557372"/>
            </a:xfrm>
            <a:custGeom>
              <a:avLst/>
              <a:pathLst>
                <a:path w="35442" h="557372">
                  <a:moveTo>
                    <a:pt x="0" y="3942"/>
                  </a:moveTo>
                  <a:lnTo>
                    <a:pt x="17721" y="1837"/>
                  </a:lnTo>
                  <a:lnTo>
                    <a:pt x="35442" y="0"/>
                  </a:lnTo>
                  <a:lnTo>
                    <a:pt x="35442" y="557372"/>
                  </a:lnTo>
                  <a:lnTo>
                    <a:pt x="17721" y="557372"/>
                  </a:lnTo>
                  <a:lnTo>
                    <a:pt x="0" y="557372"/>
                  </a:lnTo>
                  <a:close/>
                </a:path>
              </a:pathLst>
            </a:custGeom>
            <a:solidFill>
              <a:srgbClr val="DBB5A2">
                <a:alpha val="100000"/>
              </a:srgbClr>
            </a:solidFill>
            <a:ln w="4762" cap="rnd">
              <a:solidFill>
                <a:srgbClr val="DBB5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4" name="pg3463"/>
            <p:cNvSpPr/>
            <p:nvPr/>
          </p:nvSpPr>
          <p:spPr>
            <a:xfrm>
              <a:off x="4571662" y="6221046"/>
              <a:ext cx="17721" cy="558720"/>
            </a:xfrm>
            <a:custGeom>
              <a:avLst/>
              <a:pathLst>
                <a:path w="17721" h="558720">
                  <a:moveTo>
                    <a:pt x="0" y="1347"/>
                  </a:moveTo>
                  <a:lnTo>
                    <a:pt x="17721" y="0"/>
                  </a:lnTo>
                  <a:lnTo>
                    <a:pt x="17721" y="558720"/>
                  </a:lnTo>
                  <a:lnTo>
                    <a:pt x="0" y="558720"/>
                  </a:lnTo>
                  <a:close/>
                </a:path>
              </a:pathLst>
            </a:custGeom>
            <a:solidFill>
              <a:srgbClr val="DBB5A1">
                <a:alpha val="100000"/>
              </a:srgbClr>
            </a:solidFill>
            <a:ln w="4762" cap="rnd">
              <a:solidFill>
                <a:srgbClr val="DBB5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5" name="pg3464"/>
            <p:cNvSpPr/>
            <p:nvPr/>
          </p:nvSpPr>
          <p:spPr>
            <a:xfrm>
              <a:off x="4589384" y="6220030"/>
              <a:ext cx="17721" cy="559735"/>
            </a:xfrm>
            <a:custGeom>
              <a:avLst/>
              <a:pathLst>
                <a:path w="17721" h="559735">
                  <a:moveTo>
                    <a:pt x="0" y="1015"/>
                  </a:moveTo>
                  <a:lnTo>
                    <a:pt x="17721" y="0"/>
                  </a:lnTo>
                  <a:lnTo>
                    <a:pt x="17721" y="559735"/>
                  </a:lnTo>
                  <a:lnTo>
                    <a:pt x="0" y="559735"/>
                  </a:lnTo>
                  <a:close/>
                </a:path>
              </a:pathLst>
            </a:custGeom>
            <a:solidFill>
              <a:srgbClr val="DBB4A1">
                <a:alpha val="100000"/>
              </a:srgbClr>
            </a:solidFill>
            <a:ln w="4762" cap="rnd">
              <a:solidFill>
                <a:srgbClr val="DB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6" name="pg3465"/>
            <p:cNvSpPr/>
            <p:nvPr/>
          </p:nvSpPr>
          <p:spPr>
            <a:xfrm>
              <a:off x="4607105" y="6219299"/>
              <a:ext cx="17721" cy="560466"/>
            </a:xfrm>
            <a:custGeom>
              <a:avLst/>
              <a:pathLst>
                <a:path w="17721" h="560466">
                  <a:moveTo>
                    <a:pt x="0" y="730"/>
                  </a:moveTo>
                  <a:lnTo>
                    <a:pt x="17721" y="0"/>
                  </a:lnTo>
                  <a:lnTo>
                    <a:pt x="17721" y="560466"/>
                  </a:lnTo>
                  <a:lnTo>
                    <a:pt x="0" y="560466"/>
                  </a:lnTo>
                  <a:close/>
                </a:path>
              </a:pathLst>
            </a:custGeom>
            <a:solidFill>
              <a:srgbClr val="DAB4A1">
                <a:alpha val="100000"/>
              </a:srgbClr>
            </a:solidFill>
            <a:ln w="4762" cap="rnd">
              <a:solidFill>
                <a:srgbClr val="DAB4A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7" name="pg3466"/>
            <p:cNvSpPr/>
            <p:nvPr/>
          </p:nvSpPr>
          <p:spPr>
            <a:xfrm>
              <a:off x="4624826" y="6219072"/>
              <a:ext cx="35442" cy="560693"/>
            </a:xfrm>
            <a:custGeom>
              <a:avLst/>
              <a:pathLst>
                <a:path w="35442" h="560693">
                  <a:moveTo>
                    <a:pt x="0" y="226"/>
                  </a:moveTo>
                  <a:lnTo>
                    <a:pt x="17721" y="0"/>
                  </a:lnTo>
                  <a:lnTo>
                    <a:pt x="35442" y="132"/>
                  </a:lnTo>
                  <a:lnTo>
                    <a:pt x="35442" y="560693"/>
                  </a:lnTo>
                  <a:lnTo>
                    <a:pt x="17721" y="560693"/>
                  </a:lnTo>
                  <a:lnTo>
                    <a:pt x="0" y="560693"/>
                  </a:lnTo>
                  <a:close/>
                </a:path>
              </a:pathLst>
            </a:custGeom>
            <a:solidFill>
              <a:srgbClr val="DAB3A0">
                <a:alpha val="100000"/>
              </a:srgbClr>
            </a:solidFill>
            <a:ln w="4762" cap="rnd">
              <a:solidFill>
                <a:srgbClr val="DAB3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8" name="pg3467"/>
            <p:cNvSpPr/>
            <p:nvPr/>
          </p:nvSpPr>
          <p:spPr>
            <a:xfrm>
              <a:off x="4660269" y="6219205"/>
              <a:ext cx="17721" cy="560561"/>
            </a:xfrm>
            <a:custGeom>
              <a:avLst/>
              <a:pathLst>
                <a:path w="17721" h="560561">
                  <a:moveTo>
                    <a:pt x="0" y="0"/>
                  </a:moveTo>
                  <a:lnTo>
                    <a:pt x="17721" y="428"/>
                  </a:lnTo>
                  <a:lnTo>
                    <a:pt x="17721" y="560561"/>
                  </a:lnTo>
                  <a:lnTo>
                    <a:pt x="0" y="560561"/>
                  </a:lnTo>
                  <a:close/>
                </a:path>
              </a:pathLst>
            </a:custGeom>
            <a:solidFill>
              <a:srgbClr val="DAB39F">
                <a:alpha val="100000"/>
              </a:srgbClr>
            </a:solidFill>
            <a:ln w="4762" cap="rnd">
              <a:solidFill>
                <a:srgbClr val="DAB3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9" name="pg3468"/>
            <p:cNvSpPr/>
            <p:nvPr/>
          </p:nvSpPr>
          <p:spPr>
            <a:xfrm>
              <a:off x="4677991" y="6219633"/>
              <a:ext cx="17721" cy="560132"/>
            </a:xfrm>
            <a:custGeom>
              <a:avLst/>
              <a:pathLst>
                <a:path w="17721" h="560132">
                  <a:moveTo>
                    <a:pt x="0" y="0"/>
                  </a:moveTo>
                  <a:lnTo>
                    <a:pt x="17721" y="935"/>
                  </a:lnTo>
                  <a:lnTo>
                    <a:pt x="17721" y="560132"/>
                  </a:lnTo>
                  <a:lnTo>
                    <a:pt x="0" y="560132"/>
                  </a:lnTo>
                  <a:close/>
                </a:path>
              </a:pathLst>
            </a:custGeom>
            <a:solidFill>
              <a:srgbClr val="DAB29F">
                <a:alpha val="100000"/>
              </a:srgbClr>
            </a:solidFill>
            <a:ln w="4762" cap="rnd">
              <a:solidFill>
                <a:srgbClr val="DA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0" name="pg3469"/>
            <p:cNvSpPr/>
            <p:nvPr/>
          </p:nvSpPr>
          <p:spPr>
            <a:xfrm>
              <a:off x="4695712" y="6220569"/>
              <a:ext cx="17721" cy="559197"/>
            </a:xfrm>
            <a:custGeom>
              <a:avLst/>
              <a:pathLst>
                <a:path w="17721" h="559197">
                  <a:moveTo>
                    <a:pt x="0" y="0"/>
                  </a:moveTo>
                  <a:lnTo>
                    <a:pt x="17721" y="1314"/>
                  </a:lnTo>
                  <a:lnTo>
                    <a:pt x="17721" y="559197"/>
                  </a:lnTo>
                  <a:lnTo>
                    <a:pt x="0" y="559197"/>
                  </a:lnTo>
                  <a:close/>
                </a:path>
              </a:pathLst>
            </a:custGeom>
            <a:solidFill>
              <a:srgbClr val="D9B29F">
                <a:alpha val="100000"/>
              </a:srgbClr>
            </a:solidFill>
            <a:ln w="4762" cap="rnd">
              <a:solidFill>
                <a:srgbClr val="D9B29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g3470"/>
            <p:cNvSpPr/>
            <p:nvPr/>
          </p:nvSpPr>
          <p:spPr>
            <a:xfrm>
              <a:off x="4713433" y="6221884"/>
              <a:ext cx="35442" cy="557882"/>
            </a:xfrm>
            <a:custGeom>
              <a:avLst/>
              <a:pathLst>
                <a:path w="35442" h="557882">
                  <a:moveTo>
                    <a:pt x="0" y="0"/>
                  </a:moveTo>
                  <a:lnTo>
                    <a:pt x="17721" y="1615"/>
                  </a:lnTo>
                  <a:lnTo>
                    <a:pt x="35442" y="3729"/>
                  </a:lnTo>
                  <a:lnTo>
                    <a:pt x="35442" y="557882"/>
                  </a:lnTo>
                  <a:lnTo>
                    <a:pt x="17721" y="557882"/>
                  </a:lnTo>
                  <a:lnTo>
                    <a:pt x="0" y="557882"/>
                  </a:lnTo>
                  <a:close/>
                </a:path>
              </a:pathLst>
            </a:custGeom>
            <a:solidFill>
              <a:srgbClr val="D9B19E">
                <a:alpha val="100000"/>
              </a:srgbClr>
            </a:solidFill>
            <a:ln w="4762" cap="rnd">
              <a:solidFill>
                <a:srgbClr val="D9B19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g3471"/>
            <p:cNvSpPr/>
            <p:nvPr/>
          </p:nvSpPr>
          <p:spPr>
            <a:xfrm>
              <a:off x="4748876" y="6225613"/>
              <a:ext cx="17721" cy="554153"/>
            </a:xfrm>
            <a:custGeom>
              <a:avLst/>
              <a:pathLst>
                <a:path w="17721" h="554153">
                  <a:moveTo>
                    <a:pt x="0" y="0"/>
                  </a:moveTo>
                  <a:lnTo>
                    <a:pt x="17721" y="2503"/>
                  </a:lnTo>
                  <a:lnTo>
                    <a:pt x="17721" y="554153"/>
                  </a:lnTo>
                  <a:lnTo>
                    <a:pt x="0" y="554153"/>
                  </a:lnTo>
                  <a:close/>
                </a:path>
              </a:pathLst>
            </a:custGeom>
            <a:solidFill>
              <a:srgbClr val="D9B19D">
                <a:alpha val="100000"/>
              </a:srgbClr>
            </a:solidFill>
            <a:ln w="4762" cap="rnd">
              <a:solidFill>
                <a:srgbClr val="D9B1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g3472"/>
            <p:cNvSpPr/>
            <p:nvPr/>
          </p:nvSpPr>
          <p:spPr>
            <a:xfrm>
              <a:off x="4766597" y="6228117"/>
              <a:ext cx="17721" cy="551649"/>
            </a:xfrm>
            <a:custGeom>
              <a:avLst/>
              <a:pathLst>
                <a:path w="17721" h="551649">
                  <a:moveTo>
                    <a:pt x="0" y="0"/>
                  </a:moveTo>
                  <a:lnTo>
                    <a:pt x="17721" y="2802"/>
                  </a:lnTo>
                  <a:lnTo>
                    <a:pt x="17721" y="551649"/>
                  </a:lnTo>
                  <a:lnTo>
                    <a:pt x="0" y="551649"/>
                  </a:lnTo>
                  <a:close/>
                </a:path>
              </a:pathLst>
            </a:custGeom>
            <a:solidFill>
              <a:srgbClr val="D9B09D">
                <a:alpha val="100000"/>
              </a:srgbClr>
            </a:solidFill>
            <a:ln w="4762" cap="rnd">
              <a:solidFill>
                <a:srgbClr val="D9B09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g3473"/>
            <p:cNvSpPr/>
            <p:nvPr/>
          </p:nvSpPr>
          <p:spPr>
            <a:xfrm>
              <a:off x="4784319" y="6230919"/>
              <a:ext cx="35442" cy="548846"/>
            </a:xfrm>
            <a:custGeom>
              <a:avLst/>
              <a:pathLst>
                <a:path w="35442" h="548846">
                  <a:moveTo>
                    <a:pt x="0" y="0"/>
                  </a:moveTo>
                  <a:lnTo>
                    <a:pt x="17721" y="3278"/>
                  </a:lnTo>
                  <a:lnTo>
                    <a:pt x="35442" y="6948"/>
                  </a:lnTo>
                  <a:lnTo>
                    <a:pt x="35442" y="548846"/>
                  </a:lnTo>
                  <a:lnTo>
                    <a:pt x="17721" y="548846"/>
                  </a:lnTo>
                  <a:lnTo>
                    <a:pt x="0" y="548846"/>
                  </a:lnTo>
                  <a:close/>
                </a:path>
              </a:pathLst>
            </a:custGeom>
            <a:solidFill>
              <a:srgbClr val="D8B09C">
                <a:alpha val="100000"/>
              </a:srgbClr>
            </a:solidFill>
            <a:ln w="4762" cap="rnd">
              <a:solidFill>
                <a:srgbClr val="D8B0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g3474"/>
            <p:cNvSpPr/>
            <p:nvPr/>
          </p:nvSpPr>
          <p:spPr>
            <a:xfrm>
              <a:off x="4819761" y="6237868"/>
              <a:ext cx="17721" cy="541898"/>
            </a:xfrm>
            <a:custGeom>
              <a:avLst/>
              <a:pathLst>
                <a:path w="17721" h="541898">
                  <a:moveTo>
                    <a:pt x="0" y="0"/>
                  </a:moveTo>
                  <a:lnTo>
                    <a:pt x="17721" y="3957"/>
                  </a:lnTo>
                  <a:lnTo>
                    <a:pt x="17721" y="541898"/>
                  </a:lnTo>
                  <a:lnTo>
                    <a:pt x="0" y="541898"/>
                  </a:lnTo>
                  <a:close/>
                </a:path>
              </a:pathLst>
            </a:custGeom>
            <a:solidFill>
              <a:srgbClr val="D8AF9C">
                <a:alpha val="100000"/>
              </a:srgbClr>
            </a:solidFill>
            <a:ln w="4762" cap="rnd">
              <a:solidFill>
                <a:srgbClr val="D8AF9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g3475"/>
            <p:cNvSpPr/>
            <p:nvPr/>
          </p:nvSpPr>
          <p:spPr>
            <a:xfrm>
              <a:off x="4837483" y="6241826"/>
              <a:ext cx="17721" cy="537940"/>
            </a:xfrm>
            <a:custGeom>
              <a:avLst/>
              <a:pathLst>
                <a:path w="17721" h="537940">
                  <a:moveTo>
                    <a:pt x="0" y="0"/>
                  </a:moveTo>
                  <a:lnTo>
                    <a:pt x="17721" y="4401"/>
                  </a:lnTo>
                  <a:lnTo>
                    <a:pt x="17721" y="537940"/>
                  </a:lnTo>
                  <a:lnTo>
                    <a:pt x="0" y="537940"/>
                  </a:lnTo>
                  <a:close/>
                </a:path>
              </a:pathLst>
            </a:custGeom>
            <a:solidFill>
              <a:srgbClr val="D8AF9B">
                <a:alpha val="100000"/>
              </a:srgbClr>
            </a:solidFill>
            <a:ln w="4762" cap="rnd">
              <a:solidFill>
                <a:srgbClr val="D8AF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g3476"/>
            <p:cNvSpPr/>
            <p:nvPr/>
          </p:nvSpPr>
          <p:spPr>
            <a:xfrm>
              <a:off x="4855204" y="6246227"/>
              <a:ext cx="17721" cy="533539"/>
            </a:xfrm>
            <a:custGeom>
              <a:avLst/>
              <a:pathLst>
                <a:path w="17721" h="533539">
                  <a:moveTo>
                    <a:pt x="0" y="0"/>
                  </a:moveTo>
                  <a:lnTo>
                    <a:pt x="17721" y="4781"/>
                  </a:lnTo>
                  <a:lnTo>
                    <a:pt x="17721" y="533539"/>
                  </a:lnTo>
                  <a:lnTo>
                    <a:pt x="0" y="533539"/>
                  </a:lnTo>
                  <a:close/>
                </a:path>
              </a:pathLst>
            </a:custGeom>
            <a:solidFill>
              <a:srgbClr val="D8AE9B">
                <a:alpha val="100000"/>
              </a:srgbClr>
            </a:solidFill>
            <a:ln w="4762" cap="rnd">
              <a:solidFill>
                <a:srgbClr val="D8AE9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g3477"/>
            <p:cNvSpPr/>
            <p:nvPr/>
          </p:nvSpPr>
          <p:spPr>
            <a:xfrm>
              <a:off x="4872926" y="6251009"/>
              <a:ext cx="35442" cy="528757"/>
            </a:xfrm>
            <a:custGeom>
              <a:avLst/>
              <a:pathLst>
                <a:path w="35442" h="528757">
                  <a:moveTo>
                    <a:pt x="0" y="0"/>
                  </a:moveTo>
                  <a:lnTo>
                    <a:pt x="17721" y="5050"/>
                  </a:lnTo>
                  <a:lnTo>
                    <a:pt x="35442" y="10501"/>
                  </a:lnTo>
                  <a:lnTo>
                    <a:pt x="35442" y="528757"/>
                  </a:lnTo>
                  <a:lnTo>
                    <a:pt x="17721" y="528757"/>
                  </a:lnTo>
                  <a:lnTo>
                    <a:pt x="0" y="528757"/>
                  </a:lnTo>
                  <a:close/>
                </a:path>
              </a:pathLst>
            </a:custGeom>
            <a:solidFill>
              <a:srgbClr val="D7AE9A">
                <a:alpha val="100000"/>
              </a:srgbClr>
            </a:solidFill>
            <a:ln w="4762" cap="rnd">
              <a:solidFill>
                <a:srgbClr val="D7AE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g3478"/>
            <p:cNvSpPr/>
            <p:nvPr/>
          </p:nvSpPr>
          <p:spPr>
            <a:xfrm>
              <a:off x="4908368" y="6261511"/>
              <a:ext cx="17721" cy="518255"/>
            </a:xfrm>
            <a:custGeom>
              <a:avLst/>
              <a:pathLst>
                <a:path w="17721" h="518255">
                  <a:moveTo>
                    <a:pt x="0" y="0"/>
                  </a:moveTo>
                  <a:lnTo>
                    <a:pt x="17721" y="5808"/>
                  </a:lnTo>
                  <a:lnTo>
                    <a:pt x="17721" y="518255"/>
                  </a:lnTo>
                  <a:lnTo>
                    <a:pt x="0" y="518255"/>
                  </a:lnTo>
                  <a:close/>
                </a:path>
              </a:pathLst>
            </a:custGeom>
            <a:solidFill>
              <a:srgbClr val="D7AD9A">
                <a:alpha val="100000"/>
              </a:srgbClr>
            </a:solidFill>
            <a:ln w="4762" cap="rnd">
              <a:solidFill>
                <a:srgbClr val="D7AD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g3479"/>
            <p:cNvSpPr/>
            <p:nvPr/>
          </p:nvSpPr>
          <p:spPr>
            <a:xfrm>
              <a:off x="4926090" y="6267319"/>
              <a:ext cx="17721" cy="512446"/>
            </a:xfrm>
            <a:custGeom>
              <a:avLst/>
              <a:pathLst>
                <a:path w="17721" h="512446">
                  <a:moveTo>
                    <a:pt x="0" y="0"/>
                  </a:moveTo>
                  <a:lnTo>
                    <a:pt x="17721" y="6051"/>
                  </a:lnTo>
                  <a:lnTo>
                    <a:pt x="17721" y="512446"/>
                  </a:lnTo>
                  <a:lnTo>
                    <a:pt x="0" y="512446"/>
                  </a:lnTo>
                  <a:close/>
                </a:path>
              </a:pathLst>
            </a:custGeom>
            <a:solidFill>
              <a:srgbClr val="D7AD99">
                <a:alpha val="100000"/>
              </a:srgbClr>
            </a:solidFill>
            <a:ln w="4762" cap="rnd">
              <a:solidFill>
                <a:srgbClr val="D7AD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g3480"/>
            <p:cNvSpPr/>
            <p:nvPr/>
          </p:nvSpPr>
          <p:spPr>
            <a:xfrm>
              <a:off x="4943811" y="6273371"/>
              <a:ext cx="17721" cy="506395"/>
            </a:xfrm>
            <a:custGeom>
              <a:avLst/>
              <a:pathLst>
                <a:path w="17721" h="506395">
                  <a:moveTo>
                    <a:pt x="0" y="0"/>
                  </a:moveTo>
                  <a:lnTo>
                    <a:pt x="17721" y="6398"/>
                  </a:lnTo>
                  <a:lnTo>
                    <a:pt x="17721" y="506395"/>
                  </a:lnTo>
                  <a:lnTo>
                    <a:pt x="0" y="506395"/>
                  </a:lnTo>
                  <a:close/>
                </a:path>
              </a:pathLst>
            </a:custGeom>
            <a:solidFill>
              <a:srgbClr val="D7AC99">
                <a:alpha val="100000"/>
              </a:srgbClr>
            </a:solidFill>
            <a:ln w="4762" cap="rnd">
              <a:solidFill>
                <a:srgbClr val="D7AC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g3481"/>
            <p:cNvSpPr/>
            <p:nvPr/>
          </p:nvSpPr>
          <p:spPr>
            <a:xfrm>
              <a:off x="4961532" y="6279769"/>
              <a:ext cx="35442" cy="499997"/>
            </a:xfrm>
            <a:custGeom>
              <a:avLst/>
              <a:pathLst>
                <a:path w="35442" h="499997">
                  <a:moveTo>
                    <a:pt x="0" y="0"/>
                  </a:moveTo>
                  <a:lnTo>
                    <a:pt x="17721" y="6720"/>
                  </a:lnTo>
                  <a:lnTo>
                    <a:pt x="35442" y="13650"/>
                  </a:lnTo>
                  <a:lnTo>
                    <a:pt x="35442" y="499997"/>
                  </a:lnTo>
                  <a:lnTo>
                    <a:pt x="17721" y="499997"/>
                  </a:lnTo>
                  <a:lnTo>
                    <a:pt x="0" y="499997"/>
                  </a:lnTo>
                  <a:close/>
                </a:path>
              </a:pathLst>
            </a:custGeom>
            <a:solidFill>
              <a:srgbClr val="D6AC98">
                <a:alpha val="100000"/>
              </a:srgbClr>
            </a:solidFill>
            <a:ln w="4762" cap="rnd">
              <a:solidFill>
                <a:srgbClr val="D6AC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g3482"/>
            <p:cNvSpPr/>
            <p:nvPr/>
          </p:nvSpPr>
          <p:spPr>
            <a:xfrm>
              <a:off x="4996975" y="6293420"/>
              <a:ext cx="35442" cy="486346"/>
            </a:xfrm>
            <a:custGeom>
              <a:avLst/>
              <a:pathLst>
                <a:path w="35442" h="486346">
                  <a:moveTo>
                    <a:pt x="0" y="0"/>
                  </a:moveTo>
                  <a:lnTo>
                    <a:pt x="17721" y="7217"/>
                  </a:lnTo>
                  <a:lnTo>
                    <a:pt x="35442" y="14709"/>
                  </a:lnTo>
                  <a:lnTo>
                    <a:pt x="35442" y="486346"/>
                  </a:lnTo>
                  <a:lnTo>
                    <a:pt x="17721" y="486346"/>
                  </a:lnTo>
                  <a:lnTo>
                    <a:pt x="0" y="486346"/>
                  </a:lnTo>
                  <a:close/>
                </a:path>
              </a:pathLst>
            </a:custGeom>
            <a:solidFill>
              <a:srgbClr val="D6AB97">
                <a:alpha val="100000"/>
              </a:srgbClr>
            </a:solidFill>
            <a:ln w="4762" cap="rnd">
              <a:solidFill>
                <a:srgbClr val="D6AB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g3483"/>
            <p:cNvSpPr/>
            <p:nvPr/>
          </p:nvSpPr>
          <p:spPr>
            <a:xfrm>
              <a:off x="5032418" y="6308129"/>
              <a:ext cx="17721" cy="471636"/>
            </a:xfrm>
            <a:custGeom>
              <a:avLst/>
              <a:pathLst>
                <a:path w="17721" h="471636">
                  <a:moveTo>
                    <a:pt x="0" y="0"/>
                  </a:moveTo>
                  <a:lnTo>
                    <a:pt x="17721" y="7661"/>
                  </a:lnTo>
                  <a:lnTo>
                    <a:pt x="17721" y="471636"/>
                  </a:lnTo>
                  <a:lnTo>
                    <a:pt x="0" y="471636"/>
                  </a:lnTo>
                  <a:close/>
                </a:path>
              </a:pathLst>
            </a:custGeom>
            <a:solidFill>
              <a:srgbClr val="D6AA97">
                <a:alpha val="100000"/>
              </a:srgbClr>
            </a:solidFill>
            <a:ln w="4762" cap="rnd">
              <a:solidFill>
                <a:srgbClr val="D6AA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g3484"/>
            <p:cNvSpPr/>
            <p:nvPr/>
          </p:nvSpPr>
          <p:spPr>
            <a:xfrm>
              <a:off x="5050139" y="6315790"/>
              <a:ext cx="35442" cy="463975"/>
            </a:xfrm>
            <a:custGeom>
              <a:avLst/>
              <a:pathLst>
                <a:path w="35442" h="463975">
                  <a:moveTo>
                    <a:pt x="0" y="0"/>
                  </a:moveTo>
                  <a:lnTo>
                    <a:pt x="17721" y="7883"/>
                  </a:lnTo>
                  <a:lnTo>
                    <a:pt x="35442" y="15983"/>
                  </a:lnTo>
                  <a:lnTo>
                    <a:pt x="35442" y="463975"/>
                  </a:lnTo>
                  <a:lnTo>
                    <a:pt x="17721" y="463975"/>
                  </a:lnTo>
                  <a:lnTo>
                    <a:pt x="0" y="463975"/>
                  </a:lnTo>
                  <a:close/>
                </a:path>
              </a:pathLst>
            </a:custGeom>
            <a:solidFill>
              <a:srgbClr val="D5AA96">
                <a:alpha val="100000"/>
              </a:srgbClr>
            </a:solidFill>
            <a:ln w="4762" cap="rnd">
              <a:solidFill>
                <a:srgbClr val="D5AA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g3485"/>
            <p:cNvSpPr/>
            <p:nvPr/>
          </p:nvSpPr>
          <p:spPr>
            <a:xfrm>
              <a:off x="5085582" y="6331773"/>
              <a:ext cx="35442" cy="447992"/>
            </a:xfrm>
            <a:custGeom>
              <a:avLst/>
              <a:pathLst>
                <a:path w="35442" h="447992">
                  <a:moveTo>
                    <a:pt x="0" y="0"/>
                  </a:moveTo>
                  <a:lnTo>
                    <a:pt x="17721" y="8223"/>
                  </a:lnTo>
                  <a:lnTo>
                    <a:pt x="35442" y="16602"/>
                  </a:lnTo>
                  <a:lnTo>
                    <a:pt x="35442" y="447992"/>
                  </a:lnTo>
                  <a:lnTo>
                    <a:pt x="17721" y="447992"/>
                  </a:lnTo>
                  <a:lnTo>
                    <a:pt x="0" y="447992"/>
                  </a:lnTo>
                  <a:close/>
                </a:path>
              </a:pathLst>
            </a:custGeom>
            <a:solidFill>
              <a:srgbClr val="D5A995">
                <a:alpha val="100000"/>
              </a:srgbClr>
            </a:solidFill>
            <a:ln w="4762" cap="rnd">
              <a:solidFill>
                <a:srgbClr val="D5A9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g3486"/>
            <p:cNvSpPr/>
            <p:nvPr/>
          </p:nvSpPr>
          <p:spPr>
            <a:xfrm>
              <a:off x="5121025" y="6348376"/>
              <a:ext cx="17721" cy="431390"/>
            </a:xfrm>
            <a:custGeom>
              <a:avLst/>
              <a:pathLst>
                <a:path w="17721" h="431390">
                  <a:moveTo>
                    <a:pt x="0" y="0"/>
                  </a:moveTo>
                  <a:lnTo>
                    <a:pt x="17721" y="8525"/>
                  </a:lnTo>
                  <a:lnTo>
                    <a:pt x="17721" y="431390"/>
                  </a:lnTo>
                  <a:lnTo>
                    <a:pt x="0" y="431390"/>
                  </a:lnTo>
                  <a:close/>
                </a:path>
              </a:pathLst>
            </a:custGeom>
            <a:solidFill>
              <a:srgbClr val="D5A895">
                <a:alpha val="100000"/>
              </a:srgbClr>
            </a:solidFill>
            <a:ln w="4762" cap="rnd">
              <a:solidFill>
                <a:srgbClr val="D5A89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g3487"/>
            <p:cNvSpPr/>
            <p:nvPr/>
          </p:nvSpPr>
          <p:spPr>
            <a:xfrm>
              <a:off x="5138746" y="6356901"/>
              <a:ext cx="35442" cy="422864"/>
            </a:xfrm>
            <a:custGeom>
              <a:avLst/>
              <a:pathLst>
                <a:path w="35442" h="422864">
                  <a:moveTo>
                    <a:pt x="0" y="0"/>
                  </a:moveTo>
                  <a:lnTo>
                    <a:pt x="17721" y="8601"/>
                  </a:lnTo>
                  <a:lnTo>
                    <a:pt x="35442" y="17289"/>
                  </a:lnTo>
                  <a:lnTo>
                    <a:pt x="35442" y="422864"/>
                  </a:lnTo>
                  <a:lnTo>
                    <a:pt x="17721" y="422864"/>
                  </a:lnTo>
                  <a:lnTo>
                    <a:pt x="0" y="422864"/>
                  </a:lnTo>
                  <a:close/>
                </a:path>
              </a:pathLst>
            </a:custGeom>
            <a:solidFill>
              <a:srgbClr val="D4A894">
                <a:alpha val="100000"/>
              </a:srgbClr>
            </a:solidFill>
            <a:ln w="4762" cap="rnd">
              <a:solidFill>
                <a:srgbClr val="D4A8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g3488"/>
            <p:cNvSpPr/>
            <p:nvPr/>
          </p:nvSpPr>
          <p:spPr>
            <a:xfrm>
              <a:off x="5174189" y="6374191"/>
              <a:ext cx="35442" cy="405574"/>
            </a:xfrm>
            <a:custGeom>
              <a:avLst/>
              <a:pathLst>
                <a:path w="35442" h="405574">
                  <a:moveTo>
                    <a:pt x="0" y="0"/>
                  </a:moveTo>
                  <a:lnTo>
                    <a:pt x="17721" y="8758"/>
                  </a:lnTo>
                  <a:lnTo>
                    <a:pt x="35442" y="17541"/>
                  </a:lnTo>
                  <a:lnTo>
                    <a:pt x="35442" y="405574"/>
                  </a:lnTo>
                  <a:lnTo>
                    <a:pt x="17721" y="405574"/>
                  </a:lnTo>
                  <a:lnTo>
                    <a:pt x="0" y="405574"/>
                  </a:lnTo>
                  <a:close/>
                </a:path>
              </a:pathLst>
            </a:custGeom>
            <a:solidFill>
              <a:srgbClr val="D4A793">
                <a:alpha val="100000"/>
              </a:srgbClr>
            </a:solidFill>
            <a:ln w="4762" cap="rnd">
              <a:solidFill>
                <a:srgbClr val="D4A7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g3489"/>
            <p:cNvSpPr/>
            <p:nvPr/>
          </p:nvSpPr>
          <p:spPr>
            <a:xfrm>
              <a:off x="5209632" y="6391733"/>
              <a:ext cx="17721" cy="388032"/>
            </a:xfrm>
            <a:custGeom>
              <a:avLst/>
              <a:pathLst>
                <a:path w="17721" h="388032">
                  <a:moveTo>
                    <a:pt x="0" y="0"/>
                  </a:moveTo>
                  <a:lnTo>
                    <a:pt x="17721" y="8805"/>
                  </a:lnTo>
                  <a:lnTo>
                    <a:pt x="17721" y="388032"/>
                  </a:lnTo>
                  <a:lnTo>
                    <a:pt x="0" y="388032"/>
                  </a:lnTo>
                  <a:close/>
                </a:path>
              </a:pathLst>
            </a:custGeom>
            <a:solidFill>
              <a:srgbClr val="D4A692">
                <a:alpha val="100000"/>
              </a:srgbClr>
            </a:solidFill>
            <a:ln w="4762" cap="rnd">
              <a:solidFill>
                <a:srgbClr val="D4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g3490"/>
            <p:cNvSpPr/>
            <p:nvPr/>
          </p:nvSpPr>
          <p:spPr>
            <a:xfrm>
              <a:off x="5227353" y="6400538"/>
              <a:ext cx="35442" cy="379227"/>
            </a:xfrm>
            <a:custGeom>
              <a:avLst/>
              <a:pathLst>
                <a:path w="35442" h="379227">
                  <a:moveTo>
                    <a:pt x="0" y="0"/>
                  </a:moveTo>
                  <a:lnTo>
                    <a:pt x="17721" y="8791"/>
                  </a:lnTo>
                  <a:lnTo>
                    <a:pt x="35442" y="17557"/>
                  </a:lnTo>
                  <a:lnTo>
                    <a:pt x="35442" y="379227"/>
                  </a:lnTo>
                  <a:lnTo>
                    <a:pt x="17721" y="379227"/>
                  </a:lnTo>
                  <a:lnTo>
                    <a:pt x="0" y="379227"/>
                  </a:lnTo>
                  <a:close/>
                </a:path>
              </a:pathLst>
            </a:custGeom>
            <a:solidFill>
              <a:srgbClr val="D3A692">
                <a:alpha val="100000"/>
              </a:srgbClr>
            </a:solidFill>
            <a:ln w="4762" cap="rnd">
              <a:solidFill>
                <a:srgbClr val="D3A6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g3491"/>
            <p:cNvSpPr/>
            <p:nvPr/>
          </p:nvSpPr>
          <p:spPr>
            <a:xfrm>
              <a:off x="5262796" y="6418096"/>
              <a:ext cx="35442" cy="361669"/>
            </a:xfrm>
            <a:custGeom>
              <a:avLst/>
              <a:pathLst>
                <a:path w="35442" h="361669">
                  <a:moveTo>
                    <a:pt x="0" y="0"/>
                  </a:moveTo>
                  <a:lnTo>
                    <a:pt x="17721" y="8725"/>
                  </a:lnTo>
                  <a:lnTo>
                    <a:pt x="35442" y="17352"/>
                  </a:lnTo>
                  <a:lnTo>
                    <a:pt x="35442" y="361669"/>
                  </a:lnTo>
                  <a:lnTo>
                    <a:pt x="17721" y="361669"/>
                  </a:lnTo>
                  <a:lnTo>
                    <a:pt x="0" y="361669"/>
                  </a:lnTo>
                  <a:close/>
                </a:path>
              </a:pathLst>
            </a:custGeom>
            <a:solidFill>
              <a:srgbClr val="D3A591">
                <a:alpha val="100000"/>
              </a:srgbClr>
            </a:solidFill>
            <a:ln w="4762" cap="rnd">
              <a:solidFill>
                <a:srgbClr val="D3A59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g3492"/>
            <p:cNvSpPr/>
            <p:nvPr/>
          </p:nvSpPr>
          <p:spPr>
            <a:xfrm>
              <a:off x="5298238" y="6435448"/>
              <a:ext cx="17721" cy="344317"/>
            </a:xfrm>
            <a:custGeom>
              <a:avLst/>
              <a:pathLst>
                <a:path w="17721" h="344317">
                  <a:moveTo>
                    <a:pt x="0" y="0"/>
                  </a:moveTo>
                  <a:lnTo>
                    <a:pt x="17721" y="8550"/>
                  </a:lnTo>
                  <a:lnTo>
                    <a:pt x="17721" y="344317"/>
                  </a:lnTo>
                  <a:lnTo>
                    <a:pt x="0" y="344317"/>
                  </a:lnTo>
                  <a:close/>
                </a:path>
              </a:pathLst>
            </a:custGeom>
            <a:solidFill>
              <a:srgbClr val="D3A490">
                <a:alpha val="100000"/>
              </a:srgbClr>
            </a:solidFill>
            <a:ln w="4762" cap="rnd">
              <a:solidFill>
                <a:srgbClr val="D3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g3493"/>
            <p:cNvSpPr/>
            <p:nvPr/>
          </p:nvSpPr>
          <p:spPr>
            <a:xfrm>
              <a:off x="5315960" y="6443998"/>
              <a:ext cx="35442" cy="335767"/>
            </a:xfrm>
            <a:custGeom>
              <a:avLst/>
              <a:pathLst>
                <a:path w="35442" h="335767">
                  <a:moveTo>
                    <a:pt x="0" y="0"/>
                  </a:moveTo>
                  <a:lnTo>
                    <a:pt x="17721" y="8454"/>
                  </a:lnTo>
                  <a:lnTo>
                    <a:pt x="35442" y="16722"/>
                  </a:lnTo>
                  <a:lnTo>
                    <a:pt x="35442" y="335767"/>
                  </a:lnTo>
                  <a:lnTo>
                    <a:pt x="17721" y="335767"/>
                  </a:lnTo>
                  <a:lnTo>
                    <a:pt x="0" y="335767"/>
                  </a:lnTo>
                  <a:close/>
                </a:path>
              </a:pathLst>
            </a:custGeom>
            <a:solidFill>
              <a:srgbClr val="D2A490">
                <a:alpha val="100000"/>
              </a:srgbClr>
            </a:solidFill>
            <a:ln w="4762" cap="rnd">
              <a:solidFill>
                <a:srgbClr val="D2A49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g3494"/>
            <p:cNvSpPr/>
            <p:nvPr/>
          </p:nvSpPr>
          <p:spPr>
            <a:xfrm>
              <a:off x="5351403" y="6460720"/>
              <a:ext cx="35442" cy="319045"/>
            </a:xfrm>
            <a:custGeom>
              <a:avLst/>
              <a:pathLst>
                <a:path w="35442" h="319045">
                  <a:moveTo>
                    <a:pt x="0" y="0"/>
                  </a:moveTo>
                  <a:lnTo>
                    <a:pt x="17721" y="8144"/>
                  </a:lnTo>
                  <a:lnTo>
                    <a:pt x="35442" y="16143"/>
                  </a:lnTo>
                  <a:lnTo>
                    <a:pt x="35442" y="319045"/>
                  </a:lnTo>
                  <a:lnTo>
                    <a:pt x="17721" y="319045"/>
                  </a:lnTo>
                  <a:lnTo>
                    <a:pt x="0" y="319045"/>
                  </a:lnTo>
                  <a:close/>
                </a:path>
              </a:pathLst>
            </a:custGeom>
            <a:solidFill>
              <a:srgbClr val="D2A38F">
                <a:alpha val="100000"/>
              </a:srgbClr>
            </a:solidFill>
            <a:ln w="4762" cap="rnd">
              <a:solidFill>
                <a:srgbClr val="D2A38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g3495"/>
            <p:cNvSpPr/>
            <p:nvPr/>
          </p:nvSpPr>
          <p:spPr>
            <a:xfrm>
              <a:off x="5386845" y="6476864"/>
              <a:ext cx="17721" cy="302901"/>
            </a:xfrm>
            <a:custGeom>
              <a:avLst/>
              <a:pathLst>
                <a:path w="17721" h="302901">
                  <a:moveTo>
                    <a:pt x="0" y="0"/>
                  </a:moveTo>
                  <a:lnTo>
                    <a:pt x="17721" y="7727"/>
                  </a:lnTo>
                  <a:lnTo>
                    <a:pt x="17721" y="302901"/>
                  </a:lnTo>
                  <a:lnTo>
                    <a:pt x="0" y="302901"/>
                  </a:lnTo>
                  <a:close/>
                </a:path>
              </a:pathLst>
            </a:custGeom>
            <a:solidFill>
              <a:srgbClr val="D2A28E">
                <a:alpha val="100000"/>
              </a:srgbClr>
            </a:solidFill>
            <a:ln w="4762" cap="rnd">
              <a:solidFill>
                <a:srgbClr val="D2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g3496"/>
            <p:cNvSpPr/>
            <p:nvPr/>
          </p:nvSpPr>
          <p:spPr>
            <a:xfrm>
              <a:off x="5404567" y="6484592"/>
              <a:ext cx="35442" cy="295173"/>
            </a:xfrm>
            <a:custGeom>
              <a:avLst/>
              <a:pathLst>
                <a:path w="35442" h="295173">
                  <a:moveTo>
                    <a:pt x="0" y="0"/>
                  </a:moveTo>
                  <a:lnTo>
                    <a:pt x="17721" y="7561"/>
                  </a:lnTo>
                  <a:lnTo>
                    <a:pt x="35442" y="14937"/>
                  </a:lnTo>
                  <a:lnTo>
                    <a:pt x="35442" y="295173"/>
                  </a:lnTo>
                  <a:lnTo>
                    <a:pt x="17721" y="295173"/>
                  </a:lnTo>
                  <a:lnTo>
                    <a:pt x="0" y="295173"/>
                  </a:lnTo>
                  <a:close/>
                </a:path>
              </a:pathLst>
            </a:custGeom>
            <a:solidFill>
              <a:srgbClr val="D1A28E">
                <a:alpha val="100000"/>
              </a:srgbClr>
            </a:solidFill>
            <a:ln w="4762" cap="rnd">
              <a:solidFill>
                <a:srgbClr val="D1A2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g3497"/>
            <p:cNvSpPr/>
            <p:nvPr/>
          </p:nvSpPr>
          <p:spPr>
            <a:xfrm>
              <a:off x="5440009" y="6499530"/>
              <a:ext cx="35442" cy="280236"/>
            </a:xfrm>
            <a:custGeom>
              <a:avLst/>
              <a:pathLst>
                <a:path w="35442" h="280236">
                  <a:moveTo>
                    <a:pt x="0" y="0"/>
                  </a:moveTo>
                  <a:lnTo>
                    <a:pt x="17721" y="7024"/>
                  </a:lnTo>
                  <a:lnTo>
                    <a:pt x="35442" y="13843"/>
                  </a:lnTo>
                  <a:lnTo>
                    <a:pt x="35442" y="280236"/>
                  </a:lnTo>
                  <a:lnTo>
                    <a:pt x="17721" y="280236"/>
                  </a:lnTo>
                  <a:lnTo>
                    <a:pt x="0" y="280236"/>
                  </a:lnTo>
                  <a:close/>
                </a:path>
              </a:pathLst>
            </a:custGeom>
            <a:solidFill>
              <a:srgbClr val="D1A18D">
                <a:alpha val="100000"/>
              </a:srgbClr>
            </a:solidFill>
            <a:ln w="4762" cap="rnd">
              <a:solidFill>
                <a:srgbClr val="D1A1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g3498"/>
            <p:cNvSpPr/>
            <p:nvPr/>
          </p:nvSpPr>
          <p:spPr>
            <a:xfrm>
              <a:off x="5475452" y="6513373"/>
              <a:ext cx="17721" cy="266392"/>
            </a:xfrm>
            <a:custGeom>
              <a:avLst/>
              <a:pathLst>
                <a:path w="17721" h="266392">
                  <a:moveTo>
                    <a:pt x="0" y="0"/>
                  </a:moveTo>
                  <a:lnTo>
                    <a:pt x="17721" y="6603"/>
                  </a:lnTo>
                  <a:lnTo>
                    <a:pt x="17721" y="266392"/>
                  </a:lnTo>
                  <a:lnTo>
                    <a:pt x="0" y="266392"/>
                  </a:lnTo>
                  <a:close/>
                </a:path>
              </a:pathLst>
            </a:custGeom>
            <a:solidFill>
              <a:srgbClr val="D1A08C">
                <a:alpha val="100000"/>
              </a:srgbClr>
            </a:solidFill>
            <a:ln w="4762" cap="rnd">
              <a:solidFill>
                <a:srgbClr val="D1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g3499"/>
            <p:cNvSpPr/>
            <p:nvPr/>
          </p:nvSpPr>
          <p:spPr>
            <a:xfrm>
              <a:off x="5493173" y="6519977"/>
              <a:ext cx="35442" cy="259788"/>
            </a:xfrm>
            <a:custGeom>
              <a:avLst/>
              <a:pathLst>
                <a:path w="35442" h="259788">
                  <a:moveTo>
                    <a:pt x="0" y="0"/>
                  </a:moveTo>
                  <a:lnTo>
                    <a:pt x="17721" y="6177"/>
                  </a:lnTo>
                  <a:lnTo>
                    <a:pt x="35442" y="12119"/>
                  </a:lnTo>
                  <a:lnTo>
                    <a:pt x="35442" y="259788"/>
                  </a:lnTo>
                  <a:lnTo>
                    <a:pt x="17721" y="259788"/>
                  </a:lnTo>
                  <a:lnTo>
                    <a:pt x="0" y="259788"/>
                  </a:lnTo>
                  <a:close/>
                </a:path>
              </a:pathLst>
            </a:custGeom>
            <a:solidFill>
              <a:srgbClr val="D0A08C">
                <a:alpha val="100000"/>
              </a:srgbClr>
            </a:solidFill>
            <a:ln w="4762" cap="rnd">
              <a:solidFill>
                <a:srgbClr val="D0A0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g3500"/>
            <p:cNvSpPr/>
            <p:nvPr/>
          </p:nvSpPr>
          <p:spPr>
            <a:xfrm>
              <a:off x="5528616" y="6532096"/>
              <a:ext cx="35442" cy="247669"/>
            </a:xfrm>
            <a:custGeom>
              <a:avLst/>
              <a:pathLst>
                <a:path w="35442" h="247669">
                  <a:moveTo>
                    <a:pt x="0" y="0"/>
                  </a:moveTo>
                  <a:lnTo>
                    <a:pt x="17721" y="5703"/>
                  </a:lnTo>
                  <a:lnTo>
                    <a:pt x="35442" y="10918"/>
                  </a:lnTo>
                  <a:lnTo>
                    <a:pt x="35442" y="247669"/>
                  </a:lnTo>
                  <a:lnTo>
                    <a:pt x="17721" y="247669"/>
                  </a:lnTo>
                  <a:lnTo>
                    <a:pt x="0" y="247669"/>
                  </a:lnTo>
                  <a:close/>
                </a:path>
              </a:pathLst>
            </a:custGeom>
            <a:solidFill>
              <a:srgbClr val="D09F8B">
                <a:alpha val="100000"/>
              </a:srgbClr>
            </a:solidFill>
            <a:ln w="4762" cap="rnd">
              <a:solidFill>
                <a:srgbClr val="D09F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g3501"/>
            <p:cNvSpPr/>
            <p:nvPr/>
          </p:nvSpPr>
          <p:spPr>
            <a:xfrm>
              <a:off x="5564059" y="6543014"/>
              <a:ext cx="17721" cy="236751"/>
            </a:xfrm>
            <a:custGeom>
              <a:avLst/>
              <a:pathLst>
                <a:path w="17721" h="236751">
                  <a:moveTo>
                    <a:pt x="0" y="0"/>
                  </a:moveTo>
                  <a:lnTo>
                    <a:pt x="17721" y="4952"/>
                  </a:lnTo>
                  <a:lnTo>
                    <a:pt x="17721" y="236751"/>
                  </a:lnTo>
                  <a:lnTo>
                    <a:pt x="0" y="236751"/>
                  </a:lnTo>
                  <a:close/>
                </a:path>
              </a:pathLst>
            </a:custGeom>
            <a:solidFill>
              <a:srgbClr val="D09F8A">
                <a:alpha val="100000"/>
              </a:srgbClr>
            </a:solidFill>
            <a:ln w="4762" cap="rnd">
              <a:solidFill>
                <a:srgbClr val="D09F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g3502"/>
            <p:cNvSpPr/>
            <p:nvPr/>
          </p:nvSpPr>
          <p:spPr>
            <a:xfrm>
              <a:off x="5581780" y="6547967"/>
              <a:ext cx="17721" cy="231798"/>
            </a:xfrm>
            <a:custGeom>
              <a:avLst/>
              <a:pathLst>
                <a:path w="17721" h="231798">
                  <a:moveTo>
                    <a:pt x="0" y="0"/>
                  </a:moveTo>
                  <a:lnTo>
                    <a:pt x="17721" y="4691"/>
                  </a:lnTo>
                  <a:lnTo>
                    <a:pt x="17721" y="231798"/>
                  </a:lnTo>
                  <a:lnTo>
                    <a:pt x="0" y="231798"/>
                  </a:lnTo>
                  <a:close/>
                </a:path>
              </a:pathLst>
            </a:custGeom>
            <a:solidFill>
              <a:srgbClr val="CF9E8A">
                <a:alpha val="100000"/>
              </a:srgbClr>
            </a:solidFill>
            <a:ln w="4762" cap="rnd">
              <a:solidFill>
                <a:srgbClr val="CF9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g3503"/>
            <p:cNvSpPr/>
            <p:nvPr/>
          </p:nvSpPr>
          <p:spPr>
            <a:xfrm>
              <a:off x="5599502" y="6552658"/>
              <a:ext cx="17721" cy="227107"/>
            </a:xfrm>
            <a:custGeom>
              <a:avLst/>
              <a:pathLst>
                <a:path w="17721" h="227107">
                  <a:moveTo>
                    <a:pt x="0" y="0"/>
                  </a:moveTo>
                  <a:lnTo>
                    <a:pt x="17721" y="4173"/>
                  </a:lnTo>
                  <a:lnTo>
                    <a:pt x="17721" y="227107"/>
                  </a:lnTo>
                  <a:lnTo>
                    <a:pt x="0" y="227107"/>
                  </a:lnTo>
                  <a:close/>
                </a:path>
              </a:pathLst>
            </a:custGeom>
            <a:solidFill>
              <a:srgbClr val="CF9E89">
                <a:alpha val="100000"/>
              </a:srgbClr>
            </a:solidFill>
            <a:ln w="4762" cap="rnd">
              <a:solidFill>
                <a:srgbClr val="CF9E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g3504"/>
            <p:cNvSpPr/>
            <p:nvPr/>
          </p:nvSpPr>
          <p:spPr>
            <a:xfrm>
              <a:off x="5617223" y="6556832"/>
              <a:ext cx="35442" cy="222934"/>
            </a:xfrm>
            <a:custGeom>
              <a:avLst/>
              <a:pathLst>
                <a:path w="35442" h="222934">
                  <a:moveTo>
                    <a:pt x="0" y="0"/>
                  </a:moveTo>
                  <a:lnTo>
                    <a:pt x="17721" y="3883"/>
                  </a:lnTo>
                  <a:lnTo>
                    <a:pt x="35442" y="7487"/>
                  </a:lnTo>
                  <a:lnTo>
                    <a:pt x="35442" y="222934"/>
                  </a:lnTo>
                  <a:lnTo>
                    <a:pt x="17721" y="222934"/>
                  </a:lnTo>
                  <a:lnTo>
                    <a:pt x="0" y="222934"/>
                  </a:lnTo>
                  <a:close/>
                </a:path>
              </a:pathLst>
            </a:custGeom>
            <a:solidFill>
              <a:srgbClr val="CF9D89">
                <a:alpha val="100000"/>
              </a:srgbClr>
            </a:solidFill>
            <a:ln w="4762" cap="rnd">
              <a:solidFill>
                <a:srgbClr val="CF9D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g3505"/>
            <p:cNvSpPr/>
            <p:nvPr/>
          </p:nvSpPr>
          <p:spPr>
            <a:xfrm>
              <a:off x="5652666" y="6564320"/>
              <a:ext cx="17721" cy="215446"/>
            </a:xfrm>
            <a:custGeom>
              <a:avLst/>
              <a:pathLst>
                <a:path w="17721" h="215446">
                  <a:moveTo>
                    <a:pt x="0" y="0"/>
                  </a:moveTo>
                  <a:lnTo>
                    <a:pt x="17721" y="3074"/>
                  </a:lnTo>
                  <a:lnTo>
                    <a:pt x="17721" y="215446"/>
                  </a:lnTo>
                  <a:lnTo>
                    <a:pt x="0" y="215446"/>
                  </a:lnTo>
                  <a:close/>
                </a:path>
              </a:pathLst>
            </a:custGeom>
            <a:solidFill>
              <a:srgbClr val="CF9D88">
                <a:alpha val="100000"/>
              </a:srgbClr>
            </a:solidFill>
            <a:ln w="4762" cap="rnd">
              <a:solidFill>
                <a:srgbClr val="CF9D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g3506"/>
            <p:cNvSpPr/>
            <p:nvPr/>
          </p:nvSpPr>
          <p:spPr>
            <a:xfrm>
              <a:off x="5670387" y="6567394"/>
              <a:ext cx="17721" cy="212372"/>
            </a:xfrm>
            <a:custGeom>
              <a:avLst/>
              <a:pathLst>
                <a:path w="17721" h="212372">
                  <a:moveTo>
                    <a:pt x="0" y="0"/>
                  </a:moveTo>
                  <a:lnTo>
                    <a:pt x="17721" y="2762"/>
                  </a:lnTo>
                  <a:lnTo>
                    <a:pt x="17721" y="212372"/>
                  </a:lnTo>
                  <a:lnTo>
                    <a:pt x="0" y="212372"/>
                  </a:lnTo>
                  <a:close/>
                </a:path>
              </a:pathLst>
            </a:custGeom>
            <a:solidFill>
              <a:srgbClr val="CE9C88">
                <a:alpha val="100000"/>
              </a:srgbClr>
            </a:solidFill>
            <a:ln w="4762" cap="rnd">
              <a:solidFill>
                <a:srgbClr val="CE9C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g3507"/>
            <p:cNvSpPr/>
            <p:nvPr/>
          </p:nvSpPr>
          <p:spPr>
            <a:xfrm>
              <a:off x="5688109" y="6570156"/>
              <a:ext cx="17721" cy="209609"/>
            </a:xfrm>
            <a:custGeom>
              <a:avLst/>
              <a:pathLst>
                <a:path w="17721" h="209609">
                  <a:moveTo>
                    <a:pt x="0" y="0"/>
                  </a:moveTo>
                  <a:lnTo>
                    <a:pt x="17721" y="2475"/>
                  </a:lnTo>
                  <a:lnTo>
                    <a:pt x="17721" y="209609"/>
                  </a:lnTo>
                  <a:lnTo>
                    <a:pt x="0" y="209609"/>
                  </a:lnTo>
                  <a:close/>
                </a:path>
              </a:pathLst>
            </a:custGeom>
            <a:solidFill>
              <a:srgbClr val="CE9C87">
                <a:alpha val="100000"/>
              </a:srgbClr>
            </a:solidFill>
            <a:ln w="4762" cap="rnd">
              <a:solidFill>
                <a:srgbClr val="CE9C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g3508"/>
            <p:cNvSpPr/>
            <p:nvPr/>
          </p:nvSpPr>
          <p:spPr>
            <a:xfrm>
              <a:off x="5705830" y="6572631"/>
              <a:ext cx="35442" cy="207134"/>
            </a:xfrm>
            <a:custGeom>
              <a:avLst/>
              <a:pathLst>
                <a:path w="35442" h="207134">
                  <a:moveTo>
                    <a:pt x="0" y="0"/>
                  </a:moveTo>
                  <a:lnTo>
                    <a:pt x="17721" y="1947"/>
                  </a:lnTo>
                  <a:lnTo>
                    <a:pt x="35442" y="3569"/>
                  </a:lnTo>
                  <a:lnTo>
                    <a:pt x="35442" y="207134"/>
                  </a:lnTo>
                  <a:lnTo>
                    <a:pt x="17721" y="207134"/>
                  </a:lnTo>
                  <a:lnTo>
                    <a:pt x="0" y="207134"/>
                  </a:lnTo>
                  <a:close/>
                </a:path>
              </a:pathLst>
            </a:custGeom>
            <a:solidFill>
              <a:srgbClr val="CE9B87">
                <a:alpha val="100000"/>
              </a:srgbClr>
            </a:solidFill>
            <a:ln w="4762" cap="rnd">
              <a:solidFill>
                <a:srgbClr val="CE9B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g3509"/>
            <p:cNvSpPr/>
            <p:nvPr/>
          </p:nvSpPr>
          <p:spPr>
            <a:xfrm>
              <a:off x="5741273" y="6576201"/>
              <a:ext cx="17721" cy="203565"/>
            </a:xfrm>
            <a:custGeom>
              <a:avLst/>
              <a:pathLst>
                <a:path w="17721" h="203565">
                  <a:moveTo>
                    <a:pt x="0" y="0"/>
                  </a:moveTo>
                  <a:lnTo>
                    <a:pt x="17721" y="1334"/>
                  </a:lnTo>
                  <a:lnTo>
                    <a:pt x="17721" y="203565"/>
                  </a:lnTo>
                  <a:lnTo>
                    <a:pt x="0" y="203565"/>
                  </a:lnTo>
                  <a:close/>
                </a:path>
              </a:pathLst>
            </a:custGeom>
            <a:solidFill>
              <a:srgbClr val="CD9B86">
                <a:alpha val="100000"/>
              </a:srgbClr>
            </a:solidFill>
            <a:ln w="4762" cap="rnd">
              <a:solidFill>
                <a:srgbClr val="CD9B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g3510"/>
            <p:cNvSpPr/>
            <p:nvPr/>
          </p:nvSpPr>
          <p:spPr>
            <a:xfrm>
              <a:off x="5758994" y="6577535"/>
              <a:ext cx="17721" cy="202230"/>
            </a:xfrm>
            <a:custGeom>
              <a:avLst/>
              <a:pathLst>
                <a:path w="17721" h="202230">
                  <a:moveTo>
                    <a:pt x="0" y="0"/>
                  </a:moveTo>
                  <a:lnTo>
                    <a:pt x="17721" y="824"/>
                  </a:lnTo>
                  <a:lnTo>
                    <a:pt x="17721" y="202230"/>
                  </a:lnTo>
                  <a:lnTo>
                    <a:pt x="0" y="202230"/>
                  </a:lnTo>
                  <a:close/>
                </a:path>
              </a:pathLst>
            </a:custGeom>
            <a:solidFill>
              <a:srgbClr val="CD9A86">
                <a:alpha val="100000"/>
              </a:srgbClr>
            </a:solidFill>
            <a:ln w="4762" cap="rnd">
              <a:solidFill>
                <a:srgbClr val="CD9A8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g3511"/>
            <p:cNvSpPr/>
            <p:nvPr/>
          </p:nvSpPr>
          <p:spPr>
            <a:xfrm>
              <a:off x="5776715" y="6578359"/>
              <a:ext cx="17721" cy="201406"/>
            </a:xfrm>
            <a:custGeom>
              <a:avLst/>
              <a:pathLst>
                <a:path w="17721" h="201406">
                  <a:moveTo>
                    <a:pt x="0" y="0"/>
                  </a:moveTo>
                  <a:lnTo>
                    <a:pt x="17721" y="493"/>
                  </a:lnTo>
                  <a:lnTo>
                    <a:pt x="17721" y="201406"/>
                  </a:lnTo>
                  <a:lnTo>
                    <a:pt x="0" y="201406"/>
                  </a:lnTo>
                  <a:close/>
                </a:path>
              </a:pathLst>
            </a:custGeom>
            <a:solidFill>
              <a:srgbClr val="CD9A85">
                <a:alpha val="100000"/>
              </a:srgbClr>
            </a:solidFill>
            <a:ln w="4762" cap="rnd">
              <a:solidFill>
                <a:srgbClr val="CD9A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g3512"/>
            <p:cNvSpPr/>
            <p:nvPr/>
          </p:nvSpPr>
          <p:spPr>
            <a:xfrm>
              <a:off x="5794437" y="6578801"/>
              <a:ext cx="35442" cy="200965"/>
            </a:xfrm>
            <a:custGeom>
              <a:avLst/>
              <a:pathLst>
                <a:path w="35442" h="200965">
                  <a:moveTo>
                    <a:pt x="0" y="52"/>
                  </a:moveTo>
                  <a:lnTo>
                    <a:pt x="17721" y="265"/>
                  </a:lnTo>
                  <a:lnTo>
                    <a:pt x="35442" y="0"/>
                  </a:lnTo>
                  <a:lnTo>
                    <a:pt x="35442" y="200965"/>
                  </a:lnTo>
                  <a:lnTo>
                    <a:pt x="17721" y="200965"/>
                  </a:lnTo>
                  <a:lnTo>
                    <a:pt x="0" y="200965"/>
                  </a:lnTo>
                  <a:close/>
                </a:path>
              </a:pathLst>
            </a:custGeom>
            <a:solidFill>
              <a:srgbClr val="CD9985">
                <a:alpha val="100000"/>
              </a:srgbClr>
            </a:solidFill>
            <a:ln w="4762" cap="rnd">
              <a:solidFill>
                <a:srgbClr val="CD99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g3513"/>
            <p:cNvSpPr/>
            <p:nvPr/>
          </p:nvSpPr>
          <p:spPr>
            <a:xfrm>
              <a:off x="5829879" y="6578209"/>
              <a:ext cx="17721" cy="201556"/>
            </a:xfrm>
            <a:custGeom>
              <a:avLst/>
              <a:pathLst>
                <a:path w="17721" h="201556">
                  <a:moveTo>
                    <a:pt x="0" y="591"/>
                  </a:moveTo>
                  <a:lnTo>
                    <a:pt x="17721" y="0"/>
                  </a:lnTo>
                  <a:lnTo>
                    <a:pt x="17721" y="201556"/>
                  </a:lnTo>
                  <a:lnTo>
                    <a:pt x="0" y="201556"/>
                  </a:lnTo>
                  <a:close/>
                </a:path>
              </a:pathLst>
            </a:custGeom>
            <a:solidFill>
              <a:srgbClr val="CC9984">
                <a:alpha val="100000"/>
              </a:srgbClr>
            </a:solidFill>
            <a:ln w="4762" cap="rnd">
              <a:solidFill>
                <a:srgbClr val="CC99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g3514"/>
            <p:cNvSpPr/>
            <p:nvPr/>
          </p:nvSpPr>
          <p:spPr>
            <a:xfrm>
              <a:off x="5847601" y="6577353"/>
              <a:ext cx="17721" cy="202412"/>
            </a:xfrm>
            <a:custGeom>
              <a:avLst/>
              <a:pathLst>
                <a:path w="17721" h="202412">
                  <a:moveTo>
                    <a:pt x="0" y="856"/>
                  </a:moveTo>
                  <a:lnTo>
                    <a:pt x="17721" y="0"/>
                  </a:lnTo>
                  <a:lnTo>
                    <a:pt x="17721" y="202412"/>
                  </a:lnTo>
                  <a:lnTo>
                    <a:pt x="0" y="202412"/>
                  </a:lnTo>
                  <a:close/>
                </a:path>
              </a:pathLst>
            </a:custGeom>
            <a:solidFill>
              <a:srgbClr val="CC9884">
                <a:alpha val="100000"/>
              </a:srgbClr>
            </a:solidFill>
            <a:ln w="4762" cap="rnd">
              <a:solidFill>
                <a:srgbClr val="CC98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g3515"/>
            <p:cNvSpPr/>
            <p:nvPr/>
          </p:nvSpPr>
          <p:spPr>
            <a:xfrm>
              <a:off x="5865322" y="6576061"/>
              <a:ext cx="17721" cy="203705"/>
            </a:xfrm>
            <a:custGeom>
              <a:avLst/>
              <a:pathLst>
                <a:path w="17721" h="203705">
                  <a:moveTo>
                    <a:pt x="0" y="1292"/>
                  </a:moveTo>
                  <a:lnTo>
                    <a:pt x="17721" y="0"/>
                  </a:lnTo>
                  <a:lnTo>
                    <a:pt x="17721" y="203705"/>
                  </a:lnTo>
                  <a:lnTo>
                    <a:pt x="0" y="203705"/>
                  </a:lnTo>
                  <a:close/>
                </a:path>
              </a:pathLst>
            </a:custGeom>
            <a:solidFill>
              <a:srgbClr val="CC9883">
                <a:alpha val="100000"/>
              </a:srgbClr>
            </a:solidFill>
            <a:ln w="4762" cap="rnd">
              <a:solidFill>
                <a:srgbClr val="CC98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g3516"/>
            <p:cNvSpPr/>
            <p:nvPr/>
          </p:nvSpPr>
          <p:spPr>
            <a:xfrm>
              <a:off x="5883044" y="6572613"/>
              <a:ext cx="35442" cy="207153"/>
            </a:xfrm>
            <a:custGeom>
              <a:avLst/>
              <a:pathLst>
                <a:path w="35442" h="207153">
                  <a:moveTo>
                    <a:pt x="0" y="3447"/>
                  </a:moveTo>
                  <a:lnTo>
                    <a:pt x="17721" y="1844"/>
                  </a:lnTo>
                  <a:lnTo>
                    <a:pt x="35442" y="0"/>
                  </a:lnTo>
                  <a:lnTo>
                    <a:pt x="35442" y="207153"/>
                  </a:lnTo>
                  <a:lnTo>
                    <a:pt x="17721" y="207153"/>
                  </a:lnTo>
                  <a:lnTo>
                    <a:pt x="0" y="207153"/>
                  </a:lnTo>
                  <a:close/>
                </a:path>
              </a:pathLst>
            </a:custGeom>
            <a:solidFill>
              <a:srgbClr val="CC9783">
                <a:alpha val="100000"/>
              </a:srgbClr>
            </a:solidFill>
            <a:ln w="4762" cap="rnd">
              <a:solidFill>
                <a:srgbClr val="CC97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g3517"/>
            <p:cNvSpPr/>
            <p:nvPr/>
          </p:nvSpPr>
          <p:spPr>
            <a:xfrm>
              <a:off x="5918486" y="6570383"/>
              <a:ext cx="17721" cy="209382"/>
            </a:xfrm>
            <a:custGeom>
              <a:avLst/>
              <a:pathLst>
                <a:path w="17721" h="209382">
                  <a:moveTo>
                    <a:pt x="0" y="2229"/>
                  </a:moveTo>
                  <a:lnTo>
                    <a:pt x="17721" y="0"/>
                  </a:lnTo>
                  <a:lnTo>
                    <a:pt x="17721" y="209382"/>
                  </a:lnTo>
                  <a:lnTo>
                    <a:pt x="0" y="209382"/>
                  </a:lnTo>
                  <a:close/>
                </a:path>
              </a:pathLst>
            </a:custGeom>
            <a:solidFill>
              <a:srgbClr val="CB9782">
                <a:alpha val="100000"/>
              </a:srgbClr>
            </a:solidFill>
            <a:ln w="4762" cap="rnd">
              <a:solidFill>
                <a:srgbClr val="CB97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g3518"/>
            <p:cNvSpPr/>
            <p:nvPr/>
          </p:nvSpPr>
          <p:spPr>
            <a:xfrm>
              <a:off x="5936208" y="6567870"/>
              <a:ext cx="17721" cy="211896"/>
            </a:xfrm>
            <a:custGeom>
              <a:avLst/>
              <a:pathLst>
                <a:path w="17721" h="211896">
                  <a:moveTo>
                    <a:pt x="0" y="2513"/>
                  </a:moveTo>
                  <a:lnTo>
                    <a:pt x="17721" y="0"/>
                  </a:lnTo>
                  <a:lnTo>
                    <a:pt x="17721" y="211896"/>
                  </a:lnTo>
                  <a:lnTo>
                    <a:pt x="0" y="211896"/>
                  </a:lnTo>
                  <a:close/>
                </a:path>
              </a:pathLst>
            </a:custGeom>
            <a:solidFill>
              <a:srgbClr val="CB9682">
                <a:alpha val="100000"/>
              </a:srgbClr>
            </a:solidFill>
            <a:ln w="4762" cap="rnd">
              <a:solidFill>
                <a:srgbClr val="CB96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g3519"/>
            <p:cNvSpPr/>
            <p:nvPr/>
          </p:nvSpPr>
          <p:spPr>
            <a:xfrm>
              <a:off x="5953929" y="6565144"/>
              <a:ext cx="17721" cy="214622"/>
            </a:xfrm>
            <a:custGeom>
              <a:avLst/>
              <a:pathLst>
                <a:path w="17721" h="214622">
                  <a:moveTo>
                    <a:pt x="0" y="2725"/>
                  </a:moveTo>
                  <a:lnTo>
                    <a:pt x="17721" y="0"/>
                  </a:lnTo>
                  <a:lnTo>
                    <a:pt x="17721" y="214622"/>
                  </a:lnTo>
                  <a:lnTo>
                    <a:pt x="0" y="214622"/>
                  </a:lnTo>
                  <a:close/>
                </a:path>
              </a:pathLst>
            </a:custGeom>
            <a:solidFill>
              <a:srgbClr val="CB9681">
                <a:alpha val="100000"/>
              </a:srgbClr>
            </a:solidFill>
            <a:ln w="4762" cap="rnd">
              <a:solidFill>
                <a:srgbClr val="CB96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g3520"/>
            <p:cNvSpPr/>
            <p:nvPr/>
          </p:nvSpPr>
          <p:spPr>
            <a:xfrm>
              <a:off x="5971650" y="6558795"/>
              <a:ext cx="35442" cy="220970"/>
            </a:xfrm>
            <a:custGeom>
              <a:avLst/>
              <a:pathLst>
                <a:path w="35442" h="220970">
                  <a:moveTo>
                    <a:pt x="0" y="6348"/>
                  </a:moveTo>
                  <a:lnTo>
                    <a:pt x="17721" y="3298"/>
                  </a:lnTo>
                  <a:lnTo>
                    <a:pt x="35442" y="0"/>
                  </a:lnTo>
                  <a:lnTo>
                    <a:pt x="35442" y="220970"/>
                  </a:lnTo>
                  <a:lnTo>
                    <a:pt x="17721" y="220970"/>
                  </a:lnTo>
                  <a:lnTo>
                    <a:pt x="0" y="220970"/>
                  </a:lnTo>
                  <a:close/>
                </a:path>
              </a:pathLst>
            </a:custGeom>
            <a:solidFill>
              <a:srgbClr val="CB9581">
                <a:alpha val="100000"/>
              </a:srgbClr>
            </a:solidFill>
            <a:ln w="4762" cap="rnd">
              <a:solidFill>
                <a:srgbClr val="CB95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g3521"/>
            <p:cNvSpPr/>
            <p:nvPr/>
          </p:nvSpPr>
          <p:spPr>
            <a:xfrm>
              <a:off x="6007093" y="6555320"/>
              <a:ext cx="17721" cy="224445"/>
            </a:xfrm>
            <a:custGeom>
              <a:avLst/>
              <a:pathLst>
                <a:path w="17721" h="224445">
                  <a:moveTo>
                    <a:pt x="0" y="3474"/>
                  </a:moveTo>
                  <a:lnTo>
                    <a:pt x="17721" y="0"/>
                  </a:lnTo>
                  <a:lnTo>
                    <a:pt x="17721" y="224445"/>
                  </a:lnTo>
                  <a:lnTo>
                    <a:pt x="0" y="224445"/>
                  </a:lnTo>
                  <a:close/>
                </a:path>
              </a:pathLst>
            </a:custGeom>
            <a:solidFill>
              <a:srgbClr val="CA9580">
                <a:alpha val="100000"/>
              </a:srgbClr>
            </a:solidFill>
            <a:ln w="4762" cap="rnd">
              <a:solidFill>
                <a:srgbClr val="CA95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g3522"/>
            <p:cNvSpPr/>
            <p:nvPr/>
          </p:nvSpPr>
          <p:spPr>
            <a:xfrm>
              <a:off x="6024815" y="6551587"/>
              <a:ext cx="17721" cy="228178"/>
            </a:xfrm>
            <a:custGeom>
              <a:avLst/>
              <a:pathLst>
                <a:path w="17721" h="228178">
                  <a:moveTo>
                    <a:pt x="0" y="3733"/>
                  </a:moveTo>
                  <a:lnTo>
                    <a:pt x="17721" y="0"/>
                  </a:lnTo>
                  <a:lnTo>
                    <a:pt x="17721" y="228178"/>
                  </a:lnTo>
                  <a:lnTo>
                    <a:pt x="0" y="228178"/>
                  </a:lnTo>
                  <a:close/>
                </a:path>
              </a:pathLst>
            </a:custGeom>
            <a:solidFill>
              <a:srgbClr val="CA9480">
                <a:alpha val="100000"/>
              </a:srgbClr>
            </a:solidFill>
            <a:ln w="4762" cap="rnd">
              <a:solidFill>
                <a:srgbClr val="CA94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g3523"/>
            <p:cNvSpPr/>
            <p:nvPr/>
          </p:nvSpPr>
          <p:spPr>
            <a:xfrm>
              <a:off x="6042536" y="6543581"/>
              <a:ext cx="35442" cy="236184"/>
            </a:xfrm>
            <a:custGeom>
              <a:avLst/>
              <a:pathLst>
                <a:path w="35442" h="236184">
                  <a:moveTo>
                    <a:pt x="0" y="8006"/>
                  </a:moveTo>
                  <a:lnTo>
                    <a:pt x="17721" y="4071"/>
                  </a:lnTo>
                  <a:lnTo>
                    <a:pt x="35442" y="0"/>
                  </a:lnTo>
                  <a:lnTo>
                    <a:pt x="35442" y="236184"/>
                  </a:lnTo>
                  <a:lnTo>
                    <a:pt x="17721" y="236184"/>
                  </a:lnTo>
                  <a:lnTo>
                    <a:pt x="0" y="236184"/>
                  </a:lnTo>
                  <a:close/>
                </a:path>
              </a:pathLst>
            </a:custGeom>
            <a:solidFill>
              <a:srgbClr val="CA947F">
                <a:alpha val="100000"/>
              </a:srgbClr>
            </a:solidFill>
            <a:ln w="4762" cap="rnd">
              <a:solidFill>
                <a:srgbClr val="CA94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g3524"/>
            <p:cNvSpPr/>
            <p:nvPr/>
          </p:nvSpPr>
          <p:spPr>
            <a:xfrm>
              <a:off x="6077979" y="6539321"/>
              <a:ext cx="17721" cy="240444"/>
            </a:xfrm>
            <a:custGeom>
              <a:avLst/>
              <a:pathLst>
                <a:path w="17721" h="240444">
                  <a:moveTo>
                    <a:pt x="0" y="4259"/>
                  </a:moveTo>
                  <a:lnTo>
                    <a:pt x="17721" y="0"/>
                  </a:lnTo>
                  <a:lnTo>
                    <a:pt x="17721" y="240444"/>
                  </a:lnTo>
                  <a:lnTo>
                    <a:pt x="0" y="240444"/>
                  </a:lnTo>
                  <a:close/>
                </a:path>
              </a:pathLst>
            </a:custGeom>
            <a:solidFill>
              <a:srgbClr val="C9937F">
                <a:alpha val="100000"/>
              </a:srgbClr>
            </a:solidFill>
            <a:ln w="4762" cap="rnd">
              <a:solidFill>
                <a:srgbClr val="C99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g3525"/>
            <p:cNvSpPr/>
            <p:nvPr/>
          </p:nvSpPr>
          <p:spPr>
            <a:xfrm>
              <a:off x="6095700" y="6534915"/>
              <a:ext cx="17721" cy="244851"/>
            </a:xfrm>
            <a:custGeom>
              <a:avLst/>
              <a:pathLst>
                <a:path w="17721" h="244851">
                  <a:moveTo>
                    <a:pt x="0" y="4406"/>
                  </a:moveTo>
                  <a:lnTo>
                    <a:pt x="17721" y="0"/>
                  </a:lnTo>
                  <a:lnTo>
                    <a:pt x="17721" y="244851"/>
                  </a:lnTo>
                  <a:lnTo>
                    <a:pt x="0" y="244851"/>
                  </a:lnTo>
                  <a:close/>
                </a:path>
              </a:pathLst>
            </a:custGeom>
            <a:solidFill>
              <a:srgbClr val="C9937E">
                <a:alpha val="100000"/>
              </a:srgbClr>
            </a:solidFill>
            <a:ln w="4762" cap="rnd">
              <a:solidFill>
                <a:srgbClr val="C993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g3526"/>
            <p:cNvSpPr/>
            <p:nvPr/>
          </p:nvSpPr>
          <p:spPr>
            <a:xfrm>
              <a:off x="6113421" y="6530416"/>
              <a:ext cx="17721" cy="249349"/>
            </a:xfrm>
            <a:custGeom>
              <a:avLst/>
              <a:pathLst>
                <a:path w="17721" h="249349">
                  <a:moveTo>
                    <a:pt x="0" y="4498"/>
                  </a:moveTo>
                  <a:lnTo>
                    <a:pt x="17721" y="0"/>
                  </a:lnTo>
                  <a:lnTo>
                    <a:pt x="17721" y="249349"/>
                  </a:lnTo>
                  <a:lnTo>
                    <a:pt x="0" y="249349"/>
                  </a:lnTo>
                  <a:close/>
                </a:path>
              </a:pathLst>
            </a:custGeom>
            <a:solidFill>
              <a:srgbClr val="C9927E">
                <a:alpha val="100000"/>
              </a:srgbClr>
            </a:solidFill>
            <a:ln w="4762" cap="rnd">
              <a:solidFill>
                <a:srgbClr val="C992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g3527"/>
            <p:cNvSpPr/>
            <p:nvPr/>
          </p:nvSpPr>
          <p:spPr>
            <a:xfrm>
              <a:off x="6131143" y="6521100"/>
              <a:ext cx="35442" cy="258665"/>
            </a:xfrm>
            <a:custGeom>
              <a:avLst/>
              <a:pathLst>
                <a:path w="35442" h="258665">
                  <a:moveTo>
                    <a:pt x="0" y="9316"/>
                  </a:moveTo>
                  <a:lnTo>
                    <a:pt x="17721" y="4700"/>
                  </a:lnTo>
                  <a:lnTo>
                    <a:pt x="35442" y="0"/>
                  </a:lnTo>
                  <a:lnTo>
                    <a:pt x="35442" y="258665"/>
                  </a:lnTo>
                  <a:lnTo>
                    <a:pt x="17721" y="258665"/>
                  </a:lnTo>
                  <a:lnTo>
                    <a:pt x="0" y="258665"/>
                  </a:lnTo>
                  <a:close/>
                </a:path>
              </a:pathLst>
            </a:custGeom>
            <a:solidFill>
              <a:srgbClr val="C9927D">
                <a:alpha val="100000"/>
              </a:srgbClr>
            </a:solidFill>
            <a:ln w="4762" cap="rnd">
              <a:solidFill>
                <a:srgbClr val="C992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g3528"/>
            <p:cNvSpPr/>
            <p:nvPr/>
          </p:nvSpPr>
          <p:spPr>
            <a:xfrm>
              <a:off x="6166585" y="6516355"/>
              <a:ext cx="17721" cy="263410"/>
            </a:xfrm>
            <a:custGeom>
              <a:avLst/>
              <a:pathLst>
                <a:path w="17721" h="263410">
                  <a:moveTo>
                    <a:pt x="0" y="4744"/>
                  </a:moveTo>
                  <a:lnTo>
                    <a:pt x="17721" y="0"/>
                  </a:lnTo>
                  <a:lnTo>
                    <a:pt x="17721" y="263410"/>
                  </a:lnTo>
                  <a:lnTo>
                    <a:pt x="0" y="263410"/>
                  </a:lnTo>
                  <a:close/>
                </a:path>
              </a:pathLst>
            </a:custGeom>
            <a:solidFill>
              <a:srgbClr val="C8917D">
                <a:alpha val="100000"/>
              </a:srgbClr>
            </a:solidFill>
            <a:ln w="4762" cap="rnd">
              <a:solidFill>
                <a:srgbClr val="C891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g3529"/>
            <p:cNvSpPr/>
            <p:nvPr/>
          </p:nvSpPr>
          <p:spPr>
            <a:xfrm>
              <a:off x="6184307" y="6511563"/>
              <a:ext cx="17721" cy="268203"/>
            </a:xfrm>
            <a:custGeom>
              <a:avLst/>
              <a:pathLst>
                <a:path w="17721" h="268203">
                  <a:moveTo>
                    <a:pt x="0" y="4792"/>
                  </a:moveTo>
                  <a:lnTo>
                    <a:pt x="17721" y="0"/>
                  </a:lnTo>
                  <a:lnTo>
                    <a:pt x="17721" y="268203"/>
                  </a:lnTo>
                  <a:lnTo>
                    <a:pt x="0" y="268203"/>
                  </a:lnTo>
                  <a:close/>
                </a:path>
              </a:pathLst>
            </a:custGeom>
            <a:solidFill>
              <a:srgbClr val="C8917C">
                <a:alpha val="100000"/>
              </a:srgbClr>
            </a:solidFill>
            <a:ln w="4762" cap="rnd">
              <a:solidFill>
                <a:srgbClr val="C891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g3530"/>
            <p:cNvSpPr/>
            <p:nvPr/>
          </p:nvSpPr>
          <p:spPr>
            <a:xfrm>
              <a:off x="6202028" y="6506755"/>
              <a:ext cx="17721" cy="273011"/>
            </a:xfrm>
            <a:custGeom>
              <a:avLst/>
              <a:pathLst>
                <a:path w="17721" h="273011">
                  <a:moveTo>
                    <a:pt x="0" y="4808"/>
                  </a:moveTo>
                  <a:lnTo>
                    <a:pt x="17721" y="0"/>
                  </a:lnTo>
                  <a:lnTo>
                    <a:pt x="17721" y="273011"/>
                  </a:lnTo>
                  <a:lnTo>
                    <a:pt x="0" y="273011"/>
                  </a:lnTo>
                  <a:close/>
                </a:path>
              </a:pathLst>
            </a:custGeom>
            <a:solidFill>
              <a:srgbClr val="C8907C">
                <a:alpha val="100000"/>
              </a:srgbClr>
            </a:solidFill>
            <a:ln w="4762" cap="rnd">
              <a:solidFill>
                <a:srgbClr val="C890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g3531"/>
            <p:cNvSpPr/>
            <p:nvPr/>
          </p:nvSpPr>
          <p:spPr>
            <a:xfrm>
              <a:off x="6219750" y="6497164"/>
              <a:ext cx="35442" cy="282602"/>
            </a:xfrm>
            <a:custGeom>
              <a:avLst/>
              <a:pathLst>
                <a:path w="35442" h="282602">
                  <a:moveTo>
                    <a:pt x="0" y="9590"/>
                  </a:moveTo>
                  <a:lnTo>
                    <a:pt x="17721" y="4785"/>
                  </a:lnTo>
                  <a:lnTo>
                    <a:pt x="35442" y="0"/>
                  </a:lnTo>
                  <a:lnTo>
                    <a:pt x="35442" y="282602"/>
                  </a:lnTo>
                  <a:lnTo>
                    <a:pt x="17721" y="282602"/>
                  </a:lnTo>
                  <a:lnTo>
                    <a:pt x="0" y="282602"/>
                  </a:lnTo>
                  <a:close/>
                </a:path>
              </a:pathLst>
            </a:custGeom>
            <a:solidFill>
              <a:srgbClr val="C8907B">
                <a:alpha val="100000"/>
              </a:srgbClr>
            </a:solidFill>
            <a:ln w="4762" cap="rnd">
              <a:solidFill>
                <a:srgbClr val="C890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g3532"/>
            <p:cNvSpPr/>
            <p:nvPr/>
          </p:nvSpPr>
          <p:spPr>
            <a:xfrm>
              <a:off x="6255192" y="6492436"/>
              <a:ext cx="17721" cy="287330"/>
            </a:xfrm>
            <a:custGeom>
              <a:avLst/>
              <a:pathLst>
                <a:path w="17721" h="287330">
                  <a:moveTo>
                    <a:pt x="0" y="4728"/>
                  </a:moveTo>
                  <a:lnTo>
                    <a:pt x="17721" y="0"/>
                  </a:lnTo>
                  <a:lnTo>
                    <a:pt x="17721" y="287330"/>
                  </a:lnTo>
                  <a:lnTo>
                    <a:pt x="0" y="287330"/>
                  </a:lnTo>
                  <a:close/>
                </a:path>
              </a:pathLst>
            </a:custGeom>
            <a:solidFill>
              <a:srgbClr val="C78F7B">
                <a:alpha val="100000"/>
              </a:srgbClr>
            </a:solidFill>
            <a:ln w="4762" cap="rnd">
              <a:solidFill>
                <a:srgbClr val="C78F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g3533"/>
            <p:cNvSpPr/>
            <p:nvPr/>
          </p:nvSpPr>
          <p:spPr>
            <a:xfrm>
              <a:off x="6272914" y="6487758"/>
              <a:ext cx="17721" cy="292008"/>
            </a:xfrm>
            <a:custGeom>
              <a:avLst/>
              <a:pathLst>
                <a:path w="17721" h="292008">
                  <a:moveTo>
                    <a:pt x="0" y="4677"/>
                  </a:moveTo>
                  <a:lnTo>
                    <a:pt x="17721" y="0"/>
                  </a:lnTo>
                  <a:lnTo>
                    <a:pt x="17721" y="292008"/>
                  </a:lnTo>
                  <a:lnTo>
                    <a:pt x="0" y="292008"/>
                  </a:lnTo>
                  <a:close/>
                </a:path>
              </a:pathLst>
            </a:custGeom>
            <a:solidFill>
              <a:srgbClr val="C78F7A">
                <a:alpha val="100000"/>
              </a:srgbClr>
            </a:solidFill>
            <a:ln w="4762" cap="rnd">
              <a:solidFill>
                <a:srgbClr val="C78F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g3534"/>
            <p:cNvSpPr/>
            <p:nvPr/>
          </p:nvSpPr>
          <p:spPr>
            <a:xfrm>
              <a:off x="6290635" y="6483161"/>
              <a:ext cx="17721" cy="296605"/>
            </a:xfrm>
            <a:custGeom>
              <a:avLst/>
              <a:pathLst>
                <a:path w="17721" h="296605">
                  <a:moveTo>
                    <a:pt x="0" y="4597"/>
                  </a:moveTo>
                  <a:lnTo>
                    <a:pt x="17721" y="0"/>
                  </a:lnTo>
                  <a:lnTo>
                    <a:pt x="17721" y="296605"/>
                  </a:lnTo>
                  <a:lnTo>
                    <a:pt x="0" y="296605"/>
                  </a:lnTo>
                  <a:close/>
                </a:path>
              </a:pathLst>
            </a:custGeom>
            <a:solidFill>
              <a:srgbClr val="C78E7A">
                <a:alpha val="100000"/>
              </a:srgbClr>
            </a:solidFill>
            <a:ln w="4762" cap="rnd">
              <a:solidFill>
                <a:srgbClr val="C78E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g3535"/>
            <p:cNvSpPr/>
            <p:nvPr/>
          </p:nvSpPr>
          <p:spPr>
            <a:xfrm>
              <a:off x="6308356" y="6478695"/>
              <a:ext cx="17721" cy="301070"/>
            </a:xfrm>
            <a:custGeom>
              <a:avLst/>
              <a:pathLst>
                <a:path w="17721" h="301070">
                  <a:moveTo>
                    <a:pt x="0" y="4465"/>
                  </a:moveTo>
                  <a:lnTo>
                    <a:pt x="17721" y="0"/>
                  </a:lnTo>
                  <a:lnTo>
                    <a:pt x="17721" y="301070"/>
                  </a:lnTo>
                  <a:lnTo>
                    <a:pt x="0" y="301070"/>
                  </a:lnTo>
                  <a:close/>
                </a:path>
              </a:pathLst>
            </a:custGeom>
            <a:solidFill>
              <a:srgbClr val="C78E79">
                <a:alpha val="100000"/>
              </a:srgbClr>
            </a:solidFill>
            <a:ln w="4762" cap="rnd">
              <a:solidFill>
                <a:srgbClr val="C7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g3536"/>
            <p:cNvSpPr/>
            <p:nvPr/>
          </p:nvSpPr>
          <p:spPr>
            <a:xfrm>
              <a:off x="6326078" y="6474326"/>
              <a:ext cx="17721" cy="305439"/>
            </a:xfrm>
            <a:custGeom>
              <a:avLst/>
              <a:pathLst>
                <a:path w="17721" h="305439">
                  <a:moveTo>
                    <a:pt x="0" y="4369"/>
                  </a:moveTo>
                  <a:lnTo>
                    <a:pt x="17721" y="0"/>
                  </a:lnTo>
                  <a:lnTo>
                    <a:pt x="17721" y="305439"/>
                  </a:lnTo>
                  <a:lnTo>
                    <a:pt x="0" y="305439"/>
                  </a:lnTo>
                  <a:close/>
                </a:path>
              </a:pathLst>
            </a:custGeom>
            <a:solidFill>
              <a:srgbClr val="C68E79">
                <a:alpha val="100000"/>
              </a:srgbClr>
            </a:solidFill>
            <a:ln w="4762" cap="rnd">
              <a:solidFill>
                <a:srgbClr val="C68E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g3537"/>
            <p:cNvSpPr/>
            <p:nvPr/>
          </p:nvSpPr>
          <p:spPr>
            <a:xfrm>
              <a:off x="6343799" y="6470093"/>
              <a:ext cx="17721" cy="309673"/>
            </a:xfrm>
            <a:custGeom>
              <a:avLst/>
              <a:pathLst>
                <a:path w="17721" h="309673">
                  <a:moveTo>
                    <a:pt x="0" y="4233"/>
                  </a:moveTo>
                  <a:lnTo>
                    <a:pt x="17721" y="0"/>
                  </a:lnTo>
                  <a:lnTo>
                    <a:pt x="17721" y="309673"/>
                  </a:lnTo>
                  <a:lnTo>
                    <a:pt x="0" y="309673"/>
                  </a:lnTo>
                  <a:close/>
                </a:path>
              </a:pathLst>
            </a:custGeom>
            <a:solidFill>
              <a:srgbClr val="C68D79">
                <a:alpha val="100000"/>
              </a:srgbClr>
            </a:solidFill>
            <a:ln w="4762" cap="rnd">
              <a:solidFill>
                <a:srgbClr val="C68D7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g3538"/>
            <p:cNvSpPr/>
            <p:nvPr/>
          </p:nvSpPr>
          <p:spPr>
            <a:xfrm>
              <a:off x="6361521" y="6462174"/>
              <a:ext cx="35442" cy="317592"/>
            </a:xfrm>
            <a:custGeom>
              <a:avLst/>
              <a:pathLst>
                <a:path w="35442" h="317592">
                  <a:moveTo>
                    <a:pt x="0" y="7918"/>
                  </a:moveTo>
                  <a:lnTo>
                    <a:pt x="17721" y="3890"/>
                  </a:lnTo>
                  <a:lnTo>
                    <a:pt x="35442" y="0"/>
                  </a:lnTo>
                  <a:lnTo>
                    <a:pt x="35442" y="317592"/>
                  </a:lnTo>
                  <a:lnTo>
                    <a:pt x="17721" y="317592"/>
                  </a:lnTo>
                  <a:lnTo>
                    <a:pt x="0" y="317592"/>
                  </a:lnTo>
                  <a:close/>
                </a:path>
              </a:pathLst>
            </a:custGeom>
            <a:solidFill>
              <a:srgbClr val="C68D78">
                <a:alpha val="100000"/>
              </a:srgbClr>
            </a:solidFill>
            <a:ln w="4762" cap="rnd">
              <a:solidFill>
                <a:srgbClr val="C68D7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g3539"/>
            <p:cNvSpPr/>
            <p:nvPr/>
          </p:nvSpPr>
          <p:spPr>
            <a:xfrm>
              <a:off x="6396963" y="6458465"/>
              <a:ext cx="17721" cy="321300"/>
            </a:xfrm>
            <a:custGeom>
              <a:avLst/>
              <a:pathLst>
                <a:path w="17721" h="321300">
                  <a:moveTo>
                    <a:pt x="0" y="3708"/>
                  </a:moveTo>
                  <a:lnTo>
                    <a:pt x="17721" y="0"/>
                  </a:lnTo>
                  <a:lnTo>
                    <a:pt x="17721" y="321300"/>
                  </a:lnTo>
                  <a:lnTo>
                    <a:pt x="0" y="321300"/>
                  </a:lnTo>
                  <a:close/>
                </a:path>
              </a:pathLst>
            </a:custGeom>
            <a:solidFill>
              <a:srgbClr val="C68C77">
                <a:alpha val="100000"/>
              </a:srgbClr>
            </a:solidFill>
            <a:ln w="4762" cap="rnd">
              <a:solidFill>
                <a:srgbClr val="C6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g3540"/>
            <p:cNvSpPr/>
            <p:nvPr/>
          </p:nvSpPr>
          <p:spPr>
            <a:xfrm>
              <a:off x="6414685" y="6455032"/>
              <a:ext cx="17721" cy="324734"/>
            </a:xfrm>
            <a:custGeom>
              <a:avLst/>
              <a:pathLst>
                <a:path w="17721" h="324734">
                  <a:moveTo>
                    <a:pt x="0" y="3433"/>
                  </a:moveTo>
                  <a:lnTo>
                    <a:pt x="17721" y="0"/>
                  </a:lnTo>
                  <a:lnTo>
                    <a:pt x="17721" y="324734"/>
                  </a:lnTo>
                  <a:lnTo>
                    <a:pt x="0" y="324734"/>
                  </a:lnTo>
                  <a:close/>
                </a:path>
              </a:pathLst>
            </a:custGeom>
            <a:solidFill>
              <a:srgbClr val="C58C77">
                <a:alpha val="100000"/>
              </a:srgbClr>
            </a:solidFill>
            <a:ln w="4762" cap="rnd">
              <a:solidFill>
                <a:srgbClr val="C58C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g3541"/>
            <p:cNvSpPr/>
            <p:nvPr/>
          </p:nvSpPr>
          <p:spPr>
            <a:xfrm>
              <a:off x="6432406" y="6451774"/>
              <a:ext cx="17721" cy="327992"/>
            </a:xfrm>
            <a:custGeom>
              <a:avLst/>
              <a:pathLst>
                <a:path w="17721" h="327992">
                  <a:moveTo>
                    <a:pt x="0" y="3258"/>
                  </a:moveTo>
                  <a:lnTo>
                    <a:pt x="17721" y="0"/>
                  </a:lnTo>
                  <a:lnTo>
                    <a:pt x="17721" y="327992"/>
                  </a:lnTo>
                  <a:lnTo>
                    <a:pt x="0" y="327992"/>
                  </a:lnTo>
                  <a:close/>
                </a:path>
              </a:pathLst>
            </a:custGeom>
            <a:solidFill>
              <a:srgbClr val="C58B77">
                <a:alpha val="100000"/>
              </a:srgbClr>
            </a:solidFill>
            <a:ln w="4762" cap="rnd">
              <a:solidFill>
                <a:srgbClr val="C58B7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g3542"/>
            <p:cNvSpPr/>
            <p:nvPr/>
          </p:nvSpPr>
          <p:spPr>
            <a:xfrm>
              <a:off x="6450127" y="6446033"/>
              <a:ext cx="35442" cy="333733"/>
            </a:xfrm>
            <a:custGeom>
              <a:avLst/>
              <a:pathLst>
                <a:path w="35442" h="333733">
                  <a:moveTo>
                    <a:pt x="0" y="5740"/>
                  </a:moveTo>
                  <a:lnTo>
                    <a:pt x="17721" y="2700"/>
                  </a:lnTo>
                  <a:lnTo>
                    <a:pt x="35442" y="0"/>
                  </a:lnTo>
                  <a:lnTo>
                    <a:pt x="35442" y="333733"/>
                  </a:lnTo>
                  <a:lnTo>
                    <a:pt x="17721" y="333733"/>
                  </a:lnTo>
                  <a:lnTo>
                    <a:pt x="0" y="333733"/>
                  </a:lnTo>
                  <a:close/>
                </a:path>
              </a:pathLst>
            </a:custGeom>
            <a:solidFill>
              <a:srgbClr val="C58B76">
                <a:alpha val="100000"/>
              </a:srgbClr>
            </a:solidFill>
            <a:ln w="4762" cap="rnd">
              <a:solidFill>
                <a:srgbClr val="C58B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g3543"/>
            <p:cNvSpPr/>
            <p:nvPr/>
          </p:nvSpPr>
          <p:spPr>
            <a:xfrm>
              <a:off x="6485570" y="6441288"/>
              <a:ext cx="35442" cy="338478"/>
            </a:xfrm>
            <a:custGeom>
              <a:avLst/>
              <a:pathLst>
                <a:path w="35442" h="338478">
                  <a:moveTo>
                    <a:pt x="0" y="4744"/>
                  </a:moveTo>
                  <a:lnTo>
                    <a:pt x="17721" y="2249"/>
                  </a:lnTo>
                  <a:lnTo>
                    <a:pt x="35442" y="0"/>
                  </a:lnTo>
                  <a:lnTo>
                    <a:pt x="35442" y="338478"/>
                  </a:lnTo>
                  <a:lnTo>
                    <a:pt x="17721" y="338478"/>
                  </a:lnTo>
                  <a:lnTo>
                    <a:pt x="0" y="338478"/>
                  </a:lnTo>
                  <a:close/>
                </a:path>
              </a:pathLst>
            </a:custGeom>
            <a:solidFill>
              <a:srgbClr val="C48A75">
                <a:alpha val="100000"/>
              </a:srgbClr>
            </a:solidFill>
            <a:ln w="4762" cap="rnd">
              <a:solidFill>
                <a:srgbClr val="C48A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g3544"/>
            <p:cNvSpPr/>
            <p:nvPr/>
          </p:nvSpPr>
          <p:spPr>
            <a:xfrm>
              <a:off x="6521013" y="6439432"/>
              <a:ext cx="17721" cy="340334"/>
            </a:xfrm>
            <a:custGeom>
              <a:avLst/>
              <a:pathLst>
                <a:path w="17721" h="340334">
                  <a:moveTo>
                    <a:pt x="0" y="1856"/>
                  </a:moveTo>
                  <a:lnTo>
                    <a:pt x="17721" y="0"/>
                  </a:lnTo>
                  <a:lnTo>
                    <a:pt x="17721" y="340334"/>
                  </a:lnTo>
                  <a:lnTo>
                    <a:pt x="0" y="340334"/>
                  </a:lnTo>
                  <a:close/>
                </a:path>
              </a:pathLst>
            </a:custGeom>
            <a:solidFill>
              <a:srgbClr val="C48975">
                <a:alpha val="100000"/>
              </a:srgbClr>
            </a:solidFill>
            <a:ln w="4762" cap="rnd">
              <a:solidFill>
                <a:srgbClr val="C4897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g3545"/>
            <p:cNvSpPr/>
            <p:nvPr/>
          </p:nvSpPr>
          <p:spPr>
            <a:xfrm>
              <a:off x="6538734" y="6436440"/>
              <a:ext cx="35442" cy="343326"/>
            </a:xfrm>
            <a:custGeom>
              <a:avLst/>
              <a:pathLst>
                <a:path w="35442" h="343326">
                  <a:moveTo>
                    <a:pt x="0" y="2992"/>
                  </a:moveTo>
                  <a:lnTo>
                    <a:pt x="17721" y="1365"/>
                  </a:lnTo>
                  <a:lnTo>
                    <a:pt x="35442" y="0"/>
                  </a:lnTo>
                  <a:lnTo>
                    <a:pt x="35442" y="343326"/>
                  </a:lnTo>
                  <a:lnTo>
                    <a:pt x="17721" y="343326"/>
                  </a:lnTo>
                  <a:lnTo>
                    <a:pt x="0" y="343326"/>
                  </a:lnTo>
                  <a:close/>
                </a:path>
              </a:pathLst>
            </a:custGeom>
            <a:solidFill>
              <a:srgbClr val="C48974">
                <a:alpha val="100000"/>
              </a:srgbClr>
            </a:solidFill>
            <a:ln w="4762" cap="rnd">
              <a:solidFill>
                <a:srgbClr val="C4897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g3546"/>
            <p:cNvSpPr/>
            <p:nvPr/>
          </p:nvSpPr>
          <p:spPr>
            <a:xfrm>
              <a:off x="6574177" y="6434829"/>
              <a:ext cx="35442" cy="344937"/>
            </a:xfrm>
            <a:custGeom>
              <a:avLst/>
              <a:pathLst>
                <a:path w="35442" h="344937">
                  <a:moveTo>
                    <a:pt x="0" y="1610"/>
                  </a:moveTo>
                  <a:lnTo>
                    <a:pt x="17721" y="682"/>
                  </a:lnTo>
                  <a:lnTo>
                    <a:pt x="35442" y="0"/>
                  </a:lnTo>
                  <a:lnTo>
                    <a:pt x="35442" y="344937"/>
                  </a:lnTo>
                  <a:lnTo>
                    <a:pt x="17721" y="344937"/>
                  </a:lnTo>
                  <a:lnTo>
                    <a:pt x="0" y="344937"/>
                  </a:lnTo>
                  <a:close/>
                </a:path>
              </a:pathLst>
            </a:custGeom>
            <a:solidFill>
              <a:srgbClr val="C38873">
                <a:alpha val="100000"/>
              </a:srgbClr>
            </a:solidFill>
            <a:ln w="4762" cap="rnd">
              <a:solidFill>
                <a:srgbClr val="C388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g3547"/>
            <p:cNvSpPr/>
            <p:nvPr/>
          </p:nvSpPr>
          <p:spPr>
            <a:xfrm>
              <a:off x="6609620" y="6434413"/>
              <a:ext cx="17721" cy="345352"/>
            </a:xfrm>
            <a:custGeom>
              <a:avLst/>
              <a:pathLst>
                <a:path w="17721" h="345352">
                  <a:moveTo>
                    <a:pt x="0" y="415"/>
                  </a:moveTo>
                  <a:lnTo>
                    <a:pt x="17721" y="0"/>
                  </a:lnTo>
                  <a:lnTo>
                    <a:pt x="17721" y="345352"/>
                  </a:lnTo>
                  <a:lnTo>
                    <a:pt x="0" y="345352"/>
                  </a:lnTo>
                  <a:close/>
                </a:path>
              </a:pathLst>
            </a:custGeom>
            <a:solidFill>
              <a:srgbClr val="C38773">
                <a:alpha val="100000"/>
              </a:srgbClr>
            </a:solidFill>
            <a:ln w="4762" cap="rnd">
              <a:solidFill>
                <a:srgbClr val="C387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g3548"/>
            <p:cNvSpPr/>
            <p:nvPr/>
          </p:nvSpPr>
          <p:spPr>
            <a:xfrm>
              <a:off x="6627341" y="6434413"/>
              <a:ext cx="35442" cy="345352"/>
            </a:xfrm>
            <a:custGeom>
              <a:avLst/>
              <a:pathLst>
                <a:path w="35442" h="345352">
                  <a:moveTo>
                    <a:pt x="0" y="0"/>
                  </a:moveTo>
                  <a:lnTo>
                    <a:pt x="17721" y="52"/>
                  </a:lnTo>
                  <a:lnTo>
                    <a:pt x="35442" y="357"/>
                  </a:lnTo>
                  <a:lnTo>
                    <a:pt x="35442" y="345352"/>
                  </a:lnTo>
                  <a:lnTo>
                    <a:pt x="17721" y="345352"/>
                  </a:lnTo>
                  <a:lnTo>
                    <a:pt x="0" y="345352"/>
                  </a:lnTo>
                  <a:close/>
                </a:path>
              </a:pathLst>
            </a:custGeom>
            <a:solidFill>
              <a:srgbClr val="C38772">
                <a:alpha val="100000"/>
              </a:srgbClr>
            </a:solidFill>
            <a:ln w="4762" cap="rnd">
              <a:solidFill>
                <a:srgbClr val="C3877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g3549"/>
            <p:cNvSpPr/>
            <p:nvPr/>
          </p:nvSpPr>
          <p:spPr>
            <a:xfrm>
              <a:off x="6662784" y="6434771"/>
              <a:ext cx="53164" cy="344995"/>
            </a:xfrm>
            <a:custGeom>
              <a:avLst/>
              <a:pathLst>
                <a:path w="53164" h="344995">
                  <a:moveTo>
                    <a:pt x="0" y="0"/>
                  </a:moveTo>
                  <a:lnTo>
                    <a:pt x="17721" y="568"/>
                  </a:lnTo>
                  <a:lnTo>
                    <a:pt x="35442" y="1621"/>
                  </a:lnTo>
                  <a:lnTo>
                    <a:pt x="53164" y="2926"/>
                  </a:lnTo>
                  <a:lnTo>
                    <a:pt x="53164" y="344995"/>
                  </a:lnTo>
                  <a:lnTo>
                    <a:pt x="35442" y="344995"/>
                  </a:lnTo>
                  <a:lnTo>
                    <a:pt x="17721" y="344995"/>
                  </a:lnTo>
                  <a:lnTo>
                    <a:pt x="0" y="344995"/>
                  </a:lnTo>
                  <a:close/>
                </a:path>
              </a:pathLst>
            </a:custGeom>
            <a:solidFill>
              <a:srgbClr val="C28671">
                <a:alpha val="100000"/>
              </a:srgbClr>
            </a:solidFill>
            <a:ln w="4762" cap="rnd">
              <a:solidFill>
                <a:srgbClr val="C2867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g3550"/>
            <p:cNvSpPr/>
            <p:nvPr/>
          </p:nvSpPr>
          <p:spPr>
            <a:xfrm>
              <a:off x="6715948" y="6437697"/>
              <a:ext cx="17721" cy="342069"/>
            </a:xfrm>
            <a:custGeom>
              <a:avLst/>
              <a:pathLst>
                <a:path w="17721" h="342069">
                  <a:moveTo>
                    <a:pt x="0" y="0"/>
                  </a:moveTo>
                  <a:lnTo>
                    <a:pt x="17721" y="1556"/>
                  </a:lnTo>
                  <a:lnTo>
                    <a:pt x="17721" y="342069"/>
                  </a:lnTo>
                  <a:lnTo>
                    <a:pt x="0" y="342069"/>
                  </a:lnTo>
                  <a:close/>
                </a:path>
              </a:pathLst>
            </a:custGeom>
            <a:solidFill>
              <a:srgbClr val="C28570">
                <a:alpha val="100000"/>
              </a:srgbClr>
            </a:solidFill>
            <a:ln w="4762" cap="rnd">
              <a:solidFill>
                <a:srgbClr val="C2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g3551"/>
            <p:cNvSpPr/>
            <p:nvPr/>
          </p:nvSpPr>
          <p:spPr>
            <a:xfrm>
              <a:off x="6733669" y="6439253"/>
              <a:ext cx="17721" cy="340513"/>
            </a:xfrm>
            <a:custGeom>
              <a:avLst/>
              <a:pathLst>
                <a:path w="17721" h="340513">
                  <a:moveTo>
                    <a:pt x="0" y="0"/>
                  </a:moveTo>
                  <a:lnTo>
                    <a:pt x="17721" y="2041"/>
                  </a:lnTo>
                  <a:lnTo>
                    <a:pt x="17721" y="340513"/>
                  </a:lnTo>
                  <a:lnTo>
                    <a:pt x="0" y="340513"/>
                  </a:lnTo>
                  <a:close/>
                </a:path>
              </a:pathLst>
            </a:custGeom>
            <a:solidFill>
              <a:srgbClr val="C18570">
                <a:alpha val="100000"/>
              </a:srgbClr>
            </a:solidFill>
            <a:ln w="4762" cap="rnd">
              <a:solidFill>
                <a:srgbClr val="C185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g3552"/>
            <p:cNvSpPr/>
            <p:nvPr/>
          </p:nvSpPr>
          <p:spPr>
            <a:xfrm>
              <a:off x="6751391" y="6441294"/>
              <a:ext cx="53164" cy="338471"/>
            </a:xfrm>
            <a:custGeom>
              <a:avLst/>
              <a:pathLst>
                <a:path w="53164" h="338471">
                  <a:moveTo>
                    <a:pt x="0" y="0"/>
                  </a:moveTo>
                  <a:lnTo>
                    <a:pt x="17721" y="2283"/>
                  </a:lnTo>
                  <a:lnTo>
                    <a:pt x="35442" y="4809"/>
                  </a:lnTo>
                  <a:lnTo>
                    <a:pt x="53164" y="7786"/>
                  </a:lnTo>
                  <a:lnTo>
                    <a:pt x="53164" y="338471"/>
                  </a:lnTo>
                  <a:lnTo>
                    <a:pt x="35442" y="338471"/>
                  </a:lnTo>
                  <a:lnTo>
                    <a:pt x="17721" y="338471"/>
                  </a:lnTo>
                  <a:lnTo>
                    <a:pt x="0" y="338471"/>
                  </a:lnTo>
                  <a:close/>
                </a:path>
              </a:pathLst>
            </a:custGeom>
            <a:solidFill>
              <a:srgbClr val="C1846F">
                <a:alpha val="100000"/>
              </a:srgbClr>
            </a:solidFill>
            <a:ln w="4762" cap="rnd">
              <a:solidFill>
                <a:srgbClr val="C184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g3553"/>
            <p:cNvSpPr/>
            <p:nvPr/>
          </p:nvSpPr>
          <p:spPr>
            <a:xfrm>
              <a:off x="6804555" y="6449081"/>
              <a:ext cx="17721" cy="330685"/>
            </a:xfrm>
            <a:custGeom>
              <a:avLst/>
              <a:pathLst>
                <a:path w="17721" h="330685">
                  <a:moveTo>
                    <a:pt x="0" y="0"/>
                  </a:moveTo>
                  <a:lnTo>
                    <a:pt x="17721" y="3213"/>
                  </a:lnTo>
                  <a:lnTo>
                    <a:pt x="17721" y="330685"/>
                  </a:lnTo>
                  <a:lnTo>
                    <a:pt x="0" y="330685"/>
                  </a:lnTo>
                  <a:close/>
                </a:path>
              </a:pathLst>
            </a:custGeom>
            <a:solidFill>
              <a:srgbClr val="C1836E">
                <a:alpha val="100000"/>
              </a:srgbClr>
            </a:solidFill>
            <a:ln w="4762" cap="rnd">
              <a:solidFill>
                <a:srgbClr val="C1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g3554"/>
            <p:cNvSpPr/>
            <p:nvPr/>
          </p:nvSpPr>
          <p:spPr>
            <a:xfrm>
              <a:off x="6822276" y="6452294"/>
              <a:ext cx="17721" cy="327472"/>
            </a:xfrm>
            <a:custGeom>
              <a:avLst/>
              <a:pathLst>
                <a:path w="17721" h="327472">
                  <a:moveTo>
                    <a:pt x="0" y="0"/>
                  </a:moveTo>
                  <a:lnTo>
                    <a:pt x="17721" y="3438"/>
                  </a:lnTo>
                  <a:lnTo>
                    <a:pt x="17721" y="327472"/>
                  </a:lnTo>
                  <a:lnTo>
                    <a:pt x="0" y="327472"/>
                  </a:lnTo>
                  <a:close/>
                </a:path>
              </a:pathLst>
            </a:custGeom>
            <a:solidFill>
              <a:srgbClr val="C0836E">
                <a:alpha val="100000"/>
              </a:srgbClr>
            </a:solidFill>
            <a:ln w="4762" cap="rnd">
              <a:solidFill>
                <a:srgbClr val="C083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g3555"/>
            <p:cNvSpPr/>
            <p:nvPr/>
          </p:nvSpPr>
          <p:spPr>
            <a:xfrm>
              <a:off x="6839997" y="6455733"/>
              <a:ext cx="53164" cy="324033"/>
            </a:xfrm>
            <a:custGeom>
              <a:avLst/>
              <a:pathLst>
                <a:path w="53164" h="324033">
                  <a:moveTo>
                    <a:pt x="0" y="0"/>
                  </a:moveTo>
                  <a:lnTo>
                    <a:pt x="17721" y="3843"/>
                  </a:lnTo>
                  <a:lnTo>
                    <a:pt x="35442" y="7908"/>
                  </a:lnTo>
                  <a:lnTo>
                    <a:pt x="53164" y="12177"/>
                  </a:lnTo>
                  <a:lnTo>
                    <a:pt x="53164" y="324033"/>
                  </a:lnTo>
                  <a:lnTo>
                    <a:pt x="35442" y="324033"/>
                  </a:lnTo>
                  <a:lnTo>
                    <a:pt x="17721" y="324033"/>
                  </a:lnTo>
                  <a:lnTo>
                    <a:pt x="0" y="324033"/>
                  </a:lnTo>
                  <a:close/>
                </a:path>
              </a:pathLst>
            </a:custGeom>
            <a:solidFill>
              <a:srgbClr val="C0826D">
                <a:alpha val="100000"/>
              </a:srgbClr>
            </a:solidFill>
            <a:ln w="4762" cap="rnd">
              <a:solidFill>
                <a:srgbClr val="C082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g3556"/>
            <p:cNvSpPr/>
            <p:nvPr/>
          </p:nvSpPr>
          <p:spPr>
            <a:xfrm>
              <a:off x="6893162" y="6467910"/>
              <a:ext cx="35442" cy="311856"/>
            </a:xfrm>
            <a:custGeom>
              <a:avLst/>
              <a:pathLst>
                <a:path w="35442" h="311856">
                  <a:moveTo>
                    <a:pt x="0" y="0"/>
                  </a:moveTo>
                  <a:lnTo>
                    <a:pt x="17721" y="4618"/>
                  </a:lnTo>
                  <a:lnTo>
                    <a:pt x="35442" y="9436"/>
                  </a:lnTo>
                  <a:lnTo>
                    <a:pt x="35442" y="311856"/>
                  </a:lnTo>
                  <a:lnTo>
                    <a:pt x="17721" y="311856"/>
                  </a:lnTo>
                  <a:lnTo>
                    <a:pt x="0" y="311856"/>
                  </a:lnTo>
                  <a:close/>
                </a:path>
              </a:pathLst>
            </a:custGeom>
            <a:solidFill>
              <a:srgbClr val="BF816C">
                <a:alpha val="100000"/>
              </a:srgbClr>
            </a:solidFill>
            <a:ln w="4762" cap="rnd">
              <a:solidFill>
                <a:srgbClr val="BF81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g3557"/>
            <p:cNvSpPr/>
            <p:nvPr/>
          </p:nvSpPr>
          <p:spPr>
            <a:xfrm>
              <a:off x="6928604" y="6477347"/>
              <a:ext cx="53164" cy="302419"/>
            </a:xfrm>
            <a:custGeom>
              <a:avLst/>
              <a:pathLst>
                <a:path w="53164" h="302419">
                  <a:moveTo>
                    <a:pt x="0" y="0"/>
                  </a:moveTo>
                  <a:lnTo>
                    <a:pt x="17721" y="4993"/>
                  </a:lnTo>
                  <a:lnTo>
                    <a:pt x="35442" y="10275"/>
                  </a:lnTo>
                  <a:lnTo>
                    <a:pt x="53164" y="15729"/>
                  </a:lnTo>
                  <a:lnTo>
                    <a:pt x="53164" y="302419"/>
                  </a:lnTo>
                  <a:lnTo>
                    <a:pt x="35442" y="302419"/>
                  </a:lnTo>
                  <a:lnTo>
                    <a:pt x="17721" y="302419"/>
                  </a:lnTo>
                  <a:lnTo>
                    <a:pt x="0" y="302419"/>
                  </a:lnTo>
                  <a:close/>
                </a:path>
              </a:pathLst>
            </a:custGeom>
            <a:solidFill>
              <a:srgbClr val="BF806B">
                <a:alpha val="100000"/>
              </a:srgbClr>
            </a:solidFill>
            <a:ln w="4762" cap="rnd">
              <a:solidFill>
                <a:srgbClr val="BF8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g3558"/>
            <p:cNvSpPr/>
            <p:nvPr/>
          </p:nvSpPr>
          <p:spPr>
            <a:xfrm>
              <a:off x="6981768" y="6493076"/>
              <a:ext cx="35442" cy="286689"/>
            </a:xfrm>
            <a:custGeom>
              <a:avLst/>
              <a:pathLst>
                <a:path w="35442" h="286689">
                  <a:moveTo>
                    <a:pt x="0" y="0"/>
                  </a:moveTo>
                  <a:lnTo>
                    <a:pt x="17721" y="5596"/>
                  </a:lnTo>
                  <a:lnTo>
                    <a:pt x="35442" y="11419"/>
                  </a:lnTo>
                  <a:lnTo>
                    <a:pt x="35442" y="286689"/>
                  </a:lnTo>
                  <a:lnTo>
                    <a:pt x="17721" y="286689"/>
                  </a:lnTo>
                  <a:lnTo>
                    <a:pt x="0" y="286689"/>
                  </a:lnTo>
                  <a:close/>
                </a:path>
              </a:pathLst>
            </a:custGeom>
            <a:solidFill>
              <a:srgbClr val="BE7F6A">
                <a:alpha val="100000"/>
              </a:srgbClr>
            </a:solidFill>
            <a:ln w="4762" cap="rnd">
              <a:solidFill>
                <a:srgbClr val="BE7F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g3559"/>
            <p:cNvSpPr/>
            <p:nvPr/>
          </p:nvSpPr>
          <p:spPr>
            <a:xfrm>
              <a:off x="7017211" y="6504496"/>
              <a:ext cx="17721" cy="275270"/>
            </a:xfrm>
            <a:custGeom>
              <a:avLst/>
              <a:pathLst>
                <a:path w="17721" h="275270">
                  <a:moveTo>
                    <a:pt x="0" y="0"/>
                  </a:moveTo>
                  <a:lnTo>
                    <a:pt x="17721" y="5960"/>
                  </a:lnTo>
                  <a:lnTo>
                    <a:pt x="17721" y="275270"/>
                  </a:lnTo>
                  <a:lnTo>
                    <a:pt x="0" y="275270"/>
                  </a:lnTo>
                  <a:close/>
                </a:path>
              </a:pathLst>
            </a:custGeom>
            <a:solidFill>
              <a:srgbClr val="BE7F69">
                <a:alpha val="100000"/>
              </a:srgbClr>
            </a:solidFill>
            <a:ln w="4762" cap="rnd">
              <a:solidFill>
                <a:srgbClr val="BE7F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g3560"/>
            <p:cNvSpPr/>
            <p:nvPr/>
          </p:nvSpPr>
          <p:spPr>
            <a:xfrm>
              <a:off x="7034932" y="6510456"/>
              <a:ext cx="17721" cy="269310"/>
            </a:xfrm>
            <a:custGeom>
              <a:avLst/>
              <a:pathLst>
                <a:path w="17721" h="269310">
                  <a:moveTo>
                    <a:pt x="0" y="0"/>
                  </a:moveTo>
                  <a:lnTo>
                    <a:pt x="17721" y="6068"/>
                  </a:lnTo>
                  <a:lnTo>
                    <a:pt x="17721" y="269310"/>
                  </a:lnTo>
                  <a:lnTo>
                    <a:pt x="0" y="269310"/>
                  </a:lnTo>
                  <a:close/>
                </a:path>
              </a:pathLst>
            </a:custGeom>
            <a:solidFill>
              <a:srgbClr val="BE7E69">
                <a:alpha val="100000"/>
              </a:srgbClr>
            </a:solidFill>
            <a:ln w="4762" cap="rnd">
              <a:solidFill>
                <a:srgbClr val="BE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g3561"/>
            <p:cNvSpPr/>
            <p:nvPr/>
          </p:nvSpPr>
          <p:spPr>
            <a:xfrm>
              <a:off x="7052654" y="6516524"/>
              <a:ext cx="17721" cy="263241"/>
            </a:xfrm>
            <a:custGeom>
              <a:avLst/>
              <a:pathLst>
                <a:path w="17721" h="263241">
                  <a:moveTo>
                    <a:pt x="0" y="0"/>
                  </a:moveTo>
                  <a:lnTo>
                    <a:pt x="17721" y="6230"/>
                  </a:lnTo>
                  <a:lnTo>
                    <a:pt x="17721" y="263241"/>
                  </a:lnTo>
                  <a:lnTo>
                    <a:pt x="0" y="263241"/>
                  </a:lnTo>
                  <a:close/>
                </a:path>
              </a:pathLst>
            </a:custGeom>
            <a:solidFill>
              <a:srgbClr val="BD7E69">
                <a:alpha val="100000"/>
              </a:srgbClr>
            </a:solidFill>
            <a:ln w="4762" cap="rnd">
              <a:solidFill>
                <a:srgbClr val="BD7E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g3562"/>
            <p:cNvSpPr/>
            <p:nvPr/>
          </p:nvSpPr>
          <p:spPr>
            <a:xfrm>
              <a:off x="7070375" y="6522755"/>
              <a:ext cx="53164" cy="257010"/>
            </a:xfrm>
            <a:custGeom>
              <a:avLst/>
              <a:pathLst>
                <a:path w="53164" h="257010">
                  <a:moveTo>
                    <a:pt x="0" y="0"/>
                  </a:moveTo>
                  <a:lnTo>
                    <a:pt x="17721" y="6329"/>
                  </a:lnTo>
                  <a:lnTo>
                    <a:pt x="35442" y="12732"/>
                  </a:lnTo>
                  <a:lnTo>
                    <a:pt x="53164" y="19235"/>
                  </a:lnTo>
                  <a:lnTo>
                    <a:pt x="53164" y="257010"/>
                  </a:lnTo>
                  <a:lnTo>
                    <a:pt x="35442" y="257010"/>
                  </a:lnTo>
                  <a:lnTo>
                    <a:pt x="17721" y="257010"/>
                  </a:lnTo>
                  <a:lnTo>
                    <a:pt x="0" y="257010"/>
                  </a:lnTo>
                  <a:close/>
                </a:path>
              </a:pathLst>
            </a:custGeom>
            <a:solidFill>
              <a:srgbClr val="BD7D68">
                <a:alpha val="100000"/>
              </a:srgbClr>
            </a:solidFill>
            <a:ln w="4762" cap="rnd">
              <a:solidFill>
                <a:srgbClr val="BD7D6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g3563"/>
            <p:cNvSpPr/>
            <p:nvPr/>
          </p:nvSpPr>
          <p:spPr>
            <a:xfrm>
              <a:off x="7123539" y="6541991"/>
              <a:ext cx="35442" cy="237774"/>
            </a:xfrm>
            <a:custGeom>
              <a:avLst/>
              <a:pathLst>
                <a:path w="35442" h="237774">
                  <a:moveTo>
                    <a:pt x="0" y="0"/>
                  </a:moveTo>
                  <a:lnTo>
                    <a:pt x="17721" y="6561"/>
                  </a:lnTo>
                  <a:lnTo>
                    <a:pt x="35442" y="13160"/>
                  </a:lnTo>
                  <a:lnTo>
                    <a:pt x="35442" y="237774"/>
                  </a:lnTo>
                  <a:lnTo>
                    <a:pt x="17721" y="237774"/>
                  </a:lnTo>
                  <a:lnTo>
                    <a:pt x="0" y="237774"/>
                  </a:lnTo>
                  <a:close/>
                </a:path>
              </a:pathLst>
            </a:custGeom>
            <a:solidFill>
              <a:srgbClr val="BC7C67">
                <a:alpha val="100000"/>
              </a:srgbClr>
            </a:solidFill>
            <a:ln w="4762" cap="rnd">
              <a:solidFill>
                <a:srgbClr val="BC7C6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g3564"/>
            <p:cNvSpPr/>
            <p:nvPr/>
          </p:nvSpPr>
          <p:spPr>
            <a:xfrm>
              <a:off x="7158982" y="6555152"/>
              <a:ext cx="53164" cy="224613"/>
            </a:xfrm>
            <a:custGeom>
              <a:avLst/>
              <a:pathLst>
                <a:path w="53164" h="224613">
                  <a:moveTo>
                    <a:pt x="0" y="0"/>
                  </a:moveTo>
                  <a:lnTo>
                    <a:pt x="17721" y="6643"/>
                  </a:lnTo>
                  <a:lnTo>
                    <a:pt x="35442" y="13303"/>
                  </a:lnTo>
                  <a:lnTo>
                    <a:pt x="53164" y="19967"/>
                  </a:lnTo>
                  <a:lnTo>
                    <a:pt x="53164" y="224613"/>
                  </a:lnTo>
                  <a:lnTo>
                    <a:pt x="35442" y="224613"/>
                  </a:lnTo>
                  <a:lnTo>
                    <a:pt x="17721" y="224613"/>
                  </a:lnTo>
                  <a:lnTo>
                    <a:pt x="0" y="224613"/>
                  </a:lnTo>
                  <a:close/>
                </a:path>
              </a:pathLst>
            </a:custGeom>
            <a:solidFill>
              <a:srgbClr val="BC7B66">
                <a:alpha val="100000"/>
              </a:srgbClr>
            </a:solidFill>
            <a:ln w="4762" cap="rnd">
              <a:solidFill>
                <a:srgbClr val="BC7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g3565"/>
            <p:cNvSpPr/>
            <p:nvPr/>
          </p:nvSpPr>
          <p:spPr>
            <a:xfrm>
              <a:off x="7212146" y="6575120"/>
              <a:ext cx="35442" cy="204646"/>
            </a:xfrm>
            <a:custGeom>
              <a:avLst/>
              <a:pathLst>
                <a:path w="35442" h="204646">
                  <a:moveTo>
                    <a:pt x="0" y="0"/>
                  </a:moveTo>
                  <a:lnTo>
                    <a:pt x="17721" y="6657"/>
                  </a:lnTo>
                  <a:lnTo>
                    <a:pt x="35442" y="13289"/>
                  </a:lnTo>
                  <a:lnTo>
                    <a:pt x="35442" y="204646"/>
                  </a:lnTo>
                  <a:lnTo>
                    <a:pt x="17721" y="204646"/>
                  </a:lnTo>
                  <a:lnTo>
                    <a:pt x="0" y="204646"/>
                  </a:lnTo>
                  <a:close/>
                </a:path>
              </a:pathLst>
            </a:custGeom>
            <a:solidFill>
              <a:srgbClr val="BB7A65">
                <a:alpha val="100000"/>
              </a:srgbClr>
            </a:solidFill>
            <a:ln w="4762" cap="rnd">
              <a:solidFill>
                <a:srgbClr val="BB7A6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g3566"/>
            <p:cNvSpPr/>
            <p:nvPr/>
          </p:nvSpPr>
          <p:spPr>
            <a:xfrm>
              <a:off x="7247589" y="6588409"/>
              <a:ext cx="17721" cy="191356"/>
            </a:xfrm>
            <a:custGeom>
              <a:avLst/>
              <a:pathLst>
                <a:path w="17721" h="191356">
                  <a:moveTo>
                    <a:pt x="0" y="0"/>
                  </a:moveTo>
                  <a:lnTo>
                    <a:pt x="17721" y="6606"/>
                  </a:lnTo>
                  <a:lnTo>
                    <a:pt x="17721" y="191356"/>
                  </a:lnTo>
                  <a:lnTo>
                    <a:pt x="0" y="191356"/>
                  </a:lnTo>
                  <a:close/>
                </a:path>
              </a:pathLst>
            </a:custGeom>
            <a:solidFill>
              <a:srgbClr val="BB7A64">
                <a:alpha val="100000"/>
              </a:srgbClr>
            </a:solidFill>
            <a:ln w="4762" cap="rnd">
              <a:solidFill>
                <a:srgbClr val="BB7A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g3567"/>
            <p:cNvSpPr/>
            <p:nvPr/>
          </p:nvSpPr>
          <p:spPr>
            <a:xfrm>
              <a:off x="7265310" y="6595016"/>
              <a:ext cx="17721" cy="184750"/>
            </a:xfrm>
            <a:custGeom>
              <a:avLst/>
              <a:pathLst>
                <a:path w="17721" h="184750">
                  <a:moveTo>
                    <a:pt x="0" y="0"/>
                  </a:moveTo>
                  <a:lnTo>
                    <a:pt x="17721" y="6556"/>
                  </a:lnTo>
                  <a:lnTo>
                    <a:pt x="17721" y="184750"/>
                  </a:lnTo>
                  <a:lnTo>
                    <a:pt x="0" y="184750"/>
                  </a:lnTo>
                  <a:close/>
                </a:path>
              </a:pathLst>
            </a:custGeom>
            <a:solidFill>
              <a:srgbClr val="BB7964">
                <a:alpha val="100000"/>
              </a:srgbClr>
            </a:solidFill>
            <a:ln w="4762" cap="rnd">
              <a:solidFill>
                <a:srgbClr val="BB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g3568"/>
            <p:cNvSpPr/>
            <p:nvPr/>
          </p:nvSpPr>
          <p:spPr>
            <a:xfrm>
              <a:off x="7283032" y="6601573"/>
              <a:ext cx="17721" cy="178193"/>
            </a:xfrm>
            <a:custGeom>
              <a:avLst/>
              <a:pathLst>
                <a:path w="17721" h="178193">
                  <a:moveTo>
                    <a:pt x="0" y="0"/>
                  </a:moveTo>
                  <a:lnTo>
                    <a:pt x="17721" y="6490"/>
                  </a:lnTo>
                  <a:lnTo>
                    <a:pt x="17721" y="178193"/>
                  </a:lnTo>
                  <a:lnTo>
                    <a:pt x="0" y="178193"/>
                  </a:lnTo>
                  <a:close/>
                </a:path>
              </a:pathLst>
            </a:custGeom>
            <a:solidFill>
              <a:srgbClr val="BA7964">
                <a:alpha val="100000"/>
              </a:srgbClr>
            </a:solidFill>
            <a:ln w="4762" cap="rnd">
              <a:solidFill>
                <a:srgbClr val="BA79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g3569"/>
            <p:cNvSpPr/>
            <p:nvPr/>
          </p:nvSpPr>
          <p:spPr>
            <a:xfrm>
              <a:off x="7300753" y="6608063"/>
              <a:ext cx="35442" cy="171702"/>
            </a:xfrm>
            <a:custGeom>
              <a:avLst/>
              <a:pathLst>
                <a:path w="35442" h="171702">
                  <a:moveTo>
                    <a:pt x="0" y="0"/>
                  </a:moveTo>
                  <a:lnTo>
                    <a:pt x="17721" y="6439"/>
                  </a:lnTo>
                  <a:lnTo>
                    <a:pt x="35442" y="12793"/>
                  </a:lnTo>
                  <a:lnTo>
                    <a:pt x="35442" y="171702"/>
                  </a:lnTo>
                  <a:lnTo>
                    <a:pt x="17721" y="171702"/>
                  </a:lnTo>
                  <a:lnTo>
                    <a:pt x="0" y="171702"/>
                  </a:lnTo>
                  <a:close/>
                </a:path>
              </a:pathLst>
            </a:custGeom>
            <a:solidFill>
              <a:srgbClr val="BA7863">
                <a:alpha val="100000"/>
              </a:srgbClr>
            </a:solidFill>
            <a:ln w="4762" cap="rnd">
              <a:solidFill>
                <a:srgbClr val="BA786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g3570"/>
            <p:cNvSpPr/>
            <p:nvPr/>
          </p:nvSpPr>
          <p:spPr>
            <a:xfrm>
              <a:off x="7336196" y="6620856"/>
              <a:ext cx="17721" cy="158909"/>
            </a:xfrm>
            <a:custGeom>
              <a:avLst/>
              <a:pathLst>
                <a:path w="17721" h="158909">
                  <a:moveTo>
                    <a:pt x="0" y="0"/>
                  </a:moveTo>
                  <a:lnTo>
                    <a:pt x="17721" y="6251"/>
                  </a:lnTo>
                  <a:lnTo>
                    <a:pt x="17721" y="158909"/>
                  </a:lnTo>
                  <a:lnTo>
                    <a:pt x="0" y="158909"/>
                  </a:lnTo>
                  <a:close/>
                </a:path>
              </a:pathLst>
            </a:custGeom>
            <a:solidFill>
              <a:srgbClr val="BA7862">
                <a:alpha val="100000"/>
              </a:srgbClr>
            </a:solidFill>
            <a:ln w="4762" cap="rnd">
              <a:solidFill>
                <a:srgbClr val="BA78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g3571"/>
            <p:cNvSpPr/>
            <p:nvPr/>
          </p:nvSpPr>
          <p:spPr>
            <a:xfrm>
              <a:off x="7353917" y="6627108"/>
              <a:ext cx="17721" cy="152657"/>
            </a:xfrm>
            <a:custGeom>
              <a:avLst/>
              <a:pathLst>
                <a:path w="17721" h="152657">
                  <a:moveTo>
                    <a:pt x="0" y="0"/>
                  </a:moveTo>
                  <a:lnTo>
                    <a:pt x="17721" y="6177"/>
                  </a:lnTo>
                  <a:lnTo>
                    <a:pt x="17721" y="152657"/>
                  </a:lnTo>
                  <a:lnTo>
                    <a:pt x="0" y="152657"/>
                  </a:lnTo>
                  <a:close/>
                </a:path>
              </a:pathLst>
            </a:custGeom>
            <a:solidFill>
              <a:srgbClr val="BA7762">
                <a:alpha val="100000"/>
              </a:srgbClr>
            </a:solidFill>
            <a:ln w="4762" cap="rnd">
              <a:solidFill>
                <a:srgbClr val="BA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3" name="pg3572"/>
            <p:cNvSpPr/>
            <p:nvPr/>
          </p:nvSpPr>
          <p:spPr>
            <a:xfrm>
              <a:off x="7371638" y="6633286"/>
              <a:ext cx="17721" cy="146479"/>
            </a:xfrm>
            <a:custGeom>
              <a:avLst/>
              <a:pathLst>
                <a:path w="17721" h="146479">
                  <a:moveTo>
                    <a:pt x="0" y="0"/>
                  </a:moveTo>
                  <a:lnTo>
                    <a:pt x="17721" y="6065"/>
                  </a:lnTo>
                  <a:lnTo>
                    <a:pt x="17721" y="146479"/>
                  </a:lnTo>
                  <a:lnTo>
                    <a:pt x="0" y="146479"/>
                  </a:lnTo>
                  <a:close/>
                </a:path>
              </a:pathLst>
            </a:custGeom>
            <a:solidFill>
              <a:srgbClr val="B97762">
                <a:alpha val="100000"/>
              </a:srgbClr>
            </a:solidFill>
            <a:ln w="4762" cap="rnd">
              <a:solidFill>
                <a:srgbClr val="B977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4" name="pg3573"/>
            <p:cNvSpPr/>
            <p:nvPr/>
          </p:nvSpPr>
          <p:spPr>
            <a:xfrm>
              <a:off x="7389360" y="6639351"/>
              <a:ext cx="53164" cy="140414"/>
            </a:xfrm>
            <a:custGeom>
              <a:avLst/>
              <a:pathLst>
                <a:path w="53164" h="140414">
                  <a:moveTo>
                    <a:pt x="0" y="0"/>
                  </a:moveTo>
                  <a:lnTo>
                    <a:pt x="17721" y="5931"/>
                  </a:lnTo>
                  <a:lnTo>
                    <a:pt x="35442" y="11771"/>
                  </a:lnTo>
                  <a:lnTo>
                    <a:pt x="53164" y="17479"/>
                  </a:lnTo>
                  <a:lnTo>
                    <a:pt x="53164" y="140414"/>
                  </a:lnTo>
                  <a:lnTo>
                    <a:pt x="35442" y="140414"/>
                  </a:lnTo>
                  <a:lnTo>
                    <a:pt x="17721" y="140414"/>
                  </a:lnTo>
                  <a:lnTo>
                    <a:pt x="0" y="140414"/>
                  </a:lnTo>
                  <a:close/>
                </a:path>
              </a:pathLst>
            </a:custGeom>
            <a:solidFill>
              <a:srgbClr val="B97661">
                <a:alpha val="100000"/>
              </a:srgbClr>
            </a:solidFill>
            <a:ln w="4762" cap="rnd">
              <a:solidFill>
                <a:srgbClr val="B976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pg3574"/>
            <p:cNvSpPr/>
            <p:nvPr/>
          </p:nvSpPr>
          <p:spPr>
            <a:xfrm>
              <a:off x="7442524" y="6656830"/>
              <a:ext cx="35442" cy="122935"/>
            </a:xfrm>
            <a:custGeom>
              <a:avLst/>
              <a:pathLst>
                <a:path w="35442" h="122935">
                  <a:moveTo>
                    <a:pt x="0" y="0"/>
                  </a:moveTo>
                  <a:lnTo>
                    <a:pt x="17721" y="5548"/>
                  </a:lnTo>
                  <a:lnTo>
                    <a:pt x="35442" y="10991"/>
                  </a:lnTo>
                  <a:lnTo>
                    <a:pt x="35442" y="122935"/>
                  </a:lnTo>
                  <a:lnTo>
                    <a:pt x="17721" y="122935"/>
                  </a:lnTo>
                  <a:lnTo>
                    <a:pt x="0" y="122935"/>
                  </a:lnTo>
                  <a:close/>
                </a:path>
              </a:pathLst>
            </a:custGeom>
            <a:solidFill>
              <a:srgbClr val="B87560">
                <a:alpha val="100000"/>
              </a:srgbClr>
            </a:solidFill>
            <a:ln w="4762" cap="rnd">
              <a:solidFill>
                <a:srgbClr val="B875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6" name="pg3575"/>
            <p:cNvSpPr/>
            <p:nvPr/>
          </p:nvSpPr>
          <p:spPr>
            <a:xfrm>
              <a:off x="7477967" y="6667822"/>
              <a:ext cx="17721" cy="111944"/>
            </a:xfrm>
            <a:custGeom>
              <a:avLst/>
              <a:pathLst>
                <a:path w="17721" h="111944">
                  <a:moveTo>
                    <a:pt x="0" y="0"/>
                  </a:moveTo>
                  <a:lnTo>
                    <a:pt x="17721" y="5298"/>
                  </a:lnTo>
                  <a:lnTo>
                    <a:pt x="17721" y="111944"/>
                  </a:lnTo>
                  <a:lnTo>
                    <a:pt x="0" y="111944"/>
                  </a:lnTo>
                  <a:close/>
                </a:path>
              </a:pathLst>
            </a:custGeom>
            <a:solidFill>
              <a:srgbClr val="B8755F">
                <a:alpha val="100000"/>
              </a:srgbClr>
            </a:solidFill>
            <a:ln w="4762" cap="rnd">
              <a:solidFill>
                <a:srgbClr val="B875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7" name="pg3576"/>
            <p:cNvSpPr/>
            <p:nvPr/>
          </p:nvSpPr>
          <p:spPr>
            <a:xfrm>
              <a:off x="7495688" y="6673120"/>
              <a:ext cx="17721" cy="106645"/>
            </a:xfrm>
            <a:custGeom>
              <a:avLst/>
              <a:pathLst>
                <a:path w="17721" h="106645">
                  <a:moveTo>
                    <a:pt x="0" y="0"/>
                  </a:moveTo>
                  <a:lnTo>
                    <a:pt x="17721" y="5118"/>
                  </a:lnTo>
                  <a:lnTo>
                    <a:pt x="17721" y="106645"/>
                  </a:lnTo>
                  <a:lnTo>
                    <a:pt x="0" y="106645"/>
                  </a:lnTo>
                  <a:close/>
                </a:path>
              </a:pathLst>
            </a:custGeom>
            <a:solidFill>
              <a:srgbClr val="B8745F">
                <a:alpha val="100000"/>
              </a:srgbClr>
            </a:solidFill>
            <a:ln w="4762" cap="rnd">
              <a:solidFill>
                <a:srgbClr val="B8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pg3577"/>
            <p:cNvSpPr/>
            <p:nvPr/>
          </p:nvSpPr>
          <p:spPr>
            <a:xfrm>
              <a:off x="7513409" y="6678239"/>
              <a:ext cx="17721" cy="101527"/>
            </a:xfrm>
            <a:custGeom>
              <a:avLst/>
              <a:pathLst>
                <a:path w="17721" h="101527">
                  <a:moveTo>
                    <a:pt x="0" y="0"/>
                  </a:moveTo>
                  <a:lnTo>
                    <a:pt x="17721" y="5005"/>
                  </a:lnTo>
                  <a:lnTo>
                    <a:pt x="17721" y="101527"/>
                  </a:lnTo>
                  <a:lnTo>
                    <a:pt x="0" y="101527"/>
                  </a:lnTo>
                  <a:close/>
                </a:path>
              </a:pathLst>
            </a:custGeom>
            <a:solidFill>
              <a:srgbClr val="B7745F">
                <a:alpha val="100000"/>
              </a:srgbClr>
            </a:solidFill>
            <a:ln w="4762" cap="rnd">
              <a:solidFill>
                <a:srgbClr val="B7745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9" name="pg3578"/>
            <p:cNvSpPr/>
            <p:nvPr/>
          </p:nvSpPr>
          <p:spPr>
            <a:xfrm>
              <a:off x="7531131" y="6683244"/>
              <a:ext cx="35442" cy="96521"/>
            </a:xfrm>
            <a:custGeom>
              <a:avLst/>
              <a:pathLst>
                <a:path w="35442" h="96521">
                  <a:moveTo>
                    <a:pt x="0" y="0"/>
                  </a:moveTo>
                  <a:lnTo>
                    <a:pt x="17721" y="4855"/>
                  </a:lnTo>
                  <a:lnTo>
                    <a:pt x="35442" y="9516"/>
                  </a:lnTo>
                  <a:lnTo>
                    <a:pt x="35442" y="96521"/>
                  </a:lnTo>
                  <a:lnTo>
                    <a:pt x="17721" y="96521"/>
                  </a:lnTo>
                  <a:lnTo>
                    <a:pt x="0" y="96521"/>
                  </a:lnTo>
                  <a:close/>
                </a:path>
              </a:pathLst>
            </a:custGeom>
            <a:solidFill>
              <a:srgbClr val="B7735E">
                <a:alpha val="100000"/>
              </a:srgbClr>
            </a:solidFill>
            <a:ln w="4762" cap="rnd">
              <a:solidFill>
                <a:srgbClr val="B773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0" name="pg3579"/>
            <p:cNvSpPr/>
            <p:nvPr/>
          </p:nvSpPr>
          <p:spPr>
            <a:xfrm>
              <a:off x="7566574" y="6692761"/>
              <a:ext cx="17721" cy="87005"/>
            </a:xfrm>
            <a:custGeom>
              <a:avLst/>
              <a:pathLst>
                <a:path w="17721" h="87005">
                  <a:moveTo>
                    <a:pt x="0" y="0"/>
                  </a:moveTo>
                  <a:lnTo>
                    <a:pt x="17721" y="4543"/>
                  </a:lnTo>
                  <a:lnTo>
                    <a:pt x="17721" y="87005"/>
                  </a:lnTo>
                  <a:lnTo>
                    <a:pt x="0" y="87005"/>
                  </a:lnTo>
                  <a:close/>
                </a:path>
              </a:pathLst>
            </a:custGeom>
            <a:solidFill>
              <a:srgbClr val="B7735D">
                <a:alpha val="100000"/>
              </a:srgbClr>
            </a:solidFill>
            <a:ln w="4762" cap="rnd">
              <a:solidFill>
                <a:srgbClr val="B773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1" name="pg3580"/>
            <p:cNvSpPr/>
            <p:nvPr/>
          </p:nvSpPr>
          <p:spPr>
            <a:xfrm>
              <a:off x="7584295" y="6697304"/>
              <a:ext cx="17721" cy="82462"/>
            </a:xfrm>
            <a:custGeom>
              <a:avLst/>
              <a:pathLst>
                <a:path w="17721" h="82462">
                  <a:moveTo>
                    <a:pt x="0" y="0"/>
                  </a:moveTo>
                  <a:lnTo>
                    <a:pt x="17721" y="4393"/>
                  </a:lnTo>
                  <a:lnTo>
                    <a:pt x="17721" y="82462"/>
                  </a:lnTo>
                  <a:lnTo>
                    <a:pt x="0" y="82462"/>
                  </a:lnTo>
                  <a:close/>
                </a:path>
              </a:pathLst>
            </a:custGeom>
            <a:solidFill>
              <a:srgbClr val="B7725D">
                <a:alpha val="100000"/>
              </a:srgbClr>
            </a:solidFill>
            <a:ln w="4762" cap="rnd">
              <a:solidFill>
                <a:srgbClr val="B7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2" name="pg3581"/>
            <p:cNvSpPr/>
            <p:nvPr/>
          </p:nvSpPr>
          <p:spPr>
            <a:xfrm>
              <a:off x="7602016" y="6701697"/>
              <a:ext cx="17721" cy="78068"/>
            </a:xfrm>
            <a:custGeom>
              <a:avLst/>
              <a:pathLst>
                <a:path w="17721" h="78068">
                  <a:moveTo>
                    <a:pt x="0" y="0"/>
                  </a:moveTo>
                  <a:lnTo>
                    <a:pt x="17721" y="4191"/>
                  </a:lnTo>
                  <a:lnTo>
                    <a:pt x="17721" y="78068"/>
                  </a:lnTo>
                  <a:lnTo>
                    <a:pt x="0" y="78068"/>
                  </a:lnTo>
                  <a:close/>
                </a:path>
              </a:pathLst>
            </a:custGeom>
            <a:solidFill>
              <a:srgbClr val="B6725D">
                <a:alpha val="100000"/>
              </a:srgbClr>
            </a:solidFill>
            <a:ln w="4762" cap="rnd">
              <a:solidFill>
                <a:srgbClr val="B6725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3" name="pg3582"/>
            <p:cNvSpPr/>
            <p:nvPr/>
          </p:nvSpPr>
          <p:spPr>
            <a:xfrm>
              <a:off x="7619738" y="6705888"/>
              <a:ext cx="53164" cy="73877"/>
            </a:xfrm>
            <a:custGeom>
              <a:avLst/>
              <a:pathLst>
                <a:path w="53164" h="73877">
                  <a:moveTo>
                    <a:pt x="0" y="0"/>
                  </a:moveTo>
                  <a:lnTo>
                    <a:pt x="17721" y="4072"/>
                  </a:lnTo>
                  <a:lnTo>
                    <a:pt x="35442" y="7999"/>
                  </a:lnTo>
                  <a:lnTo>
                    <a:pt x="53164" y="11721"/>
                  </a:lnTo>
                  <a:lnTo>
                    <a:pt x="53164" y="73877"/>
                  </a:lnTo>
                  <a:lnTo>
                    <a:pt x="35442" y="73877"/>
                  </a:lnTo>
                  <a:lnTo>
                    <a:pt x="17721" y="73877"/>
                  </a:lnTo>
                  <a:lnTo>
                    <a:pt x="0" y="73877"/>
                  </a:lnTo>
                  <a:close/>
                </a:path>
              </a:pathLst>
            </a:custGeom>
            <a:solidFill>
              <a:srgbClr val="B6715C">
                <a:alpha val="100000"/>
              </a:srgbClr>
            </a:solidFill>
            <a:ln w="4762" cap="rnd">
              <a:solidFill>
                <a:srgbClr val="B671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4" name="pg3583"/>
            <p:cNvSpPr/>
            <p:nvPr/>
          </p:nvSpPr>
          <p:spPr>
            <a:xfrm>
              <a:off x="7672902" y="6717610"/>
              <a:ext cx="35442" cy="62156"/>
            </a:xfrm>
            <a:custGeom>
              <a:avLst/>
              <a:pathLst>
                <a:path w="35442" h="62156">
                  <a:moveTo>
                    <a:pt x="0" y="0"/>
                  </a:moveTo>
                  <a:lnTo>
                    <a:pt x="17721" y="3605"/>
                  </a:lnTo>
                  <a:lnTo>
                    <a:pt x="35442" y="7074"/>
                  </a:lnTo>
                  <a:lnTo>
                    <a:pt x="35442" y="62156"/>
                  </a:lnTo>
                  <a:lnTo>
                    <a:pt x="17721" y="62156"/>
                  </a:lnTo>
                  <a:lnTo>
                    <a:pt x="0" y="62156"/>
                  </a:lnTo>
                  <a:close/>
                </a:path>
              </a:pathLst>
            </a:custGeom>
            <a:solidFill>
              <a:srgbClr val="B5705B">
                <a:alpha val="100000"/>
              </a:srgbClr>
            </a:solidFill>
            <a:ln w="4762" cap="rnd">
              <a:solidFill>
                <a:srgbClr val="B5705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5" name="pg3584"/>
            <p:cNvSpPr/>
            <p:nvPr/>
          </p:nvSpPr>
          <p:spPr>
            <a:xfrm>
              <a:off x="7708344" y="6724685"/>
              <a:ext cx="17721" cy="55081"/>
            </a:xfrm>
            <a:custGeom>
              <a:avLst/>
              <a:pathLst>
                <a:path w="17721" h="55081">
                  <a:moveTo>
                    <a:pt x="0" y="0"/>
                  </a:moveTo>
                  <a:lnTo>
                    <a:pt x="17721" y="3266"/>
                  </a:lnTo>
                  <a:lnTo>
                    <a:pt x="17721" y="55081"/>
                  </a:lnTo>
                  <a:lnTo>
                    <a:pt x="0" y="55081"/>
                  </a:lnTo>
                  <a:close/>
                </a:path>
              </a:pathLst>
            </a:custGeom>
            <a:solidFill>
              <a:srgbClr val="B5705A">
                <a:alpha val="100000"/>
              </a:srgbClr>
            </a:solidFill>
            <a:ln w="4762" cap="rnd">
              <a:solidFill>
                <a:srgbClr val="B570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6" name="pg3585"/>
            <p:cNvSpPr/>
            <p:nvPr/>
          </p:nvSpPr>
          <p:spPr>
            <a:xfrm>
              <a:off x="7726066" y="6727951"/>
              <a:ext cx="17721" cy="51815"/>
            </a:xfrm>
            <a:custGeom>
              <a:avLst/>
              <a:pathLst>
                <a:path w="17721" h="51815">
                  <a:moveTo>
                    <a:pt x="0" y="0"/>
                  </a:moveTo>
                  <a:lnTo>
                    <a:pt x="17721" y="3154"/>
                  </a:lnTo>
                  <a:lnTo>
                    <a:pt x="17721" y="51815"/>
                  </a:lnTo>
                  <a:lnTo>
                    <a:pt x="0" y="51815"/>
                  </a:lnTo>
                  <a:close/>
                </a:path>
              </a:pathLst>
            </a:custGeom>
            <a:solidFill>
              <a:srgbClr val="B56F5A">
                <a:alpha val="100000"/>
              </a:srgbClr>
            </a:solidFill>
            <a:ln w="4762" cap="rnd">
              <a:solidFill>
                <a:srgbClr val="B5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7" name="pg3586"/>
            <p:cNvSpPr/>
            <p:nvPr/>
          </p:nvSpPr>
          <p:spPr>
            <a:xfrm>
              <a:off x="7743787" y="6731105"/>
              <a:ext cx="17721" cy="48660"/>
            </a:xfrm>
            <a:custGeom>
              <a:avLst/>
              <a:pathLst>
                <a:path w="17721" h="48660">
                  <a:moveTo>
                    <a:pt x="0" y="0"/>
                  </a:moveTo>
                  <a:lnTo>
                    <a:pt x="17721" y="3029"/>
                  </a:lnTo>
                  <a:lnTo>
                    <a:pt x="17721" y="48660"/>
                  </a:lnTo>
                  <a:lnTo>
                    <a:pt x="0" y="48660"/>
                  </a:lnTo>
                  <a:close/>
                </a:path>
              </a:pathLst>
            </a:custGeom>
            <a:solidFill>
              <a:srgbClr val="B46F5A">
                <a:alpha val="100000"/>
              </a:srgbClr>
            </a:solidFill>
            <a:ln w="4762" cap="rnd">
              <a:solidFill>
                <a:srgbClr val="B46F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8" name="pg3587"/>
            <p:cNvSpPr/>
            <p:nvPr/>
          </p:nvSpPr>
          <p:spPr>
            <a:xfrm>
              <a:off x="7761509" y="6734135"/>
              <a:ext cx="35442" cy="45631"/>
            </a:xfrm>
            <a:custGeom>
              <a:avLst/>
              <a:pathLst>
                <a:path w="35442" h="45631">
                  <a:moveTo>
                    <a:pt x="0" y="0"/>
                  </a:moveTo>
                  <a:lnTo>
                    <a:pt x="17721" y="2832"/>
                  </a:lnTo>
                  <a:lnTo>
                    <a:pt x="35442" y="5560"/>
                  </a:lnTo>
                  <a:lnTo>
                    <a:pt x="35442" y="45631"/>
                  </a:lnTo>
                  <a:lnTo>
                    <a:pt x="17721" y="45631"/>
                  </a:lnTo>
                  <a:lnTo>
                    <a:pt x="0" y="45631"/>
                  </a:lnTo>
                  <a:close/>
                </a:path>
              </a:pathLst>
            </a:custGeom>
            <a:solidFill>
              <a:srgbClr val="B46E59">
                <a:alpha val="100000"/>
              </a:srgbClr>
            </a:solidFill>
            <a:ln w="4762" cap="rnd">
              <a:solidFill>
                <a:srgbClr val="B46E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9" name="pg3588"/>
            <p:cNvSpPr/>
            <p:nvPr/>
          </p:nvSpPr>
          <p:spPr>
            <a:xfrm>
              <a:off x="7796951" y="6739695"/>
              <a:ext cx="17721" cy="40070"/>
            </a:xfrm>
            <a:custGeom>
              <a:avLst/>
              <a:pathLst>
                <a:path w="17721" h="40070">
                  <a:moveTo>
                    <a:pt x="0" y="0"/>
                  </a:moveTo>
                  <a:lnTo>
                    <a:pt x="17721" y="2615"/>
                  </a:lnTo>
                  <a:lnTo>
                    <a:pt x="17721" y="40070"/>
                  </a:lnTo>
                  <a:lnTo>
                    <a:pt x="0" y="40070"/>
                  </a:lnTo>
                  <a:close/>
                </a:path>
              </a:pathLst>
            </a:custGeom>
            <a:solidFill>
              <a:srgbClr val="B46E58">
                <a:alpha val="100000"/>
              </a:srgbClr>
            </a:solidFill>
            <a:ln w="4762" cap="rnd">
              <a:solidFill>
                <a:srgbClr val="B46E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0" name="pg3589"/>
            <p:cNvSpPr/>
            <p:nvPr/>
          </p:nvSpPr>
          <p:spPr>
            <a:xfrm>
              <a:off x="7814673" y="6742310"/>
              <a:ext cx="17721" cy="37455"/>
            </a:xfrm>
            <a:custGeom>
              <a:avLst/>
              <a:pathLst>
                <a:path w="17721" h="37455">
                  <a:moveTo>
                    <a:pt x="0" y="0"/>
                  </a:moveTo>
                  <a:lnTo>
                    <a:pt x="17721" y="2428"/>
                  </a:lnTo>
                  <a:lnTo>
                    <a:pt x="17721" y="37455"/>
                  </a:lnTo>
                  <a:lnTo>
                    <a:pt x="0" y="37455"/>
                  </a:lnTo>
                  <a:close/>
                </a:path>
              </a:pathLst>
            </a:custGeom>
            <a:solidFill>
              <a:srgbClr val="B46D58">
                <a:alpha val="100000"/>
              </a:srgbClr>
            </a:solidFill>
            <a:ln w="4762" cap="rnd">
              <a:solidFill>
                <a:srgbClr val="B4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1" name="pg3590"/>
            <p:cNvSpPr/>
            <p:nvPr/>
          </p:nvSpPr>
          <p:spPr>
            <a:xfrm>
              <a:off x="7832394" y="6744738"/>
              <a:ext cx="17721" cy="35027"/>
            </a:xfrm>
            <a:custGeom>
              <a:avLst/>
              <a:pathLst>
                <a:path w="17721" h="35027">
                  <a:moveTo>
                    <a:pt x="0" y="0"/>
                  </a:moveTo>
                  <a:lnTo>
                    <a:pt x="17721" y="2332"/>
                  </a:lnTo>
                  <a:lnTo>
                    <a:pt x="17721" y="35027"/>
                  </a:lnTo>
                  <a:lnTo>
                    <a:pt x="0" y="35027"/>
                  </a:lnTo>
                  <a:close/>
                </a:path>
              </a:pathLst>
            </a:custGeom>
            <a:solidFill>
              <a:srgbClr val="B36D58">
                <a:alpha val="100000"/>
              </a:srgbClr>
            </a:solidFill>
            <a:ln w="4762" cap="rnd">
              <a:solidFill>
                <a:srgbClr val="B36D5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2" name="pg3591"/>
            <p:cNvSpPr/>
            <p:nvPr/>
          </p:nvSpPr>
          <p:spPr>
            <a:xfrm>
              <a:off x="7850115" y="6747071"/>
              <a:ext cx="53164" cy="32695"/>
            </a:xfrm>
            <a:custGeom>
              <a:avLst/>
              <a:pathLst>
                <a:path w="53164" h="32695">
                  <a:moveTo>
                    <a:pt x="0" y="0"/>
                  </a:moveTo>
                  <a:lnTo>
                    <a:pt x="17721" y="2232"/>
                  </a:lnTo>
                  <a:lnTo>
                    <a:pt x="35442" y="4290"/>
                  </a:lnTo>
                  <a:lnTo>
                    <a:pt x="53164" y="6262"/>
                  </a:lnTo>
                  <a:lnTo>
                    <a:pt x="53164" y="32695"/>
                  </a:lnTo>
                  <a:lnTo>
                    <a:pt x="35442" y="32695"/>
                  </a:lnTo>
                  <a:lnTo>
                    <a:pt x="17721" y="32695"/>
                  </a:lnTo>
                  <a:lnTo>
                    <a:pt x="0" y="32695"/>
                  </a:lnTo>
                  <a:close/>
                </a:path>
              </a:pathLst>
            </a:custGeom>
            <a:solidFill>
              <a:srgbClr val="B36C57">
                <a:alpha val="100000"/>
              </a:srgbClr>
            </a:solidFill>
            <a:ln w="4762" cap="rnd">
              <a:solidFill>
                <a:srgbClr val="B36C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3" name="pg3592"/>
            <p:cNvSpPr/>
            <p:nvPr/>
          </p:nvSpPr>
          <p:spPr>
            <a:xfrm>
              <a:off x="7903280" y="6753333"/>
              <a:ext cx="35442" cy="26433"/>
            </a:xfrm>
            <a:custGeom>
              <a:avLst/>
              <a:pathLst>
                <a:path w="35442" h="26433">
                  <a:moveTo>
                    <a:pt x="0" y="0"/>
                  </a:moveTo>
                  <a:lnTo>
                    <a:pt x="17721" y="1885"/>
                  </a:lnTo>
                  <a:lnTo>
                    <a:pt x="35442" y="3610"/>
                  </a:lnTo>
                  <a:lnTo>
                    <a:pt x="35442" y="26433"/>
                  </a:lnTo>
                  <a:lnTo>
                    <a:pt x="17721" y="26433"/>
                  </a:lnTo>
                  <a:lnTo>
                    <a:pt x="0" y="26433"/>
                  </a:lnTo>
                  <a:close/>
                </a:path>
              </a:pathLst>
            </a:custGeom>
            <a:solidFill>
              <a:srgbClr val="B26B56">
                <a:alpha val="100000"/>
              </a:srgbClr>
            </a:solidFill>
            <a:ln w="4762" cap="rnd">
              <a:solidFill>
                <a:srgbClr val="B26B5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4" name="pg3593"/>
            <p:cNvSpPr/>
            <p:nvPr/>
          </p:nvSpPr>
          <p:spPr>
            <a:xfrm>
              <a:off x="7938722" y="6756943"/>
              <a:ext cx="17721" cy="22822"/>
            </a:xfrm>
            <a:custGeom>
              <a:avLst/>
              <a:pathLst>
                <a:path w="17721" h="22822">
                  <a:moveTo>
                    <a:pt x="0" y="0"/>
                  </a:moveTo>
                  <a:lnTo>
                    <a:pt x="17721" y="1648"/>
                  </a:lnTo>
                  <a:lnTo>
                    <a:pt x="17721" y="22822"/>
                  </a:lnTo>
                  <a:lnTo>
                    <a:pt x="0" y="22822"/>
                  </a:lnTo>
                  <a:close/>
                </a:path>
              </a:pathLst>
            </a:custGeom>
            <a:solidFill>
              <a:srgbClr val="B26B55">
                <a:alpha val="100000"/>
              </a:srgbClr>
            </a:solidFill>
            <a:ln w="4762" cap="rnd">
              <a:solidFill>
                <a:srgbClr val="B26B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5" name="pg3594"/>
            <p:cNvSpPr/>
            <p:nvPr/>
          </p:nvSpPr>
          <p:spPr>
            <a:xfrm>
              <a:off x="7956444" y="6758592"/>
              <a:ext cx="17721" cy="21174"/>
            </a:xfrm>
            <a:custGeom>
              <a:avLst/>
              <a:pathLst>
                <a:path w="17721" h="21174">
                  <a:moveTo>
                    <a:pt x="0" y="0"/>
                  </a:moveTo>
                  <a:lnTo>
                    <a:pt x="17721" y="1571"/>
                  </a:lnTo>
                  <a:lnTo>
                    <a:pt x="17721" y="21174"/>
                  </a:lnTo>
                  <a:lnTo>
                    <a:pt x="0" y="21174"/>
                  </a:lnTo>
                  <a:close/>
                </a:path>
              </a:pathLst>
            </a:custGeom>
            <a:solidFill>
              <a:srgbClr val="B26A55">
                <a:alpha val="100000"/>
              </a:srgbClr>
            </a:solidFill>
            <a:ln w="4762" cap="rnd">
              <a:solidFill>
                <a:srgbClr val="B2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6" name="pg3595"/>
            <p:cNvSpPr/>
            <p:nvPr/>
          </p:nvSpPr>
          <p:spPr>
            <a:xfrm>
              <a:off x="7974165" y="6760163"/>
              <a:ext cx="17721" cy="19603"/>
            </a:xfrm>
            <a:custGeom>
              <a:avLst/>
              <a:pathLst>
                <a:path w="17721" h="19603">
                  <a:moveTo>
                    <a:pt x="0" y="0"/>
                  </a:moveTo>
                  <a:lnTo>
                    <a:pt x="17721" y="1433"/>
                  </a:lnTo>
                  <a:lnTo>
                    <a:pt x="17721" y="19603"/>
                  </a:lnTo>
                  <a:lnTo>
                    <a:pt x="0" y="19603"/>
                  </a:lnTo>
                  <a:close/>
                </a:path>
              </a:pathLst>
            </a:custGeom>
            <a:solidFill>
              <a:srgbClr val="B16A55">
                <a:alpha val="100000"/>
              </a:srgbClr>
            </a:solidFill>
            <a:ln w="4762" cap="rnd">
              <a:solidFill>
                <a:srgbClr val="B16A5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7" name="pg3596"/>
            <p:cNvSpPr/>
            <p:nvPr/>
          </p:nvSpPr>
          <p:spPr>
            <a:xfrm>
              <a:off x="7991886" y="6761596"/>
              <a:ext cx="53164" cy="18169"/>
            </a:xfrm>
            <a:custGeom>
              <a:avLst/>
              <a:pathLst>
                <a:path w="53164" h="18169">
                  <a:moveTo>
                    <a:pt x="0" y="0"/>
                  </a:moveTo>
                  <a:lnTo>
                    <a:pt x="17721" y="1362"/>
                  </a:lnTo>
                  <a:lnTo>
                    <a:pt x="35442" y="2658"/>
                  </a:lnTo>
                  <a:lnTo>
                    <a:pt x="53164" y="3837"/>
                  </a:lnTo>
                  <a:lnTo>
                    <a:pt x="53164" y="18169"/>
                  </a:lnTo>
                  <a:lnTo>
                    <a:pt x="35442" y="18169"/>
                  </a:lnTo>
                  <a:lnTo>
                    <a:pt x="17721" y="18169"/>
                  </a:lnTo>
                  <a:lnTo>
                    <a:pt x="0" y="18169"/>
                  </a:lnTo>
                  <a:close/>
                </a:path>
              </a:pathLst>
            </a:custGeom>
            <a:solidFill>
              <a:srgbClr val="B16954">
                <a:alpha val="100000"/>
              </a:srgbClr>
            </a:solidFill>
            <a:ln w="4762" cap="rnd">
              <a:solidFill>
                <a:srgbClr val="B169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8" name="pg3597"/>
            <p:cNvSpPr/>
            <p:nvPr/>
          </p:nvSpPr>
          <p:spPr>
            <a:xfrm>
              <a:off x="8045050" y="6765433"/>
              <a:ext cx="35442" cy="14332"/>
            </a:xfrm>
            <a:custGeom>
              <a:avLst/>
              <a:pathLst>
                <a:path w="35442" h="14332">
                  <a:moveTo>
                    <a:pt x="0" y="0"/>
                  </a:moveTo>
                  <a:lnTo>
                    <a:pt x="17721" y="1114"/>
                  </a:lnTo>
                  <a:lnTo>
                    <a:pt x="35442" y="2171"/>
                  </a:lnTo>
                  <a:lnTo>
                    <a:pt x="35442" y="14332"/>
                  </a:lnTo>
                  <a:lnTo>
                    <a:pt x="17721" y="14332"/>
                  </a:lnTo>
                  <a:lnTo>
                    <a:pt x="0" y="14332"/>
                  </a:lnTo>
                  <a:close/>
                </a:path>
              </a:pathLst>
            </a:custGeom>
            <a:solidFill>
              <a:srgbClr val="B06853">
                <a:alpha val="100000"/>
              </a:srgbClr>
            </a:solidFill>
            <a:ln w="4762" cap="rnd">
              <a:solidFill>
                <a:srgbClr val="B0685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9" name="pg3598"/>
            <p:cNvSpPr/>
            <p:nvPr/>
          </p:nvSpPr>
          <p:spPr>
            <a:xfrm>
              <a:off x="8080493" y="6767605"/>
              <a:ext cx="35442" cy="12160"/>
            </a:xfrm>
            <a:custGeom>
              <a:avLst/>
              <a:pathLst>
                <a:path w="35442" h="12160">
                  <a:moveTo>
                    <a:pt x="0" y="0"/>
                  </a:moveTo>
                  <a:lnTo>
                    <a:pt x="17721" y="958"/>
                  </a:lnTo>
                  <a:lnTo>
                    <a:pt x="35442" y="1860"/>
                  </a:lnTo>
                  <a:lnTo>
                    <a:pt x="35442" y="12160"/>
                  </a:lnTo>
                  <a:lnTo>
                    <a:pt x="17721" y="12160"/>
                  </a:lnTo>
                  <a:lnTo>
                    <a:pt x="0" y="12160"/>
                  </a:lnTo>
                  <a:close/>
                </a:path>
              </a:pathLst>
            </a:custGeom>
            <a:solidFill>
              <a:srgbClr val="B06752">
                <a:alpha val="100000"/>
              </a:srgbClr>
            </a:solidFill>
            <a:ln w="4762" cap="rnd">
              <a:solidFill>
                <a:srgbClr val="B0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0" name="pg3599"/>
            <p:cNvSpPr/>
            <p:nvPr/>
          </p:nvSpPr>
          <p:spPr>
            <a:xfrm>
              <a:off x="8115936" y="6769466"/>
              <a:ext cx="17721" cy="10300"/>
            </a:xfrm>
            <a:custGeom>
              <a:avLst/>
              <a:pathLst>
                <a:path w="17721" h="10300">
                  <a:moveTo>
                    <a:pt x="0" y="0"/>
                  </a:moveTo>
                  <a:lnTo>
                    <a:pt x="17721" y="853"/>
                  </a:lnTo>
                  <a:lnTo>
                    <a:pt x="17721" y="10300"/>
                  </a:lnTo>
                  <a:lnTo>
                    <a:pt x="0" y="10300"/>
                  </a:lnTo>
                  <a:close/>
                </a:path>
              </a:pathLst>
            </a:custGeom>
            <a:solidFill>
              <a:srgbClr val="AF6752">
                <a:alpha val="100000"/>
              </a:srgbClr>
            </a:solidFill>
            <a:ln w="4762" cap="rnd">
              <a:solidFill>
                <a:srgbClr val="AF67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1" name="pg3600"/>
            <p:cNvSpPr/>
            <p:nvPr/>
          </p:nvSpPr>
          <p:spPr>
            <a:xfrm>
              <a:off x="8133657" y="6770319"/>
              <a:ext cx="53164" cy="9446"/>
            </a:xfrm>
            <a:custGeom>
              <a:avLst/>
              <a:pathLst>
                <a:path w="53164" h="9446">
                  <a:moveTo>
                    <a:pt x="0" y="0"/>
                  </a:moveTo>
                  <a:lnTo>
                    <a:pt x="17721" y="771"/>
                  </a:lnTo>
                  <a:lnTo>
                    <a:pt x="35442" y="1494"/>
                  </a:lnTo>
                  <a:lnTo>
                    <a:pt x="53164" y="2175"/>
                  </a:lnTo>
                  <a:lnTo>
                    <a:pt x="53164" y="9446"/>
                  </a:lnTo>
                  <a:lnTo>
                    <a:pt x="35442" y="9446"/>
                  </a:lnTo>
                  <a:lnTo>
                    <a:pt x="17721" y="9446"/>
                  </a:lnTo>
                  <a:lnTo>
                    <a:pt x="0" y="9446"/>
                  </a:lnTo>
                  <a:close/>
                </a:path>
              </a:pathLst>
            </a:custGeom>
            <a:solidFill>
              <a:srgbClr val="AF6651">
                <a:alpha val="100000"/>
              </a:srgbClr>
            </a:solidFill>
            <a:ln w="4762" cap="rnd">
              <a:solidFill>
                <a:srgbClr val="AF66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2" name="pg3601"/>
            <p:cNvSpPr/>
            <p:nvPr/>
          </p:nvSpPr>
          <p:spPr>
            <a:xfrm>
              <a:off x="8186821" y="6772495"/>
              <a:ext cx="17721" cy="7271"/>
            </a:xfrm>
            <a:custGeom>
              <a:avLst/>
              <a:pathLst>
                <a:path w="17721" h="7271">
                  <a:moveTo>
                    <a:pt x="0" y="0"/>
                  </a:moveTo>
                  <a:lnTo>
                    <a:pt x="17721" y="614"/>
                  </a:lnTo>
                  <a:lnTo>
                    <a:pt x="17721" y="7271"/>
                  </a:lnTo>
                  <a:lnTo>
                    <a:pt x="0" y="7271"/>
                  </a:lnTo>
                  <a:close/>
                </a:path>
              </a:pathLst>
            </a:custGeom>
            <a:solidFill>
              <a:srgbClr val="AF6550">
                <a:alpha val="100000"/>
              </a:srgbClr>
            </a:solidFill>
            <a:ln w="4762" cap="rnd">
              <a:solidFill>
                <a:srgbClr val="AF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3" name="pg3602"/>
            <p:cNvSpPr/>
            <p:nvPr/>
          </p:nvSpPr>
          <p:spPr>
            <a:xfrm>
              <a:off x="8204543" y="6773109"/>
              <a:ext cx="17721" cy="6656"/>
            </a:xfrm>
            <a:custGeom>
              <a:avLst/>
              <a:pathLst>
                <a:path w="17721" h="6656">
                  <a:moveTo>
                    <a:pt x="0" y="0"/>
                  </a:moveTo>
                  <a:lnTo>
                    <a:pt x="17721" y="572"/>
                  </a:lnTo>
                  <a:lnTo>
                    <a:pt x="17721" y="6656"/>
                  </a:lnTo>
                  <a:lnTo>
                    <a:pt x="0" y="6656"/>
                  </a:lnTo>
                  <a:close/>
                </a:path>
              </a:pathLst>
            </a:custGeom>
            <a:solidFill>
              <a:srgbClr val="AE6550">
                <a:alpha val="100000"/>
              </a:srgbClr>
            </a:solidFill>
            <a:ln w="4762" cap="rnd">
              <a:solidFill>
                <a:srgbClr val="AE65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4" name="pg3603"/>
            <p:cNvSpPr/>
            <p:nvPr/>
          </p:nvSpPr>
          <p:spPr>
            <a:xfrm>
              <a:off x="8222264" y="6773682"/>
              <a:ext cx="0" cy="6084"/>
            </a:xfrm>
            <a:custGeom>
              <a:avLst/>
              <a:pathLst>
                <a:path w="0" h="6084">
                  <a:moveTo>
                    <a:pt x="0" y="0"/>
                  </a:moveTo>
                  <a:lnTo>
                    <a:pt x="0" y="6084"/>
                  </a:lnTo>
                  <a:close/>
                </a:path>
              </a:pathLst>
            </a:custGeom>
            <a:solidFill>
              <a:srgbClr val="AE644F">
                <a:alpha val="100000"/>
              </a:srgbClr>
            </a:solidFill>
            <a:ln w="4762" cap="rnd">
              <a:solidFill>
                <a:srgbClr val="AE64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5" name="pl3604"/>
            <p:cNvSpPr/>
            <p:nvPr/>
          </p:nvSpPr>
          <p:spPr>
            <a:xfrm>
              <a:off x="2480541" y="6219072"/>
              <a:ext cx="5741723" cy="554609"/>
            </a:xfrm>
            <a:custGeom>
              <a:avLst/>
              <a:pathLst>
                <a:path w="5741723" h="554609">
                  <a:moveTo>
                    <a:pt x="0" y="554375"/>
                  </a:moveTo>
                  <a:lnTo>
                    <a:pt x="17721" y="553821"/>
                  </a:lnTo>
                  <a:lnTo>
                    <a:pt x="35442" y="553236"/>
                  </a:lnTo>
                  <a:lnTo>
                    <a:pt x="53164" y="552603"/>
                  </a:lnTo>
                  <a:lnTo>
                    <a:pt x="70885" y="551919"/>
                  </a:lnTo>
                  <a:lnTo>
                    <a:pt x="88606" y="551199"/>
                  </a:lnTo>
                  <a:lnTo>
                    <a:pt x="106328" y="550424"/>
                  </a:lnTo>
                  <a:lnTo>
                    <a:pt x="124049" y="549588"/>
                  </a:lnTo>
                  <a:lnTo>
                    <a:pt x="141770" y="548710"/>
                  </a:lnTo>
                  <a:lnTo>
                    <a:pt x="159492" y="547770"/>
                  </a:lnTo>
                  <a:lnTo>
                    <a:pt x="177213" y="546759"/>
                  </a:lnTo>
                  <a:lnTo>
                    <a:pt x="194935" y="545699"/>
                  </a:lnTo>
                  <a:lnTo>
                    <a:pt x="212656" y="544570"/>
                  </a:lnTo>
                  <a:lnTo>
                    <a:pt x="230377" y="543358"/>
                  </a:lnTo>
                  <a:lnTo>
                    <a:pt x="248099" y="542090"/>
                  </a:lnTo>
                  <a:lnTo>
                    <a:pt x="265820" y="540747"/>
                  </a:lnTo>
                  <a:lnTo>
                    <a:pt x="283541" y="539308"/>
                  </a:lnTo>
                  <a:lnTo>
                    <a:pt x="301263" y="537808"/>
                  </a:lnTo>
                  <a:lnTo>
                    <a:pt x="318984" y="536225"/>
                  </a:lnTo>
                  <a:lnTo>
                    <a:pt x="336705" y="534534"/>
                  </a:lnTo>
                  <a:lnTo>
                    <a:pt x="354427" y="532774"/>
                  </a:lnTo>
                  <a:lnTo>
                    <a:pt x="372148" y="530927"/>
                  </a:lnTo>
                  <a:lnTo>
                    <a:pt x="389870" y="528957"/>
                  </a:lnTo>
                  <a:lnTo>
                    <a:pt x="407591" y="526913"/>
                  </a:lnTo>
                  <a:lnTo>
                    <a:pt x="425312" y="524777"/>
                  </a:lnTo>
                  <a:lnTo>
                    <a:pt x="443034" y="522505"/>
                  </a:lnTo>
                  <a:lnTo>
                    <a:pt x="460755" y="520153"/>
                  </a:lnTo>
                  <a:lnTo>
                    <a:pt x="478476" y="517705"/>
                  </a:lnTo>
                  <a:lnTo>
                    <a:pt x="496198" y="515109"/>
                  </a:lnTo>
                  <a:lnTo>
                    <a:pt x="513919" y="512427"/>
                  </a:lnTo>
                  <a:lnTo>
                    <a:pt x="531641" y="509648"/>
                  </a:lnTo>
                  <a:lnTo>
                    <a:pt x="549362" y="506708"/>
                  </a:lnTo>
                  <a:lnTo>
                    <a:pt x="567083" y="503678"/>
                  </a:lnTo>
                  <a:lnTo>
                    <a:pt x="584805" y="500550"/>
                  </a:lnTo>
                  <a:lnTo>
                    <a:pt x="602526" y="497251"/>
                  </a:lnTo>
                  <a:lnTo>
                    <a:pt x="620247" y="493859"/>
                  </a:lnTo>
                  <a:lnTo>
                    <a:pt x="637969" y="490370"/>
                  </a:lnTo>
                  <a:lnTo>
                    <a:pt x="655690" y="486700"/>
                  </a:lnTo>
                  <a:lnTo>
                    <a:pt x="673411" y="482935"/>
                  </a:lnTo>
                  <a:lnTo>
                    <a:pt x="691133" y="479075"/>
                  </a:lnTo>
                  <a:lnTo>
                    <a:pt x="708854" y="475028"/>
                  </a:lnTo>
                  <a:lnTo>
                    <a:pt x="726576" y="470886"/>
                  </a:lnTo>
                  <a:lnTo>
                    <a:pt x="744297" y="466647"/>
                  </a:lnTo>
                  <a:lnTo>
                    <a:pt x="762018" y="462225"/>
                  </a:lnTo>
                  <a:lnTo>
                    <a:pt x="779740" y="457703"/>
                  </a:lnTo>
                  <a:lnTo>
                    <a:pt x="797461" y="453087"/>
                  </a:lnTo>
                  <a:lnTo>
                    <a:pt x="815182" y="448293"/>
                  </a:lnTo>
                  <a:lnTo>
                    <a:pt x="832904" y="443397"/>
                  </a:lnTo>
                  <a:lnTo>
                    <a:pt x="850625" y="438408"/>
                  </a:lnTo>
                  <a:lnTo>
                    <a:pt x="868347" y="433250"/>
                  </a:lnTo>
                  <a:lnTo>
                    <a:pt x="886068" y="427989"/>
                  </a:lnTo>
                  <a:lnTo>
                    <a:pt x="903789" y="422638"/>
                  </a:lnTo>
                  <a:lnTo>
                    <a:pt x="921511" y="417127"/>
                  </a:lnTo>
                  <a:lnTo>
                    <a:pt x="939232" y="411515"/>
                  </a:lnTo>
                  <a:lnTo>
                    <a:pt x="956953" y="405817"/>
                  </a:lnTo>
                  <a:lnTo>
                    <a:pt x="974675" y="399971"/>
                  </a:lnTo>
                  <a:lnTo>
                    <a:pt x="992396" y="394025"/>
                  </a:lnTo>
                  <a:lnTo>
                    <a:pt x="1010117" y="387998"/>
                  </a:lnTo>
                  <a:lnTo>
                    <a:pt x="1027839" y="381836"/>
                  </a:lnTo>
                  <a:lnTo>
                    <a:pt x="1045560" y="375578"/>
                  </a:lnTo>
                  <a:lnTo>
                    <a:pt x="1063282" y="369244"/>
                  </a:lnTo>
                  <a:lnTo>
                    <a:pt x="1081003" y="362789"/>
                  </a:lnTo>
                  <a:lnTo>
                    <a:pt x="1098724" y="356243"/>
                  </a:lnTo>
                  <a:lnTo>
                    <a:pt x="1116446" y="349627"/>
                  </a:lnTo>
                  <a:lnTo>
                    <a:pt x="1134167" y="342905"/>
                  </a:lnTo>
                  <a:lnTo>
                    <a:pt x="1151888" y="336097"/>
                  </a:lnTo>
                  <a:lnTo>
                    <a:pt x="1169610" y="329228"/>
                  </a:lnTo>
                  <a:lnTo>
                    <a:pt x="1187331" y="322267"/>
                  </a:lnTo>
                  <a:lnTo>
                    <a:pt x="1205053" y="315228"/>
                  </a:lnTo>
                  <a:lnTo>
                    <a:pt x="1222774" y="308136"/>
                  </a:lnTo>
                  <a:lnTo>
                    <a:pt x="1240495" y="300966"/>
                  </a:lnTo>
                  <a:lnTo>
                    <a:pt x="1258217" y="293728"/>
                  </a:lnTo>
                  <a:lnTo>
                    <a:pt x="1275938" y="286446"/>
                  </a:lnTo>
                  <a:lnTo>
                    <a:pt x="1293659" y="279101"/>
                  </a:lnTo>
                  <a:lnTo>
                    <a:pt x="1311381" y="271701"/>
                  </a:lnTo>
                  <a:lnTo>
                    <a:pt x="1329102" y="264266"/>
                  </a:lnTo>
                  <a:lnTo>
                    <a:pt x="1346823" y="256784"/>
                  </a:lnTo>
                  <a:lnTo>
                    <a:pt x="1364545" y="249260"/>
                  </a:lnTo>
                  <a:lnTo>
                    <a:pt x="1382266" y="241712"/>
                  </a:lnTo>
                  <a:lnTo>
                    <a:pt x="1399988" y="234135"/>
                  </a:lnTo>
                  <a:lnTo>
                    <a:pt x="1417709" y="226533"/>
                  </a:lnTo>
                  <a:lnTo>
                    <a:pt x="1435430" y="218919"/>
                  </a:lnTo>
                  <a:lnTo>
                    <a:pt x="1453152" y="211293"/>
                  </a:lnTo>
                  <a:lnTo>
                    <a:pt x="1470873" y="203663"/>
                  </a:lnTo>
                  <a:lnTo>
                    <a:pt x="1488594" y="196035"/>
                  </a:lnTo>
                  <a:lnTo>
                    <a:pt x="1506316" y="188415"/>
                  </a:lnTo>
                  <a:lnTo>
                    <a:pt x="1524037" y="180815"/>
                  </a:lnTo>
                  <a:lnTo>
                    <a:pt x="1541759" y="173234"/>
                  </a:lnTo>
                  <a:lnTo>
                    <a:pt x="1559480" y="165680"/>
                  </a:lnTo>
                  <a:lnTo>
                    <a:pt x="1577201" y="158177"/>
                  </a:lnTo>
                  <a:lnTo>
                    <a:pt x="1594923" y="150711"/>
                  </a:lnTo>
                  <a:lnTo>
                    <a:pt x="1612644" y="143294"/>
                  </a:lnTo>
                  <a:lnTo>
                    <a:pt x="1630365" y="135963"/>
                  </a:lnTo>
                  <a:lnTo>
                    <a:pt x="1648087" y="128691"/>
                  </a:lnTo>
                  <a:lnTo>
                    <a:pt x="1665808" y="121489"/>
                  </a:lnTo>
                  <a:lnTo>
                    <a:pt x="1683529" y="114416"/>
                  </a:lnTo>
                  <a:lnTo>
                    <a:pt x="1701251" y="107424"/>
                  </a:lnTo>
                  <a:lnTo>
                    <a:pt x="1718972" y="100527"/>
                  </a:lnTo>
                  <a:lnTo>
                    <a:pt x="1736694" y="93804"/>
                  </a:lnTo>
                  <a:lnTo>
                    <a:pt x="1754415" y="87189"/>
                  </a:lnTo>
                  <a:lnTo>
                    <a:pt x="1772136" y="80692"/>
                  </a:lnTo>
                  <a:lnTo>
                    <a:pt x="1789858" y="74424"/>
                  </a:lnTo>
                  <a:lnTo>
                    <a:pt x="1807579" y="68289"/>
                  </a:lnTo>
                  <a:lnTo>
                    <a:pt x="1825300" y="62296"/>
                  </a:lnTo>
                  <a:lnTo>
                    <a:pt x="1843022" y="56589"/>
                  </a:lnTo>
                  <a:lnTo>
                    <a:pt x="1860743" y="51044"/>
                  </a:lnTo>
                  <a:lnTo>
                    <a:pt x="1878465" y="45663"/>
                  </a:lnTo>
                  <a:lnTo>
                    <a:pt x="1896186" y="40628"/>
                  </a:lnTo>
                  <a:lnTo>
                    <a:pt x="1913907" y="35785"/>
                  </a:lnTo>
                  <a:lnTo>
                    <a:pt x="1931629" y="31134"/>
                  </a:lnTo>
                  <a:lnTo>
                    <a:pt x="1949350" y="26875"/>
                  </a:lnTo>
                  <a:lnTo>
                    <a:pt x="1967071" y="22843"/>
                  </a:lnTo>
                  <a:lnTo>
                    <a:pt x="1984793" y="19031"/>
                  </a:lnTo>
                  <a:lnTo>
                    <a:pt x="2002514" y="15652"/>
                  </a:lnTo>
                  <a:lnTo>
                    <a:pt x="2020235" y="12537"/>
                  </a:lnTo>
                  <a:lnTo>
                    <a:pt x="2037957" y="9667"/>
                  </a:lnTo>
                  <a:lnTo>
                    <a:pt x="2055678" y="7262"/>
                  </a:lnTo>
                  <a:lnTo>
                    <a:pt x="2073400" y="5158"/>
                  </a:lnTo>
                  <a:lnTo>
                    <a:pt x="2091121" y="3320"/>
                  </a:lnTo>
                  <a:lnTo>
                    <a:pt x="2108842" y="1973"/>
                  </a:lnTo>
                  <a:lnTo>
                    <a:pt x="2126564" y="957"/>
                  </a:lnTo>
                  <a:lnTo>
                    <a:pt x="2144285" y="226"/>
                  </a:lnTo>
                  <a:lnTo>
                    <a:pt x="2162006" y="0"/>
                  </a:lnTo>
                  <a:lnTo>
                    <a:pt x="2179728" y="132"/>
                  </a:lnTo>
                  <a:lnTo>
                    <a:pt x="2197449" y="560"/>
                  </a:lnTo>
                  <a:lnTo>
                    <a:pt x="2215171" y="1496"/>
                  </a:lnTo>
                  <a:lnTo>
                    <a:pt x="2232892" y="2811"/>
                  </a:lnTo>
                  <a:lnTo>
                    <a:pt x="2250613" y="4426"/>
                  </a:lnTo>
                  <a:lnTo>
                    <a:pt x="2268335" y="6540"/>
                  </a:lnTo>
                  <a:lnTo>
                    <a:pt x="2286056" y="9044"/>
                  </a:lnTo>
                  <a:lnTo>
                    <a:pt x="2303777" y="11846"/>
                  </a:lnTo>
                  <a:lnTo>
                    <a:pt x="2321499" y="15125"/>
                  </a:lnTo>
                  <a:lnTo>
                    <a:pt x="2339220" y="18795"/>
                  </a:lnTo>
                  <a:lnTo>
                    <a:pt x="2356941" y="22753"/>
                  </a:lnTo>
                  <a:lnTo>
                    <a:pt x="2374663" y="27154"/>
                  </a:lnTo>
                  <a:lnTo>
                    <a:pt x="2392384" y="31936"/>
                  </a:lnTo>
                  <a:lnTo>
                    <a:pt x="2410106" y="36987"/>
                  </a:lnTo>
                  <a:lnTo>
                    <a:pt x="2427827" y="42438"/>
                  </a:lnTo>
                  <a:lnTo>
                    <a:pt x="2445548" y="48246"/>
                  </a:lnTo>
                  <a:lnTo>
                    <a:pt x="2463270" y="54298"/>
                  </a:lnTo>
                  <a:lnTo>
                    <a:pt x="2480991" y="60696"/>
                  </a:lnTo>
                  <a:lnTo>
                    <a:pt x="2498712" y="67417"/>
                  </a:lnTo>
                  <a:lnTo>
                    <a:pt x="2516434" y="74347"/>
                  </a:lnTo>
                  <a:lnTo>
                    <a:pt x="2534155" y="81564"/>
                  </a:lnTo>
                  <a:lnTo>
                    <a:pt x="2551877" y="89056"/>
                  </a:lnTo>
                  <a:lnTo>
                    <a:pt x="2569598" y="96717"/>
                  </a:lnTo>
                  <a:lnTo>
                    <a:pt x="2587319" y="104601"/>
                  </a:lnTo>
                  <a:lnTo>
                    <a:pt x="2605041" y="112700"/>
                  </a:lnTo>
                  <a:lnTo>
                    <a:pt x="2622762" y="120924"/>
                  </a:lnTo>
                  <a:lnTo>
                    <a:pt x="2640483" y="129303"/>
                  </a:lnTo>
                  <a:lnTo>
                    <a:pt x="2658205" y="137829"/>
                  </a:lnTo>
                  <a:lnTo>
                    <a:pt x="2675926" y="146430"/>
                  </a:lnTo>
                  <a:lnTo>
                    <a:pt x="2693647" y="155118"/>
                  </a:lnTo>
                  <a:lnTo>
                    <a:pt x="2711369" y="163877"/>
                  </a:lnTo>
                  <a:lnTo>
                    <a:pt x="2729090" y="172660"/>
                  </a:lnTo>
                  <a:lnTo>
                    <a:pt x="2746812" y="181466"/>
                  </a:lnTo>
                  <a:lnTo>
                    <a:pt x="2764533" y="190257"/>
                  </a:lnTo>
                  <a:lnTo>
                    <a:pt x="2782254" y="199023"/>
                  </a:lnTo>
                  <a:lnTo>
                    <a:pt x="2799976" y="207749"/>
                  </a:lnTo>
                  <a:lnTo>
                    <a:pt x="2817697" y="216375"/>
                  </a:lnTo>
                  <a:lnTo>
                    <a:pt x="2835418" y="224925"/>
                  </a:lnTo>
                  <a:lnTo>
                    <a:pt x="2853140" y="233380"/>
                  </a:lnTo>
                  <a:lnTo>
                    <a:pt x="2870861" y="241647"/>
                  </a:lnTo>
                  <a:lnTo>
                    <a:pt x="2888583" y="249792"/>
                  </a:lnTo>
                  <a:lnTo>
                    <a:pt x="2906304" y="257791"/>
                  </a:lnTo>
                  <a:lnTo>
                    <a:pt x="2924025" y="265519"/>
                  </a:lnTo>
                  <a:lnTo>
                    <a:pt x="2941747" y="273080"/>
                  </a:lnTo>
                  <a:lnTo>
                    <a:pt x="2959468" y="280457"/>
                  </a:lnTo>
                  <a:lnTo>
                    <a:pt x="2977189" y="287481"/>
                  </a:lnTo>
                  <a:lnTo>
                    <a:pt x="2994911" y="294300"/>
                  </a:lnTo>
                  <a:lnTo>
                    <a:pt x="3012632" y="300904"/>
                  </a:lnTo>
                  <a:lnTo>
                    <a:pt x="3030353" y="307082"/>
                  </a:lnTo>
                  <a:lnTo>
                    <a:pt x="3048075" y="313023"/>
                  </a:lnTo>
                  <a:lnTo>
                    <a:pt x="3065796" y="318727"/>
                  </a:lnTo>
                  <a:lnTo>
                    <a:pt x="3083518" y="323941"/>
                  </a:lnTo>
                  <a:lnTo>
                    <a:pt x="3101239" y="328894"/>
                  </a:lnTo>
                  <a:lnTo>
                    <a:pt x="3118960" y="333586"/>
                  </a:lnTo>
                  <a:lnTo>
                    <a:pt x="3136682" y="337759"/>
                  </a:lnTo>
                  <a:lnTo>
                    <a:pt x="3154403" y="341642"/>
                  </a:lnTo>
                  <a:lnTo>
                    <a:pt x="3172124" y="345247"/>
                  </a:lnTo>
                  <a:lnTo>
                    <a:pt x="3189846" y="348321"/>
                  </a:lnTo>
                  <a:lnTo>
                    <a:pt x="3207567" y="351083"/>
                  </a:lnTo>
                  <a:lnTo>
                    <a:pt x="3225289" y="353558"/>
                  </a:lnTo>
                  <a:lnTo>
                    <a:pt x="3243010" y="355506"/>
                  </a:lnTo>
                  <a:lnTo>
                    <a:pt x="3260731" y="357128"/>
                  </a:lnTo>
                  <a:lnTo>
                    <a:pt x="3278453" y="358462"/>
                  </a:lnTo>
                  <a:lnTo>
                    <a:pt x="3296174" y="359286"/>
                  </a:lnTo>
                  <a:lnTo>
                    <a:pt x="3313895" y="359780"/>
                  </a:lnTo>
                  <a:lnTo>
                    <a:pt x="3331617" y="359993"/>
                  </a:lnTo>
                  <a:lnTo>
                    <a:pt x="3349338" y="359728"/>
                  </a:lnTo>
                  <a:lnTo>
                    <a:pt x="3367059" y="359137"/>
                  </a:lnTo>
                  <a:lnTo>
                    <a:pt x="3384781" y="358280"/>
                  </a:lnTo>
                  <a:lnTo>
                    <a:pt x="3402502" y="356988"/>
                  </a:lnTo>
                  <a:lnTo>
                    <a:pt x="3420224" y="355385"/>
                  </a:lnTo>
                  <a:lnTo>
                    <a:pt x="3437945" y="353540"/>
                  </a:lnTo>
                  <a:lnTo>
                    <a:pt x="3455666" y="351310"/>
                  </a:lnTo>
                  <a:lnTo>
                    <a:pt x="3473388" y="348797"/>
                  </a:lnTo>
                  <a:lnTo>
                    <a:pt x="3491109" y="346071"/>
                  </a:lnTo>
                  <a:lnTo>
                    <a:pt x="3508830" y="343021"/>
                  </a:lnTo>
                  <a:lnTo>
                    <a:pt x="3526552" y="339722"/>
                  </a:lnTo>
                  <a:lnTo>
                    <a:pt x="3544273" y="336247"/>
                  </a:lnTo>
                  <a:lnTo>
                    <a:pt x="3561995" y="332514"/>
                  </a:lnTo>
                  <a:lnTo>
                    <a:pt x="3579716" y="328579"/>
                  </a:lnTo>
                  <a:lnTo>
                    <a:pt x="3597437" y="324508"/>
                  </a:lnTo>
                  <a:lnTo>
                    <a:pt x="3615159" y="320248"/>
                  </a:lnTo>
                  <a:lnTo>
                    <a:pt x="3632880" y="315842"/>
                  </a:lnTo>
                  <a:lnTo>
                    <a:pt x="3650601" y="311344"/>
                  </a:lnTo>
                  <a:lnTo>
                    <a:pt x="3668323" y="306727"/>
                  </a:lnTo>
                  <a:lnTo>
                    <a:pt x="3686044" y="302027"/>
                  </a:lnTo>
                  <a:lnTo>
                    <a:pt x="3703765" y="297283"/>
                  </a:lnTo>
                  <a:lnTo>
                    <a:pt x="3721487" y="292490"/>
                  </a:lnTo>
                  <a:lnTo>
                    <a:pt x="3739208" y="287682"/>
                  </a:lnTo>
                  <a:lnTo>
                    <a:pt x="3756930" y="282877"/>
                  </a:lnTo>
                  <a:lnTo>
                    <a:pt x="3774651" y="278091"/>
                  </a:lnTo>
                  <a:lnTo>
                    <a:pt x="3792372" y="273363"/>
                  </a:lnTo>
                  <a:lnTo>
                    <a:pt x="3810094" y="268685"/>
                  </a:lnTo>
                  <a:lnTo>
                    <a:pt x="3827815" y="264088"/>
                  </a:lnTo>
                  <a:lnTo>
                    <a:pt x="3845536" y="259623"/>
                  </a:lnTo>
                  <a:lnTo>
                    <a:pt x="3863258" y="255253"/>
                  </a:lnTo>
                  <a:lnTo>
                    <a:pt x="3880979" y="251020"/>
                  </a:lnTo>
                  <a:lnTo>
                    <a:pt x="3898701" y="246991"/>
                  </a:lnTo>
                  <a:lnTo>
                    <a:pt x="3916422" y="243101"/>
                  </a:lnTo>
                  <a:lnTo>
                    <a:pt x="3934143" y="239392"/>
                  </a:lnTo>
                  <a:lnTo>
                    <a:pt x="3951865" y="235959"/>
                  </a:lnTo>
                  <a:lnTo>
                    <a:pt x="3969586" y="232701"/>
                  </a:lnTo>
                  <a:lnTo>
                    <a:pt x="3987307" y="229661"/>
                  </a:lnTo>
                  <a:lnTo>
                    <a:pt x="4005029" y="226960"/>
                  </a:lnTo>
                  <a:lnTo>
                    <a:pt x="4022750" y="224465"/>
                  </a:lnTo>
                  <a:lnTo>
                    <a:pt x="4040471" y="222215"/>
                  </a:lnTo>
                  <a:lnTo>
                    <a:pt x="4058193" y="220359"/>
                  </a:lnTo>
                  <a:lnTo>
                    <a:pt x="4075914" y="218732"/>
                  </a:lnTo>
                  <a:lnTo>
                    <a:pt x="4093636" y="217367"/>
                  </a:lnTo>
                  <a:lnTo>
                    <a:pt x="4111357" y="216439"/>
                  </a:lnTo>
                  <a:lnTo>
                    <a:pt x="4129078" y="215756"/>
                  </a:lnTo>
                  <a:lnTo>
                    <a:pt x="4146800" y="215340"/>
                  </a:lnTo>
                  <a:lnTo>
                    <a:pt x="4164521" y="215393"/>
                  </a:lnTo>
                  <a:lnTo>
                    <a:pt x="4182242" y="215698"/>
                  </a:lnTo>
                  <a:lnTo>
                    <a:pt x="4199964" y="216267"/>
                  </a:lnTo>
                  <a:lnTo>
                    <a:pt x="4217685" y="217320"/>
                  </a:lnTo>
                  <a:lnTo>
                    <a:pt x="4235407" y="218624"/>
                  </a:lnTo>
                  <a:lnTo>
                    <a:pt x="4253128" y="220180"/>
                  </a:lnTo>
                  <a:lnTo>
                    <a:pt x="4270849" y="222221"/>
                  </a:lnTo>
                  <a:lnTo>
                    <a:pt x="4288571" y="224505"/>
                  </a:lnTo>
                  <a:lnTo>
                    <a:pt x="4306292" y="227031"/>
                  </a:lnTo>
                  <a:lnTo>
                    <a:pt x="4324013" y="230008"/>
                  </a:lnTo>
                  <a:lnTo>
                    <a:pt x="4341735" y="233221"/>
                  </a:lnTo>
                  <a:lnTo>
                    <a:pt x="4359456" y="236660"/>
                  </a:lnTo>
                  <a:lnTo>
                    <a:pt x="4377177" y="240503"/>
                  </a:lnTo>
                  <a:lnTo>
                    <a:pt x="4394899" y="244569"/>
                  </a:lnTo>
                  <a:lnTo>
                    <a:pt x="4412620" y="248837"/>
                  </a:lnTo>
                  <a:lnTo>
                    <a:pt x="4430342" y="253455"/>
                  </a:lnTo>
                  <a:lnTo>
                    <a:pt x="4448063" y="258274"/>
                  </a:lnTo>
                  <a:lnTo>
                    <a:pt x="4465784" y="263267"/>
                  </a:lnTo>
                  <a:lnTo>
                    <a:pt x="4483506" y="268549"/>
                  </a:lnTo>
                  <a:lnTo>
                    <a:pt x="4501227" y="274003"/>
                  </a:lnTo>
                  <a:lnTo>
                    <a:pt x="4518948" y="279600"/>
                  </a:lnTo>
                  <a:lnTo>
                    <a:pt x="4536670" y="285423"/>
                  </a:lnTo>
                  <a:lnTo>
                    <a:pt x="4554391" y="291383"/>
                  </a:lnTo>
                  <a:lnTo>
                    <a:pt x="4572113" y="297452"/>
                  </a:lnTo>
                  <a:lnTo>
                    <a:pt x="4589834" y="303682"/>
                  </a:lnTo>
                  <a:lnTo>
                    <a:pt x="4607555" y="310012"/>
                  </a:lnTo>
                  <a:lnTo>
                    <a:pt x="4625277" y="316415"/>
                  </a:lnTo>
                  <a:lnTo>
                    <a:pt x="4642998" y="322918"/>
                  </a:lnTo>
                  <a:lnTo>
                    <a:pt x="4660719" y="329480"/>
                  </a:lnTo>
                  <a:lnTo>
                    <a:pt x="4678441" y="336079"/>
                  </a:lnTo>
                  <a:lnTo>
                    <a:pt x="4696162" y="342723"/>
                  </a:lnTo>
                  <a:lnTo>
                    <a:pt x="4713883" y="349382"/>
                  </a:lnTo>
                  <a:lnTo>
                    <a:pt x="4731605" y="356047"/>
                  </a:lnTo>
                  <a:lnTo>
                    <a:pt x="4749326" y="362705"/>
                  </a:lnTo>
                  <a:lnTo>
                    <a:pt x="4767048" y="369336"/>
                  </a:lnTo>
                  <a:lnTo>
                    <a:pt x="4784769" y="375943"/>
                  </a:lnTo>
                  <a:lnTo>
                    <a:pt x="4802490" y="382500"/>
                  </a:lnTo>
                  <a:lnTo>
                    <a:pt x="4820212" y="388991"/>
                  </a:lnTo>
                  <a:lnTo>
                    <a:pt x="4837933" y="395430"/>
                  </a:lnTo>
                  <a:lnTo>
                    <a:pt x="4855654" y="401784"/>
                  </a:lnTo>
                  <a:lnTo>
                    <a:pt x="4873376" y="408035"/>
                  </a:lnTo>
                  <a:lnTo>
                    <a:pt x="4891097" y="414213"/>
                  </a:lnTo>
                  <a:lnTo>
                    <a:pt x="4908819" y="420278"/>
                  </a:lnTo>
                  <a:lnTo>
                    <a:pt x="4926540" y="426210"/>
                  </a:lnTo>
                  <a:lnTo>
                    <a:pt x="4944261" y="432050"/>
                  </a:lnTo>
                  <a:lnTo>
                    <a:pt x="4961983" y="437757"/>
                  </a:lnTo>
                  <a:lnTo>
                    <a:pt x="4979704" y="443306"/>
                  </a:lnTo>
                  <a:lnTo>
                    <a:pt x="4997425" y="448749"/>
                  </a:lnTo>
                  <a:lnTo>
                    <a:pt x="5015147" y="454047"/>
                  </a:lnTo>
                  <a:lnTo>
                    <a:pt x="5032868" y="459166"/>
                  </a:lnTo>
                  <a:lnTo>
                    <a:pt x="5050589" y="464171"/>
                  </a:lnTo>
                  <a:lnTo>
                    <a:pt x="5068311" y="469026"/>
                  </a:lnTo>
                  <a:lnTo>
                    <a:pt x="5086032" y="473688"/>
                  </a:lnTo>
                  <a:lnTo>
                    <a:pt x="5103754" y="478231"/>
                  </a:lnTo>
                  <a:lnTo>
                    <a:pt x="5121475" y="482624"/>
                  </a:lnTo>
                  <a:lnTo>
                    <a:pt x="5139196" y="486815"/>
                  </a:lnTo>
                  <a:lnTo>
                    <a:pt x="5156918" y="490887"/>
                  </a:lnTo>
                  <a:lnTo>
                    <a:pt x="5174639" y="494815"/>
                  </a:lnTo>
                  <a:lnTo>
                    <a:pt x="5192360" y="498537"/>
                  </a:lnTo>
                  <a:lnTo>
                    <a:pt x="5210082" y="502142"/>
                  </a:lnTo>
                  <a:lnTo>
                    <a:pt x="5227803" y="505612"/>
                  </a:lnTo>
                  <a:lnTo>
                    <a:pt x="5245525" y="508878"/>
                  </a:lnTo>
                  <a:lnTo>
                    <a:pt x="5263246" y="512032"/>
                  </a:lnTo>
                  <a:lnTo>
                    <a:pt x="5280967" y="515062"/>
                  </a:lnTo>
                  <a:lnTo>
                    <a:pt x="5298689" y="517894"/>
                  </a:lnTo>
                  <a:lnTo>
                    <a:pt x="5316410" y="520622"/>
                  </a:lnTo>
                  <a:lnTo>
                    <a:pt x="5334131" y="523237"/>
                  </a:lnTo>
                  <a:lnTo>
                    <a:pt x="5351853" y="525666"/>
                  </a:lnTo>
                  <a:lnTo>
                    <a:pt x="5369574" y="527998"/>
                  </a:lnTo>
                  <a:lnTo>
                    <a:pt x="5387295" y="530230"/>
                  </a:lnTo>
                  <a:lnTo>
                    <a:pt x="5405017" y="532289"/>
                  </a:lnTo>
                  <a:lnTo>
                    <a:pt x="5422738" y="534260"/>
                  </a:lnTo>
                  <a:lnTo>
                    <a:pt x="5440460" y="536145"/>
                  </a:lnTo>
                  <a:lnTo>
                    <a:pt x="5458181" y="537870"/>
                  </a:lnTo>
                  <a:lnTo>
                    <a:pt x="5475902" y="539519"/>
                  </a:lnTo>
                  <a:lnTo>
                    <a:pt x="5493624" y="541090"/>
                  </a:lnTo>
                  <a:lnTo>
                    <a:pt x="5511345" y="542523"/>
                  </a:lnTo>
                  <a:lnTo>
                    <a:pt x="5529066" y="543886"/>
                  </a:lnTo>
                  <a:lnTo>
                    <a:pt x="5546788" y="545182"/>
                  </a:lnTo>
                  <a:lnTo>
                    <a:pt x="5564509" y="546360"/>
                  </a:lnTo>
                  <a:lnTo>
                    <a:pt x="5582231" y="547475"/>
                  </a:lnTo>
                  <a:lnTo>
                    <a:pt x="5599952" y="548532"/>
                  </a:lnTo>
                  <a:lnTo>
                    <a:pt x="5617673" y="549491"/>
                  </a:lnTo>
                  <a:lnTo>
                    <a:pt x="5635395" y="550393"/>
                  </a:lnTo>
                  <a:lnTo>
                    <a:pt x="5653116" y="551246"/>
                  </a:lnTo>
                  <a:lnTo>
                    <a:pt x="5670837" y="552018"/>
                  </a:lnTo>
                  <a:lnTo>
                    <a:pt x="5688559" y="552740"/>
                  </a:lnTo>
                  <a:lnTo>
                    <a:pt x="5706280" y="553422"/>
                  </a:lnTo>
                  <a:lnTo>
                    <a:pt x="5724001" y="554036"/>
                  </a:lnTo>
                  <a:lnTo>
                    <a:pt x="5741723" y="554609"/>
                  </a:lnTo>
                </a:path>
              </a:pathLst>
            </a:custGeom>
            <a:ln w="542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6" name="tx3605"/>
            <p:cNvSpPr/>
            <p:nvPr/>
          </p:nvSpPr>
          <p:spPr>
            <a:xfrm>
              <a:off x="457904" y="6738755"/>
              <a:ext cx="6417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Hirundinidae</a:t>
              </a:r>
            </a:p>
          </p:txBody>
        </p:sp>
        <p:sp>
          <p:nvSpPr>
            <p:cNvPr id="3607" name="tx3606"/>
            <p:cNvSpPr/>
            <p:nvPr/>
          </p:nvSpPr>
          <p:spPr>
            <a:xfrm>
              <a:off x="400845" y="6395460"/>
              <a:ext cx="69878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Muscicapidae</a:t>
              </a:r>
            </a:p>
          </p:txBody>
        </p:sp>
        <p:sp>
          <p:nvSpPr>
            <p:cNvPr id="3608" name="tx3607"/>
            <p:cNvSpPr/>
            <p:nvPr/>
          </p:nvSpPr>
          <p:spPr>
            <a:xfrm>
              <a:off x="413372" y="6052165"/>
              <a:ext cx="68625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Scolopacidae</a:t>
              </a:r>
            </a:p>
          </p:txBody>
        </p:sp>
        <p:sp>
          <p:nvSpPr>
            <p:cNvPr id="3609" name="tx3608"/>
            <p:cNvSpPr/>
            <p:nvPr/>
          </p:nvSpPr>
          <p:spPr>
            <a:xfrm>
              <a:off x="546875" y="5708870"/>
              <a:ext cx="55275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Fringillidae</a:t>
              </a:r>
            </a:p>
          </p:txBody>
        </p:sp>
        <p:sp>
          <p:nvSpPr>
            <p:cNvPr id="3610" name="tx3609"/>
            <p:cNvSpPr/>
            <p:nvPr/>
          </p:nvSpPr>
          <p:spPr>
            <a:xfrm>
              <a:off x="642247" y="5365575"/>
              <a:ext cx="4573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Corvidae</a:t>
              </a:r>
            </a:p>
          </p:txBody>
        </p:sp>
        <p:sp>
          <p:nvSpPr>
            <p:cNvPr id="3611" name="tx3610"/>
            <p:cNvSpPr/>
            <p:nvPr/>
          </p:nvSpPr>
          <p:spPr>
            <a:xfrm>
              <a:off x="464396" y="5022280"/>
              <a:ext cx="63523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Emberizidae</a:t>
              </a:r>
            </a:p>
          </p:txBody>
        </p:sp>
        <p:sp>
          <p:nvSpPr>
            <p:cNvPr id="3612" name="tx3611"/>
            <p:cNvSpPr/>
            <p:nvPr/>
          </p:nvSpPr>
          <p:spPr>
            <a:xfrm>
              <a:off x="667484" y="4678985"/>
              <a:ext cx="43214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Laniidae</a:t>
              </a:r>
            </a:p>
          </p:txBody>
        </p:sp>
        <p:sp>
          <p:nvSpPr>
            <p:cNvPr id="3613" name="tx3612"/>
            <p:cNvSpPr/>
            <p:nvPr/>
          </p:nvSpPr>
          <p:spPr>
            <a:xfrm>
              <a:off x="496126" y="4335690"/>
              <a:ext cx="60350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Motacillidae</a:t>
              </a:r>
            </a:p>
          </p:txBody>
        </p:sp>
        <p:sp>
          <p:nvSpPr>
            <p:cNvPr id="3614" name="tx3613"/>
            <p:cNvSpPr/>
            <p:nvPr/>
          </p:nvSpPr>
          <p:spPr>
            <a:xfrm>
              <a:off x="642155" y="3992395"/>
              <a:ext cx="45747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Ardeidae</a:t>
              </a:r>
            </a:p>
          </p:txBody>
        </p:sp>
        <p:sp>
          <p:nvSpPr>
            <p:cNvPr id="3615" name="tx3614"/>
            <p:cNvSpPr/>
            <p:nvPr/>
          </p:nvSpPr>
          <p:spPr>
            <a:xfrm>
              <a:off x="445285" y="3649100"/>
              <a:ext cx="65434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Charadriidae</a:t>
              </a:r>
            </a:p>
          </p:txBody>
        </p:sp>
        <p:sp>
          <p:nvSpPr>
            <p:cNvPr id="3616" name="tx3615"/>
            <p:cNvSpPr/>
            <p:nvPr/>
          </p:nvSpPr>
          <p:spPr>
            <a:xfrm>
              <a:off x="489725" y="3305805"/>
              <a:ext cx="60990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Columbidae</a:t>
              </a:r>
            </a:p>
          </p:txBody>
        </p:sp>
        <p:sp>
          <p:nvSpPr>
            <p:cNvPr id="3617" name="tx3616"/>
            <p:cNvSpPr/>
            <p:nvPr/>
          </p:nvSpPr>
          <p:spPr>
            <a:xfrm>
              <a:off x="648465" y="2962510"/>
              <a:ext cx="4511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Anatidae</a:t>
              </a:r>
            </a:p>
          </p:txBody>
        </p:sp>
        <p:sp>
          <p:nvSpPr>
            <p:cNvPr id="3618" name="tx3617"/>
            <p:cNvSpPr/>
            <p:nvPr/>
          </p:nvSpPr>
          <p:spPr>
            <a:xfrm>
              <a:off x="508836" y="2619215"/>
              <a:ext cx="59079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Accipitridae</a:t>
              </a:r>
            </a:p>
          </p:txBody>
        </p:sp>
        <p:sp>
          <p:nvSpPr>
            <p:cNvPr id="3619" name="tx3618"/>
            <p:cNvSpPr/>
            <p:nvPr/>
          </p:nvSpPr>
          <p:spPr>
            <a:xfrm>
              <a:off x="540474" y="2275920"/>
              <a:ext cx="55915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Falconidae</a:t>
              </a:r>
            </a:p>
          </p:txBody>
        </p:sp>
        <p:sp>
          <p:nvSpPr>
            <p:cNvPr id="3620" name="tx3619"/>
            <p:cNvSpPr/>
            <p:nvPr/>
          </p:nvSpPr>
          <p:spPr>
            <a:xfrm>
              <a:off x="407063" y="1932625"/>
              <a:ext cx="69256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Pycnonotidae</a:t>
              </a:r>
            </a:p>
          </p:txBody>
        </p:sp>
        <p:sp>
          <p:nvSpPr>
            <p:cNvPr id="3621" name="tx3620"/>
            <p:cNvSpPr/>
            <p:nvPr/>
          </p:nvSpPr>
          <p:spPr>
            <a:xfrm>
              <a:off x="2217039" y="7045526"/>
              <a:ext cx="2223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3622" name="tx3621"/>
            <p:cNvSpPr/>
            <p:nvPr/>
          </p:nvSpPr>
          <p:spPr>
            <a:xfrm>
              <a:off x="4335595" y="7045526"/>
              <a:ext cx="2223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3623" name="tx3622"/>
            <p:cNvSpPr/>
            <p:nvPr/>
          </p:nvSpPr>
          <p:spPr>
            <a:xfrm>
              <a:off x="6454150" y="7045526"/>
              <a:ext cx="2223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3624" name="tx3623"/>
            <p:cNvSpPr/>
            <p:nvPr/>
          </p:nvSpPr>
          <p:spPr>
            <a:xfrm>
              <a:off x="8572706" y="7045526"/>
              <a:ext cx="2223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3625" name="tx3624"/>
            <p:cNvSpPr/>
            <p:nvPr/>
          </p:nvSpPr>
          <p:spPr>
            <a:xfrm>
              <a:off x="10691261" y="7045526"/>
              <a:ext cx="2223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3626" name="tx3625"/>
            <p:cNvSpPr/>
            <p:nvPr/>
          </p:nvSpPr>
          <p:spPr>
            <a:xfrm>
              <a:off x="5536545" y="7186090"/>
              <a:ext cx="120691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Year-trend coefficient</a:t>
              </a:r>
            </a:p>
          </p:txBody>
        </p:sp>
        <p:sp>
          <p:nvSpPr>
            <p:cNvPr id="3627" name="tx3626"/>
            <p:cNvSpPr/>
            <p:nvPr/>
          </p:nvSpPr>
          <p:spPr>
            <a:xfrm>
              <a:off x="400845" y="1321759"/>
              <a:ext cx="3544488" cy="956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Top 15 families (&gt;=4 species each) | run=v2_full_200sp_ar1</a:t>
              </a:r>
            </a:p>
          </p:txBody>
        </p:sp>
        <p:sp>
          <p:nvSpPr>
            <p:cNvPr id="3628" name="tx3627"/>
            <p:cNvSpPr/>
            <p:nvPr/>
          </p:nvSpPr>
          <p:spPr>
            <a:xfrm>
              <a:off x="400845" y="1124616"/>
              <a:ext cx="2530693" cy="114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Year-trend distributions by family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Trait vs year-trend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74320" y="1005840"/>
            <a:ext cx="10972800" cy="6400800"/>
            <a:chOff x="274320" y="1005840"/>
            <a:chExt cx="10972800" cy="6400800"/>
          </a:xfrm>
        </p:grpSpPr>
        <p:sp>
          <p:nvSpPr>
            <p:cNvPr id="4" name="rc3"/>
            <p:cNvSpPr/>
            <p:nvPr/>
          </p:nvSpPr>
          <p:spPr>
            <a:xfrm>
              <a:off x="274320" y="1005840"/>
              <a:ext cx="109728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74320" y="1005840"/>
              <a:ext cx="109728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772002" y="3437339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772002" y="3119752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772002" y="2802165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772002" y="2484578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72002" y="2166991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926786" y="2123142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700705" y="2123142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474625" y="2123142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3248545" y="2123142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4022465" y="2123142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772002" y="3437339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12934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906230" y="254440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906230" y="256775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906230" y="297098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906230" y="256976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906230" y="265278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4001908" y="27464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4001908" y="250049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4001908" y="290590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906230" y="29134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2454069" y="245351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906230" y="230460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4001908" y="249133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4001908" y="241970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001908" y="315701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2454069" y="285327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2454069" y="276648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4001908" y="280358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4001908" y="269046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4001908" y="25653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4001908" y="262271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4001908" y="269477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4001908" y="316842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4001908" y="310902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4001908" y="284827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4001908" y="255379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4001908" y="258577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906230" y="304096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906230" y="262309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906230" y="296669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4001908" y="300280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4001908" y="274677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4001908" y="252681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4001908" y="296873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4001908" y="294417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4001908" y="276516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4001908" y="298065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4001908" y="266608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2454069" y="272703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2454069" y="304323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4001908" y="284512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4001908" y="26160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4001908" y="282331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2454069" y="296460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4001908" y="299989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4001908" y="256665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2454069" y="326671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4001908" y="283210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4001908" y="273718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4001908" y="236431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2454069" y="274986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2454069" y="26355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4001908" y="307695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4001908" y="256822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4001908" y="279793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4001908" y="307200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4001908" y="297462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4001908" y="270840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906230" y="277030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4001908" y="307826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4001908" y="271596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2454069" y="295819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2454069" y="234780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906230" y="249429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2454069" y="319989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906230" y="297250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2454069" y="280785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2454069" y="312042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2454069" y="269842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906230" y="296720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906230" y="315337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906230" y="288630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2454069" y="318316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4001908" y="256690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9"/>
            <p:cNvSpPr/>
            <p:nvPr/>
          </p:nvSpPr>
          <p:spPr>
            <a:xfrm>
              <a:off x="4001908" y="26252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0"/>
            <p:cNvSpPr/>
            <p:nvPr/>
          </p:nvSpPr>
          <p:spPr>
            <a:xfrm>
              <a:off x="4001908" y="277534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1"/>
            <p:cNvSpPr/>
            <p:nvPr/>
          </p:nvSpPr>
          <p:spPr>
            <a:xfrm>
              <a:off x="4001908" y="287460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2"/>
            <p:cNvSpPr/>
            <p:nvPr/>
          </p:nvSpPr>
          <p:spPr>
            <a:xfrm>
              <a:off x="2454069" y="323986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3"/>
            <p:cNvSpPr/>
            <p:nvPr/>
          </p:nvSpPr>
          <p:spPr>
            <a:xfrm>
              <a:off x="2454069" y="278299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4"/>
            <p:cNvSpPr/>
            <p:nvPr/>
          </p:nvSpPr>
          <p:spPr>
            <a:xfrm>
              <a:off x="2454069" y="27588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5"/>
            <p:cNvSpPr/>
            <p:nvPr/>
          </p:nvSpPr>
          <p:spPr>
            <a:xfrm>
              <a:off x="4001908" y="291624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6"/>
            <p:cNvSpPr/>
            <p:nvPr/>
          </p:nvSpPr>
          <p:spPr>
            <a:xfrm>
              <a:off x="2454069" y="288790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7"/>
            <p:cNvSpPr/>
            <p:nvPr/>
          </p:nvSpPr>
          <p:spPr>
            <a:xfrm>
              <a:off x="4001908" y="303667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8"/>
            <p:cNvSpPr/>
            <p:nvPr/>
          </p:nvSpPr>
          <p:spPr>
            <a:xfrm>
              <a:off x="2454069" y="25115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9"/>
            <p:cNvSpPr/>
            <p:nvPr/>
          </p:nvSpPr>
          <p:spPr>
            <a:xfrm>
              <a:off x="906230" y="286445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0"/>
            <p:cNvSpPr/>
            <p:nvPr/>
          </p:nvSpPr>
          <p:spPr>
            <a:xfrm>
              <a:off x="4001908" y="237607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4001908" y="286210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4001908" y="286725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4001908" y="246439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2454069" y="298633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5"/>
            <p:cNvSpPr/>
            <p:nvPr/>
          </p:nvSpPr>
          <p:spPr>
            <a:xfrm>
              <a:off x="906230" y="23096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6"/>
            <p:cNvSpPr/>
            <p:nvPr/>
          </p:nvSpPr>
          <p:spPr>
            <a:xfrm>
              <a:off x="4001908" y="228288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7"/>
            <p:cNvSpPr/>
            <p:nvPr/>
          </p:nvSpPr>
          <p:spPr>
            <a:xfrm>
              <a:off x="4001908" y="282573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8"/>
            <p:cNvSpPr/>
            <p:nvPr/>
          </p:nvSpPr>
          <p:spPr>
            <a:xfrm>
              <a:off x="4001908" y="238723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09"/>
            <p:cNvSpPr/>
            <p:nvPr/>
          </p:nvSpPr>
          <p:spPr>
            <a:xfrm>
              <a:off x="2454069" y="248412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0"/>
            <p:cNvSpPr/>
            <p:nvPr/>
          </p:nvSpPr>
          <p:spPr>
            <a:xfrm>
              <a:off x="906230" y="302492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1"/>
            <p:cNvSpPr/>
            <p:nvPr/>
          </p:nvSpPr>
          <p:spPr>
            <a:xfrm>
              <a:off x="4001908" y="256328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2"/>
            <p:cNvSpPr/>
            <p:nvPr/>
          </p:nvSpPr>
          <p:spPr>
            <a:xfrm>
              <a:off x="4001908" y="305540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3"/>
            <p:cNvSpPr/>
            <p:nvPr/>
          </p:nvSpPr>
          <p:spPr>
            <a:xfrm>
              <a:off x="2454069" y="267767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906230" y="231885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4001908" y="235276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4001908" y="260264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906230" y="273074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906230" y="286885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906230" y="269331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906230" y="230974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4001908" y="297346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2454069" y="258163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4001908" y="241671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4001908" y="306853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906230" y="309982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2454069" y="246087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4001908" y="257679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4001908" y="256974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4001908" y="278319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4001908" y="268574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4001908" y="281077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4001908" y="293329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4001908" y="310955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4001908" y="268456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4001908" y="284028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4001908" y="272785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4001908" y="270915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906230" y="301695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906230" y="290755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4001908" y="26101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2454069" y="260152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2454069" y="306369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2454069" y="282889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906230" y="310357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2454069" y="280179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2454069" y="238961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2454069" y="239446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906230" y="315132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2454069" y="267602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4001908" y="271492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2454069" y="252299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2454069" y="291119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3"/>
            <p:cNvSpPr/>
            <p:nvPr/>
          </p:nvSpPr>
          <p:spPr>
            <a:xfrm>
              <a:off x="906230" y="304795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4"/>
            <p:cNvSpPr/>
            <p:nvPr/>
          </p:nvSpPr>
          <p:spPr>
            <a:xfrm>
              <a:off x="4001908" y="285752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5"/>
            <p:cNvSpPr/>
            <p:nvPr/>
          </p:nvSpPr>
          <p:spPr>
            <a:xfrm>
              <a:off x="4001908" y="295835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6"/>
            <p:cNvSpPr/>
            <p:nvPr/>
          </p:nvSpPr>
          <p:spPr>
            <a:xfrm>
              <a:off x="906230" y="292893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7"/>
            <p:cNvSpPr/>
            <p:nvPr/>
          </p:nvSpPr>
          <p:spPr>
            <a:xfrm>
              <a:off x="906230" y="296573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8"/>
            <p:cNvSpPr/>
            <p:nvPr/>
          </p:nvSpPr>
          <p:spPr>
            <a:xfrm>
              <a:off x="906230" y="255277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59"/>
            <p:cNvSpPr/>
            <p:nvPr/>
          </p:nvSpPr>
          <p:spPr>
            <a:xfrm>
              <a:off x="906230" y="275621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2454069" y="216516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1"/>
            <p:cNvSpPr/>
            <p:nvPr/>
          </p:nvSpPr>
          <p:spPr>
            <a:xfrm>
              <a:off x="906230" y="255344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2"/>
            <p:cNvSpPr/>
            <p:nvPr/>
          </p:nvSpPr>
          <p:spPr>
            <a:xfrm>
              <a:off x="906230" y="278262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906230" y="301432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4"/>
            <p:cNvSpPr/>
            <p:nvPr/>
          </p:nvSpPr>
          <p:spPr>
            <a:xfrm>
              <a:off x="4001908" y="250693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5"/>
            <p:cNvSpPr/>
            <p:nvPr/>
          </p:nvSpPr>
          <p:spPr>
            <a:xfrm>
              <a:off x="4001908" y="255754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6"/>
            <p:cNvSpPr/>
            <p:nvPr/>
          </p:nvSpPr>
          <p:spPr>
            <a:xfrm>
              <a:off x="2454069" y="268733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7"/>
            <p:cNvSpPr/>
            <p:nvPr/>
          </p:nvSpPr>
          <p:spPr>
            <a:xfrm>
              <a:off x="4001908" y="255332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8"/>
            <p:cNvSpPr/>
            <p:nvPr/>
          </p:nvSpPr>
          <p:spPr>
            <a:xfrm>
              <a:off x="2454069" y="253935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69"/>
            <p:cNvSpPr/>
            <p:nvPr/>
          </p:nvSpPr>
          <p:spPr>
            <a:xfrm>
              <a:off x="906230" y="253997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0"/>
            <p:cNvSpPr/>
            <p:nvPr/>
          </p:nvSpPr>
          <p:spPr>
            <a:xfrm>
              <a:off x="2454069" y="247958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1"/>
            <p:cNvSpPr/>
            <p:nvPr/>
          </p:nvSpPr>
          <p:spPr>
            <a:xfrm>
              <a:off x="4001908" y="294289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2"/>
            <p:cNvSpPr/>
            <p:nvPr/>
          </p:nvSpPr>
          <p:spPr>
            <a:xfrm>
              <a:off x="2454069" y="245368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3"/>
            <p:cNvSpPr/>
            <p:nvPr/>
          </p:nvSpPr>
          <p:spPr>
            <a:xfrm>
              <a:off x="2454069" y="255550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4"/>
            <p:cNvSpPr/>
            <p:nvPr/>
          </p:nvSpPr>
          <p:spPr>
            <a:xfrm>
              <a:off x="2454069" y="265536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5"/>
            <p:cNvSpPr/>
            <p:nvPr/>
          </p:nvSpPr>
          <p:spPr>
            <a:xfrm>
              <a:off x="2454069" y="277705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6"/>
            <p:cNvSpPr/>
            <p:nvPr/>
          </p:nvSpPr>
          <p:spPr>
            <a:xfrm>
              <a:off x="4001908" y="299442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7"/>
            <p:cNvSpPr/>
            <p:nvPr/>
          </p:nvSpPr>
          <p:spPr>
            <a:xfrm>
              <a:off x="4001908" y="249749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8"/>
            <p:cNvSpPr/>
            <p:nvPr/>
          </p:nvSpPr>
          <p:spPr>
            <a:xfrm>
              <a:off x="906230" y="331495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79"/>
            <p:cNvSpPr/>
            <p:nvPr/>
          </p:nvSpPr>
          <p:spPr>
            <a:xfrm>
              <a:off x="4001908" y="294332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0"/>
            <p:cNvSpPr/>
            <p:nvPr/>
          </p:nvSpPr>
          <p:spPr>
            <a:xfrm>
              <a:off x="4001908" y="261189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1"/>
            <p:cNvSpPr/>
            <p:nvPr/>
          </p:nvSpPr>
          <p:spPr>
            <a:xfrm>
              <a:off x="2454069" y="287506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2"/>
            <p:cNvSpPr/>
            <p:nvPr/>
          </p:nvSpPr>
          <p:spPr>
            <a:xfrm>
              <a:off x="2454069" y="25479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3"/>
            <p:cNvSpPr/>
            <p:nvPr/>
          </p:nvSpPr>
          <p:spPr>
            <a:xfrm>
              <a:off x="2454069" y="246269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4"/>
            <p:cNvSpPr/>
            <p:nvPr/>
          </p:nvSpPr>
          <p:spPr>
            <a:xfrm>
              <a:off x="2454069" y="257731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5"/>
            <p:cNvSpPr/>
            <p:nvPr/>
          </p:nvSpPr>
          <p:spPr>
            <a:xfrm>
              <a:off x="906230" y="292495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6"/>
            <p:cNvSpPr/>
            <p:nvPr/>
          </p:nvSpPr>
          <p:spPr>
            <a:xfrm>
              <a:off x="4001908" y="269335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7"/>
            <p:cNvSpPr/>
            <p:nvPr/>
          </p:nvSpPr>
          <p:spPr>
            <a:xfrm>
              <a:off x="4001908" y="226002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8"/>
            <p:cNvSpPr/>
            <p:nvPr/>
          </p:nvSpPr>
          <p:spPr>
            <a:xfrm>
              <a:off x="2454069" y="265615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89"/>
            <p:cNvSpPr/>
            <p:nvPr/>
          </p:nvSpPr>
          <p:spPr>
            <a:xfrm>
              <a:off x="4001908" y="223880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0"/>
            <p:cNvSpPr/>
            <p:nvPr/>
          </p:nvSpPr>
          <p:spPr>
            <a:xfrm>
              <a:off x="2454069" y="236814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1"/>
            <p:cNvSpPr/>
            <p:nvPr/>
          </p:nvSpPr>
          <p:spPr>
            <a:xfrm>
              <a:off x="2454069" y="304972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2"/>
            <p:cNvSpPr/>
            <p:nvPr/>
          </p:nvSpPr>
          <p:spPr>
            <a:xfrm>
              <a:off x="4001908" y="270860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3"/>
            <p:cNvSpPr/>
            <p:nvPr/>
          </p:nvSpPr>
          <p:spPr>
            <a:xfrm>
              <a:off x="4001908" y="258150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4"/>
            <p:cNvSpPr/>
            <p:nvPr/>
          </p:nvSpPr>
          <p:spPr>
            <a:xfrm>
              <a:off x="4001908" y="270231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5"/>
            <p:cNvSpPr/>
            <p:nvPr/>
          </p:nvSpPr>
          <p:spPr>
            <a:xfrm>
              <a:off x="4001908" y="243988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6"/>
            <p:cNvSpPr/>
            <p:nvPr/>
          </p:nvSpPr>
          <p:spPr>
            <a:xfrm>
              <a:off x="4001908" y="250380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7"/>
            <p:cNvSpPr/>
            <p:nvPr/>
          </p:nvSpPr>
          <p:spPr>
            <a:xfrm>
              <a:off x="4001908" y="266316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8"/>
            <p:cNvSpPr/>
            <p:nvPr/>
          </p:nvSpPr>
          <p:spPr>
            <a:xfrm>
              <a:off x="906230" y="286130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199"/>
            <p:cNvSpPr/>
            <p:nvPr/>
          </p:nvSpPr>
          <p:spPr>
            <a:xfrm>
              <a:off x="4001908" y="262156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0"/>
            <p:cNvSpPr/>
            <p:nvPr/>
          </p:nvSpPr>
          <p:spPr>
            <a:xfrm>
              <a:off x="4001908" y="293952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1"/>
            <p:cNvSpPr/>
            <p:nvPr/>
          </p:nvSpPr>
          <p:spPr>
            <a:xfrm>
              <a:off x="4001908" y="286727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2"/>
            <p:cNvSpPr/>
            <p:nvPr/>
          </p:nvSpPr>
          <p:spPr>
            <a:xfrm>
              <a:off x="4001908" y="266444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3"/>
            <p:cNvSpPr/>
            <p:nvPr/>
          </p:nvSpPr>
          <p:spPr>
            <a:xfrm>
              <a:off x="4001908" y="291252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4"/>
            <p:cNvSpPr/>
            <p:nvPr/>
          </p:nvSpPr>
          <p:spPr>
            <a:xfrm>
              <a:off x="906230" y="332665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5"/>
            <p:cNvSpPr/>
            <p:nvPr/>
          </p:nvSpPr>
          <p:spPr>
            <a:xfrm>
              <a:off x="906230" y="320478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6"/>
            <p:cNvSpPr/>
            <p:nvPr/>
          </p:nvSpPr>
          <p:spPr>
            <a:xfrm>
              <a:off x="2454069" y="296981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7"/>
            <p:cNvSpPr/>
            <p:nvPr/>
          </p:nvSpPr>
          <p:spPr>
            <a:xfrm>
              <a:off x="906230" y="267381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2454069" y="255422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2454069" y="249831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4001908" y="257830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906230" y="241348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2"/>
            <p:cNvSpPr/>
            <p:nvPr/>
          </p:nvSpPr>
          <p:spPr>
            <a:xfrm>
              <a:off x="4001908" y="232869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4001908" y="269764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4"/>
            <p:cNvSpPr/>
            <p:nvPr/>
          </p:nvSpPr>
          <p:spPr>
            <a:xfrm>
              <a:off x="2454069" y="292123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5"/>
            <p:cNvSpPr/>
            <p:nvPr/>
          </p:nvSpPr>
          <p:spPr>
            <a:xfrm>
              <a:off x="2454069" y="277148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6"/>
            <p:cNvSpPr/>
            <p:nvPr/>
          </p:nvSpPr>
          <p:spPr>
            <a:xfrm>
              <a:off x="926786" y="2693705"/>
              <a:ext cx="3095678" cy="185407"/>
            </a:xfrm>
            <a:custGeom>
              <a:avLst/>
              <a:pathLst>
                <a:path w="3095678" h="185407">
                  <a:moveTo>
                    <a:pt x="0" y="59179"/>
                  </a:moveTo>
                  <a:lnTo>
                    <a:pt x="39185" y="59098"/>
                  </a:lnTo>
                  <a:lnTo>
                    <a:pt x="78371" y="59012"/>
                  </a:lnTo>
                  <a:lnTo>
                    <a:pt x="117557" y="58920"/>
                  </a:lnTo>
                  <a:lnTo>
                    <a:pt x="156743" y="58823"/>
                  </a:lnTo>
                  <a:lnTo>
                    <a:pt x="195929" y="58719"/>
                  </a:lnTo>
                  <a:lnTo>
                    <a:pt x="235114" y="58609"/>
                  </a:lnTo>
                  <a:lnTo>
                    <a:pt x="274300" y="58493"/>
                  </a:lnTo>
                  <a:lnTo>
                    <a:pt x="313486" y="58369"/>
                  </a:lnTo>
                  <a:lnTo>
                    <a:pt x="352672" y="58239"/>
                  </a:lnTo>
                  <a:lnTo>
                    <a:pt x="391858" y="58101"/>
                  </a:lnTo>
                  <a:lnTo>
                    <a:pt x="431043" y="57954"/>
                  </a:lnTo>
                  <a:lnTo>
                    <a:pt x="470229" y="57800"/>
                  </a:lnTo>
                  <a:lnTo>
                    <a:pt x="509415" y="57637"/>
                  </a:lnTo>
                  <a:lnTo>
                    <a:pt x="548601" y="57465"/>
                  </a:lnTo>
                  <a:lnTo>
                    <a:pt x="587787" y="57283"/>
                  </a:lnTo>
                  <a:lnTo>
                    <a:pt x="626972" y="57092"/>
                  </a:lnTo>
                  <a:lnTo>
                    <a:pt x="666158" y="56890"/>
                  </a:lnTo>
                  <a:lnTo>
                    <a:pt x="705344" y="56677"/>
                  </a:lnTo>
                  <a:lnTo>
                    <a:pt x="744530" y="56452"/>
                  </a:lnTo>
                  <a:lnTo>
                    <a:pt x="783716" y="56216"/>
                  </a:lnTo>
                  <a:lnTo>
                    <a:pt x="822901" y="55967"/>
                  </a:lnTo>
                  <a:lnTo>
                    <a:pt x="862087" y="55704"/>
                  </a:lnTo>
                  <a:lnTo>
                    <a:pt x="901273" y="55428"/>
                  </a:lnTo>
                  <a:lnTo>
                    <a:pt x="940459" y="55138"/>
                  </a:lnTo>
                  <a:lnTo>
                    <a:pt x="979645" y="54832"/>
                  </a:lnTo>
                  <a:lnTo>
                    <a:pt x="1018831" y="54510"/>
                  </a:lnTo>
                  <a:lnTo>
                    <a:pt x="1058016" y="54171"/>
                  </a:lnTo>
                  <a:lnTo>
                    <a:pt x="1097202" y="53816"/>
                  </a:lnTo>
                  <a:lnTo>
                    <a:pt x="1136388" y="53441"/>
                  </a:lnTo>
                  <a:lnTo>
                    <a:pt x="1175574" y="53048"/>
                  </a:lnTo>
                  <a:lnTo>
                    <a:pt x="1214760" y="52635"/>
                  </a:lnTo>
                  <a:lnTo>
                    <a:pt x="1253945" y="52201"/>
                  </a:lnTo>
                  <a:lnTo>
                    <a:pt x="1293131" y="51746"/>
                  </a:lnTo>
                  <a:lnTo>
                    <a:pt x="1332317" y="51268"/>
                  </a:lnTo>
                  <a:lnTo>
                    <a:pt x="1371503" y="50766"/>
                  </a:lnTo>
                  <a:lnTo>
                    <a:pt x="1410689" y="50241"/>
                  </a:lnTo>
                  <a:lnTo>
                    <a:pt x="1449874" y="49690"/>
                  </a:lnTo>
                  <a:lnTo>
                    <a:pt x="1489060" y="49113"/>
                  </a:lnTo>
                  <a:lnTo>
                    <a:pt x="1528246" y="48509"/>
                  </a:lnTo>
                  <a:lnTo>
                    <a:pt x="1567432" y="47877"/>
                  </a:lnTo>
                  <a:lnTo>
                    <a:pt x="1606618" y="47217"/>
                  </a:lnTo>
                  <a:lnTo>
                    <a:pt x="1645803" y="46527"/>
                  </a:lnTo>
                  <a:lnTo>
                    <a:pt x="1684989" y="45807"/>
                  </a:lnTo>
                  <a:lnTo>
                    <a:pt x="1724175" y="45056"/>
                  </a:lnTo>
                  <a:lnTo>
                    <a:pt x="1763361" y="44274"/>
                  </a:lnTo>
                  <a:lnTo>
                    <a:pt x="1802547" y="43460"/>
                  </a:lnTo>
                  <a:lnTo>
                    <a:pt x="1841733" y="42614"/>
                  </a:lnTo>
                  <a:lnTo>
                    <a:pt x="1880918" y="41735"/>
                  </a:lnTo>
                  <a:lnTo>
                    <a:pt x="1920104" y="40823"/>
                  </a:lnTo>
                  <a:lnTo>
                    <a:pt x="1959290" y="39878"/>
                  </a:lnTo>
                  <a:lnTo>
                    <a:pt x="1998476" y="38900"/>
                  </a:lnTo>
                  <a:lnTo>
                    <a:pt x="2037662" y="37888"/>
                  </a:lnTo>
                  <a:lnTo>
                    <a:pt x="2076847" y="36843"/>
                  </a:lnTo>
                  <a:lnTo>
                    <a:pt x="2116033" y="35765"/>
                  </a:lnTo>
                  <a:lnTo>
                    <a:pt x="2155219" y="34655"/>
                  </a:lnTo>
                  <a:lnTo>
                    <a:pt x="2194405" y="33512"/>
                  </a:lnTo>
                  <a:lnTo>
                    <a:pt x="2233591" y="32338"/>
                  </a:lnTo>
                  <a:lnTo>
                    <a:pt x="2272776" y="31132"/>
                  </a:lnTo>
                  <a:lnTo>
                    <a:pt x="2311962" y="29896"/>
                  </a:lnTo>
                  <a:lnTo>
                    <a:pt x="2351148" y="28630"/>
                  </a:lnTo>
                  <a:lnTo>
                    <a:pt x="2390334" y="27334"/>
                  </a:lnTo>
                  <a:lnTo>
                    <a:pt x="2429520" y="26011"/>
                  </a:lnTo>
                  <a:lnTo>
                    <a:pt x="2468705" y="24659"/>
                  </a:lnTo>
                  <a:lnTo>
                    <a:pt x="2507891" y="23281"/>
                  </a:lnTo>
                  <a:lnTo>
                    <a:pt x="2547077" y="21878"/>
                  </a:lnTo>
                  <a:lnTo>
                    <a:pt x="2586263" y="20449"/>
                  </a:lnTo>
                  <a:lnTo>
                    <a:pt x="2625449" y="18996"/>
                  </a:lnTo>
                  <a:lnTo>
                    <a:pt x="2664635" y="17520"/>
                  </a:lnTo>
                  <a:lnTo>
                    <a:pt x="2703820" y="16022"/>
                  </a:lnTo>
                  <a:lnTo>
                    <a:pt x="2743006" y="14502"/>
                  </a:lnTo>
                  <a:lnTo>
                    <a:pt x="2782192" y="12962"/>
                  </a:lnTo>
                  <a:lnTo>
                    <a:pt x="2821378" y="11402"/>
                  </a:lnTo>
                  <a:lnTo>
                    <a:pt x="2860564" y="9823"/>
                  </a:lnTo>
                  <a:lnTo>
                    <a:pt x="2899749" y="8227"/>
                  </a:lnTo>
                  <a:lnTo>
                    <a:pt x="2938935" y="6613"/>
                  </a:lnTo>
                  <a:lnTo>
                    <a:pt x="2978121" y="4982"/>
                  </a:lnTo>
                  <a:lnTo>
                    <a:pt x="3017307" y="3336"/>
                  </a:lnTo>
                  <a:lnTo>
                    <a:pt x="3056493" y="1675"/>
                  </a:lnTo>
                  <a:lnTo>
                    <a:pt x="3095678" y="0"/>
                  </a:lnTo>
                  <a:lnTo>
                    <a:pt x="3095678" y="90716"/>
                  </a:lnTo>
                  <a:lnTo>
                    <a:pt x="3056493" y="90988"/>
                  </a:lnTo>
                  <a:lnTo>
                    <a:pt x="3017307" y="91274"/>
                  </a:lnTo>
                  <a:lnTo>
                    <a:pt x="2978121" y="91576"/>
                  </a:lnTo>
                  <a:lnTo>
                    <a:pt x="2938935" y="91893"/>
                  </a:lnTo>
                  <a:lnTo>
                    <a:pt x="2899749" y="92227"/>
                  </a:lnTo>
                  <a:lnTo>
                    <a:pt x="2860564" y="92578"/>
                  </a:lnTo>
                  <a:lnTo>
                    <a:pt x="2821378" y="92947"/>
                  </a:lnTo>
                  <a:lnTo>
                    <a:pt x="2782192" y="93335"/>
                  </a:lnTo>
                  <a:lnTo>
                    <a:pt x="2743006" y="93743"/>
                  </a:lnTo>
                  <a:lnTo>
                    <a:pt x="2703820" y="94171"/>
                  </a:lnTo>
                  <a:lnTo>
                    <a:pt x="2664635" y="94620"/>
                  </a:lnTo>
                  <a:lnTo>
                    <a:pt x="2625449" y="95092"/>
                  </a:lnTo>
                  <a:lnTo>
                    <a:pt x="2586263" y="95587"/>
                  </a:lnTo>
                  <a:lnTo>
                    <a:pt x="2547077" y="96106"/>
                  </a:lnTo>
                  <a:lnTo>
                    <a:pt x="2507891" y="96650"/>
                  </a:lnTo>
                  <a:lnTo>
                    <a:pt x="2468705" y="97220"/>
                  </a:lnTo>
                  <a:lnTo>
                    <a:pt x="2429520" y="97816"/>
                  </a:lnTo>
                  <a:lnTo>
                    <a:pt x="2390334" y="98440"/>
                  </a:lnTo>
                  <a:lnTo>
                    <a:pt x="2351148" y="99092"/>
                  </a:lnTo>
                  <a:lnTo>
                    <a:pt x="2311962" y="99774"/>
                  </a:lnTo>
                  <a:lnTo>
                    <a:pt x="2272776" y="100486"/>
                  </a:lnTo>
                  <a:lnTo>
                    <a:pt x="2233591" y="101228"/>
                  </a:lnTo>
                  <a:lnTo>
                    <a:pt x="2194405" y="102001"/>
                  </a:lnTo>
                  <a:lnTo>
                    <a:pt x="2155219" y="102806"/>
                  </a:lnTo>
                  <a:lnTo>
                    <a:pt x="2116033" y="103643"/>
                  </a:lnTo>
                  <a:lnTo>
                    <a:pt x="2076847" y="104513"/>
                  </a:lnTo>
                  <a:lnTo>
                    <a:pt x="2037662" y="105416"/>
                  </a:lnTo>
                  <a:lnTo>
                    <a:pt x="1998476" y="106352"/>
                  </a:lnTo>
                  <a:lnTo>
                    <a:pt x="1959290" y="107322"/>
                  </a:lnTo>
                  <a:lnTo>
                    <a:pt x="1920104" y="108324"/>
                  </a:lnTo>
                  <a:lnTo>
                    <a:pt x="1880918" y="109360"/>
                  </a:lnTo>
                  <a:lnTo>
                    <a:pt x="1841733" y="110429"/>
                  </a:lnTo>
                  <a:lnTo>
                    <a:pt x="1802547" y="111530"/>
                  </a:lnTo>
                  <a:lnTo>
                    <a:pt x="1763361" y="112664"/>
                  </a:lnTo>
                  <a:lnTo>
                    <a:pt x="1724175" y="113830"/>
                  </a:lnTo>
                  <a:lnTo>
                    <a:pt x="1684989" y="115027"/>
                  </a:lnTo>
                  <a:lnTo>
                    <a:pt x="1645803" y="116255"/>
                  </a:lnTo>
                  <a:lnTo>
                    <a:pt x="1606618" y="117513"/>
                  </a:lnTo>
                  <a:lnTo>
                    <a:pt x="1567432" y="118800"/>
                  </a:lnTo>
                  <a:lnTo>
                    <a:pt x="1528246" y="120116"/>
                  </a:lnTo>
                  <a:lnTo>
                    <a:pt x="1489060" y="121460"/>
                  </a:lnTo>
                  <a:lnTo>
                    <a:pt x="1449874" y="122831"/>
                  </a:lnTo>
                  <a:lnTo>
                    <a:pt x="1410689" y="124227"/>
                  </a:lnTo>
                  <a:lnTo>
                    <a:pt x="1371503" y="125649"/>
                  </a:lnTo>
                  <a:lnTo>
                    <a:pt x="1332317" y="127096"/>
                  </a:lnTo>
                  <a:lnTo>
                    <a:pt x="1293131" y="128565"/>
                  </a:lnTo>
                  <a:lnTo>
                    <a:pt x="1253945" y="130058"/>
                  </a:lnTo>
                  <a:lnTo>
                    <a:pt x="1214760" y="131572"/>
                  </a:lnTo>
                  <a:lnTo>
                    <a:pt x="1175574" y="133106"/>
                  </a:lnTo>
                  <a:lnTo>
                    <a:pt x="1136388" y="134661"/>
                  </a:lnTo>
                  <a:lnTo>
                    <a:pt x="1097202" y="136234"/>
                  </a:lnTo>
                  <a:lnTo>
                    <a:pt x="1058016" y="137826"/>
                  </a:lnTo>
                  <a:lnTo>
                    <a:pt x="1018831" y="139435"/>
                  </a:lnTo>
                  <a:lnTo>
                    <a:pt x="979645" y="141061"/>
                  </a:lnTo>
                  <a:lnTo>
                    <a:pt x="940459" y="142703"/>
                  </a:lnTo>
                  <a:lnTo>
                    <a:pt x="901273" y="144360"/>
                  </a:lnTo>
                  <a:lnTo>
                    <a:pt x="862087" y="146032"/>
                  </a:lnTo>
                  <a:lnTo>
                    <a:pt x="822901" y="147717"/>
                  </a:lnTo>
                  <a:lnTo>
                    <a:pt x="783716" y="149416"/>
                  </a:lnTo>
                  <a:lnTo>
                    <a:pt x="744530" y="151127"/>
                  </a:lnTo>
                  <a:lnTo>
                    <a:pt x="705344" y="152851"/>
                  </a:lnTo>
                  <a:lnTo>
                    <a:pt x="666158" y="154585"/>
                  </a:lnTo>
                  <a:lnTo>
                    <a:pt x="626972" y="156331"/>
                  </a:lnTo>
                  <a:lnTo>
                    <a:pt x="587787" y="158087"/>
                  </a:lnTo>
                  <a:lnTo>
                    <a:pt x="548601" y="159853"/>
                  </a:lnTo>
                  <a:lnTo>
                    <a:pt x="509415" y="161629"/>
                  </a:lnTo>
                  <a:lnTo>
                    <a:pt x="470229" y="163414"/>
                  </a:lnTo>
                  <a:lnTo>
                    <a:pt x="431043" y="165207"/>
                  </a:lnTo>
                  <a:lnTo>
                    <a:pt x="391858" y="167009"/>
                  </a:lnTo>
                  <a:lnTo>
                    <a:pt x="352672" y="168818"/>
                  </a:lnTo>
                  <a:lnTo>
                    <a:pt x="313486" y="170636"/>
                  </a:lnTo>
                  <a:lnTo>
                    <a:pt x="274300" y="172460"/>
                  </a:lnTo>
                  <a:lnTo>
                    <a:pt x="235114" y="174291"/>
                  </a:lnTo>
                  <a:lnTo>
                    <a:pt x="195929" y="176129"/>
                  </a:lnTo>
                  <a:lnTo>
                    <a:pt x="156743" y="177973"/>
                  </a:lnTo>
                  <a:lnTo>
                    <a:pt x="117557" y="179823"/>
                  </a:lnTo>
                  <a:lnTo>
                    <a:pt x="78371" y="181679"/>
                  </a:lnTo>
                  <a:lnTo>
                    <a:pt x="39185" y="183541"/>
                  </a:lnTo>
                  <a:lnTo>
                    <a:pt x="0" y="185407"/>
                  </a:lnTo>
                  <a:close/>
                </a:path>
              </a:pathLst>
            </a:custGeom>
            <a:solidFill>
              <a:srgbClr val="0E5A78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218" name="pl217"/>
            <p:cNvSpPr/>
            <p:nvPr/>
          </p:nvSpPr>
          <p:spPr>
            <a:xfrm>
              <a:off x="926786" y="2693705"/>
              <a:ext cx="3095678" cy="59179"/>
            </a:xfrm>
            <a:custGeom>
              <a:avLst/>
              <a:pathLst>
                <a:path w="3095678" h="59179">
                  <a:moveTo>
                    <a:pt x="0" y="59179"/>
                  </a:moveTo>
                  <a:lnTo>
                    <a:pt x="39185" y="59098"/>
                  </a:lnTo>
                  <a:lnTo>
                    <a:pt x="78371" y="59012"/>
                  </a:lnTo>
                  <a:lnTo>
                    <a:pt x="117557" y="58920"/>
                  </a:lnTo>
                  <a:lnTo>
                    <a:pt x="156743" y="58823"/>
                  </a:lnTo>
                  <a:lnTo>
                    <a:pt x="195929" y="58719"/>
                  </a:lnTo>
                  <a:lnTo>
                    <a:pt x="235114" y="58609"/>
                  </a:lnTo>
                  <a:lnTo>
                    <a:pt x="274300" y="58493"/>
                  </a:lnTo>
                  <a:lnTo>
                    <a:pt x="313486" y="58369"/>
                  </a:lnTo>
                  <a:lnTo>
                    <a:pt x="352672" y="58239"/>
                  </a:lnTo>
                  <a:lnTo>
                    <a:pt x="391858" y="58101"/>
                  </a:lnTo>
                  <a:lnTo>
                    <a:pt x="431043" y="57954"/>
                  </a:lnTo>
                  <a:lnTo>
                    <a:pt x="470229" y="57800"/>
                  </a:lnTo>
                  <a:lnTo>
                    <a:pt x="509415" y="57637"/>
                  </a:lnTo>
                  <a:lnTo>
                    <a:pt x="548601" y="57465"/>
                  </a:lnTo>
                  <a:lnTo>
                    <a:pt x="587787" y="57283"/>
                  </a:lnTo>
                  <a:lnTo>
                    <a:pt x="626972" y="57092"/>
                  </a:lnTo>
                  <a:lnTo>
                    <a:pt x="666158" y="56890"/>
                  </a:lnTo>
                  <a:lnTo>
                    <a:pt x="705344" y="56677"/>
                  </a:lnTo>
                  <a:lnTo>
                    <a:pt x="744530" y="56452"/>
                  </a:lnTo>
                  <a:lnTo>
                    <a:pt x="783716" y="56216"/>
                  </a:lnTo>
                  <a:lnTo>
                    <a:pt x="822901" y="55967"/>
                  </a:lnTo>
                  <a:lnTo>
                    <a:pt x="862087" y="55704"/>
                  </a:lnTo>
                  <a:lnTo>
                    <a:pt x="901273" y="55428"/>
                  </a:lnTo>
                  <a:lnTo>
                    <a:pt x="940459" y="55138"/>
                  </a:lnTo>
                  <a:lnTo>
                    <a:pt x="979645" y="54832"/>
                  </a:lnTo>
                  <a:lnTo>
                    <a:pt x="1018831" y="54510"/>
                  </a:lnTo>
                  <a:lnTo>
                    <a:pt x="1058016" y="54171"/>
                  </a:lnTo>
                  <a:lnTo>
                    <a:pt x="1097202" y="53816"/>
                  </a:lnTo>
                  <a:lnTo>
                    <a:pt x="1136388" y="53441"/>
                  </a:lnTo>
                  <a:lnTo>
                    <a:pt x="1175574" y="53048"/>
                  </a:lnTo>
                  <a:lnTo>
                    <a:pt x="1214760" y="52635"/>
                  </a:lnTo>
                  <a:lnTo>
                    <a:pt x="1253945" y="52201"/>
                  </a:lnTo>
                  <a:lnTo>
                    <a:pt x="1293131" y="51746"/>
                  </a:lnTo>
                  <a:lnTo>
                    <a:pt x="1332317" y="51268"/>
                  </a:lnTo>
                  <a:lnTo>
                    <a:pt x="1371503" y="50766"/>
                  </a:lnTo>
                  <a:lnTo>
                    <a:pt x="1410689" y="50241"/>
                  </a:lnTo>
                  <a:lnTo>
                    <a:pt x="1449874" y="49690"/>
                  </a:lnTo>
                  <a:lnTo>
                    <a:pt x="1489060" y="49113"/>
                  </a:lnTo>
                  <a:lnTo>
                    <a:pt x="1528246" y="48509"/>
                  </a:lnTo>
                  <a:lnTo>
                    <a:pt x="1567432" y="47877"/>
                  </a:lnTo>
                  <a:lnTo>
                    <a:pt x="1606618" y="47217"/>
                  </a:lnTo>
                  <a:lnTo>
                    <a:pt x="1645803" y="46527"/>
                  </a:lnTo>
                  <a:lnTo>
                    <a:pt x="1684989" y="45807"/>
                  </a:lnTo>
                  <a:lnTo>
                    <a:pt x="1724175" y="45056"/>
                  </a:lnTo>
                  <a:lnTo>
                    <a:pt x="1763361" y="44274"/>
                  </a:lnTo>
                  <a:lnTo>
                    <a:pt x="1802547" y="43460"/>
                  </a:lnTo>
                  <a:lnTo>
                    <a:pt x="1841733" y="42614"/>
                  </a:lnTo>
                  <a:lnTo>
                    <a:pt x="1880918" y="41735"/>
                  </a:lnTo>
                  <a:lnTo>
                    <a:pt x="1920104" y="40823"/>
                  </a:lnTo>
                  <a:lnTo>
                    <a:pt x="1959290" y="39878"/>
                  </a:lnTo>
                  <a:lnTo>
                    <a:pt x="1998476" y="38900"/>
                  </a:lnTo>
                  <a:lnTo>
                    <a:pt x="2037662" y="37888"/>
                  </a:lnTo>
                  <a:lnTo>
                    <a:pt x="2076847" y="36843"/>
                  </a:lnTo>
                  <a:lnTo>
                    <a:pt x="2116033" y="35765"/>
                  </a:lnTo>
                  <a:lnTo>
                    <a:pt x="2155219" y="34655"/>
                  </a:lnTo>
                  <a:lnTo>
                    <a:pt x="2194405" y="33512"/>
                  </a:lnTo>
                  <a:lnTo>
                    <a:pt x="2233591" y="32338"/>
                  </a:lnTo>
                  <a:lnTo>
                    <a:pt x="2272776" y="31132"/>
                  </a:lnTo>
                  <a:lnTo>
                    <a:pt x="2311962" y="29896"/>
                  </a:lnTo>
                  <a:lnTo>
                    <a:pt x="2351148" y="28630"/>
                  </a:lnTo>
                  <a:lnTo>
                    <a:pt x="2390334" y="27334"/>
                  </a:lnTo>
                  <a:lnTo>
                    <a:pt x="2429520" y="26011"/>
                  </a:lnTo>
                  <a:lnTo>
                    <a:pt x="2468705" y="24659"/>
                  </a:lnTo>
                  <a:lnTo>
                    <a:pt x="2507891" y="23281"/>
                  </a:lnTo>
                  <a:lnTo>
                    <a:pt x="2547077" y="21878"/>
                  </a:lnTo>
                  <a:lnTo>
                    <a:pt x="2586263" y="20449"/>
                  </a:lnTo>
                  <a:lnTo>
                    <a:pt x="2625449" y="18996"/>
                  </a:lnTo>
                  <a:lnTo>
                    <a:pt x="2664635" y="17520"/>
                  </a:lnTo>
                  <a:lnTo>
                    <a:pt x="2703820" y="16022"/>
                  </a:lnTo>
                  <a:lnTo>
                    <a:pt x="2743006" y="14502"/>
                  </a:lnTo>
                  <a:lnTo>
                    <a:pt x="2782192" y="12962"/>
                  </a:lnTo>
                  <a:lnTo>
                    <a:pt x="2821378" y="11402"/>
                  </a:lnTo>
                  <a:lnTo>
                    <a:pt x="2860564" y="9823"/>
                  </a:lnTo>
                  <a:lnTo>
                    <a:pt x="2899749" y="8227"/>
                  </a:lnTo>
                  <a:lnTo>
                    <a:pt x="2938935" y="6613"/>
                  </a:lnTo>
                  <a:lnTo>
                    <a:pt x="2978121" y="4982"/>
                  </a:lnTo>
                  <a:lnTo>
                    <a:pt x="3017307" y="3336"/>
                  </a:lnTo>
                  <a:lnTo>
                    <a:pt x="3056493" y="1675"/>
                  </a:lnTo>
                  <a:lnTo>
                    <a:pt x="309567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9" name="pl218"/>
            <p:cNvSpPr/>
            <p:nvPr/>
          </p:nvSpPr>
          <p:spPr>
            <a:xfrm>
              <a:off x="926786" y="2784421"/>
              <a:ext cx="3095678" cy="94691"/>
            </a:xfrm>
            <a:custGeom>
              <a:avLst/>
              <a:pathLst>
                <a:path w="3095678" h="94691">
                  <a:moveTo>
                    <a:pt x="3095678" y="0"/>
                  </a:moveTo>
                  <a:lnTo>
                    <a:pt x="3056493" y="272"/>
                  </a:lnTo>
                  <a:lnTo>
                    <a:pt x="3017307" y="558"/>
                  </a:lnTo>
                  <a:lnTo>
                    <a:pt x="2978121" y="860"/>
                  </a:lnTo>
                  <a:lnTo>
                    <a:pt x="2938935" y="1177"/>
                  </a:lnTo>
                  <a:lnTo>
                    <a:pt x="2899749" y="1511"/>
                  </a:lnTo>
                  <a:lnTo>
                    <a:pt x="2860564" y="1862"/>
                  </a:lnTo>
                  <a:lnTo>
                    <a:pt x="2821378" y="2231"/>
                  </a:lnTo>
                  <a:lnTo>
                    <a:pt x="2782192" y="2619"/>
                  </a:lnTo>
                  <a:lnTo>
                    <a:pt x="2743006" y="3027"/>
                  </a:lnTo>
                  <a:lnTo>
                    <a:pt x="2703820" y="3455"/>
                  </a:lnTo>
                  <a:lnTo>
                    <a:pt x="2664635" y="3904"/>
                  </a:lnTo>
                  <a:lnTo>
                    <a:pt x="2625449" y="4376"/>
                  </a:lnTo>
                  <a:lnTo>
                    <a:pt x="2586263" y="4871"/>
                  </a:lnTo>
                  <a:lnTo>
                    <a:pt x="2547077" y="5390"/>
                  </a:lnTo>
                  <a:lnTo>
                    <a:pt x="2507891" y="5934"/>
                  </a:lnTo>
                  <a:lnTo>
                    <a:pt x="2468705" y="6503"/>
                  </a:lnTo>
                  <a:lnTo>
                    <a:pt x="2429520" y="7100"/>
                  </a:lnTo>
                  <a:lnTo>
                    <a:pt x="2390334" y="7724"/>
                  </a:lnTo>
                  <a:lnTo>
                    <a:pt x="2351148" y="8376"/>
                  </a:lnTo>
                  <a:lnTo>
                    <a:pt x="2311962" y="9058"/>
                  </a:lnTo>
                  <a:lnTo>
                    <a:pt x="2272776" y="9769"/>
                  </a:lnTo>
                  <a:lnTo>
                    <a:pt x="2233591" y="10512"/>
                  </a:lnTo>
                  <a:lnTo>
                    <a:pt x="2194405" y="11285"/>
                  </a:lnTo>
                  <a:lnTo>
                    <a:pt x="2155219" y="12090"/>
                  </a:lnTo>
                  <a:lnTo>
                    <a:pt x="2116033" y="12927"/>
                  </a:lnTo>
                  <a:lnTo>
                    <a:pt x="2076847" y="13797"/>
                  </a:lnTo>
                  <a:lnTo>
                    <a:pt x="2037662" y="14700"/>
                  </a:lnTo>
                  <a:lnTo>
                    <a:pt x="1998476" y="15636"/>
                  </a:lnTo>
                  <a:lnTo>
                    <a:pt x="1959290" y="16606"/>
                  </a:lnTo>
                  <a:lnTo>
                    <a:pt x="1920104" y="17608"/>
                  </a:lnTo>
                  <a:lnTo>
                    <a:pt x="1880918" y="18644"/>
                  </a:lnTo>
                  <a:lnTo>
                    <a:pt x="1841733" y="19713"/>
                  </a:lnTo>
                  <a:lnTo>
                    <a:pt x="1802547" y="20814"/>
                  </a:lnTo>
                  <a:lnTo>
                    <a:pt x="1763361" y="21948"/>
                  </a:lnTo>
                  <a:lnTo>
                    <a:pt x="1724175" y="23114"/>
                  </a:lnTo>
                  <a:lnTo>
                    <a:pt x="1684989" y="24311"/>
                  </a:lnTo>
                  <a:lnTo>
                    <a:pt x="1645803" y="25539"/>
                  </a:lnTo>
                  <a:lnTo>
                    <a:pt x="1606618" y="26797"/>
                  </a:lnTo>
                  <a:lnTo>
                    <a:pt x="1567432" y="28084"/>
                  </a:lnTo>
                  <a:lnTo>
                    <a:pt x="1528246" y="29400"/>
                  </a:lnTo>
                  <a:lnTo>
                    <a:pt x="1489060" y="30744"/>
                  </a:lnTo>
                  <a:lnTo>
                    <a:pt x="1449874" y="32114"/>
                  </a:lnTo>
                  <a:lnTo>
                    <a:pt x="1410689" y="33511"/>
                  </a:lnTo>
                  <a:lnTo>
                    <a:pt x="1371503" y="34933"/>
                  </a:lnTo>
                  <a:lnTo>
                    <a:pt x="1332317" y="36380"/>
                  </a:lnTo>
                  <a:lnTo>
                    <a:pt x="1293131" y="37849"/>
                  </a:lnTo>
                  <a:lnTo>
                    <a:pt x="1253945" y="39342"/>
                  </a:lnTo>
                  <a:lnTo>
                    <a:pt x="1214760" y="40856"/>
                  </a:lnTo>
                  <a:lnTo>
                    <a:pt x="1175574" y="42390"/>
                  </a:lnTo>
                  <a:lnTo>
                    <a:pt x="1136388" y="43945"/>
                  </a:lnTo>
                  <a:lnTo>
                    <a:pt x="1097202" y="45518"/>
                  </a:lnTo>
                  <a:lnTo>
                    <a:pt x="1058016" y="47110"/>
                  </a:lnTo>
                  <a:lnTo>
                    <a:pt x="1018831" y="48719"/>
                  </a:lnTo>
                  <a:lnTo>
                    <a:pt x="979645" y="50345"/>
                  </a:lnTo>
                  <a:lnTo>
                    <a:pt x="940459" y="51987"/>
                  </a:lnTo>
                  <a:lnTo>
                    <a:pt x="901273" y="53644"/>
                  </a:lnTo>
                  <a:lnTo>
                    <a:pt x="862087" y="55316"/>
                  </a:lnTo>
                  <a:lnTo>
                    <a:pt x="822901" y="57001"/>
                  </a:lnTo>
                  <a:lnTo>
                    <a:pt x="783716" y="58700"/>
                  </a:lnTo>
                  <a:lnTo>
                    <a:pt x="744530" y="60411"/>
                  </a:lnTo>
                  <a:lnTo>
                    <a:pt x="705344" y="62134"/>
                  </a:lnTo>
                  <a:lnTo>
                    <a:pt x="666158" y="63869"/>
                  </a:lnTo>
                  <a:lnTo>
                    <a:pt x="626972" y="65615"/>
                  </a:lnTo>
                  <a:lnTo>
                    <a:pt x="587787" y="67371"/>
                  </a:lnTo>
                  <a:lnTo>
                    <a:pt x="548601" y="69137"/>
                  </a:lnTo>
                  <a:lnTo>
                    <a:pt x="509415" y="70913"/>
                  </a:lnTo>
                  <a:lnTo>
                    <a:pt x="470229" y="72698"/>
                  </a:lnTo>
                  <a:lnTo>
                    <a:pt x="431043" y="74491"/>
                  </a:lnTo>
                  <a:lnTo>
                    <a:pt x="391858" y="76293"/>
                  </a:lnTo>
                  <a:lnTo>
                    <a:pt x="352672" y="78102"/>
                  </a:lnTo>
                  <a:lnTo>
                    <a:pt x="313486" y="79919"/>
                  </a:lnTo>
                  <a:lnTo>
                    <a:pt x="274300" y="81744"/>
                  </a:lnTo>
                  <a:lnTo>
                    <a:pt x="235114" y="83575"/>
                  </a:lnTo>
                  <a:lnTo>
                    <a:pt x="195929" y="85413"/>
                  </a:lnTo>
                  <a:lnTo>
                    <a:pt x="156743" y="87257"/>
                  </a:lnTo>
                  <a:lnTo>
                    <a:pt x="117557" y="89107"/>
                  </a:lnTo>
                  <a:lnTo>
                    <a:pt x="78371" y="90963"/>
                  </a:lnTo>
                  <a:lnTo>
                    <a:pt x="39185" y="92825"/>
                  </a:lnTo>
                  <a:lnTo>
                    <a:pt x="0" y="9469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0" name="pl219"/>
            <p:cNvSpPr/>
            <p:nvPr/>
          </p:nvSpPr>
          <p:spPr>
            <a:xfrm>
              <a:off x="926786" y="2739063"/>
              <a:ext cx="3095678" cy="76935"/>
            </a:xfrm>
            <a:custGeom>
              <a:avLst/>
              <a:pathLst>
                <a:path w="3095678" h="76935">
                  <a:moveTo>
                    <a:pt x="0" y="76935"/>
                  </a:moveTo>
                  <a:lnTo>
                    <a:pt x="39185" y="75961"/>
                  </a:lnTo>
                  <a:lnTo>
                    <a:pt x="78371" y="74988"/>
                  </a:lnTo>
                  <a:lnTo>
                    <a:pt x="117557" y="74014"/>
                  </a:lnTo>
                  <a:lnTo>
                    <a:pt x="156743" y="73040"/>
                  </a:lnTo>
                  <a:lnTo>
                    <a:pt x="195929" y="72066"/>
                  </a:lnTo>
                  <a:lnTo>
                    <a:pt x="235114" y="71092"/>
                  </a:lnTo>
                  <a:lnTo>
                    <a:pt x="274300" y="70118"/>
                  </a:lnTo>
                  <a:lnTo>
                    <a:pt x="313486" y="69144"/>
                  </a:lnTo>
                  <a:lnTo>
                    <a:pt x="352672" y="68171"/>
                  </a:lnTo>
                  <a:lnTo>
                    <a:pt x="391858" y="67197"/>
                  </a:lnTo>
                  <a:lnTo>
                    <a:pt x="431043" y="66223"/>
                  </a:lnTo>
                  <a:lnTo>
                    <a:pt x="470229" y="65249"/>
                  </a:lnTo>
                  <a:lnTo>
                    <a:pt x="509415" y="64275"/>
                  </a:lnTo>
                  <a:lnTo>
                    <a:pt x="548601" y="63301"/>
                  </a:lnTo>
                  <a:lnTo>
                    <a:pt x="587787" y="62327"/>
                  </a:lnTo>
                  <a:lnTo>
                    <a:pt x="626972" y="61353"/>
                  </a:lnTo>
                  <a:lnTo>
                    <a:pt x="666158" y="60380"/>
                  </a:lnTo>
                  <a:lnTo>
                    <a:pt x="705344" y="59406"/>
                  </a:lnTo>
                  <a:lnTo>
                    <a:pt x="744530" y="58432"/>
                  </a:lnTo>
                  <a:lnTo>
                    <a:pt x="783716" y="57458"/>
                  </a:lnTo>
                  <a:lnTo>
                    <a:pt x="822901" y="56484"/>
                  </a:lnTo>
                  <a:lnTo>
                    <a:pt x="862087" y="55510"/>
                  </a:lnTo>
                  <a:lnTo>
                    <a:pt x="901273" y="54536"/>
                  </a:lnTo>
                  <a:lnTo>
                    <a:pt x="940459" y="53562"/>
                  </a:lnTo>
                  <a:lnTo>
                    <a:pt x="979645" y="52589"/>
                  </a:lnTo>
                  <a:lnTo>
                    <a:pt x="1018831" y="51615"/>
                  </a:lnTo>
                  <a:lnTo>
                    <a:pt x="1058016" y="50641"/>
                  </a:lnTo>
                  <a:lnTo>
                    <a:pt x="1097202" y="49667"/>
                  </a:lnTo>
                  <a:lnTo>
                    <a:pt x="1136388" y="48693"/>
                  </a:lnTo>
                  <a:lnTo>
                    <a:pt x="1175574" y="47719"/>
                  </a:lnTo>
                  <a:lnTo>
                    <a:pt x="1214760" y="46745"/>
                  </a:lnTo>
                  <a:lnTo>
                    <a:pt x="1253945" y="45771"/>
                  </a:lnTo>
                  <a:lnTo>
                    <a:pt x="1293131" y="44798"/>
                  </a:lnTo>
                  <a:lnTo>
                    <a:pt x="1332317" y="43824"/>
                  </a:lnTo>
                  <a:lnTo>
                    <a:pt x="1371503" y="42850"/>
                  </a:lnTo>
                  <a:lnTo>
                    <a:pt x="1410689" y="41876"/>
                  </a:lnTo>
                  <a:lnTo>
                    <a:pt x="1449874" y="40902"/>
                  </a:lnTo>
                  <a:lnTo>
                    <a:pt x="1489060" y="39928"/>
                  </a:lnTo>
                  <a:lnTo>
                    <a:pt x="1528246" y="38954"/>
                  </a:lnTo>
                  <a:lnTo>
                    <a:pt x="1567432" y="37980"/>
                  </a:lnTo>
                  <a:lnTo>
                    <a:pt x="1606618" y="37007"/>
                  </a:lnTo>
                  <a:lnTo>
                    <a:pt x="1645803" y="36033"/>
                  </a:lnTo>
                  <a:lnTo>
                    <a:pt x="1684989" y="35059"/>
                  </a:lnTo>
                  <a:lnTo>
                    <a:pt x="1724175" y="34085"/>
                  </a:lnTo>
                  <a:lnTo>
                    <a:pt x="1763361" y="33111"/>
                  </a:lnTo>
                  <a:lnTo>
                    <a:pt x="1802547" y="32137"/>
                  </a:lnTo>
                  <a:lnTo>
                    <a:pt x="1841733" y="31163"/>
                  </a:lnTo>
                  <a:lnTo>
                    <a:pt x="1880918" y="30190"/>
                  </a:lnTo>
                  <a:lnTo>
                    <a:pt x="1920104" y="29216"/>
                  </a:lnTo>
                  <a:lnTo>
                    <a:pt x="1959290" y="28242"/>
                  </a:lnTo>
                  <a:lnTo>
                    <a:pt x="1998476" y="27268"/>
                  </a:lnTo>
                  <a:lnTo>
                    <a:pt x="2037662" y="26294"/>
                  </a:lnTo>
                  <a:lnTo>
                    <a:pt x="2076847" y="25320"/>
                  </a:lnTo>
                  <a:lnTo>
                    <a:pt x="2116033" y="24346"/>
                  </a:lnTo>
                  <a:lnTo>
                    <a:pt x="2155219" y="23372"/>
                  </a:lnTo>
                  <a:lnTo>
                    <a:pt x="2194405" y="22399"/>
                  </a:lnTo>
                  <a:lnTo>
                    <a:pt x="2233591" y="21425"/>
                  </a:lnTo>
                  <a:lnTo>
                    <a:pt x="2272776" y="20451"/>
                  </a:lnTo>
                  <a:lnTo>
                    <a:pt x="2311962" y="19477"/>
                  </a:lnTo>
                  <a:lnTo>
                    <a:pt x="2351148" y="18503"/>
                  </a:lnTo>
                  <a:lnTo>
                    <a:pt x="2390334" y="17529"/>
                  </a:lnTo>
                  <a:lnTo>
                    <a:pt x="2429520" y="16555"/>
                  </a:lnTo>
                  <a:lnTo>
                    <a:pt x="2468705" y="15581"/>
                  </a:lnTo>
                  <a:lnTo>
                    <a:pt x="2507891" y="14608"/>
                  </a:lnTo>
                  <a:lnTo>
                    <a:pt x="2547077" y="13634"/>
                  </a:lnTo>
                  <a:lnTo>
                    <a:pt x="2586263" y="12660"/>
                  </a:lnTo>
                  <a:lnTo>
                    <a:pt x="2625449" y="11686"/>
                  </a:lnTo>
                  <a:lnTo>
                    <a:pt x="2664635" y="10712"/>
                  </a:lnTo>
                  <a:lnTo>
                    <a:pt x="2703820" y="9738"/>
                  </a:lnTo>
                  <a:lnTo>
                    <a:pt x="2743006" y="8764"/>
                  </a:lnTo>
                  <a:lnTo>
                    <a:pt x="2782192" y="7790"/>
                  </a:lnTo>
                  <a:lnTo>
                    <a:pt x="2821378" y="6817"/>
                  </a:lnTo>
                  <a:lnTo>
                    <a:pt x="2860564" y="5843"/>
                  </a:lnTo>
                  <a:lnTo>
                    <a:pt x="2899749" y="4869"/>
                  </a:lnTo>
                  <a:lnTo>
                    <a:pt x="2938935" y="3895"/>
                  </a:lnTo>
                  <a:lnTo>
                    <a:pt x="2978121" y="2921"/>
                  </a:lnTo>
                  <a:lnTo>
                    <a:pt x="3017307" y="1947"/>
                  </a:lnTo>
                  <a:lnTo>
                    <a:pt x="3056493" y="973"/>
                  </a:lnTo>
                  <a:lnTo>
                    <a:pt x="3095678" y="0"/>
                  </a:lnTo>
                </a:path>
              </a:pathLst>
            </a:custGeom>
            <a:ln w="16260" cap="flat">
              <a:solidFill>
                <a:srgbClr val="2A2A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0"/>
            <p:cNvSpPr/>
            <p:nvPr/>
          </p:nvSpPr>
          <p:spPr>
            <a:xfrm>
              <a:off x="772002" y="5256522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1"/>
            <p:cNvSpPr/>
            <p:nvPr/>
          </p:nvSpPr>
          <p:spPr>
            <a:xfrm>
              <a:off x="772002" y="4938935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2"/>
            <p:cNvSpPr/>
            <p:nvPr/>
          </p:nvSpPr>
          <p:spPr>
            <a:xfrm>
              <a:off x="772002" y="4621348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3"/>
            <p:cNvSpPr/>
            <p:nvPr/>
          </p:nvSpPr>
          <p:spPr>
            <a:xfrm>
              <a:off x="772002" y="4303761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4"/>
            <p:cNvSpPr/>
            <p:nvPr/>
          </p:nvSpPr>
          <p:spPr>
            <a:xfrm>
              <a:off x="772002" y="3986174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5"/>
            <p:cNvSpPr/>
            <p:nvPr/>
          </p:nvSpPr>
          <p:spPr>
            <a:xfrm>
              <a:off x="891960" y="3942325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1769122" y="3942325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7"/>
            <p:cNvSpPr/>
            <p:nvPr/>
          </p:nvSpPr>
          <p:spPr>
            <a:xfrm>
              <a:off x="2646283" y="3942325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8"/>
            <p:cNvSpPr/>
            <p:nvPr/>
          </p:nvSpPr>
          <p:spPr>
            <a:xfrm>
              <a:off x="3523445" y="3942325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772002" y="5256522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12934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1" name="pt230"/>
            <p:cNvSpPr/>
            <p:nvPr/>
          </p:nvSpPr>
          <p:spPr>
            <a:xfrm>
              <a:off x="3554947" y="436358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1"/>
            <p:cNvSpPr/>
            <p:nvPr/>
          </p:nvSpPr>
          <p:spPr>
            <a:xfrm>
              <a:off x="3190263" y="438693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2"/>
            <p:cNvSpPr/>
            <p:nvPr/>
          </p:nvSpPr>
          <p:spPr>
            <a:xfrm>
              <a:off x="3171029" y="479016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3"/>
            <p:cNvSpPr/>
            <p:nvPr/>
          </p:nvSpPr>
          <p:spPr>
            <a:xfrm>
              <a:off x="2741418" y="438894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4"/>
            <p:cNvSpPr/>
            <p:nvPr/>
          </p:nvSpPr>
          <p:spPr>
            <a:xfrm>
              <a:off x="3531555" y="447197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5"/>
            <p:cNvSpPr/>
            <p:nvPr/>
          </p:nvSpPr>
          <p:spPr>
            <a:xfrm>
              <a:off x="2842704" y="456562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6"/>
            <p:cNvSpPr/>
            <p:nvPr/>
          </p:nvSpPr>
          <p:spPr>
            <a:xfrm>
              <a:off x="3196318" y="431967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7"/>
            <p:cNvSpPr/>
            <p:nvPr/>
          </p:nvSpPr>
          <p:spPr>
            <a:xfrm>
              <a:off x="3130193" y="472509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8"/>
            <p:cNvSpPr/>
            <p:nvPr/>
          </p:nvSpPr>
          <p:spPr>
            <a:xfrm>
              <a:off x="3410627" y="47326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39"/>
            <p:cNvSpPr/>
            <p:nvPr/>
          </p:nvSpPr>
          <p:spPr>
            <a:xfrm>
              <a:off x="3271445" y="427269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0"/>
            <p:cNvSpPr/>
            <p:nvPr/>
          </p:nvSpPr>
          <p:spPr>
            <a:xfrm>
              <a:off x="2633309" y="412378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1"/>
            <p:cNvSpPr/>
            <p:nvPr/>
          </p:nvSpPr>
          <p:spPr>
            <a:xfrm>
              <a:off x="3262871" y="431051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2"/>
            <p:cNvSpPr/>
            <p:nvPr/>
          </p:nvSpPr>
          <p:spPr>
            <a:xfrm>
              <a:off x="3266986" y="423889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3"/>
            <p:cNvSpPr/>
            <p:nvPr/>
          </p:nvSpPr>
          <p:spPr>
            <a:xfrm>
              <a:off x="3220282" y="497619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4"/>
            <p:cNvSpPr/>
            <p:nvPr/>
          </p:nvSpPr>
          <p:spPr>
            <a:xfrm>
              <a:off x="3254253" y="467245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5"/>
            <p:cNvSpPr/>
            <p:nvPr/>
          </p:nvSpPr>
          <p:spPr>
            <a:xfrm>
              <a:off x="2388093" y="458566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6"/>
            <p:cNvSpPr/>
            <p:nvPr/>
          </p:nvSpPr>
          <p:spPr>
            <a:xfrm>
              <a:off x="3217056" y="462276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7"/>
            <p:cNvSpPr/>
            <p:nvPr/>
          </p:nvSpPr>
          <p:spPr>
            <a:xfrm>
              <a:off x="3130982" y="450965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8"/>
            <p:cNvSpPr/>
            <p:nvPr/>
          </p:nvSpPr>
          <p:spPr>
            <a:xfrm>
              <a:off x="3185667" y="438451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49"/>
            <p:cNvSpPr/>
            <p:nvPr/>
          </p:nvSpPr>
          <p:spPr>
            <a:xfrm>
              <a:off x="3197981" y="444189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0"/>
            <p:cNvSpPr/>
            <p:nvPr/>
          </p:nvSpPr>
          <p:spPr>
            <a:xfrm>
              <a:off x="3255412" y="451395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1"/>
            <p:cNvSpPr/>
            <p:nvPr/>
          </p:nvSpPr>
          <p:spPr>
            <a:xfrm>
              <a:off x="3290202" y="498760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2"/>
            <p:cNvSpPr/>
            <p:nvPr/>
          </p:nvSpPr>
          <p:spPr>
            <a:xfrm>
              <a:off x="3223774" y="492820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3"/>
            <p:cNvSpPr/>
            <p:nvPr/>
          </p:nvSpPr>
          <p:spPr>
            <a:xfrm>
              <a:off x="3204293" y="466745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4"/>
            <p:cNvSpPr/>
            <p:nvPr/>
          </p:nvSpPr>
          <p:spPr>
            <a:xfrm>
              <a:off x="3014318" y="437298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5"/>
            <p:cNvSpPr/>
            <p:nvPr/>
          </p:nvSpPr>
          <p:spPr>
            <a:xfrm>
              <a:off x="3228009" y="440496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6"/>
            <p:cNvSpPr/>
            <p:nvPr/>
          </p:nvSpPr>
          <p:spPr>
            <a:xfrm>
              <a:off x="3301409" y="486014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7"/>
            <p:cNvSpPr/>
            <p:nvPr/>
          </p:nvSpPr>
          <p:spPr>
            <a:xfrm>
              <a:off x="2327249" y="444227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8"/>
            <p:cNvSpPr/>
            <p:nvPr/>
          </p:nvSpPr>
          <p:spPr>
            <a:xfrm>
              <a:off x="3297141" y="478588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59"/>
            <p:cNvSpPr/>
            <p:nvPr/>
          </p:nvSpPr>
          <p:spPr>
            <a:xfrm>
              <a:off x="3077332" y="482198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0"/>
            <p:cNvSpPr/>
            <p:nvPr/>
          </p:nvSpPr>
          <p:spPr>
            <a:xfrm>
              <a:off x="3202828" y="456595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1"/>
            <p:cNvSpPr/>
            <p:nvPr/>
          </p:nvSpPr>
          <p:spPr>
            <a:xfrm>
              <a:off x="3113299" y="434599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2"/>
            <p:cNvSpPr/>
            <p:nvPr/>
          </p:nvSpPr>
          <p:spPr>
            <a:xfrm>
              <a:off x="2952182" y="478791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3"/>
            <p:cNvSpPr/>
            <p:nvPr/>
          </p:nvSpPr>
          <p:spPr>
            <a:xfrm>
              <a:off x="3202137" y="476336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4"/>
            <p:cNvSpPr/>
            <p:nvPr/>
          </p:nvSpPr>
          <p:spPr>
            <a:xfrm>
              <a:off x="3145188" y="458434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5"/>
            <p:cNvSpPr/>
            <p:nvPr/>
          </p:nvSpPr>
          <p:spPr>
            <a:xfrm>
              <a:off x="3152850" y="479984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6"/>
            <p:cNvSpPr/>
            <p:nvPr/>
          </p:nvSpPr>
          <p:spPr>
            <a:xfrm>
              <a:off x="3113220" y="448526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7"/>
            <p:cNvSpPr/>
            <p:nvPr/>
          </p:nvSpPr>
          <p:spPr>
            <a:xfrm>
              <a:off x="3576069" y="454621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8"/>
            <p:cNvSpPr/>
            <p:nvPr/>
          </p:nvSpPr>
          <p:spPr>
            <a:xfrm>
              <a:off x="2985542" y="486241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69"/>
            <p:cNvSpPr/>
            <p:nvPr/>
          </p:nvSpPr>
          <p:spPr>
            <a:xfrm>
              <a:off x="3081148" y="466431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0"/>
            <p:cNvSpPr/>
            <p:nvPr/>
          </p:nvSpPr>
          <p:spPr>
            <a:xfrm>
              <a:off x="3173191" y="443521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1"/>
            <p:cNvSpPr/>
            <p:nvPr/>
          </p:nvSpPr>
          <p:spPr>
            <a:xfrm>
              <a:off x="2924227" y="464249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2"/>
            <p:cNvSpPr/>
            <p:nvPr/>
          </p:nvSpPr>
          <p:spPr>
            <a:xfrm>
              <a:off x="2896285" y="478379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3"/>
            <p:cNvSpPr/>
            <p:nvPr/>
          </p:nvSpPr>
          <p:spPr>
            <a:xfrm>
              <a:off x="3339910" y="481908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4"/>
            <p:cNvSpPr/>
            <p:nvPr/>
          </p:nvSpPr>
          <p:spPr>
            <a:xfrm>
              <a:off x="3394840" y="43858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5"/>
            <p:cNvSpPr/>
            <p:nvPr/>
          </p:nvSpPr>
          <p:spPr>
            <a:xfrm>
              <a:off x="3234576" y="508589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6"/>
            <p:cNvSpPr/>
            <p:nvPr/>
          </p:nvSpPr>
          <p:spPr>
            <a:xfrm>
              <a:off x="3009775" y="465128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7"/>
            <p:cNvSpPr/>
            <p:nvPr/>
          </p:nvSpPr>
          <p:spPr>
            <a:xfrm>
              <a:off x="3186821" y="455636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8"/>
            <p:cNvSpPr/>
            <p:nvPr/>
          </p:nvSpPr>
          <p:spPr>
            <a:xfrm>
              <a:off x="3043585" y="418349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79"/>
            <p:cNvSpPr/>
            <p:nvPr/>
          </p:nvSpPr>
          <p:spPr>
            <a:xfrm>
              <a:off x="3148210" y="456904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0"/>
            <p:cNvSpPr/>
            <p:nvPr/>
          </p:nvSpPr>
          <p:spPr>
            <a:xfrm>
              <a:off x="3020316" y="44547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1"/>
            <p:cNvSpPr/>
            <p:nvPr/>
          </p:nvSpPr>
          <p:spPr>
            <a:xfrm>
              <a:off x="3450994" y="489613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2"/>
            <p:cNvSpPr/>
            <p:nvPr/>
          </p:nvSpPr>
          <p:spPr>
            <a:xfrm>
              <a:off x="3114896" y="438740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3"/>
            <p:cNvSpPr/>
            <p:nvPr/>
          </p:nvSpPr>
          <p:spPr>
            <a:xfrm>
              <a:off x="3200638" y="461711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4"/>
            <p:cNvSpPr/>
            <p:nvPr/>
          </p:nvSpPr>
          <p:spPr>
            <a:xfrm>
              <a:off x="3337162" y="489118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5"/>
            <p:cNvSpPr/>
            <p:nvPr/>
          </p:nvSpPr>
          <p:spPr>
            <a:xfrm>
              <a:off x="3207371" y="479380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6"/>
            <p:cNvSpPr/>
            <p:nvPr/>
          </p:nvSpPr>
          <p:spPr>
            <a:xfrm>
              <a:off x="3142648" y="45275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7"/>
            <p:cNvSpPr/>
            <p:nvPr/>
          </p:nvSpPr>
          <p:spPr>
            <a:xfrm>
              <a:off x="3233134" y="458948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8"/>
            <p:cNvSpPr/>
            <p:nvPr/>
          </p:nvSpPr>
          <p:spPr>
            <a:xfrm>
              <a:off x="3081684" y="489745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89"/>
            <p:cNvSpPr/>
            <p:nvPr/>
          </p:nvSpPr>
          <p:spPr>
            <a:xfrm>
              <a:off x="3194308" y="453515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0"/>
            <p:cNvSpPr/>
            <p:nvPr/>
          </p:nvSpPr>
          <p:spPr>
            <a:xfrm>
              <a:off x="3202495" y="477737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1"/>
            <p:cNvSpPr/>
            <p:nvPr/>
          </p:nvSpPr>
          <p:spPr>
            <a:xfrm>
              <a:off x="3220736" y="41669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2"/>
            <p:cNvSpPr/>
            <p:nvPr/>
          </p:nvSpPr>
          <p:spPr>
            <a:xfrm>
              <a:off x="3344781" y="431347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3"/>
            <p:cNvSpPr/>
            <p:nvPr/>
          </p:nvSpPr>
          <p:spPr>
            <a:xfrm>
              <a:off x="2388555" y="501908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4"/>
            <p:cNvSpPr/>
            <p:nvPr/>
          </p:nvSpPr>
          <p:spPr>
            <a:xfrm>
              <a:off x="3334072" y="479168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5"/>
            <p:cNvSpPr/>
            <p:nvPr/>
          </p:nvSpPr>
          <p:spPr>
            <a:xfrm>
              <a:off x="3336570" y="462704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6"/>
            <p:cNvSpPr/>
            <p:nvPr/>
          </p:nvSpPr>
          <p:spPr>
            <a:xfrm>
              <a:off x="3072217" y="493960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7"/>
            <p:cNvSpPr/>
            <p:nvPr/>
          </p:nvSpPr>
          <p:spPr>
            <a:xfrm>
              <a:off x="3661564" y="451760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8"/>
            <p:cNvSpPr/>
            <p:nvPr/>
          </p:nvSpPr>
          <p:spPr>
            <a:xfrm>
              <a:off x="3335580" y="478638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299"/>
            <p:cNvSpPr/>
            <p:nvPr/>
          </p:nvSpPr>
          <p:spPr>
            <a:xfrm>
              <a:off x="2813079" y="497255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0"/>
            <p:cNvSpPr/>
            <p:nvPr/>
          </p:nvSpPr>
          <p:spPr>
            <a:xfrm>
              <a:off x="2139808" y="470548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1"/>
            <p:cNvSpPr/>
            <p:nvPr/>
          </p:nvSpPr>
          <p:spPr>
            <a:xfrm>
              <a:off x="2948366" y="500234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2"/>
            <p:cNvSpPr/>
            <p:nvPr/>
          </p:nvSpPr>
          <p:spPr>
            <a:xfrm>
              <a:off x="2871358" y="438609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3"/>
            <p:cNvSpPr/>
            <p:nvPr/>
          </p:nvSpPr>
          <p:spPr>
            <a:xfrm>
              <a:off x="3428380" y="444439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4"/>
            <p:cNvSpPr/>
            <p:nvPr/>
          </p:nvSpPr>
          <p:spPr>
            <a:xfrm>
              <a:off x="3347066" y="459452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5"/>
            <p:cNvSpPr/>
            <p:nvPr/>
          </p:nvSpPr>
          <p:spPr>
            <a:xfrm>
              <a:off x="3294978" y="469378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6"/>
            <p:cNvSpPr/>
            <p:nvPr/>
          </p:nvSpPr>
          <p:spPr>
            <a:xfrm>
              <a:off x="3010332" y="505905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7"/>
            <p:cNvSpPr/>
            <p:nvPr/>
          </p:nvSpPr>
          <p:spPr>
            <a:xfrm>
              <a:off x="3134766" y="460217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8"/>
            <p:cNvSpPr/>
            <p:nvPr/>
          </p:nvSpPr>
          <p:spPr>
            <a:xfrm>
              <a:off x="3305992" y="457799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09"/>
            <p:cNvSpPr/>
            <p:nvPr/>
          </p:nvSpPr>
          <p:spPr>
            <a:xfrm>
              <a:off x="3682549" y="473542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0"/>
            <p:cNvSpPr/>
            <p:nvPr/>
          </p:nvSpPr>
          <p:spPr>
            <a:xfrm>
              <a:off x="3126790" y="470708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1"/>
            <p:cNvSpPr/>
            <p:nvPr/>
          </p:nvSpPr>
          <p:spPr>
            <a:xfrm>
              <a:off x="3126358" y="485585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2"/>
            <p:cNvSpPr/>
            <p:nvPr/>
          </p:nvSpPr>
          <p:spPr>
            <a:xfrm>
              <a:off x="3263801" y="43307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3"/>
            <p:cNvSpPr/>
            <p:nvPr/>
          </p:nvSpPr>
          <p:spPr>
            <a:xfrm>
              <a:off x="3578632" y="468363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4"/>
            <p:cNvSpPr/>
            <p:nvPr/>
          </p:nvSpPr>
          <p:spPr>
            <a:xfrm>
              <a:off x="3256374" y="419525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5"/>
            <p:cNvSpPr/>
            <p:nvPr/>
          </p:nvSpPr>
          <p:spPr>
            <a:xfrm>
              <a:off x="3189612" y="468128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6"/>
            <p:cNvSpPr/>
            <p:nvPr/>
          </p:nvSpPr>
          <p:spPr>
            <a:xfrm>
              <a:off x="3212243" y="468643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7"/>
            <p:cNvSpPr/>
            <p:nvPr/>
          </p:nvSpPr>
          <p:spPr>
            <a:xfrm>
              <a:off x="3197047" y="428357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8"/>
            <p:cNvSpPr/>
            <p:nvPr/>
          </p:nvSpPr>
          <p:spPr>
            <a:xfrm>
              <a:off x="3169774" y="480551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19"/>
            <p:cNvSpPr/>
            <p:nvPr/>
          </p:nvSpPr>
          <p:spPr>
            <a:xfrm>
              <a:off x="3178593" y="41287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0"/>
            <p:cNvSpPr/>
            <p:nvPr/>
          </p:nvSpPr>
          <p:spPr>
            <a:xfrm>
              <a:off x="3229706" y="410206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1"/>
            <p:cNvSpPr/>
            <p:nvPr/>
          </p:nvSpPr>
          <p:spPr>
            <a:xfrm>
              <a:off x="3152168" y="464491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2"/>
            <p:cNvSpPr/>
            <p:nvPr/>
          </p:nvSpPr>
          <p:spPr>
            <a:xfrm>
              <a:off x="3157261" y="420642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3"/>
            <p:cNvSpPr/>
            <p:nvPr/>
          </p:nvSpPr>
          <p:spPr>
            <a:xfrm>
              <a:off x="3380920" y="430330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4"/>
            <p:cNvSpPr/>
            <p:nvPr/>
          </p:nvSpPr>
          <p:spPr>
            <a:xfrm>
              <a:off x="3193697" y="484411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5"/>
            <p:cNvSpPr/>
            <p:nvPr/>
          </p:nvSpPr>
          <p:spPr>
            <a:xfrm>
              <a:off x="3132296" y="438246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6"/>
            <p:cNvSpPr/>
            <p:nvPr/>
          </p:nvSpPr>
          <p:spPr>
            <a:xfrm>
              <a:off x="3255595" y="487458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7"/>
            <p:cNvSpPr/>
            <p:nvPr/>
          </p:nvSpPr>
          <p:spPr>
            <a:xfrm>
              <a:off x="2191657" y="449685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8"/>
            <p:cNvSpPr/>
            <p:nvPr/>
          </p:nvSpPr>
          <p:spPr>
            <a:xfrm>
              <a:off x="3579525" y="413803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29"/>
            <p:cNvSpPr/>
            <p:nvPr/>
          </p:nvSpPr>
          <p:spPr>
            <a:xfrm>
              <a:off x="3079572" y="41719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0"/>
            <p:cNvSpPr/>
            <p:nvPr/>
          </p:nvSpPr>
          <p:spPr>
            <a:xfrm>
              <a:off x="3182907" y="442182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1"/>
            <p:cNvSpPr/>
            <p:nvPr/>
          </p:nvSpPr>
          <p:spPr>
            <a:xfrm>
              <a:off x="3393731" y="454992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2"/>
            <p:cNvSpPr/>
            <p:nvPr/>
          </p:nvSpPr>
          <p:spPr>
            <a:xfrm>
              <a:off x="3337991" y="468803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3"/>
            <p:cNvSpPr/>
            <p:nvPr/>
          </p:nvSpPr>
          <p:spPr>
            <a:xfrm>
              <a:off x="3260959" y="451249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4"/>
            <p:cNvSpPr/>
            <p:nvPr/>
          </p:nvSpPr>
          <p:spPr>
            <a:xfrm>
              <a:off x="3792137" y="412893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5"/>
            <p:cNvSpPr/>
            <p:nvPr/>
          </p:nvSpPr>
          <p:spPr>
            <a:xfrm>
              <a:off x="3231519" y="479264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6"/>
            <p:cNvSpPr/>
            <p:nvPr/>
          </p:nvSpPr>
          <p:spPr>
            <a:xfrm>
              <a:off x="2950630" y="440081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7"/>
            <p:cNvSpPr/>
            <p:nvPr/>
          </p:nvSpPr>
          <p:spPr>
            <a:xfrm>
              <a:off x="3132408" y="423590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8"/>
            <p:cNvSpPr/>
            <p:nvPr/>
          </p:nvSpPr>
          <p:spPr>
            <a:xfrm>
              <a:off x="3070499" y="488772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39"/>
            <p:cNvSpPr/>
            <p:nvPr/>
          </p:nvSpPr>
          <p:spPr>
            <a:xfrm>
              <a:off x="2666149" y="491900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0"/>
            <p:cNvSpPr/>
            <p:nvPr/>
          </p:nvSpPr>
          <p:spPr>
            <a:xfrm>
              <a:off x="1071307" y="428005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1"/>
            <p:cNvSpPr/>
            <p:nvPr/>
          </p:nvSpPr>
          <p:spPr>
            <a:xfrm>
              <a:off x="2456075" y="439597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2"/>
            <p:cNvSpPr/>
            <p:nvPr/>
          </p:nvSpPr>
          <p:spPr>
            <a:xfrm>
              <a:off x="3308223" y="438892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3"/>
            <p:cNvSpPr/>
            <p:nvPr/>
          </p:nvSpPr>
          <p:spPr>
            <a:xfrm>
              <a:off x="3214951" y="460237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4"/>
            <p:cNvSpPr/>
            <p:nvPr/>
          </p:nvSpPr>
          <p:spPr>
            <a:xfrm>
              <a:off x="3223668" y="450492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5"/>
            <p:cNvSpPr/>
            <p:nvPr/>
          </p:nvSpPr>
          <p:spPr>
            <a:xfrm>
              <a:off x="3065020" y="462995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6"/>
            <p:cNvSpPr/>
            <p:nvPr/>
          </p:nvSpPr>
          <p:spPr>
            <a:xfrm>
              <a:off x="3151015" y="475247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7"/>
            <p:cNvSpPr/>
            <p:nvPr/>
          </p:nvSpPr>
          <p:spPr>
            <a:xfrm>
              <a:off x="2093129" y="492873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8"/>
            <p:cNvSpPr/>
            <p:nvPr/>
          </p:nvSpPr>
          <p:spPr>
            <a:xfrm>
              <a:off x="3201182" y="450374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49"/>
            <p:cNvSpPr/>
            <p:nvPr/>
          </p:nvSpPr>
          <p:spPr>
            <a:xfrm>
              <a:off x="3268161" y="465946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0"/>
            <p:cNvSpPr/>
            <p:nvPr/>
          </p:nvSpPr>
          <p:spPr>
            <a:xfrm>
              <a:off x="3037329" y="454703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1"/>
            <p:cNvSpPr/>
            <p:nvPr/>
          </p:nvSpPr>
          <p:spPr>
            <a:xfrm>
              <a:off x="3165603" y="452833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2"/>
            <p:cNvSpPr/>
            <p:nvPr/>
          </p:nvSpPr>
          <p:spPr>
            <a:xfrm>
              <a:off x="3214632" y="483613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3"/>
            <p:cNvSpPr/>
            <p:nvPr/>
          </p:nvSpPr>
          <p:spPr>
            <a:xfrm>
              <a:off x="3096866" y="472673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4"/>
            <p:cNvSpPr/>
            <p:nvPr/>
          </p:nvSpPr>
          <p:spPr>
            <a:xfrm>
              <a:off x="3016972" y="44292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5"/>
            <p:cNvSpPr/>
            <p:nvPr/>
          </p:nvSpPr>
          <p:spPr>
            <a:xfrm>
              <a:off x="3310251" y="442070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6"/>
            <p:cNvSpPr/>
            <p:nvPr/>
          </p:nvSpPr>
          <p:spPr>
            <a:xfrm>
              <a:off x="3186295" y="488287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7"/>
            <p:cNvSpPr/>
            <p:nvPr/>
          </p:nvSpPr>
          <p:spPr>
            <a:xfrm>
              <a:off x="3218941" y="464807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8"/>
            <p:cNvSpPr/>
            <p:nvPr/>
          </p:nvSpPr>
          <p:spPr>
            <a:xfrm>
              <a:off x="3546276" y="492275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59"/>
            <p:cNvSpPr/>
            <p:nvPr/>
          </p:nvSpPr>
          <p:spPr>
            <a:xfrm>
              <a:off x="3531543" y="462097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0"/>
            <p:cNvSpPr/>
            <p:nvPr/>
          </p:nvSpPr>
          <p:spPr>
            <a:xfrm>
              <a:off x="3184467" y="420880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1"/>
            <p:cNvSpPr/>
            <p:nvPr/>
          </p:nvSpPr>
          <p:spPr>
            <a:xfrm>
              <a:off x="3553565" y="42136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2"/>
            <p:cNvSpPr/>
            <p:nvPr/>
          </p:nvSpPr>
          <p:spPr>
            <a:xfrm>
              <a:off x="3127679" y="497050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3"/>
            <p:cNvSpPr/>
            <p:nvPr/>
          </p:nvSpPr>
          <p:spPr>
            <a:xfrm>
              <a:off x="2923330" y="449520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4"/>
            <p:cNvSpPr/>
            <p:nvPr/>
          </p:nvSpPr>
          <p:spPr>
            <a:xfrm>
              <a:off x="3194241" y="45341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5"/>
            <p:cNvSpPr/>
            <p:nvPr/>
          </p:nvSpPr>
          <p:spPr>
            <a:xfrm>
              <a:off x="3175536" y="434217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6"/>
            <p:cNvSpPr/>
            <p:nvPr/>
          </p:nvSpPr>
          <p:spPr>
            <a:xfrm>
              <a:off x="3247595" y="473037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7"/>
            <p:cNvSpPr/>
            <p:nvPr/>
          </p:nvSpPr>
          <p:spPr>
            <a:xfrm>
              <a:off x="3043635" y="486713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8"/>
            <p:cNvSpPr/>
            <p:nvPr/>
          </p:nvSpPr>
          <p:spPr>
            <a:xfrm>
              <a:off x="3379839" y="467670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69"/>
            <p:cNvSpPr/>
            <p:nvPr/>
          </p:nvSpPr>
          <p:spPr>
            <a:xfrm>
              <a:off x="3181693" y="477753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0"/>
            <p:cNvSpPr/>
            <p:nvPr/>
          </p:nvSpPr>
          <p:spPr>
            <a:xfrm>
              <a:off x="3202224" y="474812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1"/>
            <p:cNvSpPr/>
            <p:nvPr/>
          </p:nvSpPr>
          <p:spPr>
            <a:xfrm>
              <a:off x="3011950" y="478492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2"/>
            <p:cNvSpPr/>
            <p:nvPr/>
          </p:nvSpPr>
          <p:spPr>
            <a:xfrm>
              <a:off x="3155003" y="437195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3"/>
            <p:cNvSpPr/>
            <p:nvPr/>
          </p:nvSpPr>
          <p:spPr>
            <a:xfrm>
              <a:off x="3214288" y="457539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4"/>
            <p:cNvSpPr/>
            <p:nvPr/>
          </p:nvSpPr>
          <p:spPr>
            <a:xfrm>
              <a:off x="3239512" y="398435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5"/>
            <p:cNvSpPr/>
            <p:nvPr/>
          </p:nvSpPr>
          <p:spPr>
            <a:xfrm>
              <a:off x="3647792" y="437262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6"/>
            <p:cNvSpPr/>
            <p:nvPr/>
          </p:nvSpPr>
          <p:spPr>
            <a:xfrm>
              <a:off x="4001908" y="460180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7"/>
            <p:cNvSpPr/>
            <p:nvPr/>
          </p:nvSpPr>
          <p:spPr>
            <a:xfrm>
              <a:off x="3305999" y="483350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8"/>
            <p:cNvSpPr/>
            <p:nvPr/>
          </p:nvSpPr>
          <p:spPr>
            <a:xfrm>
              <a:off x="3239602" y="432611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79"/>
            <p:cNvSpPr/>
            <p:nvPr/>
          </p:nvSpPr>
          <p:spPr>
            <a:xfrm>
              <a:off x="3157556" y="437672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0"/>
            <p:cNvSpPr/>
            <p:nvPr/>
          </p:nvSpPr>
          <p:spPr>
            <a:xfrm>
              <a:off x="3885568" y="450651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1"/>
            <p:cNvSpPr/>
            <p:nvPr/>
          </p:nvSpPr>
          <p:spPr>
            <a:xfrm>
              <a:off x="3386291" y="437250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2"/>
            <p:cNvSpPr/>
            <p:nvPr/>
          </p:nvSpPr>
          <p:spPr>
            <a:xfrm>
              <a:off x="3388789" y="435853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3"/>
            <p:cNvSpPr/>
            <p:nvPr/>
          </p:nvSpPr>
          <p:spPr>
            <a:xfrm>
              <a:off x="3165327" y="435915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4"/>
            <p:cNvSpPr/>
            <p:nvPr/>
          </p:nvSpPr>
          <p:spPr>
            <a:xfrm>
              <a:off x="3039067" y="429876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5"/>
            <p:cNvSpPr/>
            <p:nvPr/>
          </p:nvSpPr>
          <p:spPr>
            <a:xfrm>
              <a:off x="3049318" y="476207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6"/>
            <p:cNvSpPr/>
            <p:nvPr/>
          </p:nvSpPr>
          <p:spPr>
            <a:xfrm>
              <a:off x="906230" y="427286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7"/>
            <p:cNvSpPr/>
            <p:nvPr/>
          </p:nvSpPr>
          <p:spPr>
            <a:xfrm>
              <a:off x="1399494" y="437468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8"/>
            <p:cNvSpPr/>
            <p:nvPr/>
          </p:nvSpPr>
          <p:spPr>
            <a:xfrm>
              <a:off x="3084531" y="447454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89"/>
            <p:cNvSpPr/>
            <p:nvPr/>
          </p:nvSpPr>
          <p:spPr>
            <a:xfrm>
              <a:off x="3479174" y="459624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0"/>
            <p:cNvSpPr/>
            <p:nvPr/>
          </p:nvSpPr>
          <p:spPr>
            <a:xfrm>
              <a:off x="3125615" y="481361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1"/>
            <p:cNvSpPr/>
            <p:nvPr/>
          </p:nvSpPr>
          <p:spPr>
            <a:xfrm>
              <a:off x="3193255" y="431667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2"/>
            <p:cNvSpPr/>
            <p:nvPr/>
          </p:nvSpPr>
          <p:spPr>
            <a:xfrm>
              <a:off x="2748582" y="513414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3"/>
            <p:cNvSpPr/>
            <p:nvPr/>
          </p:nvSpPr>
          <p:spPr>
            <a:xfrm>
              <a:off x="3287661" y="476251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4"/>
            <p:cNvSpPr/>
            <p:nvPr/>
          </p:nvSpPr>
          <p:spPr>
            <a:xfrm>
              <a:off x="3214646" y="443108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5"/>
            <p:cNvSpPr/>
            <p:nvPr/>
          </p:nvSpPr>
          <p:spPr>
            <a:xfrm>
              <a:off x="3235063" y="469424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6"/>
            <p:cNvSpPr/>
            <p:nvPr/>
          </p:nvSpPr>
          <p:spPr>
            <a:xfrm>
              <a:off x="2999852" y="436717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7"/>
            <p:cNvSpPr/>
            <p:nvPr/>
          </p:nvSpPr>
          <p:spPr>
            <a:xfrm>
              <a:off x="3105908" y="428188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8"/>
            <p:cNvSpPr/>
            <p:nvPr/>
          </p:nvSpPr>
          <p:spPr>
            <a:xfrm>
              <a:off x="3196516" y="439649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399"/>
            <p:cNvSpPr/>
            <p:nvPr/>
          </p:nvSpPr>
          <p:spPr>
            <a:xfrm>
              <a:off x="3086138" y="474413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0"/>
            <p:cNvSpPr/>
            <p:nvPr/>
          </p:nvSpPr>
          <p:spPr>
            <a:xfrm>
              <a:off x="3091928" y="45125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1"/>
            <p:cNvSpPr/>
            <p:nvPr/>
          </p:nvSpPr>
          <p:spPr>
            <a:xfrm>
              <a:off x="3189854" y="40792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2"/>
            <p:cNvSpPr/>
            <p:nvPr/>
          </p:nvSpPr>
          <p:spPr>
            <a:xfrm>
              <a:off x="3327175" y="447533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3"/>
            <p:cNvSpPr/>
            <p:nvPr/>
          </p:nvSpPr>
          <p:spPr>
            <a:xfrm>
              <a:off x="3233981" y="40579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4"/>
            <p:cNvSpPr/>
            <p:nvPr/>
          </p:nvSpPr>
          <p:spPr>
            <a:xfrm>
              <a:off x="2908933" y="418732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5"/>
            <p:cNvSpPr/>
            <p:nvPr/>
          </p:nvSpPr>
          <p:spPr>
            <a:xfrm>
              <a:off x="3791672" y="486890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6"/>
            <p:cNvSpPr/>
            <p:nvPr/>
          </p:nvSpPr>
          <p:spPr>
            <a:xfrm>
              <a:off x="3233499" y="452778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7"/>
            <p:cNvSpPr/>
            <p:nvPr/>
          </p:nvSpPr>
          <p:spPr>
            <a:xfrm>
              <a:off x="3062003" y="440068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8"/>
            <p:cNvSpPr/>
            <p:nvPr/>
          </p:nvSpPr>
          <p:spPr>
            <a:xfrm>
              <a:off x="3245968" y="452149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09"/>
            <p:cNvSpPr/>
            <p:nvPr/>
          </p:nvSpPr>
          <p:spPr>
            <a:xfrm>
              <a:off x="3235874" y="425906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0"/>
            <p:cNvSpPr/>
            <p:nvPr/>
          </p:nvSpPr>
          <p:spPr>
            <a:xfrm>
              <a:off x="3111970" y="432298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1"/>
            <p:cNvSpPr/>
            <p:nvPr/>
          </p:nvSpPr>
          <p:spPr>
            <a:xfrm>
              <a:off x="3140202" y="448234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2"/>
            <p:cNvSpPr/>
            <p:nvPr/>
          </p:nvSpPr>
          <p:spPr>
            <a:xfrm>
              <a:off x="3014036" y="468048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3"/>
            <p:cNvSpPr/>
            <p:nvPr/>
          </p:nvSpPr>
          <p:spPr>
            <a:xfrm>
              <a:off x="3233497" y="444075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4"/>
            <p:cNvSpPr/>
            <p:nvPr/>
          </p:nvSpPr>
          <p:spPr>
            <a:xfrm>
              <a:off x="3073430" y="475871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5"/>
            <p:cNvSpPr/>
            <p:nvPr/>
          </p:nvSpPr>
          <p:spPr>
            <a:xfrm>
              <a:off x="3136739" y="468645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6"/>
            <p:cNvSpPr/>
            <p:nvPr/>
          </p:nvSpPr>
          <p:spPr>
            <a:xfrm>
              <a:off x="3301452" y="448362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7"/>
            <p:cNvSpPr/>
            <p:nvPr/>
          </p:nvSpPr>
          <p:spPr>
            <a:xfrm>
              <a:off x="2951030" y="473170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8"/>
            <p:cNvSpPr/>
            <p:nvPr/>
          </p:nvSpPr>
          <p:spPr>
            <a:xfrm>
              <a:off x="3406081" y="514583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19"/>
            <p:cNvSpPr/>
            <p:nvPr/>
          </p:nvSpPr>
          <p:spPr>
            <a:xfrm>
              <a:off x="2896416" y="502396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0"/>
            <p:cNvSpPr/>
            <p:nvPr/>
          </p:nvSpPr>
          <p:spPr>
            <a:xfrm>
              <a:off x="3047187" y="478899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1"/>
            <p:cNvSpPr/>
            <p:nvPr/>
          </p:nvSpPr>
          <p:spPr>
            <a:xfrm>
              <a:off x="3002208" y="449299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2"/>
            <p:cNvSpPr/>
            <p:nvPr/>
          </p:nvSpPr>
          <p:spPr>
            <a:xfrm>
              <a:off x="2939964" y="437340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3"/>
            <p:cNvSpPr/>
            <p:nvPr/>
          </p:nvSpPr>
          <p:spPr>
            <a:xfrm>
              <a:off x="3073268" y="431749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4"/>
            <p:cNvSpPr/>
            <p:nvPr/>
          </p:nvSpPr>
          <p:spPr>
            <a:xfrm>
              <a:off x="3175784" y="439748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5"/>
            <p:cNvSpPr/>
            <p:nvPr/>
          </p:nvSpPr>
          <p:spPr>
            <a:xfrm>
              <a:off x="3160899" y="423266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6"/>
            <p:cNvSpPr/>
            <p:nvPr/>
          </p:nvSpPr>
          <p:spPr>
            <a:xfrm>
              <a:off x="3357495" y="414787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7"/>
            <p:cNvSpPr/>
            <p:nvPr/>
          </p:nvSpPr>
          <p:spPr>
            <a:xfrm>
              <a:off x="3213094" y="451682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8"/>
            <p:cNvSpPr/>
            <p:nvPr/>
          </p:nvSpPr>
          <p:spPr>
            <a:xfrm>
              <a:off x="2969962" y="474041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29"/>
            <p:cNvSpPr/>
            <p:nvPr/>
          </p:nvSpPr>
          <p:spPr>
            <a:xfrm>
              <a:off x="2060594" y="459066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0"/>
            <p:cNvSpPr/>
            <p:nvPr/>
          </p:nvSpPr>
          <p:spPr>
            <a:xfrm>
              <a:off x="926786" y="4363414"/>
              <a:ext cx="3095678" cy="419132"/>
            </a:xfrm>
            <a:custGeom>
              <a:avLst/>
              <a:pathLst>
                <a:path w="3095678" h="419132">
                  <a:moveTo>
                    <a:pt x="0" y="0"/>
                  </a:moveTo>
                  <a:lnTo>
                    <a:pt x="39185" y="3821"/>
                  </a:lnTo>
                  <a:lnTo>
                    <a:pt x="78371" y="7642"/>
                  </a:lnTo>
                  <a:lnTo>
                    <a:pt x="117557" y="11460"/>
                  </a:lnTo>
                  <a:lnTo>
                    <a:pt x="156743" y="15276"/>
                  </a:lnTo>
                  <a:lnTo>
                    <a:pt x="195929" y="19090"/>
                  </a:lnTo>
                  <a:lnTo>
                    <a:pt x="235114" y="22903"/>
                  </a:lnTo>
                  <a:lnTo>
                    <a:pt x="274300" y="26712"/>
                  </a:lnTo>
                  <a:lnTo>
                    <a:pt x="313486" y="30520"/>
                  </a:lnTo>
                  <a:lnTo>
                    <a:pt x="352672" y="34325"/>
                  </a:lnTo>
                  <a:lnTo>
                    <a:pt x="391858" y="38127"/>
                  </a:lnTo>
                  <a:lnTo>
                    <a:pt x="431043" y="41926"/>
                  </a:lnTo>
                  <a:lnTo>
                    <a:pt x="470229" y="45722"/>
                  </a:lnTo>
                  <a:lnTo>
                    <a:pt x="509415" y="49514"/>
                  </a:lnTo>
                  <a:lnTo>
                    <a:pt x="548601" y="53304"/>
                  </a:lnTo>
                  <a:lnTo>
                    <a:pt x="587787" y="57089"/>
                  </a:lnTo>
                  <a:lnTo>
                    <a:pt x="626972" y="60870"/>
                  </a:lnTo>
                  <a:lnTo>
                    <a:pt x="666158" y="64647"/>
                  </a:lnTo>
                  <a:lnTo>
                    <a:pt x="705344" y="68420"/>
                  </a:lnTo>
                  <a:lnTo>
                    <a:pt x="744530" y="72187"/>
                  </a:lnTo>
                  <a:lnTo>
                    <a:pt x="783716" y="75949"/>
                  </a:lnTo>
                  <a:lnTo>
                    <a:pt x="822901" y="79705"/>
                  </a:lnTo>
                  <a:lnTo>
                    <a:pt x="862087" y="83455"/>
                  </a:lnTo>
                  <a:lnTo>
                    <a:pt x="901273" y="87198"/>
                  </a:lnTo>
                  <a:lnTo>
                    <a:pt x="940459" y="90934"/>
                  </a:lnTo>
                  <a:lnTo>
                    <a:pt x="979645" y="94662"/>
                  </a:lnTo>
                  <a:lnTo>
                    <a:pt x="1018831" y="98381"/>
                  </a:lnTo>
                  <a:lnTo>
                    <a:pt x="1058016" y="102091"/>
                  </a:lnTo>
                  <a:lnTo>
                    <a:pt x="1097202" y="105790"/>
                  </a:lnTo>
                  <a:lnTo>
                    <a:pt x="1136388" y="109478"/>
                  </a:lnTo>
                  <a:lnTo>
                    <a:pt x="1175574" y="113153"/>
                  </a:lnTo>
                  <a:lnTo>
                    <a:pt x="1214760" y="116814"/>
                  </a:lnTo>
                  <a:lnTo>
                    <a:pt x="1253945" y="120460"/>
                  </a:lnTo>
                  <a:lnTo>
                    <a:pt x="1293131" y="124089"/>
                  </a:lnTo>
                  <a:lnTo>
                    <a:pt x="1332317" y="127699"/>
                  </a:lnTo>
                  <a:lnTo>
                    <a:pt x="1371503" y="131287"/>
                  </a:lnTo>
                  <a:lnTo>
                    <a:pt x="1410689" y="134852"/>
                  </a:lnTo>
                  <a:lnTo>
                    <a:pt x="1449874" y="138390"/>
                  </a:lnTo>
                  <a:lnTo>
                    <a:pt x="1489060" y="141898"/>
                  </a:lnTo>
                  <a:lnTo>
                    <a:pt x="1528246" y="145372"/>
                  </a:lnTo>
                  <a:lnTo>
                    <a:pt x="1567432" y="148806"/>
                  </a:lnTo>
                  <a:lnTo>
                    <a:pt x="1606618" y="152196"/>
                  </a:lnTo>
                  <a:lnTo>
                    <a:pt x="1645803" y="155534"/>
                  </a:lnTo>
                  <a:lnTo>
                    <a:pt x="1684989" y="158814"/>
                  </a:lnTo>
                  <a:lnTo>
                    <a:pt x="1724175" y="162025"/>
                  </a:lnTo>
                  <a:lnTo>
                    <a:pt x="1763361" y="165155"/>
                  </a:lnTo>
                  <a:lnTo>
                    <a:pt x="1802547" y="168193"/>
                  </a:lnTo>
                  <a:lnTo>
                    <a:pt x="1841733" y="171122"/>
                  </a:lnTo>
                  <a:lnTo>
                    <a:pt x="1880918" y="173923"/>
                  </a:lnTo>
                  <a:lnTo>
                    <a:pt x="1920104" y="176574"/>
                  </a:lnTo>
                  <a:lnTo>
                    <a:pt x="1959290" y="179049"/>
                  </a:lnTo>
                  <a:lnTo>
                    <a:pt x="1998476" y="181319"/>
                  </a:lnTo>
                  <a:lnTo>
                    <a:pt x="2037662" y="183349"/>
                  </a:lnTo>
                  <a:lnTo>
                    <a:pt x="2076847" y="185107"/>
                  </a:lnTo>
                  <a:lnTo>
                    <a:pt x="2116033" y="186556"/>
                  </a:lnTo>
                  <a:lnTo>
                    <a:pt x="2155219" y="187663"/>
                  </a:lnTo>
                  <a:lnTo>
                    <a:pt x="2194405" y="188403"/>
                  </a:lnTo>
                  <a:lnTo>
                    <a:pt x="2233591" y="188759"/>
                  </a:lnTo>
                  <a:lnTo>
                    <a:pt x="2272776" y="188726"/>
                  </a:lnTo>
                  <a:lnTo>
                    <a:pt x="2311962" y="188314"/>
                  </a:lnTo>
                  <a:lnTo>
                    <a:pt x="2351148" y="187543"/>
                  </a:lnTo>
                  <a:lnTo>
                    <a:pt x="2390334" y="186441"/>
                  </a:lnTo>
                  <a:lnTo>
                    <a:pt x="2429520" y="185044"/>
                  </a:lnTo>
                  <a:lnTo>
                    <a:pt x="2468705" y="183386"/>
                  </a:lnTo>
                  <a:lnTo>
                    <a:pt x="2507891" y="181502"/>
                  </a:lnTo>
                  <a:lnTo>
                    <a:pt x="2547077" y="179423"/>
                  </a:lnTo>
                  <a:lnTo>
                    <a:pt x="2586263" y="177178"/>
                  </a:lnTo>
                  <a:lnTo>
                    <a:pt x="2625449" y="174791"/>
                  </a:lnTo>
                  <a:lnTo>
                    <a:pt x="2664635" y="172284"/>
                  </a:lnTo>
                  <a:lnTo>
                    <a:pt x="2703820" y="169674"/>
                  </a:lnTo>
                  <a:lnTo>
                    <a:pt x="2743006" y="166976"/>
                  </a:lnTo>
                  <a:lnTo>
                    <a:pt x="2782192" y="164202"/>
                  </a:lnTo>
                  <a:lnTo>
                    <a:pt x="2821378" y="161363"/>
                  </a:lnTo>
                  <a:lnTo>
                    <a:pt x="2860564" y="158469"/>
                  </a:lnTo>
                  <a:lnTo>
                    <a:pt x="2899749" y="155525"/>
                  </a:lnTo>
                  <a:lnTo>
                    <a:pt x="2938935" y="152539"/>
                  </a:lnTo>
                  <a:lnTo>
                    <a:pt x="2978121" y="149515"/>
                  </a:lnTo>
                  <a:lnTo>
                    <a:pt x="3017307" y="146459"/>
                  </a:lnTo>
                  <a:lnTo>
                    <a:pt x="3056493" y="143374"/>
                  </a:lnTo>
                  <a:lnTo>
                    <a:pt x="3095678" y="140263"/>
                  </a:lnTo>
                  <a:lnTo>
                    <a:pt x="3095678" y="315447"/>
                  </a:lnTo>
                  <a:lnTo>
                    <a:pt x="3056493" y="311873"/>
                  </a:lnTo>
                  <a:lnTo>
                    <a:pt x="3017307" y="308325"/>
                  </a:lnTo>
                  <a:lnTo>
                    <a:pt x="2978121" y="304806"/>
                  </a:lnTo>
                  <a:lnTo>
                    <a:pt x="2938935" y="301319"/>
                  </a:lnTo>
                  <a:lnTo>
                    <a:pt x="2899749" y="297870"/>
                  </a:lnTo>
                  <a:lnTo>
                    <a:pt x="2860564" y="294464"/>
                  </a:lnTo>
                  <a:lnTo>
                    <a:pt x="2821378" y="291106"/>
                  </a:lnTo>
                  <a:lnTo>
                    <a:pt x="2782192" y="287804"/>
                  </a:lnTo>
                  <a:lnTo>
                    <a:pt x="2743006" y="284567"/>
                  </a:lnTo>
                  <a:lnTo>
                    <a:pt x="2703820" y="281406"/>
                  </a:lnTo>
                  <a:lnTo>
                    <a:pt x="2664635" y="278333"/>
                  </a:lnTo>
                  <a:lnTo>
                    <a:pt x="2625449" y="275363"/>
                  </a:lnTo>
                  <a:lnTo>
                    <a:pt x="2586263" y="272513"/>
                  </a:lnTo>
                  <a:lnTo>
                    <a:pt x="2547077" y="269805"/>
                  </a:lnTo>
                  <a:lnTo>
                    <a:pt x="2507891" y="267263"/>
                  </a:lnTo>
                  <a:lnTo>
                    <a:pt x="2468705" y="264916"/>
                  </a:lnTo>
                  <a:lnTo>
                    <a:pt x="2429520" y="262795"/>
                  </a:lnTo>
                  <a:lnTo>
                    <a:pt x="2390334" y="260934"/>
                  </a:lnTo>
                  <a:lnTo>
                    <a:pt x="2351148" y="259370"/>
                  </a:lnTo>
                  <a:lnTo>
                    <a:pt x="2311962" y="258136"/>
                  </a:lnTo>
                  <a:lnTo>
                    <a:pt x="2272776" y="257261"/>
                  </a:lnTo>
                  <a:lnTo>
                    <a:pt x="2233591" y="256765"/>
                  </a:lnTo>
                  <a:lnTo>
                    <a:pt x="2194405" y="256658"/>
                  </a:lnTo>
                  <a:lnTo>
                    <a:pt x="2155219" y="256935"/>
                  </a:lnTo>
                  <a:lnTo>
                    <a:pt x="2116033" y="257579"/>
                  </a:lnTo>
                  <a:lnTo>
                    <a:pt x="2076847" y="258565"/>
                  </a:lnTo>
                  <a:lnTo>
                    <a:pt x="2037662" y="259859"/>
                  </a:lnTo>
                  <a:lnTo>
                    <a:pt x="1998476" y="261427"/>
                  </a:lnTo>
                  <a:lnTo>
                    <a:pt x="1959290" y="263233"/>
                  </a:lnTo>
                  <a:lnTo>
                    <a:pt x="1920104" y="265245"/>
                  </a:lnTo>
                  <a:lnTo>
                    <a:pt x="1880918" y="267433"/>
                  </a:lnTo>
                  <a:lnTo>
                    <a:pt x="1841733" y="269771"/>
                  </a:lnTo>
                  <a:lnTo>
                    <a:pt x="1802547" y="272237"/>
                  </a:lnTo>
                  <a:lnTo>
                    <a:pt x="1763361" y="274812"/>
                  </a:lnTo>
                  <a:lnTo>
                    <a:pt x="1724175" y="277480"/>
                  </a:lnTo>
                  <a:lnTo>
                    <a:pt x="1684989" y="280228"/>
                  </a:lnTo>
                  <a:lnTo>
                    <a:pt x="1645803" y="283044"/>
                  </a:lnTo>
                  <a:lnTo>
                    <a:pt x="1606618" y="285919"/>
                  </a:lnTo>
                  <a:lnTo>
                    <a:pt x="1567432" y="288846"/>
                  </a:lnTo>
                  <a:lnTo>
                    <a:pt x="1528246" y="291818"/>
                  </a:lnTo>
                  <a:lnTo>
                    <a:pt x="1489060" y="294828"/>
                  </a:lnTo>
                  <a:lnTo>
                    <a:pt x="1449874" y="297873"/>
                  </a:lnTo>
                  <a:lnTo>
                    <a:pt x="1410689" y="300948"/>
                  </a:lnTo>
                  <a:lnTo>
                    <a:pt x="1371503" y="304050"/>
                  </a:lnTo>
                  <a:lnTo>
                    <a:pt x="1332317" y="307176"/>
                  </a:lnTo>
                  <a:lnTo>
                    <a:pt x="1293131" y="310322"/>
                  </a:lnTo>
                  <a:lnTo>
                    <a:pt x="1253945" y="313488"/>
                  </a:lnTo>
                  <a:lnTo>
                    <a:pt x="1214760" y="316671"/>
                  </a:lnTo>
                  <a:lnTo>
                    <a:pt x="1175574" y="319869"/>
                  </a:lnTo>
                  <a:lnTo>
                    <a:pt x="1136388" y="323082"/>
                  </a:lnTo>
                  <a:lnTo>
                    <a:pt x="1097202" y="326306"/>
                  </a:lnTo>
                  <a:lnTo>
                    <a:pt x="1058016" y="329542"/>
                  </a:lnTo>
                  <a:lnTo>
                    <a:pt x="1018831" y="332789"/>
                  </a:lnTo>
                  <a:lnTo>
                    <a:pt x="979645" y="336045"/>
                  </a:lnTo>
                  <a:lnTo>
                    <a:pt x="940459" y="339310"/>
                  </a:lnTo>
                  <a:lnTo>
                    <a:pt x="901273" y="342583"/>
                  </a:lnTo>
                  <a:lnTo>
                    <a:pt x="862087" y="345863"/>
                  </a:lnTo>
                  <a:lnTo>
                    <a:pt x="822901" y="349150"/>
                  </a:lnTo>
                  <a:lnTo>
                    <a:pt x="783716" y="352443"/>
                  </a:lnTo>
                  <a:lnTo>
                    <a:pt x="744530" y="355742"/>
                  </a:lnTo>
                  <a:lnTo>
                    <a:pt x="705344" y="359046"/>
                  </a:lnTo>
                  <a:lnTo>
                    <a:pt x="666158" y="362355"/>
                  </a:lnTo>
                  <a:lnTo>
                    <a:pt x="626972" y="365669"/>
                  </a:lnTo>
                  <a:lnTo>
                    <a:pt x="587787" y="368988"/>
                  </a:lnTo>
                  <a:lnTo>
                    <a:pt x="548601" y="372310"/>
                  </a:lnTo>
                  <a:lnTo>
                    <a:pt x="509415" y="375636"/>
                  </a:lnTo>
                  <a:lnTo>
                    <a:pt x="470229" y="378966"/>
                  </a:lnTo>
                  <a:lnTo>
                    <a:pt x="431043" y="382299"/>
                  </a:lnTo>
                  <a:lnTo>
                    <a:pt x="391858" y="385635"/>
                  </a:lnTo>
                  <a:lnTo>
                    <a:pt x="352672" y="388974"/>
                  </a:lnTo>
                  <a:lnTo>
                    <a:pt x="313486" y="392316"/>
                  </a:lnTo>
                  <a:lnTo>
                    <a:pt x="274300" y="395660"/>
                  </a:lnTo>
                  <a:lnTo>
                    <a:pt x="235114" y="399007"/>
                  </a:lnTo>
                  <a:lnTo>
                    <a:pt x="195929" y="402356"/>
                  </a:lnTo>
                  <a:lnTo>
                    <a:pt x="156743" y="405707"/>
                  </a:lnTo>
                  <a:lnTo>
                    <a:pt x="117557" y="409061"/>
                  </a:lnTo>
                  <a:lnTo>
                    <a:pt x="78371" y="412416"/>
                  </a:lnTo>
                  <a:lnTo>
                    <a:pt x="39185" y="415773"/>
                  </a:lnTo>
                  <a:lnTo>
                    <a:pt x="0" y="419132"/>
                  </a:lnTo>
                  <a:close/>
                </a:path>
              </a:pathLst>
            </a:custGeom>
            <a:solidFill>
              <a:srgbClr val="0E5A78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432" name="pl431"/>
            <p:cNvSpPr/>
            <p:nvPr/>
          </p:nvSpPr>
          <p:spPr>
            <a:xfrm>
              <a:off x="926786" y="4363414"/>
              <a:ext cx="3095678" cy="188759"/>
            </a:xfrm>
            <a:custGeom>
              <a:avLst/>
              <a:pathLst>
                <a:path w="3095678" h="188759">
                  <a:moveTo>
                    <a:pt x="0" y="0"/>
                  </a:moveTo>
                  <a:lnTo>
                    <a:pt x="39185" y="3821"/>
                  </a:lnTo>
                  <a:lnTo>
                    <a:pt x="78371" y="7642"/>
                  </a:lnTo>
                  <a:lnTo>
                    <a:pt x="117557" y="11460"/>
                  </a:lnTo>
                  <a:lnTo>
                    <a:pt x="156743" y="15276"/>
                  </a:lnTo>
                  <a:lnTo>
                    <a:pt x="195929" y="19090"/>
                  </a:lnTo>
                  <a:lnTo>
                    <a:pt x="235114" y="22903"/>
                  </a:lnTo>
                  <a:lnTo>
                    <a:pt x="274300" y="26712"/>
                  </a:lnTo>
                  <a:lnTo>
                    <a:pt x="313486" y="30520"/>
                  </a:lnTo>
                  <a:lnTo>
                    <a:pt x="352672" y="34325"/>
                  </a:lnTo>
                  <a:lnTo>
                    <a:pt x="391858" y="38127"/>
                  </a:lnTo>
                  <a:lnTo>
                    <a:pt x="431043" y="41926"/>
                  </a:lnTo>
                  <a:lnTo>
                    <a:pt x="470229" y="45722"/>
                  </a:lnTo>
                  <a:lnTo>
                    <a:pt x="509415" y="49514"/>
                  </a:lnTo>
                  <a:lnTo>
                    <a:pt x="548601" y="53304"/>
                  </a:lnTo>
                  <a:lnTo>
                    <a:pt x="587787" y="57089"/>
                  </a:lnTo>
                  <a:lnTo>
                    <a:pt x="626972" y="60870"/>
                  </a:lnTo>
                  <a:lnTo>
                    <a:pt x="666158" y="64647"/>
                  </a:lnTo>
                  <a:lnTo>
                    <a:pt x="705344" y="68420"/>
                  </a:lnTo>
                  <a:lnTo>
                    <a:pt x="744530" y="72187"/>
                  </a:lnTo>
                  <a:lnTo>
                    <a:pt x="783716" y="75949"/>
                  </a:lnTo>
                  <a:lnTo>
                    <a:pt x="822901" y="79705"/>
                  </a:lnTo>
                  <a:lnTo>
                    <a:pt x="862087" y="83455"/>
                  </a:lnTo>
                  <a:lnTo>
                    <a:pt x="901273" y="87198"/>
                  </a:lnTo>
                  <a:lnTo>
                    <a:pt x="940459" y="90934"/>
                  </a:lnTo>
                  <a:lnTo>
                    <a:pt x="979645" y="94662"/>
                  </a:lnTo>
                  <a:lnTo>
                    <a:pt x="1018831" y="98381"/>
                  </a:lnTo>
                  <a:lnTo>
                    <a:pt x="1058016" y="102091"/>
                  </a:lnTo>
                  <a:lnTo>
                    <a:pt x="1097202" y="105790"/>
                  </a:lnTo>
                  <a:lnTo>
                    <a:pt x="1136388" y="109478"/>
                  </a:lnTo>
                  <a:lnTo>
                    <a:pt x="1175574" y="113153"/>
                  </a:lnTo>
                  <a:lnTo>
                    <a:pt x="1214760" y="116814"/>
                  </a:lnTo>
                  <a:lnTo>
                    <a:pt x="1253945" y="120460"/>
                  </a:lnTo>
                  <a:lnTo>
                    <a:pt x="1293131" y="124089"/>
                  </a:lnTo>
                  <a:lnTo>
                    <a:pt x="1332317" y="127699"/>
                  </a:lnTo>
                  <a:lnTo>
                    <a:pt x="1371503" y="131287"/>
                  </a:lnTo>
                  <a:lnTo>
                    <a:pt x="1410689" y="134852"/>
                  </a:lnTo>
                  <a:lnTo>
                    <a:pt x="1449874" y="138390"/>
                  </a:lnTo>
                  <a:lnTo>
                    <a:pt x="1489060" y="141898"/>
                  </a:lnTo>
                  <a:lnTo>
                    <a:pt x="1528246" y="145372"/>
                  </a:lnTo>
                  <a:lnTo>
                    <a:pt x="1567432" y="148806"/>
                  </a:lnTo>
                  <a:lnTo>
                    <a:pt x="1606618" y="152196"/>
                  </a:lnTo>
                  <a:lnTo>
                    <a:pt x="1645803" y="155534"/>
                  </a:lnTo>
                  <a:lnTo>
                    <a:pt x="1684989" y="158814"/>
                  </a:lnTo>
                  <a:lnTo>
                    <a:pt x="1724175" y="162025"/>
                  </a:lnTo>
                  <a:lnTo>
                    <a:pt x="1763361" y="165155"/>
                  </a:lnTo>
                  <a:lnTo>
                    <a:pt x="1802547" y="168193"/>
                  </a:lnTo>
                  <a:lnTo>
                    <a:pt x="1841733" y="171122"/>
                  </a:lnTo>
                  <a:lnTo>
                    <a:pt x="1880918" y="173923"/>
                  </a:lnTo>
                  <a:lnTo>
                    <a:pt x="1920104" y="176574"/>
                  </a:lnTo>
                  <a:lnTo>
                    <a:pt x="1959290" y="179049"/>
                  </a:lnTo>
                  <a:lnTo>
                    <a:pt x="1998476" y="181319"/>
                  </a:lnTo>
                  <a:lnTo>
                    <a:pt x="2037662" y="183349"/>
                  </a:lnTo>
                  <a:lnTo>
                    <a:pt x="2076847" y="185107"/>
                  </a:lnTo>
                  <a:lnTo>
                    <a:pt x="2116033" y="186556"/>
                  </a:lnTo>
                  <a:lnTo>
                    <a:pt x="2155219" y="187663"/>
                  </a:lnTo>
                  <a:lnTo>
                    <a:pt x="2194405" y="188403"/>
                  </a:lnTo>
                  <a:lnTo>
                    <a:pt x="2233591" y="188759"/>
                  </a:lnTo>
                  <a:lnTo>
                    <a:pt x="2272776" y="188726"/>
                  </a:lnTo>
                  <a:lnTo>
                    <a:pt x="2311962" y="188314"/>
                  </a:lnTo>
                  <a:lnTo>
                    <a:pt x="2351148" y="187543"/>
                  </a:lnTo>
                  <a:lnTo>
                    <a:pt x="2390334" y="186441"/>
                  </a:lnTo>
                  <a:lnTo>
                    <a:pt x="2429520" y="185044"/>
                  </a:lnTo>
                  <a:lnTo>
                    <a:pt x="2468705" y="183386"/>
                  </a:lnTo>
                  <a:lnTo>
                    <a:pt x="2507891" y="181502"/>
                  </a:lnTo>
                  <a:lnTo>
                    <a:pt x="2547077" y="179423"/>
                  </a:lnTo>
                  <a:lnTo>
                    <a:pt x="2586263" y="177178"/>
                  </a:lnTo>
                  <a:lnTo>
                    <a:pt x="2625449" y="174791"/>
                  </a:lnTo>
                  <a:lnTo>
                    <a:pt x="2664635" y="172284"/>
                  </a:lnTo>
                  <a:lnTo>
                    <a:pt x="2703820" y="169674"/>
                  </a:lnTo>
                  <a:lnTo>
                    <a:pt x="2743006" y="166976"/>
                  </a:lnTo>
                  <a:lnTo>
                    <a:pt x="2782192" y="164202"/>
                  </a:lnTo>
                  <a:lnTo>
                    <a:pt x="2821378" y="161363"/>
                  </a:lnTo>
                  <a:lnTo>
                    <a:pt x="2860564" y="158469"/>
                  </a:lnTo>
                  <a:lnTo>
                    <a:pt x="2899749" y="155525"/>
                  </a:lnTo>
                  <a:lnTo>
                    <a:pt x="2938935" y="152539"/>
                  </a:lnTo>
                  <a:lnTo>
                    <a:pt x="2978121" y="149515"/>
                  </a:lnTo>
                  <a:lnTo>
                    <a:pt x="3017307" y="146459"/>
                  </a:lnTo>
                  <a:lnTo>
                    <a:pt x="3056493" y="143374"/>
                  </a:lnTo>
                  <a:lnTo>
                    <a:pt x="3095678" y="1402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3" name="pl432"/>
            <p:cNvSpPr/>
            <p:nvPr/>
          </p:nvSpPr>
          <p:spPr>
            <a:xfrm>
              <a:off x="926786" y="4620073"/>
              <a:ext cx="3095678" cy="162473"/>
            </a:xfrm>
            <a:custGeom>
              <a:avLst/>
              <a:pathLst>
                <a:path w="3095678" h="162473">
                  <a:moveTo>
                    <a:pt x="3095678" y="58789"/>
                  </a:moveTo>
                  <a:lnTo>
                    <a:pt x="3056493" y="55215"/>
                  </a:lnTo>
                  <a:lnTo>
                    <a:pt x="3017307" y="51667"/>
                  </a:lnTo>
                  <a:lnTo>
                    <a:pt x="2978121" y="48148"/>
                  </a:lnTo>
                  <a:lnTo>
                    <a:pt x="2938935" y="44661"/>
                  </a:lnTo>
                  <a:lnTo>
                    <a:pt x="2899749" y="41212"/>
                  </a:lnTo>
                  <a:lnTo>
                    <a:pt x="2860564" y="37805"/>
                  </a:lnTo>
                  <a:lnTo>
                    <a:pt x="2821378" y="34447"/>
                  </a:lnTo>
                  <a:lnTo>
                    <a:pt x="2782192" y="31146"/>
                  </a:lnTo>
                  <a:lnTo>
                    <a:pt x="2743006" y="27909"/>
                  </a:lnTo>
                  <a:lnTo>
                    <a:pt x="2703820" y="24748"/>
                  </a:lnTo>
                  <a:lnTo>
                    <a:pt x="2664635" y="21675"/>
                  </a:lnTo>
                  <a:lnTo>
                    <a:pt x="2625449" y="18704"/>
                  </a:lnTo>
                  <a:lnTo>
                    <a:pt x="2586263" y="15855"/>
                  </a:lnTo>
                  <a:lnTo>
                    <a:pt x="2547077" y="13147"/>
                  </a:lnTo>
                  <a:lnTo>
                    <a:pt x="2507891" y="10605"/>
                  </a:lnTo>
                  <a:lnTo>
                    <a:pt x="2468705" y="8258"/>
                  </a:lnTo>
                  <a:lnTo>
                    <a:pt x="2429520" y="6136"/>
                  </a:lnTo>
                  <a:lnTo>
                    <a:pt x="2390334" y="4276"/>
                  </a:lnTo>
                  <a:lnTo>
                    <a:pt x="2351148" y="2712"/>
                  </a:lnTo>
                  <a:lnTo>
                    <a:pt x="2311962" y="1478"/>
                  </a:lnTo>
                  <a:lnTo>
                    <a:pt x="2272776" y="602"/>
                  </a:lnTo>
                  <a:lnTo>
                    <a:pt x="2233591" y="107"/>
                  </a:lnTo>
                  <a:lnTo>
                    <a:pt x="2194405" y="0"/>
                  </a:lnTo>
                  <a:lnTo>
                    <a:pt x="2155219" y="276"/>
                  </a:lnTo>
                  <a:lnTo>
                    <a:pt x="2116033" y="921"/>
                  </a:lnTo>
                  <a:lnTo>
                    <a:pt x="2076847" y="1906"/>
                  </a:lnTo>
                  <a:lnTo>
                    <a:pt x="2037662" y="3201"/>
                  </a:lnTo>
                  <a:lnTo>
                    <a:pt x="1998476" y="4769"/>
                  </a:lnTo>
                  <a:lnTo>
                    <a:pt x="1959290" y="6575"/>
                  </a:lnTo>
                  <a:lnTo>
                    <a:pt x="1920104" y="8587"/>
                  </a:lnTo>
                  <a:lnTo>
                    <a:pt x="1880918" y="10775"/>
                  </a:lnTo>
                  <a:lnTo>
                    <a:pt x="1841733" y="13113"/>
                  </a:lnTo>
                  <a:lnTo>
                    <a:pt x="1802547" y="15579"/>
                  </a:lnTo>
                  <a:lnTo>
                    <a:pt x="1763361" y="18154"/>
                  </a:lnTo>
                  <a:lnTo>
                    <a:pt x="1724175" y="20822"/>
                  </a:lnTo>
                  <a:lnTo>
                    <a:pt x="1684989" y="23569"/>
                  </a:lnTo>
                  <a:lnTo>
                    <a:pt x="1645803" y="26386"/>
                  </a:lnTo>
                  <a:lnTo>
                    <a:pt x="1606618" y="29261"/>
                  </a:lnTo>
                  <a:lnTo>
                    <a:pt x="1567432" y="32188"/>
                  </a:lnTo>
                  <a:lnTo>
                    <a:pt x="1528246" y="35159"/>
                  </a:lnTo>
                  <a:lnTo>
                    <a:pt x="1489060" y="38170"/>
                  </a:lnTo>
                  <a:lnTo>
                    <a:pt x="1449874" y="41215"/>
                  </a:lnTo>
                  <a:lnTo>
                    <a:pt x="1410689" y="44290"/>
                  </a:lnTo>
                  <a:lnTo>
                    <a:pt x="1371503" y="47392"/>
                  </a:lnTo>
                  <a:lnTo>
                    <a:pt x="1332317" y="50517"/>
                  </a:lnTo>
                  <a:lnTo>
                    <a:pt x="1293131" y="53664"/>
                  </a:lnTo>
                  <a:lnTo>
                    <a:pt x="1253945" y="56830"/>
                  </a:lnTo>
                  <a:lnTo>
                    <a:pt x="1214760" y="60013"/>
                  </a:lnTo>
                  <a:lnTo>
                    <a:pt x="1175574" y="63211"/>
                  </a:lnTo>
                  <a:lnTo>
                    <a:pt x="1136388" y="66423"/>
                  </a:lnTo>
                  <a:lnTo>
                    <a:pt x="1097202" y="69648"/>
                  </a:lnTo>
                  <a:lnTo>
                    <a:pt x="1058016" y="72884"/>
                  </a:lnTo>
                  <a:lnTo>
                    <a:pt x="1018831" y="76130"/>
                  </a:lnTo>
                  <a:lnTo>
                    <a:pt x="979645" y="79387"/>
                  </a:lnTo>
                  <a:lnTo>
                    <a:pt x="940459" y="82651"/>
                  </a:lnTo>
                  <a:lnTo>
                    <a:pt x="901273" y="85924"/>
                  </a:lnTo>
                  <a:lnTo>
                    <a:pt x="862087" y="89204"/>
                  </a:lnTo>
                  <a:lnTo>
                    <a:pt x="822901" y="92491"/>
                  </a:lnTo>
                  <a:lnTo>
                    <a:pt x="783716" y="95784"/>
                  </a:lnTo>
                  <a:lnTo>
                    <a:pt x="744530" y="99083"/>
                  </a:lnTo>
                  <a:lnTo>
                    <a:pt x="705344" y="102388"/>
                  </a:lnTo>
                  <a:lnTo>
                    <a:pt x="666158" y="105697"/>
                  </a:lnTo>
                  <a:lnTo>
                    <a:pt x="626972" y="109011"/>
                  </a:lnTo>
                  <a:lnTo>
                    <a:pt x="587787" y="112329"/>
                  </a:lnTo>
                  <a:lnTo>
                    <a:pt x="548601" y="115652"/>
                  </a:lnTo>
                  <a:lnTo>
                    <a:pt x="509415" y="118978"/>
                  </a:lnTo>
                  <a:lnTo>
                    <a:pt x="470229" y="122308"/>
                  </a:lnTo>
                  <a:lnTo>
                    <a:pt x="431043" y="125641"/>
                  </a:lnTo>
                  <a:lnTo>
                    <a:pt x="391858" y="128977"/>
                  </a:lnTo>
                  <a:lnTo>
                    <a:pt x="352672" y="132316"/>
                  </a:lnTo>
                  <a:lnTo>
                    <a:pt x="313486" y="135657"/>
                  </a:lnTo>
                  <a:lnTo>
                    <a:pt x="274300" y="139002"/>
                  </a:lnTo>
                  <a:lnTo>
                    <a:pt x="235114" y="142349"/>
                  </a:lnTo>
                  <a:lnTo>
                    <a:pt x="195929" y="145698"/>
                  </a:lnTo>
                  <a:lnTo>
                    <a:pt x="156743" y="149049"/>
                  </a:lnTo>
                  <a:lnTo>
                    <a:pt x="117557" y="152402"/>
                  </a:lnTo>
                  <a:lnTo>
                    <a:pt x="78371" y="155757"/>
                  </a:lnTo>
                  <a:lnTo>
                    <a:pt x="39185" y="159115"/>
                  </a:lnTo>
                  <a:lnTo>
                    <a:pt x="0" y="16247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4" name="pl433"/>
            <p:cNvSpPr/>
            <p:nvPr/>
          </p:nvSpPr>
          <p:spPr>
            <a:xfrm>
              <a:off x="926786" y="4572981"/>
              <a:ext cx="3095678" cy="18289"/>
            </a:xfrm>
            <a:custGeom>
              <a:avLst/>
              <a:pathLst>
                <a:path w="3095678" h="18289">
                  <a:moveTo>
                    <a:pt x="0" y="0"/>
                  </a:moveTo>
                  <a:lnTo>
                    <a:pt x="39185" y="231"/>
                  </a:lnTo>
                  <a:lnTo>
                    <a:pt x="78371" y="463"/>
                  </a:lnTo>
                  <a:lnTo>
                    <a:pt x="117557" y="694"/>
                  </a:lnTo>
                  <a:lnTo>
                    <a:pt x="156743" y="926"/>
                  </a:lnTo>
                  <a:lnTo>
                    <a:pt x="195929" y="1157"/>
                  </a:lnTo>
                  <a:lnTo>
                    <a:pt x="235114" y="1389"/>
                  </a:lnTo>
                  <a:lnTo>
                    <a:pt x="274300" y="1620"/>
                  </a:lnTo>
                  <a:lnTo>
                    <a:pt x="313486" y="1852"/>
                  </a:lnTo>
                  <a:lnTo>
                    <a:pt x="352672" y="2083"/>
                  </a:lnTo>
                  <a:lnTo>
                    <a:pt x="391858" y="2315"/>
                  </a:lnTo>
                  <a:lnTo>
                    <a:pt x="431043" y="2546"/>
                  </a:lnTo>
                  <a:lnTo>
                    <a:pt x="470229" y="2778"/>
                  </a:lnTo>
                  <a:lnTo>
                    <a:pt x="509415" y="3009"/>
                  </a:lnTo>
                  <a:lnTo>
                    <a:pt x="548601" y="3241"/>
                  </a:lnTo>
                  <a:lnTo>
                    <a:pt x="587787" y="3472"/>
                  </a:lnTo>
                  <a:lnTo>
                    <a:pt x="626972" y="3704"/>
                  </a:lnTo>
                  <a:lnTo>
                    <a:pt x="666158" y="3935"/>
                  </a:lnTo>
                  <a:lnTo>
                    <a:pt x="705344" y="4167"/>
                  </a:lnTo>
                  <a:lnTo>
                    <a:pt x="744530" y="4398"/>
                  </a:lnTo>
                  <a:lnTo>
                    <a:pt x="783716" y="4630"/>
                  </a:lnTo>
                  <a:lnTo>
                    <a:pt x="822901" y="4861"/>
                  </a:lnTo>
                  <a:lnTo>
                    <a:pt x="862087" y="5093"/>
                  </a:lnTo>
                  <a:lnTo>
                    <a:pt x="901273" y="5324"/>
                  </a:lnTo>
                  <a:lnTo>
                    <a:pt x="940459" y="5556"/>
                  </a:lnTo>
                  <a:lnTo>
                    <a:pt x="979645" y="5787"/>
                  </a:lnTo>
                  <a:lnTo>
                    <a:pt x="1018831" y="6019"/>
                  </a:lnTo>
                  <a:lnTo>
                    <a:pt x="1058016" y="6250"/>
                  </a:lnTo>
                  <a:lnTo>
                    <a:pt x="1097202" y="6482"/>
                  </a:lnTo>
                  <a:lnTo>
                    <a:pt x="1136388" y="6713"/>
                  </a:lnTo>
                  <a:lnTo>
                    <a:pt x="1175574" y="6945"/>
                  </a:lnTo>
                  <a:lnTo>
                    <a:pt x="1214760" y="7176"/>
                  </a:lnTo>
                  <a:lnTo>
                    <a:pt x="1253945" y="7408"/>
                  </a:lnTo>
                  <a:lnTo>
                    <a:pt x="1293131" y="7639"/>
                  </a:lnTo>
                  <a:lnTo>
                    <a:pt x="1332317" y="7871"/>
                  </a:lnTo>
                  <a:lnTo>
                    <a:pt x="1371503" y="8102"/>
                  </a:lnTo>
                  <a:lnTo>
                    <a:pt x="1410689" y="8334"/>
                  </a:lnTo>
                  <a:lnTo>
                    <a:pt x="1449874" y="8565"/>
                  </a:lnTo>
                  <a:lnTo>
                    <a:pt x="1489060" y="8797"/>
                  </a:lnTo>
                  <a:lnTo>
                    <a:pt x="1528246" y="9029"/>
                  </a:lnTo>
                  <a:lnTo>
                    <a:pt x="1567432" y="9260"/>
                  </a:lnTo>
                  <a:lnTo>
                    <a:pt x="1606618" y="9492"/>
                  </a:lnTo>
                  <a:lnTo>
                    <a:pt x="1645803" y="9723"/>
                  </a:lnTo>
                  <a:lnTo>
                    <a:pt x="1684989" y="9955"/>
                  </a:lnTo>
                  <a:lnTo>
                    <a:pt x="1724175" y="10186"/>
                  </a:lnTo>
                  <a:lnTo>
                    <a:pt x="1763361" y="10418"/>
                  </a:lnTo>
                  <a:lnTo>
                    <a:pt x="1802547" y="10649"/>
                  </a:lnTo>
                  <a:lnTo>
                    <a:pt x="1841733" y="10881"/>
                  </a:lnTo>
                  <a:lnTo>
                    <a:pt x="1880918" y="11112"/>
                  </a:lnTo>
                  <a:lnTo>
                    <a:pt x="1920104" y="11344"/>
                  </a:lnTo>
                  <a:lnTo>
                    <a:pt x="1959290" y="11575"/>
                  </a:lnTo>
                  <a:lnTo>
                    <a:pt x="1998476" y="11807"/>
                  </a:lnTo>
                  <a:lnTo>
                    <a:pt x="2037662" y="12038"/>
                  </a:lnTo>
                  <a:lnTo>
                    <a:pt x="2076847" y="12270"/>
                  </a:lnTo>
                  <a:lnTo>
                    <a:pt x="2116033" y="12501"/>
                  </a:lnTo>
                  <a:lnTo>
                    <a:pt x="2155219" y="12733"/>
                  </a:lnTo>
                  <a:lnTo>
                    <a:pt x="2194405" y="12964"/>
                  </a:lnTo>
                  <a:lnTo>
                    <a:pt x="2233591" y="13196"/>
                  </a:lnTo>
                  <a:lnTo>
                    <a:pt x="2272776" y="13427"/>
                  </a:lnTo>
                  <a:lnTo>
                    <a:pt x="2311962" y="13659"/>
                  </a:lnTo>
                  <a:lnTo>
                    <a:pt x="2351148" y="13890"/>
                  </a:lnTo>
                  <a:lnTo>
                    <a:pt x="2390334" y="14122"/>
                  </a:lnTo>
                  <a:lnTo>
                    <a:pt x="2429520" y="14353"/>
                  </a:lnTo>
                  <a:lnTo>
                    <a:pt x="2468705" y="14585"/>
                  </a:lnTo>
                  <a:lnTo>
                    <a:pt x="2507891" y="14816"/>
                  </a:lnTo>
                  <a:lnTo>
                    <a:pt x="2547077" y="15048"/>
                  </a:lnTo>
                  <a:lnTo>
                    <a:pt x="2586263" y="15279"/>
                  </a:lnTo>
                  <a:lnTo>
                    <a:pt x="2625449" y="15511"/>
                  </a:lnTo>
                  <a:lnTo>
                    <a:pt x="2664635" y="15742"/>
                  </a:lnTo>
                  <a:lnTo>
                    <a:pt x="2703820" y="15974"/>
                  </a:lnTo>
                  <a:lnTo>
                    <a:pt x="2743006" y="16205"/>
                  </a:lnTo>
                  <a:lnTo>
                    <a:pt x="2782192" y="16437"/>
                  </a:lnTo>
                  <a:lnTo>
                    <a:pt x="2821378" y="16668"/>
                  </a:lnTo>
                  <a:lnTo>
                    <a:pt x="2860564" y="16900"/>
                  </a:lnTo>
                  <a:lnTo>
                    <a:pt x="2899749" y="17131"/>
                  </a:lnTo>
                  <a:lnTo>
                    <a:pt x="2938935" y="17363"/>
                  </a:lnTo>
                  <a:lnTo>
                    <a:pt x="2978121" y="17594"/>
                  </a:lnTo>
                  <a:lnTo>
                    <a:pt x="3017307" y="17826"/>
                  </a:lnTo>
                  <a:lnTo>
                    <a:pt x="3056493" y="18058"/>
                  </a:lnTo>
                  <a:lnTo>
                    <a:pt x="3095678" y="18289"/>
                  </a:lnTo>
                </a:path>
              </a:pathLst>
            </a:custGeom>
            <a:ln w="16260" cap="flat">
              <a:solidFill>
                <a:srgbClr val="2A2A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4"/>
            <p:cNvSpPr/>
            <p:nvPr/>
          </p:nvSpPr>
          <p:spPr>
            <a:xfrm>
              <a:off x="772002" y="7075704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5"/>
            <p:cNvSpPr/>
            <p:nvPr/>
          </p:nvSpPr>
          <p:spPr>
            <a:xfrm>
              <a:off x="772002" y="6758117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6"/>
            <p:cNvSpPr/>
            <p:nvPr/>
          </p:nvSpPr>
          <p:spPr>
            <a:xfrm>
              <a:off x="772002" y="6440530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7"/>
            <p:cNvSpPr/>
            <p:nvPr/>
          </p:nvSpPr>
          <p:spPr>
            <a:xfrm>
              <a:off x="772002" y="6122943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8"/>
            <p:cNvSpPr/>
            <p:nvPr/>
          </p:nvSpPr>
          <p:spPr>
            <a:xfrm>
              <a:off x="772002" y="5805356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39"/>
            <p:cNvSpPr/>
            <p:nvPr/>
          </p:nvSpPr>
          <p:spPr>
            <a:xfrm>
              <a:off x="1415577" y="5761508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0"/>
            <p:cNvSpPr/>
            <p:nvPr/>
          </p:nvSpPr>
          <p:spPr>
            <a:xfrm>
              <a:off x="2230229" y="5761508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1"/>
            <p:cNvSpPr/>
            <p:nvPr/>
          </p:nvSpPr>
          <p:spPr>
            <a:xfrm>
              <a:off x="3044882" y="5761508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2"/>
            <p:cNvSpPr/>
            <p:nvPr/>
          </p:nvSpPr>
          <p:spPr>
            <a:xfrm>
              <a:off x="3859534" y="5761508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3"/>
            <p:cNvSpPr/>
            <p:nvPr/>
          </p:nvSpPr>
          <p:spPr>
            <a:xfrm>
              <a:off x="772002" y="7075704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12934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5" name="pt444"/>
            <p:cNvSpPr/>
            <p:nvPr/>
          </p:nvSpPr>
          <p:spPr>
            <a:xfrm>
              <a:off x="2046743" y="618277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5"/>
            <p:cNvSpPr/>
            <p:nvPr/>
          </p:nvSpPr>
          <p:spPr>
            <a:xfrm>
              <a:off x="1720882" y="620612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6"/>
            <p:cNvSpPr/>
            <p:nvPr/>
          </p:nvSpPr>
          <p:spPr>
            <a:xfrm>
              <a:off x="1720882" y="660934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7"/>
            <p:cNvSpPr/>
            <p:nvPr/>
          </p:nvSpPr>
          <p:spPr>
            <a:xfrm>
              <a:off x="1395021" y="620812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8"/>
            <p:cNvSpPr/>
            <p:nvPr/>
          </p:nvSpPr>
          <p:spPr>
            <a:xfrm>
              <a:off x="1720882" y="629115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49"/>
            <p:cNvSpPr/>
            <p:nvPr/>
          </p:nvSpPr>
          <p:spPr>
            <a:xfrm>
              <a:off x="2046743" y="638480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0"/>
            <p:cNvSpPr/>
            <p:nvPr/>
          </p:nvSpPr>
          <p:spPr>
            <a:xfrm>
              <a:off x="2209673" y="613886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1"/>
            <p:cNvSpPr/>
            <p:nvPr/>
          </p:nvSpPr>
          <p:spPr>
            <a:xfrm>
              <a:off x="2046743" y="654427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2"/>
            <p:cNvSpPr/>
            <p:nvPr/>
          </p:nvSpPr>
          <p:spPr>
            <a:xfrm>
              <a:off x="2698465" y="65518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3"/>
            <p:cNvSpPr/>
            <p:nvPr/>
          </p:nvSpPr>
          <p:spPr>
            <a:xfrm>
              <a:off x="3676047" y="609187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4"/>
            <p:cNvSpPr/>
            <p:nvPr/>
          </p:nvSpPr>
          <p:spPr>
            <a:xfrm>
              <a:off x="1395021" y="594296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5"/>
            <p:cNvSpPr/>
            <p:nvPr/>
          </p:nvSpPr>
          <p:spPr>
            <a:xfrm>
              <a:off x="3676047" y="612969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6"/>
            <p:cNvSpPr/>
            <p:nvPr/>
          </p:nvSpPr>
          <p:spPr>
            <a:xfrm>
              <a:off x="1883812" y="605807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7"/>
            <p:cNvSpPr/>
            <p:nvPr/>
          </p:nvSpPr>
          <p:spPr>
            <a:xfrm>
              <a:off x="1883812" y="679538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8"/>
            <p:cNvSpPr/>
            <p:nvPr/>
          </p:nvSpPr>
          <p:spPr>
            <a:xfrm>
              <a:off x="2535534" y="64916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59"/>
            <p:cNvSpPr/>
            <p:nvPr/>
          </p:nvSpPr>
          <p:spPr>
            <a:xfrm>
              <a:off x="2535534" y="640484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0"/>
            <p:cNvSpPr/>
            <p:nvPr/>
          </p:nvSpPr>
          <p:spPr>
            <a:xfrm>
              <a:off x="3350187" y="644195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1"/>
            <p:cNvSpPr/>
            <p:nvPr/>
          </p:nvSpPr>
          <p:spPr>
            <a:xfrm>
              <a:off x="3676047" y="632883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2"/>
            <p:cNvSpPr/>
            <p:nvPr/>
          </p:nvSpPr>
          <p:spPr>
            <a:xfrm>
              <a:off x="3513117" y="620370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3"/>
            <p:cNvSpPr/>
            <p:nvPr/>
          </p:nvSpPr>
          <p:spPr>
            <a:xfrm>
              <a:off x="3676047" y="626107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4"/>
            <p:cNvSpPr/>
            <p:nvPr/>
          </p:nvSpPr>
          <p:spPr>
            <a:xfrm>
              <a:off x="2046743" y="633314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5"/>
            <p:cNvSpPr/>
            <p:nvPr/>
          </p:nvSpPr>
          <p:spPr>
            <a:xfrm>
              <a:off x="2209673" y="680679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6"/>
            <p:cNvSpPr/>
            <p:nvPr/>
          </p:nvSpPr>
          <p:spPr>
            <a:xfrm>
              <a:off x="2209673" y="674738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7"/>
            <p:cNvSpPr/>
            <p:nvPr/>
          </p:nvSpPr>
          <p:spPr>
            <a:xfrm>
              <a:off x="1883812" y="648663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8"/>
            <p:cNvSpPr/>
            <p:nvPr/>
          </p:nvSpPr>
          <p:spPr>
            <a:xfrm>
              <a:off x="2209673" y="619216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69"/>
            <p:cNvSpPr/>
            <p:nvPr/>
          </p:nvSpPr>
          <p:spPr>
            <a:xfrm>
              <a:off x="2209673" y="622414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0"/>
            <p:cNvSpPr/>
            <p:nvPr/>
          </p:nvSpPr>
          <p:spPr>
            <a:xfrm>
              <a:off x="1557951" y="667932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1"/>
            <p:cNvSpPr/>
            <p:nvPr/>
          </p:nvSpPr>
          <p:spPr>
            <a:xfrm>
              <a:off x="1557951" y="626145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2"/>
            <p:cNvSpPr/>
            <p:nvPr/>
          </p:nvSpPr>
          <p:spPr>
            <a:xfrm>
              <a:off x="1395021" y="660506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3"/>
            <p:cNvSpPr/>
            <p:nvPr/>
          </p:nvSpPr>
          <p:spPr>
            <a:xfrm>
              <a:off x="1232090" y="664117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4"/>
            <p:cNvSpPr/>
            <p:nvPr/>
          </p:nvSpPr>
          <p:spPr>
            <a:xfrm>
              <a:off x="1883812" y="63851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5"/>
            <p:cNvSpPr/>
            <p:nvPr/>
          </p:nvSpPr>
          <p:spPr>
            <a:xfrm>
              <a:off x="2209673" y="616518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6"/>
            <p:cNvSpPr/>
            <p:nvPr/>
          </p:nvSpPr>
          <p:spPr>
            <a:xfrm>
              <a:off x="1557951" y="660710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7"/>
            <p:cNvSpPr/>
            <p:nvPr/>
          </p:nvSpPr>
          <p:spPr>
            <a:xfrm>
              <a:off x="1883812" y="658254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8"/>
            <p:cNvSpPr/>
            <p:nvPr/>
          </p:nvSpPr>
          <p:spPr>
            <a:xfrm>
              <a:off x="3187256" y="640352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79"/>
            <p:cNvSpPr/>
            <p:nvPr/>
          </p:nvSpPr>
          <p:spPr>
            <a:xfrm>
              <a:off x="3513117" y="661902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0"/>
            <p:cNvSpPr/>
            <p:nvPr/>
          </p:nvSpPr>
          <p:spPr>
            <a:xfrm>
              <a:off x="3513117" y="630445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1"/>
            <p:cNvSpPr/>
            <p:nvPr/>
          </p:nvSpPr>
          <p:spPr>
            <a:xfrm>
              <a:off x="3350187" y="636539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2"/>
            <p:cNvSpPr/>
            <p:nvPr/>
          </p:nvSpPr>
          <p:spPr>
            <a:xfrm>
              <a:off x="1852474" y="668159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3"/>
            <p:cNvSpPr/>
            <p:nvPr/>
          </p:nvSpPr>
          <p:spPr>
            <a:xfrm>
              <a:off x="1557951" y="648349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4"/>
            <p:cNvSpPr/>
            <p:nvPr/>
          </p:nvSpPr>
          <p:spPr>
            <a:xfrm>
              <a:off x="1395021" y="625440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5"/>
            <p:cNvSpPr/>
            <p:nvPr/>
          </p:nvSpPr>
          <p:spPr>
            <a:xfrm>
              <a:off x="2209673" y="646167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6"/>
            <p:cNvSpPr/>
            <p:nvPr/>
          </p:nvSpPr>
          <p:spPr>
            <a:xfrm>
              <a:off x="2046743" y="660297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7"/>
            <p:cNvSpPr/>
            <p:nvPr/>
          </p:nvSpPr>
          <p:spPr>
            <a:xfrm>
              <a:off x="2209673" y="663826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8"/>
            <p:cNvSpPr/>
            <p:nvPr/>
          </p:nvSpPr>
          <p:spPr>
            <a:xfrm>
              <a:off x="2046743" y="62050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89"/>
            <p:cNvSpPr/>
            <p:nvPr/>
          </p:nvSpPr>
          <p:spPr>
            <a:xfrm>
              <a:off x="1883812" y="647046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0"/>
            <p:cNvSpPr/>
            <p:nvPr/>
          </p:nvSpPr>
          <p:spPr>
            <a:xfrm>
              <a:off x="1720882" y="637555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1"/>
            <p:cNvSpPr/>
            <p:nvPr/>
          </p:nvSpPr>
          <p:spPr>
            <a:xfrm>
              <a:off x="1557951" y="600268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2"/>
            <p:cNvSpPr/>
            <p:nvPr/>
          </p:nvSpPr>
          <p:spPr>
            <a:xfrm>
              <a:off x="2046743" y="638822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3"/>
            <p:cNvSpPr/>
            <p:nvPr/>
          </p:nvSpPr>
          <p:spPr>
            <a:xfrm>
              <a:off x="1557951" y="627391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4"/>
            <p:cNvSpPr/>
            <p:nvPr/>
          </p:nvSpPr>
          <p:spPr>
            <a:xfrm>
              <a:off x="2046743" y="671531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5"/>
            <p:cNvSpPr/>
            <p:nvPr/>
          </p:nvSpPr>
          <p:spPr>
            <a:xfrm>
              <a:off x="2046743" y="620658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6"/>
            <p:cNvSpPr/>
            <p:nvPr/>
          </p:nvSpPr>
          <p:spPr>
            <a:xfrm>
              <a:off x="2046743" y="643629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7"/>
            <p:cNvSpPr/>
            <p:nvPr/>
          </p:nvSpPr>
          <p:spPr>
            <a:xfrm>
              <a:off x="2046743" y="671036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8"/>
            <p:cNvSpPr/>
            <p:nvPr/>
          </p:nvSpPr>
          <p:spPr>
            <a:xfrm>
              <a:off x="1232090" y="661298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499"/>
            <p:cNvSpPr/>
            <p:nvPr/>
          </p:nvSpPr>
          <p:spPr>
            <a:xfrm>
              <a:off x="1232090" y="634677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0"/>
            <p:cNvSpPr/>
            <p:nvPr/>
          </p:nvSpPr>
          <p:spPr>
            <a:xfrm>
              <a:off x="2209673" y="640866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1"/>
            <p:cNvSpPr/>
            <p:nvPr/>
          </p:nvSpPr>
          <p:spPr>
            <a:xfrm>
              <a:off x="2209673" y="671663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2"/>
            <p:cNvSpPr/>
            <p:nvPr/>
          </p:nvSpPr>
          <p:spPr>
            <a:xfrm>
              <a:off x="2046743" y="635433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3"/>
            <p:cNvSpPr/>
            <p:nvPr/>
          </p:nvSpPr>
          <p:spPr>
            <a:xfrm>
              <a:off x="1883812" y="659655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4"/>
            <p:cNvSpPr/>
            <p:nvPr/>
          </p:nvSpPr>
          <p:spPr>
            <a:xfrm>
              <a:off x="906230" y="598617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5"/>
            <p:cNvSpPr/>
            <p:nvPr/>
          </p:nvSpPr>
          <p:spPr>
            <a:xfrm>
              <a:off x="906230" y="613266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6"/>
            <p:cNvSpPr/>
            <p:nvPr/>
          </p:nvSpPr>
          <p:spPr>
            <a:xfrm>
              <a:off x="1557951" y="661087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7"/>
            <p:cNvSpPr/>
            <p:nvPr/>
          </p:nvSpPr>
          <p:spPr>
            <a:xfrm>
              <a:off x="2698465" y="644622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8"/>
            <p:cNvSpPr/>
            <p:nvPr/>
          </p:nvSpPr>
          <p:spPr>
            <a:xfrm>
              <a:off x="1557951" y="675878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09"/>
            <p:cNvSpPr/>
            <p:nvPr/>
          </p:nvSpPr>
          <p:spPr>
            <a:xfrm>
              <a:off x="1883812" y="633679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0"/>
            <p:cNvSpPr/>
            <p:nvPr/>
          </p:nvSpPr>
          <p:spPr>
            <a:xfrm>
              <a:off x="2209673" y="660557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1"/>
            <p:cNvSpPr/>
            <p:nvPr/>
          </p:nvSpPr>
          <p:spPr>
            <a:xfrm>
              <a:off x="1720882" y="679173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2"/>
            <p:cNvSpPr/>
            <p:nvPr/>
          </p:nvSpPr>
          <p:spPr>
            <a:xfrm>
              <a:off x="1720882" y="652466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3"/>
            <p:cNvSpPr/>
            <p:nvPr/>
          </p:nvSpPr>
          <p:spPr>
            <a:xfrm>
              <a:off x="1720882" y="682152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4"/>
            <p:cNvSpPr/>
            <p:nvPr/>
          </p:nvSpPr>
          <p:spPr>
            <a:xfrm>
              <a:off x="2046743" y="620527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5"/>
            <p:cNvSpPr/>
            <p:nvPr/>
          </p:nvSpPr>
          <p:spPr>
            <a:xfrm>
              <a:off x="1883812" y="626357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6"/>
            <p:cNvSpPr/>
            <p:nvPr/>
          </p:nvSpPr>
          <p:spPr>
            <a:xfrm>
              <a:off x="2046743" y="641371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7"/>
            <p:cNvSpPr/>
            <p:nvPr/>
          </p:nvSpPr>
          <p:spPr>
            <a:xfrm>
              <a:off x="2535534" y="651297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8"/>
            <p:cNvSpPr/>
            <p:nvPr/>
          </p:nvSpPr>
          <p:spPr>
            <a:xfrm>
              <a:off x="1883812" y="687823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19"/>
            <p:cNvSpPr/>
            <p:nvPr/>
          </p:nvSpPr>
          <p:spPr>
            <a:xfrm>
              <a:off x="2209673" y="642135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0"/>
            <p:cNvSpPr/>
            <p:nvPr/>
          </p:nvSpPr>
          <p:spPr>
            <a:xfrm>
              <a:off x="2046743" y="639718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1"/>
            <p:cNvSpPr/>
            <p:nvPr/>
          </p:nvSpPr>
          <p:spPr>
            <a:xfrm>
              <a:off x="1557951" y="655460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2"/>
            <p:cNvSpPr/>
            <p:nvPr/>
          </p:nvSpPr>
          <p:spPr>
            <a:xfrm>
              <a:off x="2046743" y="652626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3"/>
            <p:cNvSpPr/>
            <p:nvPr/>
          </p:nvSpPr>
          <p:spPr>
            <a:xfrm>
              <a:off x="1720882" y="667503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4"/>
            <p:cNvSpPr/>
            <p:nvPr/>
          </p:nvSpPr>
          <p:spPr>
            <a:xfrm>
              <a:off x="906230" y="61499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5"/>
            <p:cNvSpPr/>
            <p:nvPr/>
          </p:nvSpPr>
          <p:spPr>
            <a:xfrm>
              <a:off x="1883812" y="650281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6"/>
            <p:cNvSpPr/>
            <p:nvPr/>
          </p:nvSpPr>
          <p:spPr>
            <a:xfrm>
              <a:off x="1883812" y="601444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7"/>
            <p:cNvSpPr/>
            <p:nvPr/>
          </p:nvSpPr>
          <p:spPr>
            <a:xfrm>
              <a:off x="1557951" y="650047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8"/>
            <p:cNvSpPr/>
            <p:nvPr/>
          </p:nvSpPr>
          <p:spPr>
            <a:xfrm>
              <a:off x="1557951" y="650562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29"/>
            <p:cNvSpPr/>
            <p:nvPr/>
          </p:nvSpPr>
          <p:spPr>
            <a:xfrm>
              <a:off x="2046743" y="610275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0"/>
            <p:cNvSpPr/>
            <p:nvPr/>
          </p:nvSpPr>
          <p:spPr>
            <a:xfrm>
              <a:off x="2372604" y="662469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1"/>
            <p:cNvSpPr/>
            <p:nvPr/>
          </p:nvSpPr>
          <p:spPr>
            <a:xfrm>
              <a:off x="2535534" y="594797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2"/>
            <p:cNvSpPr/>
            <p:nvPr/>
          </p:nvSpPr>
          <p:spPr>
            <a:xfrm>
              <a:off x="3513117" y="592124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3"/>
            <p:cNvSpPr/>
            <p:nvPr/>
          </p:nvSpPr>
          <p:spPr>
            <a:xfrm>
              <a:off x="1883812" y="646410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4"/>
            <p:cNvSpPr/>
            <p:nvPr/>
          </p:nvSpPr>
          <p:spPr>
            <a:xfrm>
              <a:off x="3187256" y="602560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5"/>
            <p:cNvSpPr/>
            <p:nvPr/>
          </p:nvSpPr>
          <p:spPr>
            <a:xfrm>
              <a:off x="1883812" y="612249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6"/>
            <p:cNvSpPr/>
            <p:nvPr/>
          </p:nvSpPr>
          <p:spPr>
            <a:xfrm>
              <a:off x="2698465" y="666329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7"/>
            <p:cNvSpPr/>
            <p:nvPr/>
          </p:nvSpPr>
          <p:spPr>
            <a:xfrm>
              <a:off x="2209673" y="620164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8"/>
            <p:cNvSpPr/>
            <p:nvPr/>
          </p:nvSpPr>
          <p:spPr>
            <a:xfrm>
              <a:off x="906230" y="669376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39"/>
            <p:cNvSpPr/>
            <p:nvPr/>
          </p:nvSpPr>
          <p:spPr>
            <a:xfrm>
              <a:off x="2535534" y="63160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0"/>
            <p:cNvSpPr/>
            <p:nvPr/>
          </p:nvSpPr>
          <p:spPr>
            <a:xfrm>
              <a:off x="1883812" y="595721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1"/>
            <p:cNvSpPr/>
            <p:nvPr/>
          </p:nvSpPr>
          <p:spPr>
            <a:xfrm>
              <a:off x="1883812" y="59911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2"/>
            <p:cNvSpPr/>
            <p:nvPr/>
          </p:nvSpPr>
          <p:spPr>
            <a:xfrm>
              <a:off x="2046743" y="624100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3"/>
            <p:cNvSpPr/>
            <p:nvPr/>
          </p:nvSpPr>
          <p:spPr>
            <a:xfrm>
              <a:off x="1883812" y="636910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4"/>
            <p:cNvSpPr/>
            <p:nvPr/>
          </p:nvSpPr>
          <p:spPr>
            <a:xfrm>
              <a:off x="1557951" y="650722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5"/>
            <p:cNvSpPr/>
            <p:nvPr/>
          </p:nvSpPr>
          <p:spPr>
            <a:xfrm>
              <a:off x="2861395" y="633167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6"/>
            <p:cNvSpPr/>
            <p:nvPr/>
          </p:nvSpPr>
          <p:spPr>
            <a:xfrm>
              <a:off x="1557951" y="594811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7"/>
            <p:cNvSpPr/>
            <p:nvPr/>
          </p:nvSpPr>
          <p:spPr>
            <a:xfrm>
              <a:off x="2535534" y="661183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8"/>
            <p:cNvSpPr/>
            <p:nvPr/>
          </p:nvSpPr>
          <p:spPr>
            <a:xfrm>
              <a:off x="2046743" y="622000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49"/>
            <p:cNvSpPr/>
            <p:nvPr/>
          </p:nvSpPr>
          <p:spPr>
            <a:xfrm>
              <a:off x="2535534" y="605508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0"/>
            <p:cNvSpPr/>
            <p:nvPr/>
          </p:nvSpPr>
          <p:spPr>
            <a:xfrm>
              <a:off x="2209673" y="670690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1"/>
            <p:cNvSpPr/>
            <p:nvPr/>
          </p:nvSpPr>
          <p:spPr>
            <a:xfrm>
              <a:off x="1720882" y="673818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2"/>
            <p:cNvSpPr/>
            <p:nvPr/>
          </p:nvSpPr>
          <p:spPr>
            <a:xfrm>
              <a:off x="2535534" y="609923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3"/>
            <p:cNvSpPr/>
            <p:nvPr/>
          </p:nvSpPr>
          <p:spPr>
            <a:xfrm>
              <a:off x="2209673" y="621516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4"/>
            <p:cNvSpPr/>
            <p:nvPr/>
          </p:nvSpPr>
          <p:spPr>
            <a:xfrm>
              <a:off x="3187256" y="62081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5"/>
            <p:cNvSpPr/>
            <p:nvPr/>
          </p:nvSpPr>
          <p:spPr>
            <a:xfrm>
              <a:off x="3350187" y="642155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6"/>
            <p:cNvSpPr/>
            <p:nvPr/>
          </p:nvSpPr>
          <p:spPr>
            <a:xfrm>
              <a:off x="3838978" y="632411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7"/>
            <p:cNvSpPr/>
            <p:nvPr/>
          </p:nvSpPr>
          <p:spPr>
            <a:xfrm>
              <a:off x="4001908" y="64491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8"/>
            <p:cNvSpPr/>
            <p:nvPr/>
          </p:nvSpPr>
          <p:spPr>
            <a:xfrm>
              <a:off x="1395021" y="657166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59"/>
            <p:cNvSpPr/>
            <p:nvPr/>
          </p:nvSpPr>
          <p:spPr>
            <a:xfrm>
              <a:off x="2046743" y="674791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0"/>
            <p:cNvSpPr/>
            <p:nvPr/>
          </p:nvSpPr>
          <p:spPr>
            <a:xfrm>
              <a:off x="2372604" y="632292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1"/>
            <p:cNvSpPr/>
            <p:nvPr/>
          </p:nvSpPr>
          <p:spPr>
            <a:xfrm>
              <a:off x="2209673" y="647864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2"/>
            <p:cNvSpPr/>
            <p:nvPr/>
          </p:nvSpPr>
          <p:spPr>
            <a:xfrm>
              <a:off x="2046743" y="636621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3"/>
            <p:cNvSpPr/>
            <p:nvPr/>
          </p:nvSpPr>
          <p:spPr>
            <a:xfrm>
              <a:off x="2209673" y="63475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4"/>
            <p:cNvSpPr/>
            <p:nvPr/>
          </p:nvSpPr>
          <p:spPr>
            <a:xfrm>
              <a:off x="2046743" y="665531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5"/>
            <p:cNvSpPr/>
            <p:nvPr/>
          </p:nvSpPr>
          <p:spPr>
            <a:xfrm>
              <a:off x="1883812" y="654592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6"/>
            <p:cNvSpPr/>
            <p:nvPr/>
          </p:nvSpPr>
          <p:spPr>
            <a:xfrm>
              <a:off x="1883812" y="624847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7"/>
            <p:cNvSpPr/>
            <p:nvPr/>
          </p:nvSpPr>
          <p:spPr>
            <a:xfrm>
              <a:off x="1883812" y="623988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8"/>
            <p:cNvSpPr/>
            <p:nvPr/>
          </p:nvSpPr>
          <p:spPr>
            <a:xfrm>
              <a:off x="2535534" y="670205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69"/>
            <p:cNvSpPr/>
            <p:nvPr/>
          </p:nvSpPr>
          <p:spPr>
            <a:xfrm>
              <a:off x="1741259" y="646726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0"/>
            <p:cNvSpPr/>
            <p:nvPr/>
          </p:nvSpPr>
          <p:spPr>
            <a:xfrm>
              <a:off x="2209673" y="674193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1"/>
            <p:cNvSpPr/>
            <p:nvPr/>
          </p:nvSpPr>
          <p:spPr>
            <a:xfrm>
              <a:off x="2209673" y="644016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2"/>
            <p:cNvSpPr/>
            <p:nvPr/>
          </p:nvSpPr>
          <p:spPr>
            <a:xfrm>
              <a:off x="2372604" y="602798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3"/>
            <p:cNvSpPr/>
            <p:nvPr/>
          </p:nvSpPr>
          <p:spPr>
            <a:xfrm>
              <a:off x="1720882" y="60328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4"/>
            <p:cNvSpPr/>
            <p:nvPr/>
          </p:nvSpPr>
          <p:spPr>
            <a:xfrm>
              <a:off x="3676047" y="678969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5"/>
            <p:cNvSpPr/>
            <p:nvPr/>
          </p:nvSpPr>
          <p:spPr>
            <a:xfrm>
              <a:off x="1232090" y="631438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6"/>
            <p:cNvSpPr/>
            <p:nvPr/>
          </p:nvSpPr>
          <p:spPr>
            <a:xfrm>
              <a:off x="1883812" y="63532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7"/>
            <p:cNvSpPr/>
            <p:nvPr/>
          </p:nvSpPr>
          <p:spPr>
            <a:xfrm>
              <a:off x="2535534" y="616135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8"/>
            <p:cNvSpPr/>
            <p:nvPr/>
          </p:nvSpPr>
          <p:spPr>
            <a:xfrm>
              <a:off x="2698465" y="654956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79"/>
            <p:cNvSpPr/>
            <p:nvPr/>
          </p:nvSpPr>
          <p:spPr>
            <a:xfrm>
              <a:off x="2046743" y="668631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0"/>
            <p:cNvSpPr/>
            <p:nvPr/>
          </p:nvSpPr>
          <p:spPr>
            <a:xfrm>
              <a:off x="1883812" y="649588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1"/>
            <p:cNvSpPr/>
            <p:nvPr/>
          </p:nvSpPr>
          <p:spPr>
            <a:xfrm>
              <a:off x="2209673" y="659672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2"/>
            <p:cNvSpPr/>
            <p:nvPr/>
          </p:nvSpPr>
          <p:spPr>
            <a:xfrm>
              <a:off x="2209673" y="656730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3"/>
            <p:cNvSpPr/>
            <p:nvPr/>
          </p:nvSpPr>
          <p:spPr>
            <a:xfrm>
              <a:off x="2046743" y="660410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4"/>
            <p:cNvSpPr/>
            <p:nvPr/>
          </p:nvSpPr>
          <p:spPr>
            <a:xfrm>
              <a:off x="2372604" y="619113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5"/>
            <p:cNvSpPr/>
            <p:nvPr/>
          </p:nvSpPr>
          <p:spPr>
            <a:xfrm>
              <a:off x="2372604" y="639457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6"/>
            <p:cNvSpPr/>
            <p:nvPr/>
          </p:nvSpPr>
          <p:spPr>
            <a:xfrm>
              <a:off x="2209673" y="58035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7"/>
            <p:cNvSpPr/>
            <p:nvPr/>
          </p:nvSpPr>
          <p:spPr>
            <a:xfrm>
              <a:off x="2372604" y="61918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8"/>
            <p:cNvSpPr/>
            <p:nvPr/>
          </p:nvSpPr>
          <p:spPr>
            <a:xfrm>
              <a:off x="1720882" y="642099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89"/>
            <p:cNvSpPr/>
            <p:nvPr/>
          </p:nvSpPr>
          <p:spPr>
            <a:xfrm>
              <a:off x="3676047" y="665268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0"/>
            <p:cNvSpPr/>
            <p:nvPr/>
          </p:nvSpPr>
          <p:spPr>
            <a:xfrm>
              <a:off x="1720882" y="614529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1"/>
            <p:cNvSpPr/>
            <p:nvPr/>
          </p:nvSpPr>
          <p:spPr>
            <a:xfrm>
              <a:off x="2046743" y="619590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2"/>
            <p:cNvSpPr/>
            <p:nvPr/>
          </p:nvSpPr>
          <p:spPr>
            <a:xfrm>
              <a:off x="1883812" y="632570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3"/>
            <p:cNvSpPr/>
            <p:nvPr/>
          </p:nvSpPr>
          <p:spPr>
            <a:xfrm>
              <a:off x="2046743" y="619169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4"/>
            <p:cNvSpPr/>
            <p:nvPr/>
          </p:nvSpPr>
          <p:spPr>
            <a:xfrm>
              <a:off x="2209673" y="61777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5"/>
            <p:cNvSpPr/>
            <p:nvPr/>
          </p:nvSpPr>
          <p:spPr>
            <a:xfrm>
              <a:off x="1720882" y="617834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6"/>
            <p:cNvSpPr/>
            <p:nvPr/>
          </p:nvSpPr>
          <p:spPr>
            <a:xfrm>
              <a:off x="1720882" y="611794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7"/>
            <p:cNvSpPr/>
            <p:nvPr/>
          </p:nvSpPr>
          <p:spPr>
            <a:xfrm>
              <a:off x="1883812" y="658125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8"/>
            <p:cNvSpPr/>
            <p:nvPr/>
          </p:nvSpPr>
          <p:spPr>
            <a:xfrm>
              <a:off x="1395021" y="60920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599"/>
            <p:cNvSpPr/>
            <p:nvPr/>
          </p:nvSpPr>
          <p:spPr>
            <a:xfrm>
              <a:off x="1557951" y="619386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0"/>
            <p:cNvSpPr/>
            <p:nvPr/>
          </p:nvSpPr>
          <p:spPr>
            <a:xfrm>
              <a:off x="1883812" y="629372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1"/>
            <p:cNvSpPr/>
            <p:nvPr/>
          </p:nvSpPr>
          <p:spPr>
            <a:xfrm>
              <a:off x="1720882" y="641542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2"/>
            <p:cNvSpPr/>
            <p:nvPr/>
          </p:nvSpPr>
          <p:spPr>
            <a:xfrm>
              <a:off x="2046743" y="663279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3"/>
            <p:cNvSpPr/>
            <p:nvPr/>
          </p:nvSpPr>
          <p:spPr>
            <a:xfrm>
              <a:off x="1883812" y="613585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4"/>
            <p:cNvSpPr/>
            <p:nvPr/>
          </p:nvSpPr>
          <p:spPr>
            <a:xfrm>
              <a:off x="3676047" y="695332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5"/>
            <p:cNvSpPr/>
            <p:nvPr/>
          </p:nvSpPr>
          <p:spPr>
            <a:xfrm>
              <a:off x="2209673" y="658169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6"/>
            <p:cNvSpPr/>
            <p:nvPr/>
          </p:nvSpPr>
          <p:spPr>
            <a:xfrm>
              <a:off x="2209673" y="625026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7"/>
            <p:cNvSpPr/>
            <p:nvPr/>
          </p:nvSpPr>
          <p:spPr>
            <a:xfrm>
              <a:off x="2046743" y="651343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8"/>
            <p:cNvSpPr/>
            <p:nvPr/>
          </p:nvSpPr>
          <p:spPr>
            <a:xfrm>
              <a:off x="2698465" y="618635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09"/>
            <p:cNvSpPr/>
            <p:nvPr/>
          </p:nvSpPr>
          <p:spPr>
            <a:xfrm>
              <a:off x="1722442" y="610106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0"/>
            <p:cNvSpPr/>
            <p:nvPr/>
          </p:nvSpPr>
          <p:spPr>
            <a:xfrm>
              <a:off x="2046743" y="621567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1"/>
            <p:cNvSpPr/>
            <p:nvPr/>
          </p:nvSpPr>
          <p:spPr>
            <a:xfrm>
              <a:off x="3350187" y="656332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2"/>
            <p:cNvSpPr/>
            <p:nvPr/>
          </p:nvSpPr>
          <p:spPr>
            <a:xfrm>
              <a:off x="3838978" y="63317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3"/>
            <p:cNvSpPr/>
            <p:nvPr/>
          </p:nvSpPr>
          <p:spPr>
            <a:xfrm>
              <a:off x="1232090" y="589839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4"/>
            <p:cNvSpPr/>
            <p:nvPr/>
          </p:nvSpPr>
          <p:spPr>
            <a:xfrm>
              <a:off x="1720882" y="629452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5"/>
            <p:cNvSpPr/>
            <p:nvPr/>
          </p:nvSpPr>
          <p:spPr>
            <a:xfrm>
              <a:off x="2535534" y="587717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6"/>
            <p:cNvSpPr/>
            <p:nvPr/>
          </p:nvSpPr>
          <p:spPr>
            <a:xfrm>
              <a:off x="2633292" y="600651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7"/>
            <p:cNvSpPr/>
            <p:nvPr/>
          </p:nvSpPr>
          <p:spPr>
            <a:xfrm>
              <a:off x="1557951" y="634696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8"/>
            <p:cNvSpPr/>
            <p:nvPr/>
          </p:nvSpPr>
          <p:spPr>
            <a:xfrm>
              <a:off x="1232090" y="621987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19"/>
            <p:cNvSpPr/>
            <p:nvPr/>
          </p:nvSpPr>
          <p:spPr>
            <a:xfrm>
              <a:off x="1232090" y="634068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0"/>
            <p:cNvSpPr/>
            <p:nvPr/>
          </p:nvSpPr>
          <p:spPr>
            <a:xfrm>
              <a:off x="2372604" y="60782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1"/>
            <p:cNvSpPr/>
            <p:nvPr/>
          </p:nvSpPr>
          <p:spPr>
            <a:xfrm>
              <a:off x="3513117" y="614216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2"/>
            <p:cNvSpPr/>
            <p:nvPr/>
          </p:nvSpPr>
          <p:spPr>
            <a:xfrm>
              <a:off x="3513117" y="630152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3"/>
            <p:cNvSpPr/>
            <p:nvPr/>
          </p:nvSpPr>
          <p:spPr>
            <a:xfrm>
              <a:off x="2372604" y="649966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4"/>
            <p:cNvSpPr/>
            <p:nvPr/>
          </p:nvSpPr>
          <p:spPr>
            <a:xfrm>
              <a:off x="1883812" y="625993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5"/>
            <p:cNvSpPr/>
            <p:nvPr/>
          </p:nvSpPr>
          <p:spPr>
            <a:xfrm>
              <a:off x="1883812" y="657789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6"/>
            <p:cNvSpPr/>
            <p:nvPr/>
          </p:nvSpPr>
          <p:spPr>
            <a:xfrm>
              <a:off x="1883812" y="650564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7"/>
            <p:cNvSpPr/>
            <p:nvPr/>
          </p:nvSpPr>
          <p:spPr>
            <a:xfrm>
              <a:off x="1720882" y="630280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8"/>
            <p:cNvSpPr/>
            <p:nvPr/>
          </p:nvSpPr>
          <p:spPr>
            <a:xfrm>
              <a:off x="1883812" y="655089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29"/>
            <p:cNvSpPr/>
            <p:nvPr/>
          </p:nvSpPr>
          <p:spPr>
            <a:xfrm>
              <a:off x="1395021" y="696501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0"/>
            <p:cNvSpPr/>
            <p:nvPr/>
          </p:nvSpPr>
          <p:spPr>
            <a:xfrm>
              <a:off x="2209673" y="684314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1"/>
            <p:cNvSpPr/>
            <p:nvPr/>
          </p:nvSpPr>
          <p:spPr>
            <a:xfrm>
              <a:off x="2372604" y="660818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2"/>
            <p:cNvSpPr/>
            <p:nvPr/>
          </p:nvSpPr>
          <p:spPr>
            <a:xfrm>
              <a:off x="1883812" y="631217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3"/>
            <p:cNvSpPr/>
            <p:nvPr/>
          </p:nvSpPr>
          <p:spPr>
            <a:xfrm>
              <a:off x="2209673" y="619259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4"/>
            <p:cNvSpPr/>
            <p:nvPr/>
          </p:nvSpPr>
          <p:spPr>
            <a:xfrm>
              <a:off x="1883812" y="613667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5"/>
            <p:cNvSpPr/>
            <p:nvPr/>
          </p:nvSpPr>
          <p:spPr>
            <a:xfrm>
              <a:off x="2861395" y="621667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6"/>
            <p:cNvSpPr/>
            <p:nvPr/>
          </p:nvSpPr>
          <p:spPr>
            <a:xfrm>
              <a:off x="2046743" y="60518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7"/>
            <p:cNvSpPr/>
            <p:nvPr/>
          </p:nvSpPr>
          <p:spPr>
            <a:xfrm>
              <a:off x="1883812" y="596705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8"/>
            <p:cNvSpPr/>
            <p:nvPr/>
          </p:nvSpPr>
          <p:spPr>
            <a:xfrm>
              <a:off x="1883812" y="633600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39"/>
            <p:cNvSpPr/>
            <p:nvPr/>
          </p:nvSpPr>
          <p:spPr>
            <a:xfrm>
              <a:off x="1883812" y="640985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0"/>
            <p:cNvSpPr/>
            <p:nvPr/>
          </p:nvSpPr>
          <p:spPr>
            <a:xfrm>
              <a:off x="926786" y="6283773"/>
              <a:ext cx="3095678" cy="210323"/>
            </a:xfrm>
            <a:custGeom>
              <a:avLst/>
              <a:pathLst>
                <a:path w="3095678" h="210323">
                  <a:moveTo>
                    <a:pt x="0" y="45925"/>
                  </a:moveTo>
                  <a:lnTo>
                    <a:pt x="39185" y="47596"/>
                  </a:lnTo>
                  <a:lnTo>
                    <a:pt x="78371" y="49254"/>
                  </a:lnTo>
                  <a:lnTo>
                    <a:pt x="117557" y="50897"/>
                  </a:lnTo>
                  <a:lnTo>
                    <a:pt x="156743" y="52525"/>
                  </a:lnTo>
                  <a:lnTo>
                    <a:pt x="195929" y="54135"/>
                  </a:lnTo>
                  <a:lnTo>
                    <a:pt x="235114" y="55728"/>
                  </a:lnTo>
                  <a:lnTo>
                    <a:pt x="274300" y="57301"/>
                  </a:lnTo>
                  <a:lnTo>
                    <a:pt x="313486" y="58852"/>
                  </a:lnTo>
                  <a:lnTo>
                    <a:pt x="352672" y="60379"/>
                  </a:lnTo>
                  <a:lnTo>
                    <a:pt x="391858" y="61881"/>
                  </a:lnTo>
                  <a:lnTo>
                    <a:pt x="431043" y="63355"/>
                  </a:lnTo>
                  <a:lnTo>
                    <a:pt x="470229" y="64798"/>
                  </a:lnTo>
                  <a:lnTo>
                    <a:pt x="509415" y="66207"/>
                  </a:lnTo>
                  <a:lnTo>
                    <a:pt x="548601" y="67579"/>
                  </a:lnTo>
                  <a:lnTo>
                    <a:pt x="587787" y="68911"/>
                  </a:lnTo>
                  <a:lnTo>
                    <a:pt x="626972" y="70198"/>
                  </a:lnTo>
                  <a:lnTo>
                    <a:pt x="666158" y="71437"/>
                  </a:lnTo>
                  <a:lnTo>
                    <a:pt x="705344" y="72622"/>
                  </a:lnTo>
                  <a:lnTo>
                    <a:pt x="744530" y="73749"/>
                  </a:lnTo>
                  <a:lnTo>
                    <a:pt x="783716" y="74811"/>
                  </a:lnTo>
                  <a:lnTo>
                    <a:pt x="822901" y="75803"/>
                  </a:lnTo>
                  <a:lnTo>
                    <a:pt x="862087" y="76718"/>
                  </a:lnTo>
                  <a:lnTo>
                    <a:pt x="901273" y="77550"/>
                  </a:lnTo>
                  <a:lnTo>
                    <a:pt x="940459" y="78292"/>
                  </a:lnTo>
                  <a:lnTo>
                    <a:pt x="979645" y="78937"/>
                  </a:lnTo>
                  <a:lnTo>
                    <a:pt x="1018831" y="79479"/>
                  </a:lnTo>
                  <a:lnTo>
                    <a:pt x="1058016" y="79910"/>
                  </a:lnTo>
                  <a:lnTo>
                    <a:pt x="1097202" y="80225"/>
                  </a:lnTo>
                  <a:lnTo>
                    <a:pt x="1136388" y="80418"/>
                  </a:lnTo>
                  <a:lnTo>
                    <a:pt x="1175574" y="80487"/>
                  </a:lnTo>
                  <a:lnTo>
                    <a:pt x="1214760" y="80426"/>
                  </a:lnTo>
                  <a:lnTo>
                    <a:pt x="1253945" y="80237"/>
                  </a:lnTo>
                  <a:lnTo>
                    <a:pt x="1293131" y="79917"/>
                  </a:lnTo>
                  <a:lnTo>
                    <a:pt x="1332317" y="79469"/>
                  </a:lnTo>
                  <a:lnTo>
                    <a:pt x="1371503" y="78896"/>
                  </a:lnTo>
                  <a:lnTo>
                    <a:pt x="1410689" y="78201"/>
                  </a:lnTo>
                  <a:lnTo>
                    <a:pt x="1449874" y="77391"/>
                  </a:lnTo>
                  <a:lnTo>
                    <a:pt x="1489060" y="76470"/>
                  </a:lnTo>
                  <a:lnTo>
                    <a:pt x="1528246" y="75446"/>
                  </a:lnTo>
                  <a:lnTo>
                    <a:pt x="1567432" y="74324"/>
                  </a:lnTo>
                  <a:lnTo>
                    <a:pt x="1606618" y="73113"/>
                  </a:lnTo>
                  <a:lnTo>
                    <a:pt x="1645803" y="71819"/>
                  </a:lnTo>
                  <a:lnTo>
                    <a:pt x="1684989" y="70448"/>
                  </a:lnTo>
                  <a:lnTo>
                    <a:pt x="1724175" y="69007"/>
                  </a:lnTo>
                  <a:lnTo>
                    <a:pt x="1763361" y="67502"/>
                  </a:lnTo>
                  <a:lnTo>
                    <a:pt x="1802547" y="65938"/>
                  </a:lnTo>
                  <a:lnTo>
                    <a:pt x="1841733" y="64321"/>
                  </a:lnTo>
                  <a:lnTo>
                    <a:pt x="1880918" y="62655"/>
                  </a:lnTo>
                  <a:lnTo>
                    <a:pt x="1920104" y="60945"/>
                  </a:lnTo>
                  <a:lnTo>
                    <a:pt x="1959290" y="59194"/>
                  </a:lnTo>
                  <a:lnTo>
                    <a:pt x="1998476" y="57407"/>
                  </a:lnTo>
                  <a:lnTo>
                    <a:pt x="2037662" y="55585"/>
                  </a:lnTo>
                  <a:lnTo>
                    <a:pt x="2076847" y="53733"/>
                  </a:lnTo>
                  <a:lnTo>
                    <a:pt x="2116033" y="51853"/>
                  </a:lnTo>
                  <a:lnTo>
                    <a:pt x="2155219" y="49948"/>
                  </a:lnTo>
                  <a:lnTo>
                    <a:pt x="2194405" y="48019"/>
                  </a:lnTo>
                  <a:lnTo>
                    <a:pt x="2233591" y="46068"/>
                  </a:lnTo>
                  <a:lnTo>
                    <a:pt x="2272776" y="44097"/>
                  </a:lnTo>
                  <a:lnTo>
                    <a:pt x="2311962" y="42108"/>
                  </a:lnTo>
                  <a:lnTo>
                    <a:pt x="2351148" y="40103"/>
                  </a:lnTo>
                  <a:lnTo>
                    <a:pt x="2390334" y="38081"/>
                  </a:lnTo>
                  <a:lnTo>
                    <a:pt x="2429520" y="36046"/>
                  </a:lnTo>
                  <a:lnTo>
                    <a:pt x="2468705" y="33997"/>
                  </a:lnTo>
                  <a:lnTo>
                    <a:pt x="2507891" y="31936"/>
                  </a:lnTo>
                  <a:lnTo>
                    <a:pt x="2547077" y="29863"/>
                  </a:lnTo>
                  <a:lnTo>
                    <a:pt x="2586263" y="27780"/>
                  </a:lnTo>
                  <a:lnTo>
                    <a:pt x="2625449" y="25687"/>
                  </a:lnTo>
                  <a:lnTo>
                    <a:pt x="2664635" y="23585"/>
                  </a:lnTo>
                  <a:lnTo>
                    <a:pt x="2703820" y="21474"/>
                  </a:lnTo>
                  <a:lnTo>
                    <a:pt x="2743006" y="19355"/>
                  </a:lnTo>
                  <a:lnTo>
                    <a:pt x="2782192" y="17229"/>
                  </a:lnTo>
                  <a:lnTo>
                    <a:pt x="2821378" y="15096"/>
                  </a:lnTo>
                  <a:lnTo>
                    <a:pt x="2860564" y="12956"/>
                  </a:lnTo>
                  <a:lnTo>
                    <a:pt x="2899749" y="10810"/>
                  </a:lnTo>
                  <a:lnTo>
                    <a:pt x="2938935" y="8658"/>
                  </a:lnTo>
                  <a:lnTo>
                    <a:pt x="2978121" y="6501"/>
                  </a:lnTo>
                  <a:lnTo>
                    <a:pt x="3017307" y="4339"/>
                  </a:lnTo>
                  <a:lnTo>
                    <a:pt x="3056493" y="2171"/>
                  </a:lnTo>
                  <a:lnTo>
                    <a:pt x="3095678" y="0"/>
                  </a:lnTo>
                  <a:lnTo>
                    <a:pt x="3095678" y="210323"/>
                  </a:lnTo>
                  <a:lnTo>
                    <a:pt x="3056493" y="208529"/>
                  </a:lnTo>
                  <a:lnTo>
                    <a:pt x="3017307" y="206740"/>
                  </a:lnTo>
                  <a:lnTo>
                    <a:pt x="2978121" y="204955"/>
                  </a:lnTo>
                  <a:lnTo>
                    <a:pt x="2938935" y="203176"/>
                  </a:lnTo>
                  <a:lnTo>
                    <a:pt x="2899749" y="201402"/>
                  </a:lnTo>
                  <a:lnTo>
                    <a:pt x="2860564" y="199634"/>
                  </a:lnTo>
                  <a:lnTo>
                    <a:pt x="2821378" y="197872"/>
                  </a:lnTo>
                  <a:lnTo>
                    <a:pt x="2782192" y="196116"/>
                  </a:lnTo>
                  <a:lnTo>
                    <a:pt x="2743006" y="194368"/>
                  </a:lnTo>
                  <a:lnTo>
                    <a:pt x="2703820" y="192627"/>
                  </a:lnTo>
                  <a:lnTo>
                    <a:pt x="2664635" y="190894"/>
                  </a:lnTo>
                  <a:lnTo>
                    <a:pt x="2625449" y="189169"/>
                  </a:lnTo>
                  <a:lnTo>
                    <a:pt x="2586263" y="187454"/>
                  </a:lnTo>
                  <a:lnTo>
                    <a:pt x="2547077" y="185749"/>
                  </a:lnTo>
                  <a:lnTo>
                    <a:pt x="2507891" y="184054"/>
                  </a:lnTo>
                  <a:lnTo>
                    <a:pt x="2468705" y="182371"/>
                  </a:lnTo>
                  <a:lnTo>
                    <a:pt x="2429520" y="180700"/>
                  </a:lnTo>
                  <a:lnTo>
                    <a:pt x="2390334" y="179042"/>
                  </a:lnTo>
                  <a:lnTo>
                    <a:pt x="2351148" y="177399"/>
                  </a:lnTo>
                  <a:lnTo>
                    <a:pt x="2311962" y="175771"/>
                  </a:lnTo>
                  <a:lnTo>
                    <a:pt x="2272776" y="174160"/>
                  </a:lnTo>
                  <a:lnTo>
                    <a:pt x="2233591" y="172567"/>
                  </a:lnTo>
                  <a:lnTo>
                    <a:pt x="2194405" y="170994"/>
                  </a:lnTo>
                  <a:lnTo>
                    <a:pt x="2155219" y="169443"/>
                  </a:lnTo>
                  <a:lnTo>
                    <a:pt x="2116033" y="167915"/>
                  </a:lnTo>
                  <a:lnTo>
                    <a:pt x="2076847" y="166413"/>
                  </a:lnTo>
                  <a:lnTo>
                    <a:pt x="2037662" y="164938"/>
                  </a:lnTo>
                  <a:lnTo>
                    <a:pt x="1998476" y="163495"/>
                  </a:lnTo>
                  <a:lnTo>
                    <a:pt x="1959290" y="162085"/>
                  </a:lnTo>
                  <a:lnTo>
                    <a:pt x="1920104" y="160712"/>
                  </a:lnTo>
                  <a:lnTo>
                    <a:pt x="1880918" y="159380"/>
                  </a:lnTo>
                  <a:lnTo>
                    <a:pt x="1841733" y="158092"/>
                  </a:lnTo>
                  <a:lnTo>
                    <a:pt x="1802547" y="156853"/>
                  </a:lnTo>
                  <a:lnTo>
                    <a:pt x="1763361" y="155667"/>
                  </a:lnTo>
                  <a:lnTo>
                    <a:pt x="1724175" y="154539"/>
                  </a:lnTo>
                  <a:lnTo>
                    <a:pt x="1684989" y="153476"/>
                  </a:lnTo>
                  <a:lnTo>
                    <a:pt x="1645803" y="152483"/>
                  </a:lnTo>
                  <a:lnTo>
                    <a:pt x="1606618" y="151567"/>
                  </a:lnTo>
                  <a:lnTo>
                    <a:pt x="1567432" y="150733"/>
                  </a:lnTo>
                  <a:lnTo>
                    <a:pt x="1528246" y="149990"/>
                  </a:lnTo>
                  <a:lnTo>
                    <a:pt x="1489060" y="149343"/>
                  </a:lnTo>
                  <a:lnTo>
                    <a:pt x="1449874" y="148800"/>
                  </a:lnTo>
                  <a:lnTo>
                    <a:pt x="1410689" y="148367"/>
                  </a:lnTo>
                  <a:lnTo>
                    <a:pt x="1371503" y="148051"/>
                  </a:lnTo>
                  <a:lnTo>
                    <a:pt x="1332317" y="147855"/>
                  </a:lnTo>
                  <a:lnTo>
                    <a:pt x="1293131" y="147785"/>
                  </a:lnTo>
                  <a:lnTo>
                    <a:pt x="1253945" y="147843"/>
                  </a:lnTo>
                  <a:lnTo>
                    <a:pt x="1214760" y="148031"/>
                  </a:lnTo>
                  <a:lnTo>
                    <a:pt x="1175574" y="148349"/>
                  </a:lnTo>
                  <a:lnTo>
                    <a:pt x="1136388" y="148795"/>
                  </a:lnTo>
                  <a:lnTo>
                    <a:pt x="1097202" y="149367"/>
                  </a:lnTo>
                  <a:lnTo>
                    <a:pt x="1058016" y="150059"/>
                  </a:lnTo>
                  <a:lnTo>
                    <a:pt x="1018831" y="150868"/>
                  </a:lnTo>
                  <a:lnTo>
                    <a:pt x="979645" y="151787"/>
                  </a:lnTo>
                  <a:lnTo>
                    <a:pt x="940459" y="152810"/>
                  </a:lnTo>
                  <a:lnTo>
                    <a:pt x="901273" y="153930"/>
                  </a:lnTo>
                  <a:lnTo>
                    <a:pt x="862087" y="155140"/>
                  </a:lnTo>
                  <a:lnTo>
                    <a:pt x="822901" y="156433"/>
                  </a:lnTo>
                  <a:lnTo>
                    <a:pt x="783716" y="157803"/>
                  </a:lnTo>
                  <a:lnTo>
                    <a:pt x="744530" y="159243"/>
                  </a:lnTo>
                  <a:lnTo>
                    <a:pt x="705344" y="160747"/>
                  </a:lnTo>
                  <a:lnTo>
                    <a:pt x="666158" y="162310"/>
                  </a:lnTo>
                  <a:lnTo>
                    <a:pt x="626972" y="163927"/>
                  </a:lnTo>
                  <a:lnTo>
                    <a:pt x="587787" y="165592"/>
                  </a:lnTo>
                  <a:lnTo>
                    <a:pt x="548601" y="167302"/>
                  </a:lnTo>
                  <a:lnTo>
                    <a:pt x="509415" y="169052"/>
                  </a:lnTo>
                  <a:lnTo>
                    <a:pt x="470229" y="170839"/>
                  </a:lnTo>
                  <a:lnTo>
                    <a:pt x="431043" y="172660"/>
                  </a:lnTo>
                  <a:lnTo>
                    <a:pt x="391858" y="174511"/>
                  </a:lnTo>
                  <a:lnTo>
                    <a:pt x="352672" y="176391"/>
                  </a:lnTo>
                  <a:lnTo>
                    <a:pt x="313486" y="178296"/>
                  </a:lnTo>
                  <a:lnTo>
                    <a:pt x="274300" y="180225"/>
                  </a:lnTo>
                  <a:lnTo>
                    <a:pt x="235114" y="182175"/>
                  </a:lnTo>
                  <a:lnTo>
                    <a:pt x="195929" y="184146"/>
                  </a:lnTo>
                  <a:lnTo>
                    <a:pt x="156743" y="186134"/>
                  </a:lnTo>
                  <a:lnTo>
                    <a:pt x="117557" y="188140"/>
                  </a:lnTo>
                  <a:lnTo>
                    <a:pt x="78371" y="190161"/>
                  </a:lnTo>
                  <a:lnTo>
                    <a:pt x="39185" y="192196"/>
                  </a:lnTo>
                  <a:lnTo>
                    <a:pt x="0" y="194245"/>
                  </a:lnTo>
                  <a:close/>
                </a:path>
              </a:pathLst>
            </a:custGeom>
            <a:solidFill>
              <a:srgbClr val="0E5A78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642" name="pl641"/>
            <p:cNvSpPr/>
            <p:nvPr/>
          </p:nvSpPr>
          <p:spPr>
            <a:xfrm>
              <a:off x="926786" y="6283773"/>
              <a:ext cx="3095678" cy="80487"/>
            </a:xfrm>
            <a:custGeom>
              <a:avLst/>
              <a:pathLst>
                <a:path w="3095678" h="80487">
                  <a:moveTo>
                    <a:pt x="0" y="45925"/>
                  </a:moveTo>
                  <a:lnTo>
                    <a:pt x="39185" y="47596"/>
                  </a:lnTo>
                  <a:lnTo>
                    <a:pt x="78371" y="49254"/>
                  </a:lnTo>
                  <a:lnTo>
                    <a:pt x="117557" y="50897"/>
                  </a:lnTo>
                  <a:lnTo>
                    <a:pt x="156743" y="52525"/>
                  </a:lnTo>
                  <a:lnTo>
                    <a:pt x="195929" y="54135"/>
                  </a:lnTo>
                  <a:lnTo>
                    <a:pt x="235114" y="55728"/>
                  </a:lnTo>
                  <a:lnTo>
                    <a:pt x="274300" y="57301"/>
                  </a:lnTo>
                  <a:lnTo>
                    <a:pt x="313486" y="58852"/>
                  </a:lnTo>
                  <a:lnTo>
                    <a:pt x="352672" y="60379"/>
                  </a:lnTo>
                  <a:lnTo>
                    <a:pt x="391858" y="61881"/>
                  </a:lnTo>
                  <a:lnTo>
                    <a:pt x="431043" y="63355"/>
                  </a:lnTo>
                  <a:lnTo>
                    <a:pt x="470229" y="64798"/>
                  </a:lnTo>
                  <a:lnTo>
                    <a:pt x="509415" y="66207"/>
                  </a:lnTo>
                  <a:lnTo>
                    <a:pt x="548601" y="67579"/>
                  </a:lnTo>
                  <a:lnTo>
                    <a:pt x="587787" y="68911"/>
                  </a:lnTo>
                  <a:lnTo>
                    <a:pt x="626972" y="70198"/>
                  </a:lnTo>
                  <a:lnTo>
                    <a:pt x="666158" y="71437"/>
                  </a:lnTo>
                  <a:lnTo>
                    <a:pt x="705344" y="72622"/>
                  </a:lnTo>
                  <a:lnTo>
                    <a:pt x="744530" y="73749"/>
                  </a:lnTo>
                  <a:lnTo>
                    <a:pt x="783716" y="74811"/>
                  </a:lnTo>
                  <a:lnTo>
                    <a:pt x="822901" y="75803"/>
                  </a:lnTo>
                  <a:lnTo>
                    <a:pt x="862087" y="76718"/>
                  </a:lnTo>
                  <a:lnTo>
                    <a:pt x="901273" y="77550"/>
                  </a:lnTo>
                  <a:lnTo>
                    <a:pt x="940459" y="78292"/>
                  </a:lnTo>
                  <a:lnTo>
                    <a:pt x="979645" y="78937"/>
                  </a:lnTo>
                  <a:lnTo>
                    <a:pt x="1018831" y="79479"/>
                  </a:lnTo>
                  <a:lnTo>
                    <a:pt x="1058016" y="79910"/>
                  </a:lnTo>
                  <a:lnTo>
                    <a:pt x="1097202" y="80225"/>
                  </a:lnTo>
                  <a:lnTo>
                    <a:pt x="1136388" y="80418"/>
                  </a:lnTo>
                  <a:lnTo>
                    <a:pt x="1175574" y="80487"/>
                  </a:lnTo>
                  <a:lnTo>
                    <a:pt x="1214760" y="80426"/>
                  </a:lnTo>
                  <a:lnTo>
                    <a:pt x="1253945" y="80237"/>
                  </a:lnTo>
                  <a:lnTo>
                    <a:pt x="1293131" y="79917"/>
                  </a:lnTo>
                  <a:lnTo>
                    <a:pt x="1332317" y="79469"/>
                  </a:lnTo>
                  <a:lnTo>
                    <a:pt x="1371503" y="78896"/>
                  </a:lnTo>
                  <a:lnTo>
                    <a:pt x="1410689" y="78201"/>
                  </a:lnTo>
                  <a:lnTo>
                    <a:pt x="1449874" y="77391"/>
                  </a:lnTo>
                  <a:lnTo>
                    <a:pt x="1489060" y="76470"/>
                  </a:lnTo>
                  <a:lnTo>
                    <a:pt x="1528246" y="75446"/>
                  </a:lnTo>
                  <a:lnTo>
                    <a:pt x="1567432" y="74324"/>
                  </a:lnTo>
                  <a:lnTo>
                    <a:pt x="1606618" y="73113"/>
                  </a:lnTo>
                  <a:lnTo>
                    <a:pt x="1645803" y="71819"/>
                  </a:lnTo>
                  <a:lnTo>
                    <a:pt x="1684989" y="70448"/>
                  </a:lnTo>
                  <a:lnTo>
                    <a:pt x="1724175" y="69007"/>
                  </a:lnTo>
                  <a:lnTo>
                    <a:pt x="1763361" y="67502"/>
                  </a:lnTo>
                  <a:lnTo>
                    <a:pt x="1802547" y="65938"/>
                  </a:lnTo>
                  <a:lnTo>
                    <a:pt x="1841733" y="64321"/>
                  </a:lnTo>
                  <a:lnTo>
                    <a:pt x="1880918" y="62655"/>
                  </a:lnTo>
                  <a:lnTo>
                    <a:pt x="1920104" y="60945"/>
                  </a:lnTo>
                  <a:lnTo>
                    <a:pt x="1959290" y="59194"/>
                  </a:lnTo>
                  <a:lnTo>
                    <a:pt x="1998476" y="57407"/>
                  </a:lnTo>
                  <a:lnTo>
                    <a:pt x="2037662" y="55585"/>
                  </a:lnTo>
                  <a:lnTo>
                    <a:pt x="2076847" y="53733"/>
                  </a:lnTo>
                  <a:lnTo>
                    <a:pt x="2116033" y="51853"/>
                  </a:lnTo>
                  <a:lnTo>
                    <a:pt x="2155219" y="49948"/>
                  </a:lnTo>
                  <a:lnTo>
                    <a:pt x="2194405" y="48019"/>
                  </a:lnTo>
                  <a:lnTo>
                    <a:pt x="2233591" y="46068"/>
                  </a:lnTo>
                  <a:lnTo>
                    <a:pt x="2272776" y="44097"/>
                  </a:lnTo>
                  <a:lnTo>
                    <a:pt x="2311962" y="42108"/>
                  </a:lnTo>
                  <a:lnTo>
                    <a:pt x="2351148" y="40103"/>
                  </a:lnTo>
                  <a:lnTo>
                    <a:pt x="2390334" y="38081"/>
                  </a:lnTo>
                  <a:lnTo>
                    <a:pt x="2429520" y="36046"/>
                  </a:lnTo>
                  <a:lnTo>
                    <a:pt x="2468705" y="33997"/>
                  </a:lnTo>
                  <a:lnTo>
                    <a:pt x="2507891" y="31936"/>
                  </a:lnTo>
                  <a:lnTo>
                    <a:pt x="2547077" y="29863"/>
                  </a:lnTo>
                  <a:lnTo>
                    <a:pt x="2586263" y="27780"/>
                  </a:lnTo>
                  <a:lnTo>
                    <a:pt x="2625449" y="25687"/>
                  </a:lnTo>
                  <a:lnTo>
                    <a:pt x="2664635" y="23585"/>
                  </a:lnTo>
                  <a:lnTo>
                    <a:pt x="2703820" y="21474"/>
                  </a:lnTo>
                  <a:lnTo>
                    <a:pt x="2743006" y="19355"/>
                  </a:lnTo>
                  <a:lnTo>
                    <a:pt x="2782192" y="17229"/>
                  </a:lnTo>
                  <a:lnTo>
                    <a:pt x="2821378" y="15096"/>
                  </a:lnTo>
                  <a:lnTo>
                    <a:pt x="2860564" y="12956"/>
                  </a:lnTo>
                  <a:lnTo>
                    <a:pt x="2899749" y="10810"/>
                  </a:lnTo>
                  <a:lnTo>
                    <a:pt x="2938935" y="8658"/>
                  </a:lnTo>
                  <a:lnTo>
                    <a:pt x="2978121" y="6501"/>
                  </a:lnTo>
                  <a:lnTo>
                    <a:pt x="3017307" y="4339"/>
                  </a:lnTo>
                  <a:lnTo>
                    <a:pt x="3056493" y="2171"/>
                  </a:lnTo>
                  <a:lnTo>
                    <a:pt x="309567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43" name="pl642"/>
            <p:cNvSpPr/>
            <p:nvPr/>
          </p:nvSpPr>
          <p:spPr>
            <a:xfrm>
              <a:off x="926786" y="6431559"/>
              <a:ext cx="3095678" cy="62537"/>
            </a:xfrm>
            <a:custGeom>
              <a:avLst/>
              <a:pathLst>
                <a:path w="3095678" h="62537">
                  <a:moveTo>
                    <a:pt x="3095678" y="62537"/>
                  </a:moveTo>
                  <a:lnTo>
                    <a:pt x="3056493" y="60743"/>
                  </a:lnTo>
                  <a:lnTo>
                    <a:pt x="3017307" y="58954"/>
                  </a:lnTo>
                  <a:lnTo>
                    <a:pt x="2978121" y="57169"/>
                  </a:lnTo>
                  <a:lnTo>
                    <a:pt x="2938935" y="55390"/>
                  </a:lnTo>
                  <a:lnTo>
                    <a:pt x="2899749" y="53616"/>
                  </a:lnTo>
                  <a:lnTo>
                    <a:pt x="2860564" y="51848"/>
                  </a:lnTo>
                  <a:lnTo>
                    <a:pt x="2821378" y="50086"/>
                  </a:lnTo>
                  <a:lnTo>
                    <a:pt x="2782192" y="48330"/>
                  </a:lnTo>
                  <a:lnTo>
                    <a:pt x="2743006" y="46582"/>
                  </a:lnTo>
                  <a:lnTo>
                    <a:pt x="2703820" y="44841"/>
                  </a:lnTo>
                  <a:lnTo>
                    <a:pt x="2664635" y="43108"/>
                  </a:lnTo>
                  <a:lnTo>
                    <a:pt x="2625449" y="41384"/>
                  </a:lnTo>
                  <a:lnTo>
                    <a:pt x="2586263" y="39668"/>
                  </a:lnTo>
                  <a:lnTo>
                    <a:pt x="2547077" y="37963"/>
                  </a:lnTo>
                  <a:lnTo>
                    <a:pt x="2507891" y="36268"/>
                  </a:lnTo>
                  <a:lnTo>
                    <a:pt x="2468705" y="34585"/>
                  </a:lnTo>
                  <a:lnTo>
                    <a:pt x="2429520" y="32914"/>
                  </a:lnTo>
                  <a:lnTo>
                    <a:pt x="2390334" y="31256"/>
                  </a:lnTo>
                  <a:lnTo>
                    <a:pt x="2351148" y="29613"/>
                  </a:lnTo>
                  <a:lnTo>
                    <a:pt x="2311962" y="27985"/>
                  </a:lnTo>
                  <a:lnTo>
                    <a:pt x="2272776" y="26374"/>
                  </a:lnTo>
                  <a:lnTo>
                    <a:pt x="2233591" y="24781"/>
                  </a:lnTo>
                  <a:lnTo>
                    <a:pt x="2194405" y="23208"/>
                  </a:lnTo>
                  <a:lnTo>
                    <a:pt x="2155219" y="21657"/>
                  </a:lnTo>
                  <a:lnTo>
                    <a:pt x="2116033" y="20129"/>
                  </a:lnTo>
                  <a:lnTo>
                    <a:pt x="2076847" y="18627"/>
                  </a:lnTo>
                  <a:lnTo>
                    <a:pt x="2037662" y="17153"/>
                  </a:lnTo>
                  <a:lnTo>
                    <a:pt x="1998476" y="15709"/>
                  </a:lnTo>
                  <a:lnTo>
                    <a:pt x="1959290" y="14299"/>
                  </a:lnTo>
                  <a:lnTo>
                    <a:pt x="1920104" y="12927"/>
                  </a:lnTo>
                  <a:lnTo>
                    <a:pt x="1880918" y="11594"/>
                  </a:lnTo>
                  <a:lnTo>
                    <a:pt x="1841733" y="10306"/>
                  </a:lnTo>
                  <a:lnTo>
                    <a:pt x="1802547" y="9067"/>
                  </a:lnTo>
                  <a:lnTo>
                    <a:pt x="1763361" y="7881"/>
                  </a:lnTo>
                  <a:lnTo>
                    <a:pt x="1724175" y="6753"/>
                  </a:lnTo>
                  <a:lnTo>
                    <a:pt x="1684989" y="5690"/>
                  </a:lnTo>
                  <a:lnTo>
                    <a:pt x="1645803" y="4697"/>
                  </a:lnTo>
                  <a:lnTo>
                    <a:pt x="1606618" y="3781"/>
                  </a:lnTo>
                  <a:lnTo>
                    <a:pt x="1567432" y="2947"/>
                  </a:lnTo>
                  <a:lnTo>
                    <a:pt x="1528246" y="2204"/>
                  </a:lnTo>
                  <a:lnTo>
                    <a:pt x="1489060" y="1557"/>
                  </a:lnTo>
                  <a:lnTo>
                    <a:pt x="1449874" y="1014"/>
                  </a:lnTo>
                  <a:lnTo>
                    <a:pt x="1410689" y="582"/>
                  </a:lnTo>
                  <a:lnTo>
                    <a:pt x="1371503" y="265"/>
                  </a:lnTo>
                  <a:lnTo>
                    <a:pt x="1332317" y="70"/>
                  </a:lnTo>
                  <a:lnTo>
                    <a:pt x="1293131" y="0"/>
                  </a:lnTo>
                  <a:lnTo>
                    <a:pt x="1253945" y="58"/>
                  </a:lnTo>
                  <a:lnTo>
                    <a:pt x="1214760" y="246"/>
                  </a:lnTo>
                  <a:lnTo>
                    <a:pt x="1175574" y="563"/>
                  </a:lnTo>
                  <a:lnTo>
                    <a:pt x="1136388" y="1009"/>
                  </a:lnTo>
                  <a:lnTo>
                    <a:pt x="1097202" y="1581"/>
                  </a:lnTo>
                  <a:lnTo>
                    <a:pt x="1058016" y="2274"/>
                  </a:lnTo>
                  <a:lnTo>
                    <a:pt x="1018831" y="3082"/>
                  </a:lnTo>
                  <a:lnTo>
                    <a:pt x="979645" y="4002"/>
                  </a:lnTo>
                  <a:lnTo>
                    <a:pt x="940459" y="5025"/>
                  </a:lnTo>
                  <a:lnTo>
                    <a:pt x="901273" y="6144"/>
                  </a:lnTo>
                  <a:lnTo>
                    <a:pt x="862087" y="7354"/>
                  </a:lnTo>
                  <a:lnTo>
                    <a:pt x="822901" y="8648"/>
                  </a:lnTo>
                  <a:lnTo>
                    <a:pt x="783716" y="10017"/>
                  </a:lnTo>
                  <a:lnTo>
                    <a:pt x="744530" y="11457"/>
                  </a:lnTo>
                  <a:lnTo>
                    <a:pt x="705344" y="12962"/>
                  </a:lnTo>
                  <a:lnTo>
                    <a:pt x="666158" y="14525"/>
                  </a:lnTo>
                  <a:lnTo>
                    <a:pt x="626972" y="16141"/>
                  </a:lnTo>
                  <a:lnTo>
                    <a:pt x="587787" y="17806"/>
                  </a:lnTo>
                  <a:lnTo>
                    <a:pt x="548601" y="19516"/>
                  </a:lnTo>
                  <a:lnTo>
                    <a:pt x="509415" y="21266"/>
                  </a:lnTo>
                  <a:lnTo>
                    <a:pt x="470229" y="23053"/>
                  </a:lnTo>
                  <a:lnTo>
                    <a:pt x="431043" y="24874"/>
                  </a:lnTo>
                  <a:lnTo>
                    <a:pt x="391858" y="26725"/>
                  </a:lnTo>
                  <a:lnTo>
                    <a:pt x="352672" y="28605"/>
                  </a:lnTo>
                  <a:lnTo>
                    <a:pt x="313486" y="30510"/>
                  </a:lnTo>
                  <a:lnTo>
                    <a:pt x="274300" y="32439"/>
                  </a:lnTo>
                  <a:lnTo>
                    <a:pt x="235114" y="34390"/>
                  </a:lnTo>
                  <a:lnTo>
                    <a:pt x="195929" y="36360"/>
                  </a:lnTo>
                  <a:lnTo>
                    <a:pt x="156743" y="38349"/>
                  </a:lnTo>
                  <a:lnTo>
                    <a:pt x="117557" y="40354"/>
                  </a:lnTo>
                  <a:lnTo>
                    <a:pt x="78371" y="42375"/>
                  </a:lnTo>
                  <a:lnTo>
                    <a:pt x="39185" y="44410"/>
                  </a:lnTo>
                  <a:lnTo>
                    <a:pt x="0" y="4645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44" name="pl643"/>
            <p:cNvSpPr/>
            <p:nvPr/>
          </p:nvSpPr>
          <p:spPr>
            <a:xfrm>
              <a:off x="926786" y="6388935"/>
              <a:ext cx="3095678" cy="14923"/>
            </a:xfrm>
            <a:custGeom>
              <a:avLst/>
              <a:pathLst>
                <a:path w="3095678" h="14923">
                  <a:moveTo>
                    <a:pt x="0" y="14923"/>
                  </a:moveTo>
                  <a:lnTo>
                    <a:pt x="39185" y="14734"/>
                  </a:lnTo>
                  <a:lnTo>
                    <a:pt x="78371" y="14545"/>
                  </a:lnTo>
                  <a:lnTo>
                    <a:pt x="117557" y="14357"/>
                  </a:lnTo>
                  <a:lnTo>
                    <a:pt x="156743" y="14168"/>
                  </a:lnTo>
                  <a:lnTo>
                    <a:pt x="195929" y="13979"/>
                  </a:lnTo>
                  <a:lnTo>
                    <a:pt x="235114" y="13790"/>
                  </a:lnTo>
                  <a:lnTo>
                    <a:pt x="274300" y="13601"/>
                  </a:lnTo>
                  <a:lnTo>
                    <a:pt x="313486" y="13412"/>
                  </a:lnTo>
                  <a:lnTo>
                    <a:pt x="352672" y="13223"/>
                  </a:lnTo>
                  <a:lnTo>
                    <a:pt x="391858" y="13034"/>
                  </a:lnTo>
                  <a:lnTo>
                    <a:pt x="431043" y="12845"/>
                  </a:lnTo>
                  <a:lnTo>
                    <a:pt x="470229" y="12656"/>
                  </a:lnTo>
                  <a:lnTo>
                    <a:pt x="509415" y="12467"/>
                  </a:lnTo>
                  <a:lnTo>
                    <a:pt x="548601" y="12279"/>
                  </a:lnTo>
                  <a:lnTo>
                    <a:pt x="587787" y="12090"/>
                  </a:lnTo>
                  <a:lnTo>
                    <a:pt x="626972" y="11901"/>
                  </a:lnTo>
                  <a:lnTo>
                    <a:pt x="666158" y="11712"/>
                  </a:lnTo>
                  <a:lnTo>
                    <a:pt x="705344" y="11523"/>
                  </a:lnTo>
                  <a:lnTo>
                    <a:pt x="744530" y="11334"/>
                  </a:lnTo>
                  <a:lnTo>
                    <a:pt x="783716" y="11145"/>
                  </a:lnTo>
                  <a:lnTo>
                    <a:pt x="822901" y="10956"/>
                  </a:lnTo>
                  <a:lnTo>
                    <a:pt x="862087" y="10767"/>
                  </a:lnTo>
                  <a:lnTo>
                    <a:pt x="901273" y="10578"/>
                  </a:lnTo>
                  <a:lnTo>
                    <a:pt x="940459" y="10389"/>
                  </a:lnTo>
                  <a:lnTo>
                    <a:pt x="979645" y="10201"/>
                  </a:lnTo>
                  <a:lnTo>
                    <a:pt x="1018831" y="10012"/>
                  </a:lnTo>
                  <a:lnTo>
                    <a:pt x="1058016" y="9823"/>
                  </a:lnTo>
                  <a:lnTo>
                    <a:pt x="1097202" y="9634"/>
                  </a:lnTo>
                  <a:lnTo>
                    <a:pt x="1136388" y="9445"/>
                  </a:lnTo>
                  <a:lnTo>
                    <a:pt x="1175574" y="9256"/>
                  </a:lnTo>
                  <a:lnTo>
                    <a:pt x="1214760" y="9067"/>
                  </a:lnTo>
                  <a:lnTo>
                    <a:pt x="1253945" y="8878"/>
                  </a:lnTo>
                  <a:lnTo>
                    <a:pt x="1293131" y="8689"/>
                  </a:lnTo>
                  <a:lnTo>
                    <a:pt x="1332317" y="8500"/>
                  </a:lnTo>
                  <a:lnTo>
                    <a:pt x="1371503" y="8311"/>
                  </a:lnTo>
                  <a:lnTo>
                    <a:pt x="1410689" y="8123"/>
                  </a:lnTo>
                  <a:lnTo>
                    <a:pt x="1449874" y="7934"/>
                  </a:lnTo>
                  <a:lnTo>
                    <a:pt x="1489060" y="7745"/>
                  </a:lnTo>
                  <a:lnTo>
                    <a:pt x="1528246" y="7556"/>
                  </a:lnTo>
                  <a:lnTo>
                    <a:pt x="1567432" y="7367"/>
                  </a:lnTo>
                  <a:lnTo>
                    <a:pt x="1606618" y="7178"/>
                  </a:lnTo>
                  <a:lnTo>
                    <a:pt x="1645803" y="6989"/>
                  </a:lnTo>
                  <a:lnTo>
                    <a:pt x="1684989" y="6800"/>
                  </a:lnTo>
                  <a:lnTo>
                    <a:pt x="1724175" y="6611"/>
                  </a:lnTo>
                  <a:lnTo>
                    <a:pt x="1763361" y="6422"/>
                  </a:lnTo>
                  <a:lnTo>
                    <a:pt x="1802547" y="6233"/>
                  </a:lnTo>
                  <a:lnTo>
                    <a:pt x="1841733" y="6045"/>
                  </a:lnTo>
                  <a:lnTo>
                    <a:pt x="1880918" y="5856"/>
                  </a:lnTo>
                  <a:lnTo>
                    <a:pt x="1920104" y="5667"/>
                  </a:lnTo>
                  <a:lnTo>
                    <a:pt x="1959290" y="5478"/>
                  </a:lnTo>
                  <a:lnTo>
                    <a:pt x="1998476" y="5289"/>
                  </a:lnTo>
                  <a:lnTo>
                    <a:pt x="2037662" y="5100"/>
                  </a:lnTo>
                  <a:lnTo>
                    <a:pt x="2076847" y="4911"/>
                  </a:lnTo>
                  <a:lnTo>
                    <a:pt x="2116033" y="4722"/>
                  </a:lnTo>
                  <a:lnTo>
                    <a:pt x="2155219" y="4533"/>
                  </a:lnTo>
                  <a:lnTo>
                    <a:pt x="2194405" y="4344"/>
                  </a:lnTo>
                  <a:lnTo>
                    <a:pt x="2233591" y="4155"/>
                  </a:lnTo>
                  <a:lnTo>
                    <a:pt x="2272776" y="3967"/>
                  </a:lnTo>
                  <a:lnTo>
                    <a:pt x="2311962" y="3778"/>
                  </a:lnTo>
                  <a:lnTo>
                    <a:pt x="2351148" y="3589"/>
                  </a:lnTo>
                  <a:lnTo>
                    <a:pt x="2390334" y="3400"/>
                  </a:lnTo>
                  <a:lnTo>
                    <a:pt x="2429520" y="3211"/>
                  </a:lnTo>
                  <a:lnTo>
                    <a:pt x="2468705" y="3022"/>
                  </a:lnTo>
                  <a:lnTo>
                    <a:pt x="2507891" y="2833"/>
                  </a:lnTo>
                  <a:lnTo>
                    <a:pt x="2547077" y="2644"/>
                  </a:lnTo>
                  <a:lnTo>
                    <a:pt x="2586263" y="2455"/>
                  </a:lnTo>
                  <a:lnTo>
                    <a:pt x="2625449" y="2266"/>
                  </a:lnTo>
                  <a:lnTo>
                    <a:pt x="2664635" y="2077"/>
                  </a:lnTo>
                  <a:lnTo>
                    <a:pt x="2703820" y="1889"/>
                  </a:lnTo>
                  <a:lnTo>
                    <a:pt x="2743006" y="1700"/>
                  </a:lnTo>
                  <a:lnTo>
                    <a:pt x="2782192" y="1511"/>
                  </a:lnTo>
                  <a:lnTo>
                    <a:pt x="2821378" y="1322"/>
                  </a:lnTo>
                  <a:lnTo>
                    <a:pt x="2860564" y="1133"/>
                  </a:lnTo>
                  <a:lnTo>
                    <a:pt x="2899749" y="944"/>
                  </a:lnTo>
                  <a:lnTo>
                    <a:pt x="2938935" y="755"/>
                  </a:lnTo>
                  <a:lnTo>
                    <a:pt x="2978121" y="566"/>
                  </a:lnTo>
                  <a:lnTo>
                    <a:pt x="3017307" y="377"/>
                  </a:lnTo>
                  <a:lnTo>
                    <a:pt x="3056493" y="188"/>
                  </a:lnTo>
                  <a:lnTo>
                    <a:pt x="3095678" y="0"/>
                  </a:lnTo>
                </a:path>
              </a:pathLst>
            </a:custGeom>
            <a:ln w="16260" cap="flat">
              <a:solidFill>
                <a:srgbClr val="2A2A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4"/>
            <p:cNvSpPr/>
            <p:nvPr/>
          </p:nvSpPr>
          <p:spPr>
            <a:xfrm>
              <a:off x="4243674" y="3437339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5"/>
            <p:cNvSpPr/>
            <p:nvPr/>
          </p:nvSpPr>
          <p:spPr>
            <a:xfrm>
              <a:off x="4243674" y="3119752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6"/>
            <p:cNvSpPr/>
            <p:nvPr/>
          </p:nvSpPr>
          <p:spPr>
            <a:xfrm>
              <a:off x="4243674" y="2802165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7"/>
            <p:cNvSpPr/>
            <p:nvPr/>
          </p:nvSpPr>
          <p:spPr>
            <a:xfrm>
              <a:off x="4243674" y="2484578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8"/>
            <p:cNvSpPr/>
            <p:nvPr/>
          </p:nvSpPr>
          <p:spPr>
            <a:xfrm>
              <a:off x="4243674" y="2166991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49"/>
            <p:cNvSpPr/>
            <p:nvPr/>
          </p:nvSpPr>
          <p:spPr>
            <a:xfrm>
              <a:off x="5055404" y="2123142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0"/>
            <p:cNvSpPr/>
            <p:nvPr/>
          </p:nvSpPr>
          <p:spPr>
            <a:xfrm>
              <a:off x="6000649" y="2123142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1"/>
            <p:cNvSpPr/>
            <p:nvPr/>
          </p:nvSpPr>
          <p:spPr>
            <a:xfrm>
              <a:off x="6945895" y="2123142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2"/>
            <p:cNvSpPr/>
            <p:nvPr/>
          </p:nvSpPr>
          <p:spPr>
            <a:xfrm>
              <a:off x="4243674" y="3437339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12934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54" name="pt653"/>
            <p:cNvSpPr/>
            <p:nvPr/>
          </p:nvSpPr>
          <p:spPr>
            <a:xfrm>
              <a:off x="4718191" y="254440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4"/>
            <p:cNvSpPr/>
            <p:nvPr/>
          </p:nvSpPr>
          <p:spPr>
            <a:xfrm>
              <a:off x="5767413" y="256775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5"/>
            <p:cNvSpPr/>
            <p:nvPr/>
          </p:nvSpPr>
          <p:spPr>
            <a:xfrm>
              <a:off x="5932831" y="297098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6"/>
            <p:cNvSpPr/>
            <p:nvPr/>
          </p:nvSpPr>
          <p:spPr>
            <a:xfrm>
              <a:off x="5176635" y="256976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7"/>
            <p:cNvSpPr/>
            <p:nvPr/>
          </p:nvSpPr>
          <p:spPr>
            <a:xfrm>
              <a:off x="5384589" y="265278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8"/>
            <p:cNvSpPr/>
            <p:nvPr/>
          </p:nvSpPr>
          <p:spPr>
            <a:xfrm>
              <a:off x="5228623" y="27464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59"/>
            <p:cNvSpPr/>
            <p:nvPr/>
          </p:nvSpPr>
          <p:spPr>
            <a:xfrm>
              <a:off x="5077384" y="250049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0"/>
            <p:cNvSpPr/>
            <p:nvPr/>
          </p:nvSpPr>
          <p:spPr>
            <a:xfrm>
              <a:off x="6358191" y="290590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1"/>
            <p:cNvSpPr/>
            <p:nvPr/>
          </p:nvSpPr>
          <p:spPr>
            <a:xfrm>
              <a:off x="4921418" y="29134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2"/>
            <p:cNvSpPr/>
            <p:nvPr/>
          </p:nvSpPr>
          <p:spPr>
            <a:xfrm>
              <a:off x="5030122" y="245351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3"/>
            <p:cNvSpPr/>
            <p:nvPr/>
          </p:nvSpPr>
          <p:spPr>
            <a:xfrm>
              <a:off x="4949776" y="230460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4"/>
            <p:cNvSpPr/>
            <p:nvPr/>
          </p:nvSpPr>
          <p:spPr>
            <a:xfrm>
              <a:off x="6457442" y="249133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5"/>
            <p:cNvSpPr/>
            <p:nvPr/>
          </p:nvSpPr>
          <p:spPr>
            <a:xfrm>
              <a:off x="5677615" y="241970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6"/>
            <p:cNvSpPr/>
            <p:nvPr/>
          </p:nvSpPr>
          <p:spPr>
            <a:xfrm>
              <a:off x="5389315" y="315701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7"/>
            <p:cNvSpPr/>
            <p:nvPr/>
          </p:nvSpPr>
          <p:spPr>
            <a:xfrm>
              <a:off x="5360958" y="285327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8"/>
            <p:cNvSpPr/>
            <p:nvPr/>
          </p:nvSpPr>
          <p:spPr>
            <a:xfrm>
              <a:off x="5186087" y="276648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69"/>
            <p:cNvSpPr/>
            <p:nvPr/>
          </p:nvSpPr>
          <p:spPr>
            <a:xfrm>
              <a:off x="6821362" y="280358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0"/>
            <p:cNvSpPr/>
            <p:nvPr/>
          </p:nvSpPr>
          <p:spPr>
            <a:xfrm>
              <a:off x="6585050" y="269046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1"/>
            <p:cNvSpPr/>
            <p:nvPr/>
          </p:nvSpPr>
          <p:spPr>
            <a:xfrm>
              <a:off x="6485800" y="25653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2"/>
            <p:cNvSpPr/>
            <p:nvPr/>
          </p:nvSpPr>
          <p:spPr>
            <a:xfrm>
              <a:off x="6419632" y="262271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3"/>
            <p:cNvSpPr/>
            <p:nvPr/>
          </p:nvSpPr>
          <p:spPr>
            <a:xfrm>
              <a:off x="6320382" y="269477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4"/>
            <p:cNvSpPr/>
            <p:nvPr/>
          </p:nvSpPr>
          <p:spPr>
            <a:xfrm>
              <a:off x="5313695" y="316842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5"/>
            <p:cNvSpPr/>
            <p:nvPr/>
          </p:nvSpPr>
          <p:spPr>
            <a:xfrm>
              <a:off x="5474387" y="310902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6"/>
            <p:cNvSpPr/>
            <p:nvPr/>
          </p:nvSpPr>
          <p:spPr>
            <a:xfrm>
              <a:off x="4945049" y="284827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7"/>
            <p:cNvSpPr/>
            <p:nvPr/>
          </p:nvSpPr>
          <p:spPr>
            <a:xfrm>
              <a:off x="5431851" y="255379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8"/>
            <p:cNvSpPr/>
            <p:nvPr/>
          </p:nvSpPr>
          <p:spPr>
            <a:xfrm>
              <a:off x="5195540" y="258577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79"/>
            <p:cNvSpPr/>
            <p:nvPr/>
          </p:nvSpPr>
          <p:spPr>
            <a:xfrm>
              <a:off x="7473581" y="304096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0"/>
            <p:cNvSpPr/>
            <p:nvPr/>
          </p:nvSpPr>
          <p:spPr>
            <a:xfrm>
              <a:off x="7284532" y="262309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1"/>
            <p:cNvSpPr/>
            <p:nvPr/>
          </p:nvSpPr>
          <p:spPr>
            <a:xfrm>
              <a:off x="7369604" y="296669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2"/>
            <p:cNvSpPr/>
            <p:nvPr/>
          </p:nvSpPr>
          <p:spPr>
            <a:xfrm>
              <a:off x="5824128" y="300280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3"/>
            <p:cNvSpPr/>
            <p:nvPr/>
          </p:nvSpPr>
          <p:spPr>
            <a:xfrm>
              <a:off x="5606721" y="274677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4"/>
            <p:cNvSpPr/>
            <p:nvPr/>
          </p:nvSpPr>
          <p:spPr>
            <a:xfrm>
              <a:off x="5724877" y="252681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5"/>
            <p:cNvSpPr/>
            <p:nvPr/>
          </p:nvSpPr>
          <p:spPr>
            <a:xfrm>
              <a:off x="5356231" y="296873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6"/>
            <p:cNvSpPr/>
            <p:nvPr/>
          </p:nvSpPr>
          <p:spPr>
            <a:xfrm>
              <a:off x="5592543" y="294417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7"/>
            <p:cNvSpPr/>
            <p:nvPr/>
          </p:nvSpPr>
          <p:spPr>
            <a:xfrm>
              <a:off x="6457442" y="276516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8"/>
            <p:cNvSpPr/>
            <p:nvPr/>
          </p:nvSpPr>
          <p:spPr>
            <a:xfrm>
              <a:off x="6457442" y="298065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89"/>
            <p:cNvSpPr/>
            <p:nvPr/>
          </p:nvSpPr>
          <p:spPr>
            <a:xfrm>
              <a:off x="6400728" y="266608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0"/>
            <p:cNvSpPr/>
            <p:nvPr/>
          </p:nvSpPr>
          <p:spPr>
            <a:xfrm>
              <a:off x="5219171" y="272703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1"/>
            <p:cNvSpPr/>
            <p:nvPr/>
          </p:nvSpPr>
          <p:spPr>
            <a:xfrm>
              <a:off x="5945566" y="304323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2"/>
            <p:cNvSpPr/>
            <p:nvPr/>
          </p:nvSpPr>
          <p:spPr>
            <a:xfrm>
              <a:off x="5895021" y="284512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3"/>
            <p:cNvSpPr/>
            <p:nvPr/>
          </p:nvSpPr>
          <p:spPr>
            <a:xfrm>
              <a:off x="6036808" y="26160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4"/>
            <p:cNvSpPr/>
            <p:nvPr/>
          </p:nvSpPr>
          <p:spPr>
            <a:xfrm>
              <a:off x="5498018" y="282331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5"/>
            <p:cNvSpPr/>
            <p:nvPr/>
          </p:nvSpPr>
          <p:spPr>
            <a:xfrm>
              <a:off x="5545280" y="296460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6"/>
            <p:cNvSpPr/>
            <p:nvPr/>
          </p:nvSpPr>
          <p:spPr>
            <a:xfrm>
              <a:off x="6603955" y="299989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7"/>
            <p:cNvSpPr/>
            <p:nvPr/>
          </p:nvSpPr>
          <p:spPr>
            <a:xfrm>
              <a:off x="5720151" y="256665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8"/>
            <p:cNvSpPr/>
            <p:nvPr/>
          </p:nvSpPr>
          <p:spPr>
            <a:xfrm>
              <a:off x="6689027" y="283210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699"/>
            <p:cNvSpPr/>
            <p:nvPr/>
          </p:nvSpPr>
          <p:spPr>
            <a:xfrm>
              <a:off x="6499978" y="273718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0"/>
            <p:cNvSpPr/>
            <p:nvPr/>
          </p:nvSpPr>
          <p:spPr>
            <a:xfrm>
              <a:off x="7095483" y="236431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1"/>
            <p:cNvSpPr/>
            <p:nvPr/>
          </p:nvSpPr>
          <p:spPr>
            <a:xfrm>
              <a:off x="5672889" y="274986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2"/>
            <p:cNvSpPr/>
            <p:nvPr/>
          </p:nvSpPr>
          <p:spPr>
            <a:xfrm>
              <a:off x="6242033" y="26355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3"/>
            <p:cNvSpPr/>
            <p:nvPr/>
          </p:nvSpPr>
          <p:spPr>
            <a:xfrm>
              <a:off x="5408220" y="307695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4"/>
            <p:cNvSpPr/>
            <p:nvPr/>
          </p:nvSpPr>
          <p:spPr>
            <a:xfrm>
              <a:off x="6202226" y="256822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5"/>
            <p:cNvSpPr/>
            <p:nvPr/>
          </p:nvSpPr>
          <p:spPr>
            <a:xfrm>
              <a:off x="6344013" y="279793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6"/>
            <p:cNvSpPr/>
            <p:nvPr/>
          </p:nvSpPr>
          <p:spPr>
            <a:xfrm>
              <a:off x="4727643" y="307200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7"/>
            <p:cNvSpPr/>
            <p:nvPr/>
          </p:nvSpPr>
          <p:spPr>
            <a:xfrm>
              <a:off x="6221131" y="297462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8"/>
            <p:cNvSpPr/>
            <p:nvPr/>
          </p:nvSpPr>
          <p:spPr>
            <a:xfrm>
              <a:off x="6386549" y="270840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09"/>
            <p:cNvSpPr/>
            <p:nvPr/>
          </p:nvSpPr>
          <p:spPr>
            <a:xfrm>
              <a:off x="4992312" y="277030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0"/>
            <p:cNvSpPr/>
            <p:nvPr/>
          </p:nvSpPr>
          <p:spPr>
            <a:xfrm>
              <a:off x="5970641" y="307826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1"/>
            <p:cNvSpPr/>
            <p:nvPr/>
          </p:nvSpPr>
          <p:spPr>
            <a:xfrm>
              <a:off x="5833580" y="271596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2"/>
            <p:cNvSpPr/>
            <p:nvPr/>
          </p:nvSpPr>
          <p:spPr>
            <a:xfrm>
              <a:off x="5734329" y="295819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3"/>
            <p:cNvSpPr/>
            <p:nvPr/>
          </p:nvSpPr>
          <p:spPr>
            <a:xfrm>
              <a:off x="6164416" y="234780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4"/>
            <p:cNvSpPr/>
            <p:nvPr/>
          </p:nvSpPr>
          <p:spPr>
            <a:xfrm>
              <a:off x="6221131" y="249429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5"/>
            <p:cNvSpPr/>
            <p:nvPr/>
          </p:nvSpPr>
          <p:spPr>
            <a:xfrm>
              <a:off x="4982859" y="297250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6"/>
            <p:cNvSpPr/>
            <p:nvPr/>
          </p:nvSpPr>
          <p:spPr>
            <a:xfrm>
              <a:off x="4765453" y="280785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7"/>
            <p:cNvSpPr/>
            <p:nvPr/>
          </p:nvSpPr>
          <p:spPr>
            <a:xfrm>
              <a:off x="6679575" y="312042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8"/>
            <p:cNvSpPr/>
            <p:nvPr/>
          </p:nvSpPr>
          <p:spPr>
            <a:xfrm>
              <a:off x="4845799" y="269842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19"/>
            <p:cNvSpPr/>
            <p:nvPr/>
          </p:nvSpPr>
          <p:spPr>
            <a:xfrm>
              <a:off x="5474387" y="296720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0"/>
            <p:cNvSpPr/>
            <p:nvPr/>
          </p:nvSpPr>
          <p:spPr>
            <a:xfrm>
              <a:off x="5247528" y="315337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1"/>
            <p:cNvSpPr/>
            <p:nvPr/>
          </p:nvSpPr>
          <p:spPr>
            <a:xfrm>
              <a:off x="5578364" y="288630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2"/>
            <p:cNvSpPr/>
            <p:nvPr/>
          </p:nvSpPr>
          <p:spPr>
            <a:xfrm>
              <a:off x="5403494" y="318316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3"/>
            <p:cNvSpPr/>
            <p:nvPr/>
          </p:nvSpPr>
          <p:spPr>
            <a:xfrm>
              <a:off x="5653984" y="256690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4"/>
            <p:cNvSpPr/>
            <p:nvPr/>
          </p:nvSpPr>
          <p:spPr>
            <a:xfrm>
              <a:off x="6225857" y="26252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5"/>
            <p:cNvSpPr/>
            <p:nvPr/>
          </p:nvSpPr>
          <p:spPr>
            <a:xfrm>
              <a:off x="5134099" y="277534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6"/>
            <p:cNvSpPr/>
            <p:nvPr/>
          </p:nvSpPr>
          <p:spPr>
            <a:xfrm>
              <a:off x="4926145" y="287460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7"/>
            <p:cNvSpPr/>
            <p:nvPr/>
          </p:nvSpPr>
          <p:spPr>
            <a:xfrm>
              <a:off x="5101015" y="323986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8"/>
            <p:cNvSpPr/>
            <p:nvPr/>
          </p:nvSpPr>
          <p:spPr>
            <a:xfrm>
              <a:off x="5247528" y="278299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29"/>
            <p:cNvSpPr/>
            <p:nvPr/>
          </p:nvSpPr>
          <p:spPr>
            <a:xfrm>
              <a:off x="5006490" y="27588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0"/>
            <p:cNvSpPr/>
            <p:nvPr/>
          </p:nvSpPr>
          <p:spPr>
            <a:xfrm>
              <a:off x="5044300" y="291624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1"/>
            <p:cNvSpPr/>
            <p:nvPr/>
          </p:nvSpPr>
          <p:spPr>
            <a:xfrm>
              <a:off x="5653984" y="288790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2"/>
            <p:cNvSpPr/>
            <p:nvPr/>
          </p:nvSpPr>
          <p:spPr>
            <a:xfrm>
              <a:off x="5913926" y="303667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3"/>
            <p:cNvSpPr/>
            <p:nvPr/>
          </p:nvSpPr>
          <p:spPr>
            <a:xfrm>
              <a:off x="5573638" y="25115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4"/>
            <p:cNvSpPr/>
            <p:nvPr/>
          </p:nvSpPr>
          <p:spPr>
            <a:xfrm>
              <a:off x="5077384" y="286445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5"/>
            <p:cNvSpPr/>
            <p:nvPr/>
          </p:nvSpPr>
          <p:spPr>
            <a:xfrm>
              <a:off x="6589777" y="237607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6"/>
            <p:cNvSpPr/>
            <p:nvPr/>
          </p:nvSpPr>
          <p:spPr>
            <a:xfrm>
              <a:off x="6556693" y="286210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7"/>
            <p:cNvSpPr/>
            <p:nvPr/>
          </p:nvSpPr>
          <p:spPr>
            <a:xfrm>
              <a:off x="6821362" y="286725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8"/>
            <p:cNvSpPr/>
            <p:nvPr/>
          </p:nvSpPr>
          <p:spPr>
            <a:xfrm>
              <a:off x="6499978" y="246439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39"/>
            <p:cNvSpPr/>
            <p:nvPr/>
          </p:nvSpPr>
          <p:spPr>
            <a:xfrm>
              <a:off x="5346779" y="298633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0"/>
            <p:cNvSpPr/>
            <p:nvPr/>
          </p:nvSpPr>
          <p:spPr>
            <a:xfrm>
              <a:off x="5625626" y="23096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1"/>
            <p:cNvSpPr/>
            <p:nvPr/>
          </p:nvSpPr>
          <p:spPr>
            <a:xfrm>
              <a:off x="5961188" y="228288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2"/>
            <p:cNvSpPr/>
            <p:nvPr/>
          </p:nvSpPr>
          <p:spPr>
            <a:xfrm>
              <a:off x="6183321" y="282573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3"/>
            <p:cNvSpPr/>
            <p:nvPr/>
          </p:nvSpPr>
          <p:spPr>
            <a:xfrm>
              <a:off x="5611448" y="238723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4"/>
            <p:cNvSpPr/>
            <p:nvPr/>
          </p:nvSpPr>
          <p:spPr>
            <a:xfrm>
              <a:off x="4420438" y="248412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5"/>
            <p:cNvSpPr/>
            <p:nvPr/>
          </p:nvSpPr>
          <p:spPr>
            <a:xfrm>
              <a:off x="5006490" y="302492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6"/>
            <p:cNvSpPr/>
            <p:nvPr/>
          </p:nvSpPr>
          <p:spPr>
            <a:xfrm>
              <a:off x="5327874" y="256328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7"/>
            <p:cNvSpPr/>
            <p:nvPr/>
          </p:nvSpPr>
          <p:spPr>
            <a:xfrm>
              <a:off x="5767413" y="305540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8"/>
            <p:cNvSpPr/>
            <p:nvPr/>
          </p:nvSpPr>
          <p:spPr>
            <a:xfrm>
              <a:off x="5115194" y="267767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49"/>
            <p:cNvSpPr/>
            <p:nvPr/>
          </p:nvSpPr>
          <p:spPr>
            <a:xfrm>
              <a:off x="5020669" y="231885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0"/>
            <p:cNvSpPr/>
            <p:nvPr/>
          </p:nvSpPr>
          <p:spPr>
            <a:xfrm>
              <a:off x="6556693" y="235276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1"/>
            <p:cNvSpPr/>
            <p:nvPr/>
          </p:nvSpPr>
          <p:spPr>
            <a:xfrm>
              <a:off x="6575598" y="260264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2"/>
            <p:cNvSpPr/>
            <p:nvPr/>
          </p:nvSpPr>
          <p:spPr>
            <a:xfrm>
              <a:off x="4623666" y="273074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3"/>
            <p:cNvSpPr/>
            <p:nvPr/>
          </p:nvSpPr>
          <p:spPr>
            <a:xfrm>
              <a:off x="5256980" y="286885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4"/>
            <p:cNvSpPr/>
            <p:nvPr/>
          </p:nvSpPr>
          <p:spPr>
            <a:xfrm>
              <a:off x="5554733" y="269331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5"/>
            <p:cNvSpPr/>
            <p:nvPr/>
          </p:nvSpPr>
          <p:spPr>
            <a:xfrm>
              <a:off x="4945049" y="230974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6"/>
            <p:cNvSpPr/>
            <p:nvPr/>
          </p:nvSpPr>
          <p:spPr>
            <a:xfrm>
              <a:off x="5346779" y="297346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7"/>
            <p:cNvSpPr/>
            <p:nvPr/>
          </p:nvSpPr>
          <p:spPr>
            <a:xfrm>
              <a:off x="5049026" y="258163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8"/>
            <p:cNvSpPr/>
            <p:nvPr/>
          </p:nvSpPr>
          <p:spPr>
            <a:xfrm>
              <a:off x="5313695" y="241671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59"/>
            <p:cNvSpPr/>
            <p:nvPr/>
          </p:nvSpPr>
          <p:spPr>
            <a:xfrm>
              <a:off x="5063205" y="306853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0"/>
            <p:cNvSpPr/>
            <p:nvPr/>
          </p:nvSpPr>
          <p:spPr>
            <a:xfrm>
              <a:off x="4694559" y="309982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1"/>
            <p:cNvSpPr/>
            <p:nvPr/>
          </p:nvSpPr>
          <p:spPr>
            <a:xfrm>
              <a:off x="5129372" y="246087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2"/>
            <p:cNvSpPr/>
            <p:nvPr/>
          </p:nvSpPr>
          <p:spPr>
            <a:xfrm>
              <a:off x="5077384" y="257679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3"/>
            <p:cNvSpPr/>
            <p:nvPr/>
          </p:nvSpPr>
          <p:spPr>
            <a:xfrm>
              <a:off x="6665396" y="256974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4"/>
            <p:cNvSpPr/>
            <p:nvPr/>
          </p:nvSpPr>
          <p:spPr>
            <a:xfrm>
              <a:off x="6793004" y="278319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5"/>
            <p:cNvSpPr/>
            <p:nvPr/>
          </p:nvSpPr>
          <p:spPr>
            <a:xfrm>
              <a:off x="6679575" y="268574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6"/>
            <p:cNvSpPr/>
            <p:nvPr/>
          </p:nvSpPr>
          <p:spPr>
            <a:xfrm>
              <a:off x="6263667" y="281077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7"/>
            <p:cNvSpPr/>
            <p:nvPr/>
          </p:nvSpPr>
          <p:spPr>
            <a:xfrm>
              <a:off x="6362918" y="293329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8"/>
            <p:cNvSpPr/>
            <p:nvPr/>
          </p:nvSpPr>
          <p:spPr>
            <a:xfrm>
              <a:off x="5483839" y="310955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69"/>
            <p:cNvSpPr/>
            <p:nvPr/>
          </p:nvSpPr>
          <p:spPr>
            <a:xfrm>
              <a:off x="5573638" y="268456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0"/>
            <p:cNvSpPr/>
            <p:nvPr/>
          </p:nvSpPr>
          <p:spPr>
            <a:xfrm>
              <a:off x="5724877" y="284028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1"/>
            <p:cNvSpPr/>
            <p:nvPr/>
          </p:nvSpPr>
          <p:spPr>
            <a:xfrm>
              <a:off x="5422398" y="272785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2"/>
            <p:cNvSpPr/>
            <p:nvPr/>
          </p:nvSpPr>
          <p:spPr>
            <a:xfrm>
              <a:off x="5672889" y="270915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3"/>
            <p:cNvSpPr/>
            <p:nvPr/>
          </p:nvSpPr>
          <p:spPr>
            <a:xfrm>
              <a:off x="5649257" y="301695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4"/>
            <p:cNvSpPr/>
            <p:nvPr/>
          </p:nvSpPr>
          <p:spPr>
            <a:xfrm>
              <a:off x="5067931" y="290755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5"/>
            <p:cNvSpPr/>
            <p:nvPr/>
          </p:nvSpPr>
          <p:spPr>
            <a:xfrm>
              <a:off x="5653984" y="26101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6"/>
            <p:cNvSpPr/>
            <p:nvPr/>
          </p:nvSpPr>
          <p:spPr>
            <a:xfrm>
              <a:off x="5464935" y="260152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7"/>
            <p:cNvSpPr/>
            <p:nvPr/>
          </p:nvSpPr>
          <p:spPr>
            <a:xfrm>
              <a:off x="5238076" y="306369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8"/>
            <p:cNvSpPr/>
            <p:nvPr/>
          </p:nvSpPr>
          <p:spPr>
            <a:xfrm>
              <a:off x="5753669" y="282889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79"/>
            <p:cNvSpPr/>
            <p:nvPr/>
          </p:nvSpPr>
          <p:spPr>
            <a:xfrm>
              <a:off x="4831620" y="310357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0"/>
            <p:cNvSpPr/>
            <p:nvPr/>
          </p:nvSpPr>
          <p:spPr>
            <a:xfrm>
              <a:off x="5578364" y="280179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1"/>
            <p:cNvSpPr/>
            <p:nvPr/>
          </p:nvSpPr>
          <p:spPr>
            <a:xfrm>
              <a:off x="5252254" y="238961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2"/>
            <p:cNvSpPr/>
            <p:nvPr/>
          </p:nvSpPr>
          <p:spPr>
            <a:xfrm>
              <a:off x="5427125" y="239446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3"/>
            <p:cNvSpPr/>
            <p:nvPr/>
          </p:nvSpPr>
          <p:spPr>
            <a:xfrm>
              <a:off x="5124646" y="315132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4"/>
            <p:cNvSpPr/>
            <p:nvPr/>
          </p:nvSpPr>
          <p:spPr>
            <a:xfrm>
              <a:off x="5601995" y="267602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5"/>
            <p:cNvSpPr/>
            <p:nvPr/>
          </p:nvSpPr>
          <p:spPr>
            <a:xfrm>
              <a:off x="5843033" y="271492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6"/>
            <p:cNvSpPr/>
            <p:nvPr/>
          </p:nvSpPr>
          <p:spPr>
            <a:xfrm>
              <a:off x="5308969" y="252299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7"/>
            <p:cNvSpPr/>
            <p:nvPr/>
          </p:nvSpPr>
          <p:spPr>
            <a:xfrm>
              <a:off x="5058479" y="291119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8"/>
            <p:cNvSpPr/>
            <p:nvPr/>
          </p:nvSpPr>
          <p:spPr>
            <a:xfrm>
              <a:off x="5186087" y="304795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89"/>
            <p:cNvSpPr/>
            <p:nvPr/>
          </p:nvSpPr>
          <p:spPr>
            <a:xfrm>
              <a:off x="5290064" y="285752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0"/>
            <p:cNvSpPr/>
            <p:nvPr/>
          </p:nvSpPr>
          <p:spPr>
            <a:xfrm>
              <a:off x="5181361" y="295835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1"/>
            <p:cNvSpPr/>
            <p:nvPr/>
          </p:nvSpPr>
          <p:spPr>
            <a:xfrm>
              <a:off x="4992312" y="292893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2"/>
            <p:cNvSpPr/>
            <p:nvPr/>
          </p:nvSpPr>
          <p:spPr>
            <a:xfrm>
              <a:off x="5261707" y="296573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3"/>
            <p:cNvSpPr/>
            <p:nvPr/>
          </p:nvSpPr>
          <p:spPr>
            <a:xfrm>
              <a:off x="4987586" y="255277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4"/>
            <p:cNvSpPr/>
            <p:nvPr/>
          </p:nvSpPr>
          <p:spPr>
            <a:xfrm>
              <a:off x="4982859" y="275621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5"/>
            <p:cNvSpPr/>
            <p:nvPr/>
          </p:nvSpPr>
          <p:spPr>
            <a:xfrm>
              <a:off x="5875019" y="216516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6"/>
            <p:cNvSpPr/>
            <p:nvPr/>
          </p:nvSpPr>
          <p:spPr>
            <a:xfrm>
              <a:off x="5427125" y="255344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7"/>
            <p:cNvSpPr/>
            <p:nvPr/>
          </p:nvSpPr>
          <p:spPr>
            <a:xfrm>
              <a:off x="4595309" y="278262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8"/>
            <p:cNvSpPr/>
            <p:nvPr/>
          </p:nvSpPr>
          <p:spPr>
            <a:xfrm>
              <a:off x="5308969" y="301432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799"/>
            <p:cNvSpPr/>
            <p:nvPr/>
          </p:nvSpPr>
          <p:spPr>
            <a:xfrm>
              <a:off x="5998998" y="250693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0"/>
            <p:cNvSpPr/>
            <p:nvPr/>
          </p:nvSpPr>
          <p:spPr>
            <a:xfrm>
              <a:off x="6117154" y="255754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1"/>
            <p:cNvSpPr/>
            <p:nvPr/>
          </p:nvSpPr>
          <p:spPr>
            <a:xfrm>
              <a:off x="4562225" y="268733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2"/>
            <p:cNvSpPr/>
            <p:nvPr/>
          </p:nvSpPr>
          <p:spPr>
            <a:xfrm>
              <a:off x="4652023" y="255332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3"/>
            <p:cNvSpPr/>
            <p:nvPr/>
          </p:nvSpPr>
          <p:spPr>
            <a:xfrm>
              <a:off x="4760727" y="253935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4"/>
            <p:cNvSpPr/>
            <p:nvPr/>
          </p:nvSpPr>
          <p:spPr>
            <a:xfrm>
              <a:off x="5115194" y="253997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5"/>
            <p:cNvSpPr/>
            <p:nvPr/>
          </p:nvSpPr>
          <p:spPr>
            <a:xfrm>
              <a:off x="5595614" y="247958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6"/>
            <p:cNvSpPr/>
            <p:nvPr/>
          </p:nvSpPr>
          <p:spPr>
            <a:xfrm>
              <a:off x="6736290" y="294289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7"/>
            <p:cNvSpPr/>
            <p:nvPr/>
          </p:nvSpPr>
          <p:spPr>
            <a:xfrm>
              <a:off x="4822168" y="245368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8"/>
            <p:cNvSpPr/>
            <p:nvPr/>
          </p:nvSpPr>
          <p:spPr>
            <a:xfrm>
              <a:off x="4760727" y="255550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09"/>
            <p:cNvSpPr/>
            <p:nvPr/>
          </p:nvSpPr>
          <p:spPr>
            <a:xfrm>
              <a:off x="5072658" y="265536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0"/>
            <p:cNvSpPr/>
            <p:nvPr/>
          </p:nvSpPr>
          <p:spPr>
            <a:xfrm>
              <a:off x="4836346" y="277705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1"/>
            <p:cNvSpPr/>
            <p:nvPr/>
          </p:nvSpPr>
          <p:spPr>
            <a:xfrm>
              <a:off x="5932831" y="299442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2"/>
            <p:cNvSpPr/>
            <p:nvPr/>
          </p:nvSpPr>
          <p:spPr>
            <a:xfrm>
              <a:off x="6438537" y="249749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3"/>
            <p:cNvSpPr/>
            <p:nvPr/>
          </p:nvSpPr>
          <p:spPr>
            <a:xfrm>
              <a:off x="5129372" y="331495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4"/>
            <p:cNvSpPr/>
            <p:nvPr/>
          </p:nvSpPr>
          <p:spPr>
            <a:xfrm>
              <a:off x="6632313" y="294332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5"/>
            <p:cNvSpPr/>
            <p:nvPr/>
          </p:nvSpPr>
          <p:spPr>
            <a:xfrm>
              <a:off x="6594503" y="261189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6"/>
            <p:cNvSpPr/>
            <p:nvPr/>
          </p:nvSpPr>
          <p:spPr>
            <a:xfrm>
              <a:off x="4963954" y="287506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7"/>
            <p:cNvSpPr/>
            <p:nvPr/>
          </p:nvSpPr>
          <p:spPr>
            <a:xfrm>
              <a:off x="5135296" y="25479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8"/>
            <p:cNvSpPr/>
            <p:nvPr/>
          </p:nvSpPr>
          <p:spPr>
            <a:xfrm>
              <a:off x="5817271" y="246269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19"/>
            <p:cNvSpPr/>
            <p:nvPr/>
          </p:nvSpPr>
          <p:spPr>
            <a:xfrm>
              <a:off x="4746548" y="257731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0"/>
            <p:cNvSpPr/>
            <p:nvPr/>
          </p:nvSpPr>
          <p:spPr>
            <a:xfrm>
              <a:off x="5214444" y="292495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1"/>
            <p:cNvSpPr/>
            <p:nvPr/>
          </p:nvSpPr>
          <p:spPr>
            <a:xfrm>
              <a:off x="6830814" y="269335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2"/>
            <p:cNvSpPr/>
            <p:nvPr/>
          </p:nvSpPr>
          <p:spPr>
            <a:xfrm>
              <a:off x="5521649" y="226002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3"/>
            <p:cNvSpPr/>
            <p:nvPr/>
          </p:nvSpPr>
          <p:spPr>
            <a:xfrm>
              <a:off x="4789084" y="265615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4"/>
            <p:cNvSpPr/>
            <p:nvPr/>
          </p:nvSpPr>
          <p:spPr>
            <a:xfrm>
              <a:off x="5791044" y="223880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5"/>
            <p:cNvSpPr/>
            <p:nvPr/>
          </p:nvSpPr>
          <p:spPr>
            <a:xfrm>
              <a:off x="5630352" y="236814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6"/>
            <p:cNvSpPr/>
            <p:nvPr/>
          </p:nvSpPr>
          <p:spPr>
            <a:xfrm>
              <a:off x="7270353" y="270860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7"/>
            <p:cNvSpPr/>
            <p:nvPr/>
          </p:nvSpPr>
          <p:spPr>
            <a:xfrm>
              <a:off x="5762687" y="258150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8"/>
            <p:cNvSpPr/>
            <p:nvPr/>
          </p:nvSpPr>
          <p:spPr>
            <a:xfrm>
              <a:off x="5639805" y="270231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29"/>
            <p:cNvSpPr/>
            <p:nvPr/>
          </p:nvSpPr>
          <p:spPr>
            <a:xfrm>
              <a:off x="5611448" y="243988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0"/>
            <p:cNvSpPr/>
            <p:nvPr/>
          </p:nvSpPr>
          <p:spPr>
            <a:xfrm>
              <a:off x="6381823" y="250380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1"/>
            <p:cNvSpPr/>
            <p:nvPr/>
          </p:nvSpPr>
          <p:spPr>
            <a:xfrm>
              <a:off x="6537788" y="266316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2"/>
            <p:cNvSpPr/>
            <p:nvPr/>
          </p:nvSpPr>
          <p:spPr>
            <a:xfrm>
              <a:off x="5247528" y="286130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3"/>
            <p:cNvSpPr/>
            <p:nvPr/>
          </p:nvSpPr>
          <p:spPr>
            <a:xfrm>
              <a:off x="6490526" y="262156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4"/>
            <p:cNvSpPr/>
            <p:nvPr/>
          </p:nvSpPr>
          <p:spPr>
            <a:xfrm>
              <a:off x="6377096" y="293952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5"/>
            <p:cNvSpPr/>
            <p:nvPr/>
          </p:nvSpPr>
          <p:spPr>
            <a:xfrm>
              <a:off x="6551967" y="286727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6"/>
            <p:cNvSpPr/>
            <p:nvPr/>
          </p:nvSpPr>
          <p:spPr>
            <a:xfrm>
              <a:off x="6254214" y="266444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7"/>
            <p:cNvSpPr/>
            <p:nvPr/>
          </p:nvSpPr>
          <p:spPr>
            <a:xfrm>
              <a:off x="6320382" y="291252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8"/>
            <p:cNvSpPr/>
            <p:nvPr/>
          </p:nvSpPr>
          <p:spPr>
            <a:xfrm>
              <a:off x="4377902" y="332665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39"/>
            <p:cNvSpPr/>
            <p:nvPr/>
          </p:nvSpPr>
          <p:spPr>
            <a:xfrm>
              <a:off x="4831620" y="320478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0"/>
            <p:cNvSpPr/>
            <p:nvPr/>
          </p:nvSpPr>
          <p:spPr>
            <a:xfrm>
              <a:off x="5653984" y="296981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1"/>
            <p:cNvSpPr/>
            <p:nvPr/>
          </p:nvSpPr>
          <p:spPr>
            <a:xfrm>
              <a:off x="5431851" y="267381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2"/>
            <p:cNvSpPr/>
            <p:nvPr/>
          </p:nvSpPr>
          <p:spPr>
            <a:xfrm>
              <a:off x="5280612" y="255422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3"/>
            <p:cNvSpPr/>
            <p:nvPr/>
          </p:nvSpPr>
          <p:spPr>
            <a:xfrm>
              <a:off x="5639805" y="249831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4"/>
            <p:cNvSpPr/>
            <p:nvPr/>
          </p:nvSpPr>
          <p:spPr>
            <a:xfrm>
              <a:off x="5101015" y="257830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5"/>
            <p:cNvSpPr/>
            <p:nvPr/>
          </p:nvSpPr>
          <p:spPr>
            <a:xfrm>
              <a:off x="5001764" y="241348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6"/>
            <p:cNvSpPr/>
            <p:nvPr/>
          </p:nvSpPr>
          <p:spPr>
            <a:xfrm>
              <a:off x="6225857" y="232869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7"/>
            <p:cNvSpPr/>
            <p:nvPr/>
          </p:nvSpPr>
          <p:spPr>
            <a:xfrm>
              <a:off x="5989546" y="269764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8"/>
            <p:cNvSpPr/>
            <p:nvPr/>
          </p:nvSpPr>
          <p:spPr>
            <a:xfrm>
              <a:off x="5214444" y="277148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49"/>
            <p:cNvSpPr/>
            <p:nvPr/>
          </p:nvSpPr>
          <p:spPr>
            <a:xfrm>
              <a:off x="4398458" y="2607288"/>
              <a:ext cx="3095678" cy="261989"/>
            </a:xfrm>
            <a:custGeom>
              <a:avLst/>
              <a:pathLst>
                <a:path w="3095678" h="261989">
                  <a:moveTo>
                    <a:pt x="0" y="114784"/>
                  </a:moveTo>
                  <a:lnTo>
                    <a:pt x="39185" y="115460"/>
                  </a:lnTo>
                  <a:lnTo>
                    <a:pt x="78371" y="116123"/>
                  </a:lnTo>
                  <a:lnTo>
                    <a:pt x="117557" y="116772"/>
                  </a:lnTo>
                  <a:lnTo>
                    <a:pt x="156743" y="117407"/>
                  </a:lnTo>
                  <a:lnTo>
                    <a:pt x="195929" y="118026"/>
                  </a:lnTo>
                  <a:lnTo>
                    <a:pt x="235114" y="118629"/>
                  </a:lnTo>
                  <a:lnTo>
                    <a:pt x="274300" y="119212"/>
                  </a:lnTo>
                  <a:lnTo>
                    <a:pt x="313486" y="119776"/>
                  </a:lnTo>
                  <a:lnTo>
                    <a:pt x="352672" y="120317"/>
                  </a:lnTo>
                  <a:lnTo>
                    <a:pt x="391858" y="120835"/>
                  </a:lnTo>
                  <a:lnTo>
                    <a:pt x="431043" y="121327"/>
                  </a:lnTo>
                  <a:lnTo>
                    <a:pt x="470229" y="121790"/>
                  </a:lnTo>
                  <a:lnTo>
                    <a:pt x="509415" y="122223"/>
                  </a:lnTo>
                  <a:lnTo>
                    <a:pt x="548601" y="122622"/>
                  </a:lnTo>
                  <a:lnTo>
                    <a:pt x="587787" y="122984"/>
                  </a:lnTo>
                  <a:lnTo>
                    <a:pt x="626972" y="123306"/>
                  </a:lnTo>
                  <a:lnTo>
                    <a:pt x="666158" y="123584"/>
                  </a:lnTo>
                  <a:lnTo>
                    <a:pt x="705344" y="123813"/>
                  </a:lnTo>
                  <a:lnTo>
                    <a:pt x="744530" y="123990"/>
                  </a:lnTo>
                  <a:lnTo>
                    <a:pt x="783716" y="124109"/>
                  </a:lnTo>
                  <a:lnTo>
                    <a:pt x="822901" y="124165"/>
                  </a:lnTo>
                  <a:lnTo>
                    <a:pt x="862087" y="124152"/>
                  </a:lnTo>
                  <a:lnTo>
                    <a:pt x="901273" y="124066"/>
                  </a:lnTo>
                  <a:lnTo>
                    <a:pt x="940459" y="123898"/>
                  </a:lnTo>
                  <a:lnTo>
                    <a:pt x="979645" y="123644"/>
                  </a:lnTo>
                  <a:lnTo>
                    <a:pt x="1018831" y="123297"/>
                  </a:lnTo>
                  <a:lnTo>
                    <a:pt x="1058016" y="122851"/>
                  </a:lnTo>
                  <a:lnTo>
                    <a:pt x="1097202" y="122300"/>
                  </a:lnTo>
                  <a:lnTo>
                    <a:pt x="1136388" y="121640"/>
                  </a:lnTo>
                  <a:lnTo>
                    <a:pt x="1175574" y="120865"/>
                  </a:lnTo>
                  <a:lnTo>
                    <a:pt x="1214760" y="119972"/>
                  </a:lnTo>
                  <a:lnTo>
                    <a:pt x="1253945" y="118959"/>
                  </a:lnTo>
                  <a:lnTo>
                    <a:pt x="1293131" y="117825"/>
                  </a:lnTo>
                  <a:lnTo>
                    <a:pt x="1332317" y="116570"/>
                  </a:lnTo>
                  <a:lnTo>
                    <a:pt x="1371503" y="115195"/>
                  </a:lnTo>
                  <a:lnTo>
                    <a:pt x="1410689" y="113704"/>
                  </a:lnTo>
                  <a:lnTo>
                    <a:pt x="1449874" y="112099"/>
                  </a:lnTo>
                  <a:lnTo>
                    <a:pt x="1489060" y="110386"/>
                  </a:lnTo>
                  <a:lnTo>
                    <a:pt x="1528246" y="108569"/>
                  </a:lnTo>
                  <a:lnTo>
                    <a:pt x="1567432" y="106656"/>
                  </a:lnTo>
                  <a:lnTo>
                    <a:pt x="1606618" y="104651"/>
                  </a:lnTo>
                  <a:lnTo>
                    <a:pt x="1645803" y="102561"/>
                  </a:lnTo>
                  <a:lnTo>
                    <a:pt x="1684989" y="100393"/>
                  </a:lnTo>
                  <a:lnTo>
                    <a:pt x="1724175" y="98152"/>
                  </a:lnTo>
                  <a:lnTo>
                    <a:pt x="1763361" y="95844"/>
                  </a:lnTo>
                  <a:lnTo>
                    <a:pt x="1802547" y="93475"/>
                  </a:lnTo>
                  <a:lnTo>
                    <a:pt x="1841733" y="91049"/>
                  </a:lnTo>
                  <a:lnTo>
                    <a:pt x="1880918" y="88572"/>
                  </a:lnTo>
                  <a:lnTo>
                    <a:pt x="1920104" y="86048"/>
                  </a:lnTo>
                  <a:lnTo>
                    <a:pt x="1959290" y="83481"/>
                  </a:lnTo>
                  <a:lnTo>
                    <a:pt x="1998476" y="80874"/>
                  </a:lnTo>
                  <a:lnTo>
                    <a:pt x="2037662" y="78232"/>
                  </a:lnTo>
                  <a:lnTo>
                    <a:pt x="2076847" y="75557"/>
                  </a:lnTo>
                  <a:lnTo>
                    <a:pt x="2116033" y="72851"/>
                  </a:lnTo>
                  <a:lnTo>
                    <a:pt x="2155219" y="70119"/>
                  </a:lnTo>
                  <a:lnTo>
                    <a:pt x="2194405" y="67360"/>
                  </a:lnTo>
                  <a:lnTo>
                    <a:pt x="2233591" y="64579"/>
                  </a:lnTo>
                  <a:lnTo>
                    <a:pt x="2272776" y="61776"/>
                  </a:lnTo>
                  <a:lnTo>
                    <a:pt x="2311962" y="58954"/>
                  </a:lnTo>
                  <a:lnTo>
                    <a:pt x="2351148" y="56114"/>
                  </a:lnTo>
                  <a:lnTo>
                    <a:pt x="2390334" y="53256"/>
                  </a:lnTo>
                  <a:lnTo>
                    <a:pt x="2429520" y="50384"/>
                  </a:lnTo>
                  <a:lnTo>
                    <a:pt x="2468705" y="47497"/>
                  </a:lnTo>
                  <a:lnTo>
                    <a:pt x="2507891" y="44597"/>
                  </a:lnTo>
                  <a:lnTo>
                    <a:pt x="2547077" y="41685"/>
                  </a:lnTo>
                  <a:lnTo>
                    <a:pt x="2586263" y="38761"/>
                  </a:lnTo>
                  <a:lnTo>
                    <a:pt x="2625449" y="35826"/>
                  </a:lnTo>
                  <a:lnTo>
                    <a:pt x="2664635" y="32882"/>
                  </a:lnTo>
                  <a:lnTo>
                    <a:pt x="2703820" y="29929"/>
                  </a:lnTo>
                  <a:lnTo>
                    <a:pt x="2743006" y="26967"/>
                  </a:lnTo>
                  <a:lnTo>
                    <a:pt x="2782192" y="23996"/>
                  </a:lnTo>
                  <a:lnTo>
                    <a:pt x="2821378" y="21019"/>
                  </a:lnTo>
                  <a:lnTo>
                    <a:pt x="2860564" y="18034"/>
                  </a:lnTo>
                  <a:lnTo>
                    <a:pt x="2899749" y="15043"/>
                  </a:lnTo>
                  <a:lnTo>
                    <a:pt x="2938935" y="12045"/>
                  </a:lnTo>
                  <a:lnTo>
                    <a:pt x="2978121" y="9042"/>
                  </a:lnTo>
                  <a:lnTo>
                    <a:pt x="3017307" y="6033"/>
                  </a:lnTo>
                  <a:lnTo>
                    <a:pt x="3056493" y="3019"/>
                  </a:lnTo>
                  <a:lnTo>
                    <a:pt x="3095678" y="0"/>
                  </a:lnTo>
                  <a:lnTo>
                    <a:pt x="3095678" y="200341"/>
                  </a:lnTo>
                  <a:lnTo>
                    <a:pt x="3056493" y="199555"/>
                  </a:lnTo>
                  <a:lnTo>
                    <a:pt x="3017307" y="198775"/>
                  </a:lnTo>
                  <a:lnTo>
                    <a:pt x="2978121" y="197999"/>
                  </a:lnTo>
                  <a:lnTo>
                    <a:pt x="2938935" y="197229"/>
                  </a:lnTo>
                  <a:lnTo>
                    <a:pt x="2899749" y="196465"/>
                  </a:lnTo>
                  <a:lnTo>
                    <a:pt x="2860564" y="195707"/>
                  </a:lnTo>
                  <a:lnTo>
                    <a:pt x="2821378" y="194955"/>
                  </a:lnTo>
                  <a:lnTo>
                    <a:pt x="2782192" y="194211"/>
                  </a:lnTo>
                  <a:lnTo>
                    <a:pt x="2743006" y="193474"/>
                  </a:lnTo>
                  <a:lnTo>
                    <a:pt x="2703820" y="192745"/>
                  </a:lnTo>
                  <a:lnTo>
                    <a:pt x="2664635" y="192025"/>
                  </a:lnTo>
                  <a:lnTo>
                    <a:pt x="2625449" y="191314"/>
                  </a:lnTo>
                  <a:lnTo>
                    <a:pt x="2586263" y="190613"/>
                  </a:lnTo>
                  <a:lnTo>
                    <a:pt x="2547077" y="189923"/>
                  </a:lnTo>
                  <a:lnTo>
                    <a:pt x="2507891" y="189244"/>
                  </a:lnTo>
                  <a:lnTo>
                    <a:pt x="2468705" y="188577"/>
                  </a:lnTo>
                  <a:lnTo>
                    <a:pt x="2429520" y="187923"/>
                  </a:lnTo>
                  <a:lnTo>
                    <a:pt x="2390334" y="187284"/>
                  </a:lnTo>
                  <a:lnTo>
                    <a:pt x="2351148" y="186660"/>
                  </a:lnTo>
                  <a:lnTo>
                    <a:pt x="2311962" y="186053"/>
                  </a:lnTo>
                  <a:lnTo>
                    <a:pt x="2272776" y="185464"/>
                  </a:lnTo>
                  <a:lnTo>
                    <a:pt x="2233591" y="184895"/>
                  </a:lnTo>
                  <a:lnTo>
                    <a:pt x="2194405" y="184347"/>
                  </a:lnTo>
                  <a:lnTo>
                    <a:pt x="2155219" y="183822"/>
                  </a:lnTo>
                  <a:lnTo>
                    <a:pt x="2116033" y="183322"/>
                  </a:lnTo>
                  <a:lnTo>
                    <a:pt x="2076847" y="182850"/>
                  </a:lnTo>
                  <a:lnTo>
                    <a:pt x="2037662" y="182409"/>
                  </a:lnTo>
                  <a:lnTo>
                    <a:pt x="1998476" y="181999"/>
                  </a:lnTo>
                  <a:lnTo>
                    <a:pt x="1959290" y="181626"/>
                  </a:lnTo>
                  <a:lnTo>
                    <a:pt x="1920104" y="181293"/>
                  </a:lnTo>
                  <a:lnTo>
                    <a:pt x="1880918" y="181002"/>
                  </a:lnTo>
                  <a:lnTo>
                    <a:pt x="1841733" y="180758"/>
                  </a:lnTo>
                  <a:lnTo>
                    <a:pt x="1802547" y="180566"/>
                  </a:lnTo>
                  <a:lnTo>
                    <a:pt x="1763361" y="180430"/>
                  </a:lnTo>
                  <a:lnTo>
                    <a:pt x="1724175" y="180355"/>
                  </a:lnTo>
                  <a:lnTo>
                    <a:pt x="1684989" y="180347"/>
                  </a:lnTo>
                  <a:lnTo>
                    <a:pt x="1645803" y="180412"/>
                  </a:lnTo>
                  <a:lnTo>
                    <a:pt x="1606618" y="180556"/>
                  </a:lnTo>
                  <a:lnTo>
                    <a:pt x="1567432" y="180785"/>
                  </a:lnTo>
                  <a:lnTo>
                    <a:pt x="1528246" y="181104"/>
                  </a:lnTo>
                  <a:lnTo>
                    <a:pt x="1489060" y="181521"/>
                  </a:lnTo>
                  <a:lnTo>
                    <a:pt x="1449874" y="182042"/>
                  </a:lnTo>
                  <a:lnTo>
                    <a:pt x="1410689" y="182670"/>
                  </a:lnTo>
                  <a:lnTo>
                    <a:pt x="1371503" y="183412"/>
                  </a:lnTo>
                  <a:lnTo>
                    <a:pt x="1332317" y="184270"/>
                  </a:lnTo>
                  <a:lnTo>
                    <a:pt x="1293131" y="185249"/>
                  </a:lnTo>
                  <a:lnTo>
                    <a:pt x="1253945" y="186348"/>
                  </a:lnTo>
                  <a:lnTo>
                    <a:pt x="1214760" y="187568"/>
                  </a:lnTo>
                  <a:lnTo>
                    <a:pt x="1175574" y="188909"/>
                  </a:lnTo>
                  <a:lnTo>
                    <a:pt x="1136388" y="190367"/>
                  </a:lnTo>
                  <a:lnTo>
                    <a:pt x="1097202" y="191940"/>
                  </a:lnTo>
                  <a:lnTo>
                    <a:pt x="1058016" y="193623"/>
                  </a:lnTo>
                  <a:lnTo>
                    <a:pt x="1018831" y="195410"/>
                  </a:lnTo>
                  <a:lnTo>
                    <a:pt x="979645" y="197296"/>
                  </a:lnTo>
                  <a:lnTo>
                    <a:pt x="940459" y="199276"/>
                  </a:lnTo>
                  <a:lnTo>
                    <a:pt x="901273" y="201342"/>
                  </a:lnTo>
                  <a:lnTo>
                    <a:pt x="862087" y="203488"/>
                  </a:lnTo>
                  <a:lnTo>
                    <a:pt x="822901" y="205709"/>
                  </a:lnTo>
                  <a:lnTo>
                    <a:pt x="783716" y="207998"/>
                  </a:lnTo>
                  <a:lnTo>
                    <a:pt x="744530" y="210350"/>
                  </a:lnTo>
                  <a:lnTo>
                    <a:pt x="705344" y="212760"/>
                  </a:lnTo>
                  <a:lnTo>
                    <a:pt x="666158" y="215223"/>
                  </a:lnTo>
                  <a:lnTo>
                    <a:pt x="626972" y="217734"/>
                  </a:lnTo>
                  <a:lnTo>
                    <a:pt x="587787" y="220289"/>
                  </a:lnTo>
                  <a:lnTo>
                    <a:pt x="548601" y="222885"/>
                  </a:lnTo>
                  <a:lnTo>
                    <a:pt x="509415" y="225517"/>
                  </a:lnTo>
                  <a:lnTo>
                    <a:pt x="470229" y="228183"/>
                  </a:lnTo>
                  <a:lnTo>
                    <a:pt x="431043" y="230880"/>
                  </a:lnTo>
                  <a:lnTo>
                    <a:pt x="391858" y="233605"/>
                  </a:lnTo>
                  <a:lnTo>
                    <a:pt x="352672" y="236357"/>
                  </a:lnTo>
                  <a:lnTo>
                    <a:pt x="313486" y="239131"/>
                  </a:lnTo>
                  <a:lnTo>
                    <a:pt x="274300" y="241928"/>
                  </a:lnTo>
                  <a:lnTo>
                    <a:pt x="235114" y="244745"/>
                  </a:lnTo>
                  <a:lnTo>
                    <a:pt x="195929" y="247581"/>
                  </a:lnTo>
                  <a:lnTo>
                    <a:pt x="156743" y="250433"/>
                  </a:lnTo>
                  <a:lnTo>
                    <a:pt x="117557" y="253301"/>
                  </a:lnTo>
                  <a:lnTo>
                    <a:pt x="78371" y="256184"/>
                  </a:lnTo>
                  <a:lnTo>
                    <a:pt x="39185" y="259081"/>
                  </a:lnTo>
                  <a:lnTo>
                    <a:pt x="0" y="261989"/>
                  </a:lnTo>
                  <a:close/>
                </a:path>
              </a:pathLst>
            </a:custGeom>
            <a:solidFill>
              <a:srgbClr val="0E5A78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851" name="pl850"/>
            <p:cNvSpPr/>
            <p:nvPr/>
          </p:nvSpPr>
          <p:spPr>
            <a:xfrm>
              <a:off x="4398458" y="2607288"/>
              <a:ext cx="3095678" cy="124165"/>
            </a:xfrm>
            <a:custGeom>
              <a:avLst/>
              <a:pathLst>
                <a:path w="3095678" h="124165">
                  <a:moveTo>
                    <a:pt x="0" y="114784"/>
                  </a:moveTo>
                  <a:lnTo>
                    <a:pt x="39185" y="115460"/>
                  </a:lnTo>
                  <a:lnTo>
                    <a:pt x="78371" y="116123"/>
                  </a:lnTo>
                  <a:lnTo>
                    <a:pt x="117557" y="116772"/>
                  </a:lnTo>
                  <a:lnTo>
                    <a:pt x="156743" y="117407"/>
                  </a:lnTo>
                  <a:lnTo>
                    <a:pt x="195929" y="118026"/>
                  </a:lnTo>
                  <a:lnTo>
                    <a:pt x="235114" y="118629"/>
                  </a:lnTo>
                  <a:lnTo>
                    <a:pt x="274300" y="119212"/>
                  </a:lnTo>
                  <a:lnTo>
                    <a:pt x="313486" y="119776"/>
                  </a:lnTo>
                  <a:lnTo>
                    <a:pt x="352672" y="120317"/>
                  </a:lnTo>
                  <a:lnTo>
                    <a:pt x="391858" y="120835"/>
                  </a:lnTo>
                  <a:lnTo>
                    <a:pt x="431043" y="121327"/>
                  </a:lnTo>
                  <a:lnTo>
                    <a:pt x="470229" y="121790"/>
                  </a:lnTo>
                  <a:lnTo>
                    <a:pt x="509415" y="122223"/>
                  </a:lnTo>
                  <a:lnTo>
                    <a:pt x="548601" y="122622"/>
                  </a:lnTo>
                  <a:lnTo>
                    <a:pt x="587787" y="122984"/>
                  </a:lnTo>
                  <a:lnTo>
                    <a:pt x="626972" y="123306"/>
                  </a:lnTo>
                  <a:lnTo>
                    <a:pt x="666158" y="123584"/>
                  </a:lnTo>
                  <a:lnTo>
                    <a:pt x="705344" y="123813"/>
                  </a:lnTo>
                  <a:lnTo>
                    <a:pt x="744530" y="123990"/>
                  </a:lnTo>
                  <a:lnTo>
                    <a:pt x="783716" y="124109"/>
                  </a:lnTo>
                  <a:lnTo>
                    <a:pt x="822901" y="124165"/>
                  </a:lnTo>
                  <a:lnTo>
                    <a:pt x="862087" y="124152"/>
                  </a:lnTo>
                  <a:lnTo>
                    <a:pt x="901273" y="124066"/>
                  </a:lnTo>
                  <a:lnTo>
                    <a:pt x="940459" y="123898"/>
                  </a:lnTo>
                  <a:lnTo>
                    <a:pt x="979645" y="123644"/>
                  </a:lnTo>
                  <a:lnTo>
                    <a:pt x="1018831" y="123297"/>
                  </a:lnTo>
                  <a:lnTo>
                    <a:pt x="1058016" y="122851"/>
                  </a:lnTo>
                  <a:lnTo>
                    <a:pt x="1097202" y="122300"/>
                  </a:lnTo>
                  <a:lnTo>
                    <a:pt x="1136388" y="121640"/>
                  </a:lnTo>
                  <a:lnTo>
                    <a:pt x="1175574" y="120865"/>
                  </a:lnTo>
                  <a:lnTo>
                    <a:pt x="1214760" y="119972"/>
                  </a:lnTo>
                  <a:lnTo>
                    <a:pt x="1253945" y="118959"/>
                  </a:lnTo>
                  <a:lnTo>
                    <a:pt x="1293131" y="117825"/>
                  </a:lnTo>
                  <a:lnTo>
                    <a:pt x="1332317" y="116570"/>
                  </a:lnTo>
                  <a:lnTo>
                    <a:pt x="1371503" y="115195"/>
                  </a:lnTo>
                  <a:lnTo>
                    <a:pt x="1410689" y="113704"/>
                  </a:lnTo>
                  <a:lnTo>
                    <a:pt x="1449874" y="112099"/>
                  </a:lnTo>
                  <a:lnTo>
                    <a:pt x="1489060" y="110386"/>
                  </a:lnTo>
                  <a:lnTo>
                    <a:pt x="1528246" y="108569"/>
                  </a:lnTo>
                  <a:lnTo>
                    <a:pt x="1567432" y="106656"/>
                  </a:lnTo>
                  <a:lnTo>
                    <a:pt x="1606618" y="104651"/>
                  </a:lnTo>
                  <a:lnTo>
                    <a:pt x="1645803" y="102561"/>
                  </a:lnTo>
                  <a:lnTo>
                    <a:pt x="1684989" y="100393"/>
                  </a:lnTo>
                  <a:lnTo>
                    <a:pt x="1724175" y="98152"/>
                  </a:lnTo>
                  <a:lnTo>
                    <a:pt x="1763361" y="95844"/>
                  </a:lnTo>
                  <a:lnTo>
                    <a:pt x="1802547" y="93475"/>
                  </a:lnTo>
                  <a:lnTo>
                    <a:pt x="1841733" y="91049"/>
                  </a:lnTo>
                  <a:lnTo>
                    <a:pt x="1880918" y="88572"/>
                  </a:lnTo>
                  <a:lnTo>
                    <a:pt x="1920104" y="86048"/>
                  </a:lnTo>
                  <a:lnTo>
                    <a:pt x="1959290" y="83481"/>
                  </a:lnTo>
                  <a:lnTo>
                    <a:pt x="1998476" y="80874"/>
                  </a:lnTo>
                  <a:lnTo>
                    <a:pt x="2037662" y="78232"/>
                  </a:lnTo>
                  <a:lnTo>
                    <a:pt x="2076847" y="75557"/>
                  </a:lnTo>
                  <a:lnTo>
                    <a:pt x="2116033" y="72851"/>
                  </a:lnTo>
                  <a:lnTo>
                    <a:pt x="2155219" y="70119"/>
                  </a:lnTo>
                  <a:lnTo>
                    <a:pt x="2194405" y="67360"/>
                  </a:lnTo>
                  <a:lnTo>
                    <a:pt x="2233591" y="64579"/>
                  </a:lnTo>
                  <a:lnTo>
                    <a:pt x="2272776" y="61776"/>
                  </a:lnTo>
                  <a:lnTo>
                    <a:pt x="2311962" y="58954"/>
                  </a:lnTo>
                  <a:lnTo>
                    <a:pt x="2351148" y="56114"/>
                  </a:lnTo>
                  <a:lnTo>
                    <a:pt x="2390334" y="53256"/>
                  </a:lnTo>
                  <a:lnTo>
                    <a:pt x="2429520" y="50384"/>
                  </a:lnTo>
                  <a:lnTo>
                    <a:pt x="2468705" y="47497"/>
                  </a:lnTo>
                  <a:lnTo>
                    <a:pt x="2507891" y="44597"/>
                  </a:lnTo>
                  <a:lnTo>
                    <a:pt x="2547077" y="41685"/>
                  </a:lnTo>
                  <a:lnTo>
                    <a:pt x="2586263" y="38761"/>
                  </a:lnTo>
                  <a:lnTo>
                    <a:pt x="2625449" y="35826"/>
                  </a:lnTo>
                  <a:lnTo>
                    <a:pt x="2664635" y="32882"/>
                  </a:lnTo>
                  <a:lnTo>
                    <a:pt x="2703820" y="29929"/>
                  </a:lnTo>
                  <a:lnTo>
                    <a:pt x="2743006" y="26967"/>
                  </a:lnTo>
                  <a:lnTo>
                    <a:pt x="2782192" y="23996"/>
                  </a:lnTo>
                  <a:lnTo>
                    <a:pt x="2821378" y="21019"/>
                  </a:lnTo>
                  <a:lnTo>
                    <a:pt x="2860564" y="18034"/>
                  </a:lnTo>
                  <a:lnTo>
                    <a:pt x="2899749" y="15043"/>
                  </a:lnTo>
                  <a:lnTo>
                    <a:pt x="2938935" y="12045"/>
                  </a:lnTo>
                  <a:lnTo>
                    <a:pt x="2978121" y="9042"/>
                  </a:lnTo>
                  <a:lnTo>
                    <a:pt x="3017307" y="6033"/>
                  </a:lnTo>
                  <a:lnTo>
                    <a:pt x="3056493" y="3019"/>
                  </a:lnTo>
                  <a:lnTo>
                    <a:pt x="309567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52" name="pl851"/>
            <p:cNvSpPr/>
            <p:nvPr/>
          </p:nvSpPr>
          <p:spPr>
            <a:xfrm>
              <a:off x="4398458" y="2787636"/>
              <a:ext cx="3095678" cy="81641"/>
            </a:xfrm>
            <a:custGeom>
              <a:avLst/>
              <a:pathLst>
                <a:path w="3095678" h="81641">
                  <a:moveTo>
                    <a:pt x="3095678" y="19993"/>
                  </a:moveTo>
                  <a:lnTo>
                    <a:pt x="3056493" y="19207"/>
                  </a:lnTo>
                  <a:lnTo>
                    <a:pt x="3017307" y="18427"/>
                  </a:lnTo>
                  <a:lnTo>
                    <a:pt x="2978121" y="17651"/>
                  </a:lnTo>
                  <a:lnTo>
                    <a:pt x="2938935" y="16881"/>
                  </a:lnTo>
                  <a:lnTo>
                    <a:pt x="2899749" y="16117"/>
                  </a:lnTo>
                  <a:lnTo>
                    <a:pt x="2860564" y="15359"/>
                  </a:lnTo>
                  <a:lnTo>
                    <a:pt x="2821378" y="14607"/>
                  </a:lnTo>
                  <a:lnTo>
                    <a:pt x="2782192" y="13863"/>
                  </a:lnTo>
                  <a:lnTo>
                    <a:pt x="2743006" y="13126"/>
                  </a:lnTo>
                  <a:lnTo>
                    <a:pt x="2703820" y="12397"/>
                  </a:lnTo>
                  <a:lnTo>
                    <a:pt x="2664635" y="11677"/>
                  </a:lnTo>
                  <a:lnTo>
                    <a:pt x="2625449" y="10966"/>
                  </a:lnTo>
                  <a:lnTo>
                    <a:pt x="2586263" y="10265"/>
                  </a:lnTo>
                  <a:lnTo>
                    <a:pt x="2547077" y="9575"/>
                  </a:lnTo>
                  <a:lnTo>
                    <a:pt x="2507891" y="8896"/>
                  </a:lnTo>
                  <a:lnTo>
                    <a:pt x="2468705" y="8229"/>
                  </a:lnTo>
                  <a:lnTo>
                    <a:pt x="2429520" y="7575"/>
                  </a:lnTo>
                  <a:lnTo>
                    <a:pt x="2390334" y="6936"/>
                  </a:lnTo>
                  <a:lnTo>
                    <a:pt x="2351148" y="6312"/>
                  </a:lnTo>
                  <a:lnTo>
                    <a:pt x="2311962" y="5705"/>
                  </a:lnTo>
                  <a:lnTo>
                    <a:pt x="2272776" y="5116"/>
                  </a:lnTo>
                  <a:lnTo>
                    <a:pt x="2233591" y="4547"/>
                  </a:lnTo>
                  <a:lnTo>
                    <a:pt x="2194405" y="3999"/>
                  </a:lnTo>
                  <a:lnTo>
                    <a:pt x="2155219" y="3474"/>
                  </a:lnTo>
                  <a:lnTo>
                    <a:pt x="2116033" y="2974"/>
                  </a:lnTo>
                  <a:lnTo>
                    <a:pt x="2076847" y="2502"/>
                  </a:lnTo>
                  <a:lnTo>
                    <a:pt x="2037662" y="2061"/>
                  </a:lnTo>
                  <a:lnTo>
                    <a:pt x="1998476" y="1651"/>
                  </a:lnTo>
                  <a:lnTo>
                    <a:pt x="1959290" y="1278"/>
                  </a:lnTo>
                  <a:lnTo>
                    <a:pt x="1920104" y="945"/>
                  </a:lnTo>
                  <a:lnTo>
                    <a:pt x="1880918" y="654"/>
                  </a:lnTo>
                  <a:lnTo>
                    <a:pt x="1841733" y="410"/>
                  </a:lnTo>
                  <a:lnTo>
                    <a:pt x="1802547" y="218"/>
                  </a:lnTo>
                  <a:lnTo>
                    <a:pt x="1763361" y="82"/>
                  </a:lnTo>
                  <a:lnTo>
                    <a:pt x="1724175" y="7"/>
                  </a:lnTo>
                  <a:lnTo>
                    <a:pt x="1684989" y="0"/>
                  </a:lnTo>
                  <a:lnTo>
                    <a:pt x="1645803" y="64"/>
                  </a:lnTo>
                  <a:lnTo>
                    <a:pt x="1606618" y="208"/>
                  </a:lnTo>
                  <a:lnTo>
                    <a:pt x="1567432" y="437"/>
                  </a:lnTo>
                  <a:lnTo>
                    <a:pt x="1528246" y="756"/>
                  </a:lnTo>
                  <a:lnTo>
                    <a:pt x="1489060" y="1173"/>
                  </a:lnTo>
                  <a:lnTo>
                    <a:pt x="1449874" y="1694"/>
                  </a:lnTo>
                  <a:lnTo>
                    <a:pt x="1410689" y="2322"/>
                  </a:lnTo>
                  <a:lnTo>
                    <a:pt x="1371503" y="3064"/>
                  </a:lnTo>
                  <a:lnTo>
                    <a:pt x="1332317" y="3923"/>
                  </a:lnTo>
                  <a:lnTo>
                    <a:pt x="1293131" y="4901"/>
                  </a:lnTo>
                  <a:lnTo>
                    <a:pt x="1253945" y="6000"/>
                  </a:lnTo>
                  <a:lnTo>
                    <a:pt x="1214760" y="7220"/>
                  </a:lnTo>
                  <a:lnTo>
                    <a:pt x="1175574" y="8561"/>
                  </a:lnTo>
                  <a:lnTo>
                    <a:pt x="1136388" y="10019"/>
                  </a:lnTo>
                  <a:lnTo>
                    <a:pt x="1097202" y="11592"/>
                  </a:lnTo>
                  <a:lnTo>
                    <a:pt x="1058016" y="13275"/>
                  </a:lnTo>
                  <a:lnTo>
                    <a:pt x="1018831" y="15062"/>
                  </a:lnTo>
                  <a:lnTo>
                    <a:pt x="979645" y="16948"/>
                  </a:lnTo>
                  <a:lnTo>
                    <a:pt x="940459" y="18928"/>
                  </a:lnTo>
                  <a:lnTo>
                    <a:pt x="901273" y="20994"/>
                  </a:lnTo>
                  <a:lnTo>
                    <a:pt x="862087" y="23140"/>
                  </a:lnTo>
                  <a:lnTo>
                    <a:pt x="822901" y="25361"/>
                  </a:lnTo>
                  <a:lnTo>
                    <a:pt x="783716" y="27650"/>
                  </a:lnTo>
                  <a:lnTo>
                    <a:pt x="744530" y="30002"/>
                  </a:lnTo>
                  <a:lnTo>
                    <a:pt x="705344" y="32412"/>
                  </a:lnTo>
                  <a:lnTo>
                    <a:pt x="666158" y="34875"/>
                  </a:lnTo>
                  <a:lnTo>
                    <a:pt x="626972" y="37386"/>
                  </a:lnTo>
                  <a:lnTo>
                    <a:pt x="587787" y="39941"/>
                  </a:lnTo>
                  <a:lnTo>
                    <a:pt x="548601" y="42537"/>
                  </a:lnTo>
                  <a:lnTo>
                    <a:pt x="509415" y="45169"/>
                  </a:lnTo>
                  <a:lnTo>
                    <a:pt x="470229" y="47835"/>
                  </a:lnTo>
                  <a:lnTo>
                    <a:pt x="431043" y="50532"/>
                  </a:lnTo>
                  <a:lnTo>
                    <a:pt x="391858" y="53257"/>
                  </a:lnTo>
                  <a:lnTo>
                    <a:pt x="352672" y="56009"/>
                  </a:lnTo>
                  <a:lnTo>
                    <a:pt x="313486" y="58783"/>
                  </a:lnTo>
                  <a:lnTo>
                    <a:pt x="274300" y="61580"/>
                  </a:lnTo>
                  <a:lnTo>
                    <a:pt x="235114" y="64397"/>
                  </a:lnTo>
                  <a:lnTo>
                    <a:pt x="195929" y="67233"/>
                  </a:lnTo>
                  <a:lnTo>
                    <a:pt x="156743" y="70085"/>
                  </a:lnTo>
                  <a:lnTo>
                    <a:pt x="117557" y="72953"/>
                  </a:lnTo>
                  <a:lnTo>
                    <a:pt x="78371" y="75836"/>
                  </a:lnTo>
                  <a:lnTo>
                    <a:pt x="39185" y="78733"/>
                  </a:lnTo>
                  <a:lnTo>
                    <a:pt x="0" y="816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53" name="pl852"/>
            <p:cNvSpPr/>
            <p:nvPr/>
          </p:nvSpPr>
          <p:spPr>
            <a:xfrm>
              <a:off x="4398458" y="2707459"/>
              <a:ext cx="3095678" cy="88216"/>
            </a:xfrm>
            <a:custGeom>
              <a:avLst/>
              <a:pathLst>
                <a:path w="3095678" h="88216">
                  <a:moveTo>
                    <a:pt x="0" y="88216"/>
                  </a:moveTo>
                  <a:lnTo>
                    <a:pt x="39185" y="87099"/>
                  </a:lnTo>
                  <a:lnTo>
                    <a:pt x="78371" y="85983"/>
                  </a:lnTo>
                  <a:lnTo>
                    <a:pt x="117557" y="84866"/>
                  </a:lnTo>
                  <a:lnTo>
                    <a:pt x="156743" y="83749"/>
                  </a:lnTo>
                  <a:lnTo>
                    <a:pt x="195929" y="82633"/>
                  </a:lnTo>
                  <a:lnTo>
                    <a:pt x="235114" y="81516"/>
                  </a:lnTo>
                  <a:lnTo>
                    <a:pt x="274300" y="80399"/>
                  </a:lnTo>
                  <a:lnTo>
                    <a:pt x="313486" y="79283"/>
                  </a:lnTo>
                  <a:lnTo>
                    <a:pt x="352672" y="78166"/>
                  </a:lnTo>
                  <a:lnTo>
                    <a:pt x="391858" y="77049"/>
                  </a:lnTo>
                  <a:lnTo>
                    <a:pt x="431043" y="75933"/>
                  </a:lnTo>
                  <a:lnTo>
                    <a:pt x="470229" y="74816"/>
                  </a:lnTo>
                  <a:lnTo>
                    <a:pt x="509415" y="73699"/>
                  </a:lnTo>
                  <a:lnTo>
                    <a:pt x="548601" y="72583"/>
                  </a:lnTo>
                  <a:lnTo>
                    <a:pt x="587787" y="71466"/>
                  </a:lnTo>
                  <a:lnTo>
                    <a:pt x="626972" y="70349"/>
                  </a:lnTo>
                  <a:lnTo>
                    <a:pt x="666158" y="69233"/>
                  </a:lnTo>
                  <a:lnTo>
                    <a:pt x="705344" y="68116"/>
                  </a:lnTo>
                  <a:lnTo>
                    <a:pt x="744530" y="66999"/>
                  </a:lnTo>
                  <a:lnTo>
                    <a:pt x="783716" y="65883"/>
                  </a:lnTo>
                  <a:lnTo>
                    <a:pt x="822901" y="64766"/>
                  </a:lnTo>
                  <a:lnTo>
                    <a:pt x="862087" y="63649"/>
                  </a:lnTo>
                  <a:lnTo>
                    <a:pt x="901273" y="62533"/>
                  </a:lnTo>
                  <a:lnTo>
                    <a:pt x="940459" y="61416"/>
                  </a:lnTo>
                  <a:lnTo>
                    <a:pt x="979645" y="60299"/>
                  </a:lnTo>
                  <a:lnTo>
                    <a:pt x="1018831" y="59183"/>
                  </a:lnTo>
                  <a:lnTo>
                    <a:pt x="1058016" y="58066"/>
                  </a:lnTo>
                  <a:lnTo>
                    <a:pt x="1097202" y="56949"/>
                  </a:lnTo>
                  <a:lnTo>
                    <a:pt x="1136388" y="55833"/>
                  </a:lnTo>
                  <a:lnTo>
                    <a:pt x="1175574" y="54716"/>
                  </a:lnTo>
                  <a:lnTo>
                    <a:pt x="1214760" y="53599"/>
                  </a:lnTo>
                  <a:lnTo>
                    <a:pt x="1253945" y="52483"/>
                  </a:lnTo>
                  <a:lnTo>
                    <a:pt x="1293131" y="51366"/>
                  </a:lnTo>
                  <a:lnTo>
                    <a:pt x="1332317" y="50249"/>
                  </a:lnTo>
                  <a:lnTo>
                    <a:pt x="1371503" y="49133"/>
                  </a:lnTo>
                  <a:lnTo>
                    <a:pt x="1410689" y="48016"/>
                  </a:lnTo>
                  <a:lnTo>
                    <a:pt x="1449874" y="46899"/>
                  </a:lnTo>
                  <a:lnTo>
                    <a:pt x="1489060" y="45783"/>
                  </a:lnTo>
                  <a:lnTo>
                    <a:pt x="1528246" y="44666"/>
                  </a:lnTo>
                  <a:lnTo>
                    <a:pt x="1567432" y="43549"/>
                  </a:lnTo>
                  <a:lnTo>
                    <a:pt x="1606618" y="42433"/>
                  </a:lnTo>
                  <a:lnTo>
                    <a:pt x="1645803" y="41316"/>
                  </a:lnTo>
                  <a:lnTo>
                    <a:pt x="1684989" y="40199"/>
                  </a:lnTo>
                  <a:lnTo>
                    <a:pt x="1724175" y="39083"/>
                  </a:lnTo>
                  <a:lnTo>
                    <a:pt x="1763361" y="37966"/>
                  </a:lnTo>
                  <a:lnTo>
                    <a:pt x="1802547" y="36849"/>
                  </a:lnTo>
                  <a:lnTo>
                    <a:pt x="1841733" y="35733"/>
                  </a:lnTo>
                  <a:lnTo>
                    <a:pt x="1880918" y="34616"/>
                  </a:lnTo>
                  <a:lnTo>
                    <a:pt x="1920104" y="33499"/>
                  </a:lnTo>
                  <a:lnTo>
                    <a:pt x="1959290" y="32383"/>
                  </a:lnTo>
                  <a:lnTo>
                    <a:pt x="1998476" y="31266"/>
                  </a:lnTo>
                  <a:lnTo>
                    <a:pt x="2037662" y="30149"/>
                  </a:lnTo>
                  <a:lnTo>
                    <a:pt x="2076847" y="29033"/>
                  </a:lnTo>
                  <a:lnTo>
                    <a:pt x="2116033" y="27916"/>
                  </a:lnTo>
                  <a:lnTo>
                    <a:pt x="2155219" y="26799"/>
                  </a:lnTo>
                  <a:lnTo>
                    <a:pt x="2194405" y="25683"/>
                  </a:lnTo>
                  <a:lnTo>
                    <a:pt x="2233591" y="24566"/>
                  </a:lnTo>
                  <a:lnTo>
                    <a:pt x="2272776" y="23449"/>
                  </a:lnTo>
                  <a:lnTo>
                    <a:pt x="2311962" y="22333"/>
                  </a:lnTo>
                  <a:lnTo>
                    <a:pt x="2351148" y="21216"/>
                  </a:lnTo>
                  <a:lnTo>
                    <a:pt x="2390334" y="20099"/>
                  </a:lnTo>
                  <a:lnTo>
                    <a:pt x="2429520" y="18983"/>
                  </a:lnTo>
                  <a:lnTo>
                    <a:pt x="2468705" y="17866"/>
                  </a:lnTo>
                  <a:lnTo>
                    <a:pt x="2507891" y="16749"/>
                  </a:lnTo>
                  <a:lnTo>
                    <a:pt x="2547077" y="15633"/>
                  </a:lnTo>
                  <a:lnTo>
                    <a:pt x="2586263" y="14516"/>
                  </a:lnTo>
                  <a:lnTo>
                    <a:pt x="2625449" y="13399"/>
                  </a:lnTo>
                  <a:lnTo>
                    <a:pt x="2664635" y="12283"/>
                  </a:lnTo>
                  <a:lnTo>
                    <a:pt x="2703820" y="11166"/>
                  </a:lnTo>
                  <a:lnTo>
                    <a:pt x="2743006" y="10049"/>
                  </a:lnTo>
                  <a:lnTo>
                    <a:pt x="2782192" y="8933"/>
                  </a:lnTo>
                  <a:lnTo>
                    <a:pt x="2821378" y="7816"/>
                  </a:lnTo>
                  <a:lnTo>
                    <a:pt x="2860564" y="6699"/>
                  </a:lnTo>
                  <a:lnTo>
                    <a:pt x="2899749" y="5583"/>
                  </a:lnTo>
                  <a:lnTo>
                    <a:pt x="2938935" y="4466"/>
                  </a:lnTo>
                  <a:lnTo>
                    <a:pt x="2978121" y="3349"/>
                  </a:lnTo>
                  <a:lnTo>
                    <a:pt x="3017307" y="2233"/>
                  </a:lnTo>
                  <a:lnTo>
                    <a:pt x="3056493" y="1116"/>
                  </a:lnTo>
                  <a:lnTo>
                    <a:pt x="3095678" y="0"/>
                  </a:lnTo>
                </a:path>
              </a:pathLst>
            </a:custGeom>
            <a:ln w="16260" cap="flat">
              <a:solidFill>
                <a:srgbClr val="2A2A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l853"/>
            <p:cNvSpPr/>
            <p:nvPr/>
          </p:nvSpPr>
          <p:spPr>
            <a:xfrm>
              <a:off x="4243674" y="5256522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l854"/>
            <p:cNvSpPr/>
            <p:nvPr/>
          </p:nvSpPr>
          <p:spPr>
            <a:xfrm>
              <a:off x="4243674" y="4938935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l855"/>
            <p:cNvSpPr/>
            <p:nvPr/>
          </p:nvSpPr>
          <p:spPr>
            <a:xfrm>
              <a:off x="4243674" y="4621348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l856"/>
            <p:cNvSpPr/>
            <p:nvPr/>
          </p:nvSpPr>
          <p:spPr>
            <a:xfrm>
              <a:off x="4243674" y="4303761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l857"/>
            <p:cNvSpPr/>
            <p:nvPr/>
          </p:nvSpPr>
          <p:spPr>
            <a:xfrm>
              <a:off x="4243674" y="3986174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l858"/>
            <p:cNvSpPr/>
            <p:nvPr/>
          </p:nvSpPr>
          <p:spPr>
            <a:xfrm>
              <a:off x="4398458" y="3942325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l859"/>
            <p:cNvSpPr/>
            <p:nvPr/>
          </p:nvSpPr>
          <p:spPr>
            <a:xfrm>
              <a:off x="5430351" y="3942325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l860"/>
            <p:cNvSpPr/>
            <p:nvPr/>
          </p:nvSpPr>
          <p:spPr>
            <a:xfrm>
              <a:off x="6462244" y="3942325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l861"/>
            <p:cNvSpPr/>
            <p:nvPr/>
          </p:nvSpPr>
          <p:spPr>
            <a:xfrm>
              <a:off x="7494137" y="3942325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l862"/>
            <p:cNvSpPr/>
            <p:nvPr/>
          </p:nvSpPr>
          <p:spPr>
            <a:xfrm>
              <a:off x="4243674" y="5256522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12934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64" name="pt863"/>
            <p:cNvSpPr/>
            <p:nvPr/>
          </p:nvSpPr>
          <p:spPr>
            <a:xfrm>
              <a:off x="4377902" y="436358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4"/>
            <p:cNvSpPr/>
            <p:nvPr/>
          </p:nvSpPr>
          <p:spPr>
            <a:xfrm>
              <a:off x="4377902" y="438693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5"/>
            <p:cNvSpPr/>
            <p:nvPr/>
          </p:nvSpPr>
          <p:spPr>
            <a:xfrm>
              <a:off x="4377902" y="479016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6"/>
            <p:cNvSpPr/>
            <p:nvPr/>
          </p:nvSpPr>
          <p:spPr>
            <a:xfrm>
              <a:off x="4377902" y="438894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7"/>
            <p:cNvSpPr/>
            <p:nvPr/>
          </p:nvSpPr>
          <p:spPr>
            <a:xfrm>
              <a:off x="4377902" y="447197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8"/>
            <p:cNvSpPr/>
            <p:nvPr/>
          </p:nvSpPr>
          <p:spPr>
            <a:xfrm>
              <a:off x="5925742" y="456562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69"/>
            <p:cNvSpPr/>
            <p:nvPr/>
          </p:nvSpPr>
          <p:spPr>
            <a:xfrm>
              <a:off x="6441688" y="431967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0"/>
            <p:cNvSpPr/>
            <p:nvPr/>
          </p:nvSpPr>
          <p:spPr>
            <a:xfrm>
              <a:off x="6441688" y="472509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1"/>
            <p:cNvSpPr/>
            <p:nvPr/>
          </p:nvSpPr>
          <p:spPr>
            <a:xfrm>
              <a:off x="4377902" y="47326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2"/>
            <p:cNvSpPr/>
            <p:nvPr/>
          </p:nvSpPr>
          <p:spPr>
            <a:xfrm>
              <a:off x="4377902" y="427269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3"/>
            <p:cNvSpPr/>
            <p:nvPr/>
          </p:nvSpPr>
          <p:spPr>
            <a:xfrm>
              <a:off x="4377902" y="412378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4"/>
            <p:cNvSpPr/>
            <p:nvPr/>
          </p:nvSpPr>
          <p:spPr>
            <a:xfrm>
              <a:off x="4377902" y="431051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5"/>
            <p:cNvSpPr/>
            <p:nvPr/>
          </p:nvSpPr>
          <p:spPr>
            <a:xfrm>
              <a:off x="5925742" y="423889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6"/>
            <p:cNvSpPr/>
            <p:nvPr/>
          </p:nvSpPr>
          <p:spPr>
            <a:xfrm>
              <a:off x="5925742" y="497619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7"/>
            <p:cNvSpPr/>
            <p:nvPr/>
          </p:nvSpPr>
          <p:spPr>
            <a:xfrm>
              <a:off x="6441688" y="467245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8"/>
            <p:cNvSpPr/>
            <p:nvPr/>
          </p:nvSpPr>
          <p:spPr>
            <a:xfrm>
              <a:off x="6441688" y="458566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79"/>
            <p:cNvSpPr/>
            <p:nvPr/>
          </p:nvSpPr>
          <p:spPr>
            <a:xfrm>
              <a:off x="6441688" y="462276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0"/>
            <p:cNvSpPr/>
            <p:nvPr/>
          </p:nvSpPr>
          <p:spPr>
            <a:xfrm>
              <a:off x="6441688" y="450965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1"/>
            <p:cNvSpPr/>
            <p:nvPr/>
          </p:nvSpPr>
          <p:spPr>
            <a:xfrm>
              <a:off x="6441688" y="438451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2"/>
            <p:cNvSpPr/>
            <p:nvPr/>
          </p:nvSpPr>
          <p:spPr>
            <a:xfrm>
              <a:off x="6441688" y="444189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3"/>
            <p:cNvSpPr/>
            <p:nvPr/>
          </p:nvSpPr>
          <p:spPr>
            <a:xfrm>
              <a:off x="6441688" y="451395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4"/>
            <p:cNvSpPr/>
            <p:nvPr/>
          </p:nvSpPr>
          <p:spPr>
            <a:xfrm>
              <a:off x="5925742" y="498760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5"/>
            <p:cNvSpPr/>
            <p:nvPr/>
          </p:nvSpPr>
          <p:spPr>
            <a:xfrm>
              <a:off x="5925742" y="492820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6"/>
            <p:cNvSpPr/>
            <p:nvPr/>
          </p:nvSpPr>
          <p:spPr>
            <a:xfrm>
              <a:off x="5925742" y="466745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7"/>
            <p:cNvSpPr/>
            <p:nvPr/>
          </p:nvSpPr>
          <p:spPr>
            <a:xfrm>
              <a:off x="5925742" y="437298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8"/>
            <p:cNvSpPr/>
            <p:nvPr/>
          </p:nvSpPr>
          <p:spPr>
            <a:xfrm>
              <a:off x="5925742" y="440496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89"/>
            <p:cNvSpPr/>
            <p:nvPr/>
          </p:nvSpPr>
          <p:spPr>
            <a:xfrm>
              <a:off x="7473581" y="486014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0"/>
            <p:cNvSpPr/>
            <p:nvPr/>
          </p:nvSpPr>
          <p:spPr>
            <a:xfrm>
              <a:off x="7473581" y="444227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1"/>
            <p:cNvSpPr/>
            <p:nvPr/>
          </p:nvSpPr>
          <p:spPr>
            <a:xfrm>
              <a:off x="4893849" y="478588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2"/>
            <p:cNvSpPr/>
            <p:nvPr/>
          </p:nvSpPr>
          <p:spPr>
            <a:xfrm>
              <a:off x="5925742" y="482198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3"/>
            <p:cNvSpPr/>
            <p:nvPr/>
          </p:nvSpPr>
          <p:spPr>
            <a:xfrm>
              <a:off x="6441688" y="456595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4"/>
            <p:cNvSpPr/>
            <p:nvPr/>
          </p:nvSpPr>
          <p:spPr>
            <a:xfrm>
              <a:off x="6441688" y="434599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5"/>
            <p:cNvSpPr/>
            <p:nvPr/>
          </p:nvSpPr>
          <p:spPr>
            <a:xfrm>
              <a:off x="6441688" y="478791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6"/>
            <p:cNvSpPr/>
            <p:nvPr/>
          </p:nvSpPr>
          <p:spPr>
            <a:xfrm>
              <a:off x="7473581" y="476336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7"/>
            <p:cNvSpPr/>
            <p:nvPr/>
          </p:nvSpPr>
          <p:spPr>
            <a:xfrm>
              <a:off x="6441688" y="458434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8"/>
            <p:cNvSpPr/>
            <p:nvPr/>
          </p:nvSpPr>
          <p:spPr>
            <a:xfrm>
              <a:off x="6441688" y="479984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899"/>
            <p:cNvSpPr/>
            <p:nvPr/>
          </p:nvSpPr>
          <p:spPr>
            <a:xfrm>
              <a:off x="6441688" y="448526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0"/>
            <p:cNvSpPr/>
            <p:nvPr/>
          </p:nvSpPr>
          <p:spPr>
            <a:xfrm>
              <a:off x="4377902" y="454621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1"/>
            <p:cNvSpPr/>
            <p:nvPr/>
          </p:nvSpPr>
          <p:spPr>
            <a:xfrm>
              <a:off x="5409795" y="486241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2"/>
            <p:cNvSpPr/>
            <p:nvPr/>
          </p:nvSpPr>
          <p:spPr>
            <a:xfrm>
              <a:off x="5925742" y="466431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3"/>
            <p:cNvSpPr/>
            <p:nvPr/>
          </p:nvSpPr>
          <p:spPr>
            <a:xfrm>
              <a:off x="5925742" y="443521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4"/>
            <p:cNvSpPr/>
            <p:nvPr/>
          </p:nvSpPr>
          <p:spPr>
            <a:xfrm>
              <a:off x="6441688" y="464249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5"/>
            <p:cNvSpPr/>
            <p:nvPr/>
          </p:nvSpPr>
          <p:spPr>
            <a:xfrm>
              <a:off x="5409795" y="478379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6"/>
            <p:cNvSpPr/>
            <p:nvPr/>
          </p:nvSpPr>
          <p:spPr>
            <a:xfrm>
              <a:off x="5925742" y="481908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7"/>
            <p:cNvSpPr/>
            <p:nvPr/>
          </p:nvSpPr>
          <p:spPr>
            <a:xfrm>
              <a:off x="6441688" y="43858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8"/>
            <p:cNvSpPr/>
            <p:nvPr/>
          </p:nvSpPr>
          <p:spPr>
            <a:xfrm>
              <a:off x="5409795" y="508589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09"/>
            <p:cNvSpPr/>
            <p:nvPr/>
          </p:nvSpPr>
          <p:spPr>
            <a:xfrm>
              <a:off x="6441688" y="465128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0"/>
            <p:cNvSpPr/>
            <p:nvPr/>
          </p:nvSpPr>
          <p:spPr>
            <a:xfrm>
              <a:off x="6441688" y="455636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1"/>
            <p:cNvSpPr/>
            <p:nvPr/>
          </p:nvSpPr>
          <p:spPr>
            <a:xfrm>
              <a:off x="6441688" y="418349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2"/>
            <p:cNvSpPr/>
            <p:nvPr/>
          </p:nvSpPr>
          <p:spPr>
            <a:xfrm>
              <a:off x="5409795" y="456904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3"/>
            <p:cNvSpPr/>
            <p:nvPr/>
          </p:nvSpPr>
          <p:spPr>
            <a:xfrm>
              <a:off x="5409795" y="44547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4"/>
            <p:cNvSpPr/>
            <p:nvPr/>
          </p:nvSpPr>
          <p:spPr>
            <a:xfrm>
              <a:off x="6441688" y="489613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5"/>
            <p:cNvSpPr/>
            <p:nvPr/>
          </p:nvSpPr>
          <p:spPr>
            <a:xfrm>
              <a:off x="5925742" y="438740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6"/>
            <p:cNvSpPr/>
            <p:nvPr/>
          </p:nvSpPr>
          <p:spPr>
            <a:xfrm>
              <a:off x="6441688" y="461711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7"/>
            <p:cNvSpPr/>
            <p:nvPr/>
          </p:nvSpPr>
          <p:spPr>
            <a:xfrm>
              <a:off x="5925742" y="489118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8"/>
            <p:cNvSpPr/>
            <p:nvPr/>
          </p:nvSpPr>
          <p:spPr>
            <a:xfrm>
              <a:off x="7473581" y="479380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19"/>
            <p:cNvSpPr/>
            <p:nvPr/>
          </p:nvSpPr>
          <p:spPr>
            <a:xfrm>
              <a:off x="7473581" y="45275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0"/>
            <p:cNvSpPr/>
            <p:nvPr/>
          </p:nvSpPr>
          <p:spPr>
            <a:xfrm>
              <a:off x="4893849" y="458948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1"/>
            <p:cNvSpPr/>
            <p:nvPr/>
          </p:nvSpPr>
          <p:spPr>
            <a:xfrm>
              <a:off x="4377902" y="489745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2"/>
            <p:cNvSpPr/>
            <p:nvPr/>
          </p:nvSpPr>
          <p:spPr>
            <a:xfrm>
              <a:off x="7473581" y="453515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3"/>
            <p:cNvSpPr/>
            <p:nvPr/>
          </p:nvSpPr>
          <p:spPr>
            <a:xfrm>
              <a:off x="4893849" y="477737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4"/>
            <p:cNvSpPr/>
            <p:nvPr/>
          </p:nvSpPr>
          <p:spPr>
            <a:xfrm>
              <a:off x="4377902" y="41669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5"/>
            <p:cNvSpPr/>
            <p:nvPr/>
          </p:nvSpPr>
          <p:spPr>
            <a:xfrm>
              <a:off x="4377902" y="431347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6"/>
            <p:cNvSpPr/>
            <p:nvPr/>
          </p:nvSpPr>
          <p:spPr>
            <a:xfrm>
              <a:off x="5409795" y="501908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7"/>
            <p:cNvSpPr/>
            <p:nvPr/>
          </p:nvSpPr>
          <p:spPr>
            <a:xfrm>
              <a:off x="4893849" y="479168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8"/>
            <p:cNvSpPr/>
            <p:nvPr/>
          </p:nvSpPr>
          <p:spPr>
            <a:xfrm>
              <a:off x="4893849" y="462704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29"/>
            <p:cNvSpPr/>
            <p:nvPr/>
          </p:nvSpPr>
          <p:spPr>
            <a:xfrm>
              <a:off x="7473581" y="493960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0"/>
            <p:cNvSpPr/>
            <p:nvPr/>
          </p:nvSpPr>
          <p:spPr>
            <a:xfrm>
              <a:off x="4377902" y="451760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1"/>
            <p:cNvSpPr/>
            <p:nvPr/>
          </p:nvSpPr>
          <p:spPr>
            <a:xfrm>
              <a:off x="4893849" y="478638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2"/>
            <p:cNvSpPr/>
            <p:nvPr/>
          </p:nvSpPr>
          <p:spPr>
            <a:xfrm>
              <a:off x="4377902" y="497255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3"/>
            <p:cNvSpPr/>
            <p:nvPr/>
          </p:nvSpPr>
          <p:spPr>
            <a:xfrm>
              <a:off x="4377902" y="470548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4"/>
            <p:cNvSpPr/>
            <p:nvPr/>
          </p:nvSpPr>
          <p:spPr>
            <a:xfrm>
              <a:off x="5409795" y="500234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5"/>
            <p:cNvSpPr/>
            <p:nvPr/>
          </p:nvSpPr>
          <p:spPr>
            <a:xfrm>
              <a:off x="6441688" y="438609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6"/>
            <p:cNvSpPr/>
            <p:nvPr/>
          </p:nvSpPr>
          <p:spPr>
            <a:xfrm>
              <a:off x="5925742" y="444439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7"/>
            <p:cNvSpPr/>
            <p:nvPr/>
          </p:nvSpPr>
          <p:spPr>
            <a:xfrm>
              <a:off x="5925742" y="459452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8"/>
            <p:cNvSpPr/>
            <p:nvPr/>
          </p:nvSpPr>
          <p:spPr>
            <a:xfrm>
              <a:off x="4893849" y="469378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39"/>
            <p:cNvSpPr/>
            <p:nvPr/>
          </p:nvSpPr>
          <p:spPr>
            <a:xfrm>
              <a:off x="5409795" y="505905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0"/>
            <p:cNvSpPr/>
            <p:nvPr/>
          </p:nvSpPr>
          <p:spPr>
            <a:xfrm>
              <a:off x="4377902" y="460217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1"/>
            <p:cNvSpPr/>
            <p:nvPr/>
          </p:nvSpPr>
          <p:spPr>
            <a:xfrm>
              <a:off x="5409795" y="457799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2"/>
            <p:cNvSpPr/>
            <p:nvPr/>
          </p:nvSpPr>
          <p:spPr>
            <a:xfrm>
              <a:off x="6441688" y="473542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3"/>
            <p:cNvSpPr/>
            <p:nvPr/>
          </p:nvSpPr>
          <p:spPr>
            <a:xfrm>
              <a:off x="4377902" y="470708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4"/>
            <p:cNvSpPr/>
            <p:nvPr/>
          </p:nvSpPr>
          <p:spPr>
            <a:xfrm>
              <a:off x="5925742" y="485585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5"/>
            <p:cNvSpPr/>
            <p:nvPr/>
          </p:nvSpPr>
          <p:spPr>
            <a:xfrm>
              <a:off x="4893849" y="43307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6"/>
            <p:cNvSpPr/>
            <p:nvPr/>
          </p:nvSpPr>
          <p:spPr>
            <a:xfrm>
              <a:off x="4377902" y="468363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7"/>
            <p:cNvSpPr/>
            <p:nvPr/>
          </p:nvSpPr>
          <p:spPr>
            <a:xfrm>
              <a:off x="5925742" y="419525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8"/>
            <p:cNvSpPr/>
            <p:nvPr/>
          </p:nvSpPr>
          <p:spPr>
            <a:xfrm>
              <a:off x="5925742" y="468128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49"/>
            <p:cNvSpPr/>
            <p:nvPr/>
          </p:nvSpPr>
          <p:spPr>
            <a:xfrm>
              <a:off x="4893849" y="468643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0"/>
            <p:cNvSpPr/>
            <p:nvPr/>
          </p:nvSpPr>
          <p:spPr>
            <a:xfrm>
              <a:off x="5409795" y="428357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1"/>
            <p:cNvSpPr/>
            <p:nvPr/>
          </p:nvSpPr>
          <p:spPr>
            <a:xfrm>
              <a:off x="4893849" y="480551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2"/>
            <p:cNvSpPr/>
            <p:nvPr/>
          </p:nvSpPr>
          <p:spPr>
            <a:xfrm>
              <a:off x="4377902" y="41287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3"/>
            <p:cNvSpPr/>
            <p:nvPr/>
          </p:nvSpPr>
          <p:spPr>
            <a:xfrm>
              <a:off x="6441688" y="410206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4"/>
            <p:cNvSpPr/>
            <p:nvPr/>
          </p:nvSpPr>
          <p:spPr>
            <a:xfrm>
              <a:off x="6441688" y="464491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5"/>
            <p:cNvSpPr/>
            <p:nvPr/>
          </p:nvSpPr>
          <p:spPr>
            <a:xfrm>
              <a:off x="6441688" y="420642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6"/>
            <p:cNvSpPr/>
            <p:nvPr/>
          </p:nvSpPr>
          <p:spPr>
            <a:xfrm>
              <a:off x="5409795" y="430330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7"/>
            <p:cNvSpPr/>
            <p:nvPr/>
          </p:nvSpPr>
          <p:spPr>
            <a:xfrm>
              <a:off x="4377902" y="484411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8"/>
            <p:cNvSpPr/>
            <p:nvPr/>
          </p:nvSpPr>
          <p:spPr>
            <a:xfrm>
              <a:off x="5925742" y="438246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59"/>
            <p:cNvSpPr/>
            <p:nvPr/>
          </p:nvSpPr>
          <p:spPr>
            <a:xfrm>
              <a:off x="7473581" y="487458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0"/>
            <p:cNvSpPr/>
            <p:nvPr/>
          </p:nvSpPr>
          <p:spPr>
            <a:xfrm>
              <a:off x="7473581" y="449685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1"/>
            <p:cNvSpPr/>
            <p:nvPr/>
          </p:nvSpPr>
          <p:spPr>
            <a:xfrm>
              <a:off x="4377902" y="413803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2"/>
            <p:cNvSpPr/>
            <p:nvPr/>
          </p:nvSpPr>
          <p:spPr>
            <a:xfrm>
              <a:off x="6441688" y="41719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3"/>
            <p:cNvSpPr/>
            <p:nvPr/>
          </p:nvSpPr>
          <p:spPr>
            <a:xfrm>
              <a:off x="7473581" y="442182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4"/>
            <p:cNvSpPr/>
            <p:nvPr/>
          </p:nvSpPr>
          <p:spPr>
            <a:xfrm>
              <a:off x="4377902" y="454992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5"/>
            <p:cNvSpPr/>
            <p:nvPr/>
          </p:nvSpPr>
          <p:spPr>
            <a:xfrm>
              <a:off x="4377902" y="468803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6"/>
            <p:cNvSpPr/>
            <p:nvPr/>
          </p:nvSpPr>
          <p:spPr>
            <a:xfrm>
              <a:off x="6441688" y="451249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7"/>
            <p:cNvSpPr/>
            <p:nvPr/>
          </p:nvSpPr>
          <p:spPr>
            <a:xfrm>
              <a:off x="4893849" y="412893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8"/>
            <p:cNvSpPr/>
            <p:nvPr/>
          </p:nvSpPr>
          <p:spPr>
            <a:xfrm>
              <a:off x="5409795" y="479264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69"/>
            <p:cNvSpPr/>
            <p:nvPr/>
          </p:nvSpPr>
          <p:spPr>
            <a:xfrm>
              <a:off x="5409795" y="440081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0"/>
            <p:cNvSpPr/>
            <p:nvPr/>
          </p:nvSpPr>
          <p:spPr>
            <a:xfrm>
              <a:off x="5925742" y="423590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1"/>
            <p:cNvSpPr/>
            <p:nvPr/>
          </p:nvSpPr>
          <p:spPr>
            <a:xfrm>
              <a:off x="5925742" y="488772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2"/>
            <p:cNvSpPr/>
            <p:nvPr/>
          </p:nvSpPr>
          <p:spPr>
            <a:xfrm>
              <a:off x="5409795" y="491900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3"/>
            <p:cNvSpPr/>
            <p:nvPr/>
          </p:nvSpPr>
          <p:spPr>
            <a:xfrm>
              <a:off x="5925742" y="428005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4"/>
            <p:cNvSpPr/>
            <p:nvPr/>
          </p:nvSpPr>
          <p:spPr>
            <a:xfrm>
              <a:off x="5409795" y="439597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5"/>
            <p:cNvSpPr/>
            <p:nvPr/>
          </p:nvSpPr>
          <p:spPr>
            <a:xfrm>
              <a:off x="6441688" y="438892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6"/>
            <p:cNvSpPr/>
            <p:nvPr/>
          </p:nvSpPr>
          <p:spPr>
            <a:xfrm>
              <a:off x="6441688" y="460237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7"/>
            <p:cNvSpPr/>
            <p:nvPr/>
          </p:nvSpPr>
          <p:spPr>
            <a:xfrm>
              <a:off x="6441688" y="450492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8"/>
            <p:cNvSpPr/>
            <p:nvPr/>
          </p:nvSpPr>
          <p:spPr>
            <a:xfrm>
              <a:off x="6441688" y="462995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79"/>
            <p:cNvSpPr/>
            <p:nvPr/>
          </p:nvSpPr>
          <p:spPr>
            <a:xfrm>
              <a:off x="4893849" y="475247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0"/>
            <p:cNvSpPr/>
            <p:nvPr/>
          </p:nvSpPr>
          <p:spPr>
            <a:xfrm>
              <a:off x="7473581" y="492873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1"/>
            <p:cNvSpPr/>
            <p:nvPr/>
          </p:nvSpPr>
          <p:spPr>
            <a:xfrm>
              <a:off x="7473581" y="450374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2"/>
            <p:cNvSpPr/>
            <p:nvPr/>
          </p:nvSpPr>
          <p:spPr>
            <a:xfrm>
              <a:off x="6441688" y="465946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3"/>
            <p:cNvSpPr/>
            <p:nvPr/>
          </p:nvSpPr>
          <p:spPr>
            <a:xfrm>
              <a:off x="6441688" y="454703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4"/>
            <p:cNvSpPr/>
            <p:nvPr/>
          </p:nvSpPr>
          <p:spPr>
            <a:xfrm>
              <a:off x="5925742" y="452833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5"/>
            <p:cNvSpPr/>
            <p:nvPr/>
          </p:nvSpPr>
          <p:spPr>
            <a:xfrm>
              <a:off x="4377902" y="483613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6"/>
            <p:cNvSpPr/>
            <p:nvPr/>
          </p:nvSpPr>
          <p:spPr>
            <a:xfrm>
              <a:off x="4377902" y="472673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7"/>
            <p:cNvSpPr/>
            <p:nvPr/>
          </p:nvSpPr>
          <p:spPr>
            <a:xfrm>
              <a:off x="6441688" y="44292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8"/>
            <p:cNvSpPr/>
            <p:nvPr/>
          </p:nvSpPr>
          <p:spPr>
            <a:xfrm>
              <a:off x="4377902" y="442070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89"/>
            <p:cNvSpPr/>
            <p:nvPr/>
          </p:nvSpPr>
          <p:spPr>
            <a:xfrm>
              <a:off x="4377902" y="488287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0"/>
            <p:cNvSpPr/>
            <p:nvPr/>
          </p:nvSpPr>
          <p:spPr>
            <a:xfrm>
              <a:off x="5409795" y="464807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1"/>
            <p:cNvSpPr/>
            <p:nvPr/>
          </p:nvSpPr>
          <p:spPr>
            <a:xfrm>
              <a:off x="4377902" y="492275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2"/>
            <p:cNvSpPr/>
            <p:nvPr/>
          </p:nvSpPr>
          <p:spPr>
            <a:xfrm>
              <a:off x="4377902" y="462097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3"/>
            <p:cNvSpPr/>
            <p:nvPr/>
          </p:nvSpPr>
          <p:spPr>
            <a:xfrm>
              <a:off x="4893849" y="420880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4"/>
            <p:cNvSpPr/>
            <p:nvPr/>
          </p:nvSpPr>
          <p:spPr>
            <a:xfrm>
              <a:off x="4377902" y="42136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5"/>
            <p:cNvSpPr/>
            <p:nvPr/>
          </p:nvSpPr>
          <p:spPr>
            <a:xfrm>
              <a:off x="4377902" y="497050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6"/>
            <p:cNvSpPr/>
            <p:nvPr/>
          </p:nvSpPr>
          <p:spPr>
            <a:xfrm>
              <a:off x="4893849" y="449520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7"/>
            <p:cNvSpPr/>
            <p:nvPr/>
          </p:nvSpPr>
          <p:spPr>
            <a:xfrm>
              <a:off x="6441688" y="45341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8"/>
            <p:cNvSpPr/>
            <p:nvPr/>
          </p:nvSpPr>
          <p:spPr>
            <a:xfrm>
              <a:off x="7473581" y="434217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999"/>
            <p:cNvSpPr/>
            <p:nvPr/>
          </p:nvSpPr>
          <p:spPr>
            <a:xfrm>
              <a:off x="4377902" y="473037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0"/>
            <p:cNvSpPr/>
            <p:nvPr/>
          </p:nvSpPr>
          <p:spPr>
            <a:xfrm>
              <a:off x="4377902" y="486713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1"/>
            <p:cNvSpPr/>
            <p:nvPr/>
          </p:nvSpPr>
          <p:spPr>
            <a:xfrm>
              <a:off x="6441688" y="467670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2"/>
            <p:cNvSpPr/>
            <p:nvPr/>
          </p:nvSpPr>
          <p:spPr>
            <a:xfrm>
              <a:off x="7473581" y="477753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3"/>
            <p:cNvSpPr/>
            <p:nvPr/>
          </p:nvSpPr>
          <p:spPr>
            <a:xfrm>
              <a:off x="6441688" y="474812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4"/>
            <p:cNvSpPr/>
            <p:nvPr/>
          </p:nvSpPr>
          <p:spPr>
            <a:xfrm>
              <a:off x="4377902" y="478492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5"/>
            <p:cNvSpPr/>
            <p:nvPr/>
          </p:nvSpPr>
          <p:spPr>
            <a:xfrm>
              <a:off x="4893849" y="437195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6"/>
            <p:cNvSpPr/>
            <p:nvPr/>
          </p:nvSpPr>
          <p:spPr>
            <a:xfrm>
              <a:off x="4377902" y="457539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7"/>
            <p:cNvSpPr/>
            <p:nvPr/>
          </p:nvSpPr>
          <p:spPr>
            <a:xfrm>
              <a:off x="5409795" y="398435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8"/>
            <p:cNvSpPr/>
            <p:nvPr/>
          </p:nvSpPr>
          <p:spPr>
            <a:xfrm>
              <a:off x="4377902" y="437262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09"/>
            <p:cNvSpPr/>
            <p:nvPr/>
          </p:nvSpPr>
          <p:spPr>
            <a:xfrm>
              <a:off x="4377902" y="460180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0"/>
            <p:cNvSpPr/>
            <p:nvPr/>
          </p:nvSpPr>
          <p:spPr>
            <a:xfrm>
              <a:off x="4377902" y="483350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1"/>
            <p:cNvSpPr/>
            <p:nvPr/>
          </p:nvSpPr>
          <p:spPr>
            <a:xfrm>
              <a:off x="6441688" y="432611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2"/>
            <p:cNvSpPr/>
            <p:nvPr/>
          </p:nvSpPr>
          <p:spPr>
            <a:xfrm>
              <a:off x="6441688" y="437672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3"/>
            <p:cNvSpPr/>
            <p:nvPr/>
          </p:nvSpPr>
          <p:spPr>
            <a:xfrm>
              <a:off x="4377902" y="450651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4"/>
            <p:cNvSpPr/>
            <p:nvPr/>
          </p:nvSpPr>
          <p:spPr>
            <a:xfrm>
              <a:off x="5409795" y="437250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5"/>
            <p:cNvSpPr/>
            <p:nvPr/>
          </p:nvSpPr>
          <p:spPr>
            <a:xfrm>
              <a:off x="5409795" y="435853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6"/>
            <p:cNvSpPr/>
            <p:nvPr/>
          </p:nvSpPr>
          <p:spPr>
            <a:xfrm>
              <a:off x="4377902" y="435915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7"/>
            <p:cNvSpPr/>
            <p:nvPr/>
          </p:nvSpPr>
          <p:spPr>
            <a:xfrm>
              <a:off x="5409795" y="429876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8"/>
            <p:cNvSpPr/>
            <p:nvPr/>
          </p:nvSpPr>
          <p:spPr>
            <a:xfrm>
              <a:off x="7473581" y="476207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19"/>
            <p:cNvSpPr/>
            <p:nvPr/>
          </p:nvSpPr>
          <p:spPr>
            <a:xfrm>
              <a:off x="5409795" y="427286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0"/>
            <p:cNvSpPr/>
            <p:nvPr/>
          </p:nvSpPr>
          <p:spPr>
            <a:xfrm>
              <a:off x="5409795" y="437468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1"/>
            <p:cNvSpPr/>
            <p:nvPr/>
          </p:nvSpPr>
          <p:spPr>
            <a:xfrm>
              <a:off x="7473581" y="447454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2"/>
            <p:cNvSpPr/>
            <p:nvPr/>
          </p:nvSpPr>
          <p:spPr>
            <a:xfrm>
              <a:off x="5409795" y="459624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3"/>
            <p:cNvSpPr/>
            <p:nvPr/>
          </p:nvSpPr>
          <p:spPr>
            <a:xfrm>
              <a:off x="7473581" y="481361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4"/>
            <p:cNvSpPr/>
            <p:nvPr/>
          </p:nvSpPr>
          <p:spPr>
            <a:xfrm>
              <a:off x="6441688" y="431667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5"/>
            <p:cNvSpPr/>
            <p:nvPr/>
          </p:nvSpPr>
          <p:spPr>
            <a:xfrm>
              <a:off x="4377902" y="513414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6"/>
            <p:cNvSpPr/>
            <p:nvPr/>
          </p:nvSpPr>
          <p:spPr>
            <a:xfrm>
              <a:off x="6441688" y="476251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7"/>
            <p:cNvSpPr/>
            <p:nvPr/>
          </p:nvSpPr>
          <p:spPr>
            <a:xfrm>
              <a:off x="6441688" y="443108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8"/>
            <p:cNvSpPr/>
            <p:nvPr/>
          </p:nvSpPr>
          <p:spPr>
            <a:xfrm>
              <a:off x="5409795" y="469424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29"/>
            <p:cNvSpPr/>
            <p:nvPr/>
          </p:nvSpPr>
          <p:spPr>
            <a:xfrm>
              <a:off x="5409795" y="436717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0"/>
            <p:cNvSpPr/>
            <p:nvPr/>
          </p:nvSpPr>
          <p:spPr>
            <a:xfrm>
              <a:off x="5409795" y="428188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1"/>
            <p:cNvSpPr/>
            <p:nvPr/>
          </p:nvSpPr>
          <p:spPr>
            <a:xfrm>
              <a:off x="5409795" y="439649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2"/>
            <p:cNvSpPr/>
            <p:nvPr/>
          </p:nvSpPr>
          <p:spPr>
            <a:xfrm>
              <a:off x="4377902" y="474413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3"/>
            <p:cNvSpPr/>
            <p:nvPr/>
          </p:nvSpPr>
          <p:spPr>
            <a:xfrm>
              <a:off x="6441688" y="45125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4"/>
            <p:cNvSpPr/>
            <p:nvPr/>
          </p:nvSpPr>
          <p:spPr>
            <a:xfrm>
              <a:off x="4893849" y="40792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5"/>
            <p:cNvSpPr/>
            <p:nvPr/>
          </p:nvSpPr>
          <p:spPr>
            <a:xfrm>
              <a:off x="5409795" y="447533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6"/>
            <p:cNvSpPr/>
            <p:nvPr/>
          </p:nvSpPr>
          <p:spPr>
            <a:xfrm>
              <a:off x="5925742" y="40579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7"/>
            <p:cNvSpPr/>
            <p:nvPr/>
          </p:nvSpPr>
          <p:spPr>
            <a:xfrm>
              <a:off x="5409795" y="418732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8"/>
            <p:cNvSpPr/>
            <p:nvPr/>
          </p:nvSpPr>
          <p:spPr>
            <a:xfrm>
              <a:off x="5409795" y="486890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39"/>
            <p:cNvSpPr/>
            <p:nvPr/>
          </p:nvSpPr>
          <p:spPr>
            <a:xfrm>
              <a:off x="7473581" y="452778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0"/>
            <p:cNvSpPr/>
            <p:nvPr/>
          </p:nvSpPr>
          <p:spPr>
            <a:xfrm>
              <a:off x="7473581" y="440068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1"/>
            <p:cNvSpPr/>
            <p:nvPr/>
          </p:nvSpPr>
          <p:spPr>
            <a:xfrm>
              <a:off x="4893849" y="452149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2"/>
            <p:cNvSpPr/>
            <p:nvPr/>
          </p:nvSpPr>
          <p:spPr>
            <a:xfrm>
              <a:off x="6441688" y="425906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3"/>
            <p:cNvSpPr/>
            <p:nvPr/>
          </p:nvSpPr>
          <p:spPr>
            <a:xfrm>
              <a:off x="6441688" y="432298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4"/>
            <p:cNvSpPr/>
            <p:nvPr/>
          </p:nvSpPr>
          <p:spPr>
            <a:xfrm>
              <a:off x="6441688" y="448234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5"/>
            <p:cNvSpPr/>
            <p:nvPr/>
          </p:nvSpPr>
          <p:spPr>
            <a:xfrm>
              <a:off x="4377902" y="468048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6"/>
            <p:cNvSpPr/>
            <p:nvPr/>
          </p:nvSpPr>
          <p:spPr>
            <a:xfrm>
              <a:off x="5925742" y="444075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7"/>
            <p:cNvSpPr/>
            <p:nvPr/>
          </p:nvSpPr>
          <p:spPr>
            <a:xfrm>
              <a:off x="6441688" y="475871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8"/>
            <p:cNvSpPr/>
            <p:nvPr/>
          </p:nvSpPr>
          <p:spPr>
            <a:xfrm>
              <a:off x="6441688" y="468645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49"/>
            <p:cNvSpPr/>
            <p:nvPr/>
          </p:nvSpPr>
          <p:spPr>
            <a:xfrm>
              <a:off x="6441688" y="448362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0"/>
            <p:cNvSpPr/>
            <p:nvPr/>
          </p:nvSpPr>
          <p:spPr>
            <a:xfrm>
              <a:off x="6441688" y="473170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1"/>
            <p:cNvSpPr/>
            <p:nvPr/>
          </p:nvSpPr>
          <p:spPr>
            <a:xfrm>
              <a:off x="4377902" y="514583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2"/>
            <p:cNvSpPr/>
            <p:nvPr/>
          </p:nvSpPr>
          <p:spPr>
            <a:xfrm>
              <a:off x="4377902" y="502396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3"/>
            <p:cNvSpPr/>
            <p:nvPr/>
          </p:nvSpPr>
          <p:spPr>
            <a:xfrm>
              <a:off x="4377902" y="478899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4"/>
            <p:cNvSpPr/>
            <p:nvPr/>
          </p:nvSpPr>
          <p:spPr>
            <a:xfrm>
              <a:off x="4377902" y="449299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5"/>
            <p:cNvSpPr/>
            <p:nvPr/>
          </p:nvSpPr>
          <p:spPr>
            <a:xfrm>
              <a:off x="4377902" y="437340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6"/>
            <p:cNvSpPr/>
            <p:nvPr/>
          </p:nvSpPr>
          <p:spPr>
            <a:xfrm>
              <a:off x="4377902" y="431749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7"/>
            <p:cNvSpPr/>
            <p:nvPr/>
          </p:nvSpPr>
          <p:spPr>
            <a:xfrm>
              <a:off x="5925742" y="439748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8"/>
            <p:cNvSpPr/>
            <p:nvPr/>
          </p:nvSpPr>
          <p:spPr>
            <a:xfrm>
              <a:off x="4377902" y="423266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59"/>
            <p:cNvSpPr/>
            <p:nvPr/>
          </p:nvSpPr>
          <p:spPr>
            <a:xfrm>
              <a:off x="6441688" y="414787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0"/>
            <p:cNvSpPr/>
            <p:nvPr/>
          </p:nvSpPr>
          <p:spPr>
            <a:xfrm>
              <a:off x="6441688" y="451682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1"/>
            <p:cNvSpPr/>
            <p:nvPr/>
          </p:nvSpPr>
          <p:spPr>
            <a:xfrm>
              <a:off x="5409795" y="474041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2"/>
            <p:cNvSpPr/>
            <p:nvPr/>
          </p:nvSpPr>
          <p:spPr>
            <a:xfrm>
              <a:off x="4377902" y="459066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g1063"/>
            <p:cNvSpPr/>
            <p:nvPr/>
          </p:nvSpPr>
          <p:spPr>
            <a:xfrm>
              <a:off x="4398458" y="4500859"/>
              <a:ext cx="3095678" cy="149905"/>
            </a:xfrm>
            <a:custGeom>
              <a:avLst/>
              <a:pathLst>
                <a:path w="3095678" h="149905">
                  <a:moveTo>
                    <a:pt x="0" y="39450"/>
                  </a:moveTo>
                  <a:lnTo>
                    <a:pt x="39185" y="40216"/>
                  </a:lnTo>
                  <a:lnTo>
                    <a:pt x="78371" y="40969"/>
                  </a:lnTo>
                  <a:lnTo>
                    <a:pt x="117557" y="41708"/>
                  </a:lnTo>
                  <a:lnTo>
                    <a:pt x="156743" y="42432"/>
                  </a:lnTo>
                  <a:lnTo>
                    <a:pt x="195929" y="43140"/>
                  </a:lnTo>
                  <a:lnTo>
                    <a:pt x="235114" y="43831"/>
                  </a:lnTo>
                  <a:lnTo>
                    <a:pt x="274300" y="44505"/>
                  </a:lnTo>
                  <a:lnTo>
                    <a:pt x="313486" y="45159"/>
                  </a:lnTo>
                  <a:lnTo>
                    <a:pt x="352672" y="45794"/>
                  </a:lnTo>
                  <a:lnTo>
                    <a:pt x="391858" y="46407"/>
                  </a:lnTo>
                  <a:lnTo>
                    <a:pt x="431043" y="46998"/>
                  </a:lnTo>
                  <a:lnTo>
                    <a:pt x="470229" y="47565"/>
                  </a:lnTo>
                  <a:lnTo>
                    <a:pt x="509415" y="48106"/>
                  </a:lnTo>
                  <a:lnTo>
                    <a:pt x="548601" y="48621"/>
                  </a:lnTo>
                  <a:lnTo>
                    <a:pt x="587787" y="49107"/>
                  </a:lnTo>
                  <a:lnTo>
                    <a:pt x="626972" y="49564"/>
                  </a:lnTo>
                  <a:lnTo>
                    <a:pt x="666158" y="49988"/>
                  </a:lnTo>
                  <a:lnTo>
                    <a:pt x="705344" y="50379"/>
                  </a:lnTo>
                  <a:lnTo>
                    <a:pt x="744530" y="50734"/>
                  </a:lnTo>
                  <a:lnTo>
                    <a:pt x="783716" y="51053"/>
                  </a:lnTo>
                  <a:lnTo>
                    <a:pt x="822901" y="51332"/>
                  </a:lnTo>
                  <a:lnTo>
                    <a:pt x="862087" y="51571"/>
                  </a:lnTo>
                  <a:lnTo>
                    <a:pt x="901273" y="51767"/>
                  </a:lnTo>
                  <a:lnTo>
                    <a:pt x="940459" y="51919"/>
                  </a:lnTo>
                  <a:lnTo>
                    <a:pt x="979645" y="52025"/>
                  </a:lnTo>
                  <a:lnTo>
                    <a:pt x="1018831" y="52083"/>
                  </a:lnTo>
                  <a:lnTo>
                    <a:pt x="1058016" y="52092"/>
                  </a:lnTo>
                  <a:lnTo>
                    <a:pt x="1097202" y="52051"/>
                  </a:lnTo>
                  <a:lnTo>
                    <a:pt x="1136388" y="51959"/>
                  </a:lnTo>
                  <a:lnTo>
                    <a:pt x="1175574" y="51814"/>
                  </a:lnTo>
                  <a:lnTo>
                    <a:pt x="1214760" y="51617"/>
                  </a:lnTo>
                  <a:lnTo>
                    <a:pt x="1253945" y="51366"/>
                  </a:lnTo>
                  <a:lnTo>
                    <a:pt x="1293131" y="51062"/>
                  </a:lnTo>
                  <a:lnTo>
                    <a:pt x="1332317" y="50704"/>
                  </a:lnTo>
                  <a:lnTo>
                    <a:pt x="1371503" y="50293"/>
                  </a:lnTo>
                  <a:lnTo>
                    <a:pt x="1410689" y="49829"/>
                  </a:lnTo>
                  <a:lnTo>
                    <a:pt x="1449874" y="49313"/>
                  </a:lnTo>
                  <a:lnTo>
                    <a:pt x="1489060" y="48747"/>
                  </a:lnTo>
                  <a:lnTo>
                    <a:pt x="1528246" y="48131"/>
                  </a:lnTo>
                  <a:lnTo>
                    <a:pt x="1567432" y="47466"/>
                  </a:lnTo>
                  <a:lnTo>
                    <a:pt x="1606618" y="46755"/>
                  </a:lnTo>
                  <a:lnTo>
                    <a:pt x="1645803" y="45999"/>
                  </a:lnTo>
                  <a:lnTo>
                    <a:pt x="1684989" y="45199"/>
                  </a:lnTo>
                  <a:lnTo>
                    <a:pt x="1724175" y="44357"/>
                  </a:lnTo>
                  <a:lnTo>
                    <a:pt x="1763361" y="43476"/>
                  </a:lnTo>
                  <a:lnTo>
                    <a:pt x="1802547" y="42556"/>
                  </a:lnTo>
                  <a:lnTo>
                    <a:pt x="1841733" y="41601"/>
                  </a:lnTo>
                  <a:lnTo>
                    <a:pt x="1880918" y="40610"/>
                  </a:lnTo>
                  <a:lnTo>
                    <a:pt x="1920104" y="39587"/>
                  </a:lnTo>
                  <a:lnTo>
                    <a:pt x="1959290" y="38534"/>
                  </a:lnTo>
                  <a:lnTo>
                    <a:pt x="1998476" y="37450"/>
                  </a:lnTo>
                  <a:lnTo>
                    <a:pt x="2037662" y="36340"/>
                  </a:lnTo>
                  <a:lnTo>
                    <a:pt x="2076847" y="35203"/>
                  </a:lnTo>
                  <a:lnTo>
                    <a:pt x="2116033" y="34041"/>
                  </a:lnTo>
                  <a:lnTo>
                    <a:pt x="2155219" y="32856"/>
                  </a:lnTo>
                  <a:lnTo>
                    <a:pt x="2194405" y="31649"/>
                  </a:lnTo>
                  <a:lnTo>
                    <a:pt x="2233591" y="30422"/>
                  </a:lnTo>
                  <a:lnTo>
                    <a:pt x="2272776" y="29175"/>
                  </a:lnTo>
                  <a:lnTo>
                    <a:pt x="2311962" y="27910"/>
                  </a:lnTo>
                  <a:lnTo>
                    <a:pt x="2351148" y="26627"/>
                  </a:lnTo>
                  <a:lnTo>
                    <a:pt x="2390334" y="25329"/>
                  </a:lnTo>
                  <a:lnTo>
                    <a:pt x="2429520" y="24015"/>
                  </a:lnTo>
                  <a:lnTo>
                    <a:pt x="2468705" y="22686"/>
                  </a:lnTo>
                  <a:lnTo>
                    <a:pt x="2507891" y="21344"/>
                  </a:lnTo>
                  <a:lnTo>
                    <a:pt x="2547077" y="19989"/>
                  </a:lnTo>
                  <a:lnTo>
                    <a:pt x="2586263" y="18622"/>
                  </a:lnTo>
                  <a:lnTo>
                    <a:pt x="2625449" y="17243"/>
                  </a:lnTo>
                  <a:lnTo>
                    <a:pt x="2664635" y="15853"/>
                  </a:lnTo>
                  <a:lnTo>
                    <a:pt x="2703820" y="14454"/>
                  </a:lnTo>
                  <a:lnTo>
                    <a:pt x="2743006" y="13044"/>
                  </a:lnTo>
                  <a:lnTo>
                    <a:pt x="2782192" y="11626"/>
                  </a:lnTo>
                  <a:lnTo>
                    <a:pt x="2821378" y="10198"/>
                  </a:lnTo>
                  <a:lnTo>
                    <a:pt x="2860564" y="8763"/>
                  </a:lnTo>
                  <a:lnTo>
                    <a:pt x="2899749" y="7320"/>
                  </a:lnTo>
                  <a:lnTo>
                    <a:pt x="2938935" y="5869"/>
                  </a:lnTo>
                  <a:lnTo>
                    <a:pt x="2978121" y="4411"/>
                  </a:lnTo>
                  <a:lnTo>
                    <a:pt x="3017307" y="2947"/>
                  </a:lnTo>
                  <a:lnTo>
                    <a:pt x="3056493" y="1476"/>
                  </a:lnTo>
                  <a:lnTo>
                    <a:pt x="3095678" y="0"/>
                  </a:lnTo>
                  <a:lnTo>
                    <a:pt x="3095678" y="143303"/>
                  </a:lnTo>
                  <a:lnTo>
                    <a:pt x="3056493" y="142409"/>
                  </a:lnTo>
                  <a:lnTo>
                    <a:pt x="3017307" y="141522"/>
                  </a:lnTo>
                  <a:lnTo>
                    <a:pt x="2978121" y="140640"/>
                  </a:lnTo>
                  <a:lnTo>
                    <a:pt x="2938935" y="139766"/>
                  </a:lnTo>
                  <a:lnTo>
                    <a:pt x="2899749" y="138898"/>
                  </a:lnTo>
                  <a:lnTo>
                    <a:pt x="2860564" y="138037"/>
                  </a:lnTo>
                  <a:lnTo>
                    <a:pt x="2821378" y="137185"/>
                  </a:lnTo>
                  <a:lnTo>
                    <a:pt x="2782192" y="136341"/>
                  </a:lnTo>
                  <a:lnTo>
                    <a:pt x="2743006" y="135505"/>
                  </a:lnTo>
                  <a:lnTo>
                    <a:pt x="2703820" y="134678"/>
                  </a:lnTo>
                  <a:lnTo>
                    <a:pt x="2664635" y="133862"/>
                  </a:lnTo>
                  <a:lnTo>
                    <a:pt x="2625449" y="133055"/>
                  </a:lnTo>
                  <a:lnTo>
                    <a:pt x="2586263" y="132259"/>
                  </a:lnTo>
                  <a:lnTo>
                    <a:pt x="2547077" y="131475"/>
                  </a:lnTo>
                  <a:lnTo>
                    <a:pt x="2507891" y="130703"/>
                  </a:lnTo>
                  <a:lnTo>
                    <a:pt x="2468705" y="129944"/>
                  </a:lnTo>
                  <a:lnTo>
                    <a:pt x="2429520" y="129198"/>
                  </a:lnTo>
                  <a:lnTo>
                    <a:pt x="2390334" y="128467"/>
                  </a:lnTo>
                  <a:lnTo>
                    <a:pt x="2351148" y="127751"/>
                  </a:lnTo>
                  <a:lnTo>
                    <a:pt x="2311962" y="127052"/>
                  </a:lnTo>
                  <a:lnTo>
                    <a:pt x="2272776" y="126370"/>
                  </a:lnTo>
                  <a:lnTo>
                    <a:pt x="2233591" y="125706"/>
                  </a:lnTo>
                  <a:lnTo>
                    <a:pt x="2194405" y="125061"/>
                  </a:lnTo>
                  <a:lnTo>
                    <a:pt x="2155219" y="124437"/>
                  </a:lnTo>
                  <a:lnTo>
                    <a:pt x="2116033" y="123835"/>
                  </a:lnTo>
                  <a:lnTo>
                    <a:pt x="2076847" y="123257"/>
                  </a:lnTo>
                  <a:lnTo>
                    <a:pt x="2037662" y="122703"/>
                  </a:lnTo>
                  <a:lnTo>
                    <a:pt x="1998476" y="122175"/>
                  </a:lnTo>
                  <a:lnTo>
                    <a:pt x="1959290" y="121675"/>
                  </a:lnTo>
                  <a:lnTo>
                    <a:pt x="1920104" y="121204"/>
                  </a:lnTo>
                  <a:lnTo>
                    <a:pt x="1880918" y="120764"/>
                  </a:lnTo>
                  <a:lnTo>
                    <a:pt x="1841733" y="120357"/>
                  </a:lnTo>
                  <a:lnTo>
                    <a:pt x="1802547" y="119984"/>
                  </a:lnTo>
                  <a:lnTo>
                    <a:pt x="1763361" y="119647"/>
                  </a:lnTo>
                  <a:lnTo>
                    <a:pt x="1724175" y="119349"/>
                  </a:lnTo>
                  <a:lnTo>
                    <a:pt x="1684989" y="119090"/>
                  </a:lnTo>
                  <a:lnTo>
                    <a:pt x="1645803" y="118873"/>
                  </a:lnTo>
                  <a:lnTo>
                    <a:pt x="1606618" y="118700"/>
                  </a:lnTo>
                  <a:lnTo>
                    <a:pt x="1567432" y="118572"/>
                  </a:lnTo>
                  <a:lnTo>
                    <a:pt x="1528246" y="118490"/>
                  </a:lnTo>
                  <a:lnTo>
                    <a:pt x="1489060" y="118457"/>
                  </a:lnTo>
                  <a:lnTo>
                    <a:pt x="1449874" y="118473"/>
                  </a:lnTo>
                  <a:lnTo>
                    <a:pt x="1410689" y="118541"/>
                  </a:lnTo>
                  <a:lnTo>
                    <a:pt x="1371503" y="118660"/>
                  </a:lnTo>
                  <a:lnTo>
                    <a:pt x="1332317" y="118832"/>
                  </a:lnTo>
                  <a:lnTo>
                    <a:pt x="1293131" y="119057"/>
                  </a:lnTo>
                  <a:lnTo>
                    <a:pt x="1253945" y="119335"/>
                  </a:lnTo>
                  <a:lnTo>
                    <a:pt x="1214760" y="119667"/>
                  </a:lnTo>
                  <a:lnTo>
                    <a:pt x="1175574" y="120053"/>
                  </a:lnTo>
                  <a:lnTo>
                    <a:pt x="1136388" y="120491"/>
                  </a:lnTo>
                  <a:lnTo>
                    <a:pt x="1097202" y="120982"/>
                  </a:lnTo>
                  <a:lnTo>
                    <a:pt x="1058016" y="121524"/>
                  </a:lnTo>
                  <a:lnTo>
                    <a:pt x="1018831" y="122116"/>
                  </a:lnTo>
                  <a:lnTo>
                    <a:pt x="979645" y="122757"/>
                  </a:lnTo>
                  <a:lnTo>
                    <a:pt x="940459" y="123446"/>
                  </a:lnTo>
                  <a:lnTo>
                    <a:pt x="901273" y="124181"/>
                  </a:lnTo>
                  <a:lnTo>
                    <a:pt x="862087" y="124960"/>
                  </a:lnTo>
                  <a:lnTo>
                    <a:pt x="822901" y="125782"/>
                  </a:lnTo>
                  <a:lnTo>
                    <a:pt x="783716" y="126644"/>
                  </a:lnTo>
                  <a:lnTo>
                    <a:pt x="744530" y="127545"/>
                  </a:lnTo>
                  <a:lnTo>
                    <a:pt x="705344" y="128484"/>
                  </a:lnTo>
                  <a:lnTo>
                    <a:pt x="666158" y="129458"/>
                  </a:lnTo>
                  <a:lnTo>
                    <a:pt x="626972" y="130465"/>
                  </a:lnTo>
                  <a:lnTo>
                    <a:pt x="587787" y="131504"/>
                  </a:lnTo>
                  <a:lnTo>
                    <a:pt x="548601" y="132573"/>
                  </a:lnTo>
                  <a:lnTo>
                    <a:pt x="509415" y="133671"/>
                  </a:lnTo>
                  <a:lnTo>
                    <a:pt x="470229" y="134796"/>
                  </a:lnTo>
                  <a:lnTo>
                    <a:pt x="431043" y="135945"/>
                  </a:lnTo>
                  <a:lnTo>
                    <a:pt x="391858" y="137119"/>
                  </a:lnTo>
                  <a:lnTo>
                    <a:pt x="352672" y="138315"/>
                  </a:lnTo>
                  <a:lnTo>
                    <a:pt x="313486" y="139533"/>
                  </a:lnTo>
                  <a:lnTo>
                    <a:pt x="274300" y="140771"/>
                  </a:lnTo>
                  <a:lnTo>
                    <a:pt x="235114" y="142027"/>
                  </a:lnTo>
                  <a:lnTo>
                    <a:pt x="195929" y="143301"/>
                  </a:lnTo>
                  <a:lnTo>
                    <a:pt x="156743" y="144592"/>
                  </a:lnTo>
                  <a:lnTo>
                    <a:pt x="117557" y="145899"/>
                  </a:lnTo>
                  <a:lnTo>
                    <a:pt x="78371" y="147221"/>
                  </a:lnTo>
                  <a:lnTo>
                    <a:pt x="39185" y="148557"/>
                  </a:lnTo>
                  <a:lnTo>
                    <a:pt x="0" y="149905"/>
                  </a:lnTo>
                  <a:close/>
                </a:path>
              </a:pathLst>
            </a:custGeom>
            <a:solidFill>
              <a:srgbClr val="0E5A78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1065" name="pl1064"/>
            <p:cNvSpPr/>
            <p:nvPr/>
          </p:nvSpPr>
          <p:spPr>
            <a:xfrm>
              <a:off x="4398458" y="4500859"/>
              <a:ext cx="3095678" cy="52092"/>
            </a:xfrm>
            <a:custGeom>
              <a:avLst/>
              <a:pathLst>
                <a:path w="3095678" h="52092">
                  <a:moveTo>
                    <a:pt x="0" y="39450"/>
                  </a:moveTo>
                  <a:lnTo>
                    <a:pt x="39185" y="40216"/>
                  </a:lnTo>
                  <a:lnTo>
                    <a:pt x="78371" y="40969"/>
                  </a:lnTo>
                  <a:lnTo>
                    <a:pt x="117557" y="41708"/>
                  </a:lnTo>
                  <a:lnTo>
                    <a:pt x="156743" y="42432"/>
                  </a:lnTo>
                  <a:lnTo>
                    <a:pt x="195929" y="43140"/>
                  </a:lnTo>
                  <a:lnTo>
                    <a:pt x="235114" y="43831"/>
                  </a:lnTo>
                  <a:lnTo>
                    <a:pt x="274300" y="44505"/>
                  </a:lnTo>
                  <a:lnTo>
                    <a:pt x="313486" y="45159"/>
                  </a:lnTo>
                  <a:lnTo>
                    <a:pt x="352672" y="45794"/>
                  </a:lnTo>
                  <a:lnTo>
                    <a:pt x="391858" y="46407"/>
                  </a:lnTo>
                  <a:lnTo>
                    <a:pt x="431043" y="46998"/>
                  </a:lnTo>
                  <a:lnTo>
                    <a:pt x="470229" y="47565"/>
                  </a:lnTo>
                  <a:lnTo>
                    <a:pt x="509415" y="48106"/>
                  </a:lnTo>
                  <a:lnTo>
                    <a:pt x="548601" y="48621"/>
                  </a:lnTo>
                  <a:lnTo>
                    <a:pt x="587787" y="49107"/>
                  </a:lnTo>
                  <a:lnTo>
                    <a:pt x="626972" y="49564"/>
                  </a:lnTo>
                  <a:lnTo>
                    <a:pt x="666158" y="49988"/>
                  </a:lnTo>
                  <a:lnTo>
                    <a:pt x="705344" y="50379"/>
                  </a:lnTo>
                  <a:lnTo>
                    <a:pt x="744530" y="50734"/>
                  </a:lnTo>
                  <a:lnTo>
                    <a:pt x="783716" y="51053"/>
                  </a:lnTo>
                  <a:lnTo>
                    <a:pt x="822901" y="51332"/>
                  </a:lnTo>
                  <a:lnTo>
                    <a:pt x="862087" y="51571"/>
                  </a:lnTo>
                  <a:lnTo>
                    <a:pt x="901273" y="51767"/>
                  </a:lnTo>
                  <a:lnTo>
                    <a:pt x="940459" y="51919"/>
                  </a:lnTo>
                  <a:lnTo>
                    <a:pt x="979645" y="52025"/>
                  </a:lnTo>
                  <a:lnTo>
                    <a:pt x="1018831" y="52083"/>
                  </a:lnTo>
                  <a:lnTo>
                    <a:pt x="1058016" y="52092"/>
                  </a:lnTo>
                  <a:lnTo>
                    <a:pt x="1097202" y="52051"/>
                  </a:lnTo>
                  <a:lnTo>
                    <a:pt x="1136388" y="51959"/>
                  </a:lnTo>
                  <a:lnTo>
                    <a:pt x="1175574" y="51814"/>
                  </a:lnTo>
                  <a:lnTo>
                    <a:pt x="1214760" y="51617"/>
                  </a:lnTo>
                  <a:lnTo>
                    <a:pt x="1253945" y="51366"/>
                  </a:lnTo>
                  <a:lnTo>
                    <a:pt x="1293131" y="51062"/>
                  </a:lnTo>
                  <a:lnTo>
                    <a:pt x="1332317" y="50704"/>
                  </a:lnTo>
                  <a:lnTo>
                    <a:pt x="1371503" y="50293"/>
                  </a:lnTo>
                  <a:lnTo>
                    <a:pt x="1410689" y="49829"/>
                  </a:lnTo>
                  <a:lnTo>
                    <a:pt x="1449874" y="49313"/>
                  </a:lnTo>
                  <a:lnTo>
                    <a:pt x="1489060" y="48747"/>
                  </a:lnTo>
                  <a:lnTo>
                    <a:pt x="1528246" y="48131"/>
                  </a:lnTo>
                  <a:lnTo>
                    <a:pt x="1567432" y="47466"/>
                  </a:lnTo>
                  <a:lnTo>
                    <a:pt x="1606618" y="46755"/>
                  </a:lnTo>
                  <a:lnTo>
                    <a:pt x="1645803" y="45999"/>
                  </a:lnTo>
                  <a:lnTo>
                    <a:pt x="1684989" y="45199"/>
                  </a:lnTo>
                  <a:lnTo>
                    <a:pt x="1724175" y="44357"/>
                  </a:lnTo>
                  <a:lnTo>
                    <a:pt x="1763361" y="43476"/>
                  </a:lnTo>
                  <a:lnTo>
                    <a:pt x="1802547" y="42556"/>
                  </a:lnTo>
                  <a:lnTo>
                    <a:pt x="1841733" y="41601"/>
                  </a:lnTo>
                  <a:lnTo>
                    <a:pt x="1880918" y="40610"/>
                  </a:lnTo>
                  <a:lnTo>
                    <a:pt x="1920104" y="39587"/>
                  </a:lnTo>
                  <a:lnTo>
                    <a:pt x="1959290" y="38534"/>
                  </a:lnTo>
                  <a:lnTo>
                    <a:pt x="1998476" y="37450"/>
                  </a:lnTo>
                  <a:lnTo>
                    <a:pt x="2037662" y="36340"/>
                  </a:lnTo>
                  <a:lnTo>
                    <a:pt x="2076847" y="35203"/>
                  </a:lnTo>
                  <a:lnTo>
                    <a:pt x="2116033" y="34041"/>
                  </a:lnTo>
                  <a:lnTo>
                    <a:pt x="2155219" y="32856"/>
                  </a:lnTo>
                  <a:lnTo>
                    <a:pt x="2194405" y="31649"/>
                  </a:lnTo>
                  <a:lnTo>
                    <a:pt x="2233591" y="30422"/>
                  </a:lnTo>
                  <a:lnTo>
                    <a:pt x="2272776" y="29175"/>
                  </a:lnTo>
                  <a:lnTo>
                    <a:pt x="2311962" y="27910"/>
                  </a:lnTo>
                  <a:lnTo>
                    <a:pt x="2351148" y="26627"/>
                  </a:lnTo>
                  <a:lnTo>
                    <a:pt x="2390334" y="25329"/>
                  </a:lnTo>
                  <a:lnTo>
                    <a:pt x="2429520" y="24015"/>
                  </a:lnTo>
                  <a:lnTo>
                    <a:pt x="2468705" y="22686"/>
                  </a:lnTo>
                  <a:lnTo>
                    <a:pt x="2507891" y="21344"/>
                  </a:lnTo>
                  <a:lnTo>
                    <a:pt x="2547077" y="19989"/>
                  </a:lnTo>
                  <a:lnTo>
                    <a:pt x="2586263" y="18622"/>
                  </a:lnTo>
                  <a:lnTo>
                    <a:pt x="2625449" y="17243"/>
                  </a:lnTo>
                  <a:lnTo>
                    <a:pt x="2664635" y="15853"/>
                  </a:lnTo>
                  <a:lnTo>
                    <a:pt x="2703820" y="14454"/>
                  </a:lnTo>
                  <a:lnTo>
                    <a:pt x="2743006" y="13044"/>
                  </a:lnTo>
                  <a:lnTo>
                    <a:pt x="2782192" y="11626"/>
                  </a:lnTo>
                  <a:lnTo>
                    <a:pt x="2821378" y="10198"/>
                  </a:lnTo>
                  <a:lnTo>
                    <a:pt x="2860564" y="8763"/>
                  </a:lnTo>
                  <a:lnTo>
                    <a:pt x="2899749" y="7320"/>
                  </a:lnTo>
                  <a:lnTo>
                    <a:pt x="2938935" y="5869"/>
                  </a:lnTo>
                  <a:lnTo>
                    <a:pt x="2978121" y="4411"/>
                  </a:lnTo>
                  <a:lnTo>
                    <a:pt x="3017307" y="2947"/>
                  </a:lnTo>
                  <a:lnTo>
                    <a:pt x="3056493" y="1476"/>
                  </a:lnTo>
                  <a:lnTo>
                    <a:pt x="309567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66" name="pl1065"/>
            <p:cNvSpPr/>
            <p:nvPr/>
          </p:nvSpPr>
          <p:spPr>
            <a:xfrm>
              <a:off x="4398458" y="4619316"/>
              <a:ext cx="3095678" cy="31448"/>
            </a:xfrm>
            <a:custGeom>
              <a:avLst/>
              <a:pathLst>
                <a:path w="3095678" h="31448">
                  <a:moveTo>
                    <a:pt x="3095678" y="24846"/>
                  </a:moveTo>
                  <a:lnTo>
                    <a:pt x="3056493" y="23952"/>
                  </a:lnTo>
                  <a:lnTo>
                    <a:pt x="3017307" y="23064"/>
                  </a:lnTo>
                  <a:lnTo>
                    <a:pt x="2978121" y="22183"/>
                  </a:lnTo>
                  <a:lnTo>
                    <a:pt x="2938935" y="21308"/>
                  </a:lnTo>
                  <a:lnTo>
                    <a:pt x="2899749" y="20440"/>
                  </a:lnTo>
                  <a:lnTo>
                    <a:pt x="2860564" y="19580"/>
                  </a:lnTo>
                  <a:lnTo>
                    <a:pt x="2821378" y="18728"/>
                  </a:lnTo>
                  <a:lnTo>
                    <a:pt x="2782192" y="17883"/>
                  </a:lnTo>
                  <a:lnTo>
                    <a:pt x="2743006" y="17048"/>
                  </a:lnTo>
                  <a:lnTo>
                    <a:pt x="2703820" y="16221"/>
                  </a:lnTo>
                  <a:lnTo>
                    <a:pt x="2664635" y="15404"/>
                  </a:lnTo>
                  <a:lnTo>
                    <a:pt x="2625449" y="14598"/>
                  </a:lnTo>
                  <a:lnTo>
                    <a:pt x="2586263" y="13802"/>
                  </a:lnTo>
                  <a:lnTo>
                    <a:pt x="2547077" y="13018"/>
                  </a:lnTo>
                  <a:lnTo>
                    <a:pt x="2507891" y="12246"/>
                  </a:lnTo>
                  <a:lnTo>
                    <a:pt x="2468705" y="11486"/>
                  </a:lnTo>
                  <a:lnTo>
                    <a:pt x="2429520" y="10741"/>
                  </a:lnTo>
                  <a:lnTo>
                    <a:pt x="2390334" y="10010"/>
                  </a:lnTo>
                  <a:lnTo>
                    <a:pt x="2351148" y="9294"/>
                  </a:lnTo>
                  <a:lnTo>
                    <a:pt x="2311962" y="8594"/>
                  </a:lnTo>
                  <a:lnTo>
                    <a:pt x="2272776" y="7912"/>
                  </a:lnTo>
                  <a:lnTo>
                    <a:pt x="2233591" y="7248"/>
                  </a:lnTo>
                  <a:lnTo>
                    <a:pt x="2194405" y="6604"/>
                  </a:lnTo>
                  <a:lnTo>
                    <a:pt x="2155219" y="5980"/>
                  </a:lnTo>
                  <a:lnTo>
                    <a:pt x="2116033" y="5378"/>
                  </a:lnTo>
                  <a:lnTo>
                    <a:pt x="2076847" y="4799"/>
                  </a:lnTo>
                  <a:lnTo>
                    <a:pt x="2037662" y="4245"/>
                  </a:lnTo>
                  <a:lnTo>
                    <a:pt x="1998476" y="3718"/>
                  </a:lnTo>
                  <a:lnTo>
                    <a:pt x="1959290" y="3217"/>
                  </a:lnTo>
                  <a:lnTo>
                    <a:pt x="1920104" y="2746"/>
                  </a:lnTo>
                  <a:lnTo>
                    <a:pt x="1880918" y="2307"/>
                  </a:lnTo>
                  <a:lnTo>
                    <a:pt x="1841733" y="1899"/>
                  </a:lnTo>
                  <a:lnTo>
                    <a:pt x="1802547" y="1526"/>
                  </a:lnTo>
                  <a:lnTo>
                    <a:pt x="1763361" y="1190"/>
                  </a:lnTo>
                  <a:lnTo>
                    <a:pt x="1724175" y="891"/>
                  </a:lnTo>
                  <a:lnTo>
                    <a:pt x="1684989" y="633"/>
                  </a:lnTo>
                  <a:lnTo>
                    <a:pt x="1645803" y="416"/>
                  </a:lnTo>
                  <a:lnTo>
                    <a:pt x="1606618" y="242"/>
                  </a:lnTo>
                  <a:lnTo>
                    <a:pt x="1567432" y="114"/>
                  </a:lnTo>
                  <a:lnTo>
                    <a:pt x="1528246" y="33"/>
                  </a:lnTo>
                  <a:lnTo>
                    <a:pt x="1489060" y="0"/>
                  </a:lnTo>
                  <a:lnTo>
                    <a:pt x="1449874" y="16"/>
                  </a:lnTo>
                  <a:lnTo>
                    <a:pt x="1410689" y="83"/>
                  </a:lnTo>
                  <a:lnTo>
                    <a:pt x="1371503" y="203"/>
                  </a:lnTo>
                  <a:lnTo>
                    <a:pt x="1332317" y="374"/>
                  </a:lnTo>
                  <a:lnTo>
                    <a:pt x="1293131" y="599"/>
                  </a:lnTo>
                  <a:lnTo>
                    <a:pt x="1253945" y="878"/>
                  </a:lnTo>
                  <a:lnTo>
                    <a:pt x="1214760" y="1210"/>
                  </a:lnTo>
                  <a:lnTo>
                    <a:pt x="1175574" y="1595"/>
                  </a:lnTo>
                  <a:lnTo>
                    <a:pt x="1136388" y="2034"/>
                  </a:lnTo>
                  <a:lnTo>
                    <a:pt x="1097202" y="2525"/>
                  </a:lnTo>
                  <a:lnTo>
                    <a:pt x="1058016" y="3067"/>
                  </a:lnTo>
                  <a:lnTo>
                    <a:pt x="1018831" y="3659"/>
                  </a:lnTo>
                  <a:lnTo>
                    <a:pt x="979645" y="4300"/>
                  </a:lnTo>
                  <a:lnTo>
                    <a:pt x="940459" y="4989"/>
                  </a:lnTo>
                  <a:lnTo>
                    <a:pt x="901273" y="5724"/>
                  </a:lnTo>
                  <a:lnTo>
                    <a:pt x="862087" y="6503"/>
                  </a:lnTo>
                  <a:lnTo>
                    <a:pt x="822901" y="7324"/>
                  </a:lnTo>
                  <a:lnTo>
                    <a:pt x="783716" y="8187"/>
                  </a:lnTo>
                  <a:lnTo>
                    <a:pt x="744530" y="9088"/>
                  </a:lnTo>
                  <a:lnTo>
                    <a:pt x="705344" y="10027"/>
                  </a:lnTo>
                  <a:lnTo>
                    <a:pt x="666158" y="11000"/>
                  </a:lnTo>
                  <a:lnTo>
                    <a:pt x="626972" y="12008"/>
                  </a:lnTo>
                  <a:lnTo>
                    <a:pt x="587787" y="13047"/>
                  </a:lnTo>
                  <a:lnTo>
                    <a:pt x="548601" y="14116"/>
                  </a:lnTo>
                  <a:lnTo>
                    <a:pt x="509415" y="15214"/>
                  </a:lnTo>
                  <a:lnTo>
                    <a:pt x="470229" y="16338"/>
                  </a:lnTo>
                  <a:lnTo>
                    <a:pt x="431043" y="17488"/>
                  </a:lnTo>
                  <a:lnTo>
                    <a:pt x="391858" y="18662"/>
                  </a:lnTo>
                  <a:lnTo>
                    <a:pt x="352672" y="19858"/>
                  </a:lnTo>
                  <a:lnTo>
                    <a:pt x="313486" y="21076"/>
                  </a:lnTo>
                  <a:lnTo>
                    <a:pt x="274300" y="22313"/>
                  </a:lnTo>
                  <a:lnTo>
                    <a:pt x="235114" y="23570"/>
                  </a:lnTo>
                  <a:lnTo>
                    <a:pt x="195929" y="24844"/>
                  </a:lnTo>
                  <a:lnTo>
                    <a:pt x="156743" y="26135"/>
                  </a:lnTo>
                  <a:lnTo>
                    <a:pt x="117557" y="27442"/>
                  </a:lnTo>
                  <a:lnTo>
                    <a:pt x="78371" y="28763"/>
                  </a:lnTo>
                  <a:lnTo>
                    <a:pt x="39185" y="30099"/>
                  </a:lnTo>
                  <a:lnTo>
                    <a:pt x="0" y="314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67" name="pl1066"/>
            <p:cNvSpPr/>
            <p:nvPr/>
          </p:nvSpPr>
          <p:spPr>
            <a:xfrm>
              <a:off x="4398458" y="4572511"/>
              <a:ext cx="3095678" cy="23026"/>
            </a:xfrm>
            <a:custGeom>
              <a:avLst/>
              <a:pathLst>
                <a:path w="3095678" h="23026">
                  <a:moveTo>
                    <a:pt x="0" y="23026"/>
                  </a:moveTo>
                  <a:lnTo>
                    <a:pt x="39185" y="22735"/>
                  </a:lnTo>
                  <a:lnTo>
                    <a:pt x="78371" y="22443"/>
                  </a:lnTo>
                  <a:lnTo>
                    <a:pt x="117557" y="22152"/>
                  </a:lnTo>
                  <a:lnTo>
                    <a:pt x="156743" y="21860"/>
                  </a:lnTo>
                  <a:lnTo>
                    <a:pt x="195929" y="21569"/>
                  </a:lnTo>
                  <a:lnTo>
                    <a:pt x="235114" y="21277"/>
                  </a:lnTo>
                  <a:lnTo>
                    <a:pt x="274300" y="20986"/>
                  </a:lnTo>
                  <a:lnTo>
                    <a:pt x="313486" y="20694"/>
                  </a:lnTo>
                  <a:lnTo>
                    <a:pt x="352672" y="20403"/>
                  </a:lnTo>
                  <a:lnTo>
                    <a:pt x="391858" y="20111"/>
                  </a:lnTo>
                  <a:lnTo>
                    <a:pt x="431043" y="19820"/>
                  </a:lnTo>
                  <a:lnTo>
                    <a:pt x="470229" y="19528"/>
                  </a:lnTo>
                  <a:lnTo>
                    <a:pt x="509415" y="19237"/>
                  </a:lnTo>
                  <a:lnTo>
                    <a:pt x="548601" y="18945"/>
                  </a:lnTo>
                  <a:lnTo>
                    <a:pt x="587787" y="18654"/>
                  </a:lnTo>
                  <a:lnTo>
                    <a:pt x="626972" y="18362"/>
                  </a:lnTo>
                  <a:lnTo>
                    <a:pt x="666158" y="18071"/>
                  </a:lnTo>
                  <a:lnTo>
                    <a:pt x="705344" y="17780"/>
                  </a:lnTo>
                  <a:lnTo>
                    <a:pt x="744530" y="17488"/>
                  </a:lnTo>
                  <a:lnTo>
                    <a:pt x="783716" y="17197"/>
                  </a:lnTo>
                  <a:lnTo>
                    <a:pt x="822901" y="16905"/>
                  </a:lnTo>
                  <a:lnTo>
                    <a:pt x="862087" y="16614"/>
                  </a:lnTo>
                  <a:lnTo>
                    <a:pt x="901273" y="16322"/>
                  </a:lnTo>
                  <a:lnTo>
                    <a:pt x="940459" y="16031"/>
                  </a:lnTo>
                  <a:lnTo>
                    <a:pt x="979645" y="15739"/>
                  </a:lnTo>
                  <a:lnTo>
                    <a:pt x="1018831" y="15448"/>
                  </a:lnTo>
                  <a:lnTo>
                    <a:pt x="1058016" y="15156"/>
                  </a:lnTo>
                  <a:lnTo>
                    <a:pt x="1097202" y="14865"/>
                  </a:lnTo>
                  <a:lnTo>
                    <a:pt x="1136388" y="14573"/>
                  </a:lnTo>
                  <a:lnTo>
                    <a:pt x="1175574" y="14282"/>
                  </a:lnTo>
                  <a:lnTo>
                    <a:pt x="1214760" y="13990"/>
                  </a:lnTo>
                  <a:lnTo>
                    <a:pt x="1253945" y="13699"/>
                  </a:lnTo>
                  <a:lnTo>
                    <a:pt x="1293131" y="13407"/>
                  </a:lnTo>
                  <a:lnTo>
                    <a:pt x="1332317" y="13116"/>
                  </a:lnTo>
                  <a:lnTo>
                    <a:pt x="1371503" y="12824"/>
                  </a:lnTo>
                  <a:lnTo>
                    <a:pt x="1410689" y="12533"/>
                  </a:lnTo>
                  <a:lnTo>
                    <a:pt x="1449874" y="12241"/>
                  </a:lnTo>
                  <a:lnTo>
                    <a:pt x="1489060" y="11950"/>
                  </a:lnTo>
                  <a:lnTo>
                    <a:pt x="1528246" y="11659"/>
                  </a:lnTo>
                  <a:lnTo>
                    <a:pt x="1567432" y="11367"/>
                  </a:lnTo>
                  <a:lnTo>
                    <a:pt x="1606618" y="11076"/>
                  </a:lnTo>
                  <a:lnTo>
                    <a:pt x="1645803" y="10784"/>
                  </a:lnTo>
                  <a:lnTo>
                    <a:pt x="1684989" y="10493"/>
                  </a:lnTo>
                  <a:lnTo>
                    <a:pt x="1724175" y="10201"/>
                  </a:lnTo>
                  <a:lnTo>
                    <a:pt x="1763361" y="9910"/>
                  </a:lnTo>
                  <a:lnTo>
                    <a:pt x="1802547" y="9618"/>
                  </a:lnTo>
                  <a:lnTo>
                    <a:pt x="1841733" y="9327"/>
                  </a:lnTo>
                  <a:lnTo>
                    <a:pt x="1880918" y="9035"/>
                  </a:lnTo>
                  <a:lnTo>
                    <a:pt x="1920104" y="8744"/>
                  </a:lnTo>
                  <a:lnTo>
                    <a:pt x="1959290" y="8452"/>
                  </a:lnTo>
                  <a:lnTo>
                    <a:pt x="1998476" y="8161"/>
                  </a:lnTo>
                  <a:lnTo>
                    <a:pt x="2037662" y="7869"/>
                  </a:lnTo>
                  <a:lnTo>
                    <a:pt x="2076847" y="7578"/>
                  </a:lnTo>
                  <a:lnTo>
                    <a:pt x="2116033" y="7286"/>
                  </a:lnTo>
                  <a:lnTo>
                    <a:pt x="2155219" y="6995"/>
                  </a:lnTo>
                  <a:lnTo>
                    <a:pt x="2194405" y="6703"/>
                  </a:lnTo>
                  <a:lnTo>
                    <a:pt x="2233591" y="6412"/>
                  </a:lnTo>
                  <a:lnTo>
                    <a:pt x="2272776" y="6120"/>
                  </a:lnTo>
                  <a:lnTo>
                    <a:pt x="2311962" y="5829"/>
                  </a:lnTo>
                  <a:lnTo>
                    <a:pt x="2351148" y="5538"/>
                  </a:lnTo>
                  <a:lnTo>
                    <a:pt x="2390334" y="5246"/>
                  </a:lnTo>
                  <a:lnTo>
                    <a:pt x="2429520" y="4955"/>
                  </a:lnTo>
                  <a:lnTo>
                    <a:pt x="2468705" y="4663"/>
                  </a:lnTo>
                  <a:lnTo>
                    <a:pt x="2507891" y="4372"/>
                  </a:lnTo>
                  <a:lnTo>
                    <a:pt x="2547077" y="4080"/>
                  </a:lnTo>
                  <a:lnTo>
                    <a:pt x="2586263" y="3789"/>
                  </a:lnTo>
                  <a:lnTo>
                    <a:pt x="2625449" y="3497"/>
                  </a:lnTo>
                  <a:lnTo>
                    <a:pt x="2664635" y="3206"/>
                  </a:lnTo>
                  <a:lnTo>
                    <a:pt x="2703820" y="2914"/>
                  </a:lnTo>
                  <a:lnTo>
                    <a:pt x="2743006" y="2623"/>
                  </a:lnTo>
                  <a:lnTo>
                    <a:pt x="2782192" y="2331"/>
                  </a:lnTo>
                  <a:lnTo>
                    <a:pt x="2821378" y="2040"/>
                  </a:lnTo>
                  <a:lnTo>
                    <a:pt x="2860564" y="1748"/>
                  </a:lnTo>
                  <a:lnTo>
                    <a:pt x="2899749" y="1457"/>
                  </a:lnTo>
                  <a:lnTo>
                    <a:pt x="2938935" y="1165"/>
                  </a:lnTo>
                  <a:lnTo>
                    <a:pt x="2978121" y="874"/>
                  </a:lnTo>
                  <a:lnTo>
                    <a:pt x="3017307" y="582"/>
                  </a:lnTo>
                  <a:lnTo>
                    <a:pt x="3056493" y="291"/>
                  </a:lnTo>
                  <a:lnTo>
                    <a:pt x="3095678" y="0"/>
                  </a:lnTo>
                </a:path>
              </a:pathLst>
            </a:custGeom>
            <a:ln w="16260" cap="flat">
              <a:solidFill>
                <a:srgbClr val="2A2A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l1067"/>
            <p:cNvSpPr/>
            <p:nvPr/>
          </p:nvSpPr>
          <p:spPr>
            <a:xfrm>
              <a:off x="4243674" y="7075704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l1068"/>
            <p:cNvSpPr/>
            <p:nvPr/>
          </p:nvSpPr>
          <p:spPr>
            <a:xfrm>
              <a:off x="4243674" y="6758117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l1069"/>
            <p:cNvSpPr/>
            <p:nvPr/>
          </p:nvSpPr>
          <p:spPr>
            <a:xfrm>
              <a:off x="4243674" y="6440530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l1070"/>
            <p:cNvSpPr/>
            <p:nvPr/>
          </p:nvSpPr>
          <p:spPr>
            <a:xfrm>
              <a:off x="4243674" y="6122943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l1071"/>
            <p:cNvSpPr/>
            <p:nvPr/>
          </p:nvSpPr>
          <p:spPr>
            <a:xfrm>
              <a:off x="4243674" y="5805356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l1072"/>
            <p:cNvSpPr/>
            <p:nvPr/>
          </p:nvSpPr>
          <p:spPr>
            <a:xfrm>
              <a:off x="5164056" y="5761508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l1073"/>
            <p:cNvSpPr/>
            <p:nvPr/>
          </p:nvSpPr>
          <p:spPr>
            <a:xfrm>
              <a:off x="6115110" y="5761508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l1074"/>
            <p:cNvSpPr/>
            <p:nvPr/>
          </p:nvSpPr>
          <p:spPr>
            <a:xfrm>
              <a:off x="7066163" y="5761508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l1075"/>
            <p:cNvSpPr/>
            <p:nvPr/>
          </p:nvSpPr>
          <p:spPr>
            <a:xfrm>
              <a:off x="4243674" y="7075704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12934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77" name="pt1076"/>
            <p:cNvSpPr/>
            <p:nvPr/>
          </p:nvSpPr>
          <p:spPr>
            <a:xfrm>
              <a:off x="4736487" y="618277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7"/>
            <p:cNvSpPr/>
            <p:nvPr/>
          </p:nvSpPr>
          <p:spPr>
            <a:xfrm>
              <a:off x="5153011" y="620612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8"/>
            <p:cNvSpPr/>
            <p:nvPr/>
          </p:nvSpPr>
          <p:spPr>
            <a:xfrm>
              <a:off x="4863147" y="660934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79"/>
            <p:cNvSpPr/>
            <p:nvPr/>
          </p:nvSpPr>
          <p:spPr>
            <a:xfrm>
              <a:off x="5185316" y="620812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0"/>
            <p:cNvSpPr/>
            <p:nvPr/>
          </p:nvSpPr>
          <p:spPr>
            <a:xfrm>
              <a:off x="4886243" y="629115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1"/>
            <p:cNvSpPr/>
            <p:nvPr/>
          </p:nvSpPr>
          <p:spPr>
            <a:xfrm>
              <a:off x="4810632" y="638480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2"/>
            <p:cNvSpPr/>
            <p:nvPr/>
          </p:nvSpPr>
          <p:spPr>
            <a:xfrm>
              <a:off x="4649618" y="613886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3"/>
            <p:cNvSpPr/>
            <p:nvPr/>
          </p:nvSpPr>
          <p:spPr>
            <a:xfrm>
              <a:off x="4881961" y="654427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4"/>
            <p:cNvSpPr/>
            <p:nvPr/>
          </p:nvSpPr>
          <p:spPr>
            <a:xfrm>
              <a:off x="4649542" y="65518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5"/>
            <p:cNvSpPr/>
            <p:nvPr/>
          </p:nvSpPr>
          <p:spPr>
            <a:xfrm>
              <a:off x="4672163" y="609187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6"/>
            <p:cNvSpPr/>
            <p:nvPr/>
          </p:nvSpPr>
          <p:spPr>
            <a:xfrm>
              <a:off x="4765944" y="594296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7"/>
            <p:cNvSpPr/>
            <p:nvPr/>
          </p:nvSpPr>
          <p:spPr>
            <a:xfrm>
              <a:off x="4686995" y="612969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8"/>
            <p:cNvSpPr/>
            <p:nvPr/>
          </p:nvSpPr>
          <p:spPr>
            <a:xfrm>
              <a:off x="4672729" y="605807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89"/>
            <p:cNvSpPr/>
            <p:nvPr/>
          </p:nvSpPr>
          <p:spPr>
            <a:xfrm>
              <a:off x="4690753" y="679538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0"/>
            <p:cNvSpPr/>
            <p:nvPr/>
          </p:nvSpPr>
          <p:spPr>
            <a:xfrm>
              <a:off x="5191053" y="64916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1"/>
            <p:cNvSpPr/>
            <p:nvPr/>
          </p:nvSpPr>
          <p:spPr>
            <a:xfrm>
              <a:off x="4936852" y="640484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2"/>
            <p:cNvSpPr/>
            <p:nvPr/>
          </p:nvSpPr>
          <p:spPr>
            <a:xfrm>
              <a:off x="5495390" y="644195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3"/>
            <p:cNvSpPr/>
            <p:nvPr/>
          </p:nvSpPr>
          <p:spPr>
            <a:xfrm>
              <a:off x="5481124" y="632883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4"/>
            <p:cNvSpPr/>
            <p:nvPr/>
          </p:nvSpPr>
          <p:spPr>
            <a:xfrm>
              <a:off x="5576230" y="620370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5"/>
            <p:cNvSpPr/>
            <p:nvPr/>
          </p:nvSpPr>
          <p:spPr>
            <a:xfrm>
              <a:off x="5255599" y="626107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6"/>
            <p:cNvSpPr/>
            <p:nvPr/>
          </p:nvSpPr>
          <p:spPr>
            <a:xfrm>
              <a:off x="5666580" y="633314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7"/>
            <p:cNvSpPr/>
            <p:nvPr/>
          </p:nvSpPr>
          <p:spPr>
            <a:xfrm>
              <a:off x="4677233" y="680679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8"/>
            <p:cNvSpPr/>
            <p:nvPr/>
          </p:nvSpPr>
          <p:spPr>
            <a:xfrm>
              <a:off x="4654758" y="674738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099"/>
            <p:cNvSpPr/>
            <p:nvPr/>
          </p:nvSpPr>
          <p:spPr>
            <a:xfrm>
              <a:off x="4685598" y="648663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0"/>
            <p:cNvSpPr/>
            <p:nvPr/>
          </p:nvSpPr>
          <p:spPr>
            <a:xfrm>
              <a:off x="4434965" y="619216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1"/>
            <p:cNvSpPr/>
            <p:nvPr/>
          </p:nvSpPr>
          <p:spPr>
            <a:xfrm>
              <a:off x="4610910" y="622414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2"/>
            <p:cNvSpPr/>
            <p:nvPr/>
          </p:nvSpPr>
          <p:spPr>
            <a:xfrm>
              <a:off x="5195808" y="667932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3"/>
            <p:cNvSpPr/>
            <p:nvPr/>
          </p:nvSpPr>
          <p:spPr>
            <a:xfrm>
              <a:off x="4880341" y="626145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4"/>
            <p:cNvSpPr/>
            <p:nvPr/>
          </p:nvSpPr>
          <p:spPr>
            <a:xfrm>
              <a:off x="4956913" y="660506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5"/>
            <p:cNvSpPr/>
            <p:nvPr/>
          </p:nvSpPr>
          <p:spPr>
            <a:xfrm>
              <a:off x="6474975" y="664117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6"/>
            <p:cNvSpPr/>
            <p:nvPr/>
          </p:nvSpPr>
          <p:spPr>
            <a:xfrm>
              <a:off x="5276648" y="63851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7"/>
            <p:cNvSpPr/>
            <p:nvPr/>
          </p:nvSpPr>
          <p:spPr>
            <a:xfrm>
              <a:off x="5975672" y="616518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8"/>
            <p:cNvSpPr/>
            <p:nvPr/>
          </p:nvSpPr>
          <p:spPr>
            <a:xfrm>
              <a:off x="5085879" y="660710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09"/>
            <p:cNvSpPr/>
            <p:nvPr/>
          </p:nvSpPr>
          <p:spPr>
            <a:xfrm>
              <a:off x="4720281" y="658254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0"/>
            <p:cNvSpPr/>
            <p:nvPr/>
          </p:nvSpPr>
          <p:spPr>
            <a:xfrm>
              <a:off x="5295669" y="640352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1"/>
            <p:cNvSpPr/>
            <p:nvPr/>
          </p:nvSpPr>
          <p:spPr>
            <a:xfrm>
              <a:off x="6341828" y="661902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2"/>
            <p:cNvSpPr/>
            <p:nvPr/>
          </p:nvSpPr>
          <p:spPr>
            <a:xfrm>
              <a:off x="5119586" y="630445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3"/>
            <p:cNvSpPr/>
            <p:nvPr/>
          </p:nvSpPr>
          <p:spPr>
            <a:xfrm>
              <a:off x="4835863" y="636539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4"/>
            <p:cNvSpPr/>
            <p:nvPr/>
          </p:nvSpPr>
          <p:spPr>
            <a:xfrm>
              <a:off x="5284224" y="668159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5"/>
            <p:cNvSpPr/>
            <p:nvPr/>
          </p:nvSpPr>
          <p:spPr>
            <a:xfrm>
              <a:off x="5599948" y="648349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6"/>
            <p:cNvSpPr/>
            <p:nvPr/>
          </p:nvSpPr>
          <p:spPr>
            <a:xfrm>
              <a:off x="5412874" y="625440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7"/>
            <p:cNvSpPr/>
            <p:nvPr/>
          </p:nvSpPr>
          <p:spPr>
            <a:xfrm>
              <a:off x="5129013" y="646167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8"/>
            <p:cNvSpPr/>
            <p:nvPr/>
          </p:nvSpPr>
          <p:spPr>
            <a:xfrm>
              <a:off x="4620421" y="660297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19"/>
            <p:cNvSpPr/>
            <p:nvPr/>
          </p:nvSpPr>
          <p:spPr>
            <a:xfrm>
              <a:off x="4620421" y="663826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0"/>
            <p:cNvSpPr/>
            <p:nvPr/>
          </p:nvSpPr>
          <p:spPr>
            <a:xfrm>
              <a:off x="4377902" y="62050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1"/>
            <p:cNvSpPr/>
            <p:nvPr/>
          </p:nvSpPr>
          <p:spPr>
            <a:xfrm>
              <a:off x="5095948" y="647046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2"/>
            <p:cNvSpPr/>
            <p:nvPr/>
          </p:nvSpPr>
          <p:spPr>
            <a:xfrm>
              <a:off x="4810632" y="637555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3"/>
            <p:cNvSpPr/>
            <p:nvPr/>
          </p:nvSpPr>
          <p:spPr>
            <a:xfrm>
              <a:off x="4953290" y="600268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4"/>
            <p:cNvSpPr/>
            <p:nvPr/>
          </p:nvSpPr>
          <p:spPr>
            <a:xfrm>
              <a:off x="4771649" y="638822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5"/>
            <p:cNvSpPr/>
            <p:nvPr/>
          </p:nvSpPr>
          <p:spPr>
            <a:xfrm>
              <a:off x="5756930" y="627391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6"/>
            <p:cNvSpPr/>
            <p:nvPr/>
          </p:nvSpPr>
          <p:spPr>
            <a:xfrm>
              <a:off x="4800190" y="671531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7"/>
            <p:cNvSpPr/>
            <p:nvPr/>
          </p:nvSpPr>
          <p:spPr>
            <a:xfrm>
              <a:off x="5005597" y="620658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8"/>
            <p:cNvSpPr/>
            <p:nvPr/>
          </p:nvSpPr>
          <p:spPr>
            <a:xfrm>
              <a:off x="5050937" y="643629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29"/>
            <p:cNvSpPr/>
            <p:nvPr/>
          </p:nvSpPr>
          <p:spPr>
            <a:xfrm>
              <a:off x="4718347" y="671036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0"/>
            <p:cNvSpPr/>
            <p:nvPr/>
          </p:nvSpPr>
          <p:spPr>
            <a:xfrm>
              <a:off x="5856790" y="661298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1"/>
            <p:cNvSpPr/>
            <p:nvPr/>
          </p:nvSpPr>
          <p:spPr>
            <a:xfrm>
              <a:off x="5026325" y="634677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2"/>
            <p:cNvSpPr/>
            <p:nvPr/>
          </p:nvSpPr>
          <p:spPr>
            <a:xfrm>
              <a:off x="4699622" y="640866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3"/>
            <p:cNvSpPr/>
            <p:nvPr/>
          </p:nvSpPr>
          <p:spPr>
            <a:xfrm>
              <a:off x="7473581" y="671663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4"/>
            <p:cNvSpPr/>
            <p:nvPr/>
          </p:nvSpPr>
          <p:spPr>
            <a:xfrm>
              <a:off x="5105458" y="635433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5"/>
            <p:cNvSpPr/>
            <p:nvPr/>
          </p:nvSpPr>
          <p:spPr>
            <a:xfrm>
              <a:off x="5109313" y="659655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6"/>
            <p:cNvSpPr/>
            <p:nvPr/>
          </p:nvSpPr>
          <p:spPr>
            <a:xfrm>
              <a:off x="4805876" y="598617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7"/>
            <p:cNvSpPr/>
            <p:nvPr/>
          </p:nvSpPr>
          <p:spPr>
            <a:xfrm>
              <a:off x="4875318" y="613266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8"/>
            <p:cNvSpPr/>
            <p:nvPr/>
          </p:nvSpPr>
          <p:spPr>
            <a:xfrm>
              <a:off x="4706126" y="661087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39"/>
            <p:cNvSpPr/>
            <p:nvPr/>
          </p:nvSpPr>
          <p:spPr>
            <a:xfrm>
              <a:off x="4863204" y="644622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0"/>
            <p:cNvSpPr/>
            <p:nvPr/>
          </p:nvSpPr>
          <p:spPr>
            <a:xfrm>
              <a:off x="4762422" y="675878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1"/>
            <p:cNvSpPr/>
            <p:nvPr/>
          </p:nvSpPr>
          <p:spPr>
            <a:xfrm>
              <a:off x="4946438" y="633679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2"/>
            <p:cNvSpPr/>
            <p:nvPr/>
          </p:nvSpPr>
          <p:spPr>
            <a:xfrm>
              <a:off x="4796366" y="660557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3"/>
            <p:cNvSpPr/>
            <p:nvPr/>
          </p:nvSpPr>
          <p:spPr>
            <a:xfrm>
              <a:off x="4823270" y="679173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4"/>
            <p:cNvSpPr/>
            <p:nvPr/>
          </p:nvSpPr>
          <p:spPr>
            <a:xfrm>
              <a:off x="4773919" y="652466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5"/>
            <p:cNvSpPr/>
            <p:nvPr/>
          </p:nvSpPr>
          <p:spPr>
            <a:xfrm>
              <a:off x="4762328" y="682152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6"/>
            <p:cNvSpPr/>
            <p:nvPr/>
          </p:nvSpPr>
          <p:spPr>
            <a:xfrm>
              <a:off x="5252871" y="620527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7"/>
            <p:cNvSpPr/>
            <p:nvPr/>
          </p:nvSpPr>
          <p:spPr>
            <a:xfrm>
              <a:off x="4477763" y="626357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8"/>
            <p:cNvSpPr/>
            <p:nvPr/>
          </p:nvSpPr>
          <p:spPr>
            <a:xfrm>
              <a:off x="4736115" y="641371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49"/>
            <p:cNvSpPr/>
            <p:nvPr/>
          </p:nvSpPr>
          <p:spPr>
            <a:xfrm>
              <a:off x="4704927" y="651297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0"/>
            <p:cNvSpPr/>
            <p:nvPr/>
          </p:nvSpPr>
          <p:spPr>
            <a:xfrm>
              <a:off x="4718902" y="687823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1"/>
            <p:cNvSpPr/>
            <p:nvPr/>
          </p:nvSpPr>
          <p:spPr>
            <a:xfrm>
              <a:off x="4779543" y="642135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2"/>
            <p:cNvSpPr/>
            <p:nvPr/>
          </p:nvSpPr>
          <p:spPr>
            <a:xfrm>
              <a:off x="4647953" y="639718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3"/>
            <p:cNvSpPr/>
            <p:nvPr/>
          </p:nvSpPr>
          <p:spPr>
            <a:xfrm>
              <a:off x="4880224" y="655460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4"/>
            <p:cNvSpPr/>
            <p:nvPr/>
          </p:nvSpPr>
          <p:spPr>
            <a:xfrm>
              <a:off x="4765223" y="652626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5"/>
            <p:cNvSpPr/>
            <p:nvPr/>
          </p:nvSpPr>
          <p:spPr>
            <a:xfrm>
              <a:off x="4572868" y="667503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6"/>
            <p:cNvSpPr/>
            <p:nvPr/>
          </p:nvSpPr>
          <p:spPr>
            <a:xfrm>
              <a:off x="5063808" y="61499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7"/>
            <p:cNvSpPr/>
            <p:nvPr/>
          </p:nvSpPr>
          <p:spPr>
            <a:xfrm>
              <a:off x="4698163" y="650281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8"/>
            <p:cNvSpPr/>
            <p:nvPr/>
          </p:nvSpPr>
          <p:spPr>
            <a:xfrm>
              <a:off x="4928375" y="601444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59"/>
            <p:cNvSpPr/>
            <p:nvPr/>
          </p:nvSpPr>
          <p:spPr>
            <a:xfrm>
              <a:off x="5381264" y="650047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0"/>
            <p:cNvSpPr/>
            <p:nvPr/>
          </p:nvSpPr>
          <p:spPr>
            <a:xfrm>
              <a:off x="4900982" y="650562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1"/>
            <p:cNvSpPr/>
            <p:nvPr/>
          </p:nvSpPr>
          <p:spPr>
            <a:xfrm>
              <a:off x="5324200" y="610275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2"/>
            <p:cNvSpPr/>
            <p:nvPr/>
          </p:nvSpPr>
          <p:spPr>
            <a:xfrm>
              <a:off x="4640407" y="662469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3"/>
            <p:cNvSpPr/>
            <p:nvPr/>
          </p:nvSpPr>
          <p:spPr>
            <a:xfrm>
              <a:off x="4896226" y="594797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4"/>
            <p:cNvSpPr/>
            <p:nvPr/>
          </p:nvSpPr>
          <p:spPr>
            <a:xfrm>
              <a:off x="5172032" y="592124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5"/>
            <p:cNvSpPr/>
            <p:nvPr/>
          </p:nvSpPr>
          <p:spPr>
            <a:xfrm>
              <a:off x="5057905" y="646410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6"/>
            <p:cNvSpPr/>
            <p:nvPr/>
          </p:nvSpPr>
          <p:spPr>
            <a:xfrm>
              <a:off x="5076926" y="602560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7"/>
            <p:cNvSpPr/>
            <p:nvPr/>
          </p:nvSpPr>
          <p:spPr>
            <a:xfrm>
              <a:off x="4738795" y="612249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8"/>
            <p:cNvSpPr/>
            <p:nvPr/>
          </p:nvSpPr>
          <p:spPr>
            <a:xfrm>
              <a:off x="5043640" y="666329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69"/>
            <p:cNvSpPr/>
            <p:nvPr/>
          </p:nvSpPr>
          <p:spPr>
            <a:xfrm>
              <a:off x="4817523" y="620164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0"/>
            <p:cNvSpPr/>
            <p:nvPr/>
          </p:nvSpPr>
          <p:spPr>
            <a:xfrm>
              <a:off x="6039010" y="669376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1"/>
            <p:cNvSpPr/>
            <p:nvPr/>
          </p:nvSpPr>
          <p:spPr>
            <a:xfrm>
              <a:off x="4453986" y="63160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2"/>
            <p:cNvSpPr/>
            <p:nvPr/>
          </p:nvSpPr>
          <p:spPr>
            <a:xfrm>
              <a:off x="4861237" y="595721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3"/>
            <p:cNvSpPr/>
            <p:nvPr/>
          </p:nvSpPr>
          <p:spPr>
            <a:xfrm>
              <a:off x="4953290" y="59911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4"/>
            <p:cNvSpPr/>
            <p:nvPr/>
          </p:nvSpPr>
          <p:spPr>
            <a:xfrm>
              <a:off x="4953290" y="624100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5"/>
            <p:cNvSpPr/>
            <p:nvPr/>
          </p:nvSpPr>
          <p:spPr>
            <a:xfrm>
              <a:off x="4718223" y="636910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6"/>
            <p:cNvSpPr/>
            <p:nvPr/>
          </p:nvSpPr>
          <p:spPr>
            <a:xfrm>
              <a:off x="4904800" y="650722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7"/>
            <p:cNvSpPr/>
            <p:nvPr/>
          </p:nvSpPr>
          <p:spPr>
            <a:xfrm>
              <a:off x="4830684" y="633167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8"/>
            <p:cNvSpPr/>
            <p:nvPr/>
          </p:nvSpPr>
          <p:spPr>
            <a:xfrm>
              <a:off x="4826705" y="594811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79"/>
            <p:cNvSpPr/>
            <p:nvPr/>
          </p:nvSpPr>
          <p:spPr>
            <a:xfrm>
              <a:off x="4685853" y="661183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0"/>
            <p:cNvSpPr/>
            <p:nvPr/>
          </p:nvSpPr>
          <p:spPr>
            <a:xfrm>
              <a:off x="4765269" y="622000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1"/>
            <p:cNvSpPr/>
            <p:nvPr/>
          </p:nvSpPr>
          <p:spPr>
            <a:xfrm>
              <a:off x="4724227" y="605508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2"/>
            <p:cNvSpPr/>
            <p:nvPr/>
          </p:nvSpPr>
          <p:spPr>
            <a:xfrm>
              <a:off x="4676417" y="670690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3"/>
            <p:cNvSpPr/>
            <p:nvPr/>
          </p:nvSpPr>
          <p:spPr>
            <a:xfrm>
              <a:off x="4905737" y="673818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4"/>
            <p:cNvSpPr/>
            <p:nvPr/>
          </p:nvSpPr>
          <p:spPr>
            <a:xfrm>
              <a:off x="4722344" y="609923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5"/>
            <p:cNvSpPr/>
            <p:nvPr/>
          </p:nvSpPr>
          <p:spPr>
            <a:xfrm>
              <a:off x="4667974" y="621516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6"/>
            <p:cNvSpPr/>
            <p:nvPr/>
          </p:nvSpPr>
          <p:spPr>
            <a:xfrm>
              <a:off x="5186418" y="62081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7"/>
            <p:cNvSpPr/>
            <p:nvPr/>
          </p:nvSpPr>
          <p:spPr>
            <a:xfrm>
              <a:off x="5270738" y="642155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8"/>
            <p:cNvSpPr/>
            <p:nvPr/>
          </p:nvSpPr>
          <p:spPr>
            <a:xfrm>
              <a:off x="5296526" y="632411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89"/>
            <p:cNvSpPr/>
            <p:nvPr/>
          </p:nvSpPr>
          <p:spPr>
            <a:xfrm>
              <a:off x="4896226" y="64491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0"/>
            <p:cNvSpPr/>
            <p:nvPr/>
          </p:nvSpPr>
          <p:spPr>
            <a:xfrm>
              <a:off x="5333711" y="657166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1"/>
            <p:cNvSpPr/>
            <p:nvPr/>
          </p:nvSpPr>
          <p:spPr>
            <a:xfrm>
              <a:off x="4708878" y="674791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2"/>
            <p:cNvSpPr/>
            <p:nvPr/>
          </p:nvSpPr>
          <p:spPr>
            <a:xfrm>
              <a:off x="4843918" y="632292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3"/>
            <p:cNvSpPr/>
            <p:nvPr/>
          </p:nvSpPr>
          <p:spPr>
            <a:xfrm>
              <a:off x="4572868" y="647864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4"/>
            <p:cNvSpPr/>
            <p:nvPr/>
          </p:nvSpPr>
          <p:spPr>
            <a:xfrm>
              <a:off x="4719519" y="636621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5"/>
            <p:cNvSpPr/>
            <p:nvPr/>
          </p:nvSpPr>
          <p:spPr>
            <a:xfrm>
              <a:off x="4612508" y="63475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6"/>
            <p:cNvSpPr/>
            <p:nvPr/>
          </p:nvSpPr>
          <p:spPr>
            <a:xfrm>
              <a:off x="4658797" y="665531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7"/>
            <p:cNvSpPr/>
            <p:nvPr/>
          </p:nvSpPr>
          <p:spPr>
            <a:xfrm>
              <a:off x="4898946" y="654592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8"/>
            <p:cNvSpPr/>
            <p:nvPr/>
          </p:nvSpPr>
          <p:spPr>
            <a:xfrm>
              <a:off x="5195808" y="624847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199"/>
            <p:cNvSpPr/>
            <p:nvPr/>
          </p:nvSpPr>
          <p:spPr>
            <a:xfrm>
              <a:off x="5571474" y="623988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0"/>
            <p:cNvSpPr/>
            <p:nvPr/>
          </p:nvSpPr>
          <p:spPr>
            <a:xfrm>
              <a:off x="4702502" y="670205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1"/>
            <p:cNvSpPr/>
            <p:nvPr/>
          </p:nvSpPr>
          <p:spPr>
            <a:xfrm>
              <a:off x="5088151" y="646726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2"/>
            <p:cNvSpPr/>
            <p:nvPr/>
          </p:nvSpPr>
          <p:spPr>
            <a:xfrm>
              <a:off x="4668850" y="674193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3"/>
            <p:cNvSpPr/>
            <p:nvPr/>
          </p:nvSpPr>
          <p:spPr>
            <a:xfrm>
              <a:off x="4778078" y="644016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4"/>
            <p:cNvSpPr/>
            <p:nvPr/>
          </p:nvSpPr>
          <p:spPr>
            <a:xfrm>
              <a:off x="4815387" y="602798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5"/>
            <p:cNvSpPr/>
            <p:nvPr/>
          </p:nvSpPr>
          <p:spPr>
            <a:xfrm>
              <a:off x="4712882" y="60328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6"/>
            <p:cNvSpPr/>
            <p:nvPr/>
          </p:nvSpPr>
          <p:spPr>
            <a:xfrm>
              <a:off x="4644197" y="678969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7"/>
            <p:cNvSpPr/>
            <p:nvPr/>
          </p:nvSpPr>
          <p:spPr>
            <a:xfrm>
              <a:off x="5237032" y="631438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8"/>
            <p:cNvSpPr/>
            <p:nvPr/>
          </p:nvSpPr>
          <p:spPr>
            <a:xfrm>
              <a:off x="5718888" y="63532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09"/>
            <p:cNvSpPr/>
            <p:nvPr/>
          </p:nvSpPr>
          <p:spPr>
            <a:xfrm>
              <a:off x="5476369" y="616135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0"/>
            <p:cNvSpPr/>
            <p:nvPr/>
          </p:nvSpPr>
          <p:spPr>
            <a:xfrm>
              <a:off x="4708780" y="654956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1"/>
            <p:cNvSpPr/>
            <p:nvPr/>
          </p:nvSpPr>
          <p:spPr>
            <a:xfrm>
              <a:off x="4726203" y="668631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2"/>
            <p:cNvSpPr/>
            <p:nvPr/>
          </p:nvSpPr>
          <p:spPr>
            <a:xfrm>
              <a:off x="4797035" y="649588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3"/>
            <p:cNvSpPr/>
            <p:nvPr/>
          </p:nvSpPr>
          <p:spPr>
            <a:xfrm>
              <a:off x="4677484" y="659672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4"/>
            <p:cNvSpPr/>
            <p:nvPr/>
          </p:nvSpPr>
          <p:spPr>
            <a:xfrm>
              <a:off x="4643140" y="656730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5"/>
            <p:cNvSpPr/>
            <p:nvPr/>
          </p:nvSpPr>
          <p:spPr>
            <a:xfrm>
              <a:off x="4654428" y="660410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6"/>
            <p:cNvSpPr/>
            <p:nvPr/>
          </p:nvSpPr>
          <p:spPr>
            <a:xfrm>
              <a:off x="4637667" y="619113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7"/>
            <p:cNvSpPr/>
            <p:nvPr/>
          </p:nvSpPr>
          <p:spPr>
            <a:xfrm>
              <a:off x="4653768" y="639457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8"/>
            <p:cNvSpPr/>
            <p:nvPr/>
          </p:nvSpPr>
          <p:spPr>
            <a:xfrm>
              <a:off x="5143346" y="58035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19"/>
            <p:cNvSpPr/>
            <p:nvPr/>
          </p:nvSpPr>
          <p:spPr>
            <a:xfrm>
              <a:off x="4783101" y="61918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0"/>
            <p:cNvSpPr/>
            <p:nvPr/>
          </p:nvSpPr>
          <p:spPr>
            <a:xfrm>
              <a:off x="4663460" y="642099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1"/>
            <p:cNvSpPr/>
            <p:nvPr/>
          </p:nvSpPr>
          <p:spPr>
            <a:xfrm>
              <a:off x="4873501" y="665268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2"/>
            <p:cNvSpPr/>
            <p:nvPr/>
          </p:nvSpPr>
          <p:spPr>
            <a:xfrm>
              <a:off x="5623782" y="614529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3"/>
            <p:cNvSpPr/>
            <p:nvPr/>
          </p:nvSpPr>
          <p:spPr>
            <a:xfrm>
              <a:off x="5105458" y="619590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4"/>
            <p:cNvSpPr/>
            <p:nvPr/>
          </p:nvSpPr>
          <p:spPr>
            <a:xfrm>
              <a:off x="4822290" y="632570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5"/>
            <p:cNvSpPr/>
            <p:nvPr/>
          </p:nvSpPr>
          <p:spPr>
            <a:xfrm>
              <a:off x="4660553" y="619169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6"/>
            <p:cNvSpPr/>
            <p:nvPr/>
          </p:nvSpPr>
          <p:spPr>
            <a:xfrm>
              <a:off x="4662009" y="61777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7"/>
            <p:cNvSpPr/>
            <p:nvPr/>
          </p:nvSpPr>
          <p:spPr>
            <a:xfrm>
              <a:off x="4993081" y="617834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8"/>
            <p:cNvSpPr/>
            <p:nvPr/>
          </p:nvSpPr>
          <p:spPr>
            <a:xfrm>
              <a:off x="4886012" y="611794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29"/>
            <p:cNvSpPr/>
            <p:nvPr/>
          </p:nvSpPr>
          <p:spPr>
            <a:xfrm>
              <a:off x="4779586" y="658125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0"/>
            <p:cNvSpPr/>
            <p:nvPr/>
          </p:nvSpPr>
          <p:spPr>
            <a:xfrm>
              <a:off x="4819972" y="60920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1"/>
            <p:cNvSpPr/>
            <p:nvPr/>
          </p:nvSpPr>
          <p:spPr>
            <a:xfrm>
              <a:off x="4720281" y="619386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2"/>
            <p:cNvSpPr/>
            <p:nvPr/>
          </p:nvSpPr>
          <p:spPr>
            <a:xfrm>
              <a:off x="4886789" y="629372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3"/>
            <p:cNvSpPr/>
            <p:nvPr/>
          </p:nvSpPr>
          <p:spPr>
            <a:xfrm>
              <a:off x="4776269" y="641542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4"/>
            <p:cNvSpPr/>
            <p:nvPr/>
          </p:nvSpPr>
          <p:spPr>
            <a:xfrm>
              <a:off x="5157766" y="663279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t1235"/>
            <p:cNvSpPr/>
            <p:nvPr/>
          </p:nvSpPr>
          <p:spPr>
            <a:xfrm>
              <a:off x="5514411" y="613585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t1236"/>
            <p:cNvSpPr/>
            <p:nvPr/>
          </p:nvSpPr>
          <p:spPr>
            <a:xfrm>
              <a:off x="4525315" y="695332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t1237"/>
            <p:cNvSpPr/>
            <p:nvPr/>
          </p:nvSpPr>
          <p:spPr>
            <a:xfrm>
              <a:off x="4730514" y="658169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t1238"/>
            <p:cNvSpPr/>
            <p:nvPr/>
          </p:nvSpPr>
          <p:spPr>
            <a:xfrm>
              <a:off x="4672729" y="625026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t1239"/>
            <p:cNvSpPr/>
            <p:nvPr/>
          </p:nvSpPr>
          <p:spPr>
            <a:xfrm>
              <a:off x="4678405" y="651343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t1240"/>
            <p:cNvSpPr/>
            <p:nvPr/>
          </p:nvSpPr>
          <p:spPr>
            <a:xfrm>
              <a:off x="4730426" y="618635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t1241"/>
            <p:cNvSpPr/>
            <p:nvPr/>
          </p:nvSpPr>
          <p:spPr>
            <a:xfrm>
              <a:off x="5115328" y="610106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t1242"/>
            <p:cNvSpPr/>
            <p:nvPr/>
          </p:nvSpPr>
          <p:spPr>
            <a:xfrm>
              <a:off x="4722511" y="621567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t1243"/>
            <p:cNvSpPr/>
            <p:nvPr/>
          </p:nvSpPr>
          <p:spPr>
            <a:xfrm>
              <a:off x="4805876" y="656332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t1244"/>
            <p:cNvSpPr/>
            <p:nvPr/>
          </p:nvSpPr>
          <p:spPr>
            <a:xfrm>
              <a:off x="5238996" y="63317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t1245"/>
            <p:cNvSpPr/>
            <p:nvPr/>
          </p:nvSpPr>
          <p:spPr>
            <a:xfrm>
              <a:off x="4976309" y="589839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t1246"/>
            <p:cNvSpPr/>
            <p:nvPr/>
          </p:nvSpPr>
          <p:spPr>
            <a:xfrm>
              <a:off x="4852573" y="629452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t1247"/>
            <p:cNvSpPr/>
            <p:nvPr/>
          </p:nvSpPr>
          <p:spPr>
            <a:xfrm>
              <a:off x="4796256" y="587717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t1248"/>
            <p:cNvSpPr/>
            <p:nvPr/>
          </p:nvSpPr>
          <p:spPr>
            <a:xfrm>
              <a:off x="4885753" y="600651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t1249"/>
            <p:cNvSpPr/>
            <p:nvPr/>
          </p:nvSpPr>
          <p:spPr>
            <a:xfrm>
              <a:off x="5761685" y="634696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t1250"/>
            <p:cNvSpPr/>
            <p:nvPr/>
          </p:nvSpPr>
          <p:spPr>
            <a:xfrm>
              <a:off x="5043640" y="621987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t1251"/>
            <p:cNvSpPr/>
            <p:nvPr/>
          </p:nvSpPr>
          <p:spPr>
            <a:xfrm>
              <a:off x="5032396" y="634068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t1252"/>
            <p:cNvSpPr/>
            <p:nvPr/>
          </p:nvSpPr>
          <p:spPr>
            <a:xfrm>
              <a:off x="5024619" y="60782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t1253"/>
            <p:cNvSpPr/>
            <p:nvPr/>
          </p:nvSpPr>
          <p:spPr>
            <a:xfrm>
              <a:off x="5343974" y="614216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t1254"/>
            <p:cNvSpPr/>
            <p:nvPr/>
          </p:nvSpPr>
          <p:spPr>
            <a:xfrm>
              <a:off x="5371753" y="630152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t1255"/>
            <p:cNvSpPr/>
            <p:nvPr/>
          </p:nvSpPr>
          <p:spPr>
            <a:xfrm>
              <a:off x="4796293" y="649966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t1256"/>
            <p:cNvSpPr/>
            <p:nvPr/>
          </p:nvSpPr>
          <p:spPr>
            <a:xfrm>
              <a:off x="4601400" y="625993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t1257"/>
            <p:cNvSpPr/>
            <p:nvPr/>
          </p:nvSpPr>
          <p:spPr>
            <a:xfrm>
              <a:off x="4748813" y="657789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t1258"/>
            <p:cNvSpPr/>
            <p:nvPr/>
          </p:nvSpPr>
          <p:spPr>
            <a:xfrm>
              <a:off x="5352732" y="650564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59"/>
            <p:cNvSpPr/>
            <p:nvPr/>
          </p:nvSpPr>
          <p:spPr>
            <a:xfrm>
              <a:off x="4739303" y="630280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0"/>
            <p:cNvSpPr/>
            <p:nvPr/>
          </p:nvSpPr>
          <p:spPr>
            <a:xfrm>
              <a:off x="5471614" y="655089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1"/>
            <p:cNvSpPr/>
            <p:nvPr/>
          </p:nvSpPr>
          <p:spPr>
            <a:xfrm>
              <a:off x="4919847" y="696501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2"/>
            <p:cNvSpPr/>
            <p:nvPr/>
          </p:nvSpPr>
          <p:spPr>
            <a:xfrm>
              <a:off x="4525315" y="684314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3"/>
            <p:cNvSpPr/>
            <p:nvPr/>
          </p:nvSpPr>
          <p:spPr>
            <a:xfrm>
              <a:off x="4917131" y="660818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4"/>
            <p:cNvSpPr/>
            <p:nvPr/>
          </p:nvSpPr>
          <p:spPr>
            <a:xfrm>
              <a:off x="4826988" y="631217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5"/>
            <p:cNvSpPr/>
            <p:nvPr/>
          </p:nvSpPr>
          <p:spPr>
            <a:xfrm>
              <a:off x="4989903" y="619259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6"/>
            <p:cNvSpPr/>
            <p:nvPr/>
          </p:nvSpPr>
          <p:spPr>
            <a:xfrm>
              <a:off x="4930277" y="613667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7"/>
            <p:cNvSpPr/>
            <p:nvPr/>
          </p:nvSpPr>
          <p:spPr>
            <a:xfrm>
              <a:off x="4720281" y="621667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8"/>
            <p:cNvSpPr/>
            <p:nvPr/>
          </p:nvSpPr>
          <p:spPr>
            <a:xfrm>
              <a:off x="4998817" y="60518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69"/>
            <p:cNvSpPr/>
            <p:nvPr/>
          </p:nvSpPr>
          <p:spPr>
            <a:xfrm>
              <a:off x="5124907" y="596705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0"/>
            <p:cNvSpPr/>
            <p:nvPr/>
          </p:nvSpPr>
          <p:spPr>
            <a:xfrm>
              <a:off x="5357487" y="633600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1"/>
            <p:cNvSpPr/>
            <p:nvPr/>
          </p:nvSpPr>
          <p:spPr>
            <a:xfrm>
              <a:off x="4764990" y="640985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g1272"/>
            <p:cNvSpPr/>
            <p:nvPr/>
          </p:nvSpPr>
          <p:spPr>
            <a:xfrm>
              <a:off x="4398458" y="6136887"/>
              <a:ext cx="3095678" cy="446502"/>
            </a:xfrm>
            <a:custGeom>
              <a:avLst/>
              <a:pathLst>
                <a:path w="3095678" h="446502">
                  <a:moveTo>
                    <a:pt x="0" y="208361"/>
                  </a:moveTo>
                  <a:lnTo>
                    <a:pt x="39185" y="210617"/>
                  </a:lnTo>
                  <a:lnTo>
                    <a:pt x="78371" y="212806"/>
                  </a:lnTo>
                  <a:lnTo>
                    <a:pt x="117557" y="214917"/>
                  </a:lnTo>
                  <a:lnTo>
                    <a:pt x="156743" y="216937"/>
                  </a:lnTo>
                  <a:lnTo>
                    <a:pt x="195929" y="218853"/>
                  </a:lnTo>
                  <a:lnTo>
                    <a:pt x="235114" y="220646"/>
                  </a:lnTo>
                  <a:lnTo>
                    <a:pt x="274300" y="222296"/>
                  </a:lnTo>
                  <a:lnTo>
                    <a:pt x="313486" y="223780"/>
                  </a:lnTo>
                  <a:lnTo>
                    <a:pt x="352672" y="225073"/>
                  </a:lnTo>
                  <a:lnTo>
                    <a:pt x="391858" y="226144"/>
                  </a:lnTo>
                  <a:lnTo>
                    <a:pt x="431043" y="226964"/>
                  </a:lnTo>
                  <a:lnTo>
                    <a:pt x="470229" y="227504"/>
                  </a:lnTo>
                  <a:lnTo>
                    <a:pt x="509415" y="227734"/>
                  </a:lnTo>
                  <a:lnTo>
                    <a:pt x="548601" y="227633"/>
                  </a:lnTo>
                  <a:lnTo>
                    <a:pt x="587787" y="227186"/>
                  </a:lnTo>
                  <a:lnTo>
                    <a:pt x="626972" y="226390"/>
                  </a:lnTo>
                  <a:lnTo>
                    <a:pt x="666158" y="225249"/>
                  </a:lnTo>
                  <a:lnTo>
                    <a:pt x="705344" y="223781"/>
                  </a:lnTo>
                  <a:lnTo>
                    <a:pt x="744530" y="222009"/>
                  </a:lnTo>
                  <a:lnTo>
                    <a:pt x="783716" y="219962"/>
                  </a:lnTo>
                  <a:lnTo>
                    <a:pt x="822901" y="217668"/>
                  </a:lnTo>
                  <a:lnTo>
                    <a:pt x="862087" y="215160"/>
                  </a:lnTo>
                  <a:lnTo>
                    <a:pt x="901273" y="212464"/>
                  </a:lnTo>
                  <a:lnTo>
                    <a:pt x="940459" y="209607"/>
                  </a:lnTo>
                  <a:lnTo>
                    <a:pt x="979645" y="206612"/>
                  </a:lnTo>
                  <a:lnTo>
                    <a:pt x="1018831" y="203497"/>
                  </a:lnTo>
                  <a:lnTo>
                    <a:pt x="1058016" y="200280"/>
                  </a:lnTo>
                  <a:lnTo>
                    <a:pt x="1097202" y="196975"/>
                  </a:lnTo>
                  <a:lnTo>
                    <a:pt x="1136388" y="193594"/>
                  </a:lnTo>
                  <a:lnTo>
                    <a:pt x="1175574" y="190148"/>
                  </a:lnTo>
                  <a:lnTo>
                    <a:pt x="1214760" y="186644"/>
                  </a:lnTo>
                  <a:lnTo>
                    <a:pt x="1253945" y="183091"/>
                  </a:lnTo>
                  <a:lnTo>
                    <a:pt x="1293131" y="179495"/>
                  </a:lnTo>
                  <a:lnTo>
                    <a:pt x="1332317" y="175861"/>
                  </a:lnTo>
                  <a:lnTo>
                    <a:pt x="1371503" y="172193"/>
                  </a:lnTo>
                  <a:lnTo>
                    <a:pt x="1410689" y="168495"/>
                  </a:lnTo>
                  <a:lnTo>
                    <a:pt x="1449874" y="164771"/>
                  </a:lnTo>
                  <a:lnTo>
                    <a:pt x="1489060" y="161024"/>
                  </a:lnTo>
                  <a:lnTo>
                    <a:pt x="1528246" y="157255"/>
                  </a:lnTo>
                  <a:lnTo>
                    <a:pt x="1567432" y="153468"/>
                  </a:lnTo>
                  <a:lnTo>
                    <a:pt x="1606618" y="149664"/>
                  </a:lnTo>
                  <a:lnTo>
                    <a:pt x="1645803" y="145844"/>
                  </a:lnTo>
                  <a:lnTo>
                    <a:pt x="1684989" y="142011"/>
                  </a:lnTo>
                  <a:lnTo>
                    <a:pt x="1724175" y="138165"/>
                  </a:lnTo>
                  <a:lnTo>
                    <a:pt x="1763361" y="134307"/>
                  </a:lnTo>
                  <a:lnTo>
                    <a:pt x="1802547" y="130439"/>
                  </a:lnTo>
                  <a:lnTo>
                    <a:pt x="1841733" y="126562"/>
                  </a:lnTo>
                  <a:lnTo>
                    <a:pt x="1880918" y="122675"/>
                  </a:lnTo>
                  <a:lnTo>
                    <a:pt x="1920104" y="118781"/>
                  </a:lnTo>
                  <a:lnTo>
                    <a:pt x="1959290" y="114879"/>
                  </a:lnTo>
                  <a:lnTo>
                    <a:pt x="1998476" y="110970"/>
                  </a:lnTo>
                  <a:lnTo>
                    <a:pt x="2037662" y="107055"/>
                  </a:lnTo>
                  <a:lnTo>
                    <a:pt x="2076847" y="103134"/>
                  </a:lnTo>
                  <a:lnTo>
                    <a:pt x="2116033" y="99208"/>
                  </a:lnTo>
                  <a:lnTo>
                    <a:pt x="2155219" y="95277"/>
                  </a:lnTo>
                  <a:lnTo>
                    <a:pt x="2194405" y="91341"/>
                  </a:lnTo>
                  <a:lnTo>
                    <a:pt x="2233591" y="87400"/>
                  </a:lnTo>
                  <a:lnTo>
                    <a:pt x="2272776" y="83455"/>
                  </a:lnTo>
                  <a:lnTo>
                    <a:pt x="2311962" y="79507"/>
                  </a:lnTo>
                  <a:lnTo>
                    <a:pt x="2351148" y="75555"/>
                  </a:lnTo>
                  <a:lnTo>
                    <a:pt x="2390334" y="71599"/>
                  </a:lnTo>
                  <a:lnTo>
                    <a:pt x="2429520" y="67641"/>
                  </a:lnTo>
                  <a:lnTo>
                    <a:pt x="2468705" y="63679"/>
                  </a:lnTo>
                  <a:lnTo>
                    <a:pt x="2507891" y="59715"/>
                  </a:lnTo>
                  <a:lnTo>
                    <a:pt x="2547077" y="55748"/>
                  </a:lnTo>
                  <a:lnTo>
                    <a:pt x="2586263" y="51778"/>
                  </a:lnTo>
                  <a:lnTo>
                    <a:pt x="2625449" y="47807"/>
                  </a:lnTo>
                  <a:lnTo>
                    <a:pt x="2664635" y="43832"/>
                  </a:lnTo>
                  <a:lnTo>
                    <a:pt x="2703820" y="39856"/>
                  </a:lnTo>
                  <a:lnTo>
                    <a:pt x="2743006" y="35878"/>
                  </a:lnTo>
                  <a:lnTo>
                    <a:pt x="2782192" y="31898"/>
                  </a:lnTo>
                  <a:lnTo>
                    <a:pt x="2821378" y="27916"/>
                  </a:lnTo>
                  <a:lnTo>
                    <a:pt x="2860564" y="23932"/>
                  </a:lnTo>
                  <a:lnTo>
                    <a:pt x="2899749" y="19947"/>
                  </a:lnTo>
                  <a:lnTo>
                    <a:pt x="2938935" y="15961"/>
                  </a:lnTo>
                  <a:lnTo>
                    <a:pt x="2978121" y="11972"/>
                  </a:lnTo>
                  <a:lnTo>
                    <a:pt x="3017307" y="7983"/>
                  </a:lnTo>
                  <a:lnTo>
                    <a:pt x="3056493" y="3992"/>
                  </a:lnTo>
                  <a:lnTo>
                    <a:pt x="3095678" y="0"/>
                  </a:lnTo>
                  <a:lnTo>
                    <a:pt x="3095678" y="446502"/>
                  </a:lnTo>
                  <a:lnTo>
                    <a:pt x="3056493" y="443688"/>
                  </a:lnTo>
                  <a:lnTo>
                    <a:pt x="3017307" y="440876"/>
                  </a:lnTo>
                  <a:lnTo>
                    <a:pt x="2978121" y="438065"/>
                  </a:lnTo>
                  <a:lnTo>
                    <a:pt x="2938935" y="435255"/>
                  </a:lnTo>
                  <a:lnTo>
                    <a:pt x="2899749" y="432447"/>
                  </a:lnTo>
                  <a:lnTo>
                    <a:pt x="2860564" y="429641"/>
                  </a:lnTo>
                  <a:lnTo>
                    <a:pt x="2821378" y="426836"/>
                  </a:lnTo>
                  <a:lnTo>
                    <a:pt x="2782192" y="424033"/>
                  </a:lnTo>
                  <a:lnTo>
                    <a:pt x="2743006" y="421231"/>
                  </a:lnTo>
                  <a:lnTo>
                    <a:pt x="2703820" y="418432"/>
                  </a:lnTo>
                  <a:lnTo>
                    <a:pt x="2664635" y="415634"/>
                  </a:lnTo>
                  <a:lnTo>
                    <a:pt x="2625449" y="412839"/>
                  </a:lnTo>
                  <a:lnTo>
                    <a:pt x="2586263" y="410045"/>
                  </a:lnTo>
                  <a:lnTo>
                    <a:pt x="2547077" y="407254"/>
                  </a:lnTo>
                  <a:lnTo>
                    <a:pt x="2507891" y="404466"/>
                  </a:lnTo>
                  <a:lnTo>
                    <a:pt x="2468705" y="401680"/>
                  </a:lnTo>
                  <a:lnTo>
                    <a:pt x="2429520" y="398897"/>
                  </a:lnTo>
                  <a:lnTo>
                    <a:pt x="2390334" y="396118"/>
                  </a:lnTo>
                  <a:lnTo>
                    <a:pt x="2351148" y="393341"/>
                  </a:lnTo>
                  <a:lnTo>
                    <a:pt x="2311962" y="390567"/>
                  </a:lnTo>
                  <a:lnTo>
                    <a:pt x="2272776" y="387798"/>
                  </a:lnTo>
                  <a:lnTo>
                    <a:pt x="2233591" y="385032"/>
                  </a:lnTo>
                  <a:lnTo>
                    <a:pt x="2194405" y="382270"/>
                  </a:lnTo>
                  <a:lnTo>
                    <a:pt x="2155219" y="379512"/>
                  </a:lnTo>
                  <a:lnTo>
                    <a:pt x="2116033" y="376759"/>
                  </a:lnTo>
                  <a:lnTo>
                    <a:pt x="2076847" y="374012"/>
                  </a:lnTo>
                  <a:lnTo>
                    <a:pt x="2037662" y="371270"/>
                  </a:lnTo>
                  <a:lnTo>
                    <a:pt x="1998476" y="368533"/>
                  </a:lnTo>
                  <a:lnTo>
                    <a:pt x="1959290" y="365803"/>
                  </a:lnTo>
                  <a:lnTo>
                    <a:pt x="1920104" y="363080"/>
                  </a:lnTo>
                  <a:lnTo>
                    <a:pt x="1880918" y="360364"/>
                  </a:lnTo>
                  <a:lnTo>
                    <a:pt x="1841733" y="357657"/>
                  </a:lnTo>
                  <a:lnTo>
                    <a:pt x="1802547" y="354958"/>
                  </a:lnTo>
                  <a:lnTo>
                    <a:pt x="1763361" y="352268"/>
                  </a:lnTo>
                  <a:lnTo>
                    <a:pt x="1724175" y="349589"/>
                  </a:lnTo>
                  <a:lnTo>
                    <a:pt x="1684989" y="346922"/>
                  </a:lnTo>
                  <a:lnTo>
                    <a:pt x="1645803" y="344267"/>
                  </a:lnTo>
                  <a:lnTo>
                    <a:pt x="1606618" y="341626"/>
                  </a:lnTo>
                  <a:lnTo>
                    <a:pt x="1567432" y="339001"/>
                  </a:lnTo>
                  <a:lnTo>
                    <a:pt x="1528246" y="336392"/>
                  </a:lnTo>
                  <a:lnTo>
                    <a:pt x="1489060" y="333802"/>
                  </a:lnTo>
                  <a:lnTo>
                    <a:pt x="1449874" y="331233"/>
                  </a:lnTo>
                  <a:lnTo>
                    <a:pt x="1410689" y="328688"/>
                  </a:lnTo>
                  <a:lnTo>
                    <a:pt x="1371503" y="326169"/>
                  </a:lnTo>
                  <a:lnTo>
                    <a:pt x="1332317" y="323680"/>
                  </a:lnTo>
                  <a:lnTo>
                    <a:pt x="1293131" y="321224"/>
                  </a:lnTo>
                  <a:lnTo>
                    <a:pt x="1253945" y="318806"/>
                  </a:lnTo>
                  <a:lnTo>
                    <a:pt x="1214760" y="316432"/>
                  </a:lnTo>
                  <a:lnTo>
                    <a:pt x="1175574" y="314108"/>
                  </a:lnTo>
                  <a:lnTo>
                    <a:pt x="1136388" y="311840"/>
                  </a:lnTo>
                  <a:lnTo>
                    <a:pt x="1097202" y="309638"/>
                  </a:lnTo>
                  <a:lnTo>
                    <a:pt x="1058016" y="307511"/>
                  </a:lnTo>
                  <a:lnTo>
                    <a:pt x="1018831" y="305473"/>
                  </a:lnTo>
                  <a:lnTo>
                    <a:pt x="979645" y="303537"/>
                  </a:lnTo>
                  <a:lnTo>
                    <a:pt x="940459" y="301720"/>
                  </a:lnTo>
                  <a:lnTo>
                    <a:pt x="901273" y="300042"/>
                  </a:lnTo>
                  <a:lnTo>
                    <a:pt x="862087" y="298525"/>
                  </a:lnTo>
                  <a:lnTo>
                    <a:pt x="822901" y="297195"/>
                  </a:lnTo>
                  <a:lnTo>
                    <a:pt x="783716" y="296080"/>
                  </a:lnTo>
                  <a:lnTo>
                    <a:pt x="744530" y="295211"/>
                  </a:lnTo>
                  <a:lnTo>
                    <a:pt x="705344" y="294618"/>
                  </a:lnTo>
                  <a:lnTo>
                    <a:pt x="666158" y="294328"/>
                  </a:lnTo>
                  <a:lnTo>
                    <a:pt x="626972" y="294367"/>
                  </a:lnTo>
                  <a:lnTo>
                    <a:pt x="587787" y="294749"/>
                  </a:lnTo>
                  <a:lnTo>
                    <a:pt x="548601" y="295481"/>
                  </a:lnTo>
                  <a:lnTo>
                    <a:pt x="509415" y="296558"/>
                  </a:lnTo>
                  <a:lnTo>
                    <a:pt x="470229" y="297967"/>
                  </a:lnTo>
                  <a:lnTo>
                    <a:pt x="431043" y="299685"/>
                  </a:lnTo>
                  <a:lnTo>
                    <a:pt x="391858" y="301684"/>
                  </a:lnTo>
                  <a:lnTo>
                    <a:pt x="352672" y="303934"/>
                  </a:lnTo>
                  <a:lnTo>
                    <a:pt x="313486" y="306405"/>
                  </a:lnTo>
                  <a:lnTo>
                    <a:pt x="274300" y="309068"/>
                  </a:lnTo>
                  <a:lnTo>
                    <a:pt x="235114" y="311897"/>
                  </a:lnTo>
                  <a:lnTo>
                    <a:pt x="195929" y="314869"/>
                  </a:lnTo>
                  <a:lnTo>
                    <a:pt x="156743" y="317963"/>
                  </a:lnTo>
                  <a:lnTo>
                    <a:pt x="117557" y="321162"/>
                  </a:lnTo>
                  <a:lnTo>
                    <a:pt x="78371" y="324452"/>
                  </a:lnTo>
                  <a:lnTo>
                    <a:pt x="39185" y="327819"/>
                  </a:lnTo>
                  <a:lnTo>
                    <a:pt x="0" y="331254"/>
                  </a:lnTo>
                  <a:close/>
                </a:path>
              </a:pathLst>
            </a:custGeom>
            <a:solidFill>
              <a:srgbClr val="0E5A78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1274" name="pl1273"/>
            <p:cNvSpPr/>
            <p:nvPr/>
          </p:nvSpPr>
          <p:spPr>
            <a:xfrm>
              <a:off x="4398458" y="6136887"/>
              <a:ext cx="3095678" cy="227734"/>
            </a:xfrm>
            <a:custGeom>
              <a:avLst/>
              <a:pathLst>
                <a:path w="3095678" h="227734">
                  <a:moveTo>
                    <a:pt x="0" y="208361"/>
                  </a:moveTo>
                  <a:lnTo>
                    <a:pt x="39185" y="210617"/>
                  </a:lnTo>
                  <a:lnTo>
                    <a:pt x="78371" y="212806"/>
                  </a:lnTo>
                  <a:lnTo>
                    <a:pt x="117557" y="214917"/>
                  </a:lnTo>
                  <a:lnTo>
                    <a:pt x="156743" y="216937"/>
                  </a:lnTo>
                  <a:lnTo>
                    <a:pt x="195929" y="218853"/>
                  </a:lnTo>
                  <a:lnTo>
                    <a:pt x="235114" y="220646"/>
                  </a:lnTo>
                  <a:lnTo>
                    <a:pt x="274300" y="222296"/>
                  </a:lnTo>
                  <a:lnTo>
                    <a:pt x="313486" y="223780"/>
                  </a:lnTo>
                  <a:lnTo>
                    <a:pt x="352672" y="225073"/>
                  </a:lnTo>
                  <a:lnTo>
                    <a:pt x="391858" y="226144"/>
                  </a:lnTo>
                  <a:lnTo>
                    <a:pt x="431043" y="226964"/>
                  </a:lnTo>
                  <a:lnTo>
                    <a:pt x="470229" y="227504"/>
                  </a:lnTo>
                  <a:lnTo>
                    <a:pt x="509415" y="227734"/>
                  </a:lnTo>
                  <a:lnTo>
                    <a:pt x="548601" y="227633"/>
                  </a:lnTo>
                  <a:lnTo>
                    <a:pt x="587787" y="227186"/>
                  </a:lnTo>
                  <a:lnTo>
                    <a:pt x="626972" y="226390"/>
                  </a:lnTo>
                  <a:lnTo>
                    <a:pt x="666158" y="225249"/>
                  </a:lnTo>
                  <a:lnTo>
                    <a:pt x="705344" y="223781"/>
                  </a:lnTo>
                  <a:lnTo>
                    <a:pt x="744530" y="222009"/>
                  </a:lnTo>
                  <a:lnTo>
                    <a:pt x="783716" y="219962"/>
                  </a:lnTo>
                  <a:lnTo>
                    <a:pt x="822901" y="217668"/>
                  </a:lnTo>
                  <a:lnTo>
                    <a:pt x="862087" y="215160"/>
                  </a:lnTo>
                  <a:lnTo>
                    <a:pt x="901273" y="212464"/>
                  </a:lnTo>
                  <a:lnTo>
                    <a:pt x="940459" y="209607"/>
                  </a:lnTo>
                  <a:lnTo>
                    <a:pt x="979645" y="206612"/>
                  </a:lnTo>
                  <a:lnTo>
                    <a:pt x="1018831" y="203497"/>
                  </a:lnTo>
                  <a:lnTo>
                    <a:pt x="1058016" y="200280"/>
                  </a:lnTo>
                  <a:lnTo>
                    <a:pt x="1097202" y="196975"/>
                  </a:lnTo>
                  <a:lnTo>
                    <a:pt x="1136388" y="193594"/>
                  </a:lnTo>
                  <a:lnTo>
                    <a:pt x="1175574" y="190148"/>
                  </a:lnTo>
                  <a:lnTo>
                    <a:pt x="1214760" y="186644"/>
                  </a:lnTo>
                  <a:lnTo>
                    <a:pt x="1253945" y="183091"/>
                  </a:lnTo>
                  <a:lnTo>
                    <a:pt x="1293131" y="179495"/>
                  </a:lnTo>
                  <a:lnTo>
                    <a:pt x="1332317" y="175861"/>
                  </a:lnTo>
                  <a:lnTo>
                    <a:pt x="1371503" y="172193"/>
                  </a:lnTo>
                  <a:lnTo>
                    <a:pt x="1410689" y="168495"/>
                  </a:lnTo>
                  <a:lnTo>
                    <a:pt x="1449874" y="164771"/>
                  </a:lnTo>
                  <a:lnTo>
                    <a:pt x="1489060" y="161024"/>
                  </a:lnTo>
                  <a:lnTo>
                    <a:pt x="1528246" y="157255"/>
                  </a:lnTo>
                  <a:lnTo>
                    <a:pt x="1567432" y="153468"/>
                  </a:lnTo>
                  <a:lnTo>
                    <a:pt x="1606618" y="149664"/>
                  </a:lnTo>
                  <a:lnTo>
                    <a:pt x="1645803" y="145844"/>
                  </a:lnTo>
                  <a:lnTo>
                    <a:pt x="1684989" y="142011"/>
                  </a:lnTo>
                  <a:lnTo>
                    <a:pt x="1724175" y="138165"/>
                  </a:lnTo>
                  <a:lnTo>
                    <a:pt x="1763361" y="134307"/>
                  </a:lnTo>
                  <a:lnTo>
                    <a:pt x="1802547" y="130439"/>
                  </a:lnTo>
                  <a:lnTo>
                    <a:pt x="1841733" y="126562"/>
                  </a:lnTo>
                  <a:lnTo>
                    <a:pt x="1880918" y="122675"/>
                  </a:lnTo>
                  <a:lnTo>
                    <a:pt x="1920104" y="118781"/>
                  </a:lnTo>
                  <a:lnTo>
                    <a:pt x="1959290" y="114879"/>
                  </a:lnTo>
                  <a:lnTo>
                    <a:pt x="1998476" y="110970"/>
                  </a:lnTo>
                  <a:lnTo>
                    <a:pt x="2037662" y="107055"/>
                  </a:lnTo>
                  <a:lnTo>
                    <a:pt x="2076847" y="103134"/>
                  </a:lnTo>
                  <a:lnTo>
                    <a:pt x="2116033" y="99208"/>
                  </a:lnTo>
                  <a:lnTo>
                    <a:pt x="2155219" y="95277"/>
                  </a:lnTo>
                  <a:lnTo>
                    <a:pt x="2194405" y="91341"/>
                  </a:lnTo>
                  <a:lnTo>
                    <a:pt x="2233591" y="87400"/>
                  </a:lnTo>
                  <a:lnTo>
                    <a:pt x="2272776" y="83455"/>
                  </a:lnTo>
                  <a:lnTo>
                    <a:pt x="2311962" y="79507"/>
                  </a:lnTo>
                  <a:lnTo>
                    <a:pt x="2351148" y="75555"/>
                  </a:lnTo>
                  <a:lnTo>
                    <a:pt x="2390334" y="71599"/>
                  </a:lnTo>
                  <a:lnTo>
                    <a:pt x="2429520" y="67641"/>
                  </a:lnTo>
                  <a:lnTo>
                    <a:pt x="2468705" y="63679"/>
                  </a:lnTo>
                  <a:lnTo>
                    <a:pt x="2507891" y="59715"/>
                  </a:lnTo>
                  <a:lnTo>
                    <a:pt x="2547077" y="55748"/>
                  </a:lnTo>
                  <a:lnTo>
                    <a:pt x="2586263" y="51778"/>
                  </a:lnTo>
                  <a:lnTo>
                    <a:pt x="2625449" y="47807"/>
                  </a:lnTo>
                  <a:lnTo>
                    <a:pt x="2664635" y="43832"/>
                  </a:lnTo>
                  <a:lnTo>
                    <a:pt x="2703820" y="39856"/>
                  </a:lnTo>
                  <a:lnTo>
                    <a:pt x="2743006" y="35878"/>
                  </a:lnTo>
                  <a:lnTo>
                    <a:pt x="2782192" y="31898"/>
                  </a:lnTo>
                  <a:lnTo>
                    <a:pt x="2821378" y="27916"/>
                  </a:lnTo>
                  <a:lnTo>
                    <a:pt x="2860564" y="23932"/>
                  </a:lnTo>
                  <a:lnTo>
                    <a:pt x="2899749" y="19947"/>
                  </a:lnTo>
                  <a:lnTo>
                    <a:pt x="2938935" y="15961"/>
                  </a:lnTo>
                  <a:lnTo>
                    <a:pt x="2978121" y="11972"/>
                  </a:lnTo>
                  <a:lnTo>
                    <a:pt x="3017307" y="7983"/>
                  </a:lnTo>
                  <a:lnTo>
                    <a:pt x="3056493" y="3992"/>
                  </a:lnTo>
                  <a:lnTo>
                    <a:pt x="309567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75" name="pl1274"/>
            <p:cNvSpPr/>
            <p:nvPr/>
          </p:nvSpPr>
          <p:spPr>
            <a:xfrm>
              <a:off x="4398458" y="6431216"/>
              <a:ext cx="3095678" cy="152173"/>
            </a:xfrm>
            <a:custGeom>
              <a:avLst/>
              <a:pathLst>
                <a:path w="3095678" h="152173">
                  <a:moveTo>
                    <a:pt x="3095678" y="152173"/>
                  </a:moveTo>
                  <a:lnTo>
                    <a:pt x="3056493" y="149360"/>
                  </a:lnTo>
                  <a:lnTo>
                    <a:pt x="3017307" y="146547"/>
                  </a:lnTo>
                  <a:lnTo>
                    <a:pt x="2978121" y="143736"/>
                  </a:lnTo>
                  <a:lnTo>
                    <a:pt x="2938935" y="140927"/>
                  </a:lnTo>
                  <a:lnTo>
                    <a:pt x="2899749" y="138119"/>
                  </a:lnTo>
                  <a:lnTo>
                    <a:pt x="2860564" y="135312"/>
                  </a:lnTo>
                  <a:lnTo>
                    <a:pt x="2821378" y="132507"/>
                  </a:lnTo>
                  <a:lnTo>
                    <a:pt x="2782192" y="129704"/>
                  </a:lnTo>
                  <a:lnTo>
                    <a:pt x="2743006" y="126902"/>
                  </a:lnTo>
                  <a:lnTo>
                    <a:pt x="2703820" y="124103"/>
                  </a:lnTo>
                  <a:lnTo>
                    <a:pt x="2664635" y="121305"/>
                  </a:lnTo>
                  <a:lnTo>
                    <a:pt x="2625449" y="118510"/>
                  </a:lnTo>
                  <a:lnTo>
                    <a:pt x="2586263" y="115717"/>
                  </a:lnTo>
                  <a:lnTo>
                    <a:pt x="2547077" y="112926"/>
                  </a:lnTo>
                  <a:lnTo>
                    <a:pt x="2507891" y="110137"/>
                  </a:lnTo>
                  <a:lnTo>
                    <a:pt x="2468705" y="107352"/>
                  </a:lnTo>
                  <a:lnTo>
                    <a:pt x="2429520" y="104569"/>
                  </a:lnTo>
                  <a:lnTo>
                    <a:pt x="2390334" y="101789"/>
                  </a:lnTo>
                  <a:lnTo>
                    <a:pt x="2351148" y="99012"/>
                  </a:lnTo>
                  <a:lnTo>
                    <a:pt x="2311962" y="96239"/>
                  </a:lnTo>
                  <a:lnTo>
                    <a:pt x="2272776" y="93469"/>
                  </a:lnTo>
                  <a:lnTo>
                    <a:pt x="2233591" y="90703"/>
                  </a:lnTo>
                  <a:lnTo>
                    <a:pt x="2194405" y="87941"/>
                  </a:lnTo>
                  <a:lnTo>
                    <a:pt x="2155219" y="85184"/>
                  </a:lnTo>
                  <a:lnTo>
                    <a:pt x="2116033" y="82431"/>
                  </a:lnTo>
                  <a:lnTo>
                    <a:pt x="2076847" y="79683"/>
                  </a:lnTo>
                  <a:lnTo>
                    <a:pt x="2037662" y="76941"/>
                  </a:lnTo>
                  <a:lnTo>
                    <a:pt x="1998476" y="74205"/>
                  </a:lnTo>
                  <a:lnTo>
                    <a:pt x="1959290" y="71474"/>
                  </a:lnTo>
                  <a:lnTo>
                    <a:pt x="1920104" y="68751"/>
                  </a:lnTo>
                  <a:lnTo>
                    <a:pt x="1880918" y="66036"/>
                  </a:lnTo>
                  <a:lnTo>
                    <a:pt x="1841733" y="63328"/>
                  </a:lnTo>
                  <a:lnTo>
                    <a:pt x="1802547" y="60629"/>
                  </a:lnTo>
                  <a:lnTo>
                    <a:pt x="1763361" y="57940"/>
                  </a:lnTo>
                  <a:lnTo>
                    <a:pt x="1724175" y="55261"/>
                  </a:lnTo>
                  <a:lnTo>
                    <a:pt x="1684989" y="52593"/>
                  </a:lnTo>
                  <a:lnTo>
                    <a:pt x="1645803" y="49939"/>
                  </a:lnTo>
                  <a:lnTo>
                    <a:pt x="1606618" y="47298"/>
                  </a:lnTo>
                  <a:lnTo>
                    <a:pt x="1567432" y="44672"/>
                  </a:lnTo>
                  <a:lnTo>
                    <a:pt x="1528246" y="42063"/>
                  </a:lnTo>
                  <a:lnTo>
                    <a:pt x="1489060" y="39473"/>
                  </a:lnTo>
                  <a:lnTo>
                    <a:pt x="1449874" y="36905"/>
                  </a:lnTo>
                  <a:lnTo>
                    <a:pt x="1410689" y="34359"/>
                  </a:lnTo>
                  <a:lnTo>
                    <a:pt x="1371503" y="31840"/>
                  </a:lnTo>
                  <a:lnTo>
                    <a:pt x="1332317" y="29351"/>
                  </a:lnTo>
                  <a:lnTo>
                    <a:pt x="1293131" y="26895"/>
                  </a:lnTo>
                  <a:lnTo>
                    <a:pt x="1253945" y="24478"/>
                  </a:lnTo>
                  <a:lnTo>
                    <a:pt x="1214760" y="22104"/>
                  </a:lnTo>
                  <a:lnTo>
                    <a:pt x="1175574" y="19779"/>
                  </a:lnTo>
                  <a:lnTo>
                    <a:pt x="1136388" y="17511"/>
                  </a:lnTo>
                  <a:lnTo>
                    <a:pt x="1097202" y="15309"/>
                  </a:lnTo>
                  <a:lnTo>
                    <a:pt x="1058016" y="13183"/>
                  </a:lnTo>
                  <a:lnTo>
                    <a:pt x="1018831" y="11144"/>
                  </a:lnTo>
                  <a:lnTo>
                    <a:pt x="979645" y="9208"/>
                  </a:lnTo>
                  <a:lnTo>
                    <a:pt x="940459" y="7391"/>
                  </a:lnTo>
                  <a:lnTo>
                    <a:pt x="901273" y="5713"/>
                  </a:lnTo>
                  <a:lnTo>
                    <a:pt x="862087" y="4196"/>
                  </a:lnTo>
                  <a:lnTo>
                    <a:pt x="822901" y="2866"/>
                  </a:lnTo>
                  <a:lnTo>
                    <a:pt x="783716" y="1751"/>
                  </a:lnTo>
                  <a:lnTo>
                    <a:pt x="744530" y="882"/>
                  </a:lnTo>
                  <a:lnTo>
                    <a:pt x="705344" y="289"/>
                  </a:lnTo>
                  <a:lnTo>
                    <a:pt x="666158" y="0"/>
                  </a:lnTo>
                  <a:lnTo>
                    <a:pt x="626972" y="38"/>
                  </a:lnTo>
                  <a:lnTo>
                    <a:pt x="587787" y="420"/>
                  </a:lnTo>
                  <a:lnTo>
                    <a:pt x="548601" y="1152"/>
                  </a:lnTo>
                  <a:lnTo>
                    <a:pt x="509415" y="2230"/>
                  </a:lnTo>
                  <a:lnTo>
                    <a:pt x="470229" y="3639"/>
                  </a:lnTo>
                  <a:lnTo>
                    <a:pt x="431043" y="5356"/>
                  </a:lnTo>
                  <a:lnTo>
                    <a:pt x="391858" y="7355"/>
                  </a:lnTo>
                  <a:lnTo>
                    <a:pt x="352672" y="9606"/>
                  </a:lnTo>
                  <a:lnTo>
                    <a:pt x="313486" y="12077"/>
                  </a:lnTo>
                  <a:lnTo>
                    <a:pt x="274300" y="14740"/>
                  </a:lnTo>
                  <a:lnTo>
                    <a:pt x="235114" y="17568"/>
                  </a:lnTo>
                  <a:lnTo>
                    <a:pt x="195929" y="20540"/>
                  </a:lnTo>
                  <a:lnTo>
                    <a:pt x="156743" y="23634"/>
                  </a:lnTo>
                  <a:lnTo>
                    <a:pt x="117557" y="26833"/>
                  </a:lnTo>
                  <a:lnTo>
                    <a:pt x="78371" y="30123"/>
                  </a:lnTo>
                  <a:lnTo>
                    <a:pt x="39185" y="33491"/>
                  </a:lnTo>
                  <a:lnTo>
                    <a:pt x="0" y="369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76" name="pl1275"/>
            <p:cNvSpPr/>
            <p:nvPr/>
          </p:nvSpPr>
          <p:spPr>
            <a:xfrm>
              <a:off x="4398458" y="6360138"/>
              <a:ext cx="3095678" cy="46556"/>
            </a:xfrm>
            <a:custGeom>
              <a:avLst/>
              <a:pathLst>
                <a:path w="3095678" h="46556">
                  <a:moveTo>
                    <a:pt x="0" y="46556"/>
                  </a:moveTo>
                  <a:lnTo>
                    <a:pt x="39185" y="45967"/>
                  </a:lnTo>
                  <a:lnTo>
                    <a:pt x="78371" y="45378"/>
                  </a:lnTo>
                  <a:lnTo>
                    <a:pt x="117557" y="44788"/>
                  </a:lnTo>
                  <a:lnTo>
                    <a:pt x="156743" y="44199"/>
                  </a:lnTo>
                  <a:lnTo>
                    <a:pt x="195929" y="43610"/>
                  </a:lnTo>
                  <a:lnTo>
                    <a:pt x="235114" y="43020"/>
                  </a:lnTo>
                  <a:lnTo>
                    <a:pt x="274300" y="42431"/>
                  </a:lnTo>
                  <a:lnTo>
                    <a:pt x="313486" y="41842"/>
                  </a:lnTo>
                  <a:lnTo>
                    <a:pt x="352672" y="41252"/>
                  </a:lnTo>
                  <a:lnTo>
                    <a:pt x="391858" y="40663"/>
                  </a:lnTo>
                  <a:lnTo>
                    <a:pt x="431043" y="40074"/>
                  </a:lnTo>
                  <a:lnTo>
                    <a:pt x="470229" y="39484"/>
                  </a:lnTo>
                  <a:lnTo>
                    <a:pt x="509415" y="38895"/>
                  </a:lnTo>
                  <a:lnTo>
                    <a:pt x="548601" y="38306"/>
                  </a:lnTo>
                  <a:lnTo>
                    <a:pt x="587787" y="37716"/>
                  </a:lnTo>
                  <a:lnTo>
                    <a:pt x="626972" y="37127"/>
                  </a:lnTo>
                  <a:lnTo>
                    <a:pt x="666158" y="36538"/>
                  </a:lnTo>
                  <a:lnTo>
                    <a:pt x="705344" y="35948"/>
                  </a:lnTo>
                  <a:lnTo>
                    <a:pt x="744530" y="35359"/>
                  </a:lnTo>
                  <a:lnTo>
                    <a:pt x="783716" y="34770"/>
                  </a:lnTo>
                  <a:lnTo>
                    <a:pt x="822901" y="34180"/>
                  </a:lnTo>
                  <a:lnTo>
                    <a:pt x="862087" y="33591"/>
                  </a:lnTo>
                  <a:lnTo>
                    <a:pt x="901273" y="33002"/>
                  </a:lnTo>
                  <a:lnTo>
                    <a:pt x="940459" y="32412"/>
                  </a:lnTo>
                  <a:lnTo>
                    <a:pt x="979645" y="31823"/>
                  </a:lnTo>
                  <a:lnTo>
                    <a:pt x="1018831" y="31234"/>
                  </a:lnTo>
                  <a:lnTo>
                    <a:pt x="1058016" y="30644"/>
                  </a:lnTo>
                  <a:lnTo>
                    <a:pt x="1097202" y="30055"/>
                  </a:lnTo>
                  <a:lnTo>
                    <a:pt x="1136388" y="29466"/>
                  </a:lnTo>
                  <a:lnTo>
                    <a:pt x="1175574" y="28876"/>
                  </a:lnTo>
                  <a:lnTo>
                    <a:pt x="1214760" y="28287"/>
                  </a:lnTo>
                  <a:lnTo>
                    <a:pt x="1253945" y="27698"/>
                  </a:lnTo>
                  <a:lnTo>
                    <a:pt x="1293131" y="27108"/>
                  </a:lnTo>
                  <a:lnTo>
                    <a:pt x="1332317" y="26519"/>
                  </a:lnTo>
                  <a:lnTo>
                    <a:pt x="1371503" y="25930"/>
                  </a:lnTo>
                  <a:lnTo>
                    <a:pt x="1410689" y="25341"/>
                  </a:lnTo>
                  <a:lnTo>
                    <a:pt x="1449874" y="24751"/>
                  </a:lnTo>
                  <a:lnTo>
                    <a:pt x="1489060" y="24162"/>
                  </a:lnTo>
                  <a:lnTo>
                    <a:pt x="1528246" y="23573"/>
                  </a:lnTo>
                  <a:lnTo>
                    <a:pt x="1567432" y="22983"/>
                  </a:lnTo>
                  <a:lnTo>
                    <a:pt x="1606618" y="22394"/>
                  </a:lnTo>
                  <a:lnTo>
                    <a:pt x="1645803" y="21805"/>
                  </a:lnTo>
                  <a:lnTo>
                    <a:pt x="1684989" y="21215"/>
                  </a:lnTo>
                  <a:lnTo>
                    <a:pt x="1724175" y="20626"/>
                  </a:lnTo>
                  <a:lnTo>
                    <a:pt x="1763361" y="20037"/>
                  </a:lnTo>
                  <a:lnTo>
                    <a:pt x="1802547" y="19447"/>
                  </a:lnTo>
                  <a:lnTo>
                    <a:pt x="1841733" y="18858"/>
                  </a:lnTo>
                  <a:lnTo>
                    <a:pt x="1880918" y="18269"/>
                  </a:lnTo>
                  <a:lnTo>
                    <a:pt x="1920104" y="17679"/>
                  </a:lnTo>
                  <a:lnTo>
                    <a:pt x="1959290" y="17090"/>
                  </a:lnTo>
                  <a:lnTo>
                    <a:pt x="1998476" y="16501"/>
                  </a:lnTo>
                  <a:lnTo>
                    <a:pt x="2037662" y="15911"/>
                  </a:lnTo>
                  <a:lnTo>
                    <a:pt x="2076847" y="15322"/>
                  </a:lnTo>
                  <a:lnTo>
                    <a:pt x="2116033" y="14733"/>
                  </a:lnTo>
                  <a:lnTo>
                    <a:pt x="2155219" y="14143"/>
                  </a:lnTo>
                  <a:lnTo>
                    <a:pt x="2194405" y="13554"/>
                  </a:lnTo>
                  <a:lnTo>
                    <a:pt x="2233591" y="12965"/>
                  </a:lnTo>
                  <a:lnTo>
                    <a:pt x="2272776" y="12375"/>
                  </a:lnTo>
                  <a:lnTo>
                    <a:pt x="2311962" y="11786"/>
                  </a:lnTo>
                  <a:lnTo>
                    <a:pt x="2351148" y="11197"/>
                  </a:lnTo>
                  <a:lnTo>
                    <a:pt x="2390334" y="10607"/>
                  </a:lnTo>
                  <a:lnTo>
                    <a:pt x="2429520" y="10018"/>
                  </a:lnTo>
                  <a:lnTo>
                    <a:pt x="2468705" y="9429"/>
                  </a:lnTo>
                  <a:lnTo>
                    <a:pt x="2507891" y="8839"/>
                  </a:lnTo>
                  <a:lnTo>
                    <a:pt x="2547077" y="8250"/>
                  </a:lnTo>
                  <a:lnTo>
                    <a:pt x="2586263" y="7661"/>
                  </a:lnTo>
                  <a:lnTo>
                    <a:pt x="2625449" y="7071"/>
                  </a:lnTo>
                  <a:lnTo>
                    <a:pt x="2664635" y="6482"/>
                  </a:lnTo>
                  <a:lnTo>
                    <a:pt x="2703820" y="5893"/>
                  </a:lnTo>
                  <a:lnTo>
                    <a:pt x="2743006" y="5303"/>
                  </a:lnTo>
                  <a:lnTo>
                    <a:pt x="2782192" y="4714"/>
                  </a:lnTo>
                  <a:lnTo>
                    <a:pt x="2821378" y="4125"/>
                  </a:lnTo>
                  <a:lnTo>
                    <a:pt x="2860564" y="3535"/>
                  </a:lnTo>
                  <a:lnTo>
                    <a:pt x="2899749" y="2946"/>
                  </a:lnTo>
                  <a:lnTo>
                    <a:pt x="2938935" y="2357"/>
                  </a:lnTo>
                  <a:lnTo>
                    <a:pt x="2978121" y="1767"/>
                  </a:lnTo>
                  <a:lnTo>
                    <a:pt x="3017307" y="1178"/>
                  </a:lnTo>
                  <a:lnTo>
                    <a:pt x="3056493" y="589"/>
                  </a:lnTo>
                  <a:lnTo>
                    <a:pt x="3095678" y="0"/>
                  </a:lnTo>
                </a:path>
              </a:pathLst>
            </a:custGeom>
            <a:ln w="16260" cap="flat">
              <a:solidFill>
                <a:srgbClr val="2A2A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l1276"/>
            <p:cNvSpPr/>
            <p:nvPr/>
          </p:nvSpPr>
          <p:spPr>
            <a:xfrm>
              <a:off x="7715347" y="3437339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l1277"/>
            <p:cNvSpPr/>
            <p:nvPr/>
          </p:nvSpPr>
          <p:spPr>
            <a:xfrm>
              <a:off x="7715347" y="3119752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l1278"/>
            <p:cNvSpPr/>
            <p:nvPr/>
          </p:nvSpPr>
          <p:spPr>
            <a:xfrm>
              <a:off x="7715347" y="2802165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l1279"/>
            <p:cNvSpPr/>
            <p:nvPr/>
          </p:nvSpPr>
          <p:spPr>
            <a:xfrm>
              <a:off x="7715347" y="2484578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l1280"/>
            <p:cNvSpPr/>
            <p:nvPr/>
          </p:nvSpPr>
          <p:spPr>
            <a:xfrm>
              <a:off x="7715347" y="2166991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l1281"/>
            <p:cNvSpPr/>
            <p:nvPr/>
          </p:nvSpPr>
          <p:spPr>
            <a:xfrm>
              <a:off x="8350380" y="2123142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l1282"/>
            <p:cNvSpPr/>
            <p:nvPr/>
          </p:nvSpPr>
          <p:spPr>
            <a:xfrm>
              <a:off x="9010512" y="2123142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l1283"/>
            <p:cNvSpPr/>
            <p:nvPr/>
          </p:nvSpPr>
          <p:spPr>
            <a:xfrm>
              <a:off x="9670645" y="2123142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l1284"/>
            <p:cNvSpPr/>
            <p:nvPr/>
          </p:nvSpPr>
          <p:spPr>
            <a:xfrm>
              <a:off x="10330778" y="2123142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l1285"/>
            <p:cNvSpPr/>
            <p:nvPr/>
          </p:nvSpPr>
          <p:spPr>
            <a:xfrm>
              <a:off x="10990910" y="2123142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l1286"/>
            <p:cNvSpPr/>
            <p:nvPr/>
          </p:nvSpPr>
          <p:spPr>
            <a:xfrm>
              <a:off x="7715347" y="3437339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12934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88" name="pt1287"/>
            <p:cNvSpPr/>
            <p:nvPr/>
          </p:nvSpPr>
          <p:spPr>
            <a:xfrm>
              <a:off x="7849575" y="254440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8"/>
            <p:cNvSpPr/>
            <p:nvPr/>
          </p:nvSpPr>
          <p:spPr>
            <a:xfrm>
              <a:off x="10610586" y="256775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89"/>
            <p:cNvSpPr/>
            <p:nvPr/>
          </p:nvSpPr>
          <p:spPr>
            <a:xfrm>
              <a:off x="10610586" y="297098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0"/>
            <p:cNvSpPr/>
            <p:nvPr/>
          </p:nvSpPr>
          <p:spPr>
            <a:xfrm>
              <a:off x="10610586" y="256976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1"/>
            <p:cNvSpPr/>
            <p:nvPr/>
          </p:nvSpPr>
          <p:spPr>
            <a:xfrm>
              <a:off x="10610586" y="265278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2"/>
            <p:cNvSpPr/>
            <p:nvPr/>
          </p:nvSpPr>
          <p:spPr>
            <a:xfrm>
              <a:off x="9807383" y="27464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3"/>
            <p:cNvSpPr/>
            <p:nvPr/>
          </p:nvSpPr>
          <p:spPr>
            <a:xfrm>
              <a:off x="7849575" y="250049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4"/>
            <p:cNvSpPr/>
            <p:nvPr/>
          </p:nvSpPr>
          <p:spPr>
            <a:xfrm>
              <a:off x="9999817" y="290590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5"/>
            <p:cNvSpPr/>
            <p:nvPr/>
          </p:nvSpPr>
          <p:spPr>
            <a:xfrm>
              <a:off x="7849575" y="29134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6"/>
            <p:cNvSpPr/>
            <p:nvPr/>
          </p:nvSpPr>
          <p:spPr>
            <a:xfrm>
              <a:off x="7849575" y="245351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7"/>
            <p:cNvSpPr/>
            <p:nvPr/>
          </p:nvSpPr>
          <p:spPr>
            <a:xfrm>
              <a:off x="9807383" y="230460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8"/>
            <p:cNvSpPr/>
            <p:nvPr/>
          </p:nvSpPr>
          <p:spPr>
            <a:xfrm>
              <a:off x="10811387" y="249133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299"/>
            <p:cNvSpPr/>
            <p:nvPr/>
          </p:nvSpPr>
          <p:spPr>
            <a:xfrm>
              <a:off x="9807383" y="241970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0"/>
            <p:cNvSpPr/>
            <p:nvPr/>
          </p:nvSpPr>
          <p:spPr>
            <a:xfrm>
              <a:off x="9807383" y="315701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1"/>
            <p:cNvSpPr/>
            <p:nvPr/>
          </p:nvSpPr>
          <p:spPr>
            <a:xfrm>
              <a:off x="9999817" y="285327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2"/>
            <p:cNvSpPr/>
            <p:nvPr/>
          </p:nvSpPr>
          <p:spPr>
            <a:xfrm>
              <a:off x="9999817" y="276648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3"/>
            <p:cNvSpPr/>
            <p:nvPr/>
          </p:nvSpPr>
          <p:spPr>
            <a:xfrm>
              <a:off x="10811387" y="280358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4"/>
            <p:cNvSpPr/>
            <p:nvPr/>
          </p:nvSpPr>
          <p:spPr>
            <a:xfrm>
              <a:off x="9999817" y="269046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5"/>
            <p:cNvSpPr/>
            <p:nvPr/>
          </p:nvSpPr>
          <p:spPr>
            <a:xfrm>
              <a:off x="10811387" y="25653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6"/>
            <p:cNvSpPr/>
            <p:nvPr/>
          </p:nvSpPr>
          <p:spPr>
            <a:xfrm>
              <a:off x="10811387" y="262271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7"/>
            <p:cNvSpPr/>
            <p:nvPr/>
          </p:nvSpPr>
          <p:spPr>
            <a:xfrm>
              <a:off x="10869954" y="269477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8"/>
            <p:cNvSpPr/>
            <p:nvPr/>
          </p:nvSpPr>
          <p:spPr>
            <a:xfrm>
              <a:off x="7849575" y="316842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09"/>
            <p:cNvSpPr/>
            <p:nvPr/>
          </p:nvSpPr>
          <p:spPr>
            <a:xfrm>
              <a:off x="7849575" y="310902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0"/>
            <p:cNvSpPr/>
            <p:nvPr/>
          </p:nvSpPr>
          <p:spPr>
            <a:xfrm>
              <a:off x="7849575" y="284827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1"/>
            <p:cNvSpPr/>
            <p:nvPr/>
          </p:nvSpPr>
          <p:spPr>
            <a:xfrm>
              <a:off x="7849575" y="255379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2"/>
            <p:cNvSpPr/>
            <p:nvPr/>
          </p:nvSpPr>
          <p:spPr>
            <a:xfrm>
              <a:off x="7849575" y="258577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3"/>
            <p:cNvSpPr/>
            <p:nvPr/>
          </p:nvSpPr>
          <p:spPr>
            <a:xfrm>
              <a:off x="7849575" y="304096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4"/>
            <p:cNvSpPr/>
            <p:nvPr/>
          </p:nvSpPr>
          <p:spPr>
            <a:xfrm>
              <a:off x="7849575" y="262309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5"/>
            <p:cNvSpPr/>
            <p:nvPr/>
          </p:nvSpPr>
          <p:spPr>
            <a:xfrm>
              <a:off x="7849575" y="296669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6"/>
            <p:cNvSpPr/>
            <p:nvPr/>
          </p:nvSpPr>
          <p:spPr>
            <a:xfrm>
              <a:off x="10610586" y="300280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7"/>
            <p:cNvSpPr/>
            <p:nvPr/>
          </p:nvSpPr>
          <p:spPr>
            <a:xfrm>
              <a:off x="9999817" y="274677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8"/>
            <p:cNvSpPr/>
            <p:nvPr/>
          </p:nvSpPr>
          <p:spPr>
            <a:xfrm>
              <a:off x="9999817" y="252681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19"/>
            <p:cNvSpPr/>
            <p:nvPr/>
          </p:nvSpPr>
          <p:spPr>
            <a:xfrm>
              <a:off x="9999817" y="296873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0"/>
            <p:cNvSpPr/>
            <p:nvPr/>
          </p:nvSpPr>
          <p:spPr>
            <a:xfrm>
              <a:off x="9807383" y="294417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1"/>
            <p:cNvSpPr/>
            <p:nvPr/>
          </p:nvSpPr>
          <p:spPr>
            <a:xfrm>
              <a:off x="10811387" y="276516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2"/>
            <p:cNvSpPr/>
            <p:nvPr/>
          </p:nvSpPr>
          <p:spPr>
            <a:xfrm>
              <a:off x="10811387" y="298065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3"/>
            <p:cNvSpPr/>
            <p:nvPr/>
          </p:nvSpPr>
          <p:spPr>
            <a:xfrm>
              <a:off x="10811387" y="266608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4"/>
            <p:cNvSpPr/>
            <p:nvPr/>
          </p:nvSpPr>
          <p:spPr>
            <a:xfrm>
              <a:off x="9807383" y="272703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5"/>
            <p:cNvSpPr/>
            <p:nvPr/>
          </p:nvSpPr>
          <p:spPr>
            <a:xfrm>
              <a:off x="9807383" y="304323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6"/>
            <p:cNvSpPr/>
            <p:nvPr/>
          </p:nvSpPr>
          <p:spPr>
            <a:xfrm>
              <a:off x="10610586" y="284512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7"/>
            <p:cNvSpPr/>
            <p:nvPr/>
          </p:nvSpPr>
          <p:spPr>
            <a:xfrm>
              <a:off x="10610586" y="26160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8"/>
            <p:cNvSpPr/>
            <p:nvPr/>
          </p:nvSpPr>
          <p:spPr>
            <a:xfrm>
              <a:off x="9999817" y="282331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29"/>
            <p:cNvSpPr/>
            <p:nvPr/>
          </p:nvSpPr>
          <p:spPr>
            <a:xfrm>
              <a:off x="10451619" y="296460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0"/>
            <p:cNvSpPr/>
            <p:nvPr/>
          </p:nvSpPr>
          <p:spPr>
            <a:xfrm>
              <a:off x="7849575" y="299989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1"/>
            <p:cNvSpPr/>
            <p:nvPr/>
          </p:nvSpPr>
          <p:spPr>
            <a:xfrm>
              <a:off x="9999817" y="256665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2"/>
            <p:cNvSpPr/>
            <p:nvPr/>
          </p:nvSpPr>
          <p:spPr>
            <a:xfrm>
              <a:off x="9807383" y="326671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3"/>
            <p:cNvSpPr/>
            <p:nvPr/>
          </p:nvSpPr>
          <p:spPr>
            <a:xfrm>
              <a:off x="9999817" y="283210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4"/>
            <p:cNvSpPr/>
            <p:nvPr/>
          </p:nvSpPr>
          <p:spPr>
            <a:xfrm>
              <a:off x="9999817" y="273718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5"/>
            <p:cNvSpPr/>
            <p:nvPr/>
          </p:nvSpPr>
          <p:spPr>
            <a:xfrm>
              <a:off x="9999817" y="236431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6"/>
            <p:cNvSpPr/>
            <p:nvPr/>
          </p:nvSpPr>
          <p:spPr>
            <a:xfrm>
              <a:off x="10451619" y="274986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7"/>
            <p:cNvSpPr/>
            <p:nvPr/>
          </p:nvSpPr>
          <p:spPr>
            <a:xfrm>
              <a:off x="9807383" y="26355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8"/>
            <p:cNvSpPr/>
            <p:nvPr/>
          </p:nvSpPr>
          <p:spPr>
            <a:xfrm>
              <a:off x="9999817" y="307695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39"/>
            <p:cNvSpPr/>
            <p:nvPr/>
          </p:nvSpPr>
          <p:spPr>
            <a:xfrm>
              <a:off x="10610586" y="256822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0"/>
            <p:cNvSpPr/>
            <p:nvPr/>
          </p:nvSpPr>
          <p:spPr>
            <a:xfrm>
              <a:off x="10610586" y="279793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1"/>
            <p:cNvSpPr/>
            <p:nvPr/>
          </p:nvSpPr>
          <p:spPr>
            <a:xfrm>
              <a:off x="7849575" y="307200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2"/>
            <p:cNvSpPr/>
            <p:nvPr/>
          </p:nvSpPr>
          <p:spPr>
            <a:xfrm>
              <a:off x="10451619" y="297462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3"/>
            <p:cNvSpPr/>
            <p:nvPr/>
          </p:nvSpPr>
          <p:spPr>
            <a:xfrm>
              <a:off x="10451619" y="270840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4"/>
            <p:cNvSpPr/>
            <p:nvPr/>
          </p:nvSpPr>
          <p:spPr>
            <a:xfrm>
              <a:off x="7849575" y="277030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t1345"/>
            <p:cNvSpPr/>
            <p:nvPr/>
          </p:nvSpPr>
          <p:spPr>
            <a:xfrm>
              <a:off x="9807383" y="307826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t1346"/>
            <p:cNvSpPr/>
            <p:nvPr/>
          </p:nvSpPr>
          <p:spPr>
            <a:xfrm>
              <a:off x="9807383" y="271596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t1347"/>
            <p:cNvSpPr/>
            <p:nvPr/>
          </p:nvSpPr>
          <p:spPr>
            <a:xfrm>
              <a:off x="9807383" y="295819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t1348"/>
            <p:cNvSpPr/>
            <p:nvPr/>
          </p:nvSpPr>
          <p:spPr>
            <a:xfrm>
              <a:off x="7849575" y="234780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t1349"/>
            <p:cNvSpPr/>
            <p:nvPr/>
          </p:nvSpPr>
          <p:spPr>
            <a:xfrm>
              <a:off x="7849575" y="249429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t1350"/>
            <p:cNvSpPr/>
            <p:nvPr/>
          </p:nvSpPr>
          <p:spPr>
            <a:xfrm>
              <a:off x="9807383" y="319989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t1351"/>
            <p:cNvSpPr/>
            <p:nvPr/>
          </p:nvSpPr>
          <p:spPr>
            <a:xfrm>
              <a:off x="7849575" y="297250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t1352"/>
            <p:cNvSpPr/>
            <p:nvPr/>
          </p:nvSpPr>
          <p:spPr>
            <a:xfrm>
              <a:off x="9807383" y="280785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t1353"/>
            <p:cNvSpPr/>
            <p:nvPr/>
          </p:nvSpPr>
          <p:spPr>
            <a:xfrm>
              <a:off x="7849575" y="312042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t1354"/>
            <p:cNvSpPr/>
            <p:nvPr/>
          </p:nvSpPr>
          <p:spPr>
            <a:xfrm>
              <a:off x="9807383" y="269842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t1355"/>
            <p:cNvSpPr/>
            <p:nvPr/>
          </p:nvSpPr>
          <p:spPr>
            <a:xfrm>
              <a:off x="9807383" y="296720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t1356"/>
            <p:cNvSpPr/>
            <p:nvPr/>
          </p:nvSpPr>
          <p:spPr>
            <a:xfrm>
              <a:off x="7849575" y="315337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t1357"/>
            <p:cNvSpPr/>
            <p:nvPr/>
          </p:nvSpPr>
          <p:spPr>
            <a:xfrm>
              <a:off x="7849575" y="288630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t1358"/>
            <p:cNvSpPr/>
            <p:nvPr/>
          </p:nvSpPr>
          <p:spPr>
            <a:xfrm>
              <a:off x="7849575" y="318316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t1359"/>
            <p:cNvSpPr/>
            <p:nvPr/>
          </p:nvSpPr>
          <p:spPr>
            <a:xfrm>
              <a:off x="9999817" y="256690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t1360"/>
            <p:cNvSpPr/>
            <p:nvPr/>
          </p:nvSpPr>
          <p:spPr>
            <a:xfrm>
              <a:off x="10610586" y="26252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t1361"/>
            <p:cNvSpPr/>
            <p:nvPr/>
          </p:nvSpPr>
          <p:spPr>
            <a:xfrm>
              <a:off x="10451619" y="277534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t1362"/>
            <p:cNvSpPr/>
            <p:nvPr/>
          </p:nvSpPr>
          <p:spPr>
            <a:xfrm>
              <a:off x="9807383" y="287460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t1363"/>
            <p:cNvSpPr/>
            <p:nvPr/>
          </p:nvSpPr>
          <p:spPr>
            <a:xfrm>
              <a:off x="10451619" y="323986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t1364"/>
            <p:cNvSpPr/>
            <p:nvPr/>
          </p:nvSpPr>
          <p:spPr>
            <a:xfrm>
              <a:off x="10451619" y="278299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t1365"/>
            <p:cNvSpPr/>
            <p:nvPr/>
          </p:nvSpPr>
          <p:spPr>
            <a:xfrm>
              <a:off x="7849575" y="27588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t1366"/>
            <p:cNvSpPr/>
            <p:nvPr/>
          </p:nvSpPr>
          <p:spPr>
            <a:xfrm>
              <a:off x="9999817" y="291624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t1367"/>
            <p:cNvSpPr/>
            <p:nvPr/>
          </p:nvSpPr>
          <p:spPr>
            <a:xfrm>
              <a:off x="9807383" y="288790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t1368"/>
            <p:cNvSpPr/>
            <p:nvPr/>
          </p:nvSpPr>
          <p:spPr>
            <a:xfrm>
              <a:off x="9807383" y="303667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t1369"/>
            <p:cNvSpPr/>
            <p:nvPr/>
          </p:nvSpPr>
          <p:spPr>
            <a:xfrm>
              <a:off x="10828120" y="25115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t1370"/>
            <p:cNvSpPr/>
            <p:nvPr/>
          </p:nvSpPr>
          <p:spPr>
            <a:xfrm>
              <a:off x="7849575" y="286445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t1371"/>
            <p:cNvSpPr/>
            <p:nvPr/>
          </p:nvSpPr>
          <p:spPr>
            <a:xfrm>
              <a:off x="7849575" y="237607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t1372"/>
            <p:cNvSpPr/>
            <p:nvPr/>
          </p:nvSpPr>
          <p:spPr>
            <a:xfrm>
              <a:off x="10610586" y="286210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t1373"/>
            <p:cNvSpPr/>
            <p:nvPr/>
          </p:nvSpPr>
          <p:spPr>
            <a:xfrm>
              <a:off x="7849575" y="286725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t1374"/>
            <p:cNvSpPr/>
            <p:nvPr/>
          </p:nvSpPr>
          <p:spPr>
            <a:xfrm>
              <a:off x="10610586" y="246439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t1375"/>
            <p:cNvSpPr/>
            <p:nvPr/>
          </p:nvSpPr>
          <p:spPr>
            <a:xfrm>
              <a:off x="7849575" y="298633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t1376"/>
            <p:cNvSpPr/>
            <p:nvPr/>
          </p:nvSpPr>
          <p:spPr>
            <a:xfrm>
              <a:off x="9807383" y="23096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t1377"/>
            <p:cNvSpPr/>
            <p:nvPr/>
          </p:nvSpPr>
          <p:spPr>
            <a:xfrm>
              <a:off x="10811387" y="228288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t1378"/>
            <p:cNvSpPr/>
            <p:nvPr/>
          </p:nvSpPr>
          <p:spPr>
            <a:xfrm>
              <a:off x="9999817" y="282573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t1379"/>
            <p:cNvSpPr/>
            <p:nvPr/>
          </p:nvSpPr>
          <p:spPr>
            <a:xfrm>
              <a:off x="9807383" y="238723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t1380"/>
            <p:cNvSpPr/>
            <p:nvPr/>
          </p:nvSpPr>
          <p:spPr>
            <a:xfrm>
              <a:off x="7849575" y="248412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t1381"/>
            <p:cNvSpPr/>
            <p:nvPr/>
          </p:nvSpPr>
          <p:spPr>
            <a:xfrm>
              <a:off x="9807383" y="302492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t1382"/>
            <p:cNvSpPr/>
            <p:nvPr/>
          </p:nvSpPr>
          <p:spPr>
            <a:xfrm>
              <a:off x="7849575" y="256328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t1383"/>
            <p:cNvSpPr/>
            <p:nvPr/>
          </p:nvSpPr>
          <p:spPr>
            <a:xfrm>
              <a:off x="10945254" y="305540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t1384"/>
            <p:cNvSpPr/>
            <p:nvPr/>
          </p:nvSpPr>
          <p:spPr>
            <a:xfrm>
              <a:off x="9807383" y="267767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t1385"/>
            <p:cNvSpPr/>
            <p:nvPr/>
          </p:nvSpPr>
          <p:spPr>
            <a:xfrm>
              <a:off x="10828120" y="231885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t1386"/>
            <p:cNvSpPr/>
            <p:nvPr/>
          </p:nvSpPr>
          <p:spPr>
            <a:xfrm>
              <a:off x="9999817" y="235276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t1387"/>
            <p:cNvSpPr/>
            <p:nvPr/>
          </p:nvSpPr>
          <p:spPr>
            <a:xfrm>
              <a:off x="7849575" y="260264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t1388"/>
            <p:cNvSpPr/>
            <p:nvPr/>
          </p:nvSpPr>
          <p:spPr>
            <a:xfrm>
              <a:off x="7849575" y="273074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t1389"/>
            <p:cNvSpPr/>
            <p:nvPr/>
          </p:nvSpPr>
          <p:spPr>
            <a:xfrm>
              <a:off x="10828120" y="286885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t1390"/>
            <p:cNvSpPr/>
            <p:nvPr/>
          </p:nvSpPr>
          <p:spPr>
            <a:xfrm>
              <a:off x="9999817" y="269331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t1391"/>
            <p:cNvSpPr/>
            <p:nvPr/>
          </p:nvSpPr>
          <p:spPr>
            <a:xfrm>
              <a:off x="9807383" y="230974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t1392"/>
            <p:cNvSpPr/>
            <p:nvPr/>
          </p:nvSpPr>
          <p:spPr>
            <a:xfrm>
              <a:off x="7849575" y="297346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t1393"/>
            <p:cNvSpPr/>
            <p:nvPr/>
          </p:nvSpPr>
          <p:spPr>
            <a:xfrm>
              <a:off x="7849575" y="258163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t1394"/>
            <p:cNvSpPr/>
            <p:nvPr/>
          </p:nvSpPr>
          <p:spPr>
            <a:xfrm>
              <a:off x="7849575" y="241671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t1395"/>
            <p:cNvSpPr/>
            <p:nvPr/>
          </p:nvSpPr>
          <p:spPr>
            <a:xfrm>
              <a:off x="7849575" y="306853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t1396"/>
            <p:cNvSpPr/>
            <p:nvPr/>
          </p:nvSpPr>
          <p:spPr>
            <a:xfrm>
              <a:off x="7849575" y="309982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t1397"/>
            <p:cNvSpPr/>
            <p:nvPr/>
          </p:nvSpPr>
          <p:spPr>
            <a:xfrm>
              <a:off x="10451619" y="246087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t1398"/>
            <p:cNvSpPr/>
            <p:nvPr/>
          </p:nvSpPr>
          <p:spPr>
            <a:xfrm>
              <a:off x="10451619" y="257679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t1399"/>
            <p:cNvSpPr/>
            <p:nvPr/>
          </p:nvSpPr>
          <p:spPr>
            <a:xfrm>
              <a:off x="10811387" y="256974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t1400"/>
            <p:cNvSpPr/>
            <p:nvPr/>
          </p:nvSpPr>
          <p:spPr>
            <a:xfrm>
              <a:off x="9807383" y="278319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t1401"/>
            <p:cNvSpPr/>
            <p:nvPr/>
          </p:nvSpPr>
          <p:spPr>
            <a:xfrm>
              <a:off x="10811387" y="268574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t1402"/>
            <p:cNvSpPr/>
            <p:nvPr/>
          </p:nvSpPr>
          <p:spPr>
            <a:xfrm>
              <a:off x="9999817" y="281077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t1403"/>
            <p:cNvSpPr/>
            <p:nvPr/>
          </p:nvSpPr>
          <p:spPr>
            <a:xfrm>
              <a:off x="9807383" y="293329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t1404"/>
            <p:cNvSpPr/>
            <p:nvPr/>
          </p:nvSpPr>
          <p:spPr>
            <a:xfrm>
              <a:off x="9807383" y="310955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t1405"/>
            <p:cNvSpPr/>
            <p:nvPr/>
          </p:nvSpPr>
          <p:spPr>
            <a:xfrm>
              <a:off x="7849575" y="268456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t1406"/>
            <p:cNvSpPr/>
            <p:nvPr/>
          </p:nvSpPr>
          <p:spPr>
            <a:xfrm>
              <a:off x="7849575" y="284028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t1407"/>
            <p:cNvSpPr/>
            <p:nvPr/>
          </p:nvSpPr>
          <p:spPr>
            <a:xfrm>
              <a:off x="9999817" y="272785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t1408"/>
            <p:cNvSpPr/>
            <p:nvPr/>
          </p:nvSpPr>
          <p:spPr>
            <a:xfrm>
              <a:off x="7849575" y="270915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t1409"/>
            <p:cNvSpPr/>
            <p:nvPr/>
          </p:nvSpPr>
          <p:spPr>
            <a:xfrm>
              <a:off x="7849575" y="301695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t1410"/>
            <p:cNvSpPr/>
            <p:nvPr/>
          </p:nvSpPr>
          <p:spPr>
            <a:xfrm>
              <a:off x="9807383" y="290755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t1411"/>
            <p:cNvSpPr/>
            <p:nvPr/>
          </p:nvSpPr>
          <p:spPr>
            <a:xfrm>
              <a:off x="9999817" y="26101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t1412"/>
            <p:cNvSpPr/>
            <p:nvPr/>
          </p:nvSpPr>
          <p:spPr>
            <a:xfrm>
              <a:off x="10828120" y="260152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t1413"/>
            <p:cNvSpPr/>
            <p:nvPr/>
          </p:nvSpPr>
          <p:spPr>
            <a:xfrm>
              <a:off x="7849575" y="306369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t1414"/>
            <p:cNvSpPr/>
            <p:nvPr/>
          </p:nvSpPr>
          <p:spPr>
            <a:xfrm>
              <a:off x="9807383" y="282889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t1415"/>
            <p:cNvSpPr/>
            <p:nvPr/>
          </p:nvSpPr>
          <p:spPr>
            <a:xfrm>
              <a:off x="7849575" y="310357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t1416"/>
            <p:cNvSpPr/>
            <p:nvPr/>
          </p:nvSpPr>
          <p:spPr>
            <a:xfrm>
              <a:off x="10451619" y="280179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t1417"/>
            <p:cNvSpPr/>
            <p:nvPr/>
          </p:nvSpPr>
          <p:spPr>
            <a:xfrm>
              <a:off x="10451619" y="238961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t1418"/>
            <p:cNvSpPr/>
            <p:nvPr/>
          </p:nvSpPr>
          <p:spPr>
            <a:xfrm>
              <a:off x="7849575" y="239446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t1419"/>
            <p:cNvSpPr/>
            <p:nvPr/>
          </p:nvSpPr>
          <p:spPr>
            <a:xfrm>
              <a:off x="7849575" y="315132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t1420"/>
            <p:cNvSpPr/>
            <p:nvPr/>
          </p:nvSpPr>
          <p:spPr>
            <a:xfrm>
              <a:off x="7849575" y="267602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t1421"/>
            <p:cNvSpPr/>
            <p:nvPr/>
          </p:nvSpPr>
          <p:spPr>
            <a:xfrm>
              <a:off x="9999817" y="271492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t1422"/>
            <p:cNvSpPr/>
            <p:nvPr/>
          </p:nvSpPr>
          <p:spPr>
            <a:xfrm>
              <a:off x="9807383" y="252299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t1423"/>
            <p:cNvSpPr/>
            <p:nvPr/>
          </p:nvSpPr>
          <p:spPr>
            <a:xfrm>
              <a:off x="7849575" y="291119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t1424"/>
            <p:cNvSpPr/>
            <p:nvPr/>
          </p:nvSpPr>
          <p:spPr>
            <a:xfrm>
              <a:off x="7849575" y="304795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t1425"/>
            <p:cNvSpPr/>
            <p:nvPr/>
          </p:nvSpPr>
          <p:spPr>
            <a:xfrm>
              <a:off x="9999817" y="285752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t1426"/>
            <p:cNvSpPr/>
            <p:nvPr/>
          </p:nvSpPr>
          <p:spPr>
            <a:xfrm>
              <a:off x="7849575" y="295835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t1427"/>
            <p:cNvSpPr/>
            <p:nvPr/>
          </p:nvSpPr>
          <p:spPr>
            <a:xfrm>
              <a:off x="7849575" y="292893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t1428"/>
            <p:cNvSpPr/>
            <p:nvPr/>
          </p:nvSpPr>
          <p:spPr>
            <a:xfrm>
              <a:off x="7849575" y="296573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t1429"/>
            <p:cNvSpPr/>
            <p:nvPr/>
          </p:nvSpPr>
          <p:spPr>
            <a:xfrm>
              <a:off x="7849575" y="255277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t1430"/>
            <p:cNvSpPr/>
            <p:nvPr/>
          </p:nvSpPr>
          <p:spPr>
            <a:xfrm>
              <a:off x="7849575" y="275621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t1431"/>
            <p:cNvSpPr/>
            <p:nvPr/>
          </p:nvSpPr>
          <p:spPr>
            <a:xfrm>
              <a:off x="9807383" y="216516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t1432"/>
            <p:cNvSpPr/>
            <p:nvPr/>
          </p:nvSpPr>
          <p:spPr>
            <a:xfrm>
              <a:off x="7849575" y="255344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t1433"/>
            <p:cNvSpPr/>
            <p:nvPr/>
          </p:nvSpPr>
          <p:spPr>
            <a:xfrm>
              <a:off x="7849575" y="278262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t1434"/>
            <p:cNvSpPr/>
            <p:nvPr/>
          </p:nvSpPr>
          <p:spPr>
            <a:xfrm>
              <a:off x="7849575" y="301432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t1435"/>
            <p:cNvSpPr/>
            <p:nvPr/>
          </p:nvSpPr>
          <p:spPr>
            <a:xfrm>
              <a:off x="9999817" y="250693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t1436"/>
            <p:cNvSpPr/>
            <p:nvPr/>
          </p:nvSpPr>
          <p:spPr>
            <a:xfrm>
              <a:off x="9999817" y="255754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t1437"/>
            <p:cNvSpPr/>
            <p:nvPr/>
          </p:nvSpPr>
          <p:spPr>
            <a:xfrm>
              <a:off x="7849575" y="268733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t1438"/>
            <p:cNvSpPr/>
            <p:nvPr/>
          </p:nvSpPr>
          <p:spPr>
            <a:xfrm>
              <a:off x="7849575" y="255332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t1439"/>
            <p:cNvSpPr/>
            <p:nvPr/>
          </p:nvSpPr>
          <p:spPr>
            <a:xfrm>
              <a:off x="7849575" y="253935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t1440"/>
            <p:cNvSpPr/>
            <p:nvPr/>
          </p:nvSpPr>
          <p:spPr>
            <a:xfrm>
              <a:off x="10828120" y="253997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t1441"/>
            <p:cNvSpPr/>
            <p:nvPr/>
          </p:nvSpPr>
          <p:spPr>
            <a:xfrm>
              <a:off x="9807383" y="247958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t1442"/>
            <p:cNvSpPr/>
            <p:nvPr/>
          </p:nvSpPr>
          <p:spPr>
            <a:xfrm>
              <a:off x="7849575" y="294289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t1443"/>
            <p:cNvSpPr/>
            <p:nvPr/>
          </p:nvSpPr>
          <p:spPr>
            <a:xfrm>
              <a:off x="9807383" y="245368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4"/>
            <p:cNvSpPr/>
            <p:nvPr/>
          </p:nvSpPr>
          <p:spPr>
            <a:xfrm>
              <a:off x="9807383" y="255550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5"/>
            <p:cNvSpPr/>
            <p:nvPr/>
          </p:nvSpPr>
          <p:spPr>
            <a:xfrm>
              <a:off x="10828120" y="265536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6"/>
            <p:cNvSpPr/>
            <p:nvPr/>
          </p:nvSpPr>
          <p:spPr>
            <a:xfrm>
              <a:off x="10828120" y="277705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7"/>
            <p:cNvSpPr/>
            <p:nvPr/>
          </p:nvSpPr>
          <p:spPr>
            <a:xfrm>
              <a:off x="7849575" y="299442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8"/>
            <p:cNvSpPr/>
            <p:nvPr/>
          </p:nvSpPr>
          <p:spPr>
            <a:xfrm>
              <a:off x="9999817" y="249749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49"/>
            <p:cNvSpPr/>
            <p:nvPr/>
          </p:nvSpPr>
          <p:spPr>
            <a:xfrm>
              <a:off x="7849575" y="331495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0"/>
            <p:cNvSpPr/>
            <p:nvPr/>
          </p:nvSpPr>
          <p:spPr>
            <a:xfrm>
              <a:off x="7849575" y="294332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1"/>
            <p:cNvSpPr/>
            <p:nvPr/>
          </p:nvSpPr>
          <p:spPr>
            <a:xfrm>
              <a:off x="7849575" y="261189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2"/>
            <p:cNvSpPr/>
            <p:nvPr/>
          </p:nvSpPr>
          <p:spPr>
            <a:xfrm>
              <a:off x="7849575" y="287506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3"/>
            <p:cNvSpPr/>
            <p:nvPr/>
          </p:nvSpPr>
          <p:spPr>
            <a:xfrm>
              <a:off x="9807383" y="25479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4"/>
            <p:cNvSpPr/>
            <p:nvPr/>
          </p:nvSpPr>
          <p:spPr>
            <a:xfrm>
              <a:off x="9807383" y="246269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5"/>
            <p:cNvSpPr/>
            <p:nvPr/>
          </p:nvSpPr>
          <p:spPr>
            <a:xfrm>
              <a:off x="9807383" y="257731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6"/>
            <p:cNvSpPr/>
            <p:nvPr/>
          </p:nvSpPr>
          <p:spPr>
            <a:xfrm>
              <a:off x="7849575" y="292495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7"/>
            <p:cNvSpPr/>
            <p:nvPr/>
          </p:nvSpPr>
          <p:spPr>
            <a:xfrm>
              <a:off x="9999817" y="269335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8"/>
            <p:cNvSpPr/>
            <p:nvPr/>
          </p:nvSpPr>
          <p:spPr>
            <a:xfrm>
              <a:off x="10451619" y="226002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59"/>
            <p:cNvSpPr/>
            <p:nvPr/>
          </p:nvSpPr>
          <p:spPr>
            <a:xfrm>
              <a:off x="9807383" y="265615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0"/>
            <p:cNvSpPr/>
            <p:nvPr/>
          </p:nvSpPr>
          <p:spPr>
            <a:xfrm>
              <a:off x="7849575" y="223880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1"/>
            <p:cNvSpPr/>
            <p:nvPr/>
          </p:nvSpPr>
          <p:spPr>
            <a:xfrm>
              <a:off x="7849575" y="236814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2"/>
            <p:cNvSpPr/>
            <p:nvPr/>
          </p:nvSpPr>
          <p:spPr>
            <a:xfrm>
              <a:off x="9807383" y="304972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3"/>
            <p:cNvSpPr/>
            <p:nvPr/>
          </p:nvSpPr>
          <p:spPr>
            <a:xfrm>
              <a:off x="9999817" y="270860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4"/>
            <p:cNvSpPr/>
            <p:nvPr/>
          </p:nvSpPr>
          <p:spPr>
            <a:xfrm>
              <a:off x="9807383" y="258150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5"/>
            <p:cNvSpPr/>
            <p:nvPr/>
          </p:nvSpPr>
          <p:spPr>
            <a:xfrm>
              <a:off x="9807383" y="270231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6"/>
            <p:cNvSpPr/>
            <p:nvPr/>
          </p:nvSpPr>
          <p:spPr>
            <a:xfrm>
              <a:off x="9999817" y="243988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7"/>
            <p:cNvSpPr/>
            <p:nvPr/>
          </p:nvSpPr>
          <p:spPr>
            <a:xfrm>
              <a:off x="9807383" y="250380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8"/>
            <p:cNvSpPr/>
            <p:nvPr/>
          </p:nvSpPr>
          <p:spPr>
            <a:xfrm>
              <a:off x="9999817" y="266316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69"/>
            <p:cNvSpPr/>
            <p:nvPr/>
          </p:nvSpPr>
          <p:spPr>
            <a:xfrm>
              <a:off x="7849575" y="286130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0"/>
            <p:cNvSpPr/>
            <p:nvPr/>
          </p:nvSpPr>
          <p:spPr>
            <a:xfrm>
              <a:off x="9999817" y="262156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1"/>
            <p:cNvSpPr/>
            <p:nvPr/>
          </p:nvSpPr>
          <p:spPr>
            <a:xfrm>
              <a:off x="9999817" y="293952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2"/>
            <p:cNvSpPr/>
            <p:nvPr/>
          </p:nvSpPr>
          <p:spPr>
            <a:xfrm>
              <a:off x="9999817" y="286727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3"/>
            <p:cNvSpPr/>
            <p:nvPr/>
          </p:nvSpPr>
          <p:spPr>
            <a:xfrm>
              <a:off x="9999817" y="266444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4"/>
            <p:cNvSpPr/>
            <p:nvPr/>
          </p:nvSpPr>
          <p:spPr>
            <a:xfrm>
              <a:off x="9999817" y="291252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5"/>
            <p:cNvSpPr/>
            <p:nvPr/>
          </p:nvSpPr>
          <p:spPr>
            <a:xfrm>
              <a:off x="7849575" y="332665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6"/>
            <p:cNvSpPr/>
            <p:nvPr/>
          </p:nvSpPr>
          <p:spPr>
            <a:xfrm>
              <a:off x="7849575" y="320478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7"/>
            <p:cNvSpPr/>
            <p:nvPr/>
          </p:nvSpPr>
          <p:spPr>
            <a:xfrm>
              <a:off x="7849575" y="296981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8"/>
            <p:cNvSpPr/>
            <p:nvPr/>
          </p:nvSpPr>
          <p:spPr>
            <a:xfrm>
              <a:off x="7849575" y="267381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79"/>
            <p:cNvSpPr/>
            <p:nvPr/>
          </p:nvSpPr>
          <p:spPr>
            <a:xfrm>
              <a:off x="9807383" y="255422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0"/>
            <p:cNvSpPr/>
            <p:nvPr/>
          </p:nvSpPr>
          <p:spPr>
            <a:xfrm>
              <a:off x="7849575" y="249831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1"/>
            <p:cNvSpPr/>
            <p:nvPr/>
          </p:nvSpPr>
          <p:spPr>
            <a:xfrm>
              <a:off x="7849575" y="257830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2"/>
            <p:cNvSpPr/>
            <p:nvPr/>
          </p:nvSpPr>
          <p:spPr>
            <a:xfrm>
              <a:off x="9807383" y="241348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3"/>
            <p:cNvSpPr/>
            <p:nvPr/>
          </p:nvSpPr>
          <p:spPr>
            <a:xfrm>
              <a:off x="9999817" y="232869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4"/>
            <p:cNvSpPr/>
            <p:nvPr/>
          </p:nvSpPr>
          <p:spPr>
            <a:xfrm>
              <a:off x="9807383" y="269764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5"/>
            <p:cNvSpPr/>
            <p:nvPr/>
          </p:nvSpPr>
          <p:spPr>
            <a:xfrm>
              <a:off x="9807383" y="292123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6"/>
            <p:cNvSpPr/>
            <p:nvPr/>
          </p:nvSpPr>
          <p:spPr>
            <a:xfrm>
              <a:off x="9807383" y="277148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g1487"/>
            <p:cNvSpPr/>
            <p:nvPr/>
          </p:nvSpPr>
          <p:spPr>
            <a:xfrm>
              <a:off x="7870131" y="2637153"/>
              <a:ext cx="3095678" cy="246762"/>
            </a:xfrm>
            <a:custGeom>
              <a:avLst/>
              <a:pathLst>
                <a:path w="3095678" h="246762">
                  <a:moveTo>
                    <a:pt x="0" y="139871"/>
                  </a:moveTo>
                  <a:lnTo>
                    <a:pt x="39185" y="139036"/>
                  </a:lnTo>
                  <a:lnTo>
                    <a:pt x="78371" y="138191"/>
                  </a:lnTo>
                  <a:lnTo>
                    <a:pt x="117557" y="137336"/>
                  </a:lnTo>
                  <a:lnTo>
                    <a:pt x="156743" y="136470"/>
                  </a:lnTo>
                  <a:lnTo>
                    <a:pt x="195929" y="135593"/>
                  </a:lnTo>
                  <a:lnTo>
                    <a:pt x="235114" y="134705"/>
                  </a:lnTo>
                  <a:lnTo>
                    <a:pt x="274300" y="133803"/>
                  </a:lnTo>
                  <a:lnTo>
                    <a:pt x="313486" y="132889"/>
                  </a:lnTo>
                  <a:lnTo>
                    <a:pt x="352672" y="131960"/>
                  </a:lnTo>
                  <a:lnTo>
                    <a:pt x="391858" y="131018"/>
                  </a:lnTo>
                  <a:lnTo>
                    <a:pt x="431043" y="130059"/>
                  </a:lnTo>
                  <a:lnTo>
                    <a:pt x="470229" y="129085"/>
                  </a:lnTo>
                  <a:lnTo>
                    <a:pt x="509415" y="128094"/>
                  </a:lnTo>
                  <a:lnTo>
                    <a:pt x="548601" y="127085"/>
                  </a:lnTo>
                  <a:lnTo>
                    <a:pt x="587787" y="126057"/>
                  </a:lnTo>
                  <a:lnTo>
                    <a:pt x="626972" y="125009"/>
                  </a:lnTo>
                  <a:lnTo>
                    <a:pt x="666158" y="123941"/>
                  </a:lnTo>
                  <a:lnTo>
                    <a:pt x="705344" y="122851"/>
                  </a:lnTo>
                  <a:lnTo>
                    <a:pt x="744530" y="121739"/>
                  </a:lnTo>
                  <a:lnTo>
                    <a:pt x="783716" y="120603"/>
                  </a:lnTo>
                  <a:lnTo>
                    <a:pt x="822901" y="119441"/>
                  </a:lnTo>
                  <a:lnTo>
                    <a:pt x="862087" y="118254"/>
                  </a:lnTo>
                  <a:lnTo>
                    <a:pt x="901273" y="117040"/>
                  </a:lnTo>
                  <a:lnTo>
                    <a:pt x="940459" y="115798"/>
                  </a:lnTo>
                  <a:lnTo>
                    <a:pt x="979645" y="114526"/>
                  </a:lnTo>
                  <a:lnTo>
                    <a:pt x="1018831" y="113224"/>
                  </a:lnTo>
                  <a:lnTo>
                    <a:pt x="1058016" y="111891"/>
                  </a:lnTo>
                  <a:lnTo>
                    <a:pt x="1097202" y="110525"/>
                  </a:lnTo>
                  <a:lnTo>
                    <a:pt x="1136388" y="109125"/>
                  </a:lnTo>
                  <a:lnTo>
                    <a:pt x="1175574" y="107691"/>
                  </a:lnTo>
                  <a:lnTo>
                    <a:pt x="1214760" y="106222"/>
                  </a:lnTo>
                  <a:lnTo>
                    <a:pt x="1253945" y="104717"/>
                  </a:lnTo>
                  <a:lnTo>
                    <a:pt x="1293131" y="103175"/>
                  </a:lnTo>
                  <a:lnTo>
                    <a:pt x="1332317" y="101595"/>
                  </a:lnTo>
                  <a:lnTo>
                    <a:pt x="1371503" y="99978"/>
                  </a:lnTo>
                  <a:lnTo>
                    <a:pt x="1410689" y="98323"/>
                  </a:lnTo>
                  <a:lnTo>
                    <a:pt x="1449874" y="96630"/>
                  </a:lnTo>
                  <a:lnTo>
                    <a:pt x="1489060" y="94898"/>
                  </a:lnTo>
                  <a:lnTo>
                    <a:pt x="1528246" y="93128"/>
                  </a:lnTo>
                  <a:lnTo>
                    <a:pt x="1567432" y="91320"/>
                  </a:lnTo>
                  <a:lnTo>
                    <a:pt x="1606618" y="89475"/>
                  </a:lnTo>
                  <a:lnTo>
                    <a:pt x="1645803" y="87592"/>
                  </a:lnTo>
                  <a:lnTo>
                    <a:pt x="1684989" y="85672"/>
                  </a:lnTo>
                  <a:lnTo>
                    <a:pt x="1724175" y="83716"/>
                  </a:lnTo>
                  <a:lnTo>
                    <a:pt x="1763361" y="81724"/>
                  </a:lnTo>
                  <a:lnTo>
                    <a:pt x="1802547" y="79699"/>
                  </a:lnTo>
                  <a:lnTo>
                    <a:pt x="1841733" y="77639"/>
                  </a:lnTo>
                  <a:lnTo>
                    <a:pt x="1880918" y="75547"/>
                  </a:lnTo>
                  <a:lnTo>
                    <a:pt x="1920104" y="73423"/>
                  </a:lnTo>
                  <a:lnTo>
                    <a:pt x="1959290" y="71269"/>
                  </a:lnTo>
                  <a:lnTo>
                    <a:pt x="1998476" y="69086"/>
                  </a:lnTo>
                  <a:lnTo>
                    <a:pt x="2037662" y="66874"/>
                  </a:lnTo>
                  <a:lnTo>
                    <a:pt x="2076847" y="64635"/>
                  </a:lnTo>
                  <a:lnTo>
                    <a:pt x="2116033" y="62370"/>
                  </a:lnTo>
                  <a:lnTo>
                    <a:pt x="2155219" y="60080"/>
                  </a:lnTo>
                  <a:lnTo>
                    <a:pt x="2194405" y="57766"/>
                  </a:lnTo>
                  <a:lnTo>
                    <a:pt x="2233591" y="55429"/>
                  </a:lnTo>
                  <a:lnTo>
                    <a:pt x="2272776" y="53071"/>
                  </a:lnTo>
                  <a:lnTo>
                    <a:pt x="2311962" y="50691"/>
                  </a:lnTo>
                  <a:lnTo>
                    <a:pt x="2351148" y="48292"/>
                  </a:lnTo>
                  <a:lnTo>
                    <a:pt x="2390334" y="45874"/>
                  </a:lnTo>
                  <a:lnTo>
                    <a:pt x="2429520" y="43439"/>
                  </a:lnTo>
                  <a:lnTo>
                    <a:pt x="2468705" y="40986"/>
                  </a:lnTo>
                  <a:lnTo>
                    <a:pt x="2507891" y="38517"/>
                  </a:lnTo>
                  <a:lnTo>
                    <a:pt x="2547077" y="36032"/>
                  </a:lnTo>
                  <a:lnTo>
                    <a:pt x="2586263" y="33533"/>
                  </a:lnTo>
                  <a:lnTo>
                    <a:pt x="2625449" y="31021"/>
                  </a:lnTo>
                  <a:lnTo>
                    <a:pt x="2664635" y="28494"/>
                  </a:lnTo>
                  <a:lnTo>
                    <a:pt x="2703820" y="25956"/>
                  </a:lnTo>
                  <a:lnTo>
                    <a:pt x="2743006" y="23405"/>
                  </a:lnTo>
                  <a:lnTo>
                    <a:pt x="2782192" y="20843"/>
                  </a:lnTo>
                  <a:lnTo>
                    <a:pt x="2821378" y="18270"/>
                  </a:lnTo>
                  <a:lnTo>
                    <a:pt x="2860564" y="15687"/>
                  </a:lnTo>
                  <a:lnTo>
                    <a:pt x="2899749" y="13094"/>
                  </a:lnTo>
                  <a:lnTo>
                    <a:pt x="2938935" y="10492"/>
                  </a:lnTo>
                  <a:lnTo>
                    <a:pt x="2978121" y="7881"/>
                  </a:lnTo>
                  <a:lnTo>
                    <a:pt x="3017307" y="5262"/>
                  </a:lnTo>
                  <a:lnTo>
                    <a:pt x="3056493" y="2635"/>
                  </a:lnTo>
                  <a:lnTo>
                    <a:pt x="3095678" y="0"/>
                  </a:lnTo>
                  <a:lnTo>
                    <a:pt x="3095678" y="115760"/>
                  </a:lnTo>
                  <a:lnTo>
                    <a:pt x="3056493" y="116554"/>
                  </a:lnTo>
                  <a:lnTo>
                    <a:pt x="3017307" y="117356"/>
                  </a:lnTo>
                  <a:lnTo>
                    <a:pt x="2978121" y="118165"/>
                  </a:lnTo>
                  <a:lnTo>
                    <a:pt x="2938935" y="118983"/>
                  </a:lnTo>
                  <a:lnTo>
                    <a:pt x="2899749" y="119809"/>
                  </a:lnTo>
                  <a:lnTo>
                    <a:pt x="2860564" y="120645"/>
                  </a:lnTo>
                  <a:lnTo>
                    <a:pt x="2821378" y="121491"/>
                  </a:lnTo>
                  <a:lnTo>
                    <a:pt x="2782192" y="122347"/>
                  </a:lnTo>
                  <a:lnTo>
                    <a:pt x="2743006" y="123214"/>
                  </a:lnTo>
                  <a:lnTo>
                    <a:pt x="2703820" y="124092"/>
                  </a:lnTo>
                  <a:lnTo>
                    <a:pt x="2664635" y="124982"/>
                  </a:lnTo>
                  <a:lnTo>
                    <a:pt x="2625449" y="125885"/>
                  </a:lnTo>
                  <a:lnTo>
                    <a:pt x="2586263" y="126800"/>
                  </a:lnTo>
                  <a:lnTo>
                    <a:pt x="2547077" y="127730"/>
                  </a:lnTo>
                  <a:lnTo>
                    <a:pt x="2507891" y="128675"/>
                  </a:lnTo>
                  <a:lnTo>
                    <a:pt x="2468705" y="129634"/>
                  </a:lnTo>
                  <a:lnTo>
                    <a:pt x="2429520" y="130610"/>
                  </a:lnTo>
                  <a:lnTo>
                    <a:pt x="2390334" y="131603"/>
                  </a:lnTo>
                  <a:lnTo>
                    <a:pt x="2351148" y="132614"/>
                  </a:lnTo>
                  <a:lnTo>
                    <a:pt x="2311962" y="133644"/>
                  </a:lnTo>
                  <a:lnTo>
                    <a:pt x="2272776" y="134694"/>
                  </a:lnTo>
                  <a:lnTo>
                    <a:pt x="2233591" y="135764"/>
                  </a:lnTo>
                  <a:lnTo>
                    <a:pt x="2194405" y="136856"/>
                  </a:lnTo>
                  <a:lnTo>
                    <a:pt x="2155219" y="137971"/>
                  </a:lnTo>
                  <a:lnTo>
                    <a:pt x="2116033" y="139109"/>
                  </a:lnTo>
                  <a:lnTo>
                    <a:pt x="2076847" y="140273"/>
                  </a:lnTo>
                  <a:lnTo>
                    <a:pt x="2037662" y="141463"/>
                  </a:lnTo>
                  <a:lnTo>
                    <a:pt x="1998476" y="142680"/>
                  </a:lnTo>
                  <a:lnTo>
                    <a:pt x="1959290" y="143925"/>
                  </a:lnTo>
                  <a:lnTo>
                    <a:pt x="1920104" y="145200"/>
                  </a:lnTo>
                  <a:lnTo>
                    <a:pt x="1880918" y="146505"/>
                  </a:lnTo>
                  <a:lnTo>
                    <a:pt x="1841733" y="147842"/>
                  </a:lnTo>
                  <a:lnTo>
                    <a:pt x="1802547" y="149211"/>
                  </a:lnTo>
                  <a:lnTo>
                    <a:pt x="1763361" y="150614"/>
                  </a:lnTo>
                  <a:lnTo>
                    <a:pt x="1724175" y="152051"/>
                  </a:lnTo>
                  <a:lnTo>
                    <a:pt x="1684989" y="153524"/>
                  </a:lnTo>
                  <a:lnTo>
                    <a:pt x="1645803" y="155033"/>
                  </a:lnTo>
                  <a:lnTo>
                    <a:pt x="1606618" y="156579"/>
                  </a:lnTo>
                  <a:lnTo>
                    <a:pt x="1567432" y="158162"/>
                  </a:lnTo>
                  <a:lnTo>
                    <a:pt x="1528246" y="159782"/>
                  </a:lnTo>
                  <a:lnTo>
                    <a:pt x="1489060" y="161441"/>
                  </a:lnTo>
                  <a:lnTo>
                    <a:pt x="1449874" y="163138"/>
                  </a:lnTo>
                  <a:lnTo>
                    <a:pt x="1410689" y="164874"/>
                  </a:lnTo>
                  <a:lnTo>
                    <a:pt x="1371503" y="166648"/>
                  </a:lnTo>
                  <a:lnTo>
                    <a:pt x="1332317" y="168459"/>
                  </a:lnTo>
                  <a:lnTo>
                    <a:pt x="1293131" y="170309"/>
                  </a:lnTo>
                  <a:lnTo>
                    <a:pt x="1253945" y="172196"/>
                  </a:lnTo>
                  <a:lnTo>
                    <a:pt x="1214760" y="174119"/>
                  </a:lnTo>
                  <a:lnTo>
                    <a:pt x="1175574" y="176079"/>
                  </a:lnTo>
                  <a:lnTo>
                    <a:pt x="1136388" y="178074"/>
                  </a:lnTo>
                  <a:lnTo>
                    <a:pt x="1097202" y="180103"/>
                  </a:lnTo>
                  <a:lnTo>
                    <a:pt x="1058016" y="182166"/>
                  </a:lnTo>
                  <a:lnTo>
                    <a:pt x="1018831" y="184261"/>
                  </a:lnTo>
                  <a:lnTo>
                    <a:pt x="979645" y="186387"/>
                  </a:lnTo>
                  <a:lnTo>
                    <a:pt x="940459" y="188545"/>
                  </a:lnTo>
                  <a:lnTo>
                    <a:pt x="901273" y="190731"/>
                  </a:lnTo>
                  <a:lnTo>
                    <a:pt x="862087" y="192946"/>
                  </a:lnTo>
                  <a:lnTo>
                    <a:pt x="822901" y="195187"/>
                  </a:lnTo>
                  <a:lnTo>
                    <a:pt x="783716" y="197455"/>
                  </a:lnTo>
                  <a:lnTo>
                    <a:pt x="744530" y="199747"/>
                  </a:lnTo>
                  <a:lnTo>
                    <a:pt x="705344" y="202064"/>
                  </a:lnTo>
                  <a:lnTo>
                    <a:pt x="666158" y="204403"/>
                  </a:lnTo>
                  <a:lnTo>
                    <a:pt x="626972" y="206763"/>
                  </a:lnTo>
                  <a:lnTo>
                    <a:pt x="587787" y="209145"/>
                  </a:lnTo>
                  <a:lnTo>
                    <a:pt x="548601" y="211545"/>
                  </a:lnTo>
                  <a:lnTo>
                    <a:pt x="509415" y="213965"/>
                  </a:lnTo>
                  <a:lnTo>
                    <a:pt x="470229" y="216403"/>
                  </a:lnTo>
                  <a:lnTo>
                    <a:pt x="431043" y="218857"/>
                  </a:lnTo>
                  <a:lnTo>
                    <a:pt x="391858" y="221328"/>
                  </a:lnTo>
                  <a:lnTo>
                    <a:pt x="352672" y="223814"/>
                  </a:lnTo>
                  <a:lnTo>
                    <a:pt x="313486" y="226314"/>
                  </a:lnTo>
                  <a:lnTo>
                    <a:pt x="274300" y="228828"/>
                  </a:lnTo>
                  <a:lnTo>
                    <a:pt x="235114" y="231356"/>
                  </a:lnTo>
                  <a:lnTo>
                    <a:pt x="195929" y="233896"/>
                  </a:lnTo>
                  <a:lnTo>
                    <a:pt x="156743" y="236448"/>
                  </a:lnTo>
                  <a:lnTo>
                    <a:pt x="117557" y="239011"/>
                  </a:lnTo>
                  <a:lnTo>
                    <a:pt x="78371" y="241584"/>
                  </a:lnTo>
                  <a:lnTo>
                    <a:pt x="39185" y="244169"/>
                  </a:lnTo>
                  <a:lnTo>
                    <a:pt x="0" y="246762"/>
                  </a:lnTo>
                  <a:close/>
                </a:path>
              </a:pathLst>
            </a:custGeom>
            <a:solidFill>
              <a:srgbClr val="0E5A78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1489" name="pl1488"/>
            <p:cNvSpPr/>
            <p:nvPr/>
          </p:nvSpPr>
          <p:spPr>
            <a:xfrm>
              <a:off x="7870131" y="2637153"/>
              <a:ext cx="3095678" cy="139871"/>
            </a:xfrm>
            <a:custGeom>
              <a:avLst/>
              <a:pathLst>
                <a:path w="3095678" h="139871">
                  <a:moveTo>
                    <a:pt x="0" y="139871"/>
                  </a:moveTo>
                  <a:lnTo>
                    <a:pt x="39185" y="139036"/>
                  </a:lnTo>
                  <a:lnTo>
                    <a:pt x="78371" y="138191"/>
                  </a:lnTo>
                  <a:lnTo>
                    <a:pt x="117557" y="137336"/>
                  </a:lnTo>
                  <a:lnTo>
                    <a:pt x="156743" y="136470"/>
                  </a:lnTo>
                  <a:lnTo>
                    <a:pt x="195929" y="135593"/>
                  </a:lnTo>
                  <a:lnTo>
                    <a:pt x="235114" y="134705"/>
                  </a:lnTo>
                  <a:lnTo>
                    <a:pt x="274300" y="133803"/>
                  </a:lnTo>
                  <a:lnTo>
                    <a:pt x="313486" y="132889"/>
                  </a:lnTo>
                  <a:lnTo>
                    <a:pt x="352672" y="131960"/>
                  </a:lnTo>
                  <a:lnTo>
                    <a:pt x="391858" y="131018"/>
                  </a:lnTo>
                  <a:lnTo>
                    <a:pt x="431043" y="130059"/>
                  </a:lnTo>
                  <a:lnTo>
                    <a:pt x="470229" y="129085"/>
                  </a:lnTo>
                  <a:lnTo>
                    <a:pt x="509415" y="128094"/>
                  </a:lnTo>
                  <a:lnTo>
                    <a:pt x="548601" y="127085"/>
                  </a:lnTo>
                  <a:lnTo>
                    <a:pt x="587787" y="126057"/>
                  </a:lnTo>
                  <a:lnTo>
                    <a:pt x="626972" y="125009"/>
                  </a:lnTo>
                  <a:lnTo>
                    <a:pt x="666158" y="123941"/>
                  </a:lnTo>
                  <a:lnTo>
                    <a:pt x="705344" y="122851"/>
                  </a:lnTo>
                  <a:lnTo>
                    <a:pt x="744530" y="121739"/>
                  </a:lnTo>
                  <a:lnTo>
                    <a:pt x="783716" y="120603"/>
                  </a:lnTo>
                  <a:lnTo>
                    <a:pt x="822901" y="119441"/>
                  </a:lnTo>
                  <a:lnTo>
                    <a:pt x="862087" y="118254"/>
                  </a:lnTo>
                  <a:lnTo>
                    <a:pt x="901273" y="117040"/>
                  </a:lnTo>
                  <a:lnTo>
                    <a:pt x="940459" y="115798"/>
                  </a:lnTo>
                  <a:lnTo>
                    <a:pt x="979645" y="114526"/>
                  </a:lnTo>
                  <a:lnTo>
                    <a:pt x="1018831" y="113224"/>
                  </a:lnTo>
                  <a:lnTo>
                    <a:pt x="1058016" y="111891"/>
                  </a:lnTo>
                  <a:lnTo>
                    <a:pt x="1097202" y="110525"/>
                  </a:lnTo>
                  <a:lnTo>
                    <a:pt x="1136388" y="109125"/>
                  </a:lnTo>
                  <a:lnTo>
                    <a:pt x="1175574" y="107691"/>
                  </a:lnTo>
                  <a:lnTo>
                    <a:pt x="1214760" y="106222"/>
                  </a:lnTo>
                  <a:lnTo>
                    <a:pt x="1253945" y="104717"/>
                  </a:lnTo>
                  <a:lnTo>
                    <a:pt x="1293131" y="103175"/>
                  </a:lnTo>
                  <a:lnTo>
                    <a:pt x="1332317" y="101595"/>
                  </a:lnTo>
                  <a:lnTo>
                    <a:pt x="1371503" y="99978"/>
                  </a:lnTo>
                  <a:lnTo>
                    <a:pt x="1410689" y="98323"/>
                  </a:lnTo>
                  <a:lnTo>
                    <a:pt x="1449874" y="96630"/>
                  </a:lnTo>
                  <a:lnTo>
                    <a:pt x="1489060" y="94898"/>
                  </a:lnTo>
                  <a:lnTo>
                    <a:pt x="1528246" y="93128"/>
                  </a:lnTo>
                  <a:lnTo>
                    <a:pt x="1567432" y="91320"/>
                  </a:lnTo>
                  <a:lnTo>
                    <a:pt x="1606618" y="89475"/>
                  </a:lnTo>
                  <a:lnTo>
                    <a:pt x="1645803" y="87592"/>
                  </a:lnTo>
                  <a:lnTo>
                    <a:pt x="1684989" y="85672"/>
                  </a:lnTo>
                  <a:lnTo>
                    <a:pt x="1724175" y="83716"/>
                  </a:lnTo>
                  <a:lnTo>
                    <a:pt x="1763361" y="81724"/>
                  </a:lnTo>
                  <a:lnTo>
                    <a:pt x="1802547" y="79699"/>
                  </a:lnTo>
                  <a:lnTo>
                    <a:pt x="1841733" y="77639"/>
                  </a:lnTo>
                  <a:lnTo>
                    <a:pt x="1880918" y="75547"/>
                  </a:lnTo>
                  <a:lnTo>
                    <a:pt x="1920104" y="73423"/>
                  </a:lnTo>
                  <a:lnTo>
                    <a:pt x="1959290" y="71269"/>
                  </a:lnTo>
                  <a:lnTo>
                    <a:pt x="1998476" y="69086"/>
                  </a:lnTo>
                  <a:lnTo>
                    <a:pt x="2037662" y="66874"/>
                  </a:lnTo>
                  <a:lnTo>
                    <a:pt x="2076847" y="64635"/>
                  </a:lnTo>
                  <a:lnTo>
                    <a:pt x="2116033" y="62370"/>
                  </a:lnTo>
                  <a:lnTo>
                    <a:pt x="2155219" y="60080"/>
                  </a:lnTo>
                  <a:lnTo>
                    <a:pt x="2194405" y="57766"/>
                  </a:lnTo>
                  <a:lnTo>
                    <a:pt x="2233591" y="55429"/>
                  </a:lnTo>
                  <a:lnTo>
                    <a:pt x="2272776" y="53071"/>
                  </a:lnTo>
                  <a:lnTo>
                    <a:pt x="2311962" y="50691"/>
                  </a:lnTo>
                  <a:lnTo>
                    <a:pt x="2351148" y="48292"/>
                  </a:lnTo>
                  <a:lnTo>
                    <a:pt x="2390334" y="45874"/>
                  </a:lnTo>
                  <a:lnTo>
                    <a:pt x="2429520" y="43439"/>
                  </a:lnTo>
                  <a:lnTo>
                    <a:pt x="2468705" y="40986"/>
                  </a:lnTo>
                  <a:lnTo>
                    <a:pt x="2507891" y="38517"/>
                  </a:lnTo>
                  <a:lnTo>
                    <a:pt x="2547077" y="36032"/>
                  </a:lnTo>
                  <a:lnTo>
                    <a:pt x="2586263" y="33533"/>
                  </a:lnTo>
                  <a:lnTo>
                    <a:pt x="2625449" y="31021"/>
                  </a:lnTo>
                  <a:lnTo>
                    <a:pt x="2664635" y="28494"/>
                  </a:lnTo>
                  <a:lnTo>
                    <a:pt x="2703820" y="25956"/>
                  </a:lnTo>
                  <a:lnTo>
                    <a:pt x="2743006" y="23405"/>
                  </a:lnTo>
                  <a:lnTo>
                    <a:pt x="2782192" y="20843"/>
                  </a:lnTo>
                  <a:lnTo>
                    <a:pt x="2821378" y="18270"/>
                  </a:lnTo>
                  <a:lnTo>
                    <a:pt x="2860564" y="15687"/>
                  </a:lnTo>
                  <a:lnTo>
                    <a:pt x="2899749" y="13094"/>
                  </a:lnTo>
                  <a:lnTo>
                    <a:pt x="2938935" y="10492"/>
                  </a:lnTo>
                  <a:lnTo>
                    <a:pt x="2978121" y="7881"/>
                  </a:lnTo>
                  <a:lnTo>
                    <a:pt x="3017307" y="5262"/>
                  </a:lnTo>
                  <a:lnTo>
                    <a:pt x="3056493" y="2635"/>
                  </a:lnTo>
                  <a:lnTo>
                    <a:pt x="309567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90" name="pl1489"/>
            <p:cNvSpPr/>
            <p:nvPr/>
          </p:nvSpPr>
          <p:spPr>
            <a:xfrm>
              <a:off x="7870131" y="2752914"/>
              <a:ext cx="3095678" cy="131001"/>
            </a:xfrm>
            <a:custGeom>
              <a:avLst/>
              <a:pathLst>
                <a:path w="3095678" h="131001">
                  <a:moveTo>
                    <a:pt x="3095678" y="0"/>
                  </a:moveTo>
                  <a:lnTo>
                    <a:pt x="3056493" y="793"/>
                  </a:lnTo>
                  <a:lnTo>
                    <a:pt x="3017307" y="1595"/>
                  </a:lnTo>
                  <a:lnTo>
                    <a:pt x="2978121" y="2404"/>
                  </a:lnTo>
                  <a:lnTo>
                    <a:pt x="2938935" y="3222"/>
                  </a:lnTo>
                  <a:lnTo>
                    <a:pt x="2899749" y="4049"/>
                  </a:lnTo>
                  <a:lnTo>
                    <a:pt x="2860564" y="4885"/>
                  </a:lnTo>
                  <a:lnTo>
                    <a:pt x="2821378" y="5730"/>
                  </a:lnTo>
                  <a:lnTo>
                    <a:pt x="2782192" y="6586"/>
                  </a:lnTo>
                  <a:lnTo>
                    <a:pt x="2743006" y="7453"/>
                  </a:lnTo>
                  <a:lnTo>
                    <a:pt x="2703820" y="8331"/>
                  </a:lnTo>
                  <a:lnTo>
                    <a:pt x="2664635" y="9221"/>
                  </a:lnTo>
                  <a:lnTo>
                    <a:pt x="2625449" y="10124"/>
                  </a:lnTo>
                  <a:lnTo>
                    <a:pt x="2586263" y="11040"/>
                  </a:lnTo>
                  <a:lnTo>
                    <a:pt x="2547077" y="11969"/>
                  </a:lnTo>
                  <a:lnTo>
                    <a:pt x="2507891" y="12914"/>
                  </a:lnTo>
                  <a:lnTo>
                    <a:pt x="2468705" y="13874"/>
                  </a:lnTo>
                  <a:lnTo>
                    <a:pt x="2429520" y="14849"/>
                  </a:lnTo>
                  <a:lnTo>
                    <a:pt x="2390334" y="15842"/>
                  </a:lnTo>
                  <a:lnTo>
                    <a:pt x="2351148" y="16853"/>
                  </a:lnTo>
                  <a:lnTo>
                    <a:pt x="2311962" y="17883"/>
                  </a:lnTo>
                  <a:lnTo>
                    <a:pt x="2272776" y="18933"/>
                  </a:lnTo>
                  <a:lnTo>
                    <a:pt x="2233591" y="20003"/>
                  </a:lnTo>
                  <a:lnTo>
                    <a:pt x="2194405" y="21095"/>
                  </a:lnTo>
                  <a:lnTo>
                    <a:pt x="2155219" y="22210"/>
                  </a:lnTo>
                  <a:lnTo>
                    <a:pt x="2116033" y="23348"/>
                  </a:lnTo>
                  <a:lnTo>
                    <a:pt x="2076847" y="24512"/>
                  </a:lnTo>
                  <a:lnTo>
                    <a:pt x="2037662" y="25702"/>
                  </a:lnTo>
                  <a:lnTo>
                    <a:pt x="1998476" y="26919"/>
                  </a:lnTo>
                  <a:lnTo>
                    <a:pt x="1959290" y="28164"/>
                  </a:lnTo>
                  <a:lnTo>
                    <a:pt x="1920104" y="29439"/>
                  </a:lnTo>
                  <a:lnTo>
                    <a:pt x="1880918" y="30744"/>
                  </a:lnTo>
                  <a:lnTo>
                    <a:pt x="1841733" y="32081"/>
                  </a:lnTo>
                  <a:lnTo>
                    <a:pt x="1802547" y="33450"/>
                  </a:lnTo>
                  <a:lnTo>
                    <a:pt x="1763361" y="34853"/>
                  </a:lnTo>
                  <a:lnTo>
                    <a:pt x="1724175" y="36290"/>
                  </a:lnTo>
                  <a:lnTo>
                    <a:pt x="1684989" y="37763"/>
                  </a:lnTo>
                  <a:lnTo>
                    <a:pt x="1645803" y="39272"/>
                  </a:lnTo>
                  <a:lnTo>
                    <a:pt x="1606618" y="40818"/>
                  </a:lnTo>
                  <a:lnTo>
                    <a:pt x="1567432" y="42401"/>
                  </a:lnTo>
                  <a:lnTo>
                    <a:pt x="1528246" y="44021"/>
                  </a:lnTo>
                  <a:lnTo>
                    <a:pt x="1489060" y="45680"/>
                  </a:lnTo>
                  <a:lnTo>
                    <a:pt x="1449874" y="47377"/>
                  </a:lnTo>
                  <a:lnTo>
                    <a:pt x="1410689" y="49113"/>
                  </a:lnTo>
                  <a:lnTo>
                    <a:pt x="1371503" y="50887"/>
                  </a:lnTo>
                  <a:lnTo>
                    <a:pt x="1332317" y="52698"/>
                  </a:lnTo>
                  <a:lnTo>
                    <a:pt x="1293131" y="54548"/>
                  </a:lnTo>
                  <a:lnTo>
                    <a:pt x="1253945" y="56435"/>
                  </a:lnTo>
                  <a:lnTo>
                    <a:pt x="1214760" y="58358"/>
                  </a:lnTo>
                  <a:lnTo>
                    <a:pt x="1175574" y="60318"/>
                  </a:lnTo>
                  <a:lnTo>
                    <a:pt x="1136388" y="62313"/>
                  </a:lnTo>
                  <a:lnTo>
                    <a:pt x="1097202" y="64342"/>
                  </a:lnTo>
                  <a:lnTo>
                    <a:pt x="1058016" y="66405"/>
                  </a:lnTo>
                  <a:lnTo>
                    <a:pt x="1018831" y="68500"/>
                  </a:lnTo>
                  <a:lnTo>
                    <a:pt x="979645" y="70627"/>
                  </a:lnTo>
                  <a:lnTo>
                    <a:pt x="940459" y="72784"/>
                  </a:lnTo>
                  <a:lnTo>
                    <a:pt x="901273" y="74970"/>
                  </a:lnTo>
                  <a:lnTo>
                    <a:pt x="862087" y="77185"/>
                  </a:lnTo>
                  <a:lnTo>
                    <a:pt x="822901" y="79426"/>
                  </a:lnTo>
                  <a:lnTo>
                    <a:pt x="783716" y="81694"/>
                  </a:lnTo>
                  <a:lnTo>
                    <a:pt x="744530" y="83987"/>
                  </a:lnTo>
                  <a:lnTo>
                    <a:pt x="705344" y="86303"/>
                  </a:lnTo>
                  <a:lnTo>
                    <a:pt x="666158" y="88642"/>
                  </a:lnTo>
                  <a:lnTo>
                    <a:pt x="626972" y="91002"/>
                  </a:lnTo>
                  <a:lnTo>
                    <a:pt x="587787" y="93384"/>
                  </a:lnTo>
                  <a:lnTo>
                    <a:pt x="548601" y="95785"/>
                  </a:lnTo>
                  <a:lnTo>
                    <a:pt x="509415" y="98204"/>
                  </a:lnTo>
                  <a:lnTo>
                    <a:pt x="470229" y="100642"/>
                  </a:lnTo>
                  <a:lnTo>
                    <a:pt x="431043" y="103096"/>
                  </a:lnTo>
                  <a:lnTo>
                    <a:pt x="391858" y="105567"/>
                  </a:lnTo>
                  <a:lnTo>
                    <a:pt x="352672" y="108053"/>
                  </a:lnTo>
                  <a:lnTo>
                    <a:pt x="313486" y="110553"/>
                  </a:lnTo>
                  <a:lnTo>
                    <a:pt x="274300" y="113067"/>
                  </a:lnTo>
                  <a:lnTo>
                    <a:pt x="235114" y="115595"/>
                  </a:lnTo>
                  <a:lnTo>
                    <a:pt x="195929" y="118135"/>
                  </a:lnTo>
                  <a:lnTo>
                    <a:pt x="156743" y="120687"/>
                  </a:lnTo>
                  <a:lnTo>
                    <a:pt x="117557" y="123250"/>
                  </a:lnTo>
                  <a:lnTo>
                    <a:pt x="78371" y="125824"/>
                  </a:lnTo>
                  <a:lnTo>
                    <a:pt x="39185" y="128408"/>
                  </a:lnTo>
                  <a:lnTo>
                    <a:pt x="0" y="13100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91" name="pl1490"/>
            <p:cNvSpPr/>
            <p:nvPr/>
          </p:nvSpPr>
          <p:spPr>
            <a:xfrm>
              <a:off x="7870131" y="2695034"/>
              <a:ext cx="3095678" cy="135436"/>
            </a:xfrm>
            <a:custGeom>
              <a:avLst/>
              <a:pathLst>
                <a:path w="3095678" h="135436">
                  <a:moveTo>
                    <a:pt x="0" y="135436"/>
                  </a:moveTo>
                  <a:lnTo>
                    <a:pt x="39185" y="133722"/>
                  </a:lnTo>
                  <a:lnTo>
                    <a:pt x="78371" y="132007"/>
                  </a:lnTo>
                  <a:lnTo>
                    <a:pt x="117557" y="130293"/>
                  </a:lnTo>
                  <a:lnTo>
                    <a:pt x="156743" y="128579"/>
                  </a:lnTo>
                  <a:lnTo>
                    <a:pt x="195929" y="126864"/>
                  </a:lnTo>
                  <a:lnTo>
                    <a:pt x="235114" y="125150"/>
                  </a:lnTo>
                  <a:lnTo>
                    <a:pt x="274300" y="123435"/>
                  </a:lnTo>
                  <a:lnTo>
                    <a:pt x="313486" y="121721"/>
                  </a:lnTo>
                  <a:lnTo>
                    <a:pt x="352672" y="120007"/>
                  </a:lnTo>
                  <a:lnTo>
                    <a:pt x="391858" y="118292"/>
                  </a:lnTo>
                  <a:lnTo>
                    <a:pt x="431043" y="116578"/>
                  </a:lnTo>
                  <a:lnTo>
                    <a:pt x="470229" y="114863"/>
                  </a:lnTo>
                  <a:lnTo>
                    <a:pt x="509415" y="113149"/>
                  </a:lnTo>
                  <a:lnTo>
                    <a:pt x="548601" y="111435"/>
                  </a:lnTo>
                  <a:lnTo>
                    <a:pt x="587787" y="109720"/>
                  </a:lnTo>
                  <a:lnTo>
                    <a:pt x="626972" y="108006"/>
                  </a:lnTo>
                  <a:lnTo>
                    <a:pt x="666158" y="106291"/>
                  </a:lnTo>
                  <a:lnTo>
                    <a:pt x="705344" y="104577"/>
                  </a:lnTo>
                  <a:lnTo>
                    <a:pt x="744530" y="102863"/>
                  </a:lnTo>
                  <a:lnTo>
                    <a:pt x="783716" y="101148"/>
                  </a:lnTo>
                  <a:lnTo>
                    <a:pt x="822901" y="99434"/>
                  </a:lnTo>
                  <a:lnTo>
                    <a:pt x="862087" y="97720"/>
                  </a:lnTo>
                  <a:lnTo>
                    <a:pt x="901273" y="96005"/>
                  </a:lnTo>
                  <a:lnTo>
                    <a:pt x="940459" y="94291"/>
                  </a:lnTo>
                  <a:lnTo>
                    <a:pt x="979645" y="92576"/>
                  </a:lnTo>
                  <a:lnTo>
                    <a:pt x="1018831" y="90862"/>
                  </a:lnTo>
                  <a:lnTo>
                    <a:pt x="1058016" y="89148"/>
                  </a:lnTo>
                  <a:lnTo>
                    <a:pt x="1097202" y="87433"/>
                  </a:lnTo>
                  <a:lnTo>
                    <a:pt x="1136388" y="85719"/>
                  </a:lnTo>
                  <a:lnTo>
                    <a:pt x="1175574" y="84004"/>
                  </a:lnTo>
                  <a:lnTo>
                    <a:pt x="1214760" y="82290"/>
                  </a:lnTo>
                  <a:lnTo>
                    <a:pt x="1253945" y="80576"/>
                  </a:lnTo>
                  <a:lnTo>
                    <a:pt x="1293131" y="78861"/>
                  </a:lnTo>
                  <a:lnTo>
                    <a:pt x="1332317" y="77147"/>
                  </a:lnTo>
                  <a:lnTo>
                    <a:pt x="1371503" y="75433"/>
                  </a:lnTo>
                  <a:lnTo>
                    <a:pt x="1410689" y="73718"/>
                  </a:lnTo>
                  <a:lnTo>
                    <a:pt x="1449874" y="72004"/>
                  </a:lnTo>
                  <a:lnTo>
                    <a:pt x="1489060" y="70289"/>
                  </a:lnTo>
                  <a:lnTo>
                    <a:pt x="1528246" y="68575"/>
                  </a:lnTo>
                  <a:lnTo>
                    <a:pt x="1567432" y="66861"/>
                  </a:lnTo>
                  <a:lnTo>
                    <a:pt x="1606618" y="65146"/>
                  </a:lnTo>
                  <a:lnTo>
                    <a:pt x="1645803" y="63432"/>
                  </a:lnTo>
                  <a:lnTo>
                    <a:pt x="1684989" y="61717"/>
                  </a:lnTo>
                  <a:lnTo>
                    <a:pt x="1724175" y="60003"/>
                  </a:lnTo>
                  <a:lnTo>
                    <a:pt x="1763361" y="58289"/>
                  </a:lnTo>
                  <a:lnTo>
                    <a:pt x="1802547" y="56574"/>
                  </a:lnTo>
                  <a:lnTo>
                    <a:pt x="1841733" y="54860"/>
                  </a:lnTo>
                  <a:lnTo>
                    <a:pt x="1880918" y="53145"/>
                  </a:lnTo>
                  <a:lnTo>
                    <a:pt x="1920104" y="51431"/>
                  </a:lnTo>
                  <a:lnTo>
                    <a:pt x="1959290" y="49717"/>
                  </a:lnTo>
                  <a:lnTo>
                    <a:pt x="1998476" y="48002"/>
                  </a:lnTo>
                  <a:lnTo>
                    <a:pt x="2037662" y="46288"/>
                  </a:lnTo>
                  <a:lnTo>
                    <a:pt x="2076847" y="44574"/>
                  </a:lnTo>
                  <a:lnTo>
                    <a:pt x="2116033" y="42859"/>
                  </a:lnTo>
                  <a:lnTo>
                    <a:pt x="2155219" y="41145"/>
                  </a:lnTo>
                  <a:lnTo>
                    <a:pt x="2194405" y="39430"/>
                  </a:lnTo>
                  <a:lnTo>
                    <a:pt x="2233591" y="37716"/>
                  </a:lnTo>
                  <a:lnTo>
                    <a:pt x="2272776" y="36002"/>
                  </a:lnTo>
                  <a:lnTo>
                    <a:pt x="2311962" y="34287"/>
                  </a:lnTo>
                  <a:lnTo>
                    <a:pt x="2351148" y="32573"/>
                  </a:lnTo>
                  <a:lnTo>
                    <a:pt x="2390334" y="30858"/>
                  </a:lnTo>
                  <a:lnTo>
                    <a:pt x="2429520" y="29144"/>
                  </a:lnTo>
                  <a:lnTo>
                    <a:pt x="2468705" y="27430"/>
                  </a:lnTo>
                  <a:lnTo>
                    <a:pt x="2507891" y="25715"/>
                  </a:lnTo>
                  <a:lnTo>
                    <a:pt x="2547077" y="24001"/>
                  </a:lnTo>
                  <a:lnTo>
                    <a:pt x="2586263" y="22287"/>
                  </a:lnTo>
                  <a:lnTo>
                    <a:pt x="2625449" y="20572"/>
                  </a:lnTo>
                  <a:lnTo>
                    <a:pt x="2664635" y="18858"/>
                  </a:lnTo>
                  <a:lnTo>
                    <a:pt x="2703820" y="17143"/>
                  </a:lnTo>
                  <a:lnTo>
                    <a:pt x="2743006" y="15429"/>
                  </a:lnTo>
                  <a:lnTo>
                    <a:pt x="2782192" y="13715"/>
                  </a:lnTo>
                  <a:lnTo>
                    <a:pt x="2821378" y="12000"/>
                  </a:lnTo>
                  <a:lnTo>
                    <a:pt x="2860564" y="10286"/>
                  </a:lnTo>
                  <a:lnTo>
                    <a:pt x="2899749" y="8571"/>
                  </a:lnTo>
                  <a:lnTo>
                    <a:pt x="2938935" y="6857"/>
                  </a:lnTo>
                  <a:lnTo>
                    <a:pt x="2978121" y="5143"/>
                  </a:lnTo>
                  <a:lnTo>
                    <a:pt x="3017307" y="3428"/>
                  </a:lnTo>
                  <a:lnTo>
                    <a:pt x="3056493" y="1714"/>
                  </a:lnTo>
                  <a:lnTo>
                    <a:pt x="3095678" y="0"/>
                  </a:lnTo>
                </a:path>
              </a:pathLst>
            </a:custGeom>
            <a:ln w="16260" cap="flat">
              <a:solidFill>
                <a:srgbClr val="2A2A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l1491"/>
            <p:cNvSpPr/>
            <p:nvPr/>
          </p:nvSpPr>
          <p:spPr>
            <a:xfrm>
              <a:off x="7715347" y="5256522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l1492"/>
            <p:cNvSpPr/>
            <p:nvPr/>
          </p:nvSpPr>
          <p:spPr>
            <a:xfrm>
              <a:off x="7715347" y="4938935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l1493"/>
            <p:cNvSpPr/>
            <p:nvPr/>
          </p:nvSpPr>
          <p:spPr>
            <a:xfrm>
              <a:off x="7715347" y="4621348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l1494"/>
            <p:cNvSpPr/>
            <p:nvPr/>
          </p:nvSpPr>
          <p:spPr>
            <a:xfrm>
              <a:off x="7715347" y="4303761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l1495"/>
            <p:cNvSpPr/>
            <p:nvPr/>
          </p:nvSpPr>
          <p:spPr>
            <a:xfrm>
              <a:off x="7715347" y="3986174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l1496"/>
            <p:cNvSpPr/>
            <p:nvPr/>
          </p:nvSpPr>
          <p:spPr>
            <a:xfrm>
              <a:off x="7868428" y="3942325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l1497"/>
            <p:cNvSpPr/>
            <p:nvPr/>
          </p:nvSpPr>
          <p:spPr>
            <a:xfrm>
              <a:off x="8642773" y="3942325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l1498"/>
            <p:cNvSpPr/>
            <p:nvPr/>
          </p:nvSpPr>
          <p:spPr>
            <a:xfrm>
              <a:off x="9417119" y="3942325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l1499"/>
            <p:cNvSpPr/>
            <p:nvPr/>
          </p:nvSpPr>
          <p:spPr>
            <a:xfrm>
              <a:off x="10191464" y="3942325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l1500"/>
            <p:cNvSpPr/>
            <p:nvPr/>
          </p:nvSpPr>
          <p:spPr>
            <a:xfrm>
              <a:off x="10965810" y="3942325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l1501"/>
            <p:cNvSpPr/>
            <p:nvPr/>
          </p:nvSpPr>
          <p:spPr>
            <a:xfrm>
              <a:off x="7715347" y="5256522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12934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03" name="pt1502"/>
            <p:cNvSpPr/>
            <p:nvPr/>
          </p:nvSpPr>
          <p:spPr>
            <a:xfrm>
              <a:off x="7849730" y="436358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3"/>
            <p:cNvSpPr/>
            <p:nvPr/>
          </p:nvSpPr>
          <p:spPr>
            <a:xfrm>
              <a:off x="7894332" y="438693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4"/>
            <p:cNvSpPr/>
            <p:nvPr/>
          </p:nvSpPr>
          <p:spPr>
            <a:xfrm>
              <a:off x="7885040" y="479016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5"/>
            <p:cNvSpPr/>
            <p:nvPr/>
          </p:nvSpPr>
          <p:spPr>
            <a:xfrm>
              <a:off x="7962475" y="438894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6"/>
            <p:cNvSpPr/>
            <p:nvPr/>
          </p:nvSpPr>
          <p:spPr>
            <a:xfrm>
              <a:off x="7906722" y="447197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7"/>
            <p:cNvSpPr/>
            <p:nvPr/>
          </p:nvSpPr>
          <p:spPr>
            <a:xfrm>
              <a:off x="7883182" y="456562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8"/>
            <p:cNvSpPr/>
            <p:nvPr/>
          </p:nvSpPr>
          <p:spPr>
            <a:xfrm>
              <a:off x="7856854" y="431967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09"/>
            <p:cNvSpPr/>
            <p:nvPr/>
          </p:nvSpPr>
          <p:spPr>
            <a:xfrm>
              <a:off x="7863358" y="472509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0"/>
            <p:cNvSpPr/>
            <p:nvPr/>
          </p:nvSpPr>
          <p:spPr>
            <a:xfrm>
              <a:off x="7849885" y="47326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1"/>
            <p:cNvSpPr/>
            <p:nvPr/>
          </p:nvSpPr>
          <p:spPr>
            <a:xfrm>
              <a:off x="7850659" y="427269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2"/>
            <p:cNvSpPr/>
            <p:nvPr/>
          </p:nvSpPr>
          <p:spPr>
            <a:xfrm>
              <a:off x="7850040" y="412378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3"/>
            <p:cNvSpPr/>
            <p:nvPr/>
          </p:nvSpPr>
          <p:spPr>
            <a:xfrm>
              <a:off x="8005838" y="431051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4"/>
            <p:cNvSpPr/>
            <p:nvPr/>
          </p:nvSpPr>
          <p:spPr>
            <a:xfrm>
              <a:off x="7858402" y="423889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5"/>
            <p:cNvSpPr/>
            <p:nvPr/>
          </p:nvSpPr>
          <p:spPr>
            <a:xfrm>
              <a:off x="7857783" y="497619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6"/>
            <p:cNvSpPr/>
            <p:nvPr/>
          </p:nvSpPr>
          <p:spPr>
            <a:xfrm>
              <a:off x="7856544" y="467245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7"/>
            <p:cNvSpPr/>
            <p:nvPr/>
          </p:nvSpPr>
          <p:spPr>
            <a:xfrm>
              <a:off x="7914930" y="458566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8"/>
            <p:cNvSpPr/>
            <p:nvPr/>
          </p:nvSpPr>
          <p:spPr>
            <a:xfrm>
              <a:off x="8112698" y="462276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19"/>
            <p:cNvSpPr/>
            <p:nvPr/>
          </p:nvSpPr>
          <p:spPr>
            <a:xfrm>
              <a:off x="7938470" y="450965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0"/>
            <p:cNvSpPr/>
            <p:nvPr/>
          </p:nvSpPr>
          <p:spPr>
            <a:xfrm>
              <a:off x="8204070" y="438451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1"/>
            <p:cNvSpPr/>
            <p:nvPr/>
          </p:nvSpPr>
          <p:spPr>
            <a:xfrm>
              <a:off x="8199424" y="444189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2"/>
            <p:cNvSpPr/>
            <p:nvPr/>
          </p:nvSpPr>
          <p:spPr>
            <a:xfrm>
              <a:off x="8854521" y="451395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3"/>
            <p:cNvSpPr/>
            <p:nvPr/>
          </p:nvSpPr>
          <p:spPr>
            <a:xfrm>
              <a:off x="7854995" y="498760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4"/>
            <p:cNvSpPr/>
            <p:nvPr/>
          </p:nvSpPr>
          <p:spPr>
            <a:xfrm>
              <a:off x="7857628" y="492820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5"/>
            <p:cNvSpPr/>
            <p:nvPr/>
          </p:nvSpPr>
          <p:spPr>
            <a:xfrm>
              <a:off x="7854995" y="466745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6"/>
            <p:cNvSpPr/>
            <p:nvPr/>
          </p:nvSpPr>
          <p:spPr>
            <a:xfrm>
              <a:off x="7854995" y="437298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7"/>
            <p:cNvSpPr/>
            <p:nvPr/>
          </p:nvSpPr>
          <p:spPr>
            <a:xfrm>
              <a:off x="7854840" y="440496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8"/>
            <p:cNvSpPr/>
            <p:nvPr/>
          </p:nvSpPr>
          <p:spPr>
            <a:xfrm>
              <a:off x="7858557" y="486014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29"/>
            <p:cNvSpPr/>
            <p:nvPr/>
          </p:nvSpPr>
          <p:spPr>
            <a:xfrm>
              <a:off x="7856544" y="444227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0"/>
            <p:cNvSpPr/>
            <p:nvPr/>
          </p:nvSpPr>
          <p:spPr>
            <a:xfrm>
              <a:off x="7861190" y="478588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1"/>
            <p:cNvSpPr/>
            <p:nvPr/>
          </p:nvSpPr>
          <p:spPr>
            <a:xfrm>
              <a:off x="9071337" y="482198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2"/>
            <p:cNvSpPr/>
            <p:nvPr/>
          </p:nvSpPr>
          <p:spPr>
            <a:xfrm>
              <a:off x="8148317" y="456595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3"/>
            <p:cNvSpPr/>
            <p:nvPr/>
          </p:nvSpPr>
          <p:spPr>
            <a:xfrm>
              <a:off x="8276394" y="434599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4"/>
            <p:cNvSpPr/>
            <p:nvPr/>
          </p:nvSpPr>
          <p:spPr>
            <a:xfrm>
              <a:off x="7939244" y="478791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5"/>
            <p:cNvSpPr/>
            <p:nvPr/>
          </p:nvSpPr>
          <p:spPr>
            <a:xfrm>
              <a:off x="7891235" y="476336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6"/>
            <p:cNvSpPr/>
            <p:nvPr/>
          </p:nvSpPr>
          <p:spPr>
            <a:xfrm>
              <a:off x="8116105" y="458434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7"/>
            <p:cNvSpPr/>
            <p:nvPr/>
          </p:nvSpPr>
          <p:spPr>
            <a:xfrm>
              <a:off x="8051524" y="479984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8"/>
            <p:cNvSpPr/>
            <p:nvPr/>
          </p:nvSpPr>
          <p:spPr>
            <a:xfrm>
              <a:off x="8049201" y="448526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39"/>
            <p:cNvSpPr/>
            <p:nvPr/>
          </p:nvSpPr>
          <p:spPr>
            <a:xfrm>
              <a:off x="7935682" y="454621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0"/>
            <p:cNvSpPr/>
            <p:nvPr/>
          </p:nvSpPr>
          <p:spPr>
            <a:xfrm>
              <a:off x="8153619" y="486241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1"/>
            <p:cNvSpPr/>
            <p:nvPr/>
          </p:nvSpPr>
          <p:spPr>
            <a:xfrm>
              <a:off x="8331063" y="466431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2"/>
            <p:cNvSpPr/>
            <p:nvPr/>
          </p:nvSpPr>
          <p:spPr>
            <a:xfrm>
              <a:off x="8084047" y="443521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3"/>
            <p:cNvSpPr/>
            <p:nvPr/>
          </p:nvSpPr>
          <p:spPr>
            <a:xfrm>
              <a:off x="7945439" y="464249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4"/>
            <p:cNvSpPr/>
            <p:nvPr/>
          </p:nvSpPr>
          <p:spPr>
            <a:xfrm>
              <a:off x="7854840" y="478379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5"/>
            <p:cNvSpPr/>
            <p:nvPr/>
          </p:nvSpPr>
          <p:spPr>
            <a:xfrm>
              <a:off x="7855305" y="481908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6"/>
            <p:cNvSpPr/>
            <p:nvPr/>
          </p:nvSpPr>
          <p:spPr>
            <a:xfrm>
              <a:off x="7879465" y="43858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7"/>
            <p:cNvSpPr/>
            <p:nvPr/>
          </p:nvSpPr>
          <p:spPr>
            <a:xfrm>
              <a:off x="7860416" y="465128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8"/>
            <p:cNvSpPr/>
            <p:nvPr/>
          </p:nvSpPr>
          <p:spPr>
            <a:xfrm>
              <a:off x="7858402" y="455636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49"/>
            <p:cNvSpPr/>
            <p:nvPr/>
          </p:nvSpPr>
          <p:spPr>
            <a:xfrm>
              <a:off x="7875748" y="418349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0"/>
            <p:cNvSpPr/>
            <p:nvPr/>
          </p:nvSpPr>
          <p:spPr>
            <a:xfrm>
              <a:off x="7853602" y="456904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1"/>
            <p:cNvSpPr/>
            <p:nvPr/>
          </p:nvSpPr>
          <p:spPr>
            <a:xfrm>
              <a:off x="7938315" y="44547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2"/>
            <p:cNvSpPr/>
            <p:nvPr/>
          </p:nvSpPr>
          <p:spPr>
            <a:xfrm>
              <a:off x="7875283" y="489613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3"/>
            <p:cNvSpPr/>
            <p:nvPr/>
          </p:nvSpPr>
          <p:spPr>
            <a:xfrm>
              <a:off x="7988802" y="438740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4"/>
            <p:cNvSpPr/>
            <p:nvPr/>
          </p:nvSpPr>
          <p:spPr>
            <a:xfrm>
              <a:off x="8018227" y="461711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5"/>
            <p:cNvSpPr/>
            <p:nvPr/>
          </p:nvSpPr>
          <p:spPr>
            <a:xfrm>
              <a:off x="7850659" y="489118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6"/>
            <p:cNvSpPr/>
            <p:nvPr/>
          </p:nvSpPr>
          <p:spPr>
            <a:xfrm>
              <a:off x="7931656" y="479380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7"/>
            <p:cNvSpPr/>
            <p:nvPr/>
          </p:nvSpPr>
          <p:spPr>
            <a:xfrm>
              <a:off x="7922983" y="45275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8"/>
            <p:cNvSpPr/>
            <p:nvPr/>
          </p:nvSpPr>
          <p:spPr>
            <a:xfrm>
              <a:off x="7860261" y="458948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59"/>
            <p:cNvSpPr/>
            <p:nvPr/>
          </p:nvSpPr>
          <p:spPr>
            <a:xfrm>
              <a:off x="8173097" y="489745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0"/>
            <p:cNvSpPr/>
            <p:nvPr/>
          </p:nvSpPr>
          <p:spPr>
            <a:xfrm>
              <a:off x="8004289" y="453515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1"/>
            <p:cNvSpPr/>
            <p:nvPr/>
          </p:nvSpPr>
          <p:spPr>
            <a:xfrm>
              <a:off x="8016679" y="477737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2"/>
            <p:cNvSpPr/>
            <p:nvPr/>
          </p:nvSpPr>
          <p:spPr>
            <a:xfrm>
              <a:off x="7887053" y="41669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3"/>
            <p:cNvSpPr/>
            <p:nvPr/>
          </p:nvSpPr>
          <p:spPr>
            <a:xfrm>
              <a:off x="7885969" y="431347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4"/>
            <p:cNvSpPr/>
            <p:nvPr/>
          </p:nvSpPr>
          <p:spPr>
            <a:xfrm>
              <a:off x="7850659" y="479168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5"/>
            <p:cNvSpPr/>
            <p:nvPr/>
          </p:nvSpPr>
          <p:spPr>
            <a:xfrm>
              <a:off x="7879620" y="462704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6"/>
            <p:cNvSpPr/>
            <p:nvPr/>
          </p:nvSpPr>
          <p:spPr>
            <a:xfrm>
              <a:off x="7851743" y="493960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7"/>
            <p:cNvSpPr/>
            <p:nvPr/>
          </p:nvSpPr>
          <p:spPr>
            <a:xfrm>
              <a:off x="7877296" y="451760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8"/>
            <p:cNvSpPr/>
            <p:nvPr/>
          </p:nvSpPr>
          <p:spPr>
            <a:xfrm>
              <a:off x="7869863" y="478638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69"/>
            <p:cNvSpPr/>
            <p:nvPr/>
          </p:nvSpPr>
          <p:spPr>
            <a:xfrm>
              <a:off x="7874199" y="497255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0"/>
            <p:cNvSpPr/>
            <p:nvPr/>
          </p:nvSpPr>
          <p:spPr>
            <a:xfrm>
              <a:off x="7863978" y="470548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1"/>
            <p:cNvSpPr/>
            <p:nvPr/>
          </p:nvSpPr>
          <p:spPr>
            <a:xfrm>
              <a:off x="7864133" y="500234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2"/>
            <p:cNvSpPr/>
            <p:nvPr/>
          </p:nvSpPr>
          <p:spPr>
            <a:xfrm>
              <a:off x="7985705" y="438609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3"/>
            <p:cNvSpPr/>
            <p:nvPr/>
          </p:nvSpPr>
          <p:spPr>
            <a:xfrm>
              <a:off x="7919111" y="444439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4"/>
            <p:cNvSpPr/>
            <p:nvPr/>
          </p:nvSpPr>
          <p:spPr>
            <a:xfrm>
              <a:off x="7855305" y="459452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5"/>
            <p:cNvSpPr/>
            <p:nvPr/>
          </p:nvSpPr>
          <p:spPr>
            <a:xfrm>
              <a:off x="7853602" y="469378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6"/>
            <p:cNvSpPr/>
            <p:nvPr/>
          </p:nvSpPr>
          <p:spPr>
            <a:xfrm>
              <a:off x="7853756" y="505905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7"/>
            <p:cNvSpPr/>
            <p:nvPr/>
          </p:nvSpPr>
          <p:spPr>
            <a:xfrm>
              <a:off x="7852285" y="460217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8"/>
            <p:cNvSpPr/>
            <p:nvPr/>
          </p:nvSpPr>
          <p:spPr>
            <a:xfrm>
              <a:off x="7854360" y="457799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79"/>
            <p:cNvSpPr/>
            <p:nvPr/>
          </p:nvSpPr>
          <p:spPr>
            <a:xfrm>
              <a:off x="7862429" y="473542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0"/>
            <p:cNvSpPr/>
            <p:nvPr/>
          </p:nvSpPr>
          <p:spPr>
            <a:xfrm>
              <a:off x="7863436" y="470708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1"/>
            <p:cNvSpPr/>
            <p:nvPr/>
          </p:nvSpPr>
          <p:spPr>
            <a:xfrm>
              <a:off x="7859487" y="485585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2"/>
            <p:cNvSpPr/>
            <p:nvPr/>
          </p:nvSpPr>
          <p:spPr>
            <a:xfrm>
              <a:off x="7912452" y="43307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3"/>
            <p:cNvSpPr/>
            <p:nvPr/>
          </p:nvSpPr>
          <p:spPr>
            <a:xfrm>
              <a:off x="7853602" y="468363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4"/>
            <p:cNvSpPr/>
            <p:nvPr/>
          </p:nvSpPr>
          <p:spPr>
            <a:xfrm>
              <a:off x="7890305" y="419525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5"/>
            <p:cNvSpPr/>
            <p:nvPr/>
          </p:nvSpPr>
          <p:spPr>
            <a:xfrm>
              <a:off x="8075839" y="468128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6"/>
            <p:cNvSpPr/>
            <p:nvPr/>
          </p:nvSpPr>
          <p:spPr>
            <a:xfrm>
              <a:off x="7900837" y="468643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7"/>
            <p:cNvSpPr/>
            <p:nvPr/>
          </p:nvSpPr>
          <p:spPr>
            <a:xfrm>
              <a:off x="7911832" y="428357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8"/>
            <p:cNvSpPr/>
            <p:nvPr/>
          </p:nvSpPr>
          <p:spPr>
            <a:xfrm>
              <a:off x="7851124" y="480551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89"/>
            <p:cNvSpPr/>
            <p:nvPr/>
          </p:nvSpPr>
          <p:spPr>
            <a:xfrm>
              <a:off x="7855150" y="41287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0"/>
            <p:cNvSpPr/>
            <p:nvPr/>
          </p:nvSpPr>
          <p:spPr>
            <a:xfrm>
              <a:off x="8057719" y="410206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1"/>
            <p:cNvSpPr/>
            <p:nvPr/>
          </p:nvSpPr>
          <p:spPr>
            <a:xfrm>
              <a:off x="7888757" y="464491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2"/>
            <p:cNvSpPr/>
            <p:nvPr/>
          </p:nvSpPr>
          <p:spPr>
            <a:xfrm>
              <a:off x="7931501" y="420642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3"/>
            <p:cNvSpPr/>
            <p:nvPr/>
          </p:nvSpPr>
          <p:spPr>
            <a:xfrm>
              <a:off x="7865372" y="430330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4"/>
            <p:cNvSpPr/>
            <p:nvPr/>
          </p:nvSpPr>
          <p:spPr>
            <a:xfrm>
              <a:off x="7895881" y="484411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5"/>
            <p:cNvSpPr/>
            <p:nvPr/>
          </p:nvSpPr>
          <p:spPr>
            <a:xfrm>
              <a:off x="7898204" y="438246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6"/>
            <p:cNvSpPr/>
            <p:nvPr/>
          </p:nvSpPr>
          <p:spPr>
            <a:xfrm>
              <a:off x="10945254" y="487458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7"/>
            <p:cNvSpPr/>
            <p:nvPr/>
          </p:nvSpPr>
          <p:spPr>
            <a:xfrm>
              <a:off x="7871721" y="449685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8"/>
            <p:cNvSpPr/>
            <p:nvPr/>
          </p:nvSpPr>
          <p:spPr>
            <a:xfrm>
              <a:off x="7859951" y="413803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599"/>
            <p:cNvSpPr/>
            <p:nvPr/>
          </p:nvSpPr>
          <p:spPr>
            <a:xfrm>
              <a:off x="7904553" y="41719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0"/>
            <p:cNvSpPr/>
            <p:nvPr/>
          </p:nvSpPr>
          <p:spPr>
            <a:xfrm>
              <a:off x="7853447" y="442182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1"/>
            <p:cNvSpPr/>
            <p:nvPr/>
          </p:nvSpPr>
          <p:spPr>
            <a:xfrm>
              <a:off x="7851433" y="454992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2"/>
            <p:cNvSpPr/>
            <p:nvPr/>
          </p:nvSpPr>
          <p:spPr>
            <a:xfrm>
              <a:off x="7864597" y="468803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3"/>
            <p:cNvSpPr/>
            <p:nvPr/>
          </p:nvSpPr>
          <p:spPr>
            <a:xfrm>
              <a:off x="7871411" y="451249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4"/>
            <p:cNvSpPr/>
            <p:nvPr/>
          </p:nvSpPr>
          <p:spPr>
            <a:xfrm>
              <a:off x="7860261" y="412893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5"/>
            <p:cNvSpPr/>
            <p:nvPr/>
          </p:nvSpPr>
          <p:spPr>
            <a:xfrm>
              <a:off x="7857164" y="479264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6"/>
            <p:cNvSpPr/>
            <p:nvPr/>
          </p:nvSpPr>
          <p:spPr>
            <a:xfrm>
              <a:off x="7865526" y="440081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7"/>
            <p:cNvSpPr/>
            <p:nvPr/>
          </p:nvSpPr>
          <p:spPr>
            <a:xfrm>
              <a:off x="7877606" y="423590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8"/>
            <p:cNvSpPr/>
            <p:nvPr/>
          </p:nvSpPr>
          <p:spPr>
            <a:xfrm>
              <a:off x="7862119" y="488772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09"/>
            <p:cNvSpPr/>
            <p:nvPr/>
          </p:nvSpPr>
          <p:spPr>
            <a:xfrm>
              <a:off x="7854376" y="491900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0"/>
            <p:cNvSpPr/>
            <p:nvPr/>
          </p:nvSpPr>
          <p:spPr>
            <a:xfrm>
              <a:off x="7852208" y="428005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1"/>
            <p:cNvSpPr/>
            <p:nvPr/>
          </p:nvSpPr>
          <p:spPr>
            <a:xfrm>
              <a:off x="7851588" y="439597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2"/>
            <p:cNvSpPr/>
            <p:nvPr/>
          </p:nvSpPr>
          <p:spPr>
            <a:xfrm>
              <a:off x="8078626" y="438892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3"/>
            <p:cNvSpPr/>
            <p:nvPr/>
          </p:nvSpPr>
          <p:spPr>
            <a:xfrm>
              <a:off x="8072432" y="460237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4"/>
            <p:cNvSpPr/>
            <p:nvPr/>
          </p:nvSpPr>
          <p:spPr>
            <a:xfrm>
              <a:off x="8122764" y="450492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5"/>
            <p:cNvSpPr/>
            <p:nvPr/>
          </p:nvSpPr>
          <p:spPr>
            <a:xfrm>
              <a:off x="8290952" y="462995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6"/>
            <p:cNvSpPr/>
            <p:nvPr/>
          </p:nvSpPr>
          <p:spPr>
            <a:xfrm>
              <a:off x="8183163" y="475247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7"/>
            <p:cNvSpPr/>
            <p:nvPr/>
          </p:nvSpPr>
          <p:spPr>
            <a:xfrm>
              <a:off x="7863513" y="492873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8"/>
            <p:cNvSpPr/>
            <p:nvPr/>
          </p:nvSpPr>
          <p:spPr>
            <a:xfrm>
              <a:off x="7854840" y="450374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19"/>
            <p:cNvSpPr/>
            <p:nvPr/>
          </p:nvSpPr>
          <p:spPr>
            <a:xfrm>
              <a:off x="7853447" y="465946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0"/>
            <p:cNvSpPr/>
            <p:nvPr/>
          </p:nvSpPr>
          <p:spPr>
            <a:xfrm>
              <a:off x="7854531" y="454703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1"/>
            <p:cNvSpPr/>
            <p:nvPr/>
          </p:nvSpPr>
          <p:spPr>
            <a:xfrm>
              <a:off x="7853756" y="452833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2"/>
            <p:cNvSpPr/>
            <p:nvPr/>
          </p:nvSpPr>
          <p:spPr>
            <a:xfrm>
              <a:off x="7851588" y="483613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3"/>
            <p:cNvSpPr/>
            <p:nvPr/>
          </p:nvSpPr>
          <p:spPr>
            <a:xfrm>
              <a:off x="7901456" y="472673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4"/>
            <p:cNvSpPr/>
            <p:nvPr/>
          </p:nvSpPr>
          <p:spPr>
            <a:xfrm>
              <a:off x="8031391" y="44292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5"/>
            <p:cNvSpPr/>
            <p:nvPr/>
          </p:nvSpPr>
          <p:spPr>
            <a:xfrm>
              <a:off x="7873889" y="442070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6"/>
            <p:cNvSpPr/>
            <p:nvPr/>
          </p:nvSpPr>
          <p:spPr>
            <a:xfrm>
              <a:off x="7851433" y="488287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7"/>
            <p:cNvSpPr/>
            <p:nvPr/>
          </p:nvSpPr>
          <p:spPr>
            <a:xfrm>
              <a:off x="7942836" y="464807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8"/>
            <p:cNvSpPr/>
            <p:nvPr/>
          </p:nvSpPr>
          <p:spPr>
            <a:xfrm>
              <a:off x="7851588" y="492275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29"/>
            <p:cNvSpPr/>
            <p:nvPr/>
          </p:nvSpPr>
          <p:spPr>
            <a:xfrm>
              <a:off x="7853447" y="462097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0"/>
            <p:cNvSpPr/>
            <p:nvPr/>
          </p:nvSpPr>
          <p:spPr>
            <a:xfrm>
              <a:off x="7854066" y="420880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1"/>
            <p:cNvSpPr/>
            <p:nvPr/>
          </p:nvSpPr>
          <p:spPr>
            <a:xfrm>
              <a:off x="7852827" y="42136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2"/>
            <p:cNvSpPr/>
            <p:nvPr/>
          </p:nvSpPr>
          <p:spPr>
            <a:xfrm>
              <a:off x="7850582" y="497050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3"/>
            <p:cNvSpPr/>
            <p:nvPr/>
          </p:nvSpPr>
          <p:spPr>
            <a:xfrm>
              <a:off x="8281505" y="449520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4"/>
            <p:cNvSpPr/>
            <p:nvPr/>
          </p:nvSpPr>
          <p:spPr>
            <a:xfrm>
              <a:off x="8504516" y="45341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5"/>
            <p:cNvSpPr/>
            <p:nvPr/>
          </p:nvSpPr>
          <p:spPr>
            <a:xfrm>
              <a:off x="8299160" y="434217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6"/>
            <p:cNvSpPr/>
            <p:nvPr/>
          </p:nvSpPr>
          <p:spPr>
            <a:xfrm>
              <a:off x="7853447" y="473037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7"/>
            <p:cNvSpPr/>
            <p:nvPr/>
          </p:nvSpPr>
          <p:spPr>
            <a:xfrm>
              <a:off x="7852756" y="486713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8"/>
            <p:cNvSpPr/>
            <p:nvPr/>
          </p:nvSpPr>
          <p:spPr>
            <a:xfrm>
              <a:off x="7854168" y="467670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39"/>
            <p:cNvSpPr/>
            <p:nvPr/>
          </p:nvSpPr>
          <p:spPr>
            <a:xfrm>
              <a:off x="7853756" y="477753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0"/>
            <p:cNvSpPr/>
            <p:nvPr/>
          </p:nvSpPr>
          <p:spPr>
            <a:xfrm>
              <a:off x="7850969" y="474812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1"/>
            <p:cNvSpPr/>
            <p:nvPr/>
          </p:nvSpPr>
          <p:spPr>
            <a:xfrm>
              <a:off x="7849885" y="478492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2"/>
            <p:cNvSpPr/>
            <p:nvPr/>
          </p:nvSpPr>
          <p:spPr>
            <a:xfrm>
              <a:off x="7850194" y="437195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3"/>
            <p:cNvSpPr/>
            <p:nvPr/>
          </p:nvSpPr>
          <p:spPr>
            <a:xfrm>
              <a:off x="7849807" y="457539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4"/>
            <p:cNvSpPr/>
            <p:nvPr/>
          </p:nvSpPr>
          <p:spPr>
            <a:xfrm>
              <a:off x="8007085" y="398435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5"/>
            <p:cNvSpPr/>
            <p:nvPr/>
          </p:nvSpPr>
          <p:spPr>
            <a:xfrm>
              <a:off x="7855850" y="437262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6"/>
            <p:cNvSpPr/>
            <p:nvPr/>
          </p:nvSpPr>
          <p:spPr>
            <a:xfrm>
              <a:off x="7851898" y="460180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7"/>
            <p:cNvSpPr/>
            <p:nvPr/>
          </p:nvSpPr>
          <p:spPr>
            <a:xfrm>
              <a:off x="7891080" y="483350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8"/>
            <p:cNvSpPr/>
            <p:nvPr/>
          </p:nvSpPr>
          <p:spPr>
            <a:xfrm>
              <a:off x="8479737" y="432611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49"/>
            <p:cNvSpPr/>
            <p:nvPr/>
          </p:nvSpPr>
          <p:spPr>
            <a:xfrm>
              <a:off x="8103405" y="437672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0"/>
            <p:cNvSpPr/>
            <p:nvPr/>
          </p:nvSpPr>
          <p:spPr>
            <a:xfrm>
              <a:off x="7855925" y="450651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1"/>
            <p:cNvSpPr/>
            <p:nvPr/>
          </p:nvSpPr>
          <p:spPr>
            <a:xfrm>
              <a:off x="7850040" y="437250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2"/>
            <p:cNvSpPr/>
            <p:nvPr/>
          </p:nvSpPr>
          <p:spPr>
            <a:xfrm>
              <a:off x="7850659" y="435853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3"/>
            <p:cNvSpPr/>
            <p:nvPr/>
          </p:nvSpPr>
          <p:spPr>
            <a:xfrm>
              <a:off x="7901611" y="435915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4"/>
            <p:cNvSpPr/>
            <p:nvPr/>
          </p:nvSpPr>
          <p:spPr>
            <a:xfrm>
              <a:off x="7892008" y="429876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5"/>
            <p:cNvSpPr/>
            <p:nvPr/>
          </p:nvSpPr>
          <p:spPr>
            <a:xfrm>
              <a:off x="7854531" y="476207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6"/>
            <p:cNvSpPr/>
            <p:nvPr/>
          </p:nvSpPr>
          <p:spPr>
            <a:xfrm>
              <a:off x="7861500" y="427286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7"/>
            <p:cNvSpPr/>
            <p:nvPr/>
          </p:nvSpPr>
          <p:spPr>
            <a:xfrm>
              <a:off x="7858093" y="437468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8"/>
            <p:cNvSpPr/>
            <p:nvPr/>
          </p:nvSpPr>
          <p:spPr>
            <a:xfrm>
              <a:off x="7858557" y="447454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59"/>
            <p:cNvSpPr/>
            <p:nvPr/>
          </p:nvSpPr>
          <p:spPr>
            <a:xfrm>
              <a:off x="7858248" y="459624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0"/>
            <p:cNvSpPr/>
            <p:nvPr/>
          </p:nvSpPr>
          <p:spPr>
            <a:xfrm>
              <a:off x="7955505" y="481361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1"/>
            <p:cNvSpPr/>
            <p:nvPr/>
          </p:nvSpPr>
          <p:spPr>
            <a:xfrm>
              <a:off x="7940018" y="431667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2"/>
            <p:cNvSpPr/>
            <p:nvPr/>
          </p:nvSpPr>
          <p:spPr>
            <a:xfrm>
              <a:off x="7849575" y="513414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3"/>
            <p:cNvSpPr/>
            <p:nvPr/>
          </p:nvSpPr>
          <p:spPr>
            <a:xfrm>
              <a:off x="7852208" y="476251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4"/>
            <p:cNvSpPr/>
            <p:nvPr/>
          </p:nvSpPr>
          <p:spPr>
            <a:xfrm>
              <a:off x="7852208" y="443108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5"/>
            <p:cNvSpPr/>
            <p:nvPr/>
          </p:nvSpPr>
          <p:spPr>
            <a:xfrm>
              <a:off x="7852827" y="469424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6"/>
            <p:cNvSpPr/>
            <p:nvPr/>
          </p:nvSpPr>
          <p:spPr>
            <a:xfrm>
              <a:off x="7853137" y="436717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7"/>
            <p:cNvSpPr/>
            <p:nvPr/>
          </p:nvSpPr>
          <p:spPr>
            <a:xfrm>
              <a:off x="7957066" y="428188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8"/>
            <p:cNvSpPr/>
            <p:nvPr/>
          </p:nvSpPr>
          <p:spPr>
            <a:xfrm>
              <a:off x="7851278" y="439649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69"/>
            <p:cNvSpPr/>
            <p:nvPr/>
          </p:nvSpPr>
          <p:spPr>
            <a:xfrm>
              <a:off x="7853911" y="474413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0"/>
            <p:cNvSpPr/>
            <p:nvPr/>
          </p:nvSpPr>
          <p:spPr>
            <a:xfrm>
              <a:off x="8018227" y="45125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1"/>
            <p:cNvSpPr/>
            <p:nvPr/>
          </p:nvSpPr>
          <p:spPr>
            <a:xfrm>
              <a:off x="7897120" y="40792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2"/>
            <p:cNvSpPr/>
            <p:nvPr/>
          </p:nvSpPr>
          <p:spPr>
            <a:xfrm>
              <a:off x="7861035" y="447533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3"/>
            <p:cNvSpPr/>
            <p:nvPr/>
          </p:nvSpPr>
          <p:spPr>
            <a:xfrm>
              <a:off x="7874044" y="40579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4"/>
            <p:cNvSpPr/>
            <p:nvPr/>
          </p:nvSpPr>
          <p:spPr>
            <a:xfrm>
              <a:off x="7870637" y="418732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5"/>
            <p:cNvSpPr/>
            <p:nvPr/>
          </p:nvSpPr>
          <p:spPr>
            <a:xfrm>
              <a:off x="7882252" y="452778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6"/>
            <p:cNvSpPr/>
            <p:nvPr/>
          </p:nvSpPr>
          <p:spPr>
            <a:xfrm>
              <a:off x="7905173" y="440068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7"/>
            <p:cNvSpPr/>
            <p:nvPr/>
          </p:nvSpPr>
          <p:spPr>
            <a:xfrm>
              <a:off x="7924996" y="452149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8"/>
            <p:cNvSpPr/>
            <p:nvPr/>
          </p:nvSpPr>
          <p:spPr>
            <a:xfrm>
              <a:off x="7915239" y="425906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79"/>
            <p:cNvSpPr/>
            <p:nvPr/>
          </p:nvSpPr>
          <p:spPr>
            <a:xfrm>
              <a:off x="8259204" y="432298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0"/>
            <p:cNvSpPr/>
            <p:nvPr/>
          </p:nvSpPr>
          <p:spPr>
            <a:xfrm>
              <a:off x="8196327" y="448234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1"/>
            <p:cNvSpPr/>
            <p:nvPr/>
          </p:nvSpPr>
          <p:spPr>
            <a:xfrm>
              <a:off x="7852053" y="468048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2"/>
            <p:cNvSpPr/>
            <p:nvPr/>
          </p:nvSpPr>
          <p:spPr>
            <a:xfrm>
              <a:off x="7889531" y="444075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3"/>
            <p:cNvSpPr/>
            <p:nvPr/>
          </p:nvSpPr>
          <p:spPr>
            <a:xfrm>
              <a:off x="7867075" y="475871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4"/>
            <p:cNvSpPr/>
            <p:nvPr/>
          </p:nvSpPr>
          <p:spPr>
            <a:xfrm>
              <a:off x="7921899" y="468645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5"/>
            <p:cNvSpPr/>
            <p:nvPr/>
          </p:nvSpPr>
          <p:spPr>
            <a:xfrm>
              <a:off x="7873270" y="448362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6"/>
            <p:cNvSpPr/>
            <p:nvPr/>
          </p:nvSpPr>
          <p:spPr>
            <a:xfrm>
              <a:off x="7887208" y="473170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7"/>
            <p:cNvSpPr/>
            <p:nvPr/>
          </p:nvSpPr>
          <p:spPr>
            <a:xfrm>
              <a:off x="7867385" y="514583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8"/>
            <p:cNvSpPr/>
            <p:nvPr/>
          </p:nvSpPr>
          <p:spPr>
            <a:xfrm>
              <a:off x="7850969" y="502396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89"/>
            <p:cNvSpPr/>
            <p:nvPr/>
          </p:nvSpPr>
          <p:spPr>
            <a:xfrm>
              <a:off x="7871721" y="478899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0"/>
            <p:cNvSpPr/>
            <p:nvPr/>
          </p:nvSpPr>
          <p:spPr>
            <a:xfrm>
              <a:off x="7866920" y="449299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1"/>
            <p:cNvSpPr/>
            <p:nvPr/>
          </p:nvSpPr>
          <p:spPr>
            <a:xfrm>
              <a:off x="7877296" y="437340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2"/>
            <p:cNvSpPr/>
            <p:nvPr/>
          </p:nvSpPr>
          <p:spPr>
            <a:xfrm>
              <a:off x="7870538" y="431749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3"/>
            <p:cNvSpPr/>
            <p:nvPr/>
          </p:nvSpPr>
          <p:spPr>
            <a:xfrm>
              <a:off x="7868624" y="439748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4"/>
            <p:cNvSpPr/>
            <p:nvPr/>
          </p:nvSpPr>
          <p:spPr>
            <a:xfrm>
              <a:off x="7902076" y="423266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5"/>
            <p:cNvSpPr/>
            <p:nvPr/>
          </p:nvSpPr>
          <p:spPr>
            <a:xfrm>
              <a:off x="7929487" y="414787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6"/>
            <p:cNvSpPr/>
            <p:nvPr/>
          </p:nvSpPr>
          <p:spPr>
            <a:xfrm>
              <a:off x="7916788" y="451682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t1697"/>
            <p:cNvSpPr/>
            <p:nvPr/>
          </p:nvSpPr>
          <p:spPr>
            <a:xfrm>
              <a:off x="7851368" y="459066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g1698"/>
            <p:cNvSpPr/>
            <p:nvPr/>
          </p:nvSpPr>
          <p:spPr>
            <a:xfrm>
              <a:off x="7870131" y="4308565"/>
              <a:ext cx="3095678" cy="760681"/>
            </a:xfrm>
            <a:custGeom>
              <a:avLst/>
              <a:pathLst>
                <a:path w="3095678" h="760681">
                  <a:moveTo>
                    <a:pt x="0" y="230509"/>
                  </a:moveTo>
                  <a:lnTo>
                    <a:pt x="39185" y="233360"/>
                  </a:lnTo>
                  <a:lnTo>
                    <a:pt x="78371" y="235538"/>
                  </a:lnTo>
                  <a:lnTo>
                    <a:pt x="117557" y="237000"/>
                  </a:lnTo>
                  <a:lnTo>
                    <a:pt x="156743" y="237743"/>
                  </a:lnTo>
                  <a:lnTo>
                    <a:pt x="195929" y="237810"/>
                  </a:lnTo>
                  <a:lnTo>
                    <a:pt x="235114" y="237274"/>
                  </a:lnTo>
                  <a:lnTo>
                    <a:pt x="274300" y="236224"/>
                  </a:lnTo>
                  <a:lnTo>
                    <a:pt x="313486" y="234749"/>
                  </a:lnTo>
                  <a:lnTo>
                    <a:pt x="352672" y="232928"/>
                  </a:lnTo>
                  <a:lnTo>
                    <a:pt x="391858" y="230828"/>
                  </a:lnTo>
                  <a:lnTo>
                    <a:pt x="431043" y="228505"/>
                  </a:lnTo>
                  <a:lnTo>
                    <a:pt x="470229" y="226002"/>
                  </a:lnTo>
                  <a:lnTo>
                    <a:pt x="509415" y="223354"/>
                  </a:lnTo>
                  <a:lnTo>
                    <a:pt x="548601" y="220588"/>
                  </a:lnTo>
                  <a:lnTo>
                    <a:pt x="587787" y="217724"/>
                  </a:lnTo>
                  <a:lnTo>
                    <a:pt x="626972" y="214779"/>
                  </a:lnTo>
                  <a:lnTo>
                    <a:pt x="666158" y="211768"/>
                  </a:lnTo>
                  <a:lnTo>
                    <a:pt x="705344" y="208700"/>
                  </a:lnTo>
                  <a:lnTo>
                    <a:pt x="744530" y="205585"/>
                  </a:lnTo>
                  <a:lnTo>
                    <a:pt x="783716" y="202429"/>
                  </a:lnTo>
                  <a:lnTo>
                    <a:pt x="822901" y="199238"/>
                  </a:lnTo>
                  <a:lnTo>
                    <a:pt x="862087" y="196016"/>
                  </a:lnTo>
                  <a:lnTo>
                    <a:pt x="901273" y="192769"/>
                  </a:lnTo>
                  <a:lnTo>
                    <a:pt x="940459" y="189498"/>
                  </a:lnTo>
                  <a:lnTo>
                    <a:pt x="979645" y="186207"/>
                  </a:lnTo>
                  <a:lnTo>
                    <a:pt x="1018831" y="182899"/>
                  </a:lnTo>
                  <a:lnTo>
                    <a:pt x="1058016" y="179574"/>
                  </a:lnTo>
                  <a:lnTo>
                    <a:pt x="1097202" y="176236"/>
                  </a:lnTo>
                  <a:lnTo>
                    <a:pt x="1136388" y="172885"/>
                  </a:lnTo>
                  <a:lnTo>
                    <a:pt x="1175574" y="169523"/>
                  </a:lnTo>
                  <a:lnTo>
                    <a:pt x="1214760" y="166151"/>
                  </a:lnTo>
                  <a:lnTo>
                    <a:pt x="1253945" y="162769"/>
                  </a:lnTo>
                  <a:lnTo>
                    <a:pt x="1293131" y="159379"/>
                  </a:lnTo>
                  <a:lnTo>
                    <a:pt x="1332317" y="155982"/>
                  </a:lnTo>
                  <a:lnTo>
                    <a:pt x="1371503" y="152577"/>
                  </a:lnTo>
                  <a:lnTo>
                    <a:pt x="1410689" y="149167"/>
                  </a:lnTo>
                  <a:lnTo>
                    <a:pt x="1449874" y="145750"/>
                  </a:lnTo>
                  <a:lnTo>
                    <a:pt x="1489060" y="142329"/>
                  </a:lnTo>
                  <a:lnTo>
                    <a:pt x="1528246" y="138902"/>
                  </a:lnTo>
                  <a:lnTo>
                    <a:pt x="1567432" y="135471"/>
                  </a:lnTo>
                  <a:lnTo>
                    <a:pt x="1606618" y="132036"/>
                  </a:lnTo>
                  <a:lnTo>
                    <a:pt x="1645803" y="128596"/>
                  </a:lnTo>
                  <a:lnTo>
                    <a:pt x="1684989" y="125154"/>
                  </a:lnTo>
                  <a:lnTo>
                    <a:pt x="1724175" y="121708"/>
                  </a:lnTo>
                  <a:lnTo>
                    <a:pt x="1763361" y="118258"/>
                  </a:lnTo>
                  <a:lnTo>
                    <a:pt x="1802547" y="114806"/>
                  </a:lnTo>
                  <a:lnTo>
                    <a:pt x="1841733" y="111352"/>
                  </a:lnTo>
                  <a:lnTo>
                    <a:pt x="1880918" y="107894"/>
                  </a:lnTo>
                  <a:lnTo>
                    <a:pt x="1920104" y="104435"/>
                  </a:lnTo>
                  <a:lnTo>
                    <a:pt x="1959290" y="100973"/>
                  </a:lnTo>
                  <a:lnTo>
                    <a:pt x="1998476" y="97509"/>
                  </a:lnTo>
                  <a:lnTo>
                    <a:pt x="2037662" y="94043"/>
                  </a:lnTo>
                  <a:lnTo>
                    <a:pt x="2076847" y="90575"/>
                  </a:lnTo>
                  <a:lnTo>
                    <a:pt x="2116033" y="87106"/>
                  </a:lnTo>
                  <a:lnTo>
                    <a:pt x="2155219" y="83635"/>
                  </a:lnTo>
                  <a:lnTo>
                    <a:pt x="2194405" y="80162"/>
                  </a:lnTo>
                  <a:lnTo>
                    <a:pt x="2233591" y="76688"/>
                  </a:lnTo>
                  <a:lnTo>
                    <a:pt x="2272776" y="73212"/>
                  </a:lnTo>
                  <a:lnTo>
                    <a:pt x="2311962" y="69735"/>
                  </a:lnTo>
                  <a:lnTo>
                    <a:pt x="2351148" y="66257"/>
                  </a:lnTo>
                  <a:lnTo>
                    <a:pt x="2390334" y="62778"/>
                  </a:lnTo>
                  <a:lnTo>
                    <a:pt x="2429520" y="59297"/>
                  </a:lnTo>
                  <a:lnTo>
                    <a:pt x="2468705" y="55816"/>
                  </a:lnTo>
                  <a:lnTo>
                    <a:pt x="2507891" y="52333"/>
                  </a:lnTo>
                  <a:lnTo>
                    <a:pt x="2547077" y="48850"/>
                  </a:lnTo>
                  <a:lnTo>
                    <a:pt x="2586263" y="45365"/>
                  </a:lnTo>
                  <a:lnTo>
                    <a:pt x="2625449" y="41880"/>
                  </a:lnTo>
                  <a:lnTo>
                    <a:pt x="2664635" y="38394"/>
                  </a:lnTo>
                  <a:lnTo>
                    <a:pt x="2703820" y="34907"/>
                  </a:lnTo>
                  <a:lnTo>
                    <a:pt x="2743006" y="31419"/>
                  </a:lnTo>
                  <a:lnTo>
                    <a:pt x="2782192" y="27931"/>
                  </a:lnTo>
                  <a:lnTo>
                    <a:pt x="2821378" y="24441"/>
                  </a:lnTo>
                  <a:lnTo>
                    <a:pt x="2860564" y="20951"/>
                  </a:lnTo>
                  <a:lnTo>
                    <a:pt x="2899749" y="17461"/>
                  </a:lnTo>
                  <a:lnTo>
                    <a:pt x="2938935" y="13970"/>
                  </a:lnTo>
                  <a:lnTo>
                    <a:pt x="2978121" y="10478"/>
                  </a:lnTo>
                  <a:lnTo>
                    <a:pt x="3017307" y="6986"/>
                  </a:lnTo>
                  <a:lnTo>
                    <a:pt x="3056493" y="3493"/>
                  </a:lnTo>
                  <a:lnTo>
                    <a:pt x="3095678" y="0"/>
                  </a:lnTo>
                  <a:lnTo>
                    <a:pt x="3095678" y="760681"/>
                  </a:lnTo>
                  <a:lnTo>
                    <a:pt x="3056493" y="754306"/>
                  </a:lnTo>
                  <a:lnTo>
                    <a:pt x="3017307" y="747932"/>
                  </a:lnTo>
                  <a:lnTo>
                    <a:pt x="2978121" y="741558"/>
                  </a:lnTo>
                  <a:lnTo>
                    <a:pt x="2938935" y="735185"/>
                  </a:lnTo>
                  <a:lnTo>
                    <a:pt x="2899749" y="728812"/>
                  </a:lnTo>
                  <a:lnTo>
                    <a:pt x="2860564" y="722440"/>
                  </a:lnTo>
                  <a:lnTo>
                    <a:pt x="2821378" y="716068"/>
                  </a:lnTo>
                  <a:lnTo>
                    <a:pt x="2782192" y="709698"/>
                  </a:lnTo>
                  <a:lnTo>
                    <a:pt x="2743006" y="703328"/>
                  </a:lnTo>
                  <a:lnTo>
                    <a:pt x="2703820" y="696958"/>
                  </a:lnTo>
                  <a:lnTo>
                    <a:pt x="2664635" y="690590"/>
                  </a:lnTo>
                  <a:lnTo>
                    <a:pt x="2625449" y="684222"/>
                  </a:lnTo>
                  <a:lnTo>
                    <a:pt x="2586263" y="677855"/>
                  </a:lnTo>
                  <a:lnTo>
                    <a:pt x="2547077" y="671489"/>
                  </a:lnTo>
                  <a:lnTo>
                    <a:pt x="2507891" y="665124"/>
                  </a:lnTo>
                  <a:lnTo>
                    <a:pt x="2468705" y="658760"/>
                  </a:lnTo>
                  <a:lnTo>
                    <a:pt x="2429520" y="652397"/>
                  </a:lnTo>
                  <a:lnTo>
                    <a:pt x="2390334" y="646035"/>
                  </a:lnTo>
                  <a:lnTo>
                    <a:pt x="2351148" y="639674"/>
                  </a:lnTo>
                  <a:lnTo>
                    <a:pt x="2311962" y="633314"/>
                  </a:lnTo>
                  <a:lnTo>
                    <a:pt x="2272776" y="626956"/>
                  </a:lnTo>
                  <a:lnTo>
                    <a:pt x="2233591" y="620599"/>
                  </a:lnTo>
                  <a:lnTo>
                    <a:pt x="2194405" y="614243"/>
                  </a:lnTo>
                  <a:lnTo>
                    <a:pt x="2155219" y="607889"/>
                  </a:lnTo>
                  <a:lnTo>
                    <a:pt x="2116033" y="601536"/>
                  </a:lnTo>
                  <a:lnTo>
                    <a:pt x="2076847" y="595185"/>
                  </a:lnTo>
                  <a:lnTo>
                    <a:pt x="2037662" y="588836"/>
                  </a:lnTo>
                  <a:lnTo>
                    <a:pt x="1998476" y="582488"/>
                  </a:lnTo>
                  <a:lnTo>
                    <a:pt x="1959290" y="576143"/>
                  </a:lnTo>
                  <a:lnTo>
                    <a:pt x="1920104" y="569799"/>
                  </a:lnTo>
                  <a:lnTo>
                    <a:pt x="1880918" y="563458"/>
                  </a:lnTo>
                  <a:lnTo>
                    <a:pt x="1841733" y="557119"/>
                  </a:lnTo>
                  <a:lnTo>
                    <a:pt x="1802547" y="550783"/>
                  </a:lnTo>
                  <a:lnTo>
                    <a:pt x="1763361" y="544449"/>
                  </a:lnTo>
                  <a:lnTo>
                    <a:pt x="1724175" y="538118"/>
                  </a:lnTo>
                  <a:lnTo>
                    <a:pt x="1684989" y="531791"/>
                  </a:lnTo>
                  <a:lnTo>
                    <a:pt x="1645803" y="525467"/>
                  </a:lnTo>
                  <a:lnTo>
                    <a:pt x="1606618" y="519146"/>
                  </a:lnTo>
                  <a:lnTo>
                    <a:pt x="1567432" y="512829"/>
                  </a:lnTo>
                  <a:lnTo>
                    <a:pt x="1528246" y="506516"/>
                  </a:lnTo>
                  <a:lnTo>
                    <a:pt x="1489060" y="500208"/>
                  </a:lnTo>
                  <a:lnTo>
                    <a:pt x="1449874" y="493905"/>
                  </a:lnTo>
                  <a:lnTo>
                    <a:pt x="1410689" y="487607"/>
                  </a:lnTo>
                  <a:lnTo>
                    <a:pt x="1371503" y="481315"/>
                  </a:lnTo>
                  <a:lnTo>
                    <a:pt x="1332317" y="475029"/>
                  </a:lnTo>
                  <a:lnTo>
                    <a:pt x="1293131" y="468750"/>
                  </a:lnTo>
                  <a:lnTo>
                    <a:pt x="1253945" y="462478"/>
                  </a:lnTo>
                  <a:lnTo>
                    <a:pt x="1214760" y="456215"/>
                  </a:lnTo>
                  <a:lnTo>
                    <a:pt x="1175574" y="449961"/>
                  </a:lnTo>
                  <a:lnTo>
                    <a:pt x="1136388" y="443718"/>
                  </a:lnTo>
                  <a:lnTo>
                    <a:pt x="1097202" y="437485"/>
                  </a:lnTo>
                  <a:lnTo>
                    <a:pt x="1058016" y="431265"/>
                  </a:lnTo>
                  <a:lnTo>
                    <a:pt x="1018831" y="425059"/>
                  </a:lnTo>
                  <a:lnTo>
                    <a:pt x="979645" y="418869"/>
                  </a:lnTo>
                  <a:lnTo>
                    <a:pt x="940459" y="412697"/>
                  </a:lnTo>
                  <a:lnTo>
                    <a:pt x="901273" y="406545"/>
                  </a:lnTo>
                  <a:lnTo>
                    <a:pt x="862087" y="400416"/>
                  </a:lnTo>
                  <a:lnTo>
                    <a:pt x="822901" y="394313"/>
                  </a:lnTo>
                  <a:lnTo>
                    <a:pt x="783716" y="388240"/>
                  </a:lnTo>
                  <a:lnTo>
                    <a:pt x="744530" y="382202"/>
                  </a:lnTo>
                  <a:lnTo>
                    <a:pt x="705344" y="376205"/>
                  </a:lnTo>
                  <a:lnTo>
                    <a:pt x="666158" y="370256"/>
                  </a:lnTo>
                  <a:lnTo>
                    <a:pt x="626972" y="364363"/>
                  </a:lnTo>
                  <a:lnTo>
                    <a:pt x="587787" y="358537"/>
                  </a:lnTo>
                  <a:lnTo>
                    <a:pt x="548601" y="352792"/>
                  </a:lnTo>
                  <a:lnTo>
                    <a:pt x="509415" y="347144"/>
                  </a:lnTo>
                  <a:lnTo>
                    <a:pt x="470229" y="341614"/>
                  </a:lnTo>
                  <a:lnTo>
                    <a:pt x="431043" y="336230"/>
                  </a:lnTo>
                  <a:lnTo>
                    <a:pt x="391858" y="331025"/>
                  </a:lnTo>
                  <a:lnTo>
                    <a:pt x="352672" y="326044"/>
                  </a:lnTo>
                  <a:lnTo>
                    <a:pt x="313486" y="321341"/>
                  </a:lnTo>
                  <a:lnTo>
                    <a:pt x="274300" y="316984"/>
                  </a:lnTo>
                  <a:lnTo>
                    <a:pt x="235114" y="313053"/>
                  </a:lnTo>
                  <a:lnTo>
                    <a:pt x="195929" y="309635"/>
                  </a:lnTo>
                  <a:lnTo>
                    <a:pt x="156743" y="306821"/>
                  </a:lnTo>
                  <a:lnTo>
                    <a:pt x="117557" y="304683"/>
                  </a:lnTo>
                  <a:lnTo>
                    <a:pt x="78371" y="303262"/>
                  </a:lnTo>
                  <a:lnTo>
                    <a:pt x="39185" y="302559"/>
                  </a:lnTo>
                  <a:lnTo>
                    <a:pt x="0" y="302528"/>
                  </a:lnTo>
                  <a:close/>
                </a:path>
              </a:pathLst>
            </a:custGeom>
            <a:solidFill>
              <a:srgbClr val="0E5A78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1700" name="pl1699"/>
            <p:cNvSpPr/>
            <p:nvPr/>
          </p:nvSpPr>
          <p:spPr>
            <a:xfrm>
              <a:off x="7870131" y="4308565"/>
              <a:ext cx="3095678" cy="237810"/>
            </a:xfrm>
            <a:custGeom>
              <a:avLst/>
              <a:pathLst>
                <a:path w="3095678" h="237810">
                  <a:moveTo>
                    <a:pt x="0" y="230509"/>
                  </a:moveTo>
                  <a:lnTo>
                    <a:pt x="39185" y="233360"/>
                  </a:lnTo>
                  <a:lnTo>
                    <a:pt x="78371" y="235538"/>
                  </a:lnTo>
                  <a:lnTo>
                    <a:pt x="117557" y="237000"/>
                  </a:lnTo>
                  <a:lnTo>
                    <a:pt x="156743" y="237743"/>
                  </a:lnTo>
                  <a:lnTo>
                    <a:pt x="195929" y="237810"/>
                  </a:lnTo>
                  <a:lnTo>
                    <a:pt x="235114" y="237274"/>
                  </a:lnTo>
                  <a:lnTo>
                    <a:pt x="274300" y="236224"/>
                  </a:lnTo>
                  <a:lnTo>
                    <a:pt x="313486" y="234749"/>
                  </a:lnTo>
                  <a:lnTo>
                    <a:pt x="352672" y="232928"/>
                  </a:lnTo>
                  <a:lnTo>
                    <a:pt x="391858" y="230828"/>
                  </a:lnTo>
                  <a:lnTo>
                    <a:pt x="431043" y="228505"/>
                  </a:lnTo>
                  <a:lnTo>
                    <a:pt x="470229" y="226002"/>
                  </a:lnTo>
                  <a:lnTo>
                    <a:pt x="509415" y="223354"/>
                  </a:lnTo>
                  <a:lnTo>
                    <a:pt x="548601" y="220588"/>
                  </a:lnTo>
                  <a:lnTo>
                    <a:pt x="587787" y="217724"/>
                  </a:lnTo>
                  <a:lnTo>
                    <a:pt x="626972" y="214779"/>
                  </a:lnTo>
                  <a:lnTo>
                    <a:pt x="666158" y="211768"/>
                  </a:lnTo>
                  <a:lnTo>
                    <a:pt x="705344" y="208700"/>
                  </a:lnTo>
                  <a:lnTo>
                    <a:pt x="744530" y="205585"/>
                  </a:lnTo>
                  <a:lnTo>
                    <a:pt x="783716" y="202429"/>
                  </a:lnTo>
                  <a:lnTo>
                    <a:pt x="822901" y="199238"/>
                  </a:lnTo>
                  <a:lnTo>
                    <a:pt x="862087" y="196016"/>
                  </a:lnTo>
                  <a:lnTo>
                    <a:pt x="901273" y="192769"/>
                  </a:lnTo>
                  <a:lnTo>
                    <a:pt x="940459" y="189498"/>
                  </a:lnTo>
                  <a:lnTo>
                    <a:pt x="979645" y="186207"/>
                  </a:lnTo>
                  <a:lnTo>
                    <a:pt x="1018831" y="182899"/>
                  </a:lnTo>
                  <a:lnTo>
                    <a:pt x="1058016" y="179574"/>
                  </a:lnTo>
                  <a:lnTo>
                    <a:pt x="1097202" y="176236"/>
                  </a:lnTo>
                  <a:lnTo>
                    <a:pt x="1136388" y="172885"/>
                  </a:lnTo>
                  <a:lnTo>
                    <a:pt x="1175574" y="169523"/>
                  </a:lnTo>
                  <a:lnTo>
                    <a:pt x="1214760" y="166151"/>
                  </a:lnTo>
                  <a:lnTo>
                    <a:pt x="1253945" y="162769"/>
                  </a:lnTo>
                  <a:lnTo>
                    <a:pt x="1293131" y="159379"/>
                  </a:lnTo>
                  <a:lnTo>
                    <a:pt x="1332317" y="155982"/>
                  </a:lnTo>
                  <a:lnTo>
                    <a:pt x="1371503" y="152577"/>
                  </a:lnTo>
                  <a:lnTo>
                    <a:pt x="1410689" y="149167"/>
                  </a:lnTo>
                  <a:lnTo>
                    <a:pt x="1449874" y="145750"/>
                  </a:lnTo>
                  <a:lnTo>
                    <a:pt x="1489060" y="142329"/>
                  </a:lnTo>
                  <a:lnTo>
                    <a:pt x="1528246" y="138902"/>
                  </a:lnTo>
                  <a:lnTo>
                    <a:pt x="1567432" y="135471"/>
                  </a:lnTo>
                  <a:lnTo>
                    <a:pt x="1606618" y="132036"/>
                  </a:lnTo>
                  <a:lnTo>
                    <a:pt x="1645803" y="128596"/>
                  </a:lnTo>
                  <a:lnTo>
                    <a:pt x="1684989" y="125154"/>
                  </a:lnTo>
                  <a:lnTo>
                    <a:pt x="1724175" y="121708"/>
                  </a:lnTo>
                  <a:lnTo>
                    <a:pt x="1763361" y="118258"/>
                  </a:lnTo>
                  <a:lnTo>
                    <a:pt x="1802547" y="114806"/>
                  </a:lnTo>
                  <a:lnTo>
                    <a:pt x="1841733" y="111352"/>
                  </a:lnTo>
                  <a:lnTo>
                    <a:pt x="1880918" y="107894"/>
                  </a:lnTo>
                  <a:lnTo>
                    <a:pt x="1920104" y="104435"/>
                  </a:lnTo>
                  <a:lnTo>
                    <a:pt x="1959290" y="100973"/>
                  </a:lnTo>
                  <a:lnTo>
                    <a:pt x="1998476" y="97509"/>
                  </a:lnTo>
                  <a:lnTo>
                    <a:pt x="2037662" y="94043"/>
                  </a:lnTo>
                  <a:lnTo>
                    <a:pt x="2076847" y="90575"/>
                  </a:lnTo>
                  <a:lnTo>
                    <a:pt x="2116033" y="87106"/>
                  </a:lnTo>
                  <a:lnTo>
                    <a:pt x="2155219" y="83635"/>
                  </a:lnTo>
                  <a:lnTo>
                    <a:pt x="2194405" y="80162"/>
                  </a:lnTo>
                  <a:lnTo>
                    <a:pt x="2233591" y="76688"/>
                  </a:lnTo>
                  <a:lnTo>
                    <a:pt x="2272776" y="73212"/>
                  </a:lnTo>
                  <a:lnTo>
                    <a:pt x="2311962" y="69735"/>
                  </a:lnTo>
                  <a:lnTo>
                    <a:pt x="2351148" y="66257"/>
                  </a:lnTo>
                  <a:lnTo>
                    <a:pt x="2390334" y="62778"/>
                  </a:lnTo>
                  <a:lnTo>
                    <a:pt x="2429520" y="59297"/>
                  </a:lnTo>
                  <a:lnTo>
                    <a:pt x="2468705" y="55816"/>
                  </a:lnTo>
                  <a:lnTo>
                    <a:pt x="2507891" y="52333"/>
                  </a:lnTo>
                  <a:lnTo>
                    <a:pt x="2547077" y="48850"/>
                  </a:lnTo>
                  <a:lnTo>
                    <a:pt x="2586263" y="45365"/>
                  </a:lnTo>
                  <a:lnTo>
                    <a:pt x="2625449" y="41880"/>
                  </a:lnTo>
                  <a:lnTo>
                    <a:pt x="2664635" y="38394"/>
                  </a:lnTo>
                  <a:lnTo>
                    <a:pt x="2703820" y="34907"/>
                  </a:lnTo>
                  <a:lnTo>
                    <a:pt x="2743006" y="31419"/>
                  </a:lnTo>
                  <a:lnTo>
                    <a:pt x="2782192" y="27931"/>
                  </a:lnTo>
                  <a:lnTo>
                    <a:pt x="2821378" y="24441"/>
                  </a:lnTo>
                  <a:lnTo>
                    <a:pt x="2860564" y="20951"/>
                  </a:lnTo>
                  <a:lnTo>
                    <a:pt x="2899749" y="17461"/>
                  </a:lnTo>
                  <a:lnTo>
                    <a:pt x="2938935" y="13970"/>
                  </a:lnTo>
                  <a:lnTo>
                    <a:pt x="2978121" y="10478"/>
                  </a:lnTo>
                  <a:lnTo>
                    <a:pt x="3017307" y="6986"/>
                  </a:lnTo>
                  <a:lnTo>
                    <a:pt x="3056493" y="3493"/>
                  </a:lnTo>
                  <a:lnTo>
                    <a:pt x="309567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01" name="pl1700"/>
            <p:cNvSpPr/>
            <p:nvPr/>
          </p:nvSpPr>
          <p:spPr>
            <a:xfrm>
              <a:off x="7870131" y="4611094"/>
              <a:ext cx="3095678" cy="458152"/>
            </a:xfrm>
            <a:custGeom>
              <a:avLst/>
              <a:pathLst>
                <a:path w="3095678" h="458152">
                  <a:moveTo>
                    <a:pt x="3095678" y="458152"/>
                  </a:moveTo>
                  <a:lnTo>
                    <a:pt x="3056493" y="451777"/>
                  </a:lnTo>
                  <a:lnTo>
                    <a:pt x="3017307" y="445403"/>
                  </a:lnTo>
                  <a:lnTo>
                    <a:pt x="2978121" y="439029"/>
                  </a:lnTo>
                  <a:lnTo>
                    <a:pt x="2938935" y="432656"/>
                  </a:lnTo>
                  <a:lnTo>
                    <a:pt x="2899749" y="426283"/>
                  </a:lnTo>
                  <a:lnTo>
                    <a:pt x="2860564" y="419911"/>
                  </a:lnTo>
                  <a:lnTo>
                    <a:pt x="2821378" y="413540"/>
                  </a:lnTo>
                  <a:lnTo>
                    <a:pt x="2782192" y="407169"/>
                  </a:lnTo>
                  <a:lnTo>
                    <a:pt x="2743006" y="400799"/>
                  </a:lnTo>
                  <a:lnTo>
                    <a:pt x="2703820" y="394430"/>
                  </a:lnTo>
                  <a:lnTo>
                    <a:pt x="2664635" y="388061"/>
                  </a:lnTo>
                  <a:lnTo>
                    <a:pt x="2625449" y="381693"/>
                  </a:lnTo>
                  <a:lnTo>
                    <a:pt x="2586263" y="375326"/>
                  </a:lnTo>
                  <a:lnTo>
                    <a:pt x="2547077" y="368960"/>
                  </a:lnTo>
                  <a:lnTo>
                    <a:pt x="2507891" y="362595"/>
                  </a:lnTo>
                  <a:lnTo>
                    <a:pt x="2468705" y="356231"/>
                  </a:lnTo>
                  <a:lnTo>
                    <a:pt x="2429520" y="349868"/>
                  </a:lnTo>
                  <a:lnTo>
                    <a:pt x="2390334" y="343506"/>
                  </a:lnTo>
                  <a:lnTo>
                    <a:pt x="2351148" y="337145"/>
                  </a:lnTo>
                  <a:lnTo>
                    <a:pt x="2311962" y="330785"/>
                  </a:lnTo>
                  <a:lnTo>
                    <a:pt x="2272776" y="324427"/>
                  </a:lnTo>
                  <a:lnTo>
                    <a:pt x="2233591" y="318070"/>
                  </a:lnTo>
                  <a:lnTo>
                    <a:pt x="2194405" y="311714"/>
                  </a:lnTo>
                  <a:lnTo>
                    <a:pt x="2155219" y="305360"/>
                  </a:lnTo>
                  <a:lnTo>
                    <a:pt x="2116033" y="299007"/>
                  </a:lnTo>
                  <a:lnTo>
                    <a:pt x="2076847" y="292656"/>
                  </a:lnTo>
                  <a:lnTo>
                    <a:pt x="2037662" y="286307"/>
                  </a:lnTo>
                  <a:lnTo>
                    <a:pt x="1998476" y="279959"/>
                  </a:lnTo>
                  <a:lnTo>
                    <a:pt x="1959290" y="273614"/>
                  </a:lnTo>
                  <a:lnTo>
                    <a:pt x="1920104" y="267270"/>
                  </a:lnTo>
                  <a:lnTo>
                    <a:pt x="1880918" y="260929"/>
                  </a:lnTo>
                  <a:lnTo>
                    <a:pt x="1841733" y="254590"/>
                  </a:lnTo>
                  <a:lnTo>
                    <a:pt x="1802547" y="248254"/>
                  </a:lnTo>
                  <a:lnTo>
                    <a:pt x="1763361" y="241920"/>
                  </a:lnTo>
                  <a:lnTo>
                    <a:pt x="1724175" y="235590"/>
                  </a:lnTo>
                  <a:lnTo>
                    <a:pt x="1684989" y="229262"/>
                  </a:lnTo>
                  <a:lnTo>
                    <a:pt x="1645803" y="222938"/>
                  </a:lnTo>
                  <a:lnTo>
                    <a:pt x="1606618" y="216617"/>
                  </a:lnTo>
                  <a:lnTo>
                    <a:pt x="1567432" y="210300"/>
                  </a:lnTo>
                  <a:lnTo>
                    <a:pt x="1528246" y="203988"/>
                  </a:lnTo>
                  <a:lnTo>
                    <a:pt x="1489060" y="197679"/>
                  </a:lnTo>
                  <a:lnTo>
                    <a:pt x="1449874" y="191376"/>
                  </a:lnTo>
                  <a:lnTo>
                    <a:pt x="1410689" y="185078"/>
                  </a:lnTo>
                  <a:lnTo>
                    <a:pt x="1371503" y="178786"/>
                  </a:lnTo>
                  <a:lnTo>
                    <a:pt x="1332317" y="172500"/>
                  </a:lnTo>
                  <a:lnTo>
                    <a:pt x="1293131" y="166221"/>
                  </a:lnTo>
                  <a:lnTo>
                    <a:pt x="1253945" y="159950"/>
                  </a:lnTo>
                  <a:lnTo>
                    <a:pt x="1214760" y="153687"/>
                  </a:lnTo>
                  <a:lnTo>
                    <a:pt x="1175574" y="147433"/>
                  </a:lnTo>
                  <a:lnTo>
                    <a:pt x="1136388" y="141189"/>
                  </a:lnTo>
                  <a:lnTo>
                    <a:pt x="1097202" y="134956"/>
                  </a:lnTo>
                  <a:lnTo>
                    <a:pt x="1058016" y="128736"/>
                  </a:lnTo>
                  <a:lnTo>
                    <a:pt x="1018831" y="122531"/>
                  </a:lnTo>
                  <a:lnTo>
                    <a:pt x="979645" y="116340"/>
                  </a:lnTo>
                  <a:lnTo>
                    <a:pt x="940459" y="110168"/>
                  </a:lnTo>
                  <a:lnTo>
                    <a:pt x="901273" y="104016"/>
                  </a:lnTo>
                  <a:lnTo>
                    <a:pt x="862087" y="97887"/>
                  </a:lnTo>
                  <a:lnTo>
                    <a:pt x="822901" y="91784"/>
                  </a:lnTo>
                  <a:lnTo>
                    <a:pt x="783716" y="85711"/>
                  </a:lnTo>
                  <a:lnTo>
                    <a:pt x="744530" y="79673"/>
                  </a:lnTo>
                  <a:lnTo>
                    <a:pt x="705344" y="73676"/>
                  </a:lnTo>
                  <a:lnTo>
                    <a:pt x="666158" y="67727"/>
                  </a:lnTo>
                  <a:lnTo>
                    <a:pt x="626972" y="61834"/>
                  </a:lnTo>
                  <a:lnTo>
                    <a:pt x="587787" y="56008"/>
                  </a:lnTo>
                  <a:lnTo>
                    <a:pt x="548601" y="50263"/>
                  </a:lnTo>
                  <a:lnTo>
                    <a:pt x="509415" y="44615"/>
                  </a:lnTo>
                  <a:lnTo>
                    <a:pt x="470229" y="39085"/>
                  </a:lnTo>
                  <a:lnTo>
                    <a:pt x="431043" y="33701"/>
                  </a:lnTo>
                  <a:lnTo>
                    <a:pt x="391858" y="28496"/>
                  </a:lnTo>
                  <a:lnTo>
                    <a:pt x="352672" y="23515"/>
                  </a:lnTo>
                  <a:lnTo>
                    <a:pt x="313486" y="18812"/>
                  </a:lnTo>
                  <a:lnTo>
                    <a:pt x="274300" y="14455"/>
                  </a:lnTo>
                  <a:lnTo>
                    <a:pt x="235114" y="10524"/>
                  </a:lnTo>
                  <a:lnTo>
                    <a:pt x="195929" y="7107"/>
                  </a:lnTo>
                  <a:lnTo>
                    <a:pt x="156743" y="4292"/>
                  </a:lnTo>
                  <a:lnTo>
                    <a:pt x="117557" y="2154"/>
                  </a:lnTo>
                  <a:lnTo>
                    <a:pt x="78371" y="734"/>
                  </a:lnTo>
                  <a:lnTo>
                    <a:pt x="39185" y="3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02" name="pl1701"/>
            <p:cNvSpPr/>
            <p:nvPr/>
          </p:nvSpPr>
          <p:spPr>
            <a:xfrm>
              <a:off x="7870131" y="4575084"/>
              <a:ext cx="3095678" cy="113821"/>
            </a:xfrm>
            <a:custGeom>
              <a:avLst/>
              <a:pathLst>
                <a:path w="3095678" h="113821">
                  <a:moveTo>
                    <a:pt x="0" y="0"/>
                  </a:moveTo>
                  <a:lnTo>
                    <a:pt x="39185" y="1440"/>
                  </a:lnTo>
                  <a:lnTo>
                    <a:pt x="78371" y="2881"/>
                  </a:lnTo>
                  <a:lnTo>
                    <a:pt x="117557" y="4322"/>
                  </a:lnTo>
                  <a:lnTo>
                    <a:pt x="156743" y="5763"/>
                  </a:lnTo>
                  <a:lnTo>
                    <a:pt x="195929" y="7203"/>
                  </a:lnTo>
                  <a:lnTo>
                    <a:pt x="235114" y="8644"/>
                  </a:lnTo>
                  <a:lnTo>
                    <a:pt x="274300" y="10085"/>
                  </a:lnTo>
                  <a:lnTo>
                    <a:pt x="313486" y="11526"/>
                  </a:lnTo>
                  <a:lnTo>
                    <a:pt x="352672" y="12967"/>
                  </a:lnTo>
                  <a:lnTo>
                    <a:pt x="391858" y="14407"/>
                  </a:lnTo>
                  <a:lnTo>
                    <a:pt x="431043" y="15848"/>
                  </a:lnTo>
                  <a:lnTo>
                    <a:pt x="470229" y="17289"/>
                  </a:lnTo>
                  <a:lnTo>
                    <a:pt x="509415" y="18730"/>
                  </a:lnTo>
                  <a:lnTo>
                    <a:pt x="548601" y="20170"/>
                  </a:lnTo>
                  <a:lnTo>
                    <a:pt x="587787" y="21611"/>
                  </a:lnTo>
                  <a:lnTo>
                    <a:pt x="626972" y="23052"/>
                  </a:lnTo>
                  <a:lnTo>
                    <a:pt x="666158" y="24493"/>
                  </a:lnTo>
                  <a:lnTo>
                    <a:pt x="705344" y="25934"/>
                  </a:lnTo>
                  <a:lnTo>
                    <a:pt x="744530" y="27374"/>
                  </a:lnTo>
                  <a:lnTo>
                    <a:pt x="783716" y="28815"/>
                  </a:lnTo>
                  <a:lnTo>
                    <a:pt x="822901" y="30256"/>
                  </a:lnTo>
                  <a:lnTo>
                    <a:pt x="862087" y="31697"/>
                  </a:lnTo>
                  <a:lnTo>
                    <a:pt x="901273" y="33137"/>
                  </a:lnTo>
                  <a:lnTo>
                    <a:pt x="940459" y="34578"/>
                  </a:lnTo>
                  <a:lnTo>
                    <a:pt x="979645" y="36019"/>
                  </a:lnTo>
                  <a:lnTo>
                    <a:pt x="1018831" y="37460"/>
                  </a:lnTo>
                  <a:lnTo>
                    <a:pt x="1058016" y="38901"/>
                  </a:lnTo>
                  <a:lnTo>
                    <a:pt x="1097202" y="40341"/>
                  </a:lnTo>
                  <a:lnTo>
                    <a:pt x="1136388" y="41782"/>
                  </a:lnTo>
                  <a:lnTo>
                    <a:pt x="1175574" y="43223"/>
                  </a:lnTo>
                  <a:lnTo>
                    <a:pt x="1214760" y="44664"/>
                  </a:lnTo>
                  <a:lnTo>
                    <a:pt x="1253945" y="46104"/>
                  </a:lnTo>
                  <a:lnTo>
                    <a:pt x="1293131" y="47545"/>
                  </a:lnTo>
                  <a:lnTo>
                    <a:pt x="1332317" y="48986"/>
                  </a:lnTo>
                  <a:lnTo>
                    <a:pt x="1371503" y="50427"/>
                  </a:lnTo>
                  <a:lnTo>
                    <a:pt x="1410689" y="51868"/>
                  </a:lnTo>
                  <a:lnTo>
                    <a:pt x="1449874" y="53308"/>
                  </a:lnTo>
                  <a:lnTo>
                    <a:pt x="1489060" y="54749"/>
                  </a:lnTo>
                  <a:lnTo>
                    <a:pt x="1528246" y="56190"/>
                  </a:lnTo>
                  <a:lnTo>
                    <a:pt x="1567432" y="57631"/>
                  </a:lnTo>
                  <a:lnTo>
                    <a:pt x="1606618" y="59071"/>
                  </a:lnTo>
                  <a:lnTo>
                    <a:pt x="1645803" y="60512"/>
                  </a:lnTo>
                  <a:lnTo>
                    <a:pt x="1684989" y="61953"/>
                  </a:lnTo>
                  <a:lnTo>
                    <a:pt x="1724175" y="63394"/>
                  </a:lnTo>
                  <a:lnTo>
                    <a:pt x="1763361" y="64835"/>
                  </a:lnTo>
                  <a:lnTo>
                    <a:pt x="1802547" y="66275"/>
                  </a:lnTo>
                  <a:lnTo>
                    <a:pt x="1841733" y="67716"/>
                  </a:lnTo>
                  <a:lnTo>
                    <a:pt x="1880918" y="69157"/>
                  </a:lnTo>
                  <a:lnTo>
                    <a:pt x="1920104" y="70598"/>
                  </a:lnTo>
                  <a:lnTo>
                    <a:pt x="1959290" y="72038"/>
                  </a:lnTo>
                  <a:lnTo>
                    <a:pt x="1998476" y="73479"/>
                  </a:lnTo>
                  <a:lnTo>
                    <a:pt x="2037662" y="74920"/>
                  </a:lnTo>
                  <a:lnTo>
                    <a:pt x="2076847" y="76361"/>
                  </a:lnTo>
                  <a:lnTo>
                    <a:pt x="2116033" y="77802"/>
                  </a:lnTo>
                  <a:lnTo>
                    <a:pt x="2155219" y="79242"/>
                  </a:lnTo>
                  <a:lnTo>
                    <a:pt x="2194405" y="80683"/>
                  </a:lnTo>
                  <a:lnTo>
                    <a:pt x="2233591" y="82124"/>
                  </a:lnTo>
                  <a:lnTo>
                    <a:pt x="2272776" y="83565"/>
                  </a:lnTo>
                  <a:lnTo>
                    <a:pt x="2311962" y="85005"/>
                  </a:lnTo>
                  <a:lnTo>
                    <a:pt x="2351148" y="86446"/>
                  </a:lnTo>
                  <a:lnTo>
                    <a:pt x="2390334" y="87887"/>
                  </a:lnTo>
                  <a:lnTo>
                    <a:pt x="2429520" y="89328"/>
                  </a:lnTo>
                  <a:lnTo>
                    <a:pt x="2468705" y="90769"/>
                  </a:lnTo>
                  <a:lnTo>
                    <a:pt x="2507891" y="92209"/>
                  </a:lnTo>
                  <a:lnTo>
                    <a:pt x="2547077" y="93650"/>
                  </a:lnTo>
                  <a:lnTo>
                    <a:pt x="2586263" y="95091"/>
                  </a:lnTo>
                  <a:lnTo>
                    <a:pt x="2625449" y="96532"/>
                  </a:lnTo>
                  <a:lnTo>
                    <a:pt x="2664635" y="97972"/>
                  </a:lnTo>
                  <a:lnTo>
                    <a:pt x="2703820" y="99413"/>
                  </a:lnTo>
                  <a:lnTo>
                    <a:pt x="2743006" y="100854"/>
                  </a:lnTo>
                  <a:lnTo>
                    <a:pt x="2782192" y="102295"/>
                  </a:lnTo>
                  <a:lnTo>
                    <a:pt x="2821378" y="103736"/>
                  </a:lnTo>
                  <a:lnTo>
                    <a:pt x="2860564" y="105176"/>
                  </a:lnTo>
                  <a:lnTo>
                    <a:pt x="2899749" y="106617"/>
                  </a:lnTo>
                  <a:lnTo>
                    <a:pt x="2938935" y="108058"/>
                  </a:lnTo>
                  <a:lnTo>
                    <a:pt x="2978121" y="109499"/>
                  </a:lnTo>
                  <a:lnTo>
                    <a:pt x="3017307" y="110939"/>
                  </a:lnTo>
                  <a:lnTo>
                    <a:pt x="3056493" y="112380"/>
                  </a:lnTo>
                  <a:lnTo>
                    <a:pt x="3095678" y="113821"/>
                  </a:lnTo>
                </a:path>
              </a:pathLst>
            </a:custGeom>
            <a:ln w="16260" cap="flat">
              <a:solidFill>
                <a:srgbClr val="2A2A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l1702"/>
            <p:cNvSpPr/>
            <p:nvPr/>
          </p:nvSpPr>
          <p:spPr>
            <a:xfrm>
              <a:off x="7715347" y="7075704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l1703"/>
            <p:cNvSpPr/>
            <p:nvPr/>
          </p:nvSpPr>
          <p:spPr>
            <a:xfrm>
              <a:off x="7715347" y="6758117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l1704"/>
            <p:cNvSpPr/>
            <p:nvPr/>
          </p:nvSpPr>
          <p:spPr>
            <a:xfrm>
              <a:off x="7715347" y="6440530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l1705"/>
            <p:cNvSpPr/>
            <p:nvPr/>
          </p:nvSpPr>
          <p:spPr>
            <a:xfrm>
              <a:off x="7715347" y="6122943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l1706"/>
            <p:cNvSpPr/>
            <p:nvPr/>
          </p:nvSpPr>
          <p:spPr>
            <a:xfrm>
              <a:off x="7715347" y="5805356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l1707"/>
            <p:cNvSpPr/>
            <p:nvPr/>
          </p:nvSpPr>
          <p:spPr>
            <a:xfrm>
              <a:off x="7868734" y="5761508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l1708"/>
            <p:cNvSpPr/>
            <p:nvPr/>
          </p:nvSpPr>
          <p:spPr>
            <a:xfrm>
              <a:off x="8695739" y="5761508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l1709"/>
            <p:cNvSpPr/>
            <p:nvPr/>
          </p:nvSpPr>
          <p:spPr>
            <a:xfrm>
              <a:off x="9522745" y="5761508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l1710"/>
            <p:cNvSpPr/>
            <p:nvPr/>
          </p:nvSpPr>
          <p:spPr>
            <a:xfrm>
              <a:off x="10349751" y="5761508"/>
              <a:ext cx="0" cy="1376777"/>
            </a:xfrm>
            <a:custGeom>
              <a:avLst/>
              <a:pathLst>
                <a:path w="0" h="1376777">
                  <a:moveTo>
                    <a:pt x="0" y="13767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l1711"/>
            <p:cNvSpPr/>
            <p:nvPr/>
          </p:nvSpPr>
          <p:spPr>
            <a:xfrm>
              <a:off x="7715347" y="7075704"/>
              <a:ext cx="3405246" cy="0"/>
            </a:xfrm>
            <a:custGeom>
              <a:avLst/>
              <a:pathLst>
                <a:path w="3405246" h="0">
                  <a:moveTo>
                    <a:pt x="0" y="0"/>
                  </a:moveTo>
                  <a:lnTo>
                    <a:pt x="3405246" y="0"/>
                  </a:lnTo>
                  <a:lnTo>
                    <a:pt x="3405246" y="0"/>
                  </a:lnTo>
                </a:path>
              </a:pathLst>
            </a:custGeom>
            <a:ln w="12934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13" name="pt1712"/>
            <p:cNvSpPr/>
            <p:nvPr/>
          </p:nvSpPr>
          <p:spPr>
            <a:xfrm>
              <a:off x="7918665" y="618277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t1713"/>
            <p:cNvSpPr/>
            <p:nvPr/>
          </p:nvSpPr>
          <p:spPr>
            <a:xfrm>
              <a:off x="8824111" y="620612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t1714"/>
            <p:cNvSpPr/>
            <p:nvPr/>
          </p:nvSpPr>
          <p:spPr>
            <a:xfrm>
              <a:off x="7946421" y="660934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t1715"/>
            <p:cNvSpPr/>
            <p:nvPr/>
          </p:nvSpPr>
          <p:spPr>
            <a:xfrm>
              <a:off x="7987380" y="620812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t1716"/>
            <p:cNvSpPr/>
            <p:nvPr/>
          </p:nvSpPr>
          <p:spPr>
            <a:xfrm>
              <a:off x="8030054" y="629115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t1717"/>
            <p:cNvSpPr/>
            <p:nvPr/>
          </p:nvSpPr>
          <p:spPr>
            <a:xfrm>
              <a:off x="7975258" y="638480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8"/>
            <p:cNvSpPr/>
            <p:nvPr/>
          </p:nvSpPr>
          <p:spPr>
            <a:xfrm>
              <a:off x="8067564" y="613886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19"/>
            <p:cNvSpPr/>
            <p:nvPr/>
          </p:nvSpPr>
          <p:spPr>
            <a:xfrm>
              <a:off x="8916976" y="654427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0"/>
            <p:cNvSpPr/>
            <p:nvPr/>
          </p:nvSpPr>
          <p:spPr>
            <a:xfrm>
              <a:off x="7963855" y="65518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1"/>
            <p:cNvSpPr/>
            <p:nvPr/>
          </p:nvSpPr>
          <p:spPr>
            <a:xfrm>
              <a:off x="7922375" y="609187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2"/>
            <p:cNvSpPr/>
            <p:nvPr/>
          </p:nvSpPr>
          <p:spPr>
            <a:xfrm>
              <a:off x="7849575" y="594296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3"/>
            <p:cNvSpPr/>
            <p:nvPr/>
          </p:nvSpPr>
          <p:spPr>
            <a:xfrm>
              <a:off x="7926947" y="612969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4"/>
            <p:cNvSpPr/>
            <p:nvPr/>
          </p:nvSpPr>
          <p:spPr>
            <a:xfrm>
              <a:off x="8924041" y="605807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5"/>
            <p:cNvSpPr/>
            <p:nvPr/>
          </p:nvSpPr>
          <p:spPr>
            <a:xfrm>
              <a:off x="8340067" y="679538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6"/>
            <p:cNvSpPr/>
            <p:nvPr/>
          </p:nvSpPr>
          <p:spPr>
            <a:xfrm>
              <a:off x="8881610" y="64916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7"/>
            <p:cNvSpPr/>
            <p:nvPr/>
          </p:nvSpPr>
          <p:spPr>
            <a:xfrm>
              <a:off x="8255060" y="640484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8"/>
            <p:cNvSpPr/>
            <p:nvPr/>
          </p:nvSpPr>
          <p:spPr>
            <a:xfrm>
              <a:off x="9022670" y="644195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29"/>
            <p:cNvSpPr/>
            <p:nvPr/>
          </p:nvSpPr>
          <p:spPr>
            <a:xfrm>
              <a:off x="8444426" y="632883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0"/>
            <p:cNvSpPr/>
            <p:nvPr/>
          </p:nvSpPr>
          <p:spPr>
            <a:xfrm>
              <a:off x="9490083" y="620370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1"/>
            <p:cNvSpPr/>
            <p:nvPr/>
          </p:nvSpPr>
          <p:spPr>
            <a:xfrm>
              <a:off x="8188204" y="626107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2"/>
            <p:cNvSpPr/>
            <p:nvPr/>
          </p:nvSpPr>
          <p:spPr>
            <a:xfrm>
              <a:off x="8397538" y="633314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3"/>
            <p:cNvSpPr/>
            <p:nvPr/>
          </p:nvSpPr>
          <p:spPr>
            <a:xfrm>
              <a:off x="8431594" y="680679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4"/>
            <p:cNvSpPr/>
            <p:nvPr/>
          </p:nvSpPr>
          <p:spPr>
            <a:xfrm>
              <a:off x="8398923" y="674738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5"/>
            <p:cNvSpPr/>
            <p:nvPr/>
          </p:nvSpPr>
          <p:spPr>
            <a:xfrm>
              <a:off x="8052064" y="648663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6"/>
            <p:cNvSpPr/>
            <p:nvPr/>
          </p:nvSpPr>
          <p:spPr>
            <a:xfrm>
              <a:off x="8361493" y="619216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7"/>
            <p:cNvSpPr/>
            <p:nvPr/>
          </p:nvSpPr>
          <p:spPr>
            <a:xfrm>
              <a:off x="8005569" y="622414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8"/>
            <p:cNvSpPr/>
            <p:nvPr/>
          </p:nvSpPr>
          <p:spPr>
            <a:xfrm>
              <a:off x="8872834" y="667932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39"/>
            <p:cNvSpPr/>
            <p:nvPr/>
          </p:nvSpPr>
          <p:spPr>
            <a:xfrm>
              <a:off x="8086686" y="626145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0"/>
            <p:cNvSpPr/>
            <p:nvPr/>
          </p:nvSpPr>
          <p:spPr>
            <a:xfrm>
              <a:off x="8503987" y="660506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1"/>
            <p:cNvSpPr/>
            <p:nvPr/>
          </p:nvSpPr>
          <p:spPr>
            <a:xfrm>
              <a:off x="9479457" y="664117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2"/>
            <p:cNvSpPr/>
            <p:nvPr/>
          </p:nvSpPr>
          <p:spPr>
            <a:xfrm>
              <a:off x="10945254" y="63851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3"/>
            <p:cNvSpPr/>
            <p:nvPr/>
          </p:nvSpPr>
          <p:spPr>
            <a:xfrm>
              <a:off x="9767726" y="616518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4"/>
            <p:cNvSpPr/>
            <p:nvPr/>
          </p:nvSpPr>
          <p:spPr>
            <a:xfrm>
              <a:off x="8073899" y="660710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5"/>
            <p:cNvSpPr/>
            <p:nvPr/>
          </p:nvSpPr>
          <p:spPr>
            <a:xfrm>
              <a:off x="8953979" y="658254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6"/>
            <p:cNvSpPr/>
            <p:nvPr/>
          </p:nvSpPr>
          <p:spPr>
            <a:xfrm>
              <a:off x="8535051" y="640352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7"/>
            <p:cNvSpPr/>
            <p:nvPr/>
          </p:nvSpPr>
          <p:spPr>
            <a:xfrm>
              <a:off x="8690813" y="661902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8"/>
            <p:cNvSpPr/>
            <p:nvPr/>
          </p:nvSpPr>
          <p:spPr>
            <a:xfrm>
              <a:off x="8130497" y="630445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49"/>
            <p:cNvSpPr/>
            <p:nvPr/>
          </p:nvSpPr>
          <p:spPr>
            <a:xfrm>
              <a:off x="7901311" y="636539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0"/>
            <p:cNvSpPr/>
            <p:nvPr/>
          </p:nvSpPr>
          <p:spPr>
            <a:xfrm>
              <a:off x="8149422" y="668159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1"/>
            <p:cNvSpPr/>
            <p:nvPr/>
          </p:nvSpPr>
          <p:spPr>
            <a:xfrm>
              <a:off x="8070073" y="648349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2"/>
            <p:cNvSpPr/>
            <p:nvPr/>
          </p:nvSpPr>
          <p:spPr>
            <a:xfrm>
              <a:off x="8032813" y="625440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3"/>
            <p:cNvSpPr/>
            <p:nvPr/>
          </p:nvSpPr>
          <p:spPr>
            <a:xfrm>
              <a:off x="10062762" y="646167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4"/>
            <p:cNvSpPr/>
            <p:nvPr/>
          </p:nvSpPr>
          <p:spPr>
            <a:xfrm>
              <a:off x="8810176" y="660297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5"/>
            <p:cNvSpPr/>
            <p:nvPr/>
          </p:nvSpPr>
          <p:spPr>
            <a:xfrm>
              <a:off x="8622912" y="663826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6"/>
            <p:cNvSpPr/>
            <p:nvPr/>
          </p:nvSpPr>
          <p:spPr>
            <a:xfrm>
              <a:off x="8835453" y="62050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7"/>
            <p:cNvSpPr/>
            <p:nvPr/>
          </p:nvSpPr>
          <p:spPr>
            <a:xfrm>
              <a:off x="8408038" y="647046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8"/>
            <p:cNvSpPr/>
            <p:nvPr/>
          </p:nvSpPr>
          <p:spPr>
            <a:xfrm>
              <a:off x="9239247" y="637555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59"/>
            <p:cNvSpPr/>
            <p:nvPr/>
          </p:nvSpPr>
          <p:spPr>
            <a:xfrm>
              <a:off x="8265382" y="600268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0"/>
            <p:cNvSpPr/>
            <p:nvPr/>
          </p:nvSpPr>
          <p:spPr>
            <a:xfrm>
              <a:off x="8108835" y="638822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1"/>
            <p:cNvSpPr/>
            <p:nvPr/>
          </p:nvSpPr>
          <p:spPr>
            <a:xfrm>
              <a:off x="8218267" y="627391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2"/>
            <p:cNvSpPr/>
            <p:nvPr/>
          </p:nvSpPr>
          <p:spPr>
            <a:xfrm>
              <a:off x="8237923" y="671531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3"/>
            <p:cNvSpPr/>
            <p:nvPr/>
          </p:nvSpPr>
          <p:spPr>
            <a:xfrm>
              <a:off x="8564836" y="620658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4"/>
            <p:cNvSpPr/>
            <p:nvPr/>
          </p:nvSpPr>
          <p:spPr>
            <a:xfrm>
              <a:off x="8084826" y="643629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5"/>
            <p:cNvSpPr/>
            <p:nvPr/>
          </p:nvSpPr>
          <p:spPr>
            <a:xfrm>
              <a:off x="8630904" y="671036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6"/>
            <p:cNvSpPr/>
            <p:nvPr/>
          </p:nvSpPr>
          <p:spPr>
            <a:xfrm>
              <a:off x="8570327" y="661298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7"/>
            <p:cNvSpPr/>
            <p:nvPr/>
          </p:nvSpPr>
          <p:spPr>
            <a:xfrm>
              <a:off x="8338088" y="634677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8"/>
            <p:cNvSpPr/>
            <p:nvPr/>
          </p:nvSpPr>
          <p:spPr>
            <a:xfrm>
              <a:off x="8220729" y="640866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69"/>
            <p:cNvSpPr/>
            <p:nvPr/>
          </p:nvSpPr>
          <p:spPr>
            <a:xfrm>
              <a:off x="10010320" y="671663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0"/>
            <p:cNvSpPr/>
            <p:nvPr/>
          </p:nvSpPr>
          <p:spPr>
            <a:xfrm>
              <a:off x="9226927" y="635433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1"/>
            <p:cNvSpPr/>
            <p:nvPr/>
          </p:nvSpPr>
          <p:spPr>
            <a:xfrm>
              <a:off x="8398682" y="659655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2"/>
            <p:cNvSpPr/>
            <p:nvPr/>
          </p:nvSpPr>
          <p:spPr>
            <a:xfrm>
              <a:off x="9392120" y="598617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3"/>
            <p:cNvSpPr/>
            <p:nvPr/>
          </p:nvSpPr>
          <p:spPr>
            <a:xfrm>
              <a:off x="8263776" y="613266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4"/>
            <p:cNvSpPr/>
            <p:nvPr/>
          </p:nvSpPr>
          <p:spPr>
            <a:xfrm>
              <a:off x="8040617" y="661087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5"/>
            <p:cNvSpPr/>
            <p:nvPr/>
          </p:nvSpPr>
          <p:spPr>
            <a:xfrm>
              <a:off x="8044520" y="644622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6"/>
            <p:cNvSpPr/>
            <p:nvPr/>
          </p:nvSpPr>
          <p:spPr>
            <a:xfrm>
              <a:off x="8003676" y="675878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7"/>
            <p:cNvSpPr/>
            <p:nvPr/>
          </p:nvSpPr>
          <p:spPr>
            <a:xfrm>
              <a:off x="7985815" y="633679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8"/>
            <p:cNvSpPr/>
            <p:nvPr/>
          </p:nvSpPr>
          <p:spPr>
            <a:xfrm>
              <a:off x="8857692" y="660557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79"/>
            <p:cNvSpPr/>
            <p:nvPr/>
          </p:nvSpPr>
          <p:spPr>
            <a:xfrm>
              <a:off x="8155232" y="679173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0"/>
            <p:cNvSpPr/>
            <p:nvPr/>
          </p:nvSpPr>
          <p:spPr>
            <a:xfrm>
              <a:off x="8124915" y="652466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1"/>
            <p:cNvSpPr/>
            <p:nvPr/>
          </p:nvSpPr>
          <p:spPr>
            <a:xfrm>
              <a:off x="8234845" y="682152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2"/>
            <p:cNvSpPr/>
            <p:nvPr/>
          </p:nvSpPr>
          <p:spPr>
            <a:xfrm>
              <a:off x="9259950" y="620527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3"/>
            <p:cNvSpPr/>
            <p:nvPr/>
          </p:nvSpPr>
          <p:spPr>
            <a:xfrm>
              <a:off x="8951649" y="626357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4"/>
            <p:cNvSpPr/>
            <p:nvPr/>
          </p:nvSpPr>
          <p:spPr>
            <a:xfrm>
              <a:off x="8283683" y="641371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5"/>
            <p:cNvSpPr/>
            <p:nvPr/>
          </p:nvSpPr>
          <p:spPr>
            <a:xfrm>
              <a:off x="7972738" y="651297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6"/>
            <p:cNvSpPr/>
            <p:nvPr/>
          </p:nvSpPr>
          <p:spPr>
            <a:xfrm>
              <a:off x="8088598" y="687823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7"/>
            <p:cNvSpPr/>
            <p:nvPr/>
          </p:nvSpPr>
          <p:spPr>
            <a:xfrm>
              <a:off x="8272778" y="642135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8"/>
            <p:cNvSpPr/>
            <p:nvPr/>
          </p:nvSpPr>
          <p:spPr>
            <a:xfrm>
              <a:off x="8049300" y="639718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89"/>
            <p:cNvSpPr/>
            <p:nvPr/>
          </p:nvSpPr>
          <p:spPr>
            <a:xfrm>
              <a:off x="8103168" y="655460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0"/>
            <p:cNvSpPr/>
            <p:nvPr/>
          </p:nvSpPr>
          <p:spPr>
            <a:xfrm>
              <a:off x="7985148" y="652626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1"/>
            <p:cNvSpPr/>
            <p:nvPr/>
          </p:nvSpPr>
          <p:spPr>
            <a:xfrm>
              <a:off x="9300354" y="667503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2"/>
            <p:cNvSpPr/>
            <p:nvPr/>
          </p:nvSpPr>
          <p:spPr>
            <a:xfrm>
              <a:off x="8248959" y="61499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3"/>
            <p:cNvSpPr/>
            <p:nvPr/>
          </p:nvSpPr>
          <p:spPr>
            <a:xfrm>
              <a:off x="8033857" y="650281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4"/>
            <p:cNvSpPr/>
            <p:nvPr/>
          </p:nvSpPr>
          <p:spPr>
            <a:xfrm>
              <a:off x="7963681" y="601444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5"/>
            <p:cNvSpPr/>
            <p:nvPr/>
          </p:nvSpPr>
          <p:spPr>
            <a:xfrm>
              <a:off x="9423154" y="650047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6"/>
            <p:cNvSpPr/>
            <p:nvPr/>
          </p:nvSpPr>
          <p:spPr>
            <a:xfrm>
              <a:off x="9016564" y="650562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7"/>
            <p:cNvSpPr/>
            <p:nvPr/>
          </p:nvSpPr>
          <p:spPr>
            <a:xfrm>
              <a:off x="9875872" y="610275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8"/>
            <p:cNvSpPr/>
            <p:nvPr/>
          </p:nvSpPr>
          <p:spPr>
            <a:xfrm>
              <a:off x="8289724" y="662469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799"/>
            <p:cNvSpPr/>
            <p:nvPr/>
          </p:nvSpPr>
          <p:spPr>
            <a:xfrm>
              <a:off x="8413300" y="594797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0"/>
            <p:cNvSpPr/>
            <p:nvPr/>
          </p:nvSpPr>
          <p:spPr>
            <a:xfrm>
              <a:off x="9233033" y="592124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1"/>
            <p:cNvSpPr/>
            <p:nvPr/>
          </p:nvSpPr>
          <p:spPr>
            <a:xfrm>
              <a:off x="8679562" y="646410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2"/>
            <p:cNvSpPr/>
            <p:nvPr/>
          </p:nvSpPr>
          <p:spPr>
            <a:xfrm>
              <a:off x="9440789" y="602560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3"/>
            <p:cNvSpPr/>
            <p:nvPr/>
          </p:nvSpPr>
          <p:spPr>
            <a:xfrm>
              <a:off x="7925421" y="612249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4"/>
            <p:cNvSpPr/>
            <p:nvPr/>
          </p:nvSpPr>
          <p:spPr>
            <a:xfrm>
              <a:off x="8652780" y="666329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5"/>
            <p:cNvSpPr/>
            <p:nvPr/>
          </p:nvSpPr>
          <p:spPr>
            <a:xfrm>
              <a:off x="7966560" y="620164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6"/>
            <p:cNvSpPr/>
            <p:nvPr/>
          </p:nvSpPr>
          <p:spPr>
            <a:xfrm>
              <a:off x="8007754" y="669376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7"/>
            <p:cNvSpPr/>
            <p:nvPr/>
          </p:nvSpPr>
          <p:spPr>
            <a:xfrm>
              <a:off x="8130334" y="63160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8"/>
            <p:cNvSpPr/>
            <p:nvPr/>
          </p:nvSpPr>
          <p:spPr>
            <a:xfrm>
              <a:off x="7888698" y="595721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09"/>
            <p:cNvSpPr/>
            <p:nvPr/>
          </p:nvSpPr>
          <p:spPr>
            <a:xfrm>
              <a:off x="10199680" y="59911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0"/>
            <p:cNvSpPr/>
            <p:nvPr/>
          </p:nvSpPr>
          <p:spPr>
            <a:xfrm>
              <a:off x="9986031" y="624100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1"/>
            <p:cNvSpPr/>
            <p:nvPr/>
          </p:nvSpPr>
          <p:spPr>
            <a:xfrm>
              <a:off x="7948424" y="636910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2"/>
            <p:cNvSpPr/>
            <p:nvPr/>
          </p:nvSpPr>
          <p:spPr>
            <a:xfrm>
              <a:off x="8039002" y="650722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3"/>
            <p:cNvSpPr/>
            <p:nvPr/>
          </p:nvSpPr>
          <p:spPr>
            <a:xfrm>
              <a:off x="8203509" y="633167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4"/>
            <p:cNvSpPr/>
            <p:nvPr/>
          </p:nvSpPr>
          <p:spPr>
            <a:xfrm>
              <a:off x="7947084" y="594811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5"/>
            <p:cNvSpPr/>
            <p:nvPr/>
          </p:nvSpPr>
          <p:spPr>
            <a:xfrm>
              <a:off x="8433080" y="661183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6"/>
            <p:cNvSpPr/>
            <p:nvPr/>
          </p:nvSpPr>
          <p:spPr>
            <a:xfrm>
              <a:off x="8310081" y="622000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7"/>
            <p:cNvSpPr/>
            <p:nvPr/>
          </p:nvSpPr>
          <p:spPr>
            <a:xfrm>
              <a:off x="7926308" y="605508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8"/>
            <p:cNvSpPr/>
            <p:nvPr/>
          </p:nvSpPr>
          <p:spPr>
            <a:xfrm>
              <a:off x="7904256" y="670690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19"/>
            <p:cNvSpPr/>
            <p:nvPr/>
          </p:nvSpPr>
          <p:spPr>
            <a:xfrm>
              <a:off x="7967485" y="673818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0"/>
            <p:cNvSpPr/>
            <p:nvPr/>
          </p:nvSpPr>
          <p:spPr>
            <a:xfrm>
              <a:off x="8145458" y="609923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1"/>
            <p:cNvSpPr/>
            <p:nvPr/>
          </p:nvSpPr>
          <p:spPr>
            <a:xfrm>
              <a:off x="8072696" y="621516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2"/>
            <p:cNvSpPr/>
            <p:nvPr/>
          </p:nvSpPr>
          <p:spPr>
            <a:xfrm>
              <a:off x="8075197" y="62081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3"/>
            <p:cNvSpPr/>
            <p:nvPr/>
          </p:nvSpPr>
          <p:spPr>
            <a:xfrm>
              <a:off x="8523959" y="642155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4"/>
            <p:cNvSpPr/>
            <p:nvPr/>
          </p:nvSpPr>
          <p:spPr>
            <a:xfrm>
              <a:off x="8615323" y="632411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5"/>
            <p:cNvSpPr/>
            <p:nvPr/>
          </p:nvSpPr>
          <p:spPr>
            <a:xfrm>
              <a:off x="8878459" y="644913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6"/>
            <p:cNvSpPr/>
            <p:nvPr/>
          </p:nvSpPr>
          <p:spPr>
            <a:xfrm>
              <a:off x="10294816" y="657166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7"/>
            <p:cNvSpPr/>
            <p:nvPr/>
          </p:nvSpPr>
          <p:spPr>
            <a:xfrm>
              <a:off x="8252954" y="674791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8"/>
            <p:cNvSpPr/>
            <p:nvPr/>
          </p:nvSpPr>
          <p:spPr>
            <a:xfrm>
              <a:off x="9481047" y="632292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29"/>
            <p:cNvSpPr/>
            <p:nvPr/>
          </p:nvSpPr>
          <p:spPr>
            <a:xfrm>
              <a:off x="8659186" y="647864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0"/>
            <p:cNvSpPr/>
            <p:nvPr/>
          </p:nvSpPr>
          <p:spPr>
            <a:xfrm>
              <a:off x="8526402" y="636621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1"/>
            <p:cNvSpPr/>
            <p:nvPr/>
          </p:nvSpPr>
          <p:spPr>
            <a:xfrm>
              <a:off x="8229232" y="63475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2"/>
            <p:cNvSpPr/>
            <p:nvPr/>
          </p:nvSpPr>
          <p:spPr>
            <a:xfrm>
              <a:off x="8197014" y="665531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3"/>
            <p:cNvSpPr/>
            <p:nvPr/>
          </p:nvSpPr>
          <p:spPr>
            <a:xfrm>
              <a:off x="8135415" y="6545920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4"/>
            <p:cNvSpPr/>
            <p:nvPr/>
          </p:nvSpPr>
          <p:spPr>
            <a:xfrm>
              <a:off x="9929969" y="624847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5"/>
            <p:cNvSpPr/>
            <p:nvPr/>
          </p:nvSpPr>
          <p:spPr>
            <a:xfrm>
              <a:off x="8092634" y="623988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6"/>
            <p:cNvSpPr/>
            <p:nvPr/>
          </p:nvSpPr>
          <p:spPr>
            <a:xfrm>
              <a:off x="7914999" y="670205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7"/>
            <p:cNvSpPr/>
            <p:nvPr/>
          </p:nvSpPr>
          <p:spPr>
            <a:xfrm>
              <a:off x="8094157" y="646726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8"/>
            <p:cNvSpPr/>
            <p:nvPr/>
          </p:nvSpPr>
          <p:spPr>
            <a:xfrm>
              <a:off x="7917837" y="674193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39"/>
            <p:cNvSpPr/>
            <p:nvPr/>
          </p:nvSpPr>
          <p:spPr>
            <a:xfrm>
              <a:off x="8038871" y="644016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0"/>
            <p:cNvSpPr/>
            <p:nvPr/>
          </p:nvSpPr>
          <p:spPr>
            <a:xfrm>
              <a:off x="9463725" y="602798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1"/>
            <p:cNvSpPr/>
            <p:nvPr/>
          </p:nvSpPr>
          <p:spPr>
            <a:xfrm>
              <a:off x="7968184" y="60328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2"/>
            <p:cNvSpPr/>
            <p:nvPr/>
          </p:nvSpPr>
          <p:spPr>
            <a:xfrm>
              <a:off x="8633314" y="678969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3"/>
            <p:cNvSpPr/>
            <p:nvPr/>
          </p:nvSpPr>
          <p:spPr>
            <a:xfrm>
              <a:off x="8313918" y="631438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4"/>
            <p:cNvSpPr/>
            <p:nvPr/>
          </p:nvSpPr>
          <p:spPr>
            <a:xfrm>
              <a:off x="8862942" y="635329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5"/>
            <p:cNvSpPr/>
            <p:nvPr/>
          </p:nvSpPr>
          <p:spPr>
            <a:xfrm>
              <a:off x="8155274" y="616135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6"/>
            <p:cNvSpPr/>
            <p:nvPr/>
          </p:nvSpPr>
          <p:spPr>
            <a:xfrm>
              <a:off x="8047599" y="654956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7"/>
            <p:cNvSpPr/>
            <p:nvPr/>
          </p:nvSpPr>
          <p:spPr>
            <a:xfrm>
              <a:off x="7945394" y="668631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8"/>
            <p:cNvSpPr/>
            <p:nvPr/>
          </p:nvSpPr>
          <p:spPr>
            <a:xfrm>
              <a:off x="8059073" y="649588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49"/>
            <p:cNvSpPr/>
            <p:nvPr/>
          </p:nvSpPr>
          <p:spPr>
            <a:xfrm>
              <a:off x="8417332" y="659672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0"/>
            <p:cNvSpPr/>
            <p:nvPr/>
          </p:nvSpPr>
          <p:spPr>
            <a:xfrm>
              <a:off x="8328217" y="656730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1"/>
            <p:cNvSpPr/>
            <p:nvPr/>
          </p:nvSpPr>
          <p:spPr>
            <a:xfrm>
              <a:off x="8000945" y="6604105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2"/>
            <p:cNvSpPr/>
            <p:nvPr/>
          </p:nvSpPr>
          <p:spPr>
            <a:xfrm>
              <a:off x="8291169" y="619113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3"/>
            <p:cNvSpPr/>
            <p:nvPr/>
          </p:nvSpPr>
          <p:spPr>
            <a:xfrm>
              <a:off x="8065672" y="639457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4"/>
            <p:cNvSpPr/>
            <p:nvPr/>
          </p:nvSpPr>
          <p:spPr>
            <a:xfrm>
              <a:off x="8164985" y="580353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5"/>
            <p:cNvSpPr/>
            <p:nvPr/>
          </p:nvSpPr>
          <p:spPr>
            <a:xfrm>
              <a:off x="8179404" y="619181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6"/>
            <p:cNvSpPr/>
            <p:nvPr/>
          </p:nvSpPr>
          <p:spPr>
            <a:xfrm>
              <a:off x="8035561" y="642099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7"/>
            <p:cNvSpPr/>
            <p:nvPr/>
          </p:nvSpPr>
          <p:spPr>
            <a:xfrm>
              <a:off x="8322753" y="6652688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8"/>
            <p:cNvSpPr/>
            <p:nvPr/>
          </p:nvSpPr>
          <p:spPr>
            <a:xfrm>
              <a:off x="8107716" y="614529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59"/>
            <p:cNvSpPr/>
            <p:nvPr/>
          </p:nvSpPr>
          <p:spPr>
            <a:xfrm>
              <a:off x="8667441" y="619590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0"/>
            <p:cNvSpPr/>
            <p:nvPr/>
          </p:nvSpPr>
          <p:spPr>
            <a:xfrm>
              <a:off x="7960102" y="632570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1"/>
            <p:cNvSpPr/>
            <p:nvPr/>
          </p:nvSpPr>
          <p:spPr>
            <a:xfrm>
              <a:off x="8015129" y="619169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2"/>
            <p:cNvSpPr/>
            <p:nvPr/>
          </p:nvSpPr>
          <p:spPr>
            <a:xfrm>
              <a:off x="8154302" y="61777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3"/>
            <p:cNvSpPr/>
            <p:nvPr/>
          </p:nvSpPr>
          <p:spPr>
            <a:xfrm>
              <a:off x="7982828" y="617834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4"/>
            <p:cNvSpPr/>
            <p:nvPr/>
          </p:nvSpPr>
          <p:spPr>
            <a:xfrm>
              <a:off x="8131618" y="611794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5"/>
            <p:cNvSpPr/>
            <p:nvPr/>
          </p:nvSpPr>
          <p:spPr>
            <a:xfrm>
              <a:off x="8299154" y="658125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6"/>
            <p:cNvSpPr/>
            <p:nvPr/>
          </p:nvSpPr>
          <p:spPr>
            <a:xfrm>
              <a:off x="7970563" y="60920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7"/>
            <p:cNvSpPr/>
            <p:nvPr/>
          </p:nvSpPr>
          <p:spPr>
            <a:xfrm>
              <a:off x="8062580" y="619386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8"/>
            <p:cNvSpPr/>
            <p:nvPr/>
          </p:nvSpPr>
          <p:spPr>
            <a:xfrm>
              <a:off x="7978608" y="629372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69"/>
            <p:cNvSpPr/>
            <p:nvPr/>
          </p:nvSpPr>
          <p:spPr>
            <a:xfrm>
              <a:off x="7920169" y="641542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0"/>
            <p:cNvSpPr/>
            <p:nvPr/>
          </p:nvSpPr>
          <p:spPr>
            <a:xfrm>
              <a:off x="8384967" y="663279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1"/>
            <p:cNvSpPr/>
            <p:nvPr/>
          </p:nvSpPr>
          <p:spPr>
            <a:xfrm>
              <a:off x="8556796" y="613585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2"/>
            <p:cNvSpPr/>
            <p:nvPr/>
          </p:nvSpPr>
          <p:spPr>
            <a:xfrm>
              <a:off x="8394281" y="695332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3"/>
            <p:cNvSpPr/>
            <p:nvPr/>
          </p:nvSpPr>
          <p:spPr>
            <a:xfrm>
              <a:off x="8256446" y="6581694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4"/>
            <p:cNvSpPr/>
            <p:nvPr/>
          </p:nvSpPr>
          <p:spPr>
            <a:xfrm>
              <a:off x="9360922" y="625026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5"/>
            <p:cNvSpPr/>
            <p:nvPr/>
          </p:nvSpPr>
          <p:spPr>
            <a:xfrm>
              <a:off x="7988181" y="651343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6"/>
            <p:cNvSpPr/>
            <p:nvPr/>
          </p:nvSpPr>
          <p:spPr>
            <a:xfrm>
              <a:off x="8172642" y="618635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7"/>
            <p:cNvSpPr/>
            <p:nvPr/>
          </p:nvSpPr>
          <p:spPr>
            <a:xfrm>
              <a:off x="8184544" y="610106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8"/>
            <p:cNvSpPr/>
            <p:nvPr/>
          </p:nvSpPr>
          <p:spPr>
            <a:xfrm>
              <a:off x="8027932" y="621567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79"/>
            <p:cNvSpPr/>
            <p:nvPr/>
          </p:nvSpPr>
          <p:spPr>
            <a:xfrm>
              <a:off x="8740350" y="6563321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0"/>
            <p:cNvSpPr/>
            <p:nvPr/>
          </p:nvSpPr>
          <p:spPr>
            <a:xfrm>
              <a:off x="8967484" y="633171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1"/>
            <p:cNvSpPr/>
            <p:nvPr/>
          </p:nvSpPr>
          <p:spPr>
            <a:xfrm>
              <a:off x="8152993" y="589839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2"/>
            <p:cNvSpPr/>
            <p:nvPr/>
          </p:nvSpPr>
          <p:spPr>
            <a:xfrm>
              <a:off x="7944445" y="629452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3"/>
            <p:cNvSpPr/>
            <p:nvPr/>
          </p:nvSpPr>
          <p:spPr>
            <a:xfrm>
              <a:off x="8069326" y="587717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4"/>
            <p:cNvSpPr/>
            <p:nvPr/>
          </p:nvSpPr>
          <p:spPr>
            <a:xfrm>
              <a:off x="7916840" y="6006512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5"/>
            <p:cNvSpPr/>
            <p:nvPr/>
          </p:nvSpPr>
          <p:spPr>
            <a:xfrm>
              <a:off x="9098960" y="634696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6"/>
            <p:cNvSpPr/>
            <p:nvPr/>
          </p:nvSpPr>
          <p:spPr>
            <a:xfrm>
              <a:off x="8644828" y="621987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7"/>
            <p:cNvSpPr/>
            <p:nvPr/>
          </p:nvSpPr>
          <p:spPr>
            <a:xfrm>
              <a:off x="8548087" y="634068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8"/>
            <p:cNvSpPr/>
            <p:nvPr/>
          </p:nvSpPr>
          <p:spPr>
            <a:xfrm>
              <a:off x="9363247" y="60782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89"/>
            <p:cNvSpPr/>
            <p:nvPr/>
          </p:nvSpPr>
          <p:spPr>
            <a:xfrm>
              <a:off x="8609155" y="6142165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0"/>
            <p:cNvSpPr/>
            <p:nvPr/>
          </p:nvSpPr>
          <p:spPr>
            <a:xfrm>
              <a:off x="8238321" y="630152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1"/>
            <p:cNvSpPr/>
            <p:nvPr/>
          </p:nvSpPr>
          <p:spPr>
            <a:xfrm>
              <a:off x="8330461" y="6499669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2"/>
            <p:cNvSpPr/>
            <p:nvPr/>
          </p:nvSpPr>
          <p:spPr>
            <a:xfrm>
              <a:off x="8001837" y="6259934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3"/>
            <p:cNvSpPr/>
            <p:nvPr/>
          </p:nvSpPr>
          <p:spPr>
            <a:xfrm>
              <a:off x="8550287" y="657789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4"/>
            <p:cNvSpPr/>
            <p:nvPr/>
          </p:nvSpPr>
          <p:spPr>
            <a:xfrm>
              <a:off x="8349927" y="650564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5"/>
            <p:cNvSpPr/>
            <p:nvPr/>
          </p:nvSpPr>
          <p:spPr>
            <a:xfrm>
              <a:off x="8477964" y="6302808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6"/>
            <p:cNvSpPr/>
            <p:nvPr/>
          </p:nvSpPr>
          <p:spPr>
            <a:xfrm>
              <a:off x="8663160" y="655089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7"/>
            <p:cNvSpPr/>
            <p:nvPr/>
          </p:nvSpPr>
          <p:spPr>
            <a:xfrm>
              <a:off x="7890802" y="6965017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8"/>
            <p:cNvSpPr/>
            <p:nvPr/>
          </p:nvSpPr>
          <p:spPr>
            <a:xfrm>
              <a:off x="8499931" y="6843146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899"/>
            <p:cNvSpPr/>
            <p:nvPr/>
          </p:nvSpPr>
          <p:spPr>
            <a:xfrm>
              <a:off x="8029573" y="6608182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0"/>
            <p:cNvSpPr/>
            <p:nvPr/>
          </p:nvSpPr>
          <p:spPr>
            <a:xfrm>
              <a:off x="7920766" y="631217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1"/>
            <p:cNvSpPr/>
            <p:nvPr/>
          </p:nvSpPr>
          <p:spPr>
            <a:xfrm>
              <a:off x="7951677" y="6192590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2"/>
            <p:cNvSpPr/>
            <p:nvPr/>
          </p:nvSpPr>
          <p:spPr>
            <a:xfrm>
              <a:off x="7931942" y="613667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3"/>
            <p:cNvSpPr/>
            <p:nvPr/>
          </p:nvSpPr>
          <p:spPr>
            <a:xfrm>
              <a:off x="9786748" y="621667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4"/>
            <p:cNvSpPr/>
            <p:nvPr/>
          </p:nvSpPr>
          <p:spPr>
            <a:xfrm>
              <a:off x="8032682" y="6051849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5"/>
            <p:cNvSpPr/>
            <p:nvPr/>
          </p:nvSpPr>
          <p:spPr>
            <a:xfrm>
              <a:off x="7870907" y="5967056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6"/>
            <p:cNvSpPr/>
            <p:nvPr/>
          </p:nvSpPr>
          <p:spPr>
            <a:xfrm>
              <a:off x="8617076" y="6336007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7"/>
            <p:cNvSpPr/>
            <p:nvPr/>
          </p:nvSpPr>
          <p:spPr>
            <a:xfrm>
              <a:off x="8005593" y="6409851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g1908"/>
            <p:cNvSpPr/>
            <p:nvPr/>
          </p:nvSpPr>
          <p:spPr>
            <a:xfrm>
              <a:off x="7870131" y="6218195"/>
              <a:ext cx="3095678" cy="309128"/>
            </a:xfrm>
            <a:custGeom>
              <a:avLst/>
              <a:pathLst>
                <a:path w="3095678" h="309128">
                  <a:moveTo>
                    <a:pt x="0" y="137050"/>
                  </a:moveTo>
                  <a:lnTo>
                    <a:pt x="39185" y="138314"/>
                  </a:lnTo>
                  <a:lnTo>
                    <a:pt x="78371" y="139516"/>
                  </a:lnTo>
                  <a:lnTo>
                    <a:pt x="117557" y="140650"/>
                  </a:lnTo>
                  <a:lnTo>
                    <a:pt x="156743" y="141709"/>
                  </a:lnTo>
                  <a:lnTo>
                    <a:pt x="195929" y="142683"/>
                  </a:lnTo>
                  <a:lnTo>
                    <a:pt x="235114" y="143566"/>
                  </a:lnTo>
                  <a:lnTo>
                    <a:pt x="274300" y="144347"/>
                  </a:lnTo>
                  <a:lnTo>
                    <a:pt x="313486" y="145017"/>
                  </a:lnTo>
                  <a:lnTo>
                    <a:pt x="352672" y="145566"/>
                  </a:lnTo>
                  <a:lnTo>
                    <a:pt x="391858" y="145985"/>
                  </a:lnTo>
                  <a:lnTo>
                    <a:pt x="431043" y="146265"/>
                  </a:lnTo>
                  <a:lnTo>
                    <a:pt x="470229" y="146396"/>
                  </a:lnTo>
                  <a:lnTo>
                    <a:pt x="509415" y="146374"/>
                  </a:lnTo>
                  <a:lnTo>
                    <a:pt x="548601" y="146192"/>
                  </a:lnTo>
                  <a:lnTo>
                    <a:pt x="587787" y="145848"/>
                  </a:lnTo>
                  <a:lnTo>
                    <a:pt x="626972" y="145340"/>
                  </a:lnTo>
                  <a:lnTo>
                    <a:pt x="666158" y="144671"/>
                  </a:lnTo>
                  <a:lnTo>
                    <a:pt x="705344" y="143845"/>
                  </a:lnTo>
                  <a:lnTo>
                    <a:pt x="744530" y="142867"/>
                  </a:lnTo>
                  <a:lnTo>
                    <a:pt x="783716" y="141744"/>
                  </a:lnTo>
                  <a:lnTo>
                    <a:pt x="822901" y="140486"/>
                  </a:lnTo>
                  <a:lnTo>
                    <a:pt x="862087" y="139102"/>
                  </a:lnTo>
                  <a:lnTo>
                    <a:pt x="901273" y="137600"/>
                  </a:lnTo>
                  <a:lnTo>
                    <a:pt x="940459" y="135992"/>
                  </a:lnTo>
                  <a:lnTo>
                    <a:pt x="979645" y="134286"/>
                  </a:lnTo>
                  <a:lnTo>
                    <a:pt x="1018831" y="132492"/>
                  </a:lnTo>
                  <a:lnTo>
                    <a:pt x="1058016" y="130618"/>
                  </a:lnTo>
                  <a:lnTo>
                    <a:pt x="1097202" y="128671"/>
                  </a:lnTo>
                  <a:lnTo>
                    <a:pt x="1136388" y="126658"/>
                  </a:lnTo>
                  <a:lnTo>
                    <a:pt x="1175574" y="124587"/>
                  </a:lnTo>
                  <a:lnTo>
                    <a:pt x="1214760" y="122463"/>
                  </a:lnTo>
                  <a:lnTo>
                    <a:pt x="1253945" y="120291"/>
                  </a:lnTo>
                  <a:lnTo>
                    <a:pt x="1293131" y="118076"/>
                  </a:lnTo>
                  <a:lnTo>
                    <a:pt x="1332317" y="115822"/>
                  </a:lnTo>
                  <a:lnTo>
                    <a:pt x="1371503" y="113533"/>
                  </a:lnTo>
                  <a:lnTo>
                    <a:pt x="1410689" y="111212"/>
                  </a:lnTo>
                  <a:lnTo>
                    <a:pt x="1449874" y="108862"/>
                  </a:lnTo>
                  <a:lnTo>
                    <a:pt x="1489060" y="106486"/>
                  </a:lnTo>
                  <a:lnTo>
                    <a:pt x="1528246" y="104086"/>
                  </a:lnTo>
                  <a:lnTo>
                    <a:pt x="1567432" y="101664"/>
                  </a:lnTo>
                  <a:lnTo>
                    <a:pt x="1606618" y="99223"/>
                  </a:lnTo>
                  <a:lnTo>
                    <a:pt x="1645803" y="96763"/>
                  </a:lnTo>
                  <a:lnTo>
                    <a:pt x="1684989" y="94286"/>
                  </a:lnTo>
                  <a:lnTo>
                    <a:pt x="1724175" y="91794"/>
                  </a:lnTo>
                  <a:lnTo>
                    <a:pt x="1763361" y="89288"/>
                  </a:lnTo>
                  <a:lnTo>
                    <a:pt x="1802547" y="86769"/>
                  </a:lnTo>
                  <a:lnTo>
                    <a:pt x="1841733" y="84239"/>
                  </a:lnTo>
                  <a:lnTo>
                    <a:pt x="1880918" y="81697"/>
                  </a:lnTo>
                  <a:lnTo>
                    <a:pt x="1920104" y="79144"/>
                  </a:lnTo>
                  <a:lnTo>
                    <a:pt x="1959290" y="76583"/>
                  </a:lnTo>
                  <a:lnTo>
                    <a:pt x="1998476" y="74012"/>
                  </a:lnTo>
                  <a:lnTo>
                    <a:pt x="2037662" y="71433"/>
                  </a:lnTo>
                  <a:lnTo>
                    <a:pt x="2076847" y="68847"/>
                  </a:lnTo>
                  <a:lnTo>
                    <a:pt x="2116033" y="66253"/>
                  </a:lnTo>
                  <a:lnTo>
                    <a:pt x="2155219" y="63653"/>
                  </a:lnTo>
                  <a:lnTo>
                    <a:pt x="2194405" y="61046"/>
                  </a:lnTo>
                  <a:lnTo>
                    <a:pt x="2233591" y="58434"/>
                  </a:lnTo>
                  <a:lnTo>
                    <a:pt x="2272776" y="55816"/>
                  </a:lnTo>
                  <a:lnTo>
                    <a:pt x="2311962" y="53193"/>
                  </a:lnTo>
                  <a:lnTo>
                    <a:pt x="2351148" y="50565"/>
                  </a:lnTo>
                  <a:lnTo>
                    <a:pt x="2390334" y="47933"/>
                  </a:lnTo>
                  <a:lnTo>
                    <a:pt x="2429520" y="45296"/>
                  </a:lnTo>
                  <a:lnTo>
                    <a:pt x="2468705" y="42656"/>
                  </a:lnTo>
                  <a:lnTo>
                    <a:pt x="2507891" y="40011"/>
                  </a:lnTo>
                  <a:lnTo>
                    <a:pt x="2547077" y="37363"/>
                  </a:lnTo>
                  <a:lnTo>
                    <a:pt x="2586263" y="34711"/>
                  </a:lnTo>
                  <a:lnTo>
                    <a:pt x="2625449" y="32057"/>
                  </a:lnTo>
                  <a:lnTo>
                    <a:pt x="2664635" y="29399"/>
                  </a:lnTo>
                  <a:lnTo>
                    <a:pt x="2703820" y="26738"/>
                  </a:lnTo>
                  <a:lnTo>
                    <a:pt x="2743006" y="24075"/>
                  </a:lnTo>
                  <a:lnTo>
                    <a:pt x="2782192" y="21409"/>
                  </a:lnTo>
                  <a:lnTo>
                    <a:pt x="2821378" y="18740"/>
                  </a:lnTo>
                  <a:lnTo>
                    <a:pt x="2860564" y="16069"/>
                  </a:lnTo>
                  <a:lnTo>
                    <a:pt x="2899749" y="13396"/>
                  </a:lnTo>
                  <a:lnTo>
                    <a:pt x="2938935" y="10720"/>
                  </a:lnTo>
                  <a:lnTo>
                    <a:pt x="2978121" y="8043"/>
                  </a:lnTo>
                  <a:lnTo>
                    <a:pt x="3017307" y="5364"/>
                  </a:lnTo>
                  <a:lnTo>
                    <a:pt x="3056493" y="2683"/>
                  </a:lnTo>
                  <a:lnTo>
                    <a:pt x="3095678" y="0"/>
                  </a:lnTo>
                  <a:lnTo>
                    <a:pt x="3095678" y="309128"/>
                  </a:lnTo>
                  <a:lnTo>
                    <a:pt x="3056493" y="307228"/>
                  </a:lnTo>
                  <a:lnTo>
                    <a:pt x="3017307" y="305330"/>
                  </a:lnTo>
                  <a:lnTo>
                    <a:pt x="2978121" y="303434"/>
                  </a:lnTo>
                  <a:lnTo>
                    <a:pt x="2938935" y="301540"/>
                  </a:lnTo>
                  <a:lnTo>
                    <a:pt x="2899749" y="299648"/>
                  </a:lnTo>
                  <a:lnTo>
                    <a:pt x="2860564" y="297758"/>
                  </a:lnTo>
                  <a:lnTo>
                    <a:pt x="2821378" y="295871"/>
                  </a:lnTo>
                  <a:lnTo>
                    <a:pt x="2782192" y="293985"/>
                  </a:lnTo>
                  <a:lnTo>
                    <a:pt x="2743006" y="292103"/>
                  </a:lnTo>
                  <a:lnTo>
                    <a:pt x="2703820" y="290223"/>
                  </a:lnTo>
                  <a:lnTo>
                    <a:pt x="2664635" y="288345"/>
                  </a:lnTo>
                  <a:lnTo>
                    <a:pt x="2625449" y="286471"/>
                  </a:lnTo>
                  <a:lnTo>
                    <a:pt x="2586263" y="284599"/>
                  </a:lnTo>
                  <a:lnTo>
                    <a:pt x="2547077" y="282731"/>
                  </a:lnTo>
                  <a:lnTo>
                    <a:pt x="2507891" y="280866"/>
                  </a:lnTo>
                  <a:lnTo>
                    <a:pt x="2468705" y="279005"/>
                  </a:lnTo>
                  <a:lnTo>
                    <a:pt x="2429520" y="277148"/>
                  </a:lnTo>
                  <a:lnTo>
                    <a:pt x="2390334" y="275295"/>
                  </a:lnTo>
                  <a:lnTo>
                    <a:pt x="2351148" y="273446"/>
                  </a:lnTo>
                  <a:lnTo>
                    <a:pt x="2311962" y="271601"/>
                  </a:lnTo>
                  <a:lnTo>
                    <a:pt x="2272776" y="269762"/>
                  </a:lnTo>
                  <a:lnTo>
                    <a:pt x="2233591" y="267927"/>
                  </a:lnTo>
                  <a:lnTo>
                    <a:pt x="2194405" y="266098"/>
                  </a:lnTo>
                  <a:lnTo>
                    <a:pt x="2155219" y="264275"/>
                  </a:lnTo>
                  <a:lnTo>
                    <a:pt x="2116033" y="262458"/>
                  </a:lnTo>
                  <a:lnTo>
                    <a:pt x="2076847" y="260648"/>
                  </a:lnTo>
                  <a:lnTo>
                    <a:pt x="2037662" y="258845"/>
                  </a:lnTo>
                  <a:lnTo>
                    <a:pt x="1998476" y="257049"/>
                  </a:lnTo>
                  <a:lnTo>
                    <a:pt x="1959290" y="255262"/>
                  </a:lnTo>
                  <a:lnTo>
                    <a:pt x="1920104" y="253484"/>
                  </a:lnTo>
                  <a:lnTo>
                    <a:pt x="1880918" y="251715"/>
                  </a:lnTo>
                  <a:lnTo>
                    <a:pt x="1841733" y="249956"/>
                  </a:lnTo>
                  <a:lnTo>
                    <a:pt x="1802547" y="248209"/>
                  </a:lnTo>
                  <a:lnTo>
                    <a:pt x="1763361" y="246473"/>
                  </a:lnTo>
                  <a:lnTo>
                    <a:pt x="1724175" y="244751"/>
                  </a:lnTo>
                  <a:lnTo>
                    <a:pt x="1684989" y="243042"/>
                  </a:lnTo>
                  <a:lnTo>
                    <a:pt x="1645803" y="241349"/>
                  </a:lnTo>
                  <a:lnTo>
                    <a:pt x="1606618" y="239672"/>
                  </a:lnTo>
                  <a:lnTo>
                    <a:pt x="1567432" y="238014"/>
                  </a:lnTo>
                  <a:lnTo>
                    <a:pt x="1528246" y="236376"/>
                  </a:lnTo>
                  <a:lnTo>
                    <a:pt x="1489060" y="234759"/>
                  </a:lnTo>
                  <a:lnTo>
                    <a:pt x="1449874" y="233166"/>
                  </a:lnTo>
                  <a:lnTo>
                    <a:pt x="1410689" y="231600"/>
                  </a:lnTo>
                  <a:lnTo>
                    <a:pt x="1371503" y="230062"/>
                  </a:lnTo>
                  <a:lnTo>
                    <a:pt x="1332317" y="228556"/>
                  </a:lnTo>
                  <a:lnTo>
                    <a:pt x="1293131" y="227086"/>
                  </a:lnTo>
                  <a:lnTo>
                    <a:pt x="1253945" y="225654"/>
                  </a:lnTo>
                  <a:lnTo>
                    <a:pt x="1214760" y="224266"/>
                  </a:lnTo>
                  <a:lnTo>
                    <a:pt x="1175574" y="222925"/>
                  </a:lnTo>
                  <a:lnTo>
                    <a:pt x="1136388" y="221637"/>
                  </a:lnTo>
                  <a:lnTo>
                    <a:pt x="1097202" y="220408"/>
                  </a:lnTo>
                  <a:lnTo>
                    <a:pt x="1058016" y="219245"/>
                  </a:lnTo>
                  <a:lnTo>
                    <a:pt x="1018831" y="218153"/>
                  </a:lnTo>
                  <a:lnTo>
                    <a:pt x="979645" y="217142"/>
                  </a:lnTo>
                  <a:lnTo>
                    <a:pt x="940459" y="216220"/>
                  </a:lnTo>
                  <a:lnTo>
                    <a:pt x="901273" y="215395"/>
                  </a:lnTo>
                  <a:lnTo>
                    <a:pt x="862087" y="214677"/>
                  </a:lnTo>
                  <a:lnTo>
                    <a:pt x="822901" y="214076"/>
                  </a:lnTo>
                  <a:lnTo>
                    <a:pt x="783716" y="213601"/>
                  </a:lnTo>
                  <a:lnTo>
                    <a:pt x="744530" y="213262"/>
                  </a:lnTo>
                  <a:lnTo>
                    <a:pt x="705344" y="213068"/>
                  </a:lnTo>
                  <a:lnTo>
                    <a:pt x="666158" y="213025"/>
                  </a:lnTo>
                  <a:lnTo>
                    <a:pt x="626972" y="213139"/>
                  </a:lnTo>
                  <a:lnTo>
                    <a:pt x="587787" y="213415"/>
                  </a:lnTo>
                  <a:lnTo>
                    <a:pt x="548601" y="213854"/>
                  </a:lnTo>
                  <a:lnTo>
                    <a:pt x="509415" y="214455"/>
                  </a:lnTo>
                  <a:lnTo>
                    <a:pt x="470229" y="215216"/>
                  </a:lnTo>
                  <a:lnTo>
                    <a:pt x="431043" y="216131"/>
                  </a:lnTo>
                  <a:lnTo>
                    <a:pt x="391858" y="217194"/>
                  </a:lnTo>
                  <a:lnTo>
                    <a:pt x="352672" y="218397"/>
                  </a:lnTo>
                  <a:lnTo>
                    <a:pt x="313486" y="219729"/>
                  </a:lnTo>
                  <a:lnTo>
                    <a:pt x="274300" y="221183"/>
                  </a:lnTo>
                  <a:lnTo>
                    <a:pt x="235114" y="222747"/>
                  </a:lnTo>
                  <a:lnTo>
                    <a:pt x="195929" y="224413"/>
                  </a:lnTo>
                  <a:lnTo>
                    <a:pt x="156743" y="226171"/>
                  </a:lnTo>
                  <a:lnTo>
                    <a:pt x="117557" y="228013"/>
                  </a:lnTo>
                  <a:lnTo>
                    <a:pt x="78371" y="229930"/>
                  </a:lnTo>
                  <a:lnTo>
                    <a:pt x="39185" y="231916"/>
                  </a:lnTo>
                  <a:lnTo>
                    <a:pt x="0" y="233963"/>
                  </a:lnTo>
                  <a:close/>
                </a:path>
              </a:pathLst>
            </a:custGeom>
            <a:solidFill>
              <a:srgbClr val="0E5A78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1910" name="pl1909"/>
            <p:cNvSpPr/>
            <p:nvPr/>
          </p:nvSpPr>
          <p:spPr>
            <a:xfrm>
              <a:off x="7870131" y="6218195"/>
              <a:ext cx="3095678" cy="146396"/>
            </a:xfrm>
            <a:custGeom>
              <a:avLst/>
              <a:pathLst>
                <a:path w="3095678" h="146396">
                  <a:moveTo>
                    <a:pt x="0" y="137050"/>
                  </a:moveTo>
                  <a:lnTo>
                    <a:pt x="39185" y="138314"/>
                  </a:lnTo>
                  <a:lnTo>
                    <a:pt x="78371" y="139516"/>
                  </a:lnTo>
                  <a:lnTo>
                    <a:pt x="117557" y="140650"/>
                  </a:lnTo>
                  <a:lnTo>
                    <a:pt x="156743" y="141709"/>
                  </a:lnTo>
                  <a:lnTo>
                    <a:pt x="195929" y="142683"/>
                  </a:lnTo>
                  <a:lnTo>
                    <a:pt x="235114" y="143566"/>
                  </a:lnTo>
                  <a:lnTo>
                    <a:pt x="274300" y="144347"/>
                  </a:lnTo>
                  <a:lnTo>
                    <a:pt x="313486" y="145017"/>
                  </a:lnTo>
                  <a:lnTo>
                    <a:pt x="352672" y="145566"/>
                  </a:lnTo>
                  <a:lnTo>
                    <a:pt x="391858" y="145985"/>
                  </a:lnTo>
                  <a:lnTo>
                    <a:pt x="431043" y="146265"/>
                  </a:lnTo>
                  <a:lnTo>
                    <a:pt x="470229" y="146396"/>
                  </a:lnTo>
                  <a:lnTo>
                    <a:pt x="509415" y="146374"/>
                  </a:lnTo>
                  <a:lnTo>
                    <a:pt x="548601" y="146192"/>
                  </a:lnTo>
                  <a:lnTo>
                    <a:pt x="587787" y="145848"/>
                  </a:lnTo>
                  <a:lnTo>
                    <a:pt x="626972" y="145340"/>
                  </a:lnTo>
                  <a:lnTo>
                    <a:pt x="666158" y="144671"/>
                  </a:lnTo>
                  <a:lnTo>
                    <a:pt x="705344" y="143845"/>
                  </a:lnTo>
                  <a:lnTo>
                    <a:pt x="744530" y="142867"/>
                  </a:lnTo>
                  <a:lnTo>
                    <a:pt x="783716" y="141744"/>
                  </a:lnTo>
                  <a:lnTo>
                    <a:pt x="822901" y="140486"/>
                  </a:lnTo>
                  <a:lnTo>
                    <a:pt x="862087" y="139102"/>
                  </a:lnTo>
                  <a:lnTo>
                    <a:pt x="901273" y="137600"/>
                  </a:lnTo>
                  <a:lnTo>
                    <a:pt x="940459" y="135992"/>
                  </a:lnTo>
                  <a:lnTo>
                    <a:pt x="979645" y="134286"/>
                  </a:lnTo>
                  <a:lnTo>
                    <a:pt x="1018831" y="132492"/>
                  </a:lnTo>
                  <a:lnTo>
                    <a:pt x="1058016" y="130618"/>
                  </a:lnTo>
                  <a:lnTo>
                    <a:pt x="1097202" y="128671"/>
                  </a:lnTo>
                  <a:lnTo>
                    <a:pt x="1136388" y="126658"/>
                  </a:lnTo>
                  <a:lnTo>
                    <a:pt x="1175574" y="124587"/>
                  </a:lnTo>
                  <a:lnTo>
                    <a:pt x="1214760" y="122463"/>
                  </a:lnTo>
                  <a:lnTo>
                    <a:pt x="1253945" y="120291"/>
                  </a:lnTo>
                  <a:lnTo>
                    <a:pt x="1293131" y="118076"/>
                  </a:lnTo>
                  <a:lnTo>
                    <a:pt x="1332317" y="115822"/>
                  </a:lnTo>
                  <a:lnTo>
                    <a:pt x="1371503" y="113533"/>
                  </a:lnTo>
                  <a:lnTo>
                    <a:pt x="1410689" y="111212"/>
                  </a:lnTo>
                  <a:lnTo>
                    <a:pt x="1449874" y="108862"/>
                  </a:lnTo>
                  <a:lnTo>
                    <a:pt x="1489060" y="106486"/>
                  </a:lnTo>
                  <a:lnTo>
                    <a:pt x="1528246" y="104086"/>
                  </a:lnTo>
                  <a:lnTo>
                    <a:pt x="1567432" y="101664"/>
                  </a:lnTo>
                  <a:lnTo>
                    <a:pt x="1606618" y="99223"/>
                  </a:lnTo>
                  <a:lnTo>
                    <a:pt x="1645803" y="96763"/>
                  </a:lnTo>
                  <a:lnTo>
                    <a:pt x="1684989" y="94286"/>
                  </a:lnTo>
                  <a:lnTo>
                    <a:pt x="1724175" y="91794"/>
                  </a:lnTo>
                  <a:lnTo>
                    <a:pt x="1763361" y="89288"/>
                  </a:lnTo>
                  <a:lnTo>
                    <a:pt x="1802547" y="86769"/>
                  </a:lnTo>
                  <a:lnTo>
                    <a:pt x="1841733" y="84239"/>
                  </a:lnTo>
                  <a:lnTo>
                    <a:pt x="1880918" y="81697"/>
                  </a:lnTo>
                  <a:lnTo>
                    <a:pt x="1920104" y="79144"/>
                  </a:lnTo>
                  <a:lnTo>
                    <a:pt x="1959290" y="76583"/>
                  </a:lnTo>
                  <a:lnTo>
                    <a:pt x="1998476" y="74012"/>
                  </a:lnTo>
                  <a:lnTo>
                    <a:pt x="2037662" y="71433"/>
                  </a:lnTo>
                  <a:lnTo>
                    <a:pt x="2076847" y="68847"/>
                  </a:lnTo>
                  <a:lnTo>
                    <a:pt x="2116033" y="66253"/>
                  </a:lnTo>
                  <a:lnTo>
                    <a:pt x="2155219" y="63653"/>
                  </a:lnTo>
                  <a:lnTo>
                    <a:pt x="2194405" y="61046"/>
                  </a:lnTo>
                  <a:lnTo>
                    <a:pt x="2233591" y="58434"/>
                  </a:lnTo>
                  <a:lnTo>
                    <a:pt x="2272776" y="55816"/>
                  </a:lnTo>
                  <a:lnTo>
                    <a:pt x="2311962" y="53193"/>
                  </a:lnTo>
                  <a:lnTo>
                    <a:pt x="2351148" y="50565"/>
                  </a:lnTo>
                  <a:lnTo>
                    <a:pt x="2390334" y="47933"/>
                  </a:lnTo>
                  <a:lnTo>
                    <a:pt x="2429520" y="45296"/>
                  </a:lnTo>
                  <a:lnTo>
                    <a:pt x="2468705" y="42656"/>
                  </a:lnTo>
                  <a:lnTo>
                    <a:pt x="2507891" y="40011"/>
                  </a:lnTo>
                  <a:lnTo>
                    <a:pt x="2547077" y="37363"/>
                  </a:lnTo>
                  <a:lnTo>
                    <a:pt x="2586263" y="34711"/>
                  </a:lnTo>
                  <a:lnTo>
                    <a:pt x="2625449" y="32057"/>
                  </a:lnTo>
                  <a:lnTo>
                    <a:pt x="2664635" y="29399"/>
                  </a:lnTo>
                  <a:lnTo>
                    <a:pt x="2703820" y="26738"/>
                  </a:lnTo>
                  <a:lnTo>
                    <a:pt x="2743006" y="24075"/>
                  </a:lnTo>
                  <a:lnTo>
                    <a:pt x="2782192" y="21409"/>
                  </a:lnTo>
                  <a:lnTo>
                    <a:pt x="2821378" y="18740"/>
                  </a:lnTo>
                  <a:lnTo>
                    <a:pt x="2860564" y="16069"/>
                  </a:lnTo>
                  <a:lnTo>
                    <a:pt x="2899749" y="13396"/>
                  </a:lnTo>
                  <a:lnTo>
                    <a:pt x="2938935" y="10720"/>
                  </a:lnTo>
                  <a:lnTo>
                    <a:pt x="2978121" y="8043"/>
                  </a:lnTo>
                  <a:lnTo>
                    <a:pt x="3017307" y="5364"/>
                  </a:lnTo>
                  <a:lnTo>
                    <a:pt x="3056493" y="2683"/>
                  </a:lnTo>
                  <a:lnTo>
                    <a:pt x="309567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11" name="pl1910"/>
            <p:cNvSpPr/>
            <p:nvPr/>
          </p:nvSpPr>
          <p:spPr>
            <a:xfrm>
              <a:off x="7870131" y="6431221"/>
              <a:ext cx="3095678" cy="96103"/>
            </a:xfrm>
            <a:custGeom>
              <a:avLst/>
              <a:pathLst>
                <a:path w="3095678" h="96103">
                  <a:moveTo>
                    <a:pt x="3095678" y="96103"/>
                  </a:moveTo>
                  <a:lnTo>
                    <a:pt x="3056493" y="94203"/>
                  </a:lnTo>
                  <a:lnTo>
                    <a:pt x="3017307" y="92305"/>
                  </a:lnTo>
                  <a:lnTo>
                    <a:pt x="2978121" y="90409"/>
                  </a:lnTo>
                  <a:lnTo>
                    <a:pt x="2938935" y="88515"/>
                  </a:lnTo>
                  <a:lnTo>
                    <a:pt x="2899749" y="86623"/>
                  </a:lnTo>
                  <a:lnTo>
                    <a:pt x="2860564" y="84733"/>
                  </a:lnTo>
                  <a:lnTo>
                    <a:pt x="2821378" y="82846"/>
                  </a:lnTo>
                  <a:lnTo>
                    <a:pt x="2782192" y="80960"/>
                  </a:lnTo>
                  <a:lnTo>
                    <a:pt x="2743006" y="79078"/>
                  </a:lnTo>
                  <a:lnTo>
                    <a:pt x="2703820" y="77198"/>
                  </a:lnTo>
                  <a:lnTo>
                    <a:pt x="2664635" y="75320"/>
                  </a:lnTo>
                  <a:lnTo>
                    <a:pt x="2625449" y="73446"/>
                  </a:lnTo>
                  <a:lnTo>
                    <a:pt x="2586263" y="71574"/>
                  </a:lnTo>
                  <a:lnTo>
                    <a:pt x="2547077" y="69706"/>
                  </a:lnTo>
                  <a:lnTo>
                    <a:pt x="2507891" y="67841"/>
                  </a:lnTo>
                  <a:lnTo>
                    <a:pt x="2468705" y="65980"/>
                  </a:lnTo>
                  <a:lnTo>
                    <a:pt x="2429520" y="64123"/>
                  </a:lnTo>
                  <a:lnTo>
                    <a:pt x="2390334" y="62270"/>
                  </a:lnTo>
                  <a:lnTo>
                    <a:pt x="2351148" y="60421"/>
                  </a:lnTo>
                  <a:lnTo>
                    <a:pt x="2311962" y="58576"/>
                  </a:lnTo>
                  <a:lnTo>
                    <a:pt x="2272776" y="56737"/>
                  </a:lnTo>
                  <a:lnTo>
                    <a:pt x="2233591" y="54902"/>
                  </a:lnTo>
                  <a:lnTo>
                    <a:pt x="2194405" y="53073"/>
                  </a:lnTo>
                  <a:lnTo>
                    <a:pt x="2155219" y="51250"/>
                  </a:lnTo>
                  <a:lnTo>
                    <a:pt x="2116033" y="49433"/>
                  </a:lnTo>
                  <a:lnTo>
                    <a:pt x="2076847" y="47623"/>
                  </a:lnTo>
                  <a:lnTo>
                    <a:pt x="2037662" y="45820"/>
                  </a:lnTo>
                  <a:lnTo>
                    <a:pt x="1998476" y="44024"/>
                  </a:lnTo>
                  <a:lnTo>
                    <a:pt x="1959290" y="42237"/>
                  </a:lnTo>
                  <a:lnTo>
                    <a:pt x="1920104" y="40459"/>
                  </a:lnTo>
                  <a:lnTo>
                    <a:pt x="1880918" y="38690"/>
                  </a:lnTo>
                  <a:lnTo>
                    <a:pt x="1841733" y="36931"/>
                  </a:lnTo>
                  <a:lnTo>
                    <a:pt x="1802547" y="35184"/>
                  </a:lnTo>
                  <a:lnTo>
                    <a:pt x="1763361" y="33448"/>
                  </a:lnTo>
                  <a:lnTo>
                    <a:pt x="1724175" y="31726"/>
                  </a:lnTo>
                  <a:lnTo>
                    <a:pt x="1684989" y="30017"/>
                  </a:lnTo>
                  <a:lnTo>
                    <a:pt x="1645803" y="28324"/>
                  </a:lnTo>
                  <a:lnTo>
                    <a:pt x="1606618" y="26647"/>
                  </a:lnTo>
                  <a:lnTo>
                    <a:pt x="1567432" y="24989"/>
                  </a:lnTo>
                  <a:lnTo>
                    <a:pt x="1528246" y="23351"/>
                  </a:lnTo>
                  <a:lnTo>
                    <a:pt x="1489060" y="21734"/>
                  </a:lnTo>
                  <a:lnTo>
                    <a:pt x="1449874" y="20141"/>
                  </a:lnTo>
                  <a:lnTo>
                    <a:pt x="1410689" y="18575"/>
                  </a:lnTo>
                  <a:lnTo>
                    <a:pt x="1371503" y="17037"/>
                  </a:lnTo>
                  <a:lnTo>
                    <a:pt x="1332317" y="15531"/>
                  </a:lnTo>
                  <a:lnTo>
                    <a:pt x="1293131" y="14061"/>
                  </a:lnTo>
                  <a:lnTo>
                    <a:pt x="1253945" y="12629"/>
                  </a:lnTo>
                  <a:lnTo>
                    <a:pt x="1214760" y="11241"/>
                  </a:lnTo>
                  <a:lnTo>
                    <a:pt x="1175574" y="9900"/>
                  </a:lnTo>
                  <a:lnTo>
                    <a:pt x="1136388" y="8612"/>
                  </a:lnTo>
                  <a:lnTo>
                    <a:pt x="1097202" y="7383"/>
                  </a:lnTo>
                  <a:lnTo>
                    <a:pt x="1058016" y="6220"/>
                  </a:lnTo>
                  <a:lnTo>
                    <a:pt x="1018831" y="5128"/>
                  </a:lnTo>
                  <a:lnTo>
                    <a:pt x="979645" y="4117"/>
                  </a:lnTo>
                  <a:lnTo>
                    <a:pt x="940459" y="3195"/>
                  </a:lnTo>
                  <a:lnTo>
                    <a:pt x="901273" y="2370"/>
                  </a:lnTo>
                  <a:lnTo>
                    <a:pt x="862087" y="1652"/>
                  </a:lnTo>
                  <a:lnTo>
                    <a:pt x="822901" y="1051"/>
                  </a:lnTo>
                  <a:lnTo>
                    <a:pt x="783716" y="576"/>
                  </a:lnTo>
                  <a:lnTo>
                    <a:pt x="744530" y="237"/>
                  </a:lnTo>
                  <a:lnTo>
                    <a:pt x="705344" y="43"/>
                  </a:lnTo>
                  <a:lnTo>
                    <a:pt x="666158" y="0"/>
                  </a:lnTo>
                  <a:lnTo>
                    <a:pt x="626972" y="114"/>
                  </a:lnTo>
                  <a:lnTo>
                    <a:pt x="587787" y="390"/>
                  </a:lnTo>
                  <a:lnTo>
                    <a:pt x="548601" y="829"/>
                  </a:lnTo>
                  <a:lnTo>
                    <a:pt x="509415" y="1430"/>
                  </a:lnTo>
                  <a:lnTo>
                    <a:pt x="470229" y="2191"/>
                  </a:lnTo>
                  <a:lnTo>
                    <a:pt x="431043" y="3106"/>
                  </a:lnTo>
                  <a:lnTo>
                    <a:pt x="391858" y="4169"/>
                  </a:lnTo>
                  <a:lnTo>
                    <a:pt x="352672" y="5372"/>
                  </a:lnTo>
                  <a:lnTo>
                    <a:pt x="313486" y="6704"/>
                  </a:lnTo>
                  <a:lnTo>
                    <a:pt x="274300" y="8157"/>
                  </a:lnTo>
                  <a:lnTo>
                    <a:pt x="235114" y="9722"/>
                  </a:lnTo>
                  <a:lnTo>
                    <a:pt x="195929" y="11388"/>
                  </a:lnTo>
                  <a:lnTo>
                    <a:pt x="156743" y="13146"/>
                  </a:lnTo>
                  <a:lnTo>
                    <a:pt x="117557" y="14988"/>
                  </a:lnTo>
                  <a:lnTo>
                    <a:pt x="78371" y="16905"/>
                  </a:lnTo>
                  <a:lnTo>
                    <a:pt x="39185" y="18891"/>
                  </a:lnTo>
                  <a:lnTo>
                    <a:pt x="0" y="2093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912" name="pl1911"/>
            <p:cNvSpPr/>
            <p:nvPr/>
          </p:nvSpPr>
          <p:spPr>
            <a:xfrm>
              <a:off x="7870131" y="6372760"/>
              <a:ext cx="3095678" cy="30942"/>
            </a:xfrm>
            <a:custGeom>
              <a:avLst/>
              <a:pathLst>
                <a:path w="3095678" h="30942">
                  <a:moveTo>
                    <a:pt x="0" y="30942"/>
                  </a:moveTo>
                  <a:lnTo>
                    <a:pt x="39185" y="30551"/>
                  </a:lnTo>
                  <a:lnTo>
                    <a:pt x="78371" y="30159"/>
                  </a:lnTo>
                  <a:lnTo>
                    <a:pt x="117557" y="29767"/>
                  </a:lnTo>
                  <a:lnTo>
                    <a:pt x="156743" y="29376"/>
                  </a:lnTo>
                  <a:lnTo>
                    <a:pt x="195929" y="28984"/>
                  </a:lnTo>
                  <a:lnTo>
                    <a:pt x="235114" y="28592"/>
                  </a:lnTo>
                  <a:lnTo>
                    <a:pt x="274300" y="28201"/>
                  </a:lnTo>
                  <a:lnTo>
                    <a:pt x="313486" y="27809"/>
                  </a:lnTo>
                  <a:lnTo>
                    <a:pt x="352672" y="27417"/>
                  </a:lnTo>
                  <a:lnTo>
                    <a:pt x="391858" y="27026"/>
                  </a:lnTo>
                  <a:lnTo>
                    <a:pt x="431043" y="26634"/>
                  </a:lnTo>
                  <a:lnTo>
                    <a:pt x="470229" y="26242"/>
                  </a:lnTo>
                  <a:lnTo>
                    <a:pt x="509415" y="25851"/>
                  </a:lnTo>
                  <a:lnTo>
                    <a:pt x="548601" y="25459"/>
                  </a:lnTo>
                  <a:lnTo>
                    <a:pt x="587787" y="25067"/>
                  </a:lnTo>
                  <a:lnTo>
                    <a:pt x="626972" y="24676"/>
                  </a:lnTo>
                  <a:lnTo>
                    <a:pt x="666158" y="24284"/>
                  </a:lnTo>
                  <a:lnTo>
                    <a:pt x="705344" y="23892"/>
                  </a:lnTo>
                  <a:lnTo>
                    <a:pt x="744530" y="23501"/>
                  </a:lnTo>
                  <a:lnTo>
                    <a:pt x="783716" y="23109"/>
                  </a:lnTo>
                  <a:lnTo>
                    <a:pt x="822901" y="22717"/>
                  </a:lnTo>
                  <a:lnTo>
                    <a:pt x="862087" y="22325"/>
                  </a:lnTo>
                  <a:lnTo>
                    <a:pt x="901273" y="21934"/>
                  </a:lnTo>
                  <a:lnTo>
                    <a:pt x="940459" y="21542"/>
                  </a:lnTo>
                  <a:lnTo>
                    <a:pt x="979645" y="21150"/>
                  </a:lnTo>
                  <a:lnTo>
                    <a:pt x="1018831" y="20759"/>
                  </a:lnTo>
                  <a:lnTo>
                    <a:pt x="1058016" y="20367"/>
                  </a:lnTo>
                  <a:lnTo>
                    <a:pt x="1097202" y="19975"/>
                  </a:lnTo>
                  <a:lnTo>
                    <a:pt x="1136388" y="19584"/>
                  </a:lnTo>
                  <a:lnTo>
                    <a:pt x="1175574" y="19192"/>
                  </a:lnTo>
                  <a:lnTo>
                    <a:pt x="1214760" y="18800"/>
                  </a:lnTo>
                  <a:lnTo>
                    <a:pt x="1253945" y="18409"/>
                  </a:lnTo>
                  <a:lnTo>
                    <a:pt x="1293131" y="18017"/>
                  </a:lnTo>
                  <a:lnTo>
                    <a:pt x="1332317" y="17625"/>
                  </a:lnTo>
                  <a:lnTo>
                    <a:pt x="1371503" y="17234"/>
                  </a:lnTo>
                  <a:lnTo>
                    <a:pt x="1410689" y="16842"/>
                  </a:lnTo>
                  <a:lnTo>
                    <a:pt x="1449874" y="16450"/>
                  </a:lnTo>
                  <a:lnTo>
                    <a:pt x="1489060" y="16059"/>
                  </a:lnTo>
                  <a:lnTo>
                    <a:pt x="1528246" y="15667"/>
                  </a:lnTo>
                  <a:lnTo>
                    <a:pt x="1567432" y="15275"/>
                  </a:lnTo>
                  <a:lnTo>
                    <a:pt x="1606618" y="14883"/>
                  </a:lnTo>
                  <a:lnTo>
                    <a:pt x="1645803" y="14492"/>
                  </a:lnTo>
                  <a:lnTo>
                    <a:pt x="1684989" y="14100"/>
                  </a:lnTo>
                  <a:lnTo>
                    <a:pt x="1724175" y="13708"/>
                  </a:lnTo>
                  <a:lnTo>
                    <a:pt x="1763361" y="13317"/>
                  </a:lnTo>
                  <a:lnTo>
                    <a:pt x="1802547" y="12925"/>
                  </a:lnTo>
                  <a:lnTo>
                    <a:pt x="1841733" y="12533"/>
                  </a:lnTo>
                  <a:lnTo>
                    <a:pt x="1880918" y="12142"/>
                  </a:lnTo>
                  <a:lnTo>
                    <a:pt x="1920104" y="11750"/>
                  </a:lnTo>
                  <a:lnTo>
                    <a:pt x="1959290" y="11358"/>
                  </a:lnTo>
                  <a:lnTo>
                    <a:pt x="1998476" y="10967"/>
                  </a:lnTo>
                  <a:lnTo>
                    <a:pt x="2037662" y="10575"/>
                  </a:lnTo>
                  <a:lnTo>
                    <a:pt x="2076847" y="10183"/>
                  </a:lnTo>
                  <a:lnTo>
                    <a:pt x="2116033" y="9792"/>
                  </a:lnTo>
                  <a:lnTo>
                    <a:pt x="2155219" y="9400"/>
                  </a:lnTo>
                  <a:lnTo>
                    <a:pt x="2194405" y="9008"/>
                  </a:lnTo>
                  <a:lnTo>
                    <a:pt x="2233591" y="8617"/>
                  </a:lnTo>
                  <a:lnTo>
                    <a:pt x="2272776" y="8225"/>
                  </a:lnTo>
                  <a:lnTo>
                    <a:pt x="2311962" y="7833"/>
                  </a:lnTo>
                  <a:lnTo>
                    <a:pt x="2351148" y="7441"/>
                  </a:lnTo>
                  <a:lnTo>
                    <a:pt x="2390334" y="7050"/>
                  </a:lnTo>
                  <a:lnTo>
                    <a:pt x="2429520" y="6658"/>
                  </a:lnTo>
                  <a:lnTo>
                    <a:pt x="2468705" y="6266"/>
                  </a:lnTo>
                  <a:lnTo>
                    <a:pt x="2507891" y="5875"/>
                  </a:lnTo>
                  <a:lnTo>
                    <a:pt x="2547077" y="5483"/>
                  </a:lnTo>
                  <a:lnTo>
                    <a:pt x="2586263" y="5091"/>
                  </a:lnTo>
                  <a:lnTo>
                    <a:pt x="2625449" y="4700"/>
                  </a:lnTo>
                  <a:lnTo>
                    <a:pt x="2664635" y="4308"/>
                  </a:lnTo>
                  <a:lnTo>
                    <a:pt x="2703820" y="3916"/>
                  </a:lnTo>
                  <a:lnTo>
                    <a:pt x="2743006" y="3525"/>
                  </a:lnTo>
                  <a:lnTo>
                    <a:pt x="2782192" y="3133"/>
                  </a:lnTo>
                  <a:lnTo>
                    <a:pt x="2821378" y="2741"/>
                  </a:lnTo>
                  <a:lnTo>
                    <a:pt x="2860564" y="2350"/>
                  </a:lnTo>
                  <a:lnTo>
                    <a:pt x="2899749" y="1958"/>
                  </a:lnTo>
                  <a:lnTo>
                    <a:pt x="2938935" y="1566"/>
                  </a:lnTo>
                  <a:lnTo>
                    <a:pt x="2978121" y="1175"/>
                  </a:lnTo>
                  <a:lnTo>
                    <a:pt x="3017307" y="783"/>
                  </a:lnTo>
                  <a:lnTo>
                    <a:pt x="3056493" y="391"/>
                  </a:lnTo>
                  <a:lnTo>
                    <a:pt x="3095678" y="0"/>
                  </a:lnTo>
                </a:path>
              </a:pathLst>
            </a:custGeom>
            <a:ln w="16260" cap="flat">
              <a:solidFill>
                <a:srgbClr val="2A2A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tx1912"/>
            <p:cNvSpPr/>
            <p:nvPr/>
          </p:nvSpPr>
          <p:spPr>
            <a:xfrm>
              <a:off x="2017334" y="5615937"/>
              <a:ext cx="914582" cy="82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log10 clutch size</a:t>
              </a:r>
            </a:p>
          </p:txBody>
        </p:sp>
        <p:sp>
          <p:nvSpPr>
            <p:cNvPr id="1914" name="tx1913"/>
            <p:cNvSpPr/>
            <p:nvPr/>
          </p:nvSpPr>
          <p:spPr>
            <a:xfrm>
              <a:off x="5444612" y="5615937"/>
              <a:ext cx="1003371" cy="82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log10 longevity (y)</a:t>
              </a:r>
            </a:p>
          </p:txBody>
        </p:sp>
        <p:sp>
          <p:nvSpPr>
            <p:cNvPr id="1915" name="tx1914"/>
            <p:cNvSpPr/>
            <p:nvPr/>
          </p:nvSpPr>
          <p:spPr>
            <a:xfrm>
              <a:off x="8973344" y="5615937"/>
              <a:ext cx="889254" cy="82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log10 range size</a:t>
              </a:r>
            </a:p>
          </p:txBody>
        </p:sp>
        <p:sp>
          <p:nvSpPr>
            <p:cNvPr id="1916" name="tx1915"/>
            <p:cNvSpPr/>
            <p:nvPr/>
          </p:nvSpPr>
          <p:spPr>
            <a:xfrm>
              <a:off x="1757050" y="3796754"/>
              <a:ext cx="1435150" cy="82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Habitat breadth (Shannon)</a:t>
              </a:r>
            </a:p>
          </p:txBody>
        </p:sp>
        <p:sp>
          <p:nvSpPr>
            <p:cNvPr id="1917" name="tx1916"/>
            <p:cNvSpPr/>
            <p:nvPr/>
          </p:nvSpPr>
          <p:spPr>
            <a:xfrm>
              <a:off x="5469941" y="3796754"/>
              <a:ext cx="952713" cy="82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Habitat openness</a:t>
              </a:r>
            </a:p>
          </p:txBody>
        </p:sp>
        <p:sp>
          <p:nvSpPr>
            <p:cNvPr id="1918" name="tx1917"/>
            <p:cNvSpPr/>
            <p:nvPr/>
          </p:nvSpPr>
          <p:spPr>
            <a:xfrm>
              <a:off x="8865444" y="3796754"/>
              <a:ext cx="1105052" cy="82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log10 body mass (g)</a:t>
              </a:r>
            </a:p>
          </p:txBody>
        </p:sp>
        <p:sp>
          <p:nvSpPr>
            <p:cNvPr id="1919" name="tx1918"/>
            <p:cNvSpPr/>
            <p:nvPr/>
          </p:nvSpPr>
          <p:spPr>
            <a:xfrm>
              <a:off x="1817309" y="1977572"/>
              <a:ext cx="1314632" cy="82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AVONET habitat density</a:t>
              </a:r>
            </a:p>
          </p:txBody>
        </p:sp>
        <p:sp>
          <p:nvSpPr>
            <p:cNvPr id="1920" name="tx1919"/>
            <p:cNvSpPr/>
            <p:nvPr/>
          </p:nvSpPr>
          <p:spPr>
            <a:xfrm>
              <a:off x="5581132" y="1977572"/>
              <a:ext cx="730331" cy="82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AVONET HWI</a:t>
              </a:r>
            </a:p>
          </p:txBody>
        </p:sp>
        <p:sp>
          <p:nvSpPr>
            <p:cNvPr id="1921" name="tx1920"/>
            <p:cNvSpPr/>
            <p:nvPr/>
          </p:nvSpPr>
          <p:spPr>
            <a:xfrm>
              <a:off x="8916239" y="1977572"/>
              <a:ext cx="1003462" cy="82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Diet specialisation</a:t>
              </a:r>
            </a:p>
          </p:txBody>
        </p:sp>
        <p:sp>
          <p:nvSpPr>
            <p:cNvPr id="1922" name="tx1921"/>
            <p:cNvSpPr/>
            <p:nvPr/>
          </p:nvSpPr>
          <p:spPr>
            <a:xfrm>
              <a:off x="1336161" y="7198069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2.5</a:t>
              </a:r>
            </a:p>
          </p:txBody>
        </p:sp>
        <p:sp>
          <p:nvSpPr>
            <p:cNvPr id="1923" name="tx1922"/>
            <p:cNvSpPr/>
            <p:nvPr/>
          </p:nvSpPr>
          <p:spPr>
            <a:xfrm>
              <a:off x="2150814" y="7198069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5.0</a:t>
              </a:r>
            </a:p>
          </p:txBody>
        </p:sp>
        <p:sp>
          <p:nvSpPr>
            <p:cNvPr id="1924" name="tx1923"/>
            <p:cNvSpPr/>
            <p:nvPr/>
          </p:nvSpPr>
          <p:spPr>
            <a:xfrm>
              <a:off x="2965466" y="7198069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7.5</a:t>
              </a:r>
            </a:p>
          </p:txBody>
        </p:sp>
        <p:sp>
          <p:nvSpPr>
            <p:cNvPr id="1925" name="tx1924"/>
            <p:cNvSpPr/>
            <p:nvPr/>
          </p:nvSpPr>
          <p:spPr>
            <a:xfrm>
              <a:off x="3748343" y="7198069"/>
              <a:ext cx="2223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10.0</a:t>
              </a:r>
            </a:p>
          </p:txBody>
        </p:sp>
        <p:sp>
          <p:nvSpPr>
            <p:cNvPr id="1926" name="tx1925"/>
            <p:cNvSpPr/>
            <p:nvPr/>
          </p:nvSpPr>
          <p:spPr>
            <a:xfrm>
              <a:off x="5100506" y="7198069"/>
              <a:ext cx="12710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1927" name="tx1926"/>
            <p:cNvSpPr/>
            <p:nvPr/>
          </p:nvSpPr>
          <p:spPr>
            <a:xfrm>
              <a:off x="6051559" y="7198069"/>
              <a:ext cx="12710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1928" name="tx1927"/>
            <p:cNvSpPr/>
            <p:nvPr/>
          </p:nvSpPr>
          <p:spPr>
            <a:xfrm>
              <a:off x="7002612" y="7198069"/>
              <a:ext cx="12710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1929" name="tx1928"/>
            <p:cNvSpPr/>
            <p:nvPr/>
          </p:nvSpPr>
          <p:spPr>
            <a:xfrm>
              <a:off x="7708256" y="7198069"/>
              <a:ext cx="32095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0e+00</a:t>
              </a:r>
            </a:p>
          </p:txBody>
        </p:sp>
        <p:sp>
          <p:nvSpPr>
            <p:cNvPr id="1930" name="tx1929"/>
            <p:cNvSpPr/>
            <p:nvPr/>
          </p:nvSpPr>
          <p:spPr>
            <a:xfrm>
              <a:off x="8535262" y="7198069"/>
              <a:ext cx="32095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2e+07</a:t>
              </a:r>
            </a:p>
          </p:txBody>
        </p:sp>
        <p:sp>
          <p:nvSpPr>
            <p:cNvPr id="1931" name="tx1930"/>
            <p:cNvSpPr/>
            <p:nvPr/>
          </p:nvSpPr>
          <p:spPr>
            <a:xfrm>
              <a:off x="9362268" y="7198069"/>
              <a:ext cx="32095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4e+07</a:t>
              </a:r>
            </a:p>
          </p:txBody>
        </p:sp>
        <p:sp>
          <p:nvSpPr>
            <p:cNvPr id="1932" name="tx1931"/>
            <p:cNvSpPr/>
            <p:nvPr/>
          </p:nvSpPr>
          <p:spPr>
            <a:xfrm>
              <a:off x="10189273" y="7198069"/>
              <a:ext cx="32095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6e+07</a:t>
              </a:r>
            </a:p>
          </p:txBody>
        </p:sp>
        <p:sp>
          <p:nvSpPr>
            <p:cNvPr id="1933" name="tx1932"/>
            <p:cNvSpPr/>
            <p:nvPr/>
          </p:nvSpPr>
          <p:spPr>
            <a:xfrm>
              <a:off x="812544" y="5378886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1934" name="tx1933"/>
            <p:cNvSpPr/>
            <p:nvPr/>
          </p:nvSpPr>
          <p:spPr>
            <a:xfrm>
              <a:off x="1689706" y="5378886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1935" name="tx1934"/>
            <p:cNvSpPr/>
            <p:nvPr/>
          </p:nvSpPr>
          <p:spPr>
            <a:xfrm>
              <a:off x="2566868" y="5378886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1936" name="tx1935"/>
            <p:cNvSpPr/>
            <p:nvPr/>
          </p:nvSpPr>
          <p:spPr>
            <a:xfrm>
              <a:off x="3444029" y="5378886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1937" name="tx1936"/>
            <p:cNvSpPr/>
            <p:nvPr/>
          </p:nvSpPr>
          <p:spPr>
            <a:xfrm>
              <a:off x="4366683" y="5378886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938" name="tx1937"/>
            <p:cNvSpPr/>
            <p:nvPr/>
          </p:nvSpPr>
          <p:spPr>
            <a:xfrm>
              <a:off x="5398576" y="5378886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939" name="tx1938"/>
            <p:cNvSpPr/>
            <p:nvPr/>
          </p:nvSpPr>
          <p:spPr>
            <a:xfrm>
              <a:off x="6430469" y="5378886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1940" name="tx1939"/>
            <p:cNvSpPr/>
            <p:nvPr/>
          </p:nvSpPr>
          <p:spPr>
            <a:xfrm>
              <a:off x="7462362" y="5378886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1941" name="tx1940"/>
            <p:cNvSpPr/>
            <p:nvPr/>
          </p:nvSpPr>
          <p:spPr>
            <a:xfrm>
              <a:off x="7836652" y="5378886"/>
              <a:ext cx="6355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942" name="tx1941"/>
            <p:cNvSpPr/>
            <p:nvPr/>
          </p:nvSpPr>
          <p:spPr>
            <a:xfrm>
              <a:off x="8515672" y="5378886"/>
              <a:ext cx="25420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2500</a:t>
              </a:r>
            </a:p>
          </p:txBody>
        </p:sp>
        <p:sp>
          <p:nvSpPr>
            <p:cNvPr id="1943" name="tx1942"/>
            <p:cNvSpPr/>
            <p:nvPr/>
          </p:nvSpPr>
          <p:spPr>
            <a:xfrm>
              <a:off x="9290017" y="5378886"/>
              <a:ext cx="25420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5000</a:t>
              </a:r>
            </a:p>
          </p:txBody>
        </p:sp>
        <p:sp>
          <p:nvSpPr>
            <p:cNvPr id="1944" name="tx1943"/>
            <p:cNvSpPr/>
            <p:nvPr/>
          </p:nvSpPr>
          <p:spPr>
            <a:xfrm>
              <a:off x="10064363" y="5378886"/>
              <a:ext cx="25420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7500</a:t>
              </a:r>
            </a:p>
          </p:txBody>
        </p:sp>
        <p:sp>
          <p:nvSpPr>
            <p:cNvPr id="1945" name="tx1944"/>
            <p:cNvSpPr/>
            <p:nvPr/>
          </p:nvSpPr>
          <p:spPr>
            <a:xfrm>
              <a:off x="10806933" y="5378886"/>
              <a:ext cx="31775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10000</a:t>
              </a:r>
            </a:p>
          </p:txBody>
        </p:sp>
        <p:sp>
          <p:nvSpPr>
            <p:cNvPr id="1946" name="tx1945"/>
            <p:cNvSpPr/>
            <p:nvPr/>
          </p:nvSpPr>
          <p:spPr>
            <a:xfrm>
              <a:off x="847370" y="3559703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1947" name="tx1946"/>
            <p:cNvSpPr/>
            <p:nvPr/>
          </p:nvSpPr>
          <p:spPr>
            <a:xfrm>
              <a:off x="1621290" y="3559703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1.5</a:t>
              </a:r>
            </a:p>
          </p:txBody>
        </p:sp>
        <p:sp>
          <p:nvSpPr>
            <p:cNvPr id="1948" name="tx1947"/>
            <p:cNvSpPr/>
            <p:nvPr/>
          </p:nvSpPr>
          <p:spPr>
            <a:xfrm>
              <a:off x="2395210" y="3559703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2.0</a:t>
              </a:r>
            </a:p>
          </p:txBody>
        </p:sp>
        <p:sp>
          <p:nvSpPr>
            <p:cNvPr id="1949" name="tx1948"/>
            <p:cNvSpPr/>
            <p:nvPr/>
          </p:nvSpPr>
          <p:spPr>
            <a:xfrm>
              <a:off x="3169129" y="3559703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2.5</a:t>
              </a:r>
            </a:p>
          </p:txBody>
        </p:sp>
        <p:sp>
          <p:nvSpPr>
            <p:cNvPr id="1950" name="tx1949"/>
            <p:cNvSpPr/>
            <p:nvPr/>
          </p:nvSpPr>
          <p:spPr>
            <a:xfrm>
              <a:off x="3943049" y="3559703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3.0</a:t>
              </a:r>
            </a:p>
          </p:txBody>
        </p:sp>
        <p:sp>
          <p:nvSpPr>
            <p:cNvPr id="1951" name="tx1950"/>
            <p:cNvSpPr/>
            <p:nvPr/>
          </p:nvSpPr>
          <p:spPr>
            <a:xfrm>
              <a:off x="4991853" y="3559703"/>
              <a:ext cx="12710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1952" name="tx1951"/>
            <p:cNvSpPr/>
            <p:nvPr/>
          </p:nvSpPr>
          <p:spPr>
            <a:xfrm>
              <a:off x="5937099" y="3559703"/>
              <a:ext cx="12710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1953" name="tx1952"/>
            <p:cNvSpPr/>
            <p:nvPr/>
          </p:nvSpPr>
          <p:spPr>
            <a:xfrm>
              <a:off x="6882344" y="3559703"/>
              <a:ext cx="12710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1954" name="tx1953"/>
            <p:cNvSpPr/>
            <p:nvPr/>
          </p:nvSpPr>
          <p:spPr>
            <a:xfrm>
              <a:off x="8270964" y="3559703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1955" name="tx1954"/>
            <p:cNvSpPr/>
            <p:nvPr/>
          </p:nvSpPr>
          <p:spPr>
            <a:xfrm>
              <a:off x="8931097" y="3559703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0.7</a:t>
              </a:r>
            </a:p>
          </p:txBody>
        </p:sp>
        <p:sp>
          <p:nvSpPr>
            <p:cNvPr id="1956" name="tx1955"/>
            <p:cNvSpPr/>
            <p:nvPr/>
          </p:nvSpPr>
          <p:spPr>
            <a:xfrm>
              <a:off x="9591229" y="3559703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1957" name="tx1956"/>
            <p:cNvSpPr/>
            <p:nvPr/>
          </p:nvSpPr>
          <p:spPr>
            <a:xfrm>
              <a:off x="10251362" y="3559703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0.9</a:t>
              </a:r>
            </a:p>
          </p:txBody>
        </p:sp>
        <p:sp>
          <p:nvSpPr>
            <p:cNvPr id="1958" name="tx1957"/>
            <p:cNvSpPr/>
            <p:nvPr/>
          </p:nvSpPr>
          <p:spPr>
            <a:xfrm>
              <a:off x="10911494" y="3559703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1959" name="tx1958"/>
            <p:cNvSpPr/>
            <p:nvPr/>
          </p:nvSpPr>
          <p:spPr>
            <a:xfrm>
              <a:off x="553387" y="3396328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1960" name="tx1959"/>
            <p:cNvSpPr/>
            <p:nvPr/>
          </p:nvSpPr>
          <p:spPr>
            <a:xfrm>
              <a:off x="553387" y="3078741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1961" name="tx1960"/>
            <p:cNvSpPr/>
            <p:nvPr/>
          </p:nvSpPr>
          <p:spPr>
            <a:xfrm>
              <a:off x="553387" y="2761154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1962" name="tx1961"/>
            <p:cNvSpPr/>
            <p:nvPr/>
          </p:nvSpPr>
          <p:spPr>
            <a:xfrm>
              <a:off x="553387" y="2443567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1963" name="tx1962"/>
            <p:cNvSpPr/>
            <p:nvPr/>
          </p:nvSpPr>
          <p:spPr>
            <a:xfrm>
              <a:off x="553387" y="2125980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1964" name="tx1963"/>
            <p:cNvSpPr/>
            <p:nvPr/>
          </p:nvSpPr>
          <p:spPr>
            <a:xfrm>
              <a:off x="553387" y="5215511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1965" name="tx1964"/>
            <p:cNvSpPr/>
            <p:nvPr/>
          </p:nvSpPr>
          <p:spPr>
            <a:xfrm>
              <a:off x="553387" y="4897924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1966" name="tx1965"/>
            <p:cNvSpPr/>
            <p:nvPr/>
          </p:nvSpPr>
          <p:spPr>
            <a:xfrm>
              <a:off x="553387" y="4580337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1967" name="tx1966"/>
            <p:cNvSpPr/>
            <p:nvPr/>
          </p:nvSpPr>
          <p:spPr>
            <a:xfrm>
              <a:off x="553387" y="4262750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1968" name="tx1967"/>
            <p:cNvSpPr/>
            <p:nvPr/>
          </p:nvSpPr>
          <p:spPr>
            <a:xfrm>
              <a:off x="553387" y="3945163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1969" name="tx1968"/>
            <p:cNvSpPr/>
            <p:nvPr/>
          </p:nvSpPr>
          <p:spPr>
            <a:xfrm>
              <a:off x="553387" y="7034694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1970" name="tx1969"/>
            <p:cNvSpPr/>
            <p:nvPr/>
          </p:nvSpPr>
          <p:spPr>
            <a:xfrm>
              <a:off x="553387" y="6717107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1971" name="tx1970"/>
            <p:cNvSpPr/>
            <p:nvPr/>
          </p:nvSpPr>
          <p:spPr>
            <a:xfrm>
              <a:off x="553387" y="6399520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1972" name="tx1971"/>
            <p:cNvSpPr/>
            <p:nvPr/>
          </p:nvSpPr>
          <p:spPr>
            <a:xfrm>
              <a:off x="553387" y="6081933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1973" name="tx1972"/>
            <p:cNvSpPr/>
            <p:nvPr/>
          </p:nvSpPr>
          <p:spPr>
            <a:xfrm>
              <a:off x="553387" y="5764346"/>
              <a:ext cx="15883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1974" name="tx1973"/>
            <p:cNvSpPr/>
            <p:nvPr/>
          </p:nvSpPr>
          <p:spPr>
            <a:xfrm rot="-5400000">
              <a:off x="-157029" y="4585131"/>
              <a:ext cx="120691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Year-trend coefficient</a:t>
              </a:r>
            </a:p>
          </p:txBody>
        </p:sp>
        <p:sp>
          <p:nvSpPr>
            <p:cNvPr id="1975" name="pt1974"/>
            <p:cNvSpPr/>
            <p:nvPr/>
          </p:nvSpPr>
          <p:spPr>
            <a:xfrm>
              <a:off x="5303066" y="1636863"/>
              <a:ext cx="41112" cy="41112"/>
            </a:xfrm>
            <a:prstGeom prst="ellipse">
              <a:avLst/>
            </a:prstGeom>
            <a:solidFill>
              <a:srgbClr val="8B2E1E">
                <a:alpha val="54901"/>
              </a:srgbClr>
            </a:solidFill>
            <a:ln w="8590" cap="rnd">
              <a:solidFill>
                <a:srgbClr val="8B2E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5"/>
            <p:cNvSpPr/>
            <p:nvPr/>
          </p:nvSpPr>
          <p:spPr>
            <a:xfrm>
              <a:off x="6157928" y="1636863"/>
              <a:ext cx="41112" cy="41112"/>
            </a:xfrm>
            <a:prstGeom prst="ellipse">
              <a:avLst/>
            </a:prstGeom>
            <a:solidFill>
              <a:srgbClr val="8C8C8C">
                <a:alpha val="54901"/>
              </a:srgbClr>
            </a:solidFill>
            <a:ln w="8590" cap="rnd">
              <a:solidFill>
                <a:srgbClr val="8C8C8C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tx1976"/>
            <p:cNvSpPr/>
            <p:nvPr/>
          </p:nvSpPr>
          <p:spPr>
            <a:xfrm>
              <a:off x="5570048" y="1616409"/>
              <a:ext cx="36201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Winner</a:t>
              </a:r>
            </a:p>
          </p:txBody>
        </p:sp>
        <p:sp>
          <p:nvSpPr>
            <p:cNvPr id="1978" name="tx1977"/>
            <p:cNvSpPr/>
            <p:nvPr/>
          </p:nvSpPr>
          <p:spPr>
            <a:xfrm>
              <a:off x="6424911" y="1616409"/>
              <a:ext cx="3240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Stable</a:t>
              </a:r>
            </a:p>
          </p:txBody>
        </p:sp>
        <p:sp>
          <p:nvSpPr>
            <p:cNvPr id="1979" name="tx1978"/>
            <p:cNvSpPr/>
            <p:nvPr/>
          </p:nvSpPr>
          <p:spPr>
            <a:xfrm>
              <a:off x="400845" y="1321759"/>
              <a:ext cx="2962838" cy="956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50" i="0" b="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Each point = one species | run=v2_full_200sp_ar1</a:t>
              </a:r>
            </a:p>
          </p:txBody>
        </p:sp>
        <p:sp>
          <p:nvSpPr>
            <p:cNvPr id="1980" name="tx1979"/>
            <p:cNvSpPr/>
            <p:nvPr/>
          </p:nvSpPr>
          <p:spPr>
            <a:xfrm>
              <a:off x="400845" y="1124616"/>
              <a:ext cx="2936778" cy="114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5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Species traits vs occupancy time trend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2026-05-14T19:47:29Z</dcterms:modified>
  <cp:category/>
</cp:coreProperties>
</file>